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99"/>
  </p:normalViewPr>
  <p:slideViewPr>
    <p:cSldViewPr snapToGrid="0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BA490-D1FB-734F-AD98-F9145D5D223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C08DF-CEFF-E547-8583-0098F4E0E12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23-24</a:t>
            </a:r>
            <a:r>
              <a:rPr kumimoji="1" lang="zh-CN" altLang="en-US" dirty="0"/>
              <a:t>思政理论实践</a:t>
            </a:r>
            <a:r>
              <a:rPr kumimoji="1" lang="en-US" altLang="zh-CN" dirty="0"/>
              <a:t>2</a:t>
            </a:r>
            <a:endParaRPr kumimoji="1"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分工安排会议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18160"/>
            <a:ext cx="10515600" cy="1325563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实践主题：</a:t>
            </a:r>
            <a:br>
              <a:rPr kumimoji="1" lang="zh-CN" altLang="en-US" dirty="0"/>
            </a:br>
            <a:r>
              <a:rPr kumimoji="1" lang="zh-CN" altLang="en-US" dirty="0"/>
              <a:t>人民城市人民建，</a:t>
            </a:r>
            <a:r>
              <a:rPr kumimoji="1" lang="zh-CN" altLang="en-US" dirty="0"/>
              <a:t>人民城市为人民</a:t>
            </a:r>
            <a:br>
              <a:rPr kumimoji="1" lang="zh-CN" altLang="en-US" dirty="0"/>
            </a:b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2298065"/>
            <a:ext cx="10377170" cy="3320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咱们组的项目主题，</a:t>
            </a:r>
            <a:r>
              <a:rPr lang="zh-CN" altLang="en-US" sz="2800"/>
              <a:t>如：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民筑城梦，城共民心</a:t>
            </a:r>
            <a:r>
              <a:rPr lang="en-US" altLang="zh-CN" sz="2800"/>
              <a:t>√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人民共筑家园，城市与人</a:t>
            </a:r>
            <a:r>
              <a:rPr lang="zh-CN" altLang="en-US" sz="2800"/>
              <a:t>齐兴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人心共建，城梦</a:t>
            </a:r>
            <a:r>
              <a:rPr lang="zh-CN" altLang="en-US" sz="2800"/>
              <a:t>共享</a:t>
            </a:r>
            <a:endParaRPr lang="zh-CN" altLang="en-US" sz="2800"/>
          </a:p>
          <a:p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实践地点</a:t>
            </a:r>
            <a:endParaRPr kumimoji="1" lang="zh-CN" altLang="en-US" sz="2800" dirty="0"/>
          </a:p>
        </p:txBody>
      </p:sp>
      <p:pic>
        <p:nvPicPr>
          <p:cNvPr id="3" name="图片 2" descr="截屏2024-03-14 10.20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240" y="1310005"/>
            <a:ext cx="6703695" cy="53365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32090" y="1895475"/>
            <a:ext cx="342773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这个是从老师</a:t>
            </a:r>
            <a:r>
              <a:rPr lang="en-US" altLang="zh-CN" sz="2000"/>
              <a:t>ppt</a:t>
            </a:r>
            <a:r>
              <a:rPr lang="zh-CN" altLang="en-US" sz="2000"/>
              <a:t>里摘的，</a:t>
            </a:r>
            <a:endParaRPr lang="zh-CN" altLang="en-US" sz="2000"/>
          </a:p>
          <a:p>
            <a:r>
              <a:rPr lang="zh-CN" altLang="en-US" sz="2000"/>
              <a:t>还有一个是杨浦滨江，</a:t>
            </a:r>
            <a:endParaRPr lang="zh-CN" altLang="en-US" sz="2000"/>
          </a:p>
          <a:p>
            <a:r>
              <a:rPr lang="zh-CN" altLang="en-US" sz="2000"/>
              <a:t>但感觉去这儿的人可能有点多，去这就得做点不一样的</a:t>
            </a:r>
            <a:r>
              <a:rPr lang="zh-CN" altLang="en-US" sz="2000"/>
              <a:t>才行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7832090" y="43764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大家有推荐其他地方都可以提</a:t>
            </a:r>
            <a:r>
              <a:rPr lang="zh-CN" altLang="en-US"/>
              <a:t>捏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971155" y="5487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苏州河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实践分工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5270500"/>
          </a:xfrm>
        </p:spPr>
        <p:txBody>
          <a:bodyPr>
            <a:normAutofit/>
          </a:bodyPr>
          <a:lstStyle/>
          <a:p>
            <a:r>
              <a:rPr kumimoji="1" lang="zh-CN" altLang="en-US" sz="2220"/>
              <a:t>撰写三千字实践报告</a:t>
            </a:r>
            <a:r>
              <a:rPr kumimoji="1" lang="en-US" altLang="zh-CN" sz="2220"/>
              <a:t> </a:t>
            </a:r>
            <a:r>
              <a:rPr kumimoji="1" lang="zh-CN" altLang="en-US" sz="2220"/>
              <a:t>（</a:t>
            </a:r>
            <a:r>
              <a:rPr kumimoji="1" lang="en-US" altLang="zh-CN" sz="2220"/>
              <a:t>3</a:t>
            </a:r>
            <a:r>
              <a:rPr kumimoji="1" lang="zh-CN" altLang="en-US" sz="2220"/>
              <a:t>人）陈韵怡、陆张庆、汪江豪</a:t>
            </a:r>
            <a:endParaRPr kumimoji="1" lang="zh-CN" altLang="en-US" sz="2220"/>
          </a:p>
          <a:p>
            <a:pPr marL="0" indent="0">
              <a:buNone/>
            </a:pPr>
            <a:endParaRPr kumimoji="1" lang="zh-CN" altLang="en-US" sz="2220"/>
          </a:p>
          <a:p>
            <a:r>
              <a:rPr kumimoji="1" lang="zh-CN" altLang="en-US" sz="2220"/>
              <a:t>实地调研（大家倾向于所有人</a:t>
            </a:r>
            <a:r>
              <a:rPr kumimoji="1" lang="zh-CN" altLang="en-US" sz="2220">
                <a:solidFill>
                  <a:srgbClr val="FF0000"/>
                </a:solidFill>
              </a:rPr>
              <a:t>都去</a:t>
            </a:r>
            <a:r>
              <a:rPr kumimoji="1" lang="zh-CN" altLang="en-US" sz="2220"/>
              <a:t>还是部分人去？</a:t>
            </a:r>
            <a:r>
              <a:rPr kumimoji="1" lang="en-US" altLang="zh-CN" sz="2220"/>
              <a:t> </a:t>
            </a:r>
            <a:endParaRPr kumimoji="1" lang="en-US" altLang="zh-CN" sz="2220"/>
          </a:p>
          <a:p>
            <a:pPr marL="0" indent="0">
              <a:buNone/>
            </a:pPr>
            <a:endParaRPr kumimoji="1" lang="zh-CN" altLang="en-US" sz="2220"/>
          </a:p>
          <a:p>
            <a:pPr marL="0" indent="0">
              <a:buNone/>
            </a:pPr>
            <a:r>
              <a:rPr kumimoji="1" lang="en-US" altLang="zh-CN" sz="2220"/>
              <a:t>    </a:t>
            </a:r>
            <a:r>
              <a:rPr kumimoji="1" lang="zh-CN" altLang="en-US" sz="2220"/>
              <a:t>拍照录像</a:t>
            </a:r>
            <a:r>
              <a:rPr kumimoji="1" lang="en-US" altLang="zh-CN" sz="2220"/>
              <a:t>+</a:t>
            </a:r>
            <a:r>
              <a:rPr kumimoji="1" lang="zh-CN" altLang="en-US" sz="2220"/>
              <a:t>视频剪辑（约</a:t>
            </a:r>
            <a:r>
              <a:rPr kumimoji="1" lang="en-US" altLang="zh-CN" sz="2220"/>
              <a:t>2</a:t>
            </a:r>
            <a:r>
              <a:rPr kumimoji="1" lang="zh-CN" altLang="en-US" sz="2220"/>
              <a:t>～</a:t>
            </a:r>
            <a:r>
              <a:rPr kumimoji="1" lang="en-US" altLang="zh-CN" sz="2220"/>
              <a:t>3min</a:t>
            </a:r>
            <a:r>
              <a:rPr kumimoji="1" lang="zh-CN" altLang="en-US" sz="2220"/>
              <a:t>）</a:t>
            </a:r>
            <a:r>
              <a:rPr kumimoji="1" lang="en-US" altLang="zh-CN" sz="2220"/>
              <a:t> </a:t>
            </a:r>
            <a:r>
              <a:rPr kumimoji="1" lang="zh-CN" altLang="en-US" sz="2220"/>
              <a:t>（该项必去实地调研</a:t>
            </a:r>
            <a:r>
              <a:rPr kumimoji="1" lang="en-US" altLang="zh-CN" sz="2220"/>
              <a:t> </a:t>
            </a:r>
            <a:r>
              <a:rPr kumimoji="1" lang="zh-CN" altLang="en-US" sz="2220"/>
              <a:t>——</a:t>
            </a:r>
            <a:r>
              <a:rPr kumimoji="1" lang="en-US" altLang="zh-CN" sz="2220"/>
              <a:t> 4</a:t>
            </a:r>
            <a:r>
              <a:rPr kumimoji="1" lang="zh-CN" altLang="en-US" sz="2220"/>
              <a:t>人）</a:t>
            </a:r>
            <a:endParaRPr kumimoji="1" lang="zh-CN" altLang="en-US" sz="2220"/>
          </a:p>
          <a:p>
            <a:pPr marL="0" indent="0">
              <a:buNone/>
            </a:pPr>
            <a:r>
              <a:rPr kumimoji="1" lang="zh-CN" altLang="en-US" sz="2220"/>
              <a:t> </a:t>
            </a:r>
            <a:r>
              <a:rPr kumimoji="1" lang="en-US" altLang="zh-CN" sz="2220"/>
              <a:t>   </a:t>
            </a:r>
            <a:r>
              <a:rPr kumimoji="1" lang="zh-CN" altLang="en-US" sz="2220"/>
              <a:t>骆元婕、王李晟、江恩茗、柏</a:t>
            </a:r>
            <a:r>
              <a:rPr kumimoji="1" lang="zh-CN" altLang="en-US" sz="2220"/>
              <a:t>杨</a:t>
            </a:r>
            <a:endParaRPr kumimoji="1" lang="zh-CN" altLang="en-US" sz="2220"/>
          </a:p>
          <a:p>
            <a:endParaRPr kumimoji="1" lang="zh-CN" altLang="en-US" sz="2220"/>
          </a:p>
          <a:p>
            <a:pPr marL="0" indent="0">
              <a:buNone/>
            </a:pPr>
            <a:r>
              <a:rPr kumimoji="1" lang="en-US" altLang="zh-CN" sz="2220"/>
              <a:t>    </a:t>
            </a:r>
            <a:r>
              <a:rPr kumimoji="1" lang="zh-CN" altLang="en-US" sz="2220"/>
              <a:t>采访（写采访稿</a:t>
            </a:r>
            <a:r>
              <a:rPr kumimoji="1" lang="en-US" altLang="zh-CN" sz="2220"/>
              <a:t> + </a:t>
            </a:r>
            <a:r>
              <a:rPr kumimoji="1" lang="zh-CN" altLang="en-US" sz="2220"/>
              <a:t>实地采访）</a:t>
            </a:r>
            <a:r>
              <a:rPr kumimoji="1" lang="en-US" altLang="zh-CN" sz="2220"/>
              <a:t> </a:t>
            </a:r>
            <a:r>
              <a:rPr kumimoji="1" lang="zh-CN" altLang="en-US" sz="2220"/>
              <a:t>（</a:t>
            </a:r>
            <a:r>
              <a:rPr kumimoji="1" lang="en-US" altLang="zh-CN" sz="2220"/>
              <a:t>2</a:t>
            </a:r>
            <a:r>
              <a:rPr kumimoji="1" lang="zh-CN" altLang="en-US" sz="2220"/>
              <a:t>人）刘嘉彤、韩凯豪</a:t>
            </a:r>
            <a:r>
              <a:rPr kumimoji="1" lang="en-US" altLang="zh-CN" sz="2220"/>
              <a:t>·</a:t>
            </a:r>
            <a:endParaRPr kumimoji="1" lang="zh-CN" altLang="en-US" sz="2220"/>
          </a:p>
          <a:p>
            <a:pPr marL="0" indent="0">
              <a:buNone/>
            </a:pPr>
            <a:endParaRPr kumimoji="1" lang="zh-CN" altLang="en-US" sz="2220"/>
          </a:p>
          <a:p>
            <a:pPr>
              <a:buSzPct val="50000"/>
              <a:buFont typeface="Wingdings" panose="05000000000000000000" charset="0"/>
              <a:buChar char=""/>
            </a:pPr>
            <a:r>
              <a:rPr kumimoji="1" lang="en-US" altLang="zh-CN" sz="2220"/>
              <a:t>   </a:t>
            </a:r>
            <a:r>
              <a:rPr kumimoji="1" lang="zh-CN" altLang="en-US" sz="2220"/>
              <a:t>线上问卷调查并分析（</a:t>
            </a:r>
            <a:r>
              <a:rPr kumimoji="1" lang="en-US" altLang="zh-CN" sz="2220"/>
              <a:t>3</a:t>
            </a:r>
            <a:r>
              <a:rPr kumimoji="1" lang="zh-CN" altLang="en-US" sz="2220"/>
              <a:t>人）秦玉林、</a:t>
            </a:r>
            <a:r>
              <a:rPr kumimoji="1" lang="zh-CN" altLang="en-US" sz="2220"/>
              <a:t>汤立娜、李瑞成</a:t>
            </a:r>
            <a:endParaRPr kumimoji="1" lang="zh-CN" altLang="en-US" sz="2220"/>
          </a:p>
          <a:p>
            <a:pPr marL="0" indent="0">
              <a:buNone/>
            </a:pPr>
            <a:endParaRPr kumimoji="1" lang="zh-CN" altLang="en-US" sz="2220"/>
          </a:p>
          <a:p>
            <a:r>
              <a:rPr kumimoji="1" lang="zh-CN" altLang="en-US" sz="2220"/>
              <a:t>总结展示</a:t>
            </a:r>
            <a:r>
              <a:rPr kumimoji="1" lang="en-US" altLang="zh-CN" sz="2220"/>
              <a:t>ppt + pre </a:t>
            </a:r>
            <a:r>
              <a:rPr kumimoji="1" lang="zh-CN" altLang="en-US" sz="2220"/>
              <a:t>（拒绝读</a:t>
            </a:r>
            <a:r>
              <a:rPr kumimoji="1" lang="en-US" altLang="zh-CN" sz="2220"/>
              <a:t>ppt    </a:t>
            </a:r>
            <a:r>
              <a:rPr kumimoji="1" lang="zh-CN" altLang="en-US" sz="2220"/>
              <a:t>（</a:t>
            </a:r>
            <a:r>
              <a:rPr kumimoji="1" lang="en-US" altLang="zh-CN" sz="2220"/>
              <a:t>1</a:t>
            </a:r>
            <a:r>
              <a:rPr kumimoji="1" lang="zh-CN" altLang="en-US" sz="2220"/>
              <a:t>人）陈乐皓</a:t>
            </a:r>
            <a:endParaRPr kumimoji="1" lang="en-US" altLang="zh-CN" sz="2220"/>
          </a:p>
          <a:p>
            <a:pPr marL="0" indent="0">
              <a:buNone/>
            </a:pP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实践时间</a:t>
            </a:r>
            <a:r>
              <a:rPr lang="zh-CN" altLang="en-US"/>
              <a:t>安排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72820" y="2026285"/>
            <a:ext cx="10515600" cy="3435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第二周</a:t>
            </a:r>
            <a:r>
              <a:rPr lang="en-US" altLang="zh-CN" sz="2800"/>
              <a:t>+</a:t>
            </a:r>
            <a:r>
              <a:rPr lang="zh-CN" altLang="en-US" sz="2800"/>
              <a:t>第三周——采访稿</a:t>
            </a:r>
            <a:r>
              <a:rPr lang="zh-CN" altLang="en-US" sz="2800"/>
              <a:t>准备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第三周周末——实地调研</a:t>
            </a:r>
            <a:r>
              <a:rPr lang="en-US" altLang="zh-CN" sz="2800">
                <a:solidFill>
                  <a:srgbClr val="FF0000"/>
                </a:solidFill>
              </a:rPr>
              <a:t>2024.3.30</a:t>
            </a:r>
            <a:endParaRPr lang="zh-CN" altLang="en-US" sz="2800">
              <a:solidFill>
                <a:srgbClr val="FF0000"/>
              </a:solidFill>
            </a:endParaRPr>
          </a:p>
          <a:p>
            <a:endParaRPr lang="zh-CN" altLang="en-US" sz="2800"/>
          </a:p>
          <a:p>
            <a:r>
              <a:rPr lang="zh-CN" altLang="en-US" sz="2800"/>
              <a:t>第四周～第六周——视频剪辑、问卷制作并</a:t>
            </a:r>
            <a:r>
              <a:rPr lang="zh-CN" altLang="en-US" sz="2800"/>
              <a:t>发放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第七周</a:t>
            </a:r>
            <a:r>
              <a:rPr lang="en-US" altLang="zh-CN" sz="2800"/>
              <a:t>+</a:t>
            </a:r>
            <a:r>
              <a:rPr lang="zh-CN" altLang="en-US" sz="2800"/>
              <a:t>第八周——问卷分析、实践报告撰写、</a:t>
            </a:r>
            <a:r>
              <a:rPr lang="zh-CN" altLang="en-US" sz="2800"/>
              <a:t>全部完成</a:t>
            </a:r>
            <a:endParaRPr lang="zh-CN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WPS 文字</Application>
  <PresentationFormat>宽屏</PresentationFormat>
  <Paragraphs>54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主题​​</vt:lpstr>
      <vt:lpstr>23-24思政理论实践2</vt:lpstr>
      <vt:lpstr>实践主题： 人民城市人民建，人民城市为人民 </vt:lpstr>
      <vt:lpstr>实践地点</vt:lpstr>
      <vt:lpstr>实践分工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23-24春思想政治2</dc:title>
  <dc:creator>元婕 骆</dc:creator>
  <cp:lastModifiedBy>WPS_1656753522</cp:lastModifiedBy>
  <cp:revision>31</cp:revision>
  <dcterms:created xsi:type="dcterms:W3CDTF">2024-03-15T12:22:54Z</dcterms:created>
  <dcterms:modified xsi:type="dcterms:W3CDTF">2024-03-15T12:22:54Z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195FDF9FFE0C4F83DA60F26579447D12_42</vt:lpwstr>
  </property>
  <property fmtid="{D5CDD505-2E9C-101B-9397-08002B2CF9AE}" pid="3" name="KSOProductBuildVer">
    <vt:lpwstr>2052-6.5.2.8766</vt:lpwstr>
  </property>
</Properties>
</file>