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256" r:id="rId2"/>
    <p:sldId id="257" r:id="rId3"/>
    <p:sldId id="445" r:id="rId4"/>
    <p:sldId id="296" r:id="rId5"/>
    <p:sldId id="377" r:id="rId6"/>
    <p:sldId id="361" r:id="rId7"/>
    <p:sldId id="265" r:id="rId8"/>
    <p:sldId id="447" r:id="rId9"/>
    <p:sldId id="401" r:id="rId10"/>
    <p:sldId id="264" r:id="rId11"/>
    <p:sldId id="319" r:id="rId12"/>
    <p:sldId id="267" r:id="rId13"/>
    <p:sldId id="362" r:id="rId14"/>
    <p:sldId id="363" r:id="rId15"/>
    <p:sldId id="268" r:id="rId16"/>
    <p:sldId id="443" r:id="rId17"/>
    <p:sldId id="316" r:id="rId18"/>
    <p:sldId id="318" r:id="rId19"/>
    <p:sldId id="320" r:id="rId20"/>
    <p:sldId id="446" r:id="rId21"/>
    <p:sldId id="317" r:id="rId22"/>
    <p:sldId id="322" r:id="rId23"/>
    <p:sldId id="440" r:id="rId24"/>
    <p:sldId id="323" r:id="rId25"/>
    <p:sldId id="324" r:id="rId26"/>
    <p:sldId id="411" r:id="rId27"/>
    <p:sldId id="412" r:id="rId28"/>
    <p:sldId id="449" r:id="rId29"/>
    <p:sldId id="450" r:id="rId30"/>
    <p:sldId id="451" r:id="rId31"/>
    <p:sldId id="452" r:id="rId32"/>
    <p:sldId id="453" r:id="rId33"/>
    <p:sldId id="413" r:id="rId34"/>
    <p:sldId id="414" r:id="rId35"/>
    <p:sldId id="415" r:id="rId36"/>
    <p:sldId id="417" r:id="rId37"/>
    <p:sldId id="418" r:id="rId38"/>
    <p:sldId id="425" r:id="rId39"/>
    <p:sldId id="419" r:id="rId40"/>
    <p:sldId id="420" r:id="rId41"/>
    <p:sldId id="421" r:id="rId42"/>
    <p:sldId id="422" r:id="rId43"/>
    <p:sldId id="423" r:id="rId44"/>
    <p:sldId id="424" r:id="rId45"/>
    <p:sldId id="426" r:id="rId46"/>
    <p:sldId id="427" r:id="rId47"/>
    <p:sldId id="429" r:id="rId48"/>
    <p:sldId id="432" r:id="rId49"/>
    <p:sldId id="433" r:id="rId50"/>
    <p:sldId id="434" r:id="rId51"/>
    <p:sldId id="435" r:id="rId52"/>
    <p:sldId id="436" r:id="rId53"/>
    <p:sldId id="437" r:id="rId54"/>
    <p:sldId id="454" r:id="rId55"/>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2F36"/>
    <a:srgbClr val="FFFF00"/>
    <a:srgbClr val="FF6600"/>
    <a:srgbClr val="0000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436" autoAdjust="0"/>
    <p:restoredTop sz="86340" autoAdjust="0"/>
  </p:normalViewPr>
  <p:slideViewPr>
    <p:cSldViewPr>
      <p:cViewPr varScale="1">
        <p:scale>
          <a:sx n="79" d="100"/>
          <a:sy n="79" d="100"/>
        </p:scale>
        <p:origin x="657" y="57"/>
      </p:cViewPr>
      <p:guideLst>
        <p:guide orient="horz" pos="2160"/>
        <p:guide pos="2880"/>
      </p:guideLst>
    </p:cSldViewPr>
  </p:slideViewPr>
  <p:outlineViewPr>
    <p:cViewPr>
      <p:scale>
        <a:sx n="33" d="100"/>
        <a:sy n="33" d="100"/>
      </p:scale>
      <p:origin x="0" y="2424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2148BD3-1DC2-4ADA-97E0-FACC804457C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dirty="0">
              <a:ea typeface="华文中宋" panose="02010600040101010101" pitchFamily="2" charset="-122"/>
            </a:endParaRPr>
          </a:p>
        </p:txBody>
      </p:sp>
      <p:sp>
        <p:nvSpPr>
          <p:cNvPr id="3075" name="Rectangle 3">
            <a:extLst>
              <a:ext uri="{FF2B5EF4-FFF2-40B4-BE49-F238E27FC236}">
                <a16:creationId xmlns:a16="http://schemas.microsoft.com/office/drawing/2014/main" id="{0625341B-012D-4B79-A8C8-F78521B1711B}"/>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dirty="0">
              <a:ea typeface="华文中宋" panose="02010600040101010101" pitchFamily="2" charset="-122"/>
            </a:endParaRPr>
          </a:p>
        </p:txBody>
      </p:sp>
      <p:sp>
        <p:nvSpPr>
          <p:cNvPr id="3076" name="Rectangle 4">
            <a:extLst>
              <a:ext uri="{FF2B5EF4-FFF2-40B4-BE49-F238E27FC236}">
                <a16:creationId xmlns:a16="http://schemas.microsoft.com/office/drawing/2014/main" id="{B286D889-FA94-4E43-8997-257139483A7D}"/>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dirty="0">
              <a:ea typeface="华文中宋" panose="02010600040101010101" pitchFamily="2" charset="-122"/>
            </a:endParaRPr>
          </a:p>
        </p:txBody>
      </p:sp>
      <p:sp>
        <p:nvSpPr>
          <p:cNvPr id="3077" name="Rectangle 5">
            <a:extLst>
              <a:ext uri="{FF2B5EF4-FFF2-40B4-BE49-F238E27FC236}">
                <a16:creationId xmlns:a16="http://schemas.microsoft.com/office/drawing/2014/main" id="{69B2C37D-FBD4-40D1-858A-B5B2B515F521}"/>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55F9C38A-509A-4E1D-B9AC-25CE6013DE53}" type="slidenum">
              <a:rPr lang="en-US" altLang="zh-CN">
                <a:ea typeface="华文中宋" panose="02010600040101010101" pitchFamily="2" charset="-122"/>
              </a:rPr>
              <a:pPr/>
              <a:t>‹#›</a:t>
            </a:fld>
            <a:endParaRPr lang="en-US" altLang="zh-CN" dirty="0">
              <a:ea typeface="华文中宋" panose="0201060004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017AD6-0F52-483A-BEFB-8A39D6075221}" type="datetimeFigureOut">
              <a:rPr lang="zh-CN" altLang="en-US" smtClean="0"/>
              <a:t>2022/9/5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33F40D-FDF3-4E69-8093-34FBBFA6F25B}" type="slidenum">
              <a:rPr lang="zh-CN" altLang="en-US" smtClean="0"/>
              <a:t>‹#›</a:t>
            </a:fld>
            <a:endParaRPr lang="zh-CN" altLang="en-US"/>
          </a:p>
        </p:txBody>
      </p:sp>
    </p:spTree>
    <p:extLst>
      <p:ext uri="{BB962C8B-B14F-4D97-AF65-F5344CB8AC3E}">
        <p14:creationId xmlns:p14="http://schemas.microsoft.com/office/powerpoint/2010/main" val="12193349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433F40D-FDF3-4E69-8093-34FBBFA6F25B}" type="slidenum">
              <a:rPr lang="zh-CN" altLang="en-US" smtClean="0"/>
              <a:t>7</a:t>
            </a:fld>
            <a:endParaRPr lang="zh-CN" altLang="en-US"/>
          </a:p>
        </p:txBody>
      </p:sp>
    </p:spTree>
    <p:extLst>
      <p:ext uri="{BB962C8B-B14F-4D97-AF65-F5344CB8AC3E}">
        <p14:creationId xmlns:p14="http://schemas.microsoft.com/office/powerpoint/2010/main" val="3393093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ea typeface="华文中宋" panose="02010600040101010101" pitchFamily="2" charset="-122"/>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dirty="0"/>
              <a:t>单击此处编辑母版副标题样式</a:t>
            </a:r>
          </a:p>
        </p:txBody>
      </p:sp>
      <p:sp>
        <p:nvSpPr>
          <p:cNvPr id="4" name="Rectangle 4">
            <a:extLst>
              <a:ext uri="{FF2B5EF4-FFF2-40B4-BE49-F238E27FC236}">
                <a16:creationId xmlns:a16="http://schemas.microsoft.com/office/drawing/2014/main" id="{69852ACB-3FCA-432C-8053-E0A789771574}"/>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198878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ABDF3764-0054-49B2-A844-D1E6478A2DDF}"/>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556586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ea typeface="华文中宋" panose="02010600040101010101" pitchFamily="2" charset="-122"/>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dirty="0"/>
              <a:t>单击此处编辑母版文本样式</a:t>
            </a:r>
          </a:p>
        </p:txBody>
      </p:sp>
      <p:sp>
        <p:nvSpPr>
          <p:cNvPr id="4" name="Rectangle 4">
            <a:extLst>
              <a:ext uri="{FF2B5EF4-FFF2-40B4-BE49-F238E27FC236}">
                <a16:creationId xmlns:a16="http://schemas.microsoft.com/office/drawing/2014/main" id="{1D450D2E-B989-4778-8536-DE29B109AC81}"/>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676138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ea typeface="华文中宋" panose="02010600040101010101" pitchFamily="2" charset="-122"/>
              </a:defRPr>
            </a:lvl1pPr>
            <a:lvl2pPr>
              <a:defRPr sz="2400">
                <a:ea typeface="华文中宋" panose="02010600040101010101" pitchFamily="2" charset="-122"/>
              </a:defRPr>
            </a:lvl2pPr>
            <a:lvl3pPr>
              <a:defRPr sz="2000">
                <a:ea typeface="华文中宋" panose="02010600040101010101" pitchFamily="2" charset="-122"/>
              </a:defRPr>
            </a:lvl3pPr>
            <a:lvl4pPr>
              <a:defRPr sz="1800">
                <a:ea typeface="华文中宋" panose="02010600040101010101" pitchFamily="2" charset="-122"/>
              </a:defRPr>
            </a:lvl4pPr>
            <a:lvl5pPr>
              <a:defRPr sz="1800">
                <a:ea typeface="华文中宋"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ea typeface="华文中宋" panose="02010600040101010101" pitchFamily="2" charset="-122"/>
              </a:defRPr>
            </a:lvl1pPr>
            <a:lvl2pPr>
              <a:defRPr sz="2400">
                <a:ea typeface="华文中宋" panose="02010600040101010101" pitchFamily="2" charset="-122"/>
              </a:defRPr>
            </a:lvl2pPr>
            <a:lvl3pPr>
              <a:defRPr sz="2000">
                <a:ea typeface="华文中宋" panose="02010600040101010101" pitchFamily="2" charset="-122"/>
              </a:defRPr>
            </a:lvl3pPr>
            <a:lvl4pPr>
              <a:defRPr sz="1800">
                <a:ea typeface="华文中宋" panose="02010600040101010101" pitchFamily="2" charset="-122"/>
              </a:defRPr>
            </a:lvl4pPr>
            <a:lvl5pPr>
              <a:defRPr sz="1800">
                <a:ea typeface="华文中宋" panose="02010600040101010101" pitchFamily="2" charset="-122"/>
              </a:defRPr>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4">
            <a:extLst>
              <a:ext uri="{FF2B5EF4-FFF2-40B4-BE49-F238E27FC236}">
                <a16:creationId xmlns:a16="http://schemas.microsoft.com/office/drawing/2014/main" id="{06D2177D-3576-4710-9D83-4D05F90D4A54}"/>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62998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ea typeface="华文中宋"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ea typeface="华文中宋" panose="02010600040101010101" pitchFamily="2" charset="-122"/>
              </a:defRPr>
            </a:lvl1pPr>
            <a:lvl2pPr>
              <a:defRPr sz="2000">
                <a:ea typeface="华文中宋" panose="02010600040101010101" pitchFamily="2" charset="-122"/>
              </a:defRPr>
            </a:lvl2pPr>
            <a:lvl3pPr>
              <a:defRPr sz="1800">
                <a:ea typeface="华文中宋" panose="02010600040101010101" pitchFamily="2" charset="-122"/>
              </a:defRPr>
            </a:lvl3pPr>
            <a:lvl4pPr>
              <a:defRPr sz="1600">
                <a:ea typeface="华文中宋" panose="02010600040101010101" pitchFamily="2" charset="-122"/>
              </a:defRPr>
            </a:lvl4pPr>
            <a:lvl5pPr>
              <a:defRPr sz="1600">
                <a:ea typeface="华文中宋" panose="0201060004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ea typeface="华文中宋" panose="0201060004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ea typeface="华文中宋" panose="02010600040101010101" pitchFamily="2" charset="-122"/>
              </a:defRPr>
            </a:lvl1pPr>
            <a:lvl2pPr>
              <a:defRPr sz="2000">
                <a:ea typeface="华文中宋" panose="02010600040101010101" pitchFamily="2" charset="-122"/>
              </a:defRPr>
            </a:lvl2pPr>
            <a:lvl3pPr>
              <a:defRPr sz="1800">
                <a:ea typeface="华文中宋" panose="02010600040101010101" pitchFamily="2" charset="-122"/>
              </a:defRPr>
            </a:lvl3pPr>
            <a:lvl4pPr>
              <a:defRPr sz="1600">
                <a:ea typeface="华文中宋" panose="02010600040101010101" pitchFamily="2" charset="-122"/>
              </a:defRPr>
            </a:lvl4pPr>
            <a:lvl5pPr>
              <a:defRPr sz="1600">
                <a:ea typeface="华文中宋" panose="02010600040101010101" pitchFamily="2" charset="-122"/>
              </a:defRPr>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Rectangle 4">
            <a:extLst>
              <a:ext uri="{FF2B5EF4-FFF2-40B4-BE49-F238E27FC236}">
                <a16:creationId xmlns:a16="http://schemas.microsoft.com/office/drawing/2014/main" id="{81F68B55-A25B-4489-8092-219EFCD0A144}"/>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48356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Rectangle 4">
            <a:extLst>
              <a:ext uri="{FF2B5EF4-FFF2-40B4-BE49-F238E27FC236}">
                <a16:creationId xmlns:a16="http://schemas.microsoft.com/office/drawing/2014/main" id="{12352405-9BF0-4107-B18D-E79D596F9FA1}"/>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3170851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A2BC0CF-70C5-4EEA-93E9-E361BD3A7AC9}"/>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903014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ea typeface="华文中宋"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ea typeface="华文中宋" panose="02010600040101010101" pitchFamily="2" charset="-122"/>
              </a:defRPr>
            </a:lvl1pPr>
            <a:lvl2pPr>
              <a:defRPr sz="2800">
                <a:ea typeface="华文中宋" panose="02010600040101010101" pitchFamily="2" charset="-122"/>
              </a:defRPr>
            </a:lvl2pPr>
            <a:lvl3pPr>
              <a:defRPr sz="2400">
                <a:ea typeface="华文中宋" panose="02010600040101010101" pitchFamily="2" charset="-122"/>
              </a:defRPr>
            </a:lvl3pPr>
            <a:lvl4pPr>
              <a:defRPr sz="2000">
                <a:ea typeface="华文中宋" panose="02010600040101010101" pitchFamily="2" charset="-122"/>
              </a:defRPr>
            </a:lvl4pPr>
            <a:lvl5pPr>
              <a:defRPr sz="2000">
                <a:ea typeface="华文中宋" panose="02010600040101010101" pitchFamily="2" charset="-122"/>
              </a:defRPr>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ea typeface="华文中宋" panose="02010600040101010101"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4">
            <a:extLst>
              <a:ext uri="{FF2B5EF4-FFF2-40B4-BE49-F238E27FC236}">
                <a16:creationId xmlns:a16="http://schemas.microsoft.com/office/drawing/2014/main" id="{B3C0A587-6514-4F2E-9029-BC3B5FE29532}"/>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838193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ea typeface="华文中宋" panose="02010600040101010101" pitchFamily="2" charset="-122"/>
              </a:defRPr>
            </a:lvl1pPr>
          </a:lstStyle>
          <a:p>
            <a:r>
              <a:rPr lang="zh-CN" altLang="en-US" dirty="0"/>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ea typeface="华文中宋" panose="02010600040101010101" pitchFamily="2" charset="-122"/>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dirty="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ea typeface="华文中宋" panose="02010600040101010101" pitchFamily="2" charset="-122"/>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
        <p:nvSpPr>
          <p:cNvPr id="5" name="Rectangle 4">
            <a:extLst>
              <a:ext uri="{FF2B5EF4-FFF2-40B4-BE49-F238E27FC236}">
                <a16:creationId xmlns:a16="http://schemas.microsoft.com/office/drawing/2014/main" id="{DE22123F-E22A-4D35-A699-C3006969EB65}"/>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78148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ea typeface="华文中宋" panose="0201060004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317E51A8-AD05-4E34-AA8D-BB75E012A189}"/>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519125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lvl1pPr>
              <a:defRPr>
                <a:ea typeface="华文中宋" panose="02010600040101010101" pitchFamily="2" charset="-122"/>
              </a:defRPr>
            </a:lvl1pPr>
          </a:lstStyle>
          <a:p>
            <a:r>
              <a:rPr lang="zh-CN" altLang="en-US" dirty="0"/>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lvl1pPr>
              <a:defRPr>
                <a:ea typeface="华文中宋" panose="02010600040101010101" pitchFamily="2" charset="-122"/>
              </a:defRPr>
            </a:lvl1pPr>
            <a:lvl2pPr>
              <a:defRPr>
                <a:ea typeface="华文中宋" panose="02010600040101010101" pitchFamily="2" charset="-122"/>
              </a:defRPr>
            </a:lvl2pPr>
            <a:lvl3pPr>
              <a:defRPr>
                <a:ea typeface="华文中宋" panose="02010600040101010101" pitchFamily="2" charset="-122"/>
              </a:defRPr>
            </a:lvl3pPr>
            <a:lvl4pPr>
              <a:defRPr>
                <a:ea typeface="华文中宋" panose="02010600040101010101" pitchFamily="2" charset="-122"/>
              </a:defRPr>
            </a:lvl4pPr>
            <a:lvl5pPr>
              <a:defRPr>
                <a:ea typeface="华文中宋" panose="02010600040101010101"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4">
            <a:extLst>
              <a:ext uri="{FF2B5EF4-FFF2-40B4-BE49-F238E27FC236}">
                <a16:creationId xmlns:a16="http://schemas.microsoft.com/office/drawing/2014/main" id="{85CB1F65-4CA0-4AF9-98AC-31FA084A564F}"/>
              </a:ext>
            </a:extLst>
          </p:cNvPr>
          <p:cNvSpPr>
            <a:spLocks noGrp="1" noChangeArrowheads="1"/>
          </p:cNvSpPr>
          <p:nvPr>
            <p:ph type="dt" sz="half" idx="10"/>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0039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7" descr="cdbkgnd">
            <a:extLst>
              <a:ext uri="{FF2B5EF4-FFF2-40B4-BE49-F238E27FC236}">
                <a16:creationId xmlns:a16="http://schemas.microsoft.com/office/drawing/2014/main" id="{83171E31-410C-4FF1-8D72-1FCF5A85CAC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4">
            <a:extLst>
              <a:ext uri="{FF2B5EF4-FFF2-40B4-BE49-F238E27FC236}">
                <a16:creationId xmlns:a16="http://schemas.microsoft.com/office/drawing/2014/main" id="{72E4DEE6-CE37-4E8C-86A9-B2BEF741F8CB}"/>
              </a:ext>
            </a:extLst>
          </p:cNvPr>
          <p:cNvSpPr>
            <a:spLocks noGrp="1" noChangeArrowheads="1"/>
          </p:cNvSpPr>
          <p:nvPr>
            <p:ph type="dt" sz="half" idx="2"/>
          </p:nvPr>
        </p:nvSpPr>
        <p:spPr bwMode="auto">
          <a:xfrm>
            <a:off x="304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华文中宋" panose="02010600040101010101" pitchFamily="2" charset="-122"/>
              </a:defRPr>
            </a:lvl1pPr>
          </a:lstStyle>
          <a:p>
            <a:pPr>
              <a:defRPr/>
            </a:pPr>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1.wmf"/><Relationship Id="rId3" Type="http://schemas.openxmlformats.org/officeDocument/2006/relationships/image" Target="../media/image7.wmf"/><Relationship Id="rId7" Type="http://schemas.openxmlformats.org/officeDocument/2006/relationships/image" Target="../media/image9.wmf"/><Relationship Id="rId12" Type="http://schemas.openxmlformats.org/officeDocument/2006/relationships/oleObject" Target="../embeddings/oleObject10.bin"/><Relationship Id="rId17" Type="http://schemas.openxmlformats.org/officeDocument/2006/relationships/image" Target="../media/image12.wmf"/><Relationship Id="rId2" Type="http://schemas.openxmlformats.org/officeDocument/2006/relationships/oleObject" Target="../embeddings/oleObject4.bin"/><Relationship Id="rId16"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oleObject" Target="../embeddings/oleObject9.bin"/><Relationship Id="rId5" Type="http://schemas.openxmlformats.org/officeDocument/2006/relationships/image" Target="../media/image8.wmf"/><Relationship Id="rId15" Type="http://schemas.openxmlformats.org/officeDocument/2006/relationships/oleObject" Target="../embeddings/oleObject12.bin"/><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0.wmf"/><Relationship Id="rId14" Type="http://schemas.openxmlformats.org/officeDocument/2006/relationships/oleObject" Target="../embeddings/oleObject11.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14.bin"/><Relationship Id="rId1" Type="http://schemas.openxmlformats.org/officeDocument/2006/relationships/slideLayout" Target="../slideLayouts/slideLayout2.xml"/><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Rectangle 4">
            <a:extLst>
              <a:ext uri="{FF2B5EF4-FFF2-40B4-BE49-F238E27FC236}">
                <a16:creationId xmlns:a16="http://schemas.microsoft.com/office/drawing/2014/main" id="{4F5CB7E8-E47D-4F58-A815-5C3984BDF87F}"/>
              </a:ext>
            </a:extLst>
          </p:cNvPr>
          <p:cNvSpPr txBox="1">
            <a:spLocks noChangeArrowheads="1"/>
          </p:cNvSpPr>
          <p:nvPr/>
        </p:nvSpPr>
        <p:spPr bwMode="auto">
          <a:xfrm>
            <a:off x="685800" y="2565400"/>
            <a:ext cx="77724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ormAutofit lnSpcReduction="10000"/>
          </a:bodyPr>
          <a:lstStyle>
            <a:lvl1pPr algn="ctr" rtl="0" eaLnBrk="0" fontAlgn="base" hangingPunct="0">
              <a:spcBef>
                <a:spcPct val="0"/>
              </a:spcBef>
              <a:spcAft>
                <a:spcPct val="0"/>
              </a:spcAft>
              <a:defRPr kumimoji="1" sz="4400">
                <a:solidFill>
                  <a:schemeClr val="tx2"/>
                </a:solidFill>
                <a:latin typeface="Palatino Linotype" panose="02040502050505030304" pitchFamily="18" charset="0"/>
                <a:ea typeface="华文中宋" panose="02010600040101010101" pitchFamily="2" charset="-122"/>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zh-CN" altLang="en-US" sz="4800" kern="0" dirty="0">
                <a:solidFill>
                  <a:schemeClr val="bg2"/>
                </a:solidFill>
                <a:latin typeface="华文中宋" panose="02010600040101010101" pitchFamily="2" charset="-122"/>
              </a:rPr>
              <a:t>算法设计与分析</a:t>
            </a:r>
            <a:br>
              <a:rPr lang="zh-CN" altLang="en-US" sz="4800" kern="0" dirty="0">
                <a:solidFill>
                  <a:schemeClr val="bg2"/>
                </a:solidFill>
              </a:rPr>
            </a:br>
            <a:r>
              <a:rPr lang="zh-CN" altLang="en-US" kern="0" dirty="0">
                <a:solidFill>
                  <a:schemeClr val="bg2"/>
                </a:solidFill>
              </a:rPr>
              <a:t>    </a:t>
            </a:r>
            <a:endParaRPr lang="zh-CN" altLang="en-US" sz="3200" kern="0" dirty="0">
              <a:solidFill>
                <a:schemeClr val="bg2"/>
              </a:solidFill>
            </a:endParaRPr>
          </a:p>
        </p:txBody>
      </p:sp>
      <p:sp>
        <p:nvSpPr>
          <p:cNvPr id="4" name="Rectangle 4">
            <a:extLst>
              <a:ext uri="{FF2B5EF4-FFF2-40B4-BE49-F238E27FC236}">
                <a16:creationId xmlns:a16="http://schemas.microsoft.com/office/drawing/2014/main" id="{F2945D59-30DA-4354-88DB-F58FF1B8F554}"/>
              </a:ext>
            </a:extLst>
          </p:cNvPr>
          <p:cNvSpPr txBox="1">
            <a:spLocks noChangeArrowheads="1"/>
          </p:cNvSpPr>
          <p:nvPr/>
        </p:nvSpPr>
        <p:spPr bwMode="auto">
          <a:xfrm>
            <a:off x="685800" y="3717032"/>
            <a:ext cx="7772400" cy="1371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eaLnBrk="1" hangingPunct="1">
              <a:defRPr/>
            </a:pPr>
            <a:r>
              <a:rPr lang="en-US" altLang="zh-CN" sz="4000" b="1" kern="0" dirty="0">
                <a:solidFill>
                  <a:srgbClr val="AC2F36"/>
                </a:solidFill>
                <a:latin typeface="Palatino Linotype" panose="02040502050505030304" pitchFamily="18" charset="0"/>
                <a:ea typeface="华文中宋" panose="02010600040101010101" pitchFamily="2" charset="-122"/>
              </a:rPr>
              <a:t>1+. NP</a:t>
            </a:r>
            <a:r>
              <a:rPr lang="zh-CN" altLang="en-US" sz="4000" b="1" kern="0" dirty="0">
                <a:solidFill>
                  <a:srgbClr val="AC2F36"/>
                </a:solidFill>
                <a:latin typeface="Palatino Linotype" panose="02040502050505030304" pitchFamily="18" charset="0"/>
                <a:ea typeface="华文中宋" panose="02010600040101010101" pitchFamily="2" charset="-122"/>
              </a:rPr>
              <a:t>完全性理论</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9" name="Text Box 5">
            <a:extLst>
              <a:ext uri="{FF2B5EF4-FFF2-40B4-BE49-F238E27FC236}">
                <a16:creationId xmlns:a16="http://schemas.microsoft.com/office/drawing/2014/main" id="{AE4D8033-3C2E-4C71-98E5-CAA70F710B68}"/>
              </a:ext>
            </a:extLst>
          </p:cNvPr>
          <p:cNvSpPr txBox="1">
            <a:spLocks noChangeArrowheads="1"/>
          </p:cNvSpPr>
          <p:nvPr/>
        </p:nvSpPr>
        <p:spPr bwMode="auto">
          <a:xfrm>
            <a:off x="468313" y="908050"/>
            <a:ext cx="7427912" cy="5737225"/>
          </a:xfrm>
          <a:prstGeom prst="rect">
            <a:avLst/>
          </a:prstGeom>
          <a:noFill/>
          <a:ln w="2222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kumimoji="0" lang="en-US" altLang="zh-CN" b="1" dirty="0">
                <a:solidFill>
                  <a:srgbClr val="000000"/>
                </a:solidFill>
                <a:ea typeface="华文中宋" panose="02010600040101010101" pitchFamily="2" charset="-122"/>
              </a:rPr>
              <a:t>§0</a:t>
            </a:r>
            <a:r>
              <a:rPr kumimoji="0" lang="zh-CN" altLang="en-US" b="1" dirty="0">
                <a:solidFill>
                  <a:srgbClr val="000000"/>
                </a:solidFill>
                <a:ea typeface="华文中宋" panose="02010600040101010101" pitchFamily="2" charset="-122"/>
              </a:rPr>
              <a:t>、引言</a:t>
            </a:r>
            <a:r>
              <a:rPr kumimoji="0" lang="en-US" altLang="zh-CN" b="1" dirty="0">
                <a:solidFill>
                  <a:srgbClr val="000000"/>
                </a:solidFill>
                <a:ea typeface="华文中宋" panose="02010600040101010101" pitchFamily="2" charset="-122"/>
              </a:rPr>
              <a:t>-</a:t>
            </a:r>
            <a:r>
              <a:rPr kumimoji="0" lang="zh-CN" altLang="en-US" b="1" dirty="0">
                <a:solidFill>
                  <a:srgbClr val="000000"/>
                </a:solidFill>
                <a:ea typeface="华文中宋" panose="02010600040101010101" pitchFamily="2" charset="-122"/>
              </a:rPr>
              <a:t>有关时间复杂性问题的初步探讨</a:t>
            </a:r>
          </a:p>
          <a:p>
            <a:pPr eaLnBrk="1" hangingPunct="1">
              <a:spcBef>
                <a:spcPct val="20000"/>
              </a:spcBef>
            </a:pPr>
            <a:r>
              <a:rPr kumimoji="0" lang="zh-CN" altLang="en-US" b="1" dirty="0">
                <a:solidFill>
                  <a:srgbClr val="000000"/>
                </a:solidFill>
                <a:ea typeface="华文中宋" panose="02010600040101010101" pitchFamily="2" charset="-122"/>
              </a:rPr>
              <a:t>    </a:t>
            </a:r>
            <a:r>
              <a:rPr kumimoji="0" lang="en-US" altLang="zh-CN" b="1" dirty="0">
                <a:solidFill>
                  <a:srgbClr val="000000"/>
                </a:solidFill>
                <a:ea typeface="华文中宋" panose="02010600040101010101" pitchFamily="2" charset="-122"/>
              </a:rPr>
              <a:t>0.1 </a:t>
            </a:r>
            <a:r>
              <a:rPr kumimoji="0" lang="zh-CN" altLang="en-US" b="1" dirty="0">
                <a:solidFill>
                  <a:srgbClr val="000000"/>
                </a:solidFill>
                <a:ea typeface="华文中宋" panose="02010600040101010101" pitchFamily="2" charset="-122"/>
              </a:rPr>
              <a:t>何为</a:t>
            </a:r>
            <a:r>
              <a:rPr kumimoji="0" lang="zh-CN" altLang="en-US" b="1" dirty="0">
                <a:solidFill>
                  <a:srgbClr val="000000"/>
                </a:solidFill>
                <a:latin typeface="Arial" panose="020B0604020202020204" pitchFamily="34" charset="0"/>
                <a:ea typeface="华文中宋" panose="02010600040101010101" pitchFamily="2" charset="-122"/>
              </a:rPr>
              <a:t>“</a:t>
            </a:r>
            <a:r>
              <a:rPr kumimoji="0" lang="zh-CN" altLang="en-US" b="1" dirty="0">
                <a:solidFill>
                  <a:srgbClr val="000000"/>
                </a:solidFill>
                <a:ea typeface="华文中宋" panose="02010600040101010101" pitchFamily="2" charset="-122"/>
              </a:rPr>
              <a:t>好的</a:t>
            </a:r>
            <a:r>
              <a:rPr kumimoji="0" lang="zh-CN" altLang="en-US" b="1" dirty="0">
                <a:solidFill>
                  <a:srgbClr val="000000"/>
                </a:solidFill>
                <a:latin typeface="Arial" panose="020B0604020202020204" pitchFamily="34" charset="0"/>
                <a:ea typeface="华文中宋" panose="02010600040101010101" pitchFamily="2" charset="-122"/>
              </a:rPr>
              <a:t>”</a:t>
            </a:r>
            <a:r>
              <a:rPr kumimoji="0" lang="zh-CN" altLang="en-US" b="1" dirty="0">
                <a:solidFill>
                  <a:srgbClr val="000000"/>
                </a:solidFill>
                <a:ea typeface="华文中宋" panose="02010600040101010101" pitchFamily="2" charset="-122"/>
              </a:rPr>
              <a:t>、</a:t>
            </a:r>
            <a:r>
              <a:rPr kumimoji="0" lang="zh-CN" altLang="en-US" b="1" dirty="0">
                <a:solidFill>
                  <a:srgbClr val="000000"/>
                </a:solidFill>
                <a:latin typeface="Arial" panose="020B0604020202020204" pitchFamily="34" charset="0"/>
                <a:ea typeface="华文中宋" panose="02010600040101010101" pitchFamily="2" charset="-122"/>
              </a:rPr>
              <a:t>“</a:t>
            </a:r>
            <a:r>
              <a:rPr kumimoji="0" lang="zh-CN" altLang="en-US" b="1" dirty="0">
                <a:solidFill>
                  <a:srgbClr val="000000"/>
                </a:solidFill>
                <a:ea typeface="华文中宋" panose="02010600040101010101" pitchFamily="2" charset="-122"/>
              </a:rPr>
              <a:t>易的</a:t>
            </a:r>
            <a:r>
              <a:rPr kumimoji="0" lang="zh-CN" altLang="en-US" b="1" dirty="0">
                <a:solidFill>
                  <a:srgbClr val="000000"/>
                </a:solidFill>
                <a:latin typeface="Arial" panose="020B0604020202020204" pitchFamily="34" charset="0"/>
                <a:ea typeface="华文中宋" panose="02010600040101010101" pitchFamily="2" charset="-122"/>
              </a:rPr>
              <a:t>”</a:t>
            </a:r>
            <a:r>
              <a:rPr kumimoji="0" lang="zh-CN" altLang="en-US" b="1" dirty="0">
                <a:solidFill>
                  <a:srgbClr val="000000"/>
                </a:solidFill>
                <a:ea typeface="华文中宋" panose="02010600040101010101" pitchFamily="2" charset="-122"/>
              </a:rPr>
              <a:t>算法？</a:t>
            </a:r>
          </a:p>
          <a:p>
            <a:pPr eaLnBrk="1" hangingPunct="1">
              <a:spcBef>
                <a:spcPct val="20000"/>
              </a:spcBef>
            </a:pPr>
            <a:r>
              <a:rPr kumimoji="0" lang="zh-CN" altLang="en-US" b="1" dirty="0">
                <a:solidFill>
                  <a:srgbClr val="000000"/>
                </a:solidFill>
                <a:ea typeface="华文中宋" panose="02010600040101010101" pitchFamily="2" charset="-122"/>
              </a:rPr>
              <a:t>    </a:t>
            </a:r>
            <a:r>
              <a:rPr kumimoji="0" lang="en-US" altLang="zh-CN" b="1" dirty="0">
                <a:solidFill>
                  <a:srgbClr val="000000"/>
                </a:solidFill>
                <a:ea typeface="华文中宋" panose="02010600040101010101" pitchFamily="2" charset="-122"/>
              </a:rPr>
              <a:t>0.2 </a:t>
            </a:r>
            <a:r>
              <a:rPr kumimoji="0" lang="zh-CN" altLang="en-US" b="1" dirty="0">
                <a:solidFill>
                  <a:srgbClr val="000000"/>
                </a:solidFill>
                <a:ea typeface="华文中宋" panose="02010600040101010101" pitchFamily="2" charset="-122"/>
              </a:rPr>
              <a:t>有效算法初步概念</a:t>
            </a:r>
          </a:p>
          <a:p>
            <a:pPr eaLnBrk="1" hangingPunct="1">
              <a:spcBef>
                <a:spcPct val="20000"/>
              </a:spcBef>
            </a:pPr>
            <a:r>
              <a:rPr kumimoji="0" lang="en-US" altLang="zh-CN" b="1" dirty="0">
                <a:solidFill>
                  <a:srgbClr val="000000"/>
                </a:solidFill>
                <a:ea typeface="华文中宋" panose="02010600040101010101" pitchFamily="2" charset="-122"/>
                <a:cs typeface="Times New Roman" panose="02020603050405020304" pitchFamily="18" charset="0"/>
              </a:rPr>
              <a:t>§</a:t>
            </a:r>
            <a:r>
              <a:rPr kumimoji="0" lang="en-US" altLang="zh-CN" b="1" dirty="0">
                <a:solidFill>
                  <a:srgbClr val="000000"/>
                </a:solidFill>
                <a:ea typeface="华文中宋" panose="02010600040101010101" pitchFamily="2" charset="-122"/>
              </a:rPr>
              <a:t>1</a:t>
            </a:r>
            <a:r>
              <a:rPr kumimoji="0" lang="zh-CN" altLang="en-US" b="1" dirty="0">
                <a:solidFill>
                  <a:srgbClr val="000000"/>
                </a:solidFill>
                <a:ea typeface="华文中宋" panose="02010600040101010101" pitchFamily="2" charset="-122"/>
              </a:rPr>
              <a:t>、计算模型</a:t>
            </a:r>
          </a:p>
          <a:p>
            <a:pPr eaLnBrk="1" hangingPunct="1">
              <a:spcBef>
                <a:spcPct val="20000"/>
              </a:spcBef>
            </a:pPr>
            <a:r>
              <a:rPr kumimoji="0" lang="zh-CN" altLang="en-US" b="1" dirty="0">
                <a:solidFill>
                  <a:srgbClr val="000000"/>
                </a:solidFill>
                <a:ea typeface="华文中宋" panose="02010600040101010101" pitchFamily="2" charset="-122"/>
              </a:rPr>
              <a:t>    </a:t>
            </a:r>
            <a:r>
              <a:rPr kumimoji="0" lang="en-US" altLang="zh-CN" b="1" dirty="0">
                <a:solidFill>
                  <a:srgbClr val="000000"/>
                </a:solidFill>
                <a:ea typeface="华文中宋" panose="02010600040101010101" pitchFamily="2" charset="-122"/>
              </a:rPr>
              <a:t>1.0 </a:t>
            </a:r>
            <a:r>
              <a:rPr kumimoji="0" lang="zh-CN" altLang="en-US" b="1" dirty="0">
                <a:solidFill>
                  <a:srgbClr val="000000"/>
                </a:solidFill>
                <a:ea typeface="华文中宋" panose="02010600040101010101" pitchFamily="2" charset="-122"/>
              </a:rPr>
              <a:t>计算模型概述</a:t>
            </a:r>
          </a:p>
          <a:p>
            <a:pPr algn="just" eaLnBrk="1" hangingPunct="1">
              <a:spcBef>
                <a:spcPct val="20000"/>
              </a:spcBef>
            </a:pPr>
            <a:r>
              <a:rPr kumimoji="0" lang="zh-CN" altLang="en-US" b="1" dirty="0">
                <a:solidFill>
                  <a:srgbClr val="000000"/>
                </a:solidFill>
                <a:ea typeface="华文中宋" panose="02010600040101010101" pitchFamily="2" charset="-122"/>
              </a:rPr>
              <a:t>    </a:t>
            </a:r>
            <a:r>
              <a:rPr kumimoji="0" lang="en-US" altLang="zh-CN" b="1" dirty="0">
                <a:solidFill>
                  <a:srgbClr val="000000"/>
                </a:solidFill>
                <a:ea typeface="华文中宋" panose="02010600040101010101" pitchFamily="2" charset="-122"/>
              </a:rPr>
              <a:t>1.1 </a:t>
            </a:r>
            <a:r>
              <a:rPr kumimoji="0" lang="zh-CN" altLang="en-US" b="1" dirty="0">
                <a:solidFill>
                  <a:srgbClr val="000000"/>
                </a:solidFill>
                <a:ea typeface="华文中宋" panose="02010600040101010101" pitchFamily="2" charset="-122"/>
              </a:rPr>
              <a:t>随机存取机</a:t>
            </a:r>
            <a:r>
              <a:rPr kumimoji="0" lang="en-US" altLang="zh-CN" b="1" dirty="0">
                <a:solidFill>
                  <a:srgbClr val="000000"/>
                </a:solidFill>
                <a:ea typeface="华文中宋" panose="02010600040101010101" pitchFamily="2" charset="-122"/>
              </a:rPr>
              <a:t>RAM</a:t>
            </a:r>
            <a:endParaRPr kumimoji="0" lang="en-US" altLang="zh-CN" b="1" dirty="0">
              <a:ea typeface="华文中宋" panose="02010600040101010101" pitchFamily="2" charset="-122"/>
            </a:endParaRPr>
          </a:p>
          <a:p>
            <a:pPr algn="just" eaLnBrk="1" hangingPunct="1">
              <a:spcBef>
                <a:spcPct val="20000"/>
              </a:spcBef>
            </a:pPr>
            <a:r>
              <a:rPr kumimoji="0" lang="en-US" altLang="zh-CN" b="1" dirty="0">
                <a:solidFill>
                  <a:srgbClr val="000000"/>
                </a:solidFill>
                <a:ea typeface="华文中宋" panose="02010600040101010101" pitchFamily="2" charset="-122"/>
              </a:rPr>
              <a:t>    1.2 </a:t>
            </a:r>
            <a:r>
              <a:rPr kumimoji="0" lang="zh-CN" altLang="en-US" b="1" dirty="0">
                <a:solidFill>
                  <a:srgbClr val="000000"/>
                </a:solidFill>
                <a:ea typeface="华文中宋" panose="02010600040101010101" pitchFamily="2" charset="-122"/>
              </a:rPr>
              <a:t>图灵机</a:t>
            </a:r>
            <a:endParaRPr kumimoji="0" lang="zh-CN" altLang="en-US" b="1" dirty="0">
              <a:ea typeface="华文中宋" panose="02010600040101010101" pitchFamily="2" charset="-122"/>
            </a:endParaRPr>
          </a:p>
          <a:p>
            <a:pPr algn="just" eaLnBrk="1" hangingPunct="1">
              <a:spcBef>
                <a:spcPct val="20000"/>
              </a:spcBef>
            </a:pPr>
            <a:r>
              <a:rPr kumimoji="0" lang="en-US" altLang="zh-CN" b="1" dirty="0">
                <a:solidFill>
                  <a:srgbClr val="000000"/>
                </a:solidFill>
                <a:ea typeface="华文中宋" panose="02010600040101010101" pitchFamily="2" charset="-122"/>
              </a:rPr>
              <a:t>§2</a:t>
            </a:r>
            <a:r>
              <a:rPr kumimoji="0" lang="zh-CN" altLang="en-US" b="1" dirty="0">
                <a:solidFill>
                  <a:srgbClr val="000000"/>
                </a:solidFill>
                <a:ea typeface="华文中宋" panose="02010600040101010101" pitchFamily="2" charset="-122"/>
              </a:rPr>
              <a:t>、</a:t>
            </a:r>
            <a:r>
              <a:rPr kumimoji="0" lang="en-US" altLang="zh-CN" b="1" dirty="0">
                <a:solidFill>
                  <a:srgbClr val="000000"/>
                </a:solidFill>
                <a:ea typeface="华文中宋" panose="02010600040101010101" pitchFamily="2" charset="-122"/>
              </a:rPr>
              <a:t>P</a:t>
            </a:r>
            <a:r>
              <a:rPr kumimoji="0" lang="zh-CN" altLang="en-US" b="1" dirty="0">
                <a:solidFill>
                  <a:srgbClr val="000000"/>
                </a:solidFill>
                <a:ea typeface="华文中宋" panose="02010600040101010101" pitchFamily="2" charset="-122"/>
              </a:rPr>
              <a:t>类与</a:t>
            </a:r>
            <a:r>
              <a:rPr kumimoji="0" lang="en-US" altLang="zh-CN" b="1" dirty="0">
                <a:solidFill>
                  <a:srgbClr val="000000"/>
                </a:solidFill>
                <a:ea typeface="华文中宋" panose="02010600040101010101" pitchFamily="2" charset="-122"/>
              </a:rPr>
              <a:t>NP</a:t>
            </a:r>
            <a:r>
              <a:rPr kumimoji="0" lang="zh-CN" altLang="en-US" b="1" dirty="0">
                <a:solidFill>
                  <a:srgbClr val="000000"/>
                </a:solidFill>
                <a:ea typeface="华文中宋" panose="02010600040101010101" pitchFamily="2" charset="-122"/>
              </a:rPr>
              <a:t>类问题</a:t>
            </a:r>
            <a:endParaRPr kumimoji="0" lang="zh-CN" altLang="en-US" b="1" dirty="0">
              <a:ea typeface="华文中宋" panose="02010600040101010101" pitchFamily="2" charset="-122"/>
            </a:endParaRPr>
          </a:p>
          <a:p>
            <a:pPr algn="just" eaLnBrk="1" hangingPunct="1">
              <a:spcBef>
                <a:spcPct val="20000"/>
              </a:spcBef>
            </a:pPr>
            <a:r>
              <a:rPr kumimoji="0" lang="zh-CN" altLang="en-US" b="1" dirty="0">
                <a:solidFill>
                  <a:srgbClr val="000000"/>
                </a:solidFill>
                <a:ea typeface="华文中宋" panose="02010600040101010101" pitchFamily="2" charset="-122"/>
              </a:rPr>
              <a:t>    </a:t>
            </a:r>
            <a:r>
              <a:rPr kumimoji="0" lang="en-US" altLang="zh-CN" b="1" dirty="0">
                <a:solidFill>
                  <a:srgbClr val="000000"/>
                </a:solidFill>
                <a:ea typeface="华文中宋" panose="02010600040101010101" pitchFamily="2" charset="-122"/>
              </a:rPr>
              <a:t>2.1 </a:t>
            </a:r>
            <a:r>
              <a:rPr kumimoji="0" lang="zh-CN" altLang="en-US" b="1" dirty="0">
                <a:solidFill>
                  <a:srgbClr val="000000"/>
                </a:solidFill>
                <a:ea typeface="华文中宋" panose="02010600040101010101" pitchFamily="2" charset="-122"/>
              </a:rPr>
              <a:t>非确定性图灵机</a:t>
            </a:r>
            <a:endParaRPr kumimoji="0" lang="zh-CN" altLang="en-US" b="1" dirty="0">
              <a:ea typeface="华文中宋" panose="02010600040101010101" pitchFamily="2" charset="-122"/>
            </a:endParaRPr>
          </a:p>
          <a:p>
            <a:pPr algn="just" eaLnBrk="1" hangingPunct="1">
              <a:spcBef>
                <a:spcPct val="20000"/>
              </a:spcBef>
            </a:pPr>
            <a:r>
              <a:rPr kumimoji="0" lang="zh-CN" altLang="en-US" b="1" dirty="0">
                <a:solidFill>
                  <a:srgbClr val="000000"/>
                </a:solidFill>
                <a:ea typeface="华文中宋" panose="02010600040101010101" pitchFamily="2" charset="-122"/>
              </a:rPr>
              <a:t>    </a:t>
            </a:r>
            <a:r>
              <a:rPr kumimoji="0" lang="en-US" altLang="zh-CN" b="1" dirty="0">
                <a:solidFill>
                  <a:srgbClr val="000000"/>
                </a:solidFill>
                <a:ea typeface="华文中宋" panose="02010600040101010101" pitchFamily="2" charset="-122"/>
              </a:rPr>
              <a:t>2.2 P</a:t>
            </a:r>
            <a:r>
              <a:rPr kumimoji="0" lang="zh-CN" altLang="en-US" b="1" dirty="0">
                <a:solidFill>
                  <a:srgbClr val="000000"/>
                </a:solidFill>
                <a:ea typeface="华文中宋" panose="02010600040101010101" pitchFamily="2" charset="-122"/>
              </a:rPr>
              <a:t>类与</a:t>
            </a:r>
            <a:r>
              <a:rPr kumimoji="0" lang="en-US" altLang="zh-CN" b="1" dirty="0">
                <a:solidFill>
                  <a:srgbClr val="000000"/>
                </a:solidFill>
                <a:ea typeface="华文中宋" panose="02010600040101010101" pitchFamily="2" charset="-122"/>
              </a:rPr>
              <a:t>NP</a:t>
            </a:r>
            <a:r>
              <a:rPr kumimoji="0" lang="zh-CN" altLang="en-US" b="1" dirty="0">
                <a:solidFill>
                  <a:srgbClr val="000000"/>
                </a:solidFill>
                <a:ea typeface="华文中宋" panose="02010600040101010101" pitchFamily="2" charset="-122"/>
              </a:rPr>
              <a:t>类语言</a:t>
            </a:r>
            <a:endParaRPr kumimoji="0" lang="zh-CN" altLang="en-US" b="1" dirty="0">
              <a:ea typeface="华文中宋" panose="02010600040101010101" pitchFamily="2" charset="-122"/>
            </a:endParaRPr>
          </a:p>
          <a:p>
            <a:pPr algn="just" eaLnBrk="1" hangingPunct="1">
              <a:spcBef>
                <a:spcPct val="20000"/>
              </a:spcBef>
            </a:pPr>
            <a:r>
              <a:rPr kumimoji="0" lang="en-US" altLang="zh-CN" b="1" dirty="0">
                <a:solidFill>
                  <a:srgbClr val="000000"/>
                </a:solidFill>
                <a:ea typeface="华文中宋" panose="02010600040101010101" pitchFamily="2" charset="-122"/>
              </a:rPr>
              <a:t>§3</a:t>
            </a:r>
            <a:r>
              <a:rPr kumimoji="0" lang="zh-CN" altLang="en-US" b="1" dirty="0">
                <a:solidFill>
                  <a:srgbClr val="000000"/>
                </a:solidFill>
                <a:ea typeface="华文中宋" panose="02010600040101010101" pitchFamily="2" charset="-122"/>
              </a:rPr>
              <a:t>、</a:t>
            </a:r>
            <a:r>
              <a:rPr kumimoji="0" lang="en-US" altLang="zh-CN" b="1" dirty="0">
                <a:solidFill>
                  <a:srgbClr val="000000"/>
                </a:solidFill>
                <a:ea typeface="华文中宋" panose="02010600040101010101" pitchFamily="2" charset="-122"/>
              </a:rPr>
              <a:t>NP</a:t>
            </a:r>
            <a:r>
              <a:rPr kumimoji="0" lang="zh-CN" altLang="en-US" b="1" dirty="0">
                <a:solidFill>
                  <a:srgbClr val="000000"/>
                </a:solidFill>
                <a:ea typeface="华文中宋" panose="02010600040101010101" pitchFamily="2" charset="-122"/>
              </a:rPr>
              <a:t>完全问题</a:t>
            </a:r>
            <a:endParaRPr kumimoji="0" lang="zh-CN" altLang="en-US" b="1" dirty="0">
              <a:ea typeface="华文中宋" panose="02010600040101010101" pitchFamily="2" charset="-122"/>
            </a:endParaRPr>
          </a:p>
          <a:p>
            <a:pPr algn="just" eaLnBrk="1" hangingPunct="1">
              <a:spcBef>
                <a:spcPct val="20000"/>
              </a:spcBef>
            </a:pPr>
            <a:r>
              <a:rPr kumimoji="0" lang="zh-CN" altLang="en-US" b="1" dirty="0">
                <a:solidFill>
                  <a:srgbClr val="000000"/>
                </a:solidFill>
                <a:ea typeface="华文中宋" panose="02010600040101010101" pitchFamily="2" charset="-122"/>
              </a:rPr>
              <a:t>    </a:t>
            </a:r>
            <a:r>
              <a:rPr kumimoji="0" lang="en-US" altLang="zh-CN" b="1" dirty="0">
                <a:solidFill>
                  <a:srgbClr val="000000"/>
                </a:solidFill>
                <a:ea typeface="华文中宋" panose="02010600040101010101" pitchFamily="2" charset="-122"/>
              </a:rPr>
              <a:t>3.1 </a:t>
            </a:r>
            <a:r>
              <a:rPr kumimoji="0" lang="zh-CN" altLang="en-US" b="1" dirty="0">
                <a:solidFill>
                  <a:srgbClr val="000000"/>
                </a:solidFill>
                <a:ea typeface="华文中宋" panose="02010600040101010101" pitchFamily="2" charset="-122"/>
              </a:rPr>
              <a:t>多项式时间变换</a:t>
            </a:r>
          </a:p>
          <a:p>
            <a:pPr algn="just" eaLnBrk="1" hangingPunct="1">
              <a:spcBef>
                <a:spcPct val="20000"/>
              </a:spcBef>
            </a:pPr>
            <a:r>
              <a:rPr kumimoji="0" lang="zh-CN" altLang="en-US" b="1" dirty="0">
                <a:solidFill>
                  <a:srgbClr val="000000"/>
                </a:solidFill>
                <a:ea typeface="华文中宋" panose="02010600040101010101" pitchFamily="2" charset="-122"/>
              </a:rPr>
              <a:t>    </a:t>
            </a:r>
            <a:r>
              <a:rPr kumimoji="0" lang="en-US" altLang="zh-CN" b="1" dirty="0">
                <a:solidFill>
                  <a:srgbClr val="000000"/>
                </a:solidFill>
                <a:ea typeface="华文中宋" panose="02010600040101010101" pitchFamily="2" charset="-122"/>
              </a:rPr>
              <a:t>3.2</a:t>
            </a:r>
            <a:r>
              <a:rPr kumimoji="0" lang="zh-CN" altLang="en-US" b="1" dirty="0">
                <a:solidFill>
                  <a:srgbClr val="000000"/>
                </a:solidFill>
                <a:ea typeface="华文中宋" panose="02010600040101010101" pitchFamily="2" charset="-122"/>
              </a:rPr>
              <a:t>一些典型的</a:t>
            </a:r>
            <a:r>
              <a:rPr kumimoji="0" lang="en-US" altLang="zh-CN" b="1" dirty="0">
                <a:solidFill>
                  <a:srgbClr val="000000"/>
                </a:solidFill>
                <a:ea typeface="华文中宋" panose="02010600040101010101" pitchFamily="2" charset="-122"/>
              </a:rPr>
              <a:t>NP</a:t>
            </a:r>
            <a:r>
              <a:rPr kumimoji="0" lang="zh-CN" altLang="en-US" b="1" dirty="0">
                <a:solidFill>
                  <a:srgbClr val="000000"/>
                </a:solidFill>
                <a:ea typeface="华文中宋" panose="02010600040101010101" pitchFamily="2" charset="-122"/>
              </a:rPr>
              <a:t>完全问题</a:t>
            </a:r>
          </a:p>
        </p:txBody>
      </p:sp>
      <p:sp>
        <p:nvSpPr>
          <p:cNvPr id="7171" name="Rectangle 9">
            <a:extLst>
              <a:ext uri="{FF2B5EF4-FFF2-40B4-BE49-F238E27FC236}">
                <a16:creationId xmlns:a16="http://schemas.microsoft.com/office/drawing/2014/main" id="{E5AAC481-7279-4B6A-B3EC-A16B000BF394}"/>
              </a:ext>
            </a:extLst>
          </p:cNvPr>
          <p:cNvSpPr>
            <a:spLocks noGrp="1" noChangeArrowheads="1"/>
          </p:cNvSpPr>
          <p:nvPr>
            <p:ph type="title"/>
          </p:nvPr>
        </p:nvSpPr>
        <p:spPr bwMode="auto">
          <a:xfrm>
            <a:off x="1043608" y="212725"/>
            <a:ext cx="7010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dirty="0">
                <a:solidFill>
                  <a:srgbClr val="AC2F36"/>
                </a:solidFill>
              </a:rPr>
              <a:t>主要内容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9"/>
                                        </p:tgtEl>
                                        <p:attrNameLst>
                                          <p:attrName>style.visibility</p:attrName>
                                        </p:attrNameLst>
                                      </p:cBhvr>
                                      <p:to>
                                        <p:strVal val="visible"/>
                                      </p:to>
                                    </p:set>
                                    <p:animEffect transition="in" filter="blinds(horizontal)">
                                      <p:cBhvr>
                                        <p:cTn id="7"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FE10543-5342-45DC-9534-9A26A09508B7}"/>
              </a:ext>
            </a:extLst>
          </p:cNvPr>
          <p:cNvSpPr>
            <a:spLocks noGrp="1" noChangeArrowheads="1"/>
          </p:cNvSpPr>
          <p:nvPr>
            <p:ph type="title"/>
          </p:nvPr>
        </p:nvSpPr>
        <p:spPr bwMode="auto">
          <a:xfrm>
            <a:off x="685800" y="457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dirty="0">
                <a:solidFill>
                  <a:srgbClr val="AC2F36"/>
                </a:solidFill>
              </a:rPr>
              <a:t>主要知识点</a:t>
            </a:r>
          </a:p>
        </p:txBody>
      </p:sp>
      <p:sp>
        <p:nvSpPr>
          <p:cNvPr id="8195" name="Rectangle 3">
            <a:extLst>
              <a:ext uri="{FF2B5EF4-FFF2-40B4-BE49-F238E27FC236}">
                <a16:creationId xmlns:a16="http://schemas.microsoft.com/office/drawing/2014/main" id="{E5FD673F-83D8-467C-8D34-F308F7FEEEFE}"/>
              </a:ext>
            </a:extLst>
          </p:cNvPr>
          <p:cNvSpPr>
            <a:spLocks noGrp="1" noChangeArrowheads="1"/>
          </p:cNvSpPr>
          <p:nvPr>
            <p:ph type="body" idx="1"/>
          </p:nvPr>
        </p:nvSpPr>
        <p:spPr bwMode="auto">
          <a:xfrm>
            <a:off x="533400" y="1219200"/>
            <a:ext cx="81534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400050" indent="-400050" eaLnBrk="1" hangingPunct="1">
              <a:buFontTx/>
              <a:buNone/>
            </a:pPr>
            <a:r>
              <a:rPr kumimoji="0" lang="en-US" altLang="zh-CN" sz="2400" b="1">
                <a:solidFill>
                  <a:srgbClr val="000000"/>
                </a:solidFill>
              </a:rPr>
              <a:t>1</a:t>
            </a:r>
            <a:r>
              <a:rPr kumimoji="0" lang="zh-CN" altLang="en-US" sz="2400" b="1">
                <a:solidFill>
                  <a:srgbClr val="000000"/>
                </a:solidFill>
              </a:rPr>
              <a:t>、了解三种典型的计算模型、等价性</a:t>
            </a:r>
            <a:endParaRPr kumimoji="0" lang="zh-CN" altLang="en-US" sz="2400" b="1"/>
          </a:p>
          <a:p>
            <a:pPr marL="952500" lvl="1" indent="-355600" algn="just" eaLnBrk="1" hangingPunct="1">
              <a:buFont typeface="Wingdings" panose="05000000000000000000" pitchFamily="2" charset="2"/>
              <a:buChar char="Ø"/>
            </a:pPr>
            <a:r>
              <a:rPr kumimoji="0" lang="zh-CN" altLang="en-US" sz="2000" b="1">
                <a:solidFill>
                  <a:srgbClr val="000000"/>
                </a:solidFill>
              </a:rPr>
              <a:t>随机存取机</a:t>
            </a:r>
            <a:r>
              <a:rPr kumimoji="0" lang="en-US" altLang="zh-CN" sz="2000" b="1">
                <a:solidFill>
                  <a:srgbClr val="000000"/>
                </a:solidFill>
              </a:rPr>
              <a:t>RAM</a:t>
            </a:r>
            <a:endParaRPr kumimoji="0" lang="en-US" altLang="zh-CN" sz="2000" b="1"/>
          </a:p>
          <a:p>
            <a:pPr marL="952500" lvl="1" indent="-355600" algn="just" eaLnBrk="1" hangingPunct="1">
              <a:buFont typeface="Wingdings" panose="05000000000000000000" pitchFamily="2" charset="2"/>
              <a:buChar char="Ø"/>
            </a:pPr>
            <a:r>
              <a:rPr kumimoji="0" lang="zh-CN" altLang="en-US" sz="2000" b="1">
                <a:solidFill>
                  <a:srgbClr val="000000"/>
                </a:solidFill>
              </a:rPr>
              <a:t>随机存取存储程序机</a:t>
            </a:r>
            <a:r>
              <a:rPr kumimoji="0" lang="en-US" altLang="zh-CN" sz="2000" b="1">
                <a:solidFill>
                  <a:srgbClr val="000000"/>
                </a:solidFill>
              </a:rPr>
              <a:t>RASP</a:t>
            </a:r>
            <a:endParaRPr kumimoji="0" lang="en-US" altLang="zh-CN" sz="2000" b="1"/>
          </a:p>
          <a:p>
            <a:pPr marL="952500" lvl="1" indent="-355600" algn="just" eaLnBrk="1" hangingPunct="1">
              <a:buFont typeface="Wingdings" panose="05000000000000000000" pitchFamily="2" charset="2"/>
              <a:buChar char="Ø"/>
            </a:pPr>
            <a:r>
              <a:rPr kumimoji="0" lang="zh-CN" altLang="en-US" sz="2000" b="1">
                <a:solidFill>
                  <a:srgbClr val="000000"/>
                </a:solidFill>
              </a:rPr>
              <a:t>图灵机</a:t>
            </a:r>
            <a:endParaRPr kumimoji="0" lang="zh-CN" altLang="en-US" sz="2000" b="1"/>
          </a:p>
          <a:p>
            <a:pPr marL="400050" indent="-400050" algn="just" eaLnBrk="1" hangingPunct="1">
              <a:buFontTx/>
              <a:buNone/>
            </a:pPr>
            <a:r>
              <a:rPr kumimoji="0" lang="en-US" altLang="zh-CN" sz="2400" b="1">
                <a:solidFill>
                  <a:srgbClr val="000000"/>
                </a:solidFill>
              </a:rPr>
              <a:t>2</a:t>
            </a:r>
            <a:r>
              <a:rPr kumimoji="0" lang="zh-CN" altLang="en-US" sz="2400" b="1">
                <a:solidFill>
                  <a:srgbClr val="000000"/>
                </a:solidFill>
              </a:rPr>
              <a:t>、掌握确定性图灵机的有关概念、计算原理和时空复杂性</a:t>
            </a:r>
          </a:p>
          <a:p>
            <a:pPr marL="400050" indent="-400050" algn="just" eaLnBrk="1" hangingPunct="1">
              <a:buFontTx/>
              <a:buNone/>
            </a:pPr>
            <a:r>
              <a:rPr kumimoji="0" lang="en-US" altLang="zh-CN" sz="2400" b="1">
                <a:solidFill>
                  <a:srgbClr val="000000"/>
                </a:solidFill>
              </a:rPr>
              <a:t>3</a:t>
            </a:r>
            <a:r>
              <a:rPr kumimoji="0" lang="zh-CN" altLang="en-US" sz="2400" b="1">
                <a:solidFill>
                  <a:srgbClr val="000000"/>
                </a:solidFill>
              </a:rPr>
              <a:t>、掌握</a:t>
            </a:r>
            <a:r>
              <a:rPr kumimoji="0" lang="en-US" altLang="zh-CN" sz="2400" b="1">
                <a:solidFill>
                  <a:srgbClr val="000000"/>
                </a:solidFill>
              </a:rPr>
              <a:t>P</a:t>
            </a:r>
            <a:r>
              <a:rPr kumimoji="0" lang="zh-CN" altLang="en-US" sz="2400" b="1">
                <a:solidFill>
                  <a:srgbClr val="000000"/>
                </a:solidFill>
              </a:rPr>
              <a:t>类与</a:t>
            </a:r>
            <a:r>
              <a:rPr kumimoji="0" lang="en-US" altLang="zh-CN" sz="2400" b="1">
                <a:solidFill>
                  <a:srgbClr val="000000"/>
                </a:solidFill>
              </a:rPr>
              <a:t>NP</a:t>
            </a:r>
            <a:r>
              <a:rPr kumimoji="0" lang="zh-CN" altLang="en-US" sz="2400" b="1">
                <a:solidFill>
                  <a:srgbClr val="000000"/>
                </a:solidFill>
              </a:rPr>
              <a:t>类问题的概念</a:t>
            </a:r>
            <a:endParaRPr kumimoji="0" lang="zh-CN" altLang="en-US" sz="2400" b="1"/>
          </a:p>
          <a:p>
            <a:pPr marL="400050" indent="-400050" algn="just" eaLnBrk="1" hangingPunct="1">
              <a:buFontTx/>
              <a:buNone/>
            </a:pPr>
            <a:r>
              <a:rPr kumimoji="0" lang="en-US" altLang="zh-CN" sz="2400" b="1">
                <a:solidFill>
                  <a:srgbClr val="000000"/>
                </a:solidFill>
              </a:rPr>
              <a:t>4</a:t>
            </a:r>
            <a:r>
              <a:rPr kumimoji="0" lang="zh-CN" altLang="en-US" sz="2400" b="1">
                <a:solidFill>
                  <a:srgbClr val="000000"/>
                </a:solidFill>
              </a:rPr>
              <a:t>、了解非确定性图灵机的有关概念、计算原理和时空复杂性</a:t>
            </a:r>
            <a:endParaRPr kumimoji="0" lang="zh-CN" altLang="en-US" sz="2400" b="1"/>
          </a:p>
          <a:p>
            <a:pPr marL="400050" indent="-400050" algn="just" eaLnBrk="1" hangingPunct="1">
              <a:buFontTx/>
              <a:buNone/>
            </a:pPr>
            <a:r>
              <a:rPr kumimoji="0" lang="en-US" altLang="zh-CN" sz="2400" b="1">
                <a:solidFill>
                  <a:srgbClr val="000000"/>
                </a:solidFill>
              </a:rPr>
              <a:t>5</a:t>
            </a:r>
            <a:r>
              <a:rPr kumimoji="0" lang="zh-CN" altLang="en-US" sz="2400" b="1">
                <a:solidFill>
                  <a:srgbClr val="000000"/>
                </a:solidFill>
              </a:rPr>
              <a:t>、</a:t>
            </a:r>
            <a:r>
              <a:rPr kumimoji="0" lang="en-US" altLang="zh-CN" sz="2400" b="1">
                <a:solidFill>
                  <a:srgbClr val="000000"/>
                </a:solidFill>
              </a:rPr>
              <a:t>P</a:t>
            </a:r>
            <a:r>
              <a:rPr kumimoji="0" lang="zh-CN" altLang="en-US" sz="2400" b="1">
                <a:solidFill>
                  <a:srgbClr val="000000"/>
                </a:solidFill>
              </a:rPr>
              <a:t>类与</a:t>
            </a:r>
            <a:r>
              <a:rPr kumimoji="0" lang="en-US" altLang="zh-CN" sz="2400" b="1">
                <a:solidFill>
                  <a:srgbClr val="000000"/>
                </a:solidFill>
              </a:rPr>
              <a:t>NP</a:t>
            </a:r>
            <a:r>
              <a:rPr kumimoji="0" lang="zh-CN" altLang="en-US" sz="2400" b="1">
                <a:solidFill>
                  <a:srgbClr val="000000"/>
                </a:solidFill>
              </a:rPr>
              <a:t>类语言、</a:t>
            </a:r>
            <a:r>
              <a:rPr kumimoji="0" lang="en-US" altLang="zh-CN" sz="2400" b="1">
                <a:solidFill>
                  <a:srgbClr val="000000"/>
                </a:solidFill>
              </a:rPr>
              <a:t>NP</a:t>
            </a:r>
            <a:r>
              <a:rPr kumimoji="0" lang="zh-CN" altLang="en-US" sz="2400" b="1">
                <a:solidFill>
                  <a:srgbClr val="000000"/>
                </a:solidFill>
              </a:rPr>
              <a:t>完全问题</a:t>
            </a:r>
            <a:endParaRPr kumimoji="0" lang="zh-CN" altLang="en-US" sz="24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CD0DF3F3-FA9F-45DE-8494-36ACF87311F3}"/>
              </a:ext>
            </a:extLst>
          </p:cNvPr>
          <p:cNvSpPr>
            <a:spLocks noGrp="1" noChangeArrowheads="1"/>
          </p:cNvSpPr>
          <p:nvPr>
            <p:ph type="title"/>
          </p:nvPr>
        </p:nvSpPr>
        <p:spPr bwMode="auto">
          <a:xfrm>
            <a:off x="609600" y="2209800"/>
            <a:ext cx="7850188" cy="1724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r>
              <a:rPr lang="zh-CN" altLang="en-US" sz="4000" dirty="0">
                <a:solidFill>
                  <a:schemeClr val="accent2"/>
                </a:solidFill>
                <a:ea typeface="黑体" panose="02010609060101010101" pitchFamily="49" charset="-122"/>
              </a:rPr>
            </a:br>
            <a:r>
              <a:rPr lang="zh-CN" altLang="en-US" sz="3600" b="1" dirty="0">
                <a:solidFill>
                  <a:srgbClr val="AC2F36"/>
                </a:solidFill>
              </a:rPr>
              <a:t>有关时间复杂性问题的初步探讨</a:t>
            </a:r>
          </a:p>
        </p:txBody>
      </p:sp>
      <p:sp>
        <p:nvSpPr>
          <p:cNvPr id="49577" name="Rectangle 425">
            <a:extLst>
              <a:ext uri="{FF2B5EF4-FFF2-40B4-BE49-F238E27FC236}">
                <a16:creationId xmlns:a16="http://schemas.microsoft.com/office/drawing/2014/main" id="{425700CB-A961-4A48-9DEF-22043654B402}"/>
              </a:ext>
            </a:extLst>
          </p:cNvPr>
          <p:cNvSpPr>
            <a:spLocks noChangeArrowheads="1"/>
          </p:cNvSpPr>
          <p:nvPr/>
        </p:nvSpPr>
        <p:spPr bwMode="auto">
          <a:xfrm>
            <a:off x="381000" y="1371600"/>
            <a:ext cx="8458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AutoNum type="arabicParenR"/>
            </a:pPr>
            <a:endParaRPr kumimoji="0" lang="zh-CN" altLang="zh-CN" b="1" dirty="0">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49577">
                                            <p:txEl>
                                              <p:pRg st="0" end="0"/>
                                            </p:txEl>
                                          </p:spTgt>
                                        </p:tgtEl>
                                        <p:attrNameLst>
                                          <p:attrName>style.visibility</p:attrName>
                                        </p:attrNameLst>
                                      </p:cBhvr>
                                      <p:to>
                                        <p:strVal val="visible"/>
                                      </p:to>
                                    </p:set>
                                    <p:anim calcmode="lin" valueType="num">
                                      <p:cBhvr additive="base">
                                        <p:cTn id="7" dur="500" fill="hold"/>
                                        <p:tgtEl>
                                          <p:spTgt spid="4957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957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7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755EE6A-48D5-4CD2-B1D6-5D8AA0CA30DA}"/>
              </a:ext>
            </a:extLst>
          </p:cNvPr>
          <p:cNvSpPr>
            <a:spLocks noGrp="1" noChangeArrowheads="1"/>
          </p:cNvSpPr>
          <p:nvPr>
            <p:ph type="title"/>
          </p:nvPr>
        </p:nvSpPr>
        <p:spPr bwMode="auto">
          <a:xfrm>
            <a:off x="609600" y="152400"/>
            <a:ext cx="80010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bodyPr>
          <a:lstStyle/>
          <a:p>
            <a:pPr eaLnBrk="1" hangingPunct="1"/>
            <a:r>
              <a:rPr kumimoji="0" lang="en-US" altLang="zh-CN" sz="3600" b="1" dirty="0">
                <a:solidFill>
                  <a:srgbClr val="AC2F36"/>
                </a:solidFill>
                <a:latin typeface="华文中宋" panose="02010600040101010101" pitchFamily="2" charset="-122"/>
              </a:rPr>
              <a:t>0.1</a:t>
            </a:r>
            <a:r>
              <a:rPr kumimoji="0" lang="zh-CN" altLang="en-US" sz="3600" b="1" dirty="0">
                <a:solidFill>
                  <a:srgbClr val="AC2F36"/>
                </a:solidFill>
                <a:latin typeface="华文中宋" panose="02010600040101010101" pitchFamily="2" charset="-122"/>
              </a:rPr>
              <a:t>、何为</a:t>
            </a:r>
            <a:r>
              <a:rPr kumimoji="0" lang="zh-CN" altLang="en-US" sz="3600" b="1" dirty="0">
                <a:solidFill>
                  <a:srgbClr val="AC2F36"/>
                </a:solidFill>
              </a:rPr>
              <a:t>“</a:t>
            </a:r>
            <a:r>
              <a:rPr kumimoji="0" lang="zh-CN" altLang="en-US" sz="3600" b="1" dirty="0">
                <a:solidFill>
                  <a:srgbClr val="AC2F36"/>
                </a:solidFill>
                <a:latin typeface="华文中宋" panose="02010600040101010101" pitchFamily="2" charset="-122"/>
              </a:rPr>
              <a:t>好的</a:t>
            </a:r>
            <a:r>
              <a:rPr kumimoji="0" lang="zh-CN" altLang="en-US" sz="3600" b="1" dirty="0">
                <a:solidFill>
                  <a:srgbClr val="AC2F36"/>
                </a:solidFill>
              </a:rPr>
              <a:t>”</a:t>
            </a:r>
            <a:r>
              <a:rPr kumimoji="0" lang="zh-CN" altLang="en-US" sz="3600" b="1" dirty="0">
                <a:solidFill>
                  <a:srgbClr val="AC2F36"/>
                </a:solidFill>
                <a:latin typeface="华文中宋" panose="02010600040101010101" pitchFamily="2" charset="-122"/>
              </a:rPr>
              <a:t>、</a:t>
            </a:r>
            <a:r>
              <a:rPr kumimoji="0" lang="zh-CN" altLang="en-US" sz="3600" b="1" dirty="0">
                <a:solidFill>
                  <a:srgbClr val="AC2F36"/>
                </a:solidFill>
              </a:rPr>
              <a:t>“</a:t>
            </a:r>
            <a:r>
              <a:rPr kumimoji="0" lang="zh-CN" altLang="en-US" sz="3600" b="1" dirty="0">
                <a:solidFill>
                  <a:srgbClr val="AC2F36"/>
                </a:solidFill>
                <a:latin typeface="华文中宋" panose="02010600040101010101" pitchFamily="2" charset="-122"/>
              </a:rPr>
              <a:t>易的</a:t>
            </a:r>
            <a:r>
              <a:rPr kumimoji="0" lang="zh-CN" altLang="en-US" sz="3600" b="1" dirty="0">
                <a:solidFill>
                  <a:srgbClr val="AC2F36"/>
                </a:solidFill>
              </a:rPr>
              <a:t>”</a:t>
            </a:r>
            <a:r>
              <a:rPr kumimoji="0" lang="zh-CN" altLang="en-US" sz="3600" b="1" dirty="0">
                <a:solidFill>
                  <a:srgbClr val="AC2F36"/>
                </a:solidFill>
                <a:latin typeface="华文中宋" panose="02010600040101010101" pitchFamily="2" charset="-122"/>
              </a:rPr>
              <a:t>算法？</a:t>
            </a:r>
          </a:p>
        </p:txBody>
      </p:sp>
      <p:sp>
        <p:nvSpPr>
          <p:cNvPr id="160771" name="Rectangle 3">
            <a:extLst>
              <a:ext uri="{FF2B5EF4-FFF2-40B4-BE49-F238E27FC236}">
                <a16:creationId xmlns:a16="http://schemas.microsoft.com/office/drawing/2014/main" id="{78D06B3E-B0D1-4E0B-A7DD-B77AC6412757}"/>
              </a:ext>
            </a:extLst>
          </p:cNvPr>
          <p:cNvSpPr>
            <a:spLocks noGrp="1" noChangeArrowheads="1"/>
          </p:cNvSpPr>
          <p:nvPr>
            <p:ph type="body" idx="1"/>
          </p:nvPr>
        </p:nvSpPr>
        <p:spPr bwMode="auto">
          <a:xfrm>
            <a:off x="304800" y="1219200"/>
            <a:ext cx="8839200" cy="47307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lnSpc>
                <a:spcPct val="130000"/>
              </a:lnSpc>
              <a:spcBef>
                <a:spcPct val="0"/>
              </a:spcBef>
              <a:buFontTx/>
              <a:buAutoNum type="arabicPeriod"/>
            </a:pPr>
            <a:r>
              <a:rPr kumimoji="0" lang="en-US" altLang="zh-CN" sz="2800" b="1" dirty="0" err="1">
                <a:latin typeface="华文中宋" panose="02010600040101010101" pitchFamily="2" charset="-122"/>
              </a:rPr>
              <a:t>Cobham</a:t>
            </a:r>
            <a:r>
              <a:rPr kumimoji="0" lang="en-US" altLang="zh-CN" sz="2800" b="1" dirty="0">
                <a:latin typeface="华文中宋" panose="02010600040101010101" pitchFamily="2" charset="-122"/>
              </a:rPr>
              <a:t>[1964]</a:t>
            </a:r>
            <a:r>
              <a:rPr kumimoji="0" lang="zh-CN" altLang="en-US" sz="2800" b="1" dirty="0">
                <a:latin typeface="华文中宋" panose="02010600040101010101" pitchFamily="2" charset="-122"/>
              </a:rPr>
              <a:t>和</a:t>
            </a:r>
            <a:r>
              <a:rPr kumimoji="0" lang="en-US" altLang="zh-CN" sz="2800" b="1" dirty="0">
                <a:latin typeface="华文中宋" panose="02010600040101010101" pitchFamily="2" charset="-122"/>
              </a:rPr>
              <a:t>Edmonds[1965]</a:t>
            </a:r>
            <a:r>
              <a:rPr kumimoji="0" lang="zh-CN" altLang="en-US" sz="2800" b="1" dirty="0">
                <a:latin typeface="华文中宋" panose="02010600040101010101" pitchFamily="2" charset="-122"/>
              </a:rPr>
              <a:t>：</a:t>
            </a:r>
          </a:p>
          <a:p>
            <a:pPr marL="914400" lvl="1" indent="-457200" eaLnBrk="1" hangingPunct="1">
              <a:lnSpc>
                <a:spcPct val="130000"/>
              </a:lnSpc>
              <a:spcBef>
                <a:spcPct val="0"/>
              </a:spcBef>
              <a:buFontTx/>
              <a:buChar char="•"/>
            </a:pPr>
            <a:r>
              <a:rPr kumimoji="0" lang="zh-CN" altLang="en-US" sz="2400" b="1" dirty="0">
                <a:latin typeface="华文中宋" panose="02010600040101010101" pitchFamily="2" charset="-122"/>
              </a:rPr>
              <a:t>把多项式时间算法与</a:t>
            </a:r>
            <a:r>
              <a:rPr kumimoji="0" lang="zh-CN" altLang="en-US" sz="2400" b="1" dirty="0"/>
              <a:t>“</a:t>
            </a:r>
            <a:r>
              <a:rPr kumimoji="0" lang="zh-CN" altLang="en-US" sz="2400" b="1" dirty="0">
                <a:solidFill>
                  <a:srgbClr val="FF0000"/>
                </a:solidFill>
                <a:latin typeface="华文中宋" panose="02010600040101010101" pitchFamily="2" charset="-122"/>
              </a:rPr>
              <a:t>好的</a:t>
            </a:r>
            <a:r>
              <a:rPr kumimoji="0" lang="zh-CN" altLang="en-US" sz="2400" b="1" dirty="0"/>
              <a:t>”</a:t>
            </a:r>
            <a:r>
              <a:rPr kumimoji="0" lang="zh-CN" altLang="en-US" sz="2400" b="1" dirty="0">
                <a:latin typeface="华文中宋" panose="02010600040101010101" pitchFamily="2" charset="-122"/>
              </a:rPr>
              <a:t>算法等同看待；</a:t>
            </a:r>
          </a:p>
          <a:p>
            <a:pPr marL="609600" indent="-609600" eaLnBrk="1" hangingPunct="1">
              <a:lnSpc>
                <a:spcPct val="130000"/>
              </a:lnSpc>
              <a:spcBef>
                <a:spcPct val="0"/>
              </a:spcBef>
              <a:buFontTx/>
              <a:buAutoNum type="arabicPeriod" startAt="2"/>
            </a:pPr>
            <a:r>
              <a:rPr kumimoji="0" lang="zh-CN" altLang="en-US" sz="2800" b="1" dirty="0">
                <a:latin typeface="华文中宋" panose="02010600040101010101" pitchFamily="2" charset="-122"/>
              </a:rPr>
              <a:t>一般认为指数时间算法不应该算作</a:t>
            </a:r>
            <a:r>
              <a:rPr kumimoji="0" lang="zh-CN" altLang="en-US" sz="2800" b="1" dirty="0"/>
              <a:t>“</a:t>
            </a:r>
            <a:r>
              <a:rPr kumimoji="0" lang="zh-CN" altLang="en-US" sz="2800" b="1" dirty="0">
                <a:latin typeface="华文中宋" panose="02010600040101010101" pitchFamily="2" charset="-122"/>
              </a:rPr>
              <a:t>好的</a:t>
            </a:r>
            <a:r>
              <a:rPr kumimoji="0" lang="zh-CN" altLang="en-US" sz="2800" b="1" dirty="0"/>
              <a:t>”</a:t>
            </a:r>
            <a:r>
              <a:rPr kumimoji="0" lang="zh-CN" altLang="en-US" sz="2800" b="1" dirty="0">
                <a:latin typeface="华文中宋" panose="02010600040101010101" pitchFamily="2" charset="-122"/>
              </a:rPr>
              <a:t>算法。</a:t>
            </a:r>
          </a:p>
          <a:p>
            <a:pPr marL="914400" lvl="1" indent="-457200" eaLnBrk="1" hangingPunct="1">
              <a:lnSpc>
                <a:spcPct val="130000"/>
              </a:lnSpc>
              <a:spcBef>
                <a:spcPct val="0"/>
              </a:spcBef>
              <a:buFontTx/>
              <a:buChar char="•"/>
            </a:pPr>
            <a:r>
              <a:rPr kumimoji="0" lang="zh-CN" altLang="en-US" sz="2400" b="1" dirty="0">
                <a:latin typeface="华文中宋" panose="02010600040101010101" pitchFamily="2" charset="-122"/>
              </a:rPr>
              <a:t>大多数指数时间算法只是穷举搜索法的变种</a:t>
            </a:r>
          </a:p>
          <a:p>
            <a:pPr marL="609600" indent="-609600" eaLnBrk="1" hangingPunct="1">
              <a:lnSpc>
                <a:spcPct val="130000"/>
              </a:lnSpc>
              <a:spcBef>
                <a:spcPct val="0"/>
              </a:spcBef>
              <a:buFontTx/>
              <a:buAutoNum type="arabicPeriod" startAt="2"/>
            </a:pPr>
            <a:r>
              <a:rPr kumimoji="0" lang="zh-CN" altLang="en-US" sz="2800" b="1" dirty="0">
                <a:latin typeface="华文中宋" panose="02010600040101010101" pitchFamily="2" charset="-122"/>
              </a:rPr>
              <a:t>多顶式时间算法和指数时间算法之间有区别明显。</a:t>
            </a:r>
          </a:p>
          <a:p>
            <a:pPr marL="609600" indent="-609600" eaLnBrk="1" hangingPunct="1">
              <a:lnSpc>
                <a:spcPct val="130000"/>
              </a:lnSpc>
              <a:spcBef>
                <a:spcPct val="0"/>
              </a:spcBef>
              <a:buFontTx/>
              <a:buAutoNum type="arabicPeriod" startAt="2"/>
            </a:pPr>
            <a:r>
              <a:rPr kumimoji="0" lang="zh-CN" altLang="en-US" sz="2800" b="1" dirty="0">
                <a:latin typeface="华文中宋" panose="02010600040101010101" pitchFamily="2" charset="-122"/>
              </a:rPr>
              <a:t>两个极端</a:t>
            </a:r>
          </a:p>
          <a:p>
            <a:pPr marL="914400" lvl="1" indent="-457200" eaLnBrk="1" hangingPunct="1">
              <a:lnSpc>
                <a:spcPct val="130000"/>
              </a:lnSpc>
              <a:spcBef>
                <a:spcPct val="0"/>
              </a:spcBef>
              <a:buFontTx/>
              <a:buChar char="•"/>
            </a:pPr>
            <a:r>
              <a:rPr kumimoji="0" lang="zh-CN" altLang="en-US" sz="2400" b="1" dirty="0">
                <a:latin typeface="华文中宋" panose="02010600040101010101" pitchFamily="2" charset="-122"/>
              </a:rPr>
              <a:t>多项式时间算法不易求得</a:t>
            </a:r>
          </a:p>
          <a:p>
            <a:pPr marL="914400" lvl="1" indent="-457200" eaLnBrk="1" hangingPunct="1">
              <a:lnSpc>
                <a:spcPct val="130000"/>
              </a:lnSpc>
              <a:spcBef>
                <a:spcPct val="0"/>
              </a:spcBef>
              <a:buFontTx/>
              <a:buChar char="•"/>
            </a:pPr>
            <a:r>
              <a:rPr kumimoji="0" lang="zh-CN" altLang="en-US" sz="2400" b="1" dirty="0">
                <a:latin typeface="华文中宋" panose="02010600040101010101" pitchFamily="2" charset="-122"/>
              </a:rPr>
              <a:t>具有指数时间但计算得很好的例子很少。</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 calcmode="lin" valueType="num">
                                      <p:cBhvr additive="base">
                                        <p:cTn id="7" dur="500" fill="hold"/>
                                        <p:tgtEl>
                                          <p:spTgt spid="16077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6077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0771">
                                            <p:txEl>
                                              <p:pRg st="1" end="1"/>
                                            </p:txEl>
                                          </p:spTgt>
                                        </p:tgtEl>
                                        <p:attrNameLst>
                                          <p:attrName>style.visibility</p:attrName>
                                        </p:attrNameLst>
                                      </p:cBhvr>
                                      <p:to>
                                        <p:strVal val="visible"/>
                                      </p:to>
                                    </p:set>
                                    <p:anim calcmode="lin" valueType="num">
                                      <p:cBhvr additive="base">
                                        <p:cTn id="11" dur="500" fill="hold"/>
                                        <p:tgtEl>
                                          <p:spTgt spid="16077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60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60771">
                                            <p:txEl>
                                              <p:pRg st="2" end="2"/>
                                            </p:txEl>
                                          </p:spTgt>
                                        </p:tgtEl>
                                        <p:attrNameLst>
                                          <p:attrName>style.visibility</p:attrName>
                                        </p:attrNameLst>
                                      </p:cBhvr>
                                      <p:to>
                                        <p:strVal val="visible"/>
                                      </p:to>
                                    </p:set>
                                    <p:anim calcmode="lin" valueType="num">
                                      <p:cBhvr additive="base">
                                        <p:cTn id="17" dur="500" fill="hold"/>
                                        <p:tgtEl>
                                          <p:spTgt spid="160771">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6077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60771">
                                            <p:txEl>
                                              <p:pRg st="3" end="3"/>
                                            </p:txEl>
                                          </p:spTgt>
                                        </p:tgtEl>
                                        <p:attrNameLst>
                                          <p:attrName>style.visibility</p:attrName>
                                        </p:attrNameLst>
                                      </p:cBhvr>
                                      <p:to>
                                        <p:strVal val="visible"/>
                                      </p:to>
                                    </p:set>
                                    <p:anim calcmode="lin" valueType="num">
                                      <p:cBhvr additive="base">
                                        <p:cTn id="21" dur="500" fill="hold"/>
                                        <p:tgtEl>
                                          <p:spTgt spid="160771">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6077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160771">
                                            <p:txEl>
                                              <p:pRg st="4" end="4"/>
                                            </p:txEl>
                                          </p:spTgt>
                                        </p:tgtEl>
                                        <p:attrNameLst>
                                          <p:attrName>style.visibility</p:attrName>
                                        </p:attrNameLst>
                                      </p:cBhvr>
                                      <p:to>
                                        <p:strVal val="visible"/>
                                      </p:to>
                                    </p:set>
                                    <p:anim calcmode="lin" valueType="num">
                                      <p:cBhvr additive="base">
                                        <p:cTn id="27" dur="500" fill="hold"/>
                                        <p:tgtEl>
                                          <p:spTgt spid="160771">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6077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160771">
                                            <p:txEl>
                                              <p:pRg st="5" end="5"/>
                                            </p:txEl>
                                          </p:spTgt>
                                        </p:tgtEl>
                                        <p:attrNameLst>
                                          <p:attrName>style.visibility</p:attrName>
                                        </p:attrNameLst>
                                      </p:cBhvr>
                                      <p:to>
                                        <p:strVal val="visible"/>
                                      </p:to>
                                    </p:set>
                                    <p:anim calcmode="lin" valueType="num">
                                      <p:cBhvr additive="base">
                                        <p:cTn id="33" dur="500" fill="hold"/>
                                        <p:tgtEl>
                                          <p:spTgt spid="160771">
                                            <p:txEl>
                                              <p:pRg st="5" end="5"/>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160771">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160771">
                                            <p:txEl>
                                              <p:pRg st="6" end="6"/>
                                            </p:txEl>
                                          </p:spTgt>
                                        </p:tgtEl>
                                        <p:attrNameLst>
                                          <p:attrName>style.visibility</p:attrName>
                                        </p:attrNameLst>
                                      </p:cBhvr>
                                      <p:to>
                                        <p:strVal val="visible"/>
                                      </p:to>
                                    </p:set>
                                    <p:anim calcmode="lin" valueType="num">
                                      <p:cBhvr additive="base">
                                        <p:cTn id="37" dur="500" fill="hold"/>
                                        <p:tgtEl>
                                          <p:spTgt spid="160771">
                                            <p:txEl>
                                              <p:pRg st="6" end="6"/>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6077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60771">
                                            <p:txEl>
                                              <p:pRg st="7" end="7"/>
                                            </p:txEl>
                                          </p:spTgt>
                                        </p:tgtEl>
                                        <p:attrNameLst>
                                          <p:attrName>style.visibility</p:attrName>
                                        </p:attrNameLst>
                                      </p:cBhvr>
                                      <p:to>
                                        <p:strVal val="visible"/>
                                      </p:to>
                                    </p:set>
                                    <p:anim calcmode="lin" valueType="num">
                                      <p:cBhvr additive="base">
                                        <p:cTn id="43" dur="500" fill="hold"/>
                                        <p:tgtEl>
                                          <p:spTgt spid="160771">
                                            <p:txEl>
                                              <p:pRg st="7" end="7"/>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60771">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1266" name="Rectangle 1026">
            <a:extLst>
              <a:ext uri="{FF2B5EF4-FFF2-40B4-BE49-F238E27FC236}">
                <a16:creationId xmlns:a16="http://schemas.microsoft.com/office/drawing/2014/main" id="{AF0074C9-70F0-42E9-99E8-09387DFAA97F}"/>
              </a:ext>
            </a:extLst>
          </p:cNvPr>
          <p:cNvSpPr>
            <a:spLocks noGrp="1" noChangeArrowheads="1"/>
          </p:cNvSpPr>
          <p:nvPr>
            <p:ph type="title"/>
          </p:nvPr>
        </p:nvSpPr>
        <p:spPr bwMode="auto">
          <a:xfrm>
            <a:off x="685800" y="228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b="1" dirty="0">
                <a:solidFill>
                  <a:srgbClr val="AC2F36"/>
                </a:solidFill>
              </a:rPr>
              <a:t>0.1</a:t>
            </a:r>
            <a:r>
              <a:rPr lang="zh-CN" altLang="en-US" sz="3600" b="1" dirty="0">
                <a:solidFill>
                  <a:srgbClr val="AC2F36"/>
                </a:solidFill>
              </a:rPr>
              <a:t>、</a:t>
            </a:r>
            <a:r>
              <a:rPr kumimoji="0" lang="zh-CN" altLang="en-US" sz="3600" b="1" dirty="0">
                <a:solidFill>
                  <a:srgbClr val="AC2F36"/>
                </a:solidFill>
                <a:latin typeface="华文中宋" panose="02010600040101010101" pitchFamily="2" charset="-122"/>
              </a:rPr>
              <a:t>何为</a:t>
            </a:r>
            <a:r>
              <a:rPr kumimoji="0" lang="zh-CN" altLang="en-US" sz="3600" b="1" dirty="0">
                <a:solidFill>
                  <a:srgbClr val="AC2F36"/>
                </a:solidFill>
              </a:rPr>
              <a:t>“</a:t>
            </a:r>
            <a:r>
              <a:rPr kumimoji="0" lang="zh-CN" altLang="en-US" sz="3600" b="1" dirty="0">
                <a:solidFill>
                  <a:srgbClr val="AC2F36"/>
                </a:solidFill>
                <a:latin typeface="华文中宋" panose="02010600040101010101" pitchFamily="2" charset="-122"/>
              </a:rPr>
              <a:t>好的</a:t>
            </a:r>
            <a:r>
              <a:rPr kumimoji="0" lang="zh-CN" altLang="en-US" sz="3600" b="1" dirty="0">
                <a:solidFill>
                  <a:srgbClr val="AC2F36"/>
                </a:solidFill>
              </a:rPr>
              <a:t>”</a:t>
            </a:r>
            <a:r>
              <a:rPr kumimoji="0" lang="zh-CN" altLang="en-US" sz="3600" b="1" dirty="0">
                <a:solidFill>
                  <a:srgbClr val="AC2F36"/>
                </a:solidFill>
                <a:latin typeface="华文中宋" panose="02010600040101010101" pitchFamily="2" charset="-122"/>
              </a:rPr>
              <a:t>、</a:t>
            </a:r>
            <a:r>
              <a:rPr kumimoji="0" lang="zh-CN" altLang="en-US" sz="3600" b="1" dirty="0">
                <a:solidFill>
                  <a:srgbClr val="AC2F36"/>
                </a:solidFill>
              </a:rPr>
              <a:t>“</a:t>
            </a:r>
            <a:r>
              <a:rPr kumimoji="0" lang="zh-CN" altLang="en-US" sz="3600" b="1" dirty="0">
                <a:solidFill>
                  <a:srgbClr val="AC2F36"/>
                </a:solidFill>
                <a:latin typeface="华文中宋" panose="02010600040101010101" pitchFamily="2" charset="-122"/>
              </a:rPr>
              <a:t>易的</a:t>
            </a:r>
            <a:r>
              <a:rPr kumimoji="0" lang="zh-CN" altLang="en-US" sz="3600" b="1" dirty="0">
                <a:solidFill>
                  <a:srgbClr val="AC2F36"/>
                </a:solidFill>
              </a:rPr>
              <a:t>”</a:t>
            </a:r>
            <a:r>
              <a:rPr kumimoji="0" lang="zh-CN" altLang="en-US" sz="3600" b="1" dirty="0">
                <a:solidFill>
                  <a:srgbClr val="AC2F36"/>
                </a:solidFill>
                <a:latin typeface="华文中宋" panose="02010600040101010101" pitchFamily="2" charset="-122"/>
              </a:rPr>
              <a:t>算法？</a:t>
            </a:r>
          </a:p>
        </p:txBody>
      </p:sp>
      <p:sp>
        <p:nvSpPr>
          <p:cNvPr id="142339" name="Rectangle 1027">
            <a:extLst>
              <a:ext uri="{FF2B5EF4-FFF2-40B4-BE49-F238E27FC236}">
                <a16:creationId xmlns:a16="http://schemas.microsoft.com/office/drawing/2014/main" id="{59E81E9B-F0FB-4FBC-8227-27D684FC648A}"/>
              </a:ext>
            </a:extLst>
          </p:cNvPr>
          <p:cNvSpPr>
            <a:spLocks noGrp="1" noChangeArrowheads="1"/>
          </p:cNvSpPr>
          <p:nvPr>
            <p:ph type="body" idx="1"/>
          </p:nvPr>
        </p:nvSpPr>
        <p:spPr bwMode="auto">
          <a:xfrm>
            <a:off x="533400" y="1143000"/>
            <a:ext cx="8305800" cy="472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lnSpc>
                <a:spcPct val="110000"/>
              </a:lnSpc>
              <a:buFontTx/>
              <a:buAutoNum type="arabicPeriod" startAt="5"/>
            </a:pPr>
            <a:r>
              <a:rPr kumimoji="0" lang="zh-CN" altLang="en-US" sz="2800" b="1" dirty="0"/>
              <a:t>如何看待算法“好的”与实现“好的”？</a:t>
            </a:r>
          </a:p>
          <a:p>
            <a:pPr marL="609600" indent="-609600" eaLnBrk="1" hangingPunct="1">
              <a:lnSpc>
                <a:spcPct val="110000"/>
              </a:lnSpc>
            </a:pPr>
            <a:r>
              <a:rPr kumimoji="0" lang="zh-CN" altLang="en-US" sz="2800" b="1" dirty="0">
                <a:latin typeface="华文中宋" panose="02010600040101010101" pitchFamily="2" charset="-122"/>
              </a:rPr>
              <a:t>有些问题指数计算时间，但算法很成功。</a:t>
            </a:r>
          </a:p>
          <a:p>
            <a:pPr marL="914400" lvl="1" indent="-457200" eaLnBrk="1" hangingPunct="1">
              <a:lnSpc>
                <a:spcPct val="110000"/>
              </a:lnSpc>
              <a:buFont typeface="Wingdings" panose="05000000000000000000" pitchFamily="2" charset="2"/>
              <a:buChar char="n"/>
            </a:pPr>
            <a:r>
              <a:rPr kumimoji="0" lang="zh-CN" altLang="en-US" sz="2400" b="1" dirty="0">
                <a:latin typeface="华文中宋" panose="02010600040101010101" pitchFamily="2" charset="-122"/>
              </a:rPr>
              <a:t>线性规划的单纯形算法：已经证明算法具有指数时间复杂性</a:t>
            </a:r>
            <a:r>
              <a:rPr kumimoji="0" lang="en-US" altLang="zh-CN" sz="2400" b="1" dirty="0">
                <a:latin typeface="华文中宋" panose="02010600040101010101" pitchFamily="2" charset="-122"/>
              </a:rPr>
              <a:t>[Klee &amp; Minty</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1972</a:t>
            </a:r>
            <a:r>
              <a:rPr kumimoji="0" lang="zh-CN" altLang="en-US" sz="2400" b="1" dirty="0">
                <a:latin typeface="华文中宋" panose="02010600040101010101" pitchFamily="2" charset="-122"/>
              </a:rPr>
              <a:t>］，但是在实际中它计算得很好、很快，</a:t>
            </a:r>
            <a:r>
              <a:rPr kumimoji="0" lang="zh-CN" altLang="en-US" sz="2400" b="1" dirty="0"/>
              <a:t>算法实现是“好的”</a:t>
            </a:r>
            <a:endParaRPr kumimoji="0" lang="zh-CN" altLang="en-US" sz="2400" b="1" dirty="0">
              <a:latin typeface="华文中宋" panose="02010600040101010101" pitchFamily="2" charset="-122"/>
            </a:endParaRPr>
          </a:p>
          <a:p>
            <a:pPr marL="914400" lvl="1" indent="-457200" eaLnBrk="1" hangingPunct="1">
              <a:lnSpc>
                <a:spcPct val="110000"/>
              </a:lnSpc>
              <a:buFont typeface="Wingdings" panose="05000000000000000000" pitchFamily="2" charset="2"/>
              <a:buChar char="n"/>
            </a:pPr>
            <a:r>
              <a:rPr kumimoji="0" lang="zh-CN" altLang="en-US" sz="2400" b="1" dirty="0">
                <a:latin typeface="华文中宋" panose="02010600040101010101" pitchFamily="2" charset="-122"/>
              </a:rPr>
              <a:t>背包问题的分支限界算法：算法具有指数时间复杂性，但是它是一种非常成功的算法，许多人认为背包问题已经很好地解决了。</a:t>
            </a:r>
          </a:p>
          <a:p>
            <a:pPr marL="609600" indent="-609600" eaLnBrk="1" hangingPunct="1">
              <a:lnSpc>
                <a:spcPct val="110000"/>
              </a:lnSpc>
            </a:pPr>
            <a:r>
              <a:rPr kumimoji="0" lang="zh-CN" altLang="en-US" sz="2800" b="1" dirty="0"/>
              <a:t>多项式时间算法也有区别</a:t>
            </a:r>
          </a:p>
          <a:p>
            <a:pPr marL="914400" lvl="1" indent="-457200" eaLnBrk="1" hangingPunct="1">
              <a:lnSpc>
                <a:spcPct val="110000"/>
              </a:lnSpc>
              <a:buFont typeface="Wingdings" panose="05000000000000000000" pitchFamily="2" charset="2"/>
              <a:buChar char="n"/>
            </a:pPr>
            <a:r>
              <a:rPr kumimoji="0" lang="zh-CN" altLang="en-US" sz="2400" b="1" dirty="0"/>
              <a:t>具有</a:t>
            </a:r>
            <a:r>
              <a:rPr kumimoji="0" lang="zh-CN" altLang="en-US" sz="2400" b="1" dirty="0">
                <a:latin typeface="华文中宋" panose="02010600040101010101" pitchFamily="2" charset="-122"/>
              </a:rPr>
              <a:t>时间复杂性</a:t>
            </a:r>
            <a:r>
              <a:rPr kumimoji="0" lang="zh-CN" altLang="en-US" sz="2400" b="1" dirty="0"/>
              <a:t>为</a:t>
            </a:r>
            <a:r>
              <a:rPr kumimoji="0" lang="en-US" altLang="zh-CN" sz="2400" b="1" dirty="0"/>
              <a:t>n</a:t>
            </a:r>
            <a:r>
              <a:rPr kumimoji="0" lang="en-US" altLang="zh-CN" sz="2400" b="1" baseline="30000" dirty="0"/>
              <a:t>100</a:t>
            </a:r>
            <a:r>
              <a:rPr kumimoji="0" lang="zh-CN" altLang="en-US" sz="2400" b="1" dirty="0"/>
              <a:t>或</a:t>
            </a:r>
            <a:r>
              <a:rPr kumimoji="0" lang="en-US" altLang="zh-CN" sz="2400" b="1" dirty="0"/>
              <a:t>10</a:t>
            </a:r>
            <a:r>
              <a:rPr kumimoji="0" lang="en-US" altLang="zh-CN" sz="2400" b="1" baseline="30000" dirty="0"/>
              <a:t>99</a:t>
            </a:r>
            <a:r>
              <a:rPr kumimoji="0" lang="en-US" altLang="zh-CN" sz="2400" b="1" dirty="0"/>
              <a:t>n</a:t>
            </a:r>
            <a:r>
              <a:rPr kumimoji="0" lang="en-US" altLang="zh-CN" sz="2400" b="1" baseline="30000" dirty="0"/>
              <a:t>2</a:t>
            </a:r>
            <a:r>
              <a:rPr kumimoji="0" lang="zh-CN" altLang="en-US" sz="2400" b="1" dirty="0"/>
              <a:t>的算法哪个好？</a:t>
            </a:r>
            <a:endParaRPr kumimoji="0" lang="zh-CN" altLang="en-US" b="1" dirty="0">
              <a:latin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 calcmode="lin" valueType="num">
                                      <p:cBhvr additive="base">
                                        <p:cTn id="7" dur="500" fill="hold"/>
                                        <p:tgtEl>
                                          <p:spTgt spid="1423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23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2339">
                                            <p:txEl>
                                              <p:pRg st="1" end="1"/>
                                            </p:txEl>
                                          </p:spTgt>
                                        </p:tgtEl>
                                        <p:attrNameLst>
                                          <p:attrName>style.visibility</p:attrName>
                                        </p:attrNameLst>
                                      </p:cBhvr>
                                      <p:to>
                                        <p:strVal val="visible"/>
                                      </p:to>
                                    </p:set>
                                    <p:anim calcmode="lin" valueType="num">
                                      <p:cBhvr additive="base">
                                        <p:cTn id="13" dur="500" fill="hold"/>
                                        <p:tgtEl>
                                          <p:spTgt spid="1423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233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2339">
                                            <p:txEl>
                                              <p:pRg st="2" end="2"/>
                                            </p:txEl>
                                          </p:spTgt>
                                        </p:tgtEl>
                                        <p:attrNameLst>
                                          <p:attrName>style.visibility</p:attrName>
                                        </p:attrNameLst>
                                      </p:cBhvr>
                                      <p:to>
                                        <p:strVal val="visible"/>
                                      </p:to>
                                    </p:set>
                                    <p:anim calcmode="lin" valueType="num">
                                      <p:cBhvr additive="base">
                                        <p:cTn id="19" dur="500" fill="hold"/>
                                        <p:tgtEl>
                                          <p:spTgt spid="14233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233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42339">
                                            <p:txEl>
                                              <p:pRg st="3" end="3"/>
                                            </p:txEl>
                                          </p:spTgt>
                                        </p:tgtEl>
                                        <p:attrNameLst>
                                          <p:attrName>style.visibility</p:attrName>
                                        </p:attrNameLst>
                                      </p:cBhvr>
                                      <p:to>
                                        <p:strVal val="visible"/>
                                      </p:to>
                                    </p:set>
                                    <p:anim calcmode="lin" valueType="num">
                                      <p:cBhvr additive="base">
                                        <p:cTn id="25" dur="500" fill="hold"/>
                                        <p:tgtEl>
                                          <p:spTgt spid="14233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4233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42339">
                                            <p:txEl>
                                              <p:pRg st="4" end="4"/>
                                            </p:txEl>
                                          </p:spTgt>
                                        </p:tgtEl>
                                        <p:attrNameLst>
                                          <p:attrName>style.visibility</p:attrName>
                                        </p:attrNameLst>
                                      </p:cBhvr>
                                      <p:to>
                                        <p:strVal val="visible"/>
                                      </p:to>
                                    </p:set>
                                    <p:anim calcmode="lin" valueType="num">
                                      <p:cBhvr additive="base">
                                        <p:cTn id="31" dur="500" fill="hold"/>
                                        <p:tgtEl>
                                          <p:spTgt spid="14233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4233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42339">
                                            <p:txEl>
                                              <p:pRg st="5" end="5"/>
                                            </p:txEl>
                                          </p:spTgt>
                                        </p:tgtEl>
                                        <p:attrNameLst>
                                          <p:attrName>style.visibility</p:attrName>
                                        </p:attrNameLst>
                                      </p:cBhvr>
                                      <p:to>
                                        <p:strVal val="visible"/>
                                      </p:to>
                                    </p:set>
                                    <p:anim calcmode="lin" valueType="num">
                                      <p:cBhvr additive="base">
                                        <p:cTn id="37" dur="500" fill="hold"/>
                                        <p:tgtEl>
                                          <p:spTgt spid="14233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42339">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build="p" bldLvl="2"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CC8C9CC-AE1F-4222-B631-903C041083C5}"/>
              </a:ext>
            </a:extLst>
          </p:cNvPr>
          <p:cNvSpPr>
            <a:spLocks noGrp="1" noChangeArrowheads="1"/>
          </p:cNvSpPr>
          <p:nvPr>
            <p:ph type="title"/>
          </p:nvPr>
        </p:nvSpPr>
        <p:spPr bwMode="auto">
          <a:xfrm>
            <a:off x="685800" y="304800"/>
            <a:ext cx="8001000" cy="762000"/>
          </a:xfrm>
          <a:ln>
            <a:miter lim="800000"/>
            <a:headEnd/>
            <a:tailEnd/>
          </a:ln>
        </p:spPr>
        <p:txBody>
          <a:bodyPr vert="horz" wrap="square" lIns="91440" tIns="45720" rIns="91440" bIns="45720" numCol="1" anchor="t" anchorCtr="0" compatLnSpc="1">
            <a:prstTxWarp prst="textNoShape">
              <a:avLst/>
            </a:prstTxWarp>
          </a:bodyPr>
          <a:lstStyle/>
          <a:p>
            <a:pPr eaLnBrk="1" hangingPunct="1">
              <a:defRPr/>
            </a:pPr>
            <a:r>
              <a:rPr lang="en-US" altLang="zh-CN" sz="3600" b="1" dirty="0">
                <a:solidFill>
                  <a:srgbClr val="AC2F36"/>
                </a:solidFill>
                <a:effectLst>
                  <a:outerShdw blurRad="38100" dist="38100" dir="2700000" algn="tl">
                    <a:srgbClr val="C0C0C0"/>
                  </a:outerShdw>
                </a:effectLst>
                <a:latin typeface="华文中宋" panose="02010600040101010101" pitchFamily="2" charset="-122"/>
              </a:rPr>
              <a:t>0.2</a:t>
            </a:r>
            <a:r>
              <a:rPr lang="zh-CN" altLang="en-US" sz="3600" b="1" dirty="0">
                <a:solidFill>
                  <a:srgbClr val="AC2F36"/>
                </a:solidFill>
                <a:effectLst>
                  <a:outerShdw blurRad="38100" dist="38100" dir="2700000" algn="tl">
                    <a:srgbClr val="C0C0C0"/>
                  </a:outerShdw>
                </a:effectLst>
                <a:latin typeface="华文中宋" panose="02010600040101010101" pitchFamily="2" charset="-122"/>
              </a:rPr>
              <a:t>、有效算法初步概念</a:t>
            </a:r>
          </a:p>
        </p:txBody>
      </p:sp>
      <p:sp>
        <p:nvSpPr>
          <p:cNvPr id="17411" name="Rectangle 3">
            <a:extLst>
              <a:ext uri="{FF2B5EF4-FFF2-40B4-BE49-F238E27FC236}">
                <a16:creationId xmlns:a16="http://schemas.microsoft.com/office/drawing/2014/main" id="{42C9707B-DD22-4084-8E25-3CE7FF76EAB5}"/>
              </a:ext>
            </a:extLst>
          </p:cNvPr>
          <p:cNvSpPr>
            <a:spLocks noGrp="1" noChangeArrowheads="1"/>
          </p:cNvSpPr>
          <p:nvPr>
            <p:ph type="body" idx="1"/>
          </p:nvPr>
        </p:nvSpPr>
        <p:spPr bwMode="auto">
          <a:xfrm>
            <a:off x="539750" y="1163638"/>
            <a:ext cx="8077200" cy="15446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90000"/>
              </a:lnSpc>
              <a:spcBef>
                <a:spcPct val="50000"/>
              </a:spcBef>
              <a:buFontTx/>
              <a:buNone/>
            </a:pPr>
            <a:r>
              <a:rPr lang="en-US" altLang="zh-CN" sz="2800" b="1" dirty="0"/>
              <a:t>1</a:t>
            </a:r>
            <a:r>
              <a:rPr lang="zh-CN" altLang="en-US" sz="2800" b="1" dirty="0"/>
              <a:t>、算法的五个特征：</a:t>
            </a:r>
            <a:r>
              <a:rPr lang="zh-CN" altLang="en-US" sz="2800" b="1" dirty="0">
                <a:solidFill>
                  <a:schemeClr val="tx2"/>
                </a:solidFill>
              </a:rPr>
              <a:t>有限性、确定性、输入、输出</a:t>
            </a:r>
            <a:r>
              <a:rPr lang="zh-CN" altLang="en-US" sz="2800" b="1" dirty="0">
                <a:solidFill>
                  <a:srgbClr val="FF0000"/>
                </a:solidFill>
              </a:rPr>
              <a:t>、可行性</a:t>
            </a:r>
            <a:endParaRPr lang="zh-CN" altLang="en-US" sz="2800" b="1" dirty="0"/>
          </a:p>
          <a:p>
            <a:pPr eaLnBrk="1" hangingPunct="1">
              <a:lnSpc>
                <a:spcPct val="90000"/>
              </a:lnSpc>
              <a:spcBef>
                <a:spcPct val="50000"/>
              </a:spcBef>
              <a:buFontTx/>
              <a:buNone/>
            </a:pPr>
            <a:r>
              <a:rPr lang="en-US" altLang="zh-CN" sz="2800" b="1" dirty="0"/>
              <a:t>2. </a:t>
            </a:r>
            <a:r>
              <a:rPr lang="zh-CN" altLang="en-US" sz="2800" b="1" dirty="0"/>
              <a:t>问题可解：指有一定算法，在有限步内解决问题</a:t>
            </a:r>
          </a:p>
        </p:txBody>
      </p:sp>
      <p:sp>
        <p:nvSpPr>
          <p:cNvPr id="17413" name="Text Box 5">
            <a:extLst>
              <a:ext uri="{FF2B5EF4-FFF2-40B4-BE49-F238E27FC236}">
                <a16:creationId xmlns:a16="http://schemas.microsoft.com/office/drawing/2014/main" id="{C661DA52-54D7-46B3-8F2F-670ABB4F4FA4}"/>
              </a:ext>
            </a:extLst>
          </p:cNvPr>
          <p:cNvSpPr txBox="1">
            <a:spLocks noChangeArrowheads="1"/>
          </p:cNvSpPr>
          <p:nvPr/>
        </p:nvSpPr>
        <p:spPr bwMode="auto">
          <a:xfrm>
            <a:off x="469900" y="4437063"/>
            <a:ext cx="842327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ea typeface="华文中宋" panose="02010600040101010101" pitchFamily="2" charset="-122"/>
              </a:rPr>
              <a:t>  4. </a:t>
            </a:r>
            <a:r>
              <a:rPr lang="zh-CN" altLang="en-US" sz="2800" b="1" dirty="0">
                <a:ea typeface="华文中宋" panose="02010600040101010101" pitchFamily="2" charset="-122"/>
              </a:rPr>
              <a:t>可有效解决的问题：有一个算法可在多项式时间中可以完成计算的问题</a:t>
            </a:r>
          </a:p>
        </p:txBody>
      </p:sp>
      <p:sp>
        <p:nvSpPr>
          <p:cNvPr id="17417" name="Rectangle 9">
            <a:extLst>
              <a:ext uri="{FF2B5EF4-FFF2-40B4-BE49-F238E27FC236}">
                <a16:creationId xmlns:a16="http://schemas.microsoft.com/office/drawing/2014/main" id="{1065840E-6AD1-47B7-A370-CBC12E8AD5B6}"/>
              </a:ext>
            </a:extLst>
          </p:cNvPr>
          <p:cNvSpPr>
            <a:spLocks noChangeArrowheads="1"/>
          </p:cNvSpPr>
          <p:nvPr/>
        </p:nvSpPr>
        <p:spPr bwMode="auto">
          <a:xfrm>
            <a:off x="539750" y="3068638"/>
            <a:ext cx="8001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pPr>
            <a:r>
              <a:rPr lang="en-US" altLang="zh-CN" sz="2800" b="1" dirty="0">
                <a:ea typeface="华文中宋" panose="02010600040101010101" pitchFamily="2" charset="-122"/>
              </a:rPr>
              <a:t>3. </a:t>
            </a:r>
            <a:r>
              <a:rPr lang="zh-CN" altLang="en-US" sz="2800" b="1" dirty="0">
                <a:ea typeface="华文中宋" panose="02010600040101010101" pitchFamily="2" charset="-122"/>
              </a:rPr>
              <a:t>有效算法：运行时间是关于输入规模</a:t>
            </a:r>
            <a:r>
              <a:rPr lang="en-US" altLang="zh-CN" sz="2800" b="1" dirty="0">
                <a:ea typeface="华文中宋" panose="02010600040101010101" pitchFamily="2" charset="-122"/>
              </a:rPr>
              <a:t>n</a:t>
            </a:r>
            <a:r>
              <a:rPr lang="zh-CN" altLang="en-US" sz="2800" b="1" dirty="0">
                <a:ea typeface="华文中宋" panose="02010600040101010101" pitchFamily="2" charset="-122"/>
              </a:rPr>
              <a:t>的函数</a:t>
            </a:r>
            <a:r>
              <a:rPr lang="en-US" altLang="zh-CN" sz="2800" b="1" dirty="0">
                <a:ea typeface="华文中宋" panose="02010600040101010101" pitchFamily="2" charset="-122"/>
              </a:rPr>
              <a:t>f(n)</a:t>
            </a:r>
            <a:r>
              <a:rPr lang="zh-CN" altLang="en-US" sz="2800" b="1" dirty="0">
                <a:ea typeface="华文中宋" panose="02010600040101010101" pitchFamily="2" charset="-122"/>
              </a:rPr>
              <a:t>至多是多项式界的算法</a:t>
            </a:r>
            <a:endParaRPr kumimoji="0" lang="zh-CN" altLang="en-US" sz="2800" dirty="0">
              <a:latin typeface="华文中宋" panose="02010600040101010101" pitchFamily="2" charset="-122"/>
              <a:ea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 calcmode="lin" valueType="num">
                                      <p:cBhvr additive="base">
                                        <p:cTn id="7" dur="500" fill="hold"/>
                                        <p:tgtEl>
                                          <p:spTgt spid="1741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7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7417">
                                            <p:txEl>
                                              <p:pRg st="0" end="0"/>
                                            </p:txEl>
                                          </p:spTgt>
                                        </p:tgtEl>
                                        <p:attrNameLst>
                                          <p:attrName>style.visibility</p:attrName>
                                        </p:attrNameLst>
                                      </p:cBhvr>
                                      <p:to>
                                        <p:strVal val="visible"/>
                                      </p:to>
                                    </p:set>
                                    <p:anim calcmode="lin" valueType="num">
                                      <p:cBhvr additive="base">
                                        <p:cTn id="19" dur="500" fill="hold"/>
                                        <p:tgtEl>
                                          <p:spTgt spid="17417">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741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7413"/>
                                        </p:tgtEl>
                                        <p:attrNameLst>
                                          <p:attrName>style.visibility</p:attrName>
                                        </p:attrNameLst>
                                      </p:cBhvr>
                                      <p:to>
                                        <p:strVal val="visible"/>
                                      </p:to>
                                    </p:set>
                                    <p:animEffect transition="in" filter="blinds(horizontal)">
                                      <p:cBhvr>
                                        <p:cTn id="25" dur="5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autoUpdateAnimBg="0"/>
      <p:bldP spid="17413" grpId="0" autoUpdateAnimBg="0"/>
      <p:bldP spid="17417"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D9409B87-783D-4C86-9CAC-83E3E97D4F90}"/>
              </a:ext>
            </a:extLst>
          </p:cNvPr>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dirty="0"/>
              <a:t>P</a:t>
            </a:r>
            <a:r>
              <a:rPr lang="zh-CN" altLang="en-US" dirty="0"/>
              <a:t>类、</a:t>
            </a:r>
            <a:r>
              <a:rPr lang="en-US" altLang="zh-CN" dirty="0"/>
              <a:t>NP</a:t>
            </a:r>
            <a:r>
              <a:rPr lang="zh-CN" altLang="en-US" dirty="0"/>
              <a:t>类</a:t>
            </a:r>
          </a:p>
        </p:txBody>
      </p:sp>
      <p:sp>
        <p:nvSpPr>
          <p:cNvPr id="3" name="内容占位符 2">
            <a:extLst>
              <a:ext uri="{FF2B5EF4-FFF2-40B4-BE49-F238E27FC236}">
                <a16:creationId xmlns:a16="http://schemas.microsoft.com/office/drawing/2014/main" id="{48B4E8C7-5637-45E3-B519-93459492066F}"/>
              </a:ext>
            </a:extLst>
          </p:cNvPr>
          <p:cNvSpPr>
            <a:spLocks noGrp="1"/>
          </p:cNvSpPr>
          <p:nvPr>
            <p:ph idx="1"/>
          </p:nvPr>
        </p:nvSpPr>
        <p:spPr>
          <a:xfrm>
            <a:off x="428625" y="1285875"/>
            <a:ext cx="8229600" cy="4525963"/>
          </a:xfrm>
        </p:spPr>
        <p:txBody>
          <a:bodyPr/>
          <a:lstStyle/>
          <a:p>
            <a:pPr eaLnBrk="1" hangingPunct="1">
              <a:defRPr/>
            </a:pPr>
            <a:r>
              <a:rPr lang="zh-CN" altLang="en-US" sz="2800" b="1" dirty="0"/>
              <a:t>所有可以在多项式时间内求解的判定问题称为</a:t>
            </a:r>
            <a:r>
              <a:rPr lang="en-US" altLang="zh-CN" sz="2800" b="1" dirty="0"/>
              <a:t>P</a:t>
            </a:r>
            <a:r>
              <a:rPr lang="zh-CN" altLang="en-US" sz="2800" b="1" dirty="0"/>
              <a:t>类问题。</a:t>
            </a:r>
            <a:endParaRPr lang="en-US" altLang="zh-CN" sz="2800" b="1" dirty="0"/>
          </a:p>
          <a:p>
            <a:pPr lvl="1" eaLnBrk="1" hangingPunct="1">
              <a:defRPr/>
            </a:pPr>
            <a:r>
              <a:rPr lang="en-US" altLang="zh-CN" sz="2400" b="1" dirty="0"/>
              <a:t>P</a:t>
            </a:r>
            <a:r>
              <a:rPr lang="zh-CN" altLang="en-US" sz="2400" b="1" dirty="0"/>
              <a:t>类问题是针对确定性计算模型下的易计算问题类。</a:t>
            </a:r>
            <a:endParaRPr lang="en-US" altLang="zh-CN" sz="2400" b="1" dirty="0"/>
          </a:p>
          <a:p>
            <a:pPr eaLnBrk="1" hangingPunct="1">
              <a:defRPr/>
            </a:pPr>
            <a:r>
              <a:rPr lang="en-US" altLang="zh-CN" sz="2800" b="1" dirty="0"/>
              <a:t>NP</a:t>
            </a:r>
            <a:r>
              <a:rPr lang="zh-CN" altLang="en-US" sz="2800" b="1" dirty="0"/>
              <a:t>类问题是在非确定性计算模型下的易验证问题类。分猜测和验证两部分。</a:t>
            </a:r>
            <a:endParaRPr lang="en-US" altLang="zh-CN" sz="2800" b="1" dirty="0"/>
          </a:p>
          <a:p>
            <a:pPr marL="914400" lvl="1" indent="-514350" eaLnBrk="1" hangingPunct="1">
              <a:buFont typeface="+mj-lt"/>
              <a:buAutoNum type="arabicPeriod"/>
              <a:defRPr/>
            </a:pPr>
            <a:r>
              <a:rPr lang="zh-CN" altLang="en-US" sz="2400" b="1" dirty="0"/>
              <a:t>猜测阶段是非确定性的</a:t>
            </a:r>
            <a:endParaRPr lang="en-US" altLang="zh-CN" sz="2400" b="1" dirty="0"/>
          </a:p>
          <a:p>
            <a:pPr marL="914400" lvl="1" indent="-514350" eaLnBrk="1" hangingPunct="1">
              <a:buFont typeface="+mj-lt"/>
              <a:buAutoNum type="arabicPeriod"/>
              <a:defRPr/>
            </a:pPr>
            <a:r>
              <a:rPr lang="zh-CN" altLang="en-US" sz="2400" b="1" dirty="0"/>
              <a:t>验证阶段是确定性的，且在多项式时间内容完成。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6048F59-9672-4AB9-99CB-D2768C92EA09}"/>
              </a:ext>
            </a:extLst>
          </p:cNvPr>
          <p:cNvSpPr>
            <a:spLocks noGrp="1" noChangeArrowheads="1"/>
          </p:cNvSpPr>
          <p:nvPr>
            <p:ph type="title"/>
          </p:nvPr>
        </p:nvSpPr>
        <p:spPr bwMode="auto">
          <a:xfrm>
            <a:off x="611560" y="2564904"/>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dirty="0">
                <a:solidFill>
                  <a:srgbClr val="AC2F36"/>
                </a:solidFill>
                <a:ea typeface="华文中宋" panose="02010600040101010101" pitchFamily="2" charset="-122"/>
              </a:rPr>
              <a:t>§1</a:t>
            </a:r>
            <a:r>
              <a:rPr lang="zh-CN" altLang="en-US" b="1" dirty="0">
                <a:solidFill>
                  <a:srgbClr val="AC2F36"/>
                </a:solidFill>
                <a:ea typeface="华文中宋" panose="02010600040101010101" pitchFamily="2" charset="-122"/>
              </a:rPr>
              <a:t>、计算模型</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A5E452F-9392-42FF-973A-45756C93A7E1}"/>
              </a:ext>
            </a:extLst>
          </p:cNvPr>
          <p:cNvSpPr>
            <a:spLocks noGrp="1" noChangeArrowheads="1"/>
          </p:cNvSpPr>
          <p:nvPr>
            <p:ph type="title"/>
          </p:nvPr>
        </p:nvSpPr>
        <p:spPr bwMode="auto">
          <a:xfrm>
            <a:off x="685800" y="404664"/>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000" b="1" dirty="0">
                <a:solidFill>
                  <a:srgbClr val="AC2F36"/>
                </a:solidFill>
                <a:latin typeface="华文中宋" panose="02010600040101010101" pitchFamily="2" charset="-122"/>
                <a:ea typeface="华文中宋" panose="02010600040101010101" pitchFamily="2" charset="-122"/>
              </a:rPr>
              <a:t>1.0 </a:t>
            </a:r>
            <a:r>
              <a:rPr lang="zh-CN" altLang="en-US" sz="4000" b="1" dirty="0">
                <a:solidFill>
                  <a:srgbClr val="AC2F36"/>
                </a:solidFill>
                <a:latin typeface="华文中宋" panose="02010600040101010101" pitchFamily="2" charset="-122"/>
                <a:ea typeface="华文中宋" panose="02010600040101010101" pitchFamily="2" charset="-122"/>
              </a:rPr>
              <a:t>计算模型</a:t>
            </a:r>
            <a:r>
              <a:rPr kumimoji="0" lang="zh-CN" altLang="en-US" sz="4000" b="1" dirty="0">
                <a:solidFill>
                  <a:srgbClr val="AC2F36"/>
                </a:solidFill>
                <a:latin typeface="华文中宋" panose="02010600040101010101" pitchFamily="2" charset="-122"/>
                <a:ea typeface="华文中宋" panose="02010600040101010101" pitchFamily="2" charset="-122"/>
              </a:rPr>
              <a:t>概述</a:t>
            </a:r>
          </a:p>
        </p:txBody>
      </p:sp>
      <p:sp>
        <p:nvSpPr>
          <p:cNvPr id="13315" name="Rectangle 3">
            <a:extLst>
              <a:ext uri="{FF2B5EF4-FFF2-40B4-BE49-F238E27FC236}">
                <a16:creationId xmlns:a16="http://schemas.microsoft.com/office/drawing/2014/main" id="{DE9D3799-AB05-49B8-A200-BA9A5626ACCA}"/>
              </a:ext>
            </a:extLst>
          </p:cNvPr>
          <p:cNvSpPr>
            <a:spLocks noGrp="1" noChangeArrowheads="1"/>
          </p:cNvSpPr>
          <p:nvPr>
            <p:ph type="body" idx="1"/>
          </p:nvPr>
        </p:nvSpPr>
        <p:spPr bwMode="auto">
          <a:xfrm>
            <a:off x="342900" y="1628800"/>
            <a:ext cx="8458200" cy="5486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eaLnBrk="1" hangingPunct="1">
              <a:lnSpc>
                <a:spcPct val="110000"/>
              </a:lnSpc>
              <a:spcBef>
                <a:spcPct val="0"/>
              </a:spcBef>
              <a:buFontTx/>
              <a:buNone/>
            </a:pPr>
            <a:r>
              <a:rPr kumimoji="0" lang="zh-CN" altLang="en-US" sz="2800" b="1" dirty="0">
                <a:solidFill>
                  <a:srgbClr val="0000CC"/>
                </a:solidFill>
              </a:rPr>
              <a:t>计算机模型：</a:t>
            </a:r>
            <a:r>
              <a:rPr kumimoji="0" lang="zh-CN" altLang="en-US" sz="2800" b="1" dirty="0"/>
              <a:t>复杂性分析的依据和客观尺度</a:t>
            </a:r>
          </a:p>
          <a:p>
            <a:pPr marL="533400" indent="-533400" eaLnBrk="1" hangingPunct="1">
              <a:lnSpc>
                <a:spcPct val="110000"/>
              </a:lnSpc>
              <a:spcBef>
                <a:spcPct val="0"/>
              </a:spcBef>
              <a:buFontTx/>
              <a:buAutoNum type="arabicPeriod"/>
            </a:pPr>
            <a:r>
              <a:rPr kumimoji="0" lang="zh-CN" altLang="en-US" sz="2800" b="1" dirty="0">
                <a:solidFill>
                  <a:srgbClr val="0000CC"/>
                </a:solidFill>
              </a:rPr>
              <a:t>三种最基本的计算模型：</a:t>
            </a:r>
          </a:p>
          <a:p>
            <a:pPr marL="914400" lvl="1" indent="-457200" eaLnBrk="1" hangingPunct="1">
              <a:lnSpc>
                <a:spcPct val="110000"/>
              </a:lnSpc>
              <a:spcBef>
                <a:spcPct val="0"/>
              </a:spcBef>
              <a:buFontTx/>
              <a:buAutoNum type="arabicParenR"/>
            </a:pPr>
            <a:r>
              <a:rPr kumimoji="0" lang="zh-CN" altLang="en-US" b="1" dirty="0">
                <a:solidFill>
                  <a:srgbClr val="FF0000"/>
                </a:solidFill>
              </a:rPr>
              <a:t>图灵机</a:t>
            </a:r>
            <a:r>
              <a:rPr kumimoji="0" lang="en-US" altLang="zh-CN" b="1" dirty="0">
                <a:solidFill>
                  <a:srgbClr val="FF0000"/>
                </a:solidFill>
              </a:rPr>
              <a:t>TM</a:t>
            </a:r>
            <a:r>
              <a:rPr kumimoji="0" lang="zh-CN" altLang="en-US" b="1" dirty="0">
                <a:solidFill>
                  <a:srgbClr val="FF0000"/>
                </a:solidFill>
              </a:rPr>
              <a:t>（单带图灵机，多带图灵机）</a:t>
            </a:r>
          </a:p>
          <a:p>
            <a:pPr marL="914400" lvl="1" indent="-457200" eaLnBrk="1" hangingPunct="1">
              <a:lnSpc>
                <a:spcPct val="110000"/>
              </a:lnSpc>
              <a:spcBef>
                <a:spcPct val="0"/>
              </a:spcBef>
              <a:buFontTx/>
              <a:buAutoNum type="arabicParenR"/>
            </a:pPr>
            <a:r>
              <a:rPr kumimoji="0" lang="zh-CN" altLang="en-US" b="1" dirty="0"/>
              <a:t>*随机存取机（</a:t>
            </a:r>
            <a:r>
              <a:rPr kumimoji="0" lang="en-US" altLang="zh-CN" b="1" dirty="0"/>
              <a:t>RAM</a:t>
            </a:r>
            <a:r>
              <a:rPr kumimoji="0" lang="zh-CN" altLang="en-US" b="1" dirty="0"/>
              <a:t>）</a:t>
            </a:r>
          </a:p>
          <a:p>
            <a:pPr marL="914400" lvl="1" indent="-457200" eaLnBrk="1" hangingPunct="1">
              <a:lnSpc>
                <a:spcPct val="110000"/>
              </a:lnSpc>
              <a:spcBef>
                <a:spcPct val="0"/>
              </a:spcBef>
              <a:buFontTx/>
              <a:buAutoNum type="arabicParenR"/>
            </a:pPr>
            <a:r>
              <a:rPr kumimoji="0" lang="zh-CN" altLang="en-US" b="1" dirty="0"/>
              <a:t>*随机存取存储程序机 </a:t>
            </a:r>
            <a:r>
              <a:rPr kumimoji="0" lang="en-US" altLang="zh-CN" b="1" dirty="0"/>
              <a:t>RASP </a:t>
            </a:r>
          </a:p>
          <a:p>
            <a:pPr marL="533400" indent="-533400" eaLnBrk="1" hangingPunct="1">
              <a:lnSpc>
                <a:spcPct val="110000"/>
              </a:lnSpc>
              <a:spcBef>
                <a:spcPct val="0"/>
              </a:spcBef>
              <a:buFontTx/>
              <a:buAutoNum type="arabicPeriod"/>
            </a:pPr>
            <a:r>
              <a:rPr kumimoji="0" lang="zh-CN" altLang="en-US" sz="2800" b="1" dirty="0">
                <a:solidFill>
                  <a:srgbClr val="0000CC"/>
                </a:solidFill>
              </a:rPr>
              <a:t>结论：</a:t>
            </a:r>
            <a:r>
              <a:rPr kumimoji="0" lang="zh-CN" altLang="en-US" sz="2800" b="1" dirty="0"/>
              <a:t>至今研究过的所有实际的计算机模型，单带</a:t>
            </a:r>
            <a:r>
              <a:rPr kumimoji="0" lang="en-US" altLang="zh-CN" sz="2800" b="1" dirty="0"/>
              <a:t>Turing</a:t>
            </a:r>
            <a:r>
              <a:rPr kumimoji="0" lang="zh-CN" altLang="en-US" sz="2800" b="1" dirty="0"/>
              <a:t>机、多带</a:t>
            </a:r>
            <a:r>
              <a:rPr kumimoji="0" lang="en-US" altLang="zh-CN" sz="2800" b="1" dirty="0"/>
              <a:t>Turing</a:t>
            </a:r>
            <a:r>
              <a:rPr kumimoji="0" lang="zh-CN" altLang="en-US" sz="2800" b="1" dirty="0"/>
              <a:t>机、 </a:t>
            </a:r>
            <a:r>
              <a:rPr kumimoji="0" lang="en-US" altLang="zh-CN" b="1" dirty="0"/>
              <a:t>RAM</a:t>
            </a:r>
            <a:r>
              <a:rPr kumimoji="0" lang="zh-CN" altLang="en-US" b="1" dirty="0"/>
              <a:t>机等</a:t>
            </a:r>
            <a:r>
              <a:rPr kumimoji="0" lang="zh-CN" altLang="en-US" sz="2800" b="1" dirty="0"/>
              <a:t>， 在多项式时间内转换下都是等价的，但在计算速度上不同。</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 calcmode="lin" valueType="num">
                                      <p:cBhvr additive="base">
                                        <p:cTn id="7" dur="500" fill="hold"/>
                                        <p:tgtEl>
                                          <p:spTgt spid="1331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anim calcmode="lin" valueType="num">
                                      <p:cBhvr additive="base">
                                        <p:cTn id="13" dur="500" fill="hold"/>
                                        <p:tgtEl>
                                          <p:spTgt spid="1331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315">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 calcmode="lin" valueType="num">
                                      <p:cBhvr additive="base">
                                        <p:cTn id="17" dur="500" fill="hold"/>
                                        <p:tgtEl>
                                          <p:spTgt spid="1331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331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3315">
                                            <p:txEl>
                                              <p:pRg st="3" end="3"/>
                                            </p:txEl>
                                          </p:spTgt>
                                        </p:tgtEl>
                                        <p:attrNameLst>
                                          <p:attrName>style.visibility</p:attrName>
                                        </p:attrNameLst>
                                      </p:cBhvr>
                                      <p:to>
                                        <p:strVal val="visible"/>
                                      </p:to>
                                    </p:set>
                                    <p:anim calcmode="lin" valueType="num">
                                      <p:cBhvr additive="base">
                                        <p:cTn id="21" dur="500" fill="hold"/>
                                        <p:tgtEl>
                                          <p:spTgt spid="13315">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3315">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13315">
                                            <p:txEl>
                                              <p:pRg st="4" end="4"/>
                                            </p:txEl>
                                          </p:spTgt>
                                        </p:tgtEl>
                                        <p:attrNameLst>
                                          <p:attrName>style.visibility</p:attrName>
                                        </p:attrNameLst>
                                      </p:cBhvr>
                                      <p:to>
                                        <p:strVal val="visible"/>
                                      </p:to>
                                    </p:set>
                                    <p:anim calcmode="lin" valueType="num">
                                      <p:cBhvr additive="base">
                                        <p:cTn id="25" dur="500" fill="hold"/>
                                        <p:tgtEl>
                                          <p:spTgt spid="13315">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331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3315">
                                            <p:txEl>
                                              <p:pRg st="5" end="5"/>
                                            </p:txEl>
                                          </p:spTgt>
                                        </p:tgtEl>
                                        <p:attrNameLst>
                                          <p:attrName>style.visibility</p:attrName>
                                        </p:attrNameLst>
                                      </p:cBhvr>
                                      <p:to>
                                        <p:strVal val="visible"/>
                                      </p:to>
                                    </p:set>
                                    <p:anim calcmode="lin" valueType="num">
                                      <p:cBhvr additive="base">
                                        <p:cTn id="31" dur="500" fill="hold"/>
                                        <p:tgtEl>
                                          <p:spTgt spid="13315">
                                            <p:txEl>
                                              <p:pRg st="5" end="5"/>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331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9433295-382D-4C89-95C9-7EA4409C0CFE}"/>
              </a:ext>
            </a:extLst>
          </p:cNvPr>
          <p:cNvSpPr>
            <a:spLocks noGrp="1" noChangeArrowheads="1"/>
          </p:cNvSpPr>
          <p:nvPr>
            <p:ph type="title"/>
          </p:nvPr>
        </p:nvSpPr>
        <p:spPr bwMode="auto">
          <a:xfrm>
            <a:off x="685800" y="22098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pPr>
            <a:r>
              <a:rPr lang="en-US" altLang="zh-CN" b="1" dirty="0">
                <a:solidFill>
                  <a:srgbClr val="AC2F36"/>
                </a:solidFill>
              </a:rPr>
              <a:t>1.1  </a:t>
            </a:r>
            <a:r>
              <a:rPr lang="zh-CN" altLang="en-US" b="1" dirty="0">
                <a:solidFill>
                  <a:srgbClr val="AC2F36"/>
                </a:solidFill>
                <a:latin typeface="华文中宋" panose="02010600040101010101" pitchFamily="2" charset="-122"/>
                <a:ea typeface="华文中宋" panose="02010600040101010101" pitchFamily="2" charset="-122"/>
              </a:rPr>
              <a:t>图灵机</a:t>
            </a:r>
          </a:p>
        </p:txBody>
      </p:sp>
      <p:sp>
        <p:nvSpPr>
          <p:cNvPr id="99332" name="Text Box 4">
            <a:extLst>
              <a:ext uri="{FF2B5EF4-FFF2-40B4-BE49-F238E27FC236}">
                <a16:creationId xmlns:a16="http://schemas.microsoft.com/office/drawing/2014/main" id="{5AB7CA27-D5DC-4765-92C6-4AE9B4B369AC}"/>
              </a:ext>
            </a:extLst>
          </p:cNvPr>
          <p:cNvSpPr txBox="1">
            <a:spLocks noGrp="1" noChangeArrowheads="1"/>
          </p:cNvSpPr>
          <p:nvPr>
            <p:ph type="body" idx="1"/>
          </p:nvPr>
        </p:nvSpPr>
        <p:spPr bwMode="auto">
          <a:xfrm>
            <a:off x="642938" y="714375"/>
            <a:ext cx="8001000" cy="1676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eaLnBrk="1" hangingPunct="1">
              <a:spcBef>
                <a:spcPct val="50000"/>
              </a:spcBef>
              <a:buFontTx/>
              <a:buNone/>
            </a:pPr>
            <a:r>
              <a:rPr lang="en-US" altLang="zh-CN" sz="2800" b="1"/>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99332"/>
                                        </p:tgtEl>
                                        <p:attrNameLst>
                                          <p:attrName>style.visibility</p:attrName>
                                        </p:attrNameLst>
                                      </p:cBhvr>
                                      <p:to>
                                        <p:strVal val="visible"/>
                                      </p:to>
                                    </p:set>
                                    <p:anim calcmode="lin" valueType="num">
                                      <p:cBhvr additive="base">
                                        <p:cTn id="7" dur="500" fill="hold"/>
                                        <p:tgtEl>
                                          <p:spTgt spid="99332"/>
                                        </p:tgtEl>
                                        <p:attrNameLst>
                                          <p:attrName>ppt_x</p:attrName>
                                        </p:attrNameLst>
                                      </p:cBhvr>
                                      <p:tavLst>
                                        <p:tav tm="0">
                                          <p:val>
                                            <p:strVal val="0-#ppt_w/2"/>
                                          </p:val>
                                        </p:tav>
                                        <p:tav tm="100000">
                                          <p:val>
                                            <p:strVal val="#ppt_x"/>
                                          </p:val>
                                        </p:tav>
                                      </p:tavLst>
                                    </p:anim>
                                    <p:anim calcmode="lin" valueType="num">
                                      <p:cBhvr additive="base">
                                        <p:cTn id="8" dur="500" fill="hold"/>
                                        <p:tgtEl>
                                          <p:spTgt spid="993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5A7751E-F04C-4396-915F-1EB4ED639C7F}"/>
              </a:ext>
            </a:extLst>
          </p:cNvPr>
          <p:cNvSpPr>
            <a:spLocks noGrp="1" noChangeArrowheads="1"/>
          </p:cNvSpPr>
          <p:nvPr>
            <p:ph type="title"/>
          </p:nvPr>
        </p:nvSpPr>
        <p:spPr bwMode="auto">
          <a:xfrm>
            <a:off x="685800" y="457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1. </a:t>
            </a:r>
            <a:r>
              <a:rPr kumimoji="0" lang="zh-CN" altLang="en-US" sz="4000" b="1" dirty="0">
                <a:solidFill>
                  <a:schemeClr val="accent2"/>
                </a:solidFill>
                <a:latin typeface="华文中宋" panose="02010600040101010101" pitchFamily="2" charset="-122"/>
                <a:ea typeface="华文中宋" panose="02010600040101010101" pitchFamily="2" charset="-122"/>
              </a:rPr>
              <a:t>单带图灵机</a:t>
            </a:r>
          </a:p>
        </p:txBody>
      </p:sp>
      <p:sp>
        <p:nvSpPr>
          <p:cNvPr id="17412" name="Rectangle 33">
            <a:extLst>
              <a:ext uri="{FF2B5EF4-FFF2-40B4-BE49-F238E27FC236}">
                <a16:creationId xmlns:a16="http://schemas.microsoft.com/office/drawing/2014/main" id="{1531871B-DC25-44A2-BE34-AD41C11B715F}"/>
              </a:ext>
            </a:extLst>
          </p:cNvPr>
          <p:cNvSpPr>
            <a:spLocks noChangeArrowheads="1"/>
          </p:cNvSpPr>
          <p:nvPr/>
        </p:nvSpPr>
        <p:spPr bwMode="auto">
          <a:xfrm>
            <a:off x="587375" y="2214563"/>
            <a:ext cx="269785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000000"/>
                </a:solidFill>
                <a:latin typeface="华文中宋" panose="02010600040101010101" pitchFamily="2" charset="-122"/>
                <a:ea typeface="华文中宋" panose="02010600040101010101" pitchFamily="2" charset="-122"/>
              </a:rPr>
              <a:t>                                 </a:t>
            </a:r>
            <a:endParaRPr lang="en-US" altLang="zh-CN" dirty="0">
              <a:ea typeface="华文中宋" panose="02010600040101010101" pitchFamily="2" charset="-122"/>
            </a:endParaRPr>
          </a:p>
        </p:txBody>
      </p:sp>
      <p:sp>
        <p:nvSpPr>
          <p:cNvPr id="17413" name="Rectangle 35">
            <a:extLst>
              <a:ext uri="{FF2B5EF4-FFF2-40B4-BE49-F238E27FC236}">
                <a16:creationId xmlns:a16="http://schemas.microsoft.com/office/drawing/2014/main" id="{2CCA773D-1BAB-4459-8B23-9ED41C297B80}"/>
              </a:ext>
            </a:extLst>
          </p:cNvPr>
          <p:cNvSpPr>
            <a:spLocks noChangeArrowheads="1"/>
          </p:cNvSpPr>
          <p:nvPr/>
        </p:nvSpPr>
        <p:spPr bwMode="auto">
          <a:xfrm>
            <a:off x="1046163" y="3170238"/>
            <a:ext cx="98103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000000"/>
                </a:solidFill>
                <a:latin typeface="华文中宋" panose="02010600040101010101" pitchFamily="2" charset="-122"/>
                <a:ea typeface="华文中宋" panose="02010600040101010101" pitchFamily="2" charset="-122"/>
              </a:rPr>
              <a:t>            </a:t>
            </a:r>
            <a:endParaRPr lang="en-US" altLang="zh-CN" dirty="0">
              <a:ea typeface="华文中宋" panose="02010600040101010101" pitchFamily="2" charset="-122"/>
            </a:endParaRPr>
          </a:p>
        </p:txBody>
      </p:sp>
      <p:sp>
        <p:nvSpPr>
          <p:cNvPr id="17414" name="Rectangle 154">
            <a:extLst>
              <a:ext uri="{FF2B5EF4-FFF2-40B4-BE49-F238E27FC236}">
                <a16:creationId xmlns:a16="http://schemas.microsoft.com/office/drawing/2014/main" id="{547619F4-52B4-49FA-B1AC-2E12DC947B1B}"/>
              </a:ext>
            </a:extLst>
          </p:cNvPr>
          <p:cNvSpPr>
            <a:spLocks noChangeArrowheads="1"/>
          </p:cNvSpPr>
          <p:nvPr/>
        </p:nvSpPr>
        <p:spPr bwMode="auto">
          <a:xfrm>
            <a:off x="587375" y="4425950"/>
            <a:ext cx="10627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dirty="0">
                <a:solidFill>
                  <a:srgbClr val="000000"/>
                </a:solidFill>
                <a:latin typeface="华文中宋" panose="02010600040101010101" pitchFamily="2" charset="-122"/>
                <a:ea typeface="华文中宋" panose="02010600040101010101" pitchFamily="2" charset="-122"/>
              </a:rPr>
              <a:t>             </a:t>
            </a:r>
            <a:endParaRPr lang="en-US" altLang="zh-CN" dirty="0">
              <a:ea typeface="华文中宋" panose="02010600040101010101" pitchFamily="2" charset="-122"/>
            </a:endParaRPr>
          </a:p>
        </p:txBody>
      </p:sp>
      <p:grpSp>
        <p:nvGrpSpPr>
          <p:cNvPr id="2" name="Group 194">
            <a:extLst>
              <a:ext uri="{FF2B5EF4-FFF2-40B4-BE49-F238E27FC236}">
                <a16:creationId xmlns:a16="http://schemas.microsoft.com/office/drawing/2014/main" id="{109262B6-551C-46E7-8C96-458C31165FCD}"/>
              </a:ext>
            </a:extLst>
          </p:cNvPr>
          <p:cNvGrpSpPr>
            <a:grpSpLocks/>
          </p:cNvGrpSpPr>
          <p:nvPr/>
        </p:nvGrpSpPr>
        <p:grpSpPr bwMode="auto">
          <a:xfrm>
            <a:off x="1219200" y="1828800"/>
            <a:ext cx="6731000" cy="2473326"/>
            <a:chOff x="368" y="432"/>
            <a:chExt cx="4240" cy="1558"/>
          </a:xfrm>
        </p:grpSpPr>
        <p:sp>
          <p:nvSpPr>
            <p:cNvPr id="17416" name="Text Box 195">
              <a:extLst>
                <a:ext uri="{FF2B5EF4-FFF2-40B4-BE49-F238E27FC236}">
                  <a16:creationId xmlns:a16="http://schemas.microsoft.com/office/drawing/2014/main" id="{4F6F568B-4496-43E3-AFF3-E571F39A5B05}"/>
                </a:ext>
              </a:extLst>
            </p:cNvPr>
            <p:cNvSpPr txBox="1">
              <a:spLocks noChangeArrowheads="1"/>
            </p:cNvSpPr>
            <p:nvPr/>
          </p:nvSpPr>
          <p:spPr bwMode="auto">
            <a:xfrm>
              <a:off x="2064" y="432"/>
              <a:ext cx="2544" cy="74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dirty="0">
                  <a:ea typeface="华文中宋" panose="02010600040101010101" pitchFamily="2" charset="-122"/>
                </a:rPr>
                <a:t>  </a:t>
              </a:r>
              <a:r>
                <a:rPr lang="zh-CN" altLang="en-US" sz="2800" b="1" dirty="0">
                  <a:solidFill>
                    <a:schemeClr val="tx2"/>
                  </a:solidFill>
                  <a:ea typeface="华文中宋" panose="02010600040101010101" pitchFamily="2" charset="-122"/>
                </a:rPr>
                <a:t>有    穷       </a:t>
              </a:r>
              <a:r>
                <a:rPr lang="en-US" altLang="zh-CN" sz="2800" b="1" dirty="0">
                  <a:ea typeface="华文中宋" panose="02010600040101010101" pitchFamily="2" charset="-122"/>
                </a:rPr>
                <a:t>q</a:t>
              </a:r>
              <a:r>
                <a:rPr lang="en-US" altLang="zh-CN" sz="2800" b="1" baseline="-25000" dirty="0">
                  <a:ea typeface="华文中宋" panose="02010600040101010101" pitchFamily="2" charset="-122"/>
                </a:rPr>
                <a:t>0</a:t>
              </a:r>
              <a:r>
                <a:rPr lang="en-US" altLang="zh-CN" sz="2800" b="1" dirty="0">
                  <a:ea typeface="华文中宋" panose="02010600040101010101" pitchFamily="2" charset="-122"/>
                </a:rPr>
                <a:t>   q</a:t>
              </a:r>
              <a:r>
                <a:rPr lang="en-US" altLang="zh-CN" sz="2800" b="1" baseline="-25000" dirty="0">
                  <a:ea typeface="华文中宋" panose="02010600040101010101" pitchFamily="2" charset="-122"/>
                </a:rPr>
                <a:t>1</a:t>
              </a:r>
              <a:r>
                <a:rPr lang="en-US" altLang="zh-CN" sz="2800" b="1" dirty="0">
                  <a:ea typeface="华文中宋" panose="02010600040101010101" pitchFamily="2" charset="-122"/>
                </a:rPr>
                <a:t>  q</a:t>
              </a:r>
              <a:r>
                <a:rPr lang="en-US" altLang="zh-CN" sz="2800" b="1" baseline="-25000" dirty="0">
                  <a:ea typeface="华文中宋" panose="02010600040101010101" pitchFamily="2" charset="-122"/>
                </a:rPr>
                <a:t>2</a:t>
              </a:r>
              <a:r>
                <a:rPr lang="en-US" altLang="zh-CN" sz="2800" b="1" dirty="0">
                  <a:ea typeface="华文中宋" panose="02010600040101010101" pitchFamily="2" charset="-122"/>
                </a:rPr>
                <a:t>  q</a:t>
              </a:r>
              <a:r>
                <a:rPr lang="en-US" altLang="zh-CN" sz="2800" b="1" baseline="-25000" dirty="0">
                  <a:ea typeface="华文中宋" panose="02010600040101010101" pitchFamily="2" charset="-122"/>
                </a:rPr>
                <a:t>3</a:t>
              </a:r>
            </a:p>
            <a:p>
              <a:pPr eaLnBrk="1" hangingPunct="1">
                <a:spcBef>
                  <a:spcPct val="50000"/>
                </a:spcBef>
              </a:pPr>
              <a:r>
                <a:rPr lang="en-US" altLang="zh-CN" sz="2800" b="1" dirty="0">
                  <a:solidFill>
                    <a:schemeClr val="tx2"/>
                  </a:solidFill>
                  <a:ea typeface="华文中宋" panose="02010600040101010101" pitchFamily="2" charset="-122"/>
                </a:rPr>
                <a:t>  </a:t>
              </a:r>
              <a:r>
                <a:rPr lang="zh-CN" altLang="en-US" sz="2800" b="1" dirty="0">
                  <a:solidFill>
                    <a:schemeClr val="tx2"/>
                  </a:solidFill>
                  <a:ea typeface="华文中宋" panose="02010600040101010101" pitchFamily="2" charset="-122"/>
                </a:rPr>
                <a:t>控制器</a:t>
              </a:r>
              <a:r>
                <a:rPr lang="zh-CN" altLang="en-US" sz="2800" b="1" dirty="0">
                  <a:ea typeface="华文中宋" panose="02010600040101010101" pitchFamily="2" charset="-122"/>
                </a:rPr>
                <a:t>    </a:t>
              </a:r>
            </a:p>
          </p:txBody>
        </p:sp>
        <p:sp>
          <p:nvSpPr>
            <p:cNvPr id="17417" name="Freeform 196">
              <a:extLst>
                <a:ext uri="{FF2B5EF4-FFF2-40B4-BE49-F238E27FC236}">
                  <a16:creationId xmlns:a16="http://schemas.microsoft.com/office/drawing/2014/main" id="{0E760C26-CE0D-4A4F-877C-74EF5F93B823}"/>
                </a:ext>
              </a:extLst>
            </p:cNvPr>
            <p:cNvSpPr>
              <a:spLocks/>
            </p:cNvSpPr>
            <p:nvPr/>
          </p:nvSpPr>
          <p:spPr bwMode="auto">
            <a:xfrm>
              <a:off x="1632" y="1083"/>
              <a:ext cx="435" cy="292"/>
            </a:xfrm>
            <a:custGeom>
              <a:avLst/>
              <a:gdLst>
                <a:gd name="T0" fmla="*/ 435 w 435"/>
                <a:gd name="T1" fmla="*/ 0 h 901"/>
                <a:gd name="T2" fmla="*/ 3 w 435"/>
                <a:gd name="T3" fmla="*/ 9 h 901"/>
                <a:gd name="T4" fmla="*/ 0 w 435"/>
                <a:gd name="T5" fmla="*/ 901 h 901"/>
                <a:gd name="T6" fmla="*/ 0 60000 65536"/>
                <a:gd name="T7" fmla="*/ 0 60000 65536"/>
                <a:gd name="T8" fmla="*/ 0 60000 65536"/>
                <a:gd name="T9" fmla="*/ 0 w 435"/>
                <a:gd name="T10" fmla="*/ 0 h 901"/>
                <a:gd name="T11" fmla="*/ 435 w 435"/>
                <a:gd name="T12" fmla="*/ 901 h 901"/>
              </a:gdLst>
              <a:ahLst/>
              <a:cxnLst>
                <a:cxn ang="T6">
                  <a:pos x="T0" y="T1"/>
                </a:cxn>
                <a:cxn ang="T7">
                  <a:pos x="T2" y="T3"/>
                </a:cxn>
                <a:cxn ang="T8">
                  <a:pos x="T4" y="T5"/>
                </a:cxn>
              </a:cxnLst>
              <a:rect l="T9" t="T10" r="T11" b="T12"/>
              <a:pathLst>
                <a:path w="435" h="901">
                  <a:moveTo>
                    <a:pt x="435" y="0"/>
                  </a:moveTo>
                  <a:lnTo>
                    <a:pt x="3" y="9"/>
                  </a:lnTo>
                  <a:lnTo>
                    <a:pt x="0" y="901"/>
                  </a:lnTo>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17418" name="Text Box 197">
              <a:extLst>
                <a:ext uri="{FF2B5EF4-FFF2-40B4-BE49-F238E27FC236}">
                  <a16:creationId xmlns:a16="http://schemas.microsoft.com/office/drawing/2014/main" id="{B44F2E30-26CE-4772-B32F-3AC18ED59B46}"/>
                </a:ext>
              </a:extLst>
            </p:cNvPr>
            <p:cNvSpPr txBox="1">
              <a:spLocks noChangeArrowheads="1"/>
            </p:cNvSpPr>
            <p:nvPr/>
          </p:nvSpPr>
          <p:spPr bwMode="auto">
            <a:xfrm>
              <a:off x="672" y="912"/>
              <a:ext cx="96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90000" tIns="46800" rIns="90000" bIns="4680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solidFill>
                    <a:schemeClr val="tx2"/>
                  </a:solidFill>
                  <a:ea typeface="华文中宋" panose="02010600040101010101" pitchFamily="2" charset="-122"/>
                </a:rPr>
                <a:t>读</a:t>
              </a:r>
              <a:r>
                <a:rPr lang="en-US" altLang="zh-CN" sz="2800" b="1" dirty="0">
                  <a:solidFill>
                    <a:schemeClr val="tx2"/>
                  </a:solidFill>
                  <a:ea typeface="华文中宋" panose="02010600040101010101" pitchFamily="2" charset="-122"/>
                </a:rPr>
                <a:t>/</a:t>
              </a:r>
              <a:r>
                <a:rPr lang="zh-CN" altLang="en-US" sz="2800" b="1" dirty="0">
                  <a:solidFill>
                    <a:schemeClr val="tx2"/>
                  </a:solidFill>
                  <a:ea typeface="华文中宋" panose="02010600040101010101" pitchFamily="2" charset="-122"/>
                </a:rPr>
                <a:t>写头</a:t>
              </a:r>
            </a:p>
          </p:txBody>
        </p:sp>
        <p:sp>
          <p:nvSpPr>
            <p:cNvPr id="17419" name="Text Box 198">
              <a:extLst>
                <a:ext uri="{FF2B5EF4-FFF2-40B4-BE49-F238E27FC236}">
                  <a16:creationId xmlns:a16="http://schemas.microsoft.com/office/drawing/2014/main" id="{3520F721-43CD-46C8-BCD4-C0B5FBFAE0EC}"/>
                </a:ext>
              </a:extLst>
            </p:cNvPr>
            <p:cNvSpPr txBox="1">
              <a:spLocks noChangeArrowheads="1"/>
            </p:cNvSpPr>
            <p:nvPr/>
          </p:nvSpPr>
          <p:spPr bwMode="auto">
            <a:xfrm>
              <a:off x="4032" y="1680"/>
              <a:ext cx="384"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dirty="0">
                  <a:solidFill>
                    <a:schemeClr val="tx2"/>
                  </a:solidFill>
                  <a:ea typeface="华文中宋" panose="02010600040101010101" pitchFamily="2" charset="-122"/>
                </a:rPr>
                <a:t>带</a:t>
              </a:r>
            </a:p>
          </p:txBody>
        </p:sp>
        <p:sp>
          <p:nvSpPr>
            <p:cNvPr id="17420" name="Line 199">
              <a:extLst>
                <a:ext uri="{FF2B5EF4-FFF2-40B4-BE49-F238E27FC236}">
                  <a16:creationId xmlns:a16="http://schemas.microsoft.com/office/drawing/2014/main" id="{C9A68819-F470-4070-92F0-B5D71320485C}"/>
                </a:ext>
              </a:extLst>
            </p:cNvPr>
            <p:cNvSpPr>
              <a:spLocks noChangeShapeType="1"/>
            </p:cNvSpPr>
            <p:nvPr/>
          </p:nvSpPr>
          <p:spPr bwMode="auto">
            <a:xfrm flipH="1" flipV="1">
              <a:off x="3792" y="816"/>
              <a:ext cx="144" cy="24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0" tIns="0" rIns="0" bIns="0">
              <a:spAutoFit/>
            </a:bodyPr>
            <a:lstStyle/>
            <a:p>
              <a:endParaRPr lang="zh-CN" altLang="en-US" dirty="0">
                <a:ea typeface="华文中宋" panose="02010600040101010101" pitchFamily="2" charset="-122"/>
              </a:endParaRPr>
            </a:p>
          </p:txBody>
        </p:sp>
        <p:sp>
          <p:nvSpPr>
            <p:cNvPr id="17421" name="Text Box 200">
              <a:extLst>
                <a:ext uri="{FF2B5EF4-FFF2-40B4-BE49-F238E27FC236}">
                  <a16:creationId xmlns:a16="http://schemas.microsoft.com/office/drawing/2014/main" id="{87539B80-AFE2-426E-AB9F-A54DB628295D}"/>
                </a:ext>
              </a:extLst>
            </p:cNvPr>
            <p:cNvSpPr txBox="1">
              <a:spLocks noChangeArrowheads="1"/>
            </p:cNvSpPr>
            <p:nvPr/>
          </p:nvSpPr>
          <p:spPr bwMode="auto">
            <a:xfrm>
              <a:off x="368" y="1128"/>
              <a:ext cx="129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ea typeface="华文中宋" panose="02010600040101010101" pitchFamily="2" charset="-122"/>
                </a:rPr>
                <a:t>（双向移动）</a:t>
              </a:r>
            </a:p>
          </p:txBody>
        </p:sp>
        <p:sp>
          <p:nvSpPr>
            <p:cNvPr id="17422" name="Text Box 201">
              <a:extLst>
                <a:ext uri="{FF2B5EF4-FFF2-40B4-BE49-F238E27FC236}">
                  <a16:creationId xmlns:a16="http://schemas.microsoft.com/office/drawing/2014/main" id="{362B022D-CA61-4742-9ECB-4878E5448B81}"/>
                </a:ext>
              </a:extLst>
            </p:cNvPr>
            <p:cNvSpPr txBox="1">
              <a:spLocks noChangeArrowheads="1"/>
            </p:cNvSpPr>
            <p:nvPr/>
          </p:nvSpPr>
          <p:spPr bwMode="auto">
            <a:xfrm>
              <a:off x="432" y="1680"/>
              <a:ext cx="3216" cy="271"/>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en-US" sz="2800" b="1" dirty="0">
                  <a:ea typeface="华文中宋" panose="02010600040101010101" pitchFamily="2" charset="-122"/>
                </a:rPr>
                <a:t> </a:t>
              </a:r>
              <a:r>
                <a:rPr lang="en-US" altLang="en-US" sz="2800" b="1" dirty="0">
                  <a:solidFill>
                    <a:schemeClr val="tx2"/>
                  </a:solidFill>
                  <a:ea typeface="华文中宋" panose="02010600040101010101" pitchFamily="2" charset="-122"/>
                  <a:sym typeface="Symbol" panose="05050102010706020507" pitchFamily="18" charset="2"/>
                </a:rPr>
                <a:t></a:t>
              </a:r>
              <a:r>
                <a:rPr lang="en-US" altLang="zh-CN" sz="2800" b="1" dirty="0">
                  <a:ea typeface="华文中宋" panose="02010600040101010101" pitchFamily="2" charset="-122"/>
                </a:rPr>
                <a:t>  b   a   b  </a:t>
              </a:r>
              <a:r>
                <a:rPr lang="en-US" altLang="zh-CN" sz="2800" b="1" dirty="0">
                  <a:ea typeface="华文中宋" panose="02010600040101010101" pitchFamily="2" charset="-122"/>
                  <a:sym typeface="Symbol" panose="05050102010706020507" pitchFamily="18" charset="2"/>
                </a:rPr>
                <a:t>a   b  </a:t>
              </a:r>
              <a:r>
                <a:rPr lang="en-US" altLang="zh-CN" sz="2800" b="1" dirty="0" err="1">
                  <a:ea typeface="华文中宋" panose="02010600040101010101" pitchFamily="2" charset="-122"/>
                  <a:sym typeface="Symbol" panose="05050102010706020507" pitchFamily="18" charset="2"/>
                </a:rPr>
                <a:t>b</a:t>
              </a:r>
              <a:r>
                <a:rPr lang="en-US" altLang="zh-CN" sz="2800" b="1" dirty="0">
                  <a:ea typeface="华文中宋" panose="02010600040101010101" pitchFamily="2" charset="-122"/>
                  <a:sym typeface="Symbol" panose="05050102010706020507" pitchFamily="18" charset="2"/>
                </a:rPr>
                <a:t>    </a:t>
              </a:r>
              <a:endParaRPr lang="en-US" altLang="zh-CN" sz="2800" b="1" dirty="0">
                <a:ea typeface="华文中宋" panose="02010600040101010101" pitchFamily="2" charset="-122"/>
              </a:endParaRPr>
            </a:p>
          </p:txBody>
        </p:sp>
        <p:sp>
          <p:nvSpPr>
            <p:cNvPr id="17423" name="Line 202">
              <a:extLst>
                <a:ext uri="{FF2B5EF4-FFF2-40B4-BE49-F238E27FC236}">
                  <a16:creationId xmlns:a16="http://schemas.microsoft.com/office/drawing/2014/main" id="{690FAE3D-BD90-44C2-96D7-EB92D8D15C9B}"/>
                </a:ext>
              </a:extLst>
            </p:cNvPr>
            <p:cNvSpPr>
              <a:spLocks noChangeShapeType="1"/>
            </p:cNvSpPr>
            <p:nvPr/>
          </p:nvSpPr>
          <p:spPr bwMode="auto">
            <a:xfrm>
              <a:off x="720"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24" name="Line 203">
              <a:extLst>
                <a:ext uri="{FF2B5EF4-FFF2-40B4-BE49-F238E27FC236}">
                  <a16:creationId xmlns:a16="http://schemas.microsoft.com/office/drawing/2014/main" id="{B0554B25-4B56-4D42-9785-4D33ED70C8B7}"/>
                </a:ext>
              </a:extLst>
            </p:cNvPr>
            <p:cNvSpPr>
              <a:spLocks noChangeShapeType="1"/>
            </p:cNvSpPr>
            <p:nvPr/>
          </p:nvSpPr>
          <p:spPr bwMode="auto">
            <a:xfrm>
              <a:off x="993"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25" name="Line 204">
              <a:extLst>
                <a:ext uri="{FF2B5EF4-FFF2-40B4-BE49-F238E27FC236}">
                  <a16:creationId xmlns:a16="http://schemas.microsoft.com/office/drawing/2014/main" id="{FCD15F9F-32AD-4C3F-9DFC-039A9FE1BFB6}"/>
                </a:ext>
              </a:extLst>
            </p:cNvPr>
            <p:cNvSpPr>
              <a:spLocks noChangeShapeType="1"/>
            </p:cNvSpPr>
            <p:nvPr/>
          </p:nvSpPr>
          <p:spPr bwMode="auto">
            <a:xfrm>
              <a:off x="1248"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26" name="Line 205">
              <a:extLst>
                <a:ext uri="{FF2B5EF4-FFF2-40B4-BE49-F238E27FC236}">
                  <a16:creationId xmlns:a16="http://schemas.microsoft.com/office/drawing/2014/main" id="{E03B73AD-5754-4A8A-8D92-5D2E76278709}"/>
                </a:ext>
              </a:extLst>
            </p:cNvPr>
            <p:cNvSpPr>
              <a:spLocks noChangeShapeType="1"/>
            </p:cNvSpPr>
            <p:nvPr/>
          </p:nvSpPr>
          <p:spPr bwMode="auto">
            <a:xfrm>
              <a:off x="1521"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27" name="Line 206">
              <a:extLst>
                <a:ext uri="{FF2B5EF4-FFF2-40B4-BE49-F238E27FC236}">
                  <a16:creationId xmlns:a16="http://schemas.microsoft.com/office/drawing/2014/main" id="{4D866810-23E3-425F-AC02-EFF89B7D3D5E}"/>
                </a:ext>
              </a:extLst>
            </p:cNvPr>
            <p:cNvSpPr>
              <a:spLocks noChangeShapeType="1"/>
            </p:cNvSpPr>
            <p:nvPr/>
          </p:nvSpPr>
          <p:spPr bwMode="auto">
            <a:xfrm>
              <a:off x="1776"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28" name="Line 207">
              <a:extLst>
                <a:ext uri="{FF2B5EF4-FFF2-40B4-BE49-F238E27FC236}">
                  <a16:creationId xmlns:a16="http://schemas.microsoft.com/office/drawing/2014/main" id="{148D72EB-B3B7-40D1-BCA0-E444FB2F2E79}"/>
                </a:ext>
              </a:extLst>
            </p:cNvPr>
            <p:cNvSpPr>
              <a:spLocks noChangeShapeType="1"/>
            </p:cNvSpPr>
            <p:nvPr/>
          </p:nvSpPr>
          <p:spPr bwMode="auto">
            <a:xfrm>
              <a:off x="2020"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29" name="Line 208">
              <a:extLst>
                <a:ext uri="{FF2B5EF4-FFF2-40B4-BE49-F238E27FC236}">
                  <a16:creationId xmlns:a16="http://schemas.microsoft.com/office/drawing/2014/main" id="{9525C6D2-83B4-46BD-ADDB-44953B6D21BD}"/>
                </a:ext>
              </a:extLst>
            </p:cNvPr>
            <p:cNvSpPr>
              <a:spLocks noChangeShapeType="1"/>
            </p:cNvSpPr>
            <p:nvPr/>
          </p:nvSpPr>
          <p:spPr bwMode="auto">
            <a:xfrm>
              <a:off x="2278"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30" name="Line 209">
              <a:extLst>
                <a:ext uri="{FF2B5EF4-FFF2-40B4-BE49-F238E27FC236}">
                  <a16:creationId xmlns:a16="http://schemas.microsoft.com/office/drawing/2014/main" id="{43D0B721-892D-4EAC-BABC-D13F300896E5}"/>
                </a:ext>
              </a:extLst>
            </p:cNvPr>
            <p:cNvSpPr>
              <a:spLocks noChangeShapeType="1"/>
            </p:cNvSpPr>
            <p:nvPr/>
          </p:nvSpPr>
          <p:spPr bwMode="auto">
            <a:xfrm>
              <a:off x="2496" y="1680"/>
              <a:ext cx="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31" name="Line 210">
              <a:extLst>
                <a:ext uri="{FF2B5EF4-FFF2-40B4-BE49-F238E27FC236}">
                  <a16:creationId xmlns:a16="http://schemas.microsoft.com/office/drawing/2014/main" id="{184B57F9-2C80-49BB-A443-36BA3DDB96F1}"/>
                </a:ext>
              </a:extLst>
            </p:cNvPr>
            <p:cNvSpPr>
              <a:spLocks noChangeShapeType="1"/>
            </p:cNvSpPr>
            <p:nvPr/>
          </p:nvSpPr>
          <p:spPr bwMode="auto">
            <a:xfrm>
              <a:off x="2529"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32" name="Line 211">
              <a:extLst>
                <a:ext uri="{FF2B5EF4-FFF2-40B4-BE49-F238E27FC236}">
                  <a16:creationId xmlns:a16="http://schemas.microsoft.com/office/drawing/2014/main" id="{EB70331C-B23D-4614-B052-CAD0A3DE3490}"/>
                </a:ext>
              </a:extLst>
            </p:cNvPr>
            <p:cNvSpPr>
              <a:spLocks noChangeShapeType="1"/>
            </p:cNvSpPr>
            <p:nvPr/>
          </p:nvSpPr>
          <p:spPr bwMode="auto">
            <a:xfrm>
              <a:off x="2806"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33" name="Line 212">
              <a:extLst>
                <a:ext uri="{FF2B5EF4-FFF2-40B4-BE49-F238E27FC236}">
                  <a16:creationId xmlns:a16="http://schemas.microsoft.com/office/drawing/2014/main" id="{1107AB84-3539-435E-A7F6-03DE348A4AD0}"/>
                </a:ext>
              </a:extLst>
            </p:cNvPr>
            <p:cNvSpPr>
              <a:spLocks noChangeShapeType="1"/>
            </p:cNvSpPr>
            <p:nvPr/>
          </p:nvSpPr>
          <p:spPr bwMode="auto">
            <a:xfrm>
              <a:off x="3072"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34" name="Line 213">
              <a:extLst>
                <a:ext uri="{FF2B5EF4-FFF2-40B4-BE49-F238E27FC236}">
                  <a16:creationId xmlns:a16="http://schemas.microsoft.com/office/drawing/2014/main" id="{00AFA3F6-5EA3-45BE-8FE4-877210E4380F}"/>
                </a:ext>
              </a:extLst>
            </p:cNvPr>
            <p:cNvSpPr>
              <a:spLocks noChangeShapeType="1"/>
            </p:cNvSpPr>
            <p:nvPr/>
          </p:nvSpPr>
          <p:spPr bwMode="auto">
            <a:xfrm>
              <a:off x="3360" y="1680"/>
              <a:ext cx="0" cy="2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35" name="Line 214">
              <a:extLst>
                <a:ext uri="{FF2B5EF4-FFF2-40B4-BE49-F238E27FC236}">
                  <a16:creationId xmlns:a16="http://schemas.microsoft.com/office/drawing/2014/main" id="{0CA9A7C3-8F4F-4CB3-A112-A1F254E84CA8}"/>
                </a:ext>
              </a:extLst>
            </p:cNvPr>
            <p:cNvSpPr>
              <a:spLocks noChangeShapeType="1"/>
            </p:cNvSpPr>
            <p:nvPr/>
          </p:nvSpPr>
          <p:spPr bwMode="auto">
            <a:xfrm>
              <a:off x="3648" y="1680"/>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36" name="Line 215">
              <a:extLst>
                <a:ext uri="{FF2B5EF4-FFF2-40B4-BE49-F238E27FC236}">
                  <a16:creationId xmlns:a16="http://schemas.microsoft.com/office/drawing/2014/main" id="{733960F0-8844-4140-A18E-52CAA4481A3E}"/>
                </a:ext>
              </a:extLst>
            </p:cNvPr>
            <p:cNvSpPr>
              <a:spLocks noChangeShapeType="1"/>
            </p:cNvSpPr>
            <p:nvPr/>
          </p:nvSpPr>
          <p:spPr bwMode="auto">
            <a:xfrm>
              <a:off x="3659" y="1968"/>
              <a:ext cx="19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dirty="0">
                <a:ea typeface="华文中宋" panose="02010600040101010101" pitchFamily="2" charset="-122"/>
              </a:endParaRPr>
            </a:p>
          </p:txBody>
        </p:sp>
        <p:sp>
          <p:nvSpPr>
            <p:cNvPr id="17437" name="Freeform 216">
              <a:extLst>
                <a:ext uri="{FF2B5EF4-FFF2-40B4-BE49-F238E27FC236}">
                  <a16:creationId xmlns:a16="http://schemas.microsoft.com/office/drawing/2014/main" id="{6E8FB597-F04B-4C01-A9E6-7F0C7F6F20DC}"/>
                </a:ext>
              </a:extLst>
            </p:cNvPr>
            <p:cNvSpPr>
              <a:spLocks/>
            </p:cNvSpPr>
            <p:nvPr/>
          </p:nvSpPr>
          <p:spPr bwMode="auto">
            <a:xfrm>
              <a:off x="3728" y="1678"/>
              <a:ext cx="115" cy="292"/>
            </a:xfrm>
            <a:custGeom>
              <a:avLst/>
              <a:gdLst>
                <a:gd name="T0" fmla="*/ 96 w 144"/>
                <a:gd name="T1" fmla="*/ 0 h 288"/>
                <a:gd name="T2" fmla="*/ 0 w 144"/>
                <a:gd name="T3" fmla="*/ 96 h 288"/>
                <a:gd name="T4" fmla="*/ 96 w 144"/>
                <a:gd name="T5" fmla="*/ 144 h 288"/>
                <a:gd name="T6" fmla="*/ 48 w 144"/>
                <a:gd name="T7" fmla="*/ 192 h 288"/>
                <a:gd name="T8" fmla="*/ 144 w 144"/>
                <a:gd name="T9" fmla="*/ 288 h 288"/>
                <a:gd name="T10" fmla="*/ 0 60000 65536"/>
                <a:gd name="T11" fmla="*/ 0 60000 65536"/>
                <a:gd name="T12" fmla="*/ 0 60000 65536"/>
                <a:gd name="T13" fmla="*/ 0 60000 65536"/>
                <a:gd name="T14" fmla="*/ 0 60000 65536"/>
                <a:gd name="T15" fmla="*/ 0 w 144"/>
                <a:gd name="T16" fmla="*/ 0 h 288"/>
                <a:gd name="T17" fmla="*/ 144 w 144"/>
                <a:gd name="T18" fmla="*/ 288 h 288"/>
              </a:gdLst>
              <a:ahLst/>
              <a:cxnLst>
                <a:cxn ang="T10">
                  <a:pos x="T0" y="T1"/>
                </a:cxn>
                <a:cxn ang="T11">
                  <a:pos x="T2" y="T3"/>
                </a:cxn>
                <a:cxn ang="T12">
                  <a:pos x="T4" y="T5"/>
                </a:cxn>
                <a:cxn ang="T13">
                  <a:pos x="T6" y="T7"/>
                </a:cxn>
                <a:cxn ang="T14">
                  <a:pos x="T8" y="T9"/>
                </a:cxn>
              </a:cxnLst>
              <a:rect l="T15" t="T16" r="T17" b="T18"/>
              <a:pathLst>
                <a:path w="144" h="288">
                  <a:moveTo>
                    <a:pt x="96" y="0"/>
                  </a:moveTo>
                  <a:cubicBezTo>
                    <a:pt x="48" y="36"/>
                    <a:pt x="0" y="72"/>
                    <a:pt x="0" y="96"/>
                  </a:cubicBezTo>
                  <a:cubicBezTo>
                    <a:pt x="0" y="120"/>
                    <a:pt x="88" y="128"/>
                    <a:pt x="96" y="144"/>
                  </a:cubicBezTo>
                  <a:cubicBezTo>
                    <a:pt x="104" y="160"/>
                    <a:pt x="40" y="168"/>
                    <a:pt x="48" y="192"/>
                  </a:cubicBezTo>
                  <a:cubicBezTo>
                    <a:pt x="56" y="216"/>
                    <a:pt x="100" y="252"/>
                    <a:pt x="144" y="288"/>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17438" name="Rectangle 217">
              <a:extLst>
                <a:ext uri="{FF2B5EF4-FFF2-40B4-BE49-F238E27FC236}">
                  <a16:creationId xmlns:a16="http://schemas.microsoft.com/office/drawing/2014/main" id="{7CFE07E7-FE01-46D8-A46B-3B5FD85E02C6}"/>
                </a:ext>
              </a:extLst>
            </p:cNvPr>
            <p:cNvSpPr>
              <a:spLocks noChangeArrowheads="1"/>
            </p:cNvSpPr>
            <p:nvPr/>
          </p:nvSpPr>
          <p:spPr bwMode="auto">
            <a:xfrm>
              <a:off x="2352" y="1692"/>
              <a:ext cx="0" cy="233"/>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17439" name="Rectangle 218">
              <a:extLst>
                <a:ext uri="{FF2B5EF4-FFF2-40B4-BE49-F238E27FC236}">
                  <a16:creationId xmlns:a16="http://schemas.microsoft.com/office/drawing/2014/main" id="{A5D31160-7545-4DE0-BF94-5534F5C1E907}"/>
                </a:ext>
              </a:extLst>
            </p:cNvPr>
            <p:cNvSpPr>
              <a:spLocks noChangeArrowheads="1"/>
            </p:cNvSpPr>
            <p:nvPr/>
          </p:nvSpPr>
          <p:spPr bwMode="auto">
            <a:xfrm>
              <a:off x="3168" y="1692"/>
              <a:ext cx="0" cy="233"/>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17440" name="Rectangle 219">
              <a:extLst>
                <a:ext uri="{FF2B5EF4-FFF2-40B4-BE49-F238E27FC236}">
                  <a16:creationId xmlns:a16="http://schemas.microsoft.com/office/drawing/2014/main" id="{DE1B93F0-59A0-45C0-8D16-5863B29A3F5E}"/>
                </a:ext>
              </a:extLst>
            </p:cNvPr>
            <p:cNvSpPr>
              <a:spLocks noChangeArrowheads="1"/>
            </p:cNvSpPr>
            <p:nvPr/>
          </p:nvSpPr>
          <p:spPr bwMode="auto">
            <a:xfrm>
              <a:off x="2616" y="1692"/>
              <a:ext cx="0" cy="233"/>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17441" name="Rectangle 220">
              <a:extLst>
                <a:ext uri="{FF2B5EF4-FFF2-40B4-BE49-F238E27FC236}">
                  <a16:creationId xmlns:a16="http://schemas.microsoft.com/office/drawing/2014/main" id="{C99BD9D4-BE06-41D7-A9D5-4FB0F715DE5B}"/>
                </a:ext>
              </a:extLst>
            </p:cNvPr>
            <p:cNvSpPr>
              <a:spLocks noChangeArrowheads="1"/>
            </p:cNvSpPr>
            <p:nvPr/>
          </p:nvSpPr>
          <p:spPr bwMode="auto">
            <a:xfrm>
              <a:off x="2896" y="1692"/>
              <a:ext cx="0" cy="233"/>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17442" name="Rectangle 221">
              <a:extLst>
                <a:ext uri="{FF2B5EF4-FFF2-40B4-BE49-F238E27FC236}">
                  <a16:creationId xmlns:a16="http://schemas.microsoft.com/office/drawing/2014/main" id="{90360197-F1F8-44D7-9C1C-B8805FD2E863}"/>
                </a:ext>
              </a:extLst>
            </p:cNvPr>
            <p:cNvSpPr>
              <a:spLocks noChangeArrowheads="1"/>
            </p:cNvSpPr>
            <p:nvPr/>
          </p:nvSpPr>
          <p:spPr bwMode="auto">
            <a:xfrm>
              <a:off x="3456" y="1692"/>
              <a:ext cx="0" cy="233"/>
            </a:xfrm>
            <a:prstGeom prst="rect">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8EA6300-EF33-4BFF-9609-AAC1D3374F8B}"/>
              </a:ext>
            </a:extLst>
          </p:cNvPr>
          <p:cNvSpPr>
            <a:spLocks noGrp="1" noChangeArrowheads="1"/>
          </p:cNvSpPr>
          <p:nvPr>
            <p:ph type="title"/>
          </p:nvPr>
        </p:nvSpPr>
        <p:spPr bwMode="auto">
          <a:xfrm>
            <a:off x="685800" y="609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2. </a:t>
            </a:r>
            <a:r>
              <a:rPr kumimoji="0" lang="zh-CN" altLang="en-US" sz="4000" b="1" dirty="0">
                <a:solidFill>
                  <a:schemeClr val="accent2"/>
                </a:solidFill>
                <a:latin typeface="华文中宋" panose="02010600040101010101" pitchFamily="2" charset="-122"/>
                <a:ea typeface="华文中宋" panose="02010600040101010101" pitchFamily="2" charset="-122"/>
              </a:rPr>
              <a:t>多带图灵机</a:t>
            </a:r>
          </a:p>
        </p:txBody>
      </p:sp>
      <p:sp>
        <p:nvSpPr>
          <p:cNvPr id="18435" name="Rectangle 3">
            <a:extLst>
              <a:ext uri="{FF2B5EF4-FFF2-40B4-BE49-F238E27FC236}">
                <a16:creationId xmlns:a16="http://schemas.microsoft.com/office/drawing/2014/main" id="{A94DF826-7881-4991-920C-B16F75BA66EE}"/>
              </a:ext>
            </a:extLst>
          </p:cNvPr>
          <p:cNvSpPr>
            <a:spLocks noGrp="1" noChangeArrowheads="1"/>
          </p:cNvSpPr>
          <p:nvPr>
            <p:ph type="body" idx="1"/>
          </p:nvPr>
        </p:nvSpPr>
        <p:spPr bwMode="auto">
          <a:xfrm>
            <a:off x="685800" y="1371600"/>
            <a:ext cx="817245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50000"/>
              </a:spcBef>
              <a:buFontTx/>
              <a:buNone/>
            </a:pPr>
            <a:r>
              <a:rPr kumimoji="0" lang="zh-CN" altLang="en-US" sz="2800" b="1" dirty="0">
                <a:solidFill>
                  <a:schemeClr val="accent2"/>
                </a:solidFill>
                <a:latin typeface="华文中宋" panose="02010600040101010101" pitchFamily="2" charset="-122"/>
                <a:ea typeface="华文中宋" panose="02010600040101010101" pitchFamily="2" charset="-122"/>
              </a:rPr>
              <a:t>结构：</a:t>
            </a:r>
            <a:r>
              <a:rPr lang="zh-CN" altLang="en-US" sz="2800" b="1" dirty="0">
                <a:solidFill>
                  <a:schemeClr val="tx2"/>
                </a:solidFill>
              </a:rPr>
              <a:t>有限状态控制器、</a:t>
            </a:r>
            <a:r>
              <a:rPr lang="en-US" altLang="zh-CN" sz="2800" b="1" dirty="0">
                <a:solidFill>
                  <a:schemeClr val="tx2"/>
                </a:solidFill>
              </a:rPr>
              <a:t>k</a:t>
            </a:r>
            <a:r>
              <a:rPr lang="zh-CN" altLang="en-US" sz="2800" b="1" dirty="0">
                <a:solidFill>
                  <a:schemeClr val="tx2"/>
                </a:solidFill>
              </a:rPr>
              <a:t>条读</a:t>
            </a:r>
            <a:r>
              <a:rPr lang="en-US" altLang="zh-CN" sz="2800" b="1" dirty="0">
                <a:solidFill>
                  <a:schemeClr val="tx2"/>
                </a:solidFill>
              </a:rPr>
              <a:t>/</a:t>
            </a:r>
            <a:r>
              <a:rPr lang="zh-CN" altLang="en-US" sz="2800" b="1" dirty="0">
                <a:solidFill>
                  <a:schemeClr val="tx2"/>
                </a:solidFill>
              </a:rPr>
              <a:t>写头</a:t>
            </a:r>
            <a:r>
              <a:rPr lang="zh-CN" altLang="en-US" sz="2800" b="1" dirty="0"/>
              <a:t>（双向移动）、</a:t>
            </a:r>
            <a:r>
              <a:rPr lang="en-US" altLang="zh-CN" sz="2800" b="1" dirty="0"/>
              <a:t>k</a:t>
            </a:r>
            <a:r>
              <a:rPr lang="zh-CN" altLang="en-US" sz="2800" b="1" dirty="0"/>
              <a:t>条读写带 </a:t>
            </a:r>
          </a:p>
        </p:txBody>
      </p:sp>
      <p:pic>
        <p:nvPicPr>
          <p:cNvPr id="143364" name="Picture 4" descr="t83">
            <a:extLst>
              <a:ext uri="{FF2B5EF4-FFF2-40B4-BE49-F238E27FC236}">
                <a16:creationId xmlns:a16="http://schemas.microsoft.com/office/drawing/2014/main" id="{BCCB2B75-902B-4046-B67E-53C0B0D0F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349500"/>
            <a:ext cx="7696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3364"/>
                                        </p:tgtEl>
                                        <p:attrNameLst>
                                          <p:attrName>style.visibility</p:attrName>
                                        </p:attrNameLst>
                                      </p:cBhvr>
                                      <p:to>
                                        <p:strVal val="visible"/>
                                      </p:to>
                                    </p:set>
                                    <p:animEffect transition="in" filter="dissolve">
                                      <p:cBhvr>
                                        <p:cTn id="7" dur="500"/>
                                        <p:tgtEl>
                                          <p:spTgt spid="143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1026">
            <a:extLst>
              <a:ext uri="{FF2B5EF4-FFF2-40B4-BE49-F238E27FC236}">
                <a16:creationId xmlns:a16="http://schemas.microsoft.com/office/drawing/2014/main" id="{D665850B-20F9-4946-9160-0D515AE06A68}"/>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3</a:t>
            </a:r>
            <a:r>
              <a:rPr kumimoji="0" lang="zh-CN" altLang="en-US" sz="4000" b="1" dirty="0">
                <a:solidFill>
                  <a:schemeClr val="accent2"/>
                </a:solidFill>
                <a:latin typeface="华文中宋" panose="02010600040101010101" pitchFamily="2" charset="-122"/>
                <a:ea typeface="华文中宋" panose="02010600040101010101" pitchFamily="2" charset="-122"/>
              </a:rPr>
              <a:t>、图灵机结构特点</a:t>
            </a:r>
          </a:p>
        </p:txBody>
      </p:sp>
      <p:sp>
        <p:nvSpPr>
          <p:cNvPr id="19459" name="Rectangle 1027">
            <a:extLst>
              <a:ext uri="{FF2B5EF4-FFF2-40B4-BE49-F238E27FC236}">
                <a16:creationId xmlns:a16="http://schemas.microsoft.com/office/drawing/2014/main" id="{62706445-EF2B-4533-93F4-F43622264A2B}"/>
              </a:ext>
            </a:extLst>
          </p:cNvPr>
          <p:cNvSpPr>
            <a:spLocks noGrp="1" noChangeArrowheads="1"/>
          </p:cNvSpPr>
          <p:nvPr>
            <p:ph type="body" idx="1"/>
          </p:nvPr>
        </p:nvSpPr>
        <p:spPr bwMode="auto">
          <a:xfrm>
            <a:off x="357188" y="1600200"/>
            <a:ext cx="8405812"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buFontTx/>
              <a:buNone/>
            </a:pPr>
            <a:r>
              <a:rPr lang="zh-CN" altLang="en-US" sz="2800" b="1"/>
              <a:t>（</a:t>
            </a:r>
            <a:r>
              <a:rPr lang="en-US" altLang="zh-CN" sz="2800" b="1"/>
              <a:t>1</a:t>
            </a:r>
            <a:r>
              <a:rPr lang="zh-CN" altLang="en-US" sz="2800" b="1"/>
              <a:t>）</a:t>
            </a:r>
            <a:r>
              <a:rPr lang="zh-CN" altLang="en-US" sz="2800" b="1">
                <a:solidFill>
                  <a:schemeClr val="tx2"/>
                </a:solidFill>
              </a:rPr>
              <a:t>读</a:t>
            </a:r>
            <a:r>
              <a:rPr lang="en-US" altLang="zh-CN" sz="2800" b="1">
                <a:solidFill>
                  <a:schemeClr val="tx2"/>
                </a:solidFill>
              </a:rPr>
              <a:t>/</a:t>
            </a:r>
            <a:r>
              <a:rPr lang="zh-CN" altLang="en-US" sz="2800" b="1">
                <a:solidFill>
                  <a:schemeClr val="tx2"/>
                </a:solidFill>
              </a:rPr>
              <a:t>写头</a:t>
            </a:r>
            <a:r>
              <a:rPr lang="zh-CN" altLang="en-US" sz="2800" b="1"/>
              <a:t>既能读，又能写。</a:t>
            </a:r>
          </a:p>
          <a:p>
            <a:pPr eaLnBrk="1" hangingPunct="1">
              <a:spcBef>
                <a:spcPct val="50000"/>
              </a:spcBef>
              <a:buFontTx/>
              <a:buNone/>
            </a:pPr>
            <a:r>
              <a:rPr lang="zh-CN" altLang="en-US" sz="2800" b="1"/>
              <a:t>（</a:t>
            </a:r>
            <a:r>
              <a:rPr lang="en-US" altLang="zh-CN" sz="2800" b="1"/>
              <a:t>2</a:t>
            </a:r>
            <a:r>
              <a:rPr lang="zh-CN" altLang="en-US" sz="2800" b="1"/>
              <a:t>）读写头能左</a:t>
            </a:r>
            <a:r>
              <a:rPr lang="en-US" altLang="zh-CN" sz="2800" b="1"/>
              <a:t>/</a:t>
            </a:r>
            <a:r>
              <a:rPr lang="zh-CN" altLang="en-US" sz="2800" b="1"/>
              <a:t>右移动，但不会移出带的左端。各读写头并行操作。</a:t>
            </a:r>
          </a:p>
          <a:p>
            <a:pPr eaLnBrk="1" hangingPunct="1">
              <a:spcBef>
                <a:spcPct val="50000"/>
              </a:spcBef>
              <a:buFontTx/>
              <a:buNone/>
            </a:pPr>
            <a:r>
              <a:rPr lang="zh-CN" altLang="en-US" sz="2800" b="1"/>
              <a:t>（</a:t>
            </a:r>
            <a:r>
              <a:rPr lang="en-US" altLang="zh-CN" sz="2800" b="1"/>
              <a:t>3</a:t>
            </a:r>
            <a:r>
              <a:rPr lang="zh-CN" altLang="en-US" sz="2800" b="1"/>
              <a:t>）“带”无限长，上置所读</a:t>
            </a:r>
            <a:r>
              <a:rPr lang="en-US" altLang="zh-CN" sz="2800" b="1"/>
              <a:t>/</a:t>
            </a:r>
            <a:r>
              <a:rPr lang="zh-CN" altLang="en-US" sz="2800" b="1"/>
              <a:t>写的字符和特殊符号。</a:t>
            </a:r>
          </a:p>
          <a:p>
            <a:pPr eaLnBrk="1" hangingPunct="1">
              <a:buFontTx/>
              <a:buNone/>
            </a:pPr>
            <a:r>
              <a:rPr lang="zh-CN" altLang="en-US" sz="2800" b="1"/>
              <a:t>（</a:t>
            </a:r>
            <a:r>
              <a:rPr lang="en-US" altLang="zh-CN" sz="2800" b="1"/>
              <a:t>4</a:t>
            </a:r>
            <a:r>
              <a:rPr lang="zh-CN" altLang="en-US" sz="2800" b="1"/>
              <a:t>）有穷控制器内置各种状态。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3CB25C8-6DAB-4451-95D4-6DD30C734E5C}"/>
              </a:ext>
            </a:extLst>
          </p:cNvPr>
          <p:cNvSpPr>
            <a:spLocks noGrp="1" noChangeArrowheads="1"/>
          </p:cNvSpPr>
          <p:nvPr>
            <p:ph type="title"/>
          </p:nvPr>
        </p:nvSpPr>
        <p:spPr bwMode="auto">
          <a:xfrm>
            <a:off x="685800" y="6096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4</a:t>
            </a:r>
            <a:r>
              <a:rPr kumimoji="0" lang="zh-CN" altLang="en-US" sz="4000" b="1" dirty="0">
                <a:solidFill>
                  <a:schemeClr val="accent2"/>
                </a:solidFill>
                <a:latin typeface="华文中宋" panose="02010600040101010101" pitchFamily="2" charset="-122"/>
                <a:ea typeface="华文中宋" panose="02010600040101010101" pitchFamily="2" charset="-122"/>
              </a:rPr>
              <a:t>、有限状态控制器的作用</a:t>
            </a:r>
          </a:p>
        </p:txBody>
      </p:sp>
      <p:sp>
        <p:nvSpPr>
          <p:cNvPr id="20483" name="Rectangle 3">
            <a:extLst>
              <a:ext uri="{FF2B5EF4-FFF2-40B4-BE49-F238E27FC236}">
                <a16:creationId xmlns:a16="http://schemas.microsoft.com/office/drawing/2014/main" id="{FA580A89-ACFE-49C4-9A58-AAA866F60882}"/>
              </a:ext>
            </a:extLst>
          </p:cNvPr>
          <p:cNvSpPr>
            <a:spLocks noGrp="1" noChangeArrowheads="1"/>
          </p:cNvSpPr>
          <p:nvPr>
            <p:ph type="body" idx="1"/>
          </p:nvPr>
        </p:nvSpPr>
        <p:spPr bwMode="auto">
          <a:xfrm>
            <a:off x="304800" y="1447800"/>
            <a:ext cx="8610600" cy="472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pPr>
            <a:r>
              <a:rPr kumimoji="0" lang="zh-CN" altLang="en-US" sz="2400" b="1" dirty="0">
                <a:latin typeface="华文中宋" panose="02010600040101010101" pitchFamily="2" charset="-122"/>
                <a:ea typeface="华文中宋" panose="02010600040101010101" pitchFamily="2" charset="-122"/>
              </a:rPr>
              <a:t>当前所处状态</a:t>
            </a:r>
            <a:r>
              <a:rPr kumimoji="0" lang="zh-CN" altLang="en-US" sz="2400" b="1" dirty="0">
                <a:latin typeface="Input" panose="02000506020000090004" pitchFamily="2" charset="0"/>
              </a:rPr>
              <a:t>（</a:t>
            </a:r>
            <a:r>
              <a:rPr kumimoji="0" lang="zh-CN" altLang="en-US" sz="2400" b="1" dirty="0">
                <a:latin typeface="Input" panose="02000506020000090004" pitchFamily="2" charset="0"/>
                <a:sym typeface="Symbol" panose="05050102010706020507" pitchFamily="18" charset="2"/>
              </a:rPr>
              <a:t></a:t>
            </a:r>
            <a:r>
              <a:rPr kumimoji="0" lang="zh-CN" altLang="en-US" sz="2400" b="1" dirty="0">
                <a:latin typeface="Input" panose="02000506020000090004" pitchFamily="2" charset="0"/>
              </a:rPr>
              <a:t>，</a:t>
            </a:r>
            <a:r>
              <a:rPr kumimoji="0" lang="en-US" altLang="zh-CN" sz="2400" b="1" dirty="0">
                <a:latin typeface="Input" panose="02000506020000090004" pitchFamily="2" charset="0"/>
              </a:rPr>
              <a:t>a</a:t>
            </a:r>
            <a:r>
              <a:rPr kumimoji="0" lang="zh-CN" altLang="en-US" sz="2400" b="1" dirty="0">
                <a:latin typeface="Input" panose="02000506020000090004" pitchFamily="2" charset="0"/>
              </a:rPr>
              <a:t>）</a:t>
            </a:r>
          </a:p>
          <a:p>
            <a:pPr eaLnBrk="1" hangingPunct="1">
              <a:lnSpc>
                <a:spcPct val="130000"/>
              </a:lnSpc>
              <a:spcBef>
                <a:spcPct val="0"/>
              </a:spcBef>
            </a:pPr>
            <a:r>
              <a:rPr kumimoji="0" lang="zh-CN" altLang="en-US" sz="2400" b="1" dirty="0">
                <a:latin typeface="华文中宋" panose="02010600040101010101" pitchFamily="2" charset="-122"/>
                <a:ea typeface="华文中宋" panose="02010600040101010101" pitchFamily="2" charset="-122"/>
              </a:rPr>
              <a:t>根据当前状态</a:t>
            </a:r>
            <a:r>
              <a:rPr kumimoji="0" lang="zh-CN" altLang="en-US" sz="2400" b="1" dirty="0">
                <a:latin typeface="华文中宋" panose="02010600040101010101" pitchFamily="2" charset="-122"/>
                <a:ea typeface="华文中宋" panose="02010600040101010101" pitchFamily="2" charset="-122"/>
                <a:sym typeface="Symbol" panose="05050102010706020507" pitchFamily="18" charset="2"/>
              </a:rPr>
              <a:t></a:t>
            </a:r>
            <a:r>
              <a:rPr kumimoji="0" lang="zh-CN" altLang="en-US" sz="2400" b="1" dirty="0">
                <a:latin typeface="华文中宋" panose="02010600040101010101" pitchFamily="2" charset="-122"/>
                <a:ea typeface="华文中宋" panose="02010600040101010101" pitchFamily="2" charset="-122"/>
              </a:rPr>
              <a:t>及每个读写头读到的带符号</a:t>
            </a:r>
            <a:r>
              <a:rPr kumimoji="0" lang="en-US" altLang="zh-CN" sz="2400" b="1" dirty="0">
                <a:latin typeface="华文中宋" panose="02010600040101010101" pitchFamily="2" charset="-122"/>
                <a:ea typeface="华文中宋" panose="02010600040101010101" pitchFamily="2" charset="-122"/>
              </a:rPr>
              <a:t>a </a:t>
            </a:r>
            <a:r>
              <a:rPr kumimoji="0" lang="zh-CN" altLang="en-US" sz="2400" b="1" dirty="0">
                <a:latin typeface="华文中宋" panose="02010600040101010101" pitchFamily="2" charset="-122"/>
                <a:ea typeface="华文中宋" panose="02010600040101010101" pitchFamily="2" charset="-122"/>
              </a:rPr>
              <a:t>，图灵机的一个计算步可实现下面</a:t>
            </a:r>
            <a:r>
              <a:rPr kumimoji="0" lang="en-US" altLang="zh-CN" sz="2400" b="1" dirty="0">
                <a:latin typeface="华文中宋" panose="02010600040101010101" pitchFamily="2" charset="-122"/>
                <a:ea typeface="华文中宋" panose="02010600040101010101" pitchFamily="2" charset="-122"/>
              </a:rPr>
              <a:t>3</a:t>
            </a:r>
            <a:r>
              <a:rPr kumimoji="0" lang="zh-CN" altLang="en-US" sz="2400" b="1" dirty="0">
                <a:latin typeface="华文中宋" panose="02010600040101010101" pitchFamily="2" charset="-122"/>
                <a:ea typeface="华文中宋" panose="02010600040101010101" pitchFamily="2" charset="-122"/>
              </a:rPr>
              <a:t>个操作之一或全部：</a:t>
            </a:r>
          </a:p>
          <a:p>
            <a:pPr eaLnBrk="1" hangingPunct="1">
              <a:lnSpc>
                <a:spcPct val="130000"/>
              </a:lnSpc>
              <a:spcBef>
                <a:spcPct val="0"/>
              </a:spcBef>
              <a:buFontTx/>
              <a:buNone/>
            </a:pPr>
            <a:r>
              <a:rPr kumimoji="0" lang="zh-CN" altLang="en-US" sz="2400" b="1" dirty="0">
                <a:latin typeface="华文中宋" panose="02010600040101010101" pitchFamily="2" charset="-122"/>
                <a:ea typeface="华文中宋" panose="02010600040101010101" pitchFamily="2" charset="-122"/>
              </a:rPr>
              <a:t>  </a:t>
            </a:r>
            <a:r>
              <a:rPr kumimoji="0" lang="en-US" altLang="zh-CN" sz="2400" b="1" dirty="0">
                <a:latin typeface="华文中宋" panose="02010600040101010101" pitchFamily="2" charset="-122"/>
                <a:ea typeface="华文中宋" panose="02010600040101010101" pitchFamily="2" charset="-122"/>
              </a:rPr>
              <a:t>(1)</a:t>
            </a:r>
            <a:r>
              <a:rPr kumimoji="0" lang="zh-CN" altLang="en-US" sz="2400" b="1" dirty="0">
                <a:latin typeface="华文中宋" panose="02010600040101010101" pitchFamily="2" charset="-122"/>
                <a:ea typeface="华文中宋" panose="02010600040101010101" pitchFamily="2" charset="-122"/>
              </a:rPr>
              <a:t>改变有限状态控制器中的状态。</a:t>
            </a:r>
          </a:p>
          <a:p>
            <a:pPr eaLnBrk="1" hangingPunct="1">
              <a:lnSpc>
                <a:spcPct val="130000"/>
              </a:lnSpc>
              <a:spcBef>
                <a:spcPct val="0"/>
              </a:spcBef>
              <a:buFontTx/>
              <a:buNone/>
            </a:pPr>
            <a:r>
              <a:rPr kumimoji="0" lang="zh-CN" altLang="en-US" sz="2400" b="1" dirty="0">
                <a:latin typeface="华文中宋" panose="02010600040101010101" pitchFamily="2" charset="-122"/>
                <a:ea typeface="华文中宋" panose="02010600040101010101" pitchFamily="2" charset="-122"/>
              </a:rPr>
              <a:t>  </a:t>
            </a:r>
            <a:r>
              <a:rPr kumimoji="0" lang="en-US" altLang="zh-CN" sz="2400" b="1" dirty="0">
                <a:latin typeface="华文中宋" panose="02010600040101010101" pitchFamily="2" charset="-122"/>
                <a:ea typeface="华文中宋" panose="02010600040101010101" pitchFamily="2" charset="-122"/>
              </a:rPr>
              <a:t>(2)</a:t>
            </a:r>
            <a:r>
              <a:rPr kumimoji="0" lang="zh-CN" altLang="en-US" sz="2400" b="1" dirty="0">
                <a:latin typeface="华文中宋" panose="02010600040101010101" pitchFamily="2" charset="-122"/>
                <a:ea typeface="华文中宋" panose="02010600040101010101" pitchFamily="2" charset="-122"/>
              </a:rPr>
              <a:t>清除当前读写头下的方格中原有带符号并写上新的带符号。</a:t>
            </a:r>
          </a:p>
          <a:p>
            <a:pPr eaLnBrk="1" hangingPunct="1">
              <a:lnSpc>
                <a:spcPct val="130000"/>
              </a:lnSpc>
              <a:spcBef>
                <a:spcPct val="0"/>
              </a:spcBef>
              <a:buFontTx/>
              <a:buNone/>
            </a:pPr>
            <a:r>
              <a:rPr kumimoji="0" lang="zh-CN" altLang="en-US" sz="2400" b="1" dirty="0">
                <a:latin typeface="华文中宋" panose="02010600040101010101" pitchFamily="2" charset="-122"/>
                <a:ea typeface="华文中宋" panose="02010600040101010101" pitchFamily="2" charset="-122"/>
              </a:rPr>
              <a:t>  </a:t>
            </a:r>
            <a:r>
              <a:rPr kumimoji="0" lang="en-US" altLang="zh-CN" sz="2400" b="1" dirty="0">
                <a:latin typeface="华文中宋" panose="02010600040101010101" pitchFamily="2" charset="-122"/>
                <a:ea typeface="华文中宋" panose="02010600040101010101" pitchFamily="2" charset="-122"/>
              </a:rPr>
              <a:t>(3)</a:t>
            </a:r>
            <a:r>
              <a:rPr kumimoji="0" lang="zh-CN" altLang="en-US" sz="2400" b="1" dirty="0">
                <a:latin typeface="华文中宋" panose="02010600040101010101" pitchFamily="2" charset="-122"/>
                <a:ea typeface="华文中宋" panose="02010600040101010101" pitchFamily="2" charset="-122"/>
              </a:rPr>
              <a:t>独立地将任何一个或所有读写头，向左移动一个方格</a:t>
            </a:r>
            <a:r>
              <a:rPr kumimoji="0" lang="en-US" altLang="zh-CN" sz="2400" b="1" dirty="0">
                <a:latin typeface="华文中宋" panose="02010600040101010101" pitchFamily="2" charset="-122"/>
                <a:ea typeface="华文中宋" panose="02010600040101010101" pitchFamily="2" charset="-122"/>
              </a:rPr>
              <a:t>(L)</a:t>
            </a:r>
            <a:r>
              <a:rPr kumimoji="0" lang="zh-CN" altLang="en-US" sz="2400" b="1" dirty="0">
                <a:latin typeface="华文中宋" panose="02010600040101010101" pitchFamily="2" charset="-122"/>
                <a:ea typeface="华文中宋" panose="02010600040101010101" pitchFamily="2" charset="-122"/>
              </a:rPr>
              <a:t>或向右移动一个方格</a:t>
            </a:r>
            <a:r>
              <a:rPr kumimoji="0" lang="en-US" altLang="zh-CN" sz="2400" b="1" dirty="0">
                <a:latin typeface="华文中宋" panose="02010600040101010101" pitchFamily="2" charset="-122"/>
                <a:ea typeface="华文中宋" panose="02010600040101010101" pitchFamily="2" charset="-122"/>
              </a:rPr>
              <a:t>(R)</a:t>
            </a:r>
            <a:r>
              <a:rPr kumimoji="0" lang="zh-CN" altLang="en-US" sz="2400" b="1" dirty="0">
                <a:latin typeface="华文中宋" panose="02010600040101010101" pitchFamily="2" charset="-122"/>
                <a:ea typeface="华文中宋" panose="02010600040101010101" pitchFamily="2" charset="-122"/>
              </a:rPr>
              <a:t>或停在当前单元不动</a:t>
            </a:r>
            <a:r>
              <a:rPr kumimoji="0" lang="en-US" altLang="zh-CN" sz="2400" b="1" dirty="0">
                <a:latin typeface="华文中宋" panose="02010600040101010101" pitchFamily="2" charset="-122"/>
                <a:ea typeface="华文中宋" panose="02010600040101010101" pitchFamily="2" charset="-122"/>
              </a:rPr>
              <a:t>(S)</a:t>
            </a:r>
            <a:r>
              <a:rPr kumimoji="0" lang="zh-CN" altLang="en-US" sz="2400" b="1" dirty="0">
                <a:latin typeface="华文中宋" panose="02010600040101010101" pitchFamily="2" charset="-122"/>
                <a:ea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0483">
                                            <p:txEl>
                                              <p:pRg st="2" end="2"/>
                                            </p:txEl>
                                          </p:spTgt>
                                        </p:tgtEl>
                                        <p:attrNameLst>
                                          <p:attrName>style.visibility</p:attrName>
                                        </p:attrNameLst>
                                      </p:cBhvr>
                                      <p:to>
                                        <p:strVal val="visible"/>
                                      </p:to>
                                    </p:set>
                                    <p:anim calcmode="lin" valueType="num">
                                      <p:cBhvr additive="base">
                                        <p:cTn id="19" dur="500" fill="hold"/>
                                        <p:tgtEl>
                                          <p:spTgt spid="2048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04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0483">
                                            <p:txEl>
                                              <p:pRg st="3" end="3"/>
                                            </p:txEl>
                                          </p:spTgt>
                                        </p:tgtEl>
                                        <p:attrNameLst>
                                          <p:attrName>style.visibility</p:attrName>
                                        </p:attrNameLst>
                                      </p:cBhvr>
                                      <p:to>
                                        <p:strVal val="visible"/>
                                      </p:to>
                                    </p:set>
                                    <p:anim calcmode="lin" valueType="num">
                                      <p:cBhvr additive="base">
                                        <p:cTn id="25" dur="500" fill="hold"/>
                                        <p:tgtEl>
                                          <p:spTgt spid="2048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04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0483">
                                            <p:txEl>
                                              <p:pRg st="4" end="4"/>
                                            </p:txEl>
                                          </p:spTgt>
                                        </p:tgtEl>
                                        <p:attrNameLst>
                                          <p:attrName>style.visibility</p:attrName>
                                        </p:attrNameLst>
                                      </p:cBhvr>
                                      <p:to>
                                        <p:strVal val="visible"/>
                                      </p:to>
                                    </p:set>
                                    <p:anim calcmode="lin" valueType="num">
                                      <p:cBhvr additive="base">
                                        <p:cTn id="31" dur="500" fill="hold"/>
                                        <p:tgtEl>
                                          <p:spTgt spid="2048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0483">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03C5AFF5-C043-4025-A991-FD596FE6431C}"/>
              </a:ext>
            </a:extLst>
          </p:cNvPr>
          <p:cNvSpPr>
            <a:spLocks noGrp="1" noChangeArrowheads="1"/>
          </p:cNvSpPr>
          <p:nvPr>
            <p:ph type="title"/>
          </p:nvPr>
        </p:nvSpPr>
        <p:spPr bwMode="auto">
          <a:xfrm>
            <a:off x="457200" y="76200"/>
            <a:ext cx="80772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5</a:t>
            </a:r>
            <a:r>
              <a:rPr kumimoji="0" lang="zh-CN" altLang="en-US" sz="4000" b="1" dirty="0">
                <a:solidFill>
                  <a:schemeClr val="accent2"/>
                </a:solidFill>
                <a:latin typeface="华文中宋" panose="02010600040101010101" pitchFamily="2" charset="-122"/>
                <a:ea typeface="华文中宋" panose="02010600040101010101" pitchFamily="2" charset="-122"/>
              </a:rPr>
              <a:t>、确定性单带图灵机定义</a:t>
            </a:r>
          </a:p>
        </p:txBody>
      </p:sp>
      <p:sp>
        <p:nvSpPr>
          <p:cNvPr id="228355" name="Rectangle 3">
            <a:extLst>
              <a:ext uri="{FF2B5EF4-FFF2-40B4-BE49-F238E27FC236}">
                <a16:creationId xmlns:a16="http://schemas.microsoft.com/office/drawing/2014/main" id="{B6D3F6DD-EC0F-40F9-B73F-568DA91D06C3}"/>
              </a:ext>
            </a:extLst>
          </p:cNvPr>
          <p:cNvSpPr>
            <a:spLocks noGrp="1" noChangeArrowheads="1"/>
          </p:cNvSpPr>
          <p:nvPr>
            <p:ph type="body" idx="1"/>
          </p:nvPr>
        </p:nvSpPr>
        <p:spPr bwMode="auto">
          <a:xfrm>
            <a:off x="304800" y="838200"/>
            <a:ext cx="8534400" cy="541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spcBef>
                <a:spcPct val="0"/>
              </a:spcBef>
              <a:buFontTx/>
              <a:buNone/>
            </a:pPr>
            <a:r>
              <a:rPr kumimoji="0" lang="en-US" altLang="zh-CN" sz="2800" b="1" dirty="0">
                <a:latin typeface="Palatino Linotype" panose="02040502050505030304" pitchFamily="18" charset="0"/>
              </a:rPr>
              <a:t>  </a:t>
            </a:r>
            <a:r>
              <a:rPr kumimoji="0" lang="zh-CN" altLang="en-US" sz="2800" b="1" dirty="0">
                <a:solidFill>
                  <a:srgbClr val="AC2F36"/>
                </a:solidFill>
                <a:latin typeface="Palatino Linotype" panose="02040502050505030304" pitchFamily="18" charset="0"/>
              </a:rPr>
              <a:t>确定性单带图灵机</a:t>
            </a:r>
            <a:r>
              <a:rPr kumimoji="0" lang="zh-CN" altLang="en-US" sz="2800" b="1" dirty="0">
                <a:latin typeface="Palatino Linotype" panose="02040502050505030304" pitchFamily="18" charset="0"/>
              </a:rPr>
              <a:t>为一个</a:t>
            </a:r>
            <a:r>
              <a:rPr kumimoji="0" lang="en-US" altLang="zh-CN" sz="2800" b="1" dirty="0">
                <a:latin typeface="Palatino Linotype" panose="02040502050505030304" pitchFamily="18" charset="0"/>
              </a:rPr>
              <a:t>7</a:t>
            </a:r>
            <a:r>
              <a:rPr kumimoji="0" lang="zh-CN" altLang="en-US" sz="2800" b="1" dirty="0">
                <a:latin typeface="Palatino Linotype" panose="02040502050505030304" pitchFamily="18" charset="0"/>
              </a:rPr>
              <a:t>元组</a:t>
            </a:r>
          </a:p>
          <a:p>
            <a:pPr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(Q</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T</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I</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δ</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B</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q</a:t>
            </a:r>
            <a:r>
              <a:rPr kumimoji="0" lang="en-US" altLang="zh-CN" sz="2800" b="1" baseline="-30000" dirty="0">
                <a:latin typeface="Palatino Linotype" panose="02040502050505030304" pitchFamily="18" charset="0"/>
              </a:rPr>
              <a:t>0</a:t>
            </a:r>
            <a:r>
              <a:rPr kumimoji="0" lang="zh-CN" altLang="en-US" sz="2800" b="1" dirty="0">
                <a:latin typeface="Palatino Linotype" panose="02040502050505030304" pitchFamily="18" charset="0"/>
              </a:rPr>
              <a:t>，</a:t>
            </a:r>
            <a:r>
              <a:rPr kumimoji="0" lang="en-US" altLang="zh-CN" sz="2800" b="1" dirty="0" err="1">
                <a:latin typeface="Palatino Linotype" panose="02040502050505030304" pitchFamily="18" charset="0"/>
              </a:rPr>
              <a:t>q</a:t>
            </a:r>
            <a:r>
              <a:rPr kumimoji="0" lang="en-US" altLang="zh-CN" sz="2800" b="1" baseline="-30000" dirty="0" err="1">
                <a:latin typeface="Palatino Linotype" panose="02040502050505030304" pitchFamily="18" charset="0"/>
              </a:rPr>
              <a:t>f</a:t>
            </a:r>
            <a:r>
              <a:rPr kumimoji="0" lang="en-US" altLang="zh-CN" sz="2800" b="1" dirty="0">
                <a:latin typeface="Palatino Linotype" panose="02040502050505030304" pitchFamily="18" charset="0"/>
              </a:rPr>
              <a:t>)</a:t>
            </a:r>
            <a:r>
              <a:rPr kumimoji="0" lang="zh-CN" altLang="en-US" sz="2800" b="1" dirty="0">
                <a:latin typeface="Palatino Linotype" panose="02040502050505030304" pitchFamily="18" charset="0"/>
              </a:rPr>
              <a:t>，其中</a:t>
            </a:r>
            <a:r>
              <a:rPr kumimoji="0" lang="en-US" altLang="zh-CN" sz="2800" b="1" dirty="0">
                <a:latin typeface="Palatino Linotype" panose="02040502050505030304" pitchFamily="18" charset="0"/>
              </a:rPr>
              <a:t>:</a:t>
            </a:r>
          </a:p>
          <a:p>
            <a:pPr eaLnBrk="1" hangingPunct="1">
              <a:lnSpc>
                <a:spcPct val="120000"/>
              </a:lnSpc>
              <a:spcBef>
                <a:spcPct val="0"/>
              </a:spcBef>
              <a:buFontTx/>
              <a:buNone/>
            </a:pPr>
            <a:r>
              <a:rPr kumimoji="0" lang="en-US" altLang="zh-CN" sz="2800" b="1" dirty="0">
                <a:latin typeface="Palatino Linotype" panose="02040502050505030304" pitchFamily="18" charset="0"/>
              </a:rPr>
              <a:t>  (1) Q</a:t>
            </a:r>
            <a:r>
              <a:rPr kumimoji="0" lang="zh-CN" altLang="en-US" sz="2800" b="1" dirty="0">
                <a:latin typeface="Palatino Linotype" panose="02040502050505030304" pitchFamily="18" charset="0"/>
              </a:rPr>
              <a:t>：有限个状态的集合。</a:t>
            </a:r>
          </a:p>
          <a:p>
            <a:pPr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(2) T</a:t>
            </a:r>
            <a:r>
              <a:rPr kumimoji="0" lang="zh-CN" altLang="en-US" sz="2800" b="1" dirty="0">
                <a:latin typeface="Palatino Linotype" panose="02040502050505030304" pitchFamily="18" charset="0"/>
              </a:rPr>
              <a:t>：有限个带符号的集合。</a:t>
            </a:r>
          </a:p>
          <a:p>
            <a:pPr algn="just"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(3) I</a:t>
            </a:r>
            <a:r>
              <a:rPr kumimoji="0" lang="zh-CN" altLang="en-US" sz="2800" b="1" dirty="0">
                <a:latin typeface="Palatino Linotype" panose="02040502050505030304" pitchFamily="18" charset="0"/>
              </a:rPr>
              <a:t>：输入符号的集合，</a:t>
            </a:r>
            <a:r>
              <a:rPr kumimoji="0" lang="en-US" altLang="zh-CN" sz="2800" b="1" dirty="0">
                <a:latin typeface="Palatino Linotype" panose="02040502050505030304" pitchFamily="18" charset="0"/>
              </a:rPr>
              <a:t>I</a:t>
            </a:r>
            <a:r>
              <a:rPr kumimoji="0" lang="en-US" altLang="zh-CN" sz="2800" b="1" dirty="0">
                <a:latin typeface="Palatino Linotype" panose="02040502050505030304" pitchFamily="18" charset="0"/>
                <a:sym typeface="Symbol" panose="05050102010706020507" pitchFamily="18" charset="2"/>
              </a:rPr>
              <a:t></a:t>
            </a:r>
            <a:r>
              <a:rPr kumimoji="0" lang="en-US" altLang="zh-CN" sz="2800" b="1" dirty="0">
                <a:latin typeface="Palatino Linotype" panose="02040502050505030304" pitchFamily="18" charset="0"/>
              </a:rPr>
              <a:t>T</a:t>
            </a:r>
            <a:r>
              <a:rPr kumimoji="0" lang="zh-CN" altLang="en-US" sz="2800" b="1" dirty="0">
                <a:latin typeface="Palatino Linotype" panose="02040502050505030304" pitchFamily="18" charset="0"/>
              </a:rPr>
              <a:t>。</a:t>
            </a:r>
          </a:p>
          <a:p>
            <a:pPr algn="just"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(4) B</a:t>
            </a:r>
            <a:r>
              <a:rPr kumimoji="0" lang="zh-CN" altLang="en-US" sz="2800" b="1" dirty="0">
                <a:latin typeface="Palatino Linotype" panose="02040502050505030304" pitchFamily="18" charset="0"/>
              </a:rPr>
              <a:t>：唯一的空白符，</a:t>
            </a:r>
            <a:r>
              <a:rPr kumimoji="0" lang="en-US" altLang="zh-CN" sz="2800" b="1" dirty="0">
                <a:latin typeface="Palatino Linotype" panose="02040502050505030304" pitchFamily="18" charset="0"/>
              </a:rPr>
              <a:t>B∈T-I</a:t>
            </a:r>
            <a:r>
              <a:rPr kumimoji="0" lang="zh-CN" altLang="en-US" sz="2800" b="1" dirty="0">
                <a:latin typeface="Palatino Linotype" panose="02040502050505030304" pitchFamily="18" charset="0"/>
              </a:rPr>
              <a:t>。</a:t>
            </a:r>
          </a:p>
          <a:p>
            <a:pPr algn="just"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(5) q</a:t>
            </a:r>
            <a:r>
              <a:rPr kumimoji="0" lang="en-US" altLang="zh-CN" sz="2800" b="1" baseline="-30000" dirty="0">
                <a:latin typeface="Palatino Linotype" panose="02040502050505030304" pitchFamily="18" charset="0"/>
              </a:rPr>
              <a:t>0</a:t>
            </a:r>
            <a:r>
              <a:rPr kumimoji="0" lang="zh-CN" altLang="en-US" sz="2800" b="1" dirty="0">
                <a:latin typeface="Palatino Linotype" panose="02040502050505030304" pitchFamily="18" charset="0"/>
              </a:rPr>
              <a:t>：初始状态。</a:t>
            </a:r>
          </a:p>
          <a:p>
            <a:pPr algn="just"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(6) </a:t>
            </a:r>
            <a:r>
              <a:rPr kumimoji="0" lang="en-US" altLang="zh-CN" sz="2800" b="1" dirty="0" err="1">
                <a:latin typeface="Palatino Linotype" panose="02040502050505030304" pitchFamily="18" charset="0"/>
              </a:rPr>
              <a:t>q</a:t>
            </a:r>
            <a:r>
              <a:rPr kumimoji="0" lang="en-US" altLang="zh-CN" sz="2800" b="1" baseline="-30000" dirty="0" err="1">
                <a:latin typeface="Palatino Linotype" panose="02040502050505030304" pitchFamily="18" charset="0"/>
              </a:rPr>
              <a:t>f</a:t>
            </a:r>
            <a:r>
              <a:rPr kumimoji="0" lang="zh-CN" altLang="en-US" sz="2800" b="1" dirty="0">
                <a:latin typeface="Palatino Linotype" panose="02040502050505030304" pitchFamily="18" charset="0"/>
              </a:rPr>
              <a:t>：终止</a:t>
            </a:r>
            <a:r>
              <a:rPr kumimoji="0" lang="en-US" altLang="zh-CN" sz="2800" b="1" dirty="0">
                <a:latin typeface="Palatino Linotype" panose="02040502050505030304" pitchFamily="18" charset="0"/>
              </a:rPr>
              <a:t>(</a:t>
            </a:r>
            <a:r>
              <a:rPr kumimoji="0" lang="zh-CN" altLang="en-US" sz="2800" b="1" dirty="0">
                <a:latin typeface="Palatino Linotype" panose="02040502050505030304" pitchFamily="18" charset="0"/>
              </a:rPr>
              <a:t>或接受</a:t>
            </a:r>
            <a:r>
              <a:rPr kumimoji="0" lang="en-US" altLang="zh-CN" sz="2800" b="1" dirty="0">
                <a:latin typeface="Palatino Linotype" panose="02040502050505030304" pitchFamily="18" charset="0"/>
              </a:rPr>
              <a:t>)</a:t>
            </a:r>
            <a:r>
              <a:rPr kumimoji="0" lang="zh-CN" altLang="en-US" sz="2800" b="1" dirty="0">
                <a:latin typeface="Palatino Linotype" panose="02040502050505030304" pitchFamily="18" charset="0"/>
              </a:rPr>
              <a:t>状态。</a:t>
            </a:r>
          </a:p>
          <a:p>
            <a:pPr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(7) δ</a:t>
            </a:r>
            <a:r>
              <a:rPr kumimoji="0" lang="zh-CN" altLang="en-US" sz="2800" b="1" dirty="0">
                <a:latin typeface="Palatino Linotype" panose="02040502050505030304" pitchFamily="18" charset="0"/>
              </a:rPr>
              <a:t>：移动函数，是从</a:t>
            </a:r>
            <a:r>
              <a:rPr kumimoji="0" lang="en-US" altLang="zh-CN" sz="2800" b="1" dirty="0">
                <a:latin typeface="Palatino Linotype" panose="02040502050505030304" pitchFamily="18" charset="0"/>
              </a:rPr>
              <a:t>Q</a:t>
            </a:r>
            <a:r>
              <a:rPr kumimoji="0" lang="en-US" altLang="zh-CN" sz="2800" b="1" dirty="0">
                <a:latin typeface="Palatino Linotype" panose="02040502050505030304" pitchFamily="18" charset="0"/>
                <a:sym typeface="Symbol" panose="05050102010706020507" pitchFamily="18" charset="2"/>
              </a:rPr>
              <a:t></a:t>
            </a:r>
            <a:r>
              <a:rPr kumimoji="0" lang="en-US" altLang="zh-CN" sz="2800" b="1" dirty="0">
                <a:latin typeface="Palatino Linotype" panose="02040502050505030304" pitchFamily="18" charset="0"/>
              </a:rPr>
              <a:t>T</a:t>
            </a:r>
            <a:r>
              <a:rPr kumimoji="0" lang="zh-CN" altLang="en-US" sz="2800" b="1" dirty="0">
                <a:latin typeface="Palatino Linotype" panose="02040502050505030304" pitchFamily="18" charset="0"/>
              </a:rPr>
              <a:t>的某一子集映射到</a:t>
            </a:r>
            <a:r>
              <a:rPr kumimoji="0" lang="en-US" altLang="zh-CN" sz="2800" b="1" dirty="0">
                <a:latin typeface="Palatino Linotype" panose="02040502050505030304" pitchFamily="18" charset="0"/>
              </a:rPr>
              <a:t>Q</a:t>
            </a:r>
            <a:r>
              <a:rPr kumimoji="0" lang="en-US" altLang="zh-CN" sz="2800" b="1" dirty="0">
                <a:latin typeface="Palatino Linotype" panose="02040502050505030304" pitchFamily="18" charset="0"/>
                <a:sym typeface="Symbol" panose="05050102010706020507" pitchFamily="18" charset="2"/>
              </a:rPr>
              <a:t></a:t>
            </a:r>
            <a:r>
              <a:rPr kumimoji="0" lang="en-US" altLang="zh-CN" sz="2800" b="1" dirty="0">
                <a:latin typeface="Palatino Linotype" panose="02040502050505030304" pitchFamily="18" charset="0"/>
              </a:rPr>
              <a:t> (T</a:t>
            </a:r>
            <a:r>
              <a:rPr kumimoji="0" lang="en-US" altLang="zh-CN" sz="2800" b="1" dirty="0">
                <a:latin typeface="Palatino Linotype" panose="02040502050505030304" pitchFamily="18" charset="0"/>
                <a:sym typeface="Symbol" panose="05050102010706020507" pitchFamily="18" charset="2"/>
              </a:rPr>
              <a:t></a:t>
            </a:r>
            <a:r>
              <a:rPr kumimoji="0" lang="en-US" altLang="zh-CN" sz="2800" b="1" dirty="0">
                <a:latin typeface="Palatino Linotype" panose="02040502050505030304" pitchFamily="18" charset="0"/>
              </a:rPr>
              <a:t>{L</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R</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S})</a:t>
            </a:r>
            <a:r>
              <a:rPr kumimoji="0" lang="en-US" altLang="zh-CN" sz="2800" b="1" baseline="30000" dirty="0">
                <a:latin typeface="Palatino Linotype" panose="02040502050505030304" pitchFamily="18" charset="0"/>
              </a:rPr>
              <a:t> </a:t>
            </a:r>
            <a:r>
              <a:rPr kumimoji="0" lang="zh-CN" altLang="en-US" sz="2800" b="1" dirty="0">
                <a:latin typeface="Palatino Linotype" panose="02040502050505030304" pitchFamily="18" charset="0"/>
              </a:rPr>
              <a:t>的函数。</a:t>
            </a:r>
          </a:p>
        </p:txBody>
      </p:sp>
      <p:sp>
        <p:nvSpPr>
          <p:cNvPr id="228356" name="Text Box 4">
            <a:extLst>
              <a:ext uri="{FF2B5EF4-FFF2-40B4-BE49-F238E27FC236}">
                <a16:creationId xmlns:a16="http://schemas.microsoft.com/office/drawing/2014/main" id="{4C29A2D5-32A0-4875-8C10-6F7903DC21D4}"/>
              </a:ext>
            </a:extLst>
          </p:cNvPr>
          <p:cNvSpPr txBox="1">
            <a:spLocks noChangeArrowheads="1"/>
          </p:cNvSpPr>
          <p:nvPr/>
        </p:nvSpPr>
        <p:spPr bwMode="auto">
          <a:xfrm>
            <a:off x="6172200" y="4541838"/>
            <a:ext cx="21018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dirty="0">
                <a:solidFill>
                  <a:srgbClr val="AC2F36"/>
                </a:solidFill>
                <a:ea typeface="华文中宋" panose="02010600040101010101" pitchFamily="2" charset="-122"/>
              </a:rPr>
              <a:t>停机状态。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8355">
                                            <p:txEl>
                                              <p:pRg st="0" end="0"/>
                                            </p:txEl>
                                          </p:spTgt>
                                        </p:tgtEl>
                                        <p:attrNameLst>
                                          <p:attrName>style.visibility</p:attrName>
                                        </p:attrNameLst>
                                      </p:cBhvr>
                                      <p:to>
                                        <p:strVal val="visible"/>
                                      </p:to>
                                    </p:set>
                                    <p:anim calcmode="lin" valueType="num">
                                      <p:cBhvr additive="base">
                                        <p:cTn id="7" dur="500" fill="hold"/>
                                        <p:tgtEl>
                                          <p:spTgt spid="2283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83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8355">
                                            <p:txEl>
                                              <p:pRg st="1" end="1"/>
                                            </p:txEl>
                                          </p:spTgt>
                                        </p:tgtEl>
                                        <p:attrNameLst>
                                          <p:attrName>style.visibility</p:attrName>
                                        </p:attrNameLst>
                                      </p:cBhvr>
                                      <p:to>
                                        <p:strVal val="visible"/>
                                      </p:to>
                                    </p:set>
                                    <p:anim calcmode="lin" valueType="num">
                                      <p:cBhvr additive="base">
                                        <p:cTn id="13" dur="500" fill="hold"/>
                                        <p:tgtEl>
                                          <p:spTgt spid="2283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2835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8355">
                                            <p:txEl>
                                              <p:pRg st="2" end="2"/>
                                            </p:txEl>
                                          </p:spTgt>
                                        </p:tgtEl>
                                        <p:attrNameLst>
                                          <p:attrName>style.visibility</p:attrName>
                                        </p:attrNameLst>
                                      </p:cBhvr>
                                      <p:to>
                                        <p:strVal val="visible"/>
                                      </p:to>
                                    </p:set>
                                    <p:anim calcmode="lin" valueType="num">
                                      <p:cBhvr additive="base">
                                        <p:cTn id="19" dur="500" fill="hold"/>
                                        <p:tgtEl>
                                          <p:spTgt spid="22835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2835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28355">
                                            <p:txEl>
                                              <p:pRg st="3" end="3"/>
                                            </p:txEl>
                                          </p:spTgt>
                                        </p:tgtEl>
                                        <p:attrNameLst>
                                          <p:attrName>style.visibility</p:attrName>
                                        </p:attrNameLst>
                                      </p:cBhvr>
                                      <p:to>
                                        <p:strVal val="visible"/>
                                      </p:to>
                                    </p:set>
                                    <p:anim calcmode="lin" valueType="num">
                                      <p:cBhvr additive="base">
                                        <p:cTn id="25" dur="500" fill="hold"/>
                                        <p:tgtEl>
                                          <p:spTgt spid="22835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2835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28355">
                                            <p:txEl>
                                              <p:pRg st="4" end="4"/>
                                            </p:txEl>
                                          </p:spTgt>
                                        </p:tgtEl>
                                        <p:attrNameLst>
                                          <p:attrName>style.visibility</p:attrName>
                                        </p:attrNameLst>
                                      </p:cBhvr>
                                      <p:to>
                                        <p:strVal val="visible"/>
                                      </p:to>
                                    </p:set>
                                    <p:anim calcmode="lin" valueType="num">
                                      <p:cBhvr additive="base">
                                        <p:cTn id="31" dur="500" fill="hold"/>
                                        <p:tgtEl>
                                          <p:spTgt spid="22835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2835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28355">
                                            <p:txEl>
                                              <p:pRg st="5" end="5"/>
                                            </p:txEl>
                                          </p:spTgt>
                                        </p:tgtEl>
                                        <p:attrNameLst>
                                          <p:attrName>style.visibility</p:attrName>
                                        </p:attrNameLst>
                                      </p:cBhvr>
                                      <p:to>
                                        <p:strVal val="visible"/>
                                      </p:to>
                                    </p:set>
                                    <p:anim calcmode="lin" valueType="num">
                                      <p:cBhvr additive="base">
                                        <p:cTn id="37" dur="500" fill="hold"/>
                                        <p:tgtEl>
                                          <p:spTgt spid="22835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2835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28355">
                                            <p:txEl>
                                              <p:pRg st="6" end="6"/>
                                            </p:txEl>
                                          </p:spTgt>
                                        </p:tgtEl>
                                        <p:attrNameLst>
                                          <p:attrName>style.visibility</p:attrName>
                                        </p:attrNameLst>
                                      </p:cBhvr>
                                      <p:to>
                                        <p:strVal val="visible"/>
                                      </p:to>
                                    </p:set>
                                    <p:anim calcmode="lin" valueType="num">
                                      <p:cBhvr additive="base">
                                        <p:cTn id="43" dur="500" fill="hold"/>
                                        <p:tgtEl>
                                          <p:spTgt spid="22835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2835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28355">
                                            <p:txEl>
                                              <p:pRg st="7" end="7"/>
                                            </p:txEl>
                                          </p:spTgt>
                                        </p:tgtEl>
                                        <p:attrNameLst>
                                          <p:attrName>style.visibility</p:attrName>
                                        </p:attrNameLst>
                                      </p:cBhvr>
                                      <p:to>
                                        <p:strVal val="visible"/>
                                      </p:to>
                                    </p:set>
                                    <p:anim calcmode="lin" valueType="num">
                                      <p:cBhvr additive="base">
                                        <p:cTn id="49" dur="500" fill="hold"/>
                                        <p:tgtEl>
                                          <p:spTgt spid="22835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2835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28355">
                                            <p:txEl>
                                              <p:pRg st="8" end="8"/>
                                            </p:txEl>
                                          </p:spTgt>
                                        </p:tgtEl>
                                        <p:attrNameLst>
                                          <p:attrName>style.visibility</p:attrName>
                                        </p:attrNameLst>
                                      </p:cBhvr>
                                      <p:to>
                                        <p:strVal val="visible"/>
                                      </p:to>
                                    </p:set>
                                    <p:anim calcmode="lin" valueType="num">
                                      <p:cBhvr additive="base">
                                        <p:cTn id="55" dur="500" fill="hold"/>
                                        <p:tgtEl>
                                          <p:spTgt spid="228355">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2835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228356"/>
                                        </p:tgtEl>
                                        <p:attrNameLst>
                                          <p:attrName>style.visibility</p:attrName>
                                        </p:attrNameLst>
                                      </p:cBhvr>
                                      <p:to>
                                        <p:strVal val="visible"/>
                                      </p:to>
                                    </p:set>
                                    <p:anim calcmode="lin" valueType="num">
                                      <p:cBhvr additive="base">
                                        <p:cTn id="61" dur="500" fill="hold"/>
                                        <p:tgtEl>
                                          <p:spTgt spid="228356"/>
                                        </p:tgtEl>
                                        <p:attrNameLst>
                                          <p:attrName>ppt_x</p:attrName>
                                        </p:attrNameLst>
                                      </p:cBhvr>
                                      <p:tavLst>
                                        <p:tav tm="0">
                                          <p:val>
                                            <p:strVal val="0-#ppt_w/2"/>
                                          </p:val>
                                        </p:tav>
                                        <p:tav tm="100000">
                                          <p:val>
                                            <p:strVal val="#ppt_x"/>
                                          </p:val>
                                        </p:tav>
                                      </p:tavLst>
                                    </p:anim>
                                    <p:anim calcmode="lin" valueType="num">
                                      <p:cBhvr additive="base">
                                        <p:cTn id="62" dur="500" fill="hold"/>
                                        <p:tgtEl>
                                          <p:spTgt spid="22835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5" grpId="0" build="p" autoUpdateAnimBg="0"/>
      <p:bldP spid="22835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48F349B5-0C9C-4764-B18C-9FAFB3B783D9}"/>
              </a:ext>
            </a:extLst>
          </p:cNvPr>
          <p:cNvSpPr>
            <a:spLocks noGrp="1" noChangeArrowheads="1"/>
          </p:cNvSpPr>
          <p:nvPr>
            <p:ph type="title"/>
          </p:nvPr>
        </p:nvSpPr>
        <p:spPr bwMode="auto">
          <a:xfrm>
            <a:off x="762000" y="762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5</a:t>
            </a:r>
            <a:r>
              <a:rPr kumimoji="0" lang="zh-CN" altLang="en-US" sz="4000" b="1" dirty="0">
                <a:solidFill>
                  <a:schemeClr val="accent2"/>
                </a:solidFill>
                <a:latin typeface="华文中宋" panose="02010600040101010101" pitchFamily="2" charset="-122"/>
                <a:ea typeface="华文中宋" panose="02010600040101010101" pitchFamily="2" charset="-122"/>
              </a:rPr>
              <a:t>、确定性</a:t>
            </a:r>
            <a:r>
              <a:rPr kumimoji="0" lang="en-US" altLang="zh-CN" sz="4000" b="1" dirty="0">
                <a:solidFill>
                  <a:schemeClr val="accent2"/>
                </a:solidFill>
                <a:latin typeface="华文中宋" panose="02010600040101010101" pitchFamily="2" charset="-122"/>
                <a:ea typeface="华文中宋" panose="02010600040101010101" pitchFamily="2" charset="-122"/>
              </a:rPr>
              <a:t>k</a:t>
            </a:r>
            <a:r>
              <a:rPr kumimoji="0" lang="zh-CN" altLang="en-US" sz="4000" b="1" dirty="0">
                <a:solidFill>
                  <a:schemeClr val="accent2"/>
                </a:solidFill>
                <a:latin typeface="华文中宋" panose="02010600040101010101" pitchFamily="2" charset="-122"/>
                <a:ea typeface="华文中宋" panose="02010600040101010101" pitchFamily="2" charset="-122"/>
              </a:rPr>
              <a:t>带图灵机</a:t>
            </a:r>
          </a:p>
        </p:txBody>
      </p:sp>
      <p:sp>
        <p:nvSpPr>
          <p:cNvPr id="69635" name="Rectangle 3">
            <a:extLst>
              <a:ext uri="{FF2B5EF4-FFF2-40B4-BE49-F238E27FC236}">
                <a16:creationId xmlns:a16="http://schemas.microsoft.com/office/drawing/2014/main" id="{CF60D915-AB7E-4782-A470-BD08F1184409}"/>
              </a:ext>
            </a:extLst>
          </p:cNvPr>
          <p:cNvSpPr>
            <a:spLocks noGrp="1" noChangeArrowheads="1"/>
          </p:cNvSpPr>
          <p:nvPr>
            <p:ph type="body" idx="1"/>
          </p:nvPr>
        </p:nvSpPr>
        <p:spPr bwMode="auto">
          <a:xfrm>
            <a:off x="304800" y="838200"/>
            <a:ext cx="8534400" cy="541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spcBef>
                <a:spcPct val="0"/>
              </a:spcBef>
              <a:buFontTx/>
              <a:buNone/>
            </a:pPr>
            <a:r>
              <a:rPr kumimoji="0" lang="en-US" altLang="zh-CN" sz="2800" b="1" dirty="0">
                <a:solidFill>
                  <a:srgbClr val="FF0000"/>
                </a:solidFill>
                <a:latin typeface="Palatino Linotype" panose="02040502050505030304" pitchFamily="18" charset="0"/>
              </a:rPr>
              <a:t>  </a:t>
            </a:r>
            <a:r>
              <a:rPr kumimoji="0" lang="zh-CN" altLang="en-US" sz="2800" b="1" dirty="0">
                <a:solidFill>
                  <a:srgbClr val="AC2F36"/>
                </a:solidFill>
                <a:latin typeface="Palatino Linotype" panose="02040502050505030304" pitchFamily="18" charset="0"/>
              </a:rPr>
              <a:t>确定性</a:t>
            </a:r>
            <a:r>
              <a:rPr kumimoji="0" lang="en-US" altLang="zh-CN" sz="2800" b="1" dirty="0">
                <a:solidFill>
                  <a:srgbClr val="AC2F36"/>
                </a:solidFill>
                <a:latin typeface="Palatino Linotype" panose="02040502050505030304" pitchFamily="18" charset="0"/>
              </a:rPr>
              <a:t>k</a:t>
            </a:r>
            <a:r>
              <a:rPr kumimoji="0" lang="zh-CN" altLang="en-US" sz="2800" b="1" dirty="0">
                <a:solidFill>
                  <a:srgbClr val="AC2F36"/>
                </a:solidFill>
                <a:latin typeface="Palatino Linotype" panose="02040502050505030304" pitchFamily="18" charset="0"/>
              </a:rPr>
              <a:t>带图灵机</a:t>
            </a:r>
            <a:r>
              <a:rPr kumimoji="0" lang="zh-CN" altLang="en-US" sz="2800" b="1" dirty="0">
                <a:latin typeface="Palatino Linotype" panose="02040502050505030304" pitchFamily="18" charset="0"/>
              </a:rPr>
              <a:t>为一个</a:t>
            </a:r>
            <a:r>
              <a:rPr kumimoji="0" lang="en-US" altLang="zh-CN" sz="2800" b="1" dirty="0">
                <a:latin typeface="Palatino Linotype" panose="02040502050505030304" pitchFamily="18" charset="0"/>
              </a:rPr>
              <a:t>7</a:t>
            </a:r>
            <a:r>
              <a:rPr kumimoji="0" lang="zh-CN" altLang="en-US" sz="2800" b="1" dirty="0">
                <a:latin typeface="Palatino Linotype" panose="02040502050505030304" pitchFamily="18" charset="0"/>
              </a:rPr>
              <a:t>元组</a:t>
            </a:r>
          </a:p>
          <a:p>
            <a:pPr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(Q</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T</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I</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δ</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B</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q</a:t>
            </a:r>
            <a:r>
              <a:rPr kumimoji="0" lang="en-US" altLang="zh-CN" sz="2800" b="1" baseline="-30000" dirty="0">
                <a:latin typeface="Palatino Linotype" panose="02040502050505030304" pitchFamily="18" charset="0"/>
              </a:rPr>
              <a:t>0</a:t>
            </a:r>
            <a:r>
              <a:rPr kumimoji="0" lang="zh-CN" altLang="en-US" sz="2800" b="1" dirty="0">
                <a:latin typeface="Palatino Linotype" panose="02040502050505030304" pitchFamily="18" charset="0"/>
              </a:rPr>
              <a:t>，</a:t>
            </a:r>
            <a:r>
              <a:rPr kumimoji="0" lang="en-US" altLang="zh-CN" sz="2800" b="1" dirty="0" err="1">
                <a:latin typeface="Palatino Linotype" panose="02040502050505030304" pitchFamily="18" charset="0"/>
              </a:rPr>
              <a:t>q</a:t>
            </a:r>
            <a:r>
              <a:rPr kumimoji="0" lang="en-US" altLang="zh-CN" sz="2800" b="1" baseline="-30000" dirty="0" err="1">
                <a:latin typeface="Palatino Linotype" panose="02040502050505030304" pitchFamily="18" charset="0"/>
              </a:rPr>
              <a:t>f</a:t>
            </a:r>
            <a:r>
              <a:rPr kumimoji="0" lang="en-US" altLang="zh-CN" sz="2800" b="1" dirty="0">
                <a:latin typeface="Palatino Linotype" panose="02040502050505030304" pitchFamily="18" charset="0"/>
              </a:rPr>
              <a:t>)</a:t>
            </a:r>
            <a:r>
              <a:rPr kumimoji="0" lang="zh-CN" altLang="en-US" sz="2800" b="1" dirty="0">
                <a:latin typeface="Palatino Linotype" panose="02040502050505030304" pitchFamily="18" charset="0"/>
              </a:rPr>
              <a:t>，其中</a:t>
            </a:r>
            <a:r>
              <a:rPr kumimoji="0" lang="en-US" altLang="zh-CN" sz="2800" b="1" dirty="0">
                <a:latin typeface="Palatino Linotype" panose="02040502050505030304" pitchFamily="18" charset="0"/>
              </a:rPr>
              <a:t>:</a:t>
            </a:r>
          </a:p>
          <a:p>
            <a:pPr eaLnBrk="1" hangingPunct="1">
              <a:lnSpc>
                <a:spcPct val="120000"/>
              </a:lnSpc>
              <a:spcBef>
                <a:spcPct val="0"/>
              </a:spcBef>
              <a:buFontTx/>
              <a:buNone/>
            </a:pPr>
            <a:r>
              <a:rPr kumimoji="0" lang="en-US" altLang="zh-CN" sz="2800" b="1" dirty="0">
                <a:latin typeface="Palatino Linotype" panose="02040502050505030304" pitchFamily="18" charset="0"/>
              </a:rPr>
              <a:t>  (1)Q</a:t>
            </a:r>
            <a:r>
              <a:rPr kumimoji="0" lang="zh-CN" altLang="en-US" sz="2800" b="1" dirty="0">
                <a:latin typeface="Palatino Linotype" panose="02040502050505030304" pitchFamily="18" charset="0"/>
              </a:rPr>
              <a:t>是有限个状态的集合。</a:t>
            </a:r>
          </a:p>
          <a:p>
            <a:pPr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(2)T</a:t>
            </a:r>
            <a:r>
              <a:rPr kumimoji="0" lang="zh-CN" altLang="en-US" sz="2800" b="1" dirty="0">
                <a:latin typeface="Palatino Linotype" panose="02040502050505030304" pitchFamily="18" charset="0"/>
              </a:rPr>
              <a:t>是有限个带符号的集合。</a:t>
            </a:r>
          </a:p>
          <a:p>
            <a:pPr algn="just"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(3)I</a:t>
            </a:r>
            <a:r>
              <a:rPr kumimoji="0" lang="zh-CN" altLang="en-US" sz="2800" b="1" dirty="0">
                <a:latin typeface="Palatino Linotype" panose="02040502050505030304" pitchFamily="18" charset="0"/>
              </a:rPr>
              <a:t>是输入符号的集合，</a:t>
            </a:r>
            <a:r>
              <a:rPr kumimoji="0" lang="en-US" altLang="zh-CN" sz="2800" b="1" dirty="0">
                <a:latin typeface="Palatino Linotype" panose="02040502050505030304" pitchFamily="18" charset="0"/>
              </a:rPr>
              <a:t>I</a:t>
            </a:r>
            <a:r>
              <a:rPr kumimoji="0" lang="en-US" altLang="zh-CN" sz="2800" b="1" dirty="0">
                <a:latin typeface="Palatino Linotype" panose="02040502050505030304" pitchFamily="18" charset="0"/>
                <a:sym typeface="Symbol" panose="05050102010706020507" pitchFamily="18" charset="2"/>
              </a:rPr>
              <a:t></a:t>
            </a:r>
            <a:r>
              <a:rPr kumimoji="0" lang="en-US" altLang="zh-CN" sz="2800" b="1" dirty="0">
                <a:latin typeface="Palatino Linotype" panose="02040502050505030304" pitchFamily="18" charset="0"/>
              </a:rPr>
              <a:t>T</a:t>
            </a:r>
            <a:r>
              <a:rPr kumimoji="0" lang="zh-CN" altLang="en-US" sz="2800" b="1" dirty="0">
                <a:latin typeface="Palatino Linotype" panose="02040502050505030304" pitchFamily="18" charset="0"/>
              </a:rPr>
              <a:t>。</a:t>
            </a:r>
          </a:p>
          <a:p>
            <a:pPr algn="just"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(4)B</a:t>
            </a:r>
            <a:r>
              <a:rPr kumimoji="0" lang="zh-CN" altLang="en-US" sz="2800" b="1" dirty="0">
                <a:latin typeface="Palatino Linotype" panose="02040502050505030304" pitchFamily="18" charset="0"/>
              </a:rPr>
              <a:t>是唯一的空白符，</a:t>
            </a:r>
            <a:r>
              <a:rPr kumimoji="0" lang="en-US" altLang="zh-CN" sz="2800" b="1" dirty="0">
                <a:latin typeface="Palatino Linotype" panose="02040502050505030304" pitchFamily="18" charset="0"/>
              </a:rPr>
              <a:t>B∈T-I</a:t>
            </a:r>
            <a:r>
              <a:rPr kumimoji="0" lang="zh-CN" altLang="en-US" sz="2800" b="1" dirty="0">
                <a:latin typeface="Palatino Linotype" panose="02040502050505030304" pitchFamily="18" charset="0"/>
              </a:rPr>
              <a:t>。</a:t>
            </a:r>
          </a:p>
          <a:p>
            <a:pPr algn="just"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(5)q</a:t>
            </a:r>
            <a:r>
              <a:rPr kumimoji="0" lang="en-US" altLang="zh-CN" sz="2800" b="1" baseline="-30000" dirty="0">
                <a:latin typeface="Palatino Linotype" panose="02040502050505030304" pitchFamily="18" charset="0"/>
              </a:rPr>
              <a:t>0</a:t>
            </a:r>
            <a:r>
              <a:rPr kumimoji="0" lang="zh-CN" altLang="en-US" sz="2800" b="1" dirty="0">
                <a:latin typeface="Palatino Linotype" panose="02040502050505030304" pitchFamily="18" charset="0"/>
              </a:rPr>
              <a:t>是初始状态。</a:t>
            </a:r>
          </a:p>
          <a:p>
            <a:pPr algn="just"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(6)</a:t>
            </a:r>
            <a:r>
              <a:rPr kumimoji="0" lang="en-US" altLang="zh-CN" sz="2800" b="1" dirty="0" err="1">
                <a:latin typeface="Palatino Linotype" panose="02040502050505030304" pitchFamily="18" charset="0"/>
              </a:rPr>
              <a:t>q</a:t>
            </a:r>
            <a:r>
              <a:rPr kumimoji="0" lang="en-US" altLang="zh-CN" sz="2800" b="1" baseline="-30000" dirty="0" err="1">
                <a:latin typeface="Palatino Linotype" panose="02040502050505030304" pitchFamily="18" charset="0"/>
              </a:rPr>
              <a:t>f</a:t>
            </a:r>
            <a:r>
              <a:rPr kumimoji="0" lang="zh-CN" altLang="en-US" sz="2800" b="1" dirty="0">
                <a:latin typeface="Palatino Linotype" panose="02040502050505030304" pitchFamily="18" charset="0"/>
              </a:rPr>
              <a:t>是终止</a:t>
            </a:r>
            <a:r>
              <a:rPr kumimoji="0" lang="en-US" altLang="zh-CN" sz="2800" b="1" dirty="0">
                <a:latin typeface="Palatino Linotype" panose="02040502050505030304" pitchFamily="18" charset="0"/>
              </a:rPr>
              <a:t>(</a:t>
            </a:r>
            <a:r>
              <a:rPr kumimoji="0" lang="zh-CN" altLang="en-US" sz="2800" b="1" dirty="0">
                <a:latin typeface="Palatino Linotype" panose="02040502050505030304" pitchFamily="18" charset="0"/>
              </a:rPr>
              <a:t>或接受</a:t>
            </a:r>
            <a:r>
              <a:rPr kumimoji="0" lang="en-US" altLang="zh-CN" sz="2800" b="1" dirty="0">
                <a:latin typeface="Palatino Linotype" panose="02040502050505030304" pitchFamily="18" charset="0"/>
              </a:rPr>
              <a:t>)</a:t>
            </a:r>
            <a:r>
              <a:rPr kumimoji="0" lang="zh-CN" altLang="en-US" sz="2800" b="1" dirty="0">
                <a:latin typeface="Palatino Linotype" panose="02040502050505030304" pitchFamily="18" charset="0"/>
              </a:rPr>
              <a:t>状态。</a:t>
            </a:r>
          </a:p>
          <a:p>
            <a:pPr eaLnBrk="1" hangingPunct="1">
              <a:lnSpc>
                <a:spcPct val="120000"/>
              </a:lnSpc>
              <a:spcBef>
                <a:spcPct val="0"/>
              </a:spcBef>
              <a:buFontTx/>
              <a:buNone/>
            </a:pPr>
            <a:r>
              <a:rPr kumimoji="0" lang="zh-CN" altLang="en-US" sz="2800" b="1" dirty="0">
                <a:latin typeface="Palatino Linotype" panose="02040502050505030304" pitchFamily="18" charset="0"/>
              </a:rPr>
              <a:t>  </a:t>
            </a:r>
            <a:r>
              <a:rPr kumimoji="0" lang="en-US" altLang="zh-CN" sz="2800" b="1" dirty="0">
                <a:latin typeface="Palatino Linotype" panose="02040502050505030304" pitchFamily="18" charset="0"/>
              </a:rPr>
              <a:t>(7)δ</a:t>
            </a:r>
            <a:r>
              <a:rPr kumimoji="0" lang="zh-CN" altLang="en-US" sz="2800" b="1" dirty="0">
                <a:latin typeface="Palatino Linotype" panose="02040502050505030304" pitchFamily="18" charset="0"/>
              </a:rPr>
              <a:t>是移动函数。它是从</a:t>
            </a:r>
            <a:r>
              <a:rPr kumimoji="0" lang="en-US" altLang="zh-CN" sz="2800" b="1" dirty="0" err="1">
                <a:latin typeface="Palatino Linotype" panose="02040502050505030304" pitchFamily="18" charset="0"/>
              </a:rPr>
              <a:t>Q</a:t>
            </a:r>
            <a:r>
              <a:rPr kumimoji="0" lang="en-US" altLang="zh-CN" sz="2800" b="1" dirty="0" err="1">
                <a:latin typeface="Palatino Linotype" panose="02040502050505030304" pitchFamily="18" charset="0"/>
                <a:sym typeface="Symbol" panose="05050102010706020507" pitchFamily="18" charset="2"/>
              </a:rPr>
              <a:t></a:t>
            </a:r>
            <a:r>
              <a:rPr kumimoji="0" lang="en-US" altLang="zh-CN" sz="2800" b="1" dirty="0" err="1">
                <a:latin typeface="Palatino Linotype" panose="02040502050505030304" pitchFamily="18" charset="0"/>
              </a:rPr>
              <a:t>T</a:t>
            </a:r>
            <a:r>
              <a:rPr kumimoji="0" lang="en-US" altLang="zh-CN" sz="2800" b="1" baseline="30000" dirty="0" err="1">
                <a:latin typeface="Palatino Linotype" panose="02040502050505030304" pitchFamily="18" charset="0"/>
              </a:rPr>
              <a:t>k</a:t>
            </a:r>
            <a:r>
              <a:rPr kumimoji="0" lang="zh-CN" altLang="en-US" sz="2800" b="1" dirty="0">
                <a:latin typeface="Palatino Linotype" panose="02040502050505030304" pitchFamily="18" charset="0"/>
              </a:rPr>
              <a:t>的某一子集映射到</a:t>
            </a:r>
            <a:r>
              <a:rPr kumimoji="0" lang="en-US" altLang="zh-CN" sz="2800" b="1" dirty="0">
                <a:latin typeface="Palatino Linotype" panose="02040502050505030304" pitchFamily="18" charset="0"/>
              </a:rPr>
              <a:t>Q</a:t>
            </a:r>
            <a:r>
              <a:rPr kumimoji="0" lang="en-US" altLang="zh-CN" sz="2800" b="1" dirty="0">
                <a:latin typeface="Palatino Linotype" panose="02040502050505030304" pitchFamily="18" charset="0"/>
                <a:sym typeface="Symbol" panose="05050102010706020507" pitchFamily="18" charset="2"/>
              </a:rPr>
              <a:t></a:t>
            </a:r>
            <a:r>
              <a:rPr kumimoji="0" lang="en-US" altLang="zh-CN" sz="2800" b="1" dirty="0">
                <a:latin typeface="Palatino Linotype" panose="02040502050505030304" pitchFamily="18" charset="0"/>
              </a:rPr>
              <a:t> (T</a:t>
            </a:r>
            <a:r>
              <a:rPr kumimoji="0" lang="en-US" altLang="zh-CN" sz="2800" b="1" dirty="0">
                <a:latin typeface="Palatino Linotype" panose="02040502050505030304" pitchFamily="18" charset="0"/>
                <a:sym typeface="Symbol" panose="05050102010706020507" pitchFamily="18" charset="2"/>
              </a:rPr>
              <a:t></a:t>
            </a:r>
            <a:r>
              <a:rPr kumimoji="0" lang="en-US" altLang="zh-CN" sz="2800" b="1" dirty="0">
                <a:latin typeface="Palatino Linotype" panose="02040502050505030304" pitchFamily="18" charset="0"/>
              </a:rPr>
              <a:t>{L</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R</a:t>
            </a:r>
            <a:r>
              <a:rPr kumimoji="0" lang="zh-CN" altLang="en-US" sz="2800" b="1" dirty="0">
                <a:latin typeface="Palatino Linotype" panose="02040502050505030304" pitchFamily="18" charset="0"/>
              </a:rPr>
              <a:t>，</a:t>
            </a:r>
            <a:r>
              <a:rPr kumimoji="0" lang="en-US" altLang="zh-CN" sz="2800" b="1" dirty="0">
                <a:latin typeface="Palatino Linotype" panose="02040502050505030304" pitchFamily="18" charset="0"/>
              </a:rPr>
              <a:t>S})</a:t>
            </a:r>
            <a:r>
              <a:rPr kumimoji="0" lang="en-US" altLang="zh-CN" sz="2800" b="1" baseline="30000" dirty="0">
                <a:latin typeface="Palatino Linotype" panose="02040502050505030304" pitchFamily="18" charset="0"/>
              </a:rPr>
              <a:t>k</a:t>
            </a:r>
            <a:r>
              <a:rPr kumimoji="0" lang="zh-CN" altLang="en-US" sz="2800" b="1" dirty="0">
                <a:latin typeface="Palatino Linotype" panose="02040502050505030304" pitchFamily="18" charset="0"/>
              </a:rPr>
              <a:t>的函数。</a:t>
            </a:r>
          </a:p>
        </p:txBody>
      </p:sp>
      <p:sp>
        <p:nvSpPr>
          <p:cNvPr id="69652" name="Text Box 20">
            <a:extLst>
              <a:ext uri="{FF2B5EF4-FFF2-40B4-BE49-F238E27FC236}">
                <a16:creationId xmlns:a16="http://schemas.microsoft.com/office/drawing/2014/main" id="{A927AB9C-A50D-4C70-9138-630034728326}"/>
              </a:ext>
            </a:extLst>
          </p:cNvPr>
          <p:cNvSpPr txBox="1">
            <a:spLocks noChangeArrowheads="1"/>
          </p:cNvSpPr>
          <p:nvPr/>
        </p:nvSpPr>
        <p:spPr bwMode="auto">
          <a:xfrm>
            <a:off x="6172200" y="4541838"/>
            <a:ext cx="210185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en-US" sz="3200" b="1" dirty="0">
                <a:solidFill>
                  <a:srgbClr val="AC2F36"/>
                </a:solidFill>
                <a:ea typeface="华文中宋" panose="02010600040101010101" pitchFamily="2" charset="-122"/>
              </a:rPr>
              <a:t>停机状态。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69635">
                                            <p:txEl>
                                              <p:pRg st="1" end="1"/>
                                            </p:txEl>
                                          </p:spTgt>
                                        </p:tgtEl>
                                        <p:attrNameLst>
                                          <p:attrName>style.visibility</p:attrName>
                                        </p:attrNameLst>
                                      </p:cBhvr>
                                      <p:to>
                                        <p:strVal val="visible"/>
                                      </p:to>
                                    </p:set>
                                    <p:anim calcmode="lin" valueType="num">
                                      <p:cBhvr additive="base">
                                        <p:cTn id="13" dur="500" fill="hold"/>
                                        <p:tgtEl>
                                          <p:spTgt spid="6963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696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69635">
                                            <p:txEl>
                                              <p:pRg st="2" end="2"/>
                                            </p:txEl>
                                          </p:spTgt>
                                        </p:tgtEl>
                                        <p:attrNameLst>
                                          <p:attrName>style.visibility</p:attrName>
                                        </p:attrNameLst>
                                      </p:cBhvr>
                                      <p:to>
                                        <p:strVal val="visible"/>
                                      </p:to>
                                    </p:set>
                                    <p:anim calcmode="lin" valueType="num">
                                      <p:cBhvr additive="base">
                                        <p:cTn id="19" dur="500" fill="hold"/>
                                        <p:tgtEl>
                                          <p:spTgt spid="6963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963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9635">
                                            <p:txEl>
                                              <p:pRg st="3" end="3"/>
                                            </p:txEl>
                                          </p:spTgt>
                                        </p:tgtEl>
                                        <p:attrNameLst>
                                          <p:attrName>style.visibility</p:attrName>
                                        </p:attrNameLst>
                                      </p:cBhvr>
                                      <p:to>
                                        <p:strVal val="visible"/>
                                      </p:to>
                                    </p:set>
                                    <p:anim calcmode="lin" valueType="num">
                                      <p:cBhvr additive="base">
                                        <p:cTn id="25" dur="500" fill="hold"/>
                                        <p:tgtEl>
                                          <p:spTgt spid="6963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696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69635">
                                            <p:txEl>
                                              <p:pRg st="4" end="4"/>
                                            </p:txEl>
                                          </p:spTgt>
                                        </p:tgtEl>
                                        <p:attrNameLst>
                                          <p:attrName>style.visibility</p:attrName>
                                        </p:attrNameLst>
                                      </p:cBhvr>
                                      <p:to>
                                        <p:strVal val="visible"/>
                                      </p:to>
                                    </p:set>
                                    <p:anim calcmode="lin" valueType="num">
                                      <p:cBhvr additive="base">
                                        <p:cTn id="31" dur="500" fill="hold"/>
                                        <p:tgtEl>
                                          <p:spTgt spid="6963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963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9635">
                                            <p:txEl>
                                              <p:pRg st="5" end="5"/>
                                            </p:txEl>
                                          </p:spTgt>
                                        </p:tgtEl>
                                        <p:attrNameLst>
                                          <p:attrName>style.visibility</p:attrName>
                                        </p:attrNameLst>
                                      </p:cBhvr>
                                      <p:to>
                                        <p:strVal val="visible"/>
                                      </p:to>
                                    </p:set>
                                    <p:anim calcmode="lin" valueType="num">
                                      <p:cBhvr additive="base">
                                        <p:cTn id="37" dur="500" fill="hold"/>
                                        <p:tgtEl>
                                          <p:spTgt spid="6963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9635">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69635">
                                            <p:txEl>
                                              <p:pRg st="6" end="6"/>
                                            </p:txEl>
                                          </p:spTgt>
                                        </p:tgtEl>
                                        <p:attrNameLst>
                                          <p:attrName>style.visibility</p:attrName>
                                        </p:attrNameLst>
                                      </p:cBhvr>
                                      <p:to>
                                        <p:strVal val="visible"/>
                                      </p:to>
                                    </p:set>
                                    <p:anim calcmode="lin" valueType="num">
                                      <p:cBhvr additive="base">
                                        <p:cTn id="43" dur="500" fill="hold"/>
                                        <p:tgtEl>
                                          <p:spTgt spid="69635">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6963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69635">
                                            <p:txEl>
                                              <p:pRg st="7" end="7"/>
                                            </p:txEl>
                                          </p:spTgt>
                                        </p:tgtEl>
                                        <p:attrNameLst>
                                          <p:attrName>style.visibility</p:attrName>
                                        </p:attrNameLst>
                                      </p:cBhvr>
                                      <p:to>
                                        <p:strVal val="visible"/>
                                      </p:to>
                                    </p:set>
                                    <p:anim calcmode="lin" valueType="num">
                                      <p:cBhvr additive="base">
                                        <p:cTn id="49" dur="500" fill="hold"/>
                                        <p:tgtEl>
                                          <p:spTgt spid="69635">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69635">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69635">
                                            <p:txEl>
                                              <p:pRg st="8" end="8"/>
                                            </p:txEl>
                                          </p:spTgt>
                                        </p:tgtEl>
                                        <p:attrNameLst>
                                          <p:attrName>style.visibility</p:attrName>
                                        </p:attrNameLst>
                                      </p:cBhvr>
                                      <p:to>
                                        <p:strVal val="visible"/>
                                      </p:to>
                                    </p:set>
                                    <p:anim calcmode="lin" valueType="num">
                                      <p:cBhvr additive="base">
                                        <p:cTn id="55" dur="500" fill="hold"/>
                                        <p:tgtEl>
                                          <p:spTgt spid="69635">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69635">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69652"/>
                                        </p:tgtEl>
                                        <p:attrNameLst>
                                          <p:attrName>style.visibility</p:attrName>
                                        </p:attrNameLst>
                                      </p:cBhvr>
                                      <p:to>
                                        <p:strVal val="visible"/>
                                      </p:to>
                                    </p:set>
                                    <p:anim calcmode="lin" valueType="num">
                                      <p:cBhvr additive="base">
                                        <p:cTn id="61" dur="500" fill="hold"/>
                                        <p:tgtEl>
                                          <p:spTgt spid="69652"/>
                                        </p:tgtEl>
                                        <p:attrNameLst>
                                          <p:attrName>ppt_x</p:attrName>
                                        </p:attrNameLst>
                                      </p:cBhvr>
                                      <p:tavLst>
                                        <p:tav tm="0">
                                          <p:val>
                                            <p:strVal val="0-#ppt_w/2"/>
                                          </p:val>
                                        </p:tav>
                                        <p:tav tm="100000">
                                          <p:val>
                                            <p:strVal val="#ppt_x"/>
                                          </p:val>
                                        </p:tav>
                                      </p:tavLst>
                                    </p:anim>
                                    <p:anim calcmode="lin" valueType="num">
                                      <p:cBhvr additive="base">
                                        <p:cTn id="62" dur="500" fill="hold"/>
                                        <p:tgtEl>
                                          <p:spTgt spid="6965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autoUpdateAnimBg="0"/>
      <p:bldP spid="69652"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0C85B972-1F78-4E3D-A2F3-0DF29B27F1F0}"/>
              </a:ext>
            </a:extLst>
          </p:cNvPr>
          <p:cNvSpPr>
            <a:spLocks noGrp="1" noChangeArrowheads="1"/>
          </p:cNvSpPr>
          <p:nvPr>
            <p:ph type="title"/>
          </p:nvPr>
        </p:nvSpPr>
        <p:spPr bwMode="auto">
          <a:xfrm>
            <a:off x="685800" y="3048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6</a:t>
            </a:r>
            <a:r>
              <a:rPr kumimoji="0" lang="zh-CN" altLang="en-US" sz="4000" b="1" dirty="0">
                <a:solidFill>
                  <a:schemeClr val="accent2"/>
                </a:solidFill>
                <a:latin typeface="华文中宋" panose="02010600040101010101" pitchFamily="2" charset="-122"/>
                <a:ea typeface="华文中宋" panose="02010600040101010101" pitchFamily="2" charset="-122"/>
              </a:rPr>
              <a:t>、</a:t>
            </a:r>
            <a:r>
              <a:rPr kumimoji="0" lang="en-US" altLang="zh-CN" sz="4000" b="1" dirty="0">
                <a:solidFill>
                  <a:schemeClr val="accent2"/>
                </a:solidFill>
                <a:latin typeface="华文中宋" panose="02010600040101010101" pitchFamily="2" charset="-122"/>
                <a:ea typeface="华文中宋" panose="02010600040101010101" pitchFamily="2" charset="-122"/>
              </a:rPr>
              <a:t>Turing</a:t>
            </a:r>
            <a:r>
              <a:rPr kumimoji="0" lang="zh-CN" altLang="en-US" sz="4000" b="1" dirty="0">
                <a:solidFill>
                  <a:schemeClr val="accent2"/>
                </a:solidFill>
                <a:latin typeface="华文中宋" panose="02010600040101010101" pitchFamily="2" charset="-122"/>
                <a:ea typeface="华文中宋" panose="02010600040101010101" pitchFamily="2" charset="-122"/>
              </a:rPr>
              <a:t>机 举例</a:t>
            </a:r>
          </a:p>
        </p:txBody>
      </p:sp>
      <p:sp>
        <p:nvSpPr>
          <p:cNvPr id="71683" name="Rectangle 3">
            <a:extLst>
              <a:ext uri="{FF2B5EF4-FFF2-40B4-BE49-F238E27FC236}">
                <a16:creationId xmlns:a16="http://schemas.microsoft.com/office/drawing/2014/main" id="{2A8F930B-D2F7-419B-B1B5-60909A00FF07}"/>
              </a:ext>
            </a:extLst>
          </p:cNvPr>
          <p:cNvSpPr>
            <a:spLocks noGrp="1" noChangeArrowheads="1"/>
          </p:cNvSpPr>
          <p:nvPr>
            <p:ph type="body" idx="1"/>
          </p:nvPr>
        </p:nvSpPr>
        <p:spPr bwMode="auto">
          <a:xfrm>
            <a:off x="381000" y="1066800"/>
            <a:ext cx="8458200" cy="182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385763" indent="-385763" eaLnBrk="1" hangingPunct="1">
              <a:lnSpc>
                <a:spcPct val="110000"/>
              </a:lnSpc>
              <a:spcBef>
                <a:spcPct val="0"/>
              </a:spcBef>
            </a:pPr>
            <a:r>
              <a:rPr kumimoji="0" lang="en-US" altLang="zh-CN" sz="2400" b="1" dirty="0">
                <a:latin typeface="华文中宋" panose="02010600040101010101" pitchFamily="2" charset="-122"/>
              </a:rPr>
              <a:t>DTM</a:t>
            </a:r>
            <a:r>
              <a:rPr kumimoji="0" lang="zh-CN" altLang="en-US" sz="2400" b="1" dirty="0">
                <a:latin typeface="华文中宋" panose="02010600040101010101" pitchFamily="2" charset="-122"/>
              </a:rPr>
              <a:t>程序的一个简单例子</a:t>
            </a:r>
            <a:r>
              <a:rPr kumimoji="0" lang="en-US" altLang="zh-CN" sz="2400" b="1" dirty="0">
                <a:latin typeface="华文中宋" panose="02010600040101010101" pitchFamily="2" charset="-122"/>
              </a:rPr>
              <a:t>TM</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TM</a:t>
            </a:r>
            <a:r>
              <a:rPr kumimoji="0" lang="zh-CN" altLang="en-US" sz="2400" b="1" dirty="0">
                <a:latin typeface="华文中宋" panose="02010600040101010101" pitchFamily="2" charset="-122"/>
              </a:rPr>
              <a:t>的转移函数</a:t>
            </a:r>
            <a:r>
              <a:rPr kumimoji="0" lang="en-US" altLang="zh-CN" sz="2400" b="1" dirty="0">
                <a:latin typeface="华文中宋" panose="02010600040101010101" pitchFamily="2" charset="-122"/>
              </a:rPr>
              <a:t>δ</a:t>
            </a:r>
            <a:r>
              <a:rPr kumimoji="0" lang="zh-CN" altLang="en-US" sz="2400" b="1" dirty="0">
                <a:latin typeface="华文中宋" panose="02010600040101010101" pitchFamily="2" charset="-122"/>
              </a:rPr>
              <a:t>用表格形式描述。图中说明</a:t>
            </a:r>
            <a:r>
              <a:rPr kumimoji="0" lang="en-US" altLang="zh-CN" sz="2400" b="1" dirty="0">
                <a:latin typeface="华文中宋" panose="02010600040101010101" pitchFamily="2" charset="-122"/>
              </a:rPr>
              <a:t>TM</a:t>
            </a:r>
            <a:r>
              <a:rPr kumimoji="0" lang="zh-CN" altLang="en-US" sz="2400" b="1" dirty="0">
                <a:latin typeface="华文中宋" panose="02010600040101010101" pitchFamily="2" charset="-122"/>
              </a:rPr>
              <a:t>在输入</a:t>
            </a:r>
            <a:r>
              <a:rPr kumimoji="0" lang="en-US" altLang="zh-CN" sz="2400" b="1" dirty="0">
                <a:latin typeface="华文中宋" panose="02010600040101010101" pitchFamily="2" charset="-122"/>
              </a:rPr>
              <a:t>x=10100</a:t>
            </a:r>
            <a:r>
              <a:rPr kumimoji="0" lang="zh-CN" altLang="en-US" sz="2400" b="1" dirty="0">
                <a:latin typeface="华文中宋" panose="02010600040101010101" pitchFamily="2" charset="-122"/>
              </a:rPr>
              <a:t>上的计算，给出了每一步前后的状态，读写头位置以及带的非空白部分的内容</a:t>
            </a:r>
            <a:endParaRPr kumimoji="0" lang="zh-CN" altLang="en-US" sz="2400" b="1" dirty="0">
              <a:ea typeface="华文中宋" panose="02010600040101010101" pitchFamily="2" charset="-122"/>
            </a:endParaRPr>
          </a:p>
        </p:txBody>
      </p:sp>
      <p:grpSp>
        <p:nvGrpSpPr>
          <p:cNvPr id="23556" name="Group 257">
            <a:extLst>
              <a:ext uri="{FF2B5EF4-FFF2-40B4-BE49-F238E27FC236}">
                <a16:creationId xmlns:a16="http://schemas.microsoft.com/office/drawing/2014/main" id="{172465F1-509E-4843-82DF-7FACC5708D48}"/>
              </a:ext>
            </a:extLst>
          </p:cNvPr>
          <p:cNvGrpSpPr>
            <a:grpSpLocks/>
          </p:cNvGrpSpPr>
          <p:nvPr/>
        </p:nvGrpSpPr>
        <p:grpSpPr bwMode="auto">
          <a:xfrm>
            <a:off x="533400" y="2743200"/>
            <a:ext cx="8001000" cy="2998788"/>
            <a:chOff x="576" y="2160"/>
            <a:chExt cx="4218" cy="1100"/>
          </a:xfrm>
        </p:grpSpPr>
        <p:grpSp>
          <p:nvGrpSpPr>
            <p:cNvPr id="23557" name="Group 206">
              <a:extLst>
                <a:ext uri="{FF2B5EF4-FFF2-40B4-BE49-F238E27FC236}">
                  <a16:creationId xmlns:a16="http://schemas.microsoft.com/office/drawing/2014/main" id="{3C76B10B-864A-4807-AAA9-E990B6D407DE}"/>
                </a:ext>
              </a:extLst>
            </p:cNvPr>
            <p:cNvGrpSpPr>
              <a:grpSpLocks/>
            </p:cNvGrpSpPr>
            <p:nvPr/>
          </p:nvGrpSpPr>
          <p:grpSpPr bwMode="auto">
            <a:xfrm>
              <a:off x="576" y="2160"/>
              <a:ext cx="4214" cy="935"/>
              <a:chOff x="1534" y="2169"/>
              <a:chExt cx="4214" cy="935"/>
            </a:xfrm>
          </p:grpSpPr>
          <p:sp>
            <p:nvSpPr>
              <p:cNvPr id="23607" name="Rectangle 6">
                <a:extLst>
                  <a:ext uri="{FF2B5EF4-FFF2-40B4-BE49-F238E27FC236}">
                    <a16:creationId xmlns:a16="http://schemas.microsoft.com/office/drawing/2014/main" id="{20EC7828-D6B0-474A-BD78-E1E2E521A476}"/>
                  </a:ext>
                </a:extLst>
              </p:cNvPr>
              <p:cNvSpPr>
                <a:spLocks noChangeArrowheads="1"/>
              </p:cNvSpPr>
              <p:nvPr/>
            </p:nvSpPr>
            <p:spPr bwMode="auto">
              <a:xfrm>
                <a:off x="1857" y="2171"/>
                <a:ext cx="9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608" name="Rectangle 7">
                <a:extLst>
                  <a:ext uri="{FF2B5EF4-FFF2-40B4-BE49-F238E27FC236}">
                    <a16:creationId xmlns:a16="http://schemas.microsoft.com/office/drawing/2014/main" id="{F9595B06-C2A2-41E6-A877-2F97E23B5C70}"/>
                  </a:ext>
                </a:extLst>
              </p:cNvPr>
              <p:cNvSpPr>
                <a:spLocks noChangeArrowheads="1"/>
              </p:cNvSpPr>
              <p:nvPr/>
            </p:nvSpPr>
            <p:spPr bwMode="auto">
              <a:xfrm>
                <a:off x="2797" y="2171"/>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609" name="Rectangle 8">
                <a:extLst>
                  <a:ext uri="{FF2B5EF4-FFF2-40B4-BE49-F238E27FC236}">
                    <a16:creationId xmlns:a16="http://schemas.microsoft.com/office/drawing/2014/main" id="{761B0CF9-91B0-41FC-B3FC-750A9FFD6A95}"/>
                  </a:ext>
                </a:extLst>
              </p:cNvPr>
              <p:cNvSpPr>
                <a:spLocks noChangeArrowheads="1"/>
              </p:cNvSpPr>
              <p:nvPr/>
            </p:nvSpPr>
            <p:spPr bwMode="auto">
              <a:xfrm>
                <a:off x="3971" y="2171"/>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1</a:t>
                </a:r>
                <a:endParaRPr lang="en-US" altLang="zh-CN" b="1" dirty="0">
                  <a:ea typeface="华文中宋" panose="02010600040101010101" pitchFamily="2" charset="-122"/>
                </a:endParaRPr>
              </a:p>
            </p:txBody>
          </p:sp>
          <p:sp>
            <p:nvSpPr>
              <p:cNvPr id="23610" name="Rectangle 9">
                <a:extLst>
                  <a:ext uri="{FF2B5EF4-FFF2-40B4-BE49-F238E27FC236}">
                    <a16:creationId xmlns:a16="http://schemas.microsoft.com/office/drawing/2014/main" id="{7A2A817C-0247-40CE-BF63-34E29D354395}"/>
                  </a:ext>
                </a:extLst>
              </p:cNvPr>
              <p:cNvSpPr>
                <a:spLocks noChangeArrowheads="1"/>
              </p:cNvSpPr>
              <p:nvPr/>
            </p:nvSpPr>
            <p:spPr bwMode="auto">
              <a:xfrm>
                <a:off x="5117" y="2171"/>
                <a:ext cx="9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b</a:t>
                </a:r>
                <a:endParaRPr lang="en-US" altLang="zh-CN" b="1" dirty="0">
                  <a:ea typeface="华文中宋" panose="02010600040101010101" pitchFamily="2" charset="-122"/>
                </a:endParaRPr>
              </a:p>
            </p:txBody>
          </p:sp>
          <p:sp>
            <p:nvSpPr>
              <p:cNvPr id="23611" name="Rectangle 10">
                <a:extLst>
                  <a:ext uri="{FF2B5EF4-FFF2-40B4-BE49-F238E27FC236}">
                    <a16:creationId xmlns:a16="http://schemas.microsoft.com/office/drawing/2014/main" id="{99CABA33-7847-49D1-B4D9-408F533C213B}"/>
                  </a:ext>
                </a:extLst>
              </p:cNvPr>
              <p:cNvSpPr>
                <a:spLocks noChangeArrowheads="1"/>
              </p:cNvSpPr>
              <p:nvPr/>
            </p:nvSpPr>
            <p:spPr bwMode="auto">
              <a:xfrm>
                <a:off x="1534" y="216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12" name="Line 11">
                <a:extLst>
                  <a:ext uri="{FF2B5EF4-FFF2-40B4-BE49-F238E27FC236}">
                    <a16:creationId xmlns:a16="http://schemas.microsoft.com/office/drawing/2014/main" id="{4E88D168-274A-49D0-88F6-32C9113637FE}"/>
                  </a:ext>
                </a:extLst>
              </p:cNvPr>
              <p:cNvSpPr>
                <a:spLocks noChangeShapeType="1"/>
              </p:cNvSpPr>
              <p:nvPr/>
            </p:nvSpPr>
            <p:spPr bwMode="auto">
              <a:xfrm>
                <a:off x="1534" y="216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13" name="Line 12">
                <a:extLst>
                  <a:ext uri="{FF2B5EF4-FFF2-40B4-BE49-F238E27FC236}">
                    <a16:creationId xmlns:a16="http://schemas.microsoft.com/office/drawing/2014/main" id="{6C352288-D37B-4CE4-A4DC-48EC0EC887D8}"/>
                  </a:ext>
                </a:extLst>
              </p:cNvPr>
              <p:cNvSpPr>
                <a:spLocks noChangeShapeType="1"/>
              </p:cNvSpPr>
              <p:nvPr/>
            </p:nvSpPr>
            <p:spPr bwMode="auto">
              <a:xfrm>
                <a:off x="1534" y="216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14" name="Rectangle 13">
                <a:extLst>
                  <a:ext uri="{FF2B5EF4-FFF2-40B4-BE49-F238E27FC236}">
                    <a16:creationId xmlns:a16="http://schemas.microsoft.com/office/drawing/2014/main" id="{EA9B3C0D-C3E6-4C28-B698-5001509649D1}"/>
                  </a:ext>
                </a:extLst>
              </p:cNvPr>
              <p:cNvSpPr>
                <a:spLocks noChangeArrowheads="1"/>
              </p:cNvSpPr>
              <p:nvPr/>
            </p:nvSpPr>
            <p:spPr bwMode="auto">
              <a:xfrm>
                <a:off x="1534" y="216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15" name="Line 14">
                <a:extLst>
                  <a:ext uri="{FF2B5EF4-FFF2-40B4-BE49-F238E27FC236}">
                    <a16:creationId xmlns:a16="http://schemas.microsoft.com/office/drawing/2014/main" id="{27C132B5-1F14-447E-9A39-6FC51CA48230}"/>
                  </a:ext>
                </a:extLst>
              </p:cNvPr>
              <p:cNvSpPr>
                <a:spLocks noChangeShapeType="1"/>
              </p:cNvSpPr>
              <p:nvPr/>
            </p:nvSpPr>
            <p:spPr bwMode="auto">
              <a:xfrm>
                <a:off x="1534" y="216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16" name="Line 15">
                <a:extLst>
                  <a:ext uri="{FF2B5EF4-FFF2-40B4-BE49-F238E27FC236}">
                    <a16:creationId xmlns:a16="http://schemas.microsoft.com/office/drawing/2014/main" id="{FB814F9E-5EF2-4475-B372-196F82055108}"/>
                  </a:ext>
                </a:extLst>
              </p:cNvPr>
              <p:cNvSpPr>
                <a:spLocks noChangeShapeType="1"/>
              </p:cNvSpPr>
              <p:nvPr/>
            </p:nvSpPr>
            <p:spPr bwMode="auto">
              <a:xfrm>
                <a:off x="1534" y="216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17" name="Rectangle 16">
                <a:extLst>
                  <a:ext uri="{FF2B5EF4-FFF2-40B4-BE49-F238E27FC236}">
                    <a16:creationId xmlns:a16="http://schemas.microsoft.com/office/drawing/2014/main" id="{BC2E2D93-0712-42E3-ACA0-0A91A099C4E6}"/>
                  </a:ext>
                </a:extLst>
              </p:cNvPr>
              <p:cNvSpPr>
                <a:spLocks noChangeArrowheads="1"/>
              </p:cNvSpPr>
              <p:nvPr/>
            </p:nvSpPr>
            <p:spPr bwMode="auto">
              <a:xfrm>
                <a:off x="1546" y="2169"/>
                <a:ext cx="7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18" name="Line 17">
                <a:extLst>
                  <a:ext uri="{FF2B5EF4-FFF2-40B4-BE49-F238E27FC236}">
                    <a16:creationId xmlns:a16="http://schemas.microsoft.com/office/drawing/2014/main" id="{9CDBE375-2FDD-4366-B3F9-16C6530A530F}"/>
                  </a:ext>
                </a:extLst>
              </p:cNvPr>
              <p:cNvSpPr>
                <a:spLocks noChangeShapeType="1"/>
              </p:cNvSpPr>
              <p:nvPr/>
            </p:nvSpPr>
            <p:spPr bwMode="auto">
              <a:xfrm>
                <a:off x="1546" y="2169"/>
                <a:ext cx="7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19" name="Rectangle 18">
                <a:extLst>
                  <a:ext uri="{FF2B5EF4-FFF2-40B4-BE49-F238E27FC236}">
                    <a16:creationId xmlns:a16="http://schemas.microsoft.com/office/drawing/2014/main" id="{68CD28C3-D81B-4335-AC02-4677AD3A291D}"/>
                  </a:ext>
                </a:extLst>
              </p:cNvPr>
              <p:cNvSpPr>
                <a:spLocks noChangeArrowheads="1"/>
              </p:cNvSpPr>
              <p:nvPr/>
            </p:nvSpPr>
            <p:spPr bwMode="auto">
              <a:xfrm>
                <a:off x="2258" y="216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20" name="Line 19">
                <a:extLst>
                  <a:ext uri="{FF2B5EF4-FFF2-40B4-BE49-F238E27FC236}">
                    <a16:creationId xmlns:a16="http://schemas.microsoft.com/office/drawing/2014/main" id="{30357719-AFF6-48A0-A054-CEA5C26A3938}"/>
                  </a:ext>
                </a:extLst>
              </p:cNvPr>
              <p:cNvSpPr>
                <a:spLocks noChangeShapeType="1"/>
              </p:cNvSpPr>
              <p:nvPr/>
            </p:nvSpPr>
            <p:spPr bwMode="auto">
              <a:xfrm>
                <a:off x="2258" y="216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21" name="Line 20">
                <a:extLst>
                  <a:ext uri="{FF2B5EF4-FFF2-40B4-BE49-F238E27FC236}">
                    <a16:creationId xmlns:a16="http://schemas.microsoft.com/office/drawing/2014/main" id="{7A855086-8821-4AA0-9934-25174B607B58}"/>
                  </a:ext>
                </a:extLst>
              </p:cNvPr>
              <p:cNvSpPr>
                <a:spLocks noChangeShapeType="1"/>
              </p:cNvSpPr>
              <p:nvPr/>
            </p:nvSpPr>
            <p:spPr bwMode="auto">
              <a:xfrm>
                <a:off x="2258" y="216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22" name="Rectangle 21">
                <a:extLst>
                  <a:ext uri="{FF2B5EF4-FFF2-40B4-BE49-F238E27FC236}">
                    <a16:creationId xmlns:a16="http://schemas.microsoft.com/office/drawing/2014/main" id="{F509AB65-162B-4DCA-A2B0-1D3A449B6BBA}"/>
                  </a:ext>
                </a:extLst>
              </p:cNvPr>
              <p:cNvSpPr>
                <a:spLocks noChangeArrowheads="1"/>
              </p:cNvSpPr>
              <p:nvPr/>
            </p:nvSpPr>
            <p:spPr bwMode="auto">
              <a:xfrm>
                <a:off x="2270" y="2169"/>
                <a:ext cx="1159"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23" name="Line 22">
                <a:extLst>
                  <a:ext uri="{FF2B5EF4-FFF2-40B4-BE49-F238E27FC236}">
                    <a16:creationId xmlns:a16="http://schemas.microsoft.com/office/drawing/2014/main" id="{079F8E31-3FB0-440C-B3B5-4AA73E8AC801}"/>
                  </a:ext>
                </a:extLst>
              </p:cNvPr>
              <p:cNvSpPr>
                <a:spLocks noChangeShapeType="1"/>
              </p:cNvSpPr>
              <p:nvPr/>
            </p:nvSpPr>
            <p:spPr bwMode="auto">
              <a:xfrm>
                <a:off x="2270" y="2169"/>
                <a:ext cx="115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24" name="Rectangle 23">
                <a:extLst>
                  <a:ext uri="{FF2B5EF4-FFF2-40B4-BE49-F238E27FC236}">
                    <a16:creationId xmlns:a16="http://schemas.microsoft.com/office/drawing/2014/main" id="{0F5A2C91-65E6-4B9F-B8EA-EB53470FCAA7}"/>
                  </a:ext>
                </a:extLst>
              </p:cNvPr>
              <p:cNvSpPr>
                <a:spLocks noChangeArrowheads="1"/>
              </p:cNvSpPr>
              <p:nvPr/>
            </p:nvSpPr>
            <p:spPr bwMode="auto">
              <a:xfrm>
                <a:off x="3429" y="216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25" name="Line 24">
                <a:extLst>
                  <a:ext uri="{FF2B5EF4-FFF2-40B4-BE49-F238E27FC236}">
                    <a16:creationId xmlns:a16="http://schemas.microsoft.com/office/drawing/2014/main" id="{E86FC48F-B338-4C3B-A0C5-9F0F770AFF30}"/>
                  </a:ext>
                </a:extLst>
              </p:cNvPr>
              <p:cNvSpPr>
                <a:spLocks noChangeShapeType="1"/>
              </p:cNvSpPr>
              <p:nvPr/>
            </p:nvSpPr>
            <p:spPr bwMode="auto">
              <a:xfrm>
                <a:off x="3429" y="216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26" name="Line 25">
                <a:extLst>
                  <a:ext uri="{FF2B5EF4-FFF2-40B4-BE49-F238E27FC236}">
                    <a16:creationId xmlns:a16="http://schemas.microsoft.com/office/drawing/2014/main" id="{ED9E0758-8B46-4B1B-B725-8915CAD26711}"/>
                  </a:ext>
                </a:extLst>
              </p:cNvPr>
              <p:cNvSpPr>
                <a:spLocks noChangeShapeType="1"/>
              </p:cNvSpPr>
              <p:nvPr/>
            </p:nvSpPr>
            <p:spPr bwMode="auto">
              <a:xfrm>
                <a:off x="3429" y="216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27" name="Rectangle 26">
                <a:extLst>
                  <a:ext uri="{FF2B5EF4-FFF2-40B4-BE49-F238E27FC236}">
                    <a16:creationId xmlns:a16="http://schemas.microsoft.com/office/drawing/2014/main" id="{B59C4599-3610-413F-9CDD-D09CF6377934}"/>
                  </a:ext>
                </a:extLst>
              </p:cNvPr>
              <p:cNvSpPr>
                <a:spLocks noChangeArrowheads="1"/>
              </p:cNvSpPr>
              <p:nvPr/>
            </p:nvSpPr>
            <p:spPr bwMode="auto">
              <a:xfrm>
                <a:off x="3441" y="2169"/>
                <a:ext cx="113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28" name="Line 27">
                <a:extLst>
                  <a:ext uri="{FF2B5EF4-FFF2-40B4-BE49-F238E27FC236}">
                    <a16:creationId xmlns:a16="http://schemas.microsoft.com/office/drawing/2014/main" id="{58A319FC-C15E-4C47-8135-A979D1B7DF04}"/>
                  </a:ext>
                </a:extLst>
              </p:cNvPr>
              <p:cNvSpPr>
                <a:spLocks noChangeShapeType="1"/>
              </p:cNvSpPr>
              <p:nvPr/>
            </p:nvSpPr>
            <p:spPr bwMode="auto">
              <a:xfrm>
                <a:off x="3441" y="2169"/>
                <a:ext cx="113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29" name="Rectangle 28">
                <a:extLst>
                  <a:ext uri="{FF2B5EF4-FFF2-40B4-BE49-F238E27FC236}">
                    <a16:creationId xmlns:a16="http://schemas.microsoft.com/office/drawing/2014/main" id="{15E08711-7488-4ABD-883A-EF58D3AD2369}"/>
                  </a:ext>
                </a:extLst>
              </p:cNvPr>
              <p:cNvSpPr>
                <a:spLocks noChangeArrowheads="1"/>
              </p:cNvSpPr>
              <p:nvPr/>
            </p:nvSpPr>
            <p:spPr bwMode="auto">
              <a:xfrm>
                <a:off x="4576" y="216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30" name="Line 29">
                <a:extLst>
                  <a:ext uri="{FF2B5EF4-FFF2-40B4-BE49-F238E27FC236}">
                    <a16:creationId xmlns:a16="http://schemas.microsoft.com/office/drawing/2014/main" id="{0A43BD0C-E43F-40F8-9553-71AA34B6B068}"/>
                  </a:ext>
                </a:extLst>
              </p:cNvPr>
              <p:cNvSpPr>
                <a:spLocks noChangeShapeType="1"/>
              </p:cNvSpPr>
              <p:nvPr/>
            </p:nvSpPr>
            <p:spPr bwMode="auto">
              <a:xfrm>
                <a:off x="4576" y="216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31" name="Line 30">
                <a:extLst>
                  <a:ext uri="{FF2B5EF4-FFF2-40B4-BE49-F238E27FC236}">
                    <a16:creationId xmlns:a16="http://schemas.microsoft.com/office/drawing/2014/main" id="{F8A00022-C703-40CA-8EF5-72F597737D30}"/>
                  </a:ext>
                </a:extLst>
              </p:cNvPr>
              <p:cNvSpPr>
                <a:spLocks noChangeShapeType="1"/>
              </p:cNvSpPr>
              <p:nvPr/>
            </p:nvSpPr>
            <p:spPr bwMode="auto">
              <a:xfrm>
                <a:off x="4576" y="216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32" name="Rectangle 31">
                <a:extLst>
                  <a:ext uri="{FF2B5EF4-FFF2-40B4-BE49-F238E27FC236}">
                    <a16:creationId xmlns:a16="http://schemas.microsoft.com/office/drawing/2014/main" id="{73F75FC0-6E1D-4CD4-8AB3-CCB7A8FC044E}"/>
                  </a:ext>
                </a:extLst>
              </p:cNvPr>
              <p:cNvSpPr>
                <a:spLocks noChangeArrowheads="1"/>
              </p:cNvSpPr>
              <p:nvPr/>
            </p:nvSpPr>
            <p:spPr bwMode="auto">
              <a:xfrm>
                <a:off x="4588" y="2169"/>
                <a:ext cx="1148"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33" name="Line 32">
                <a:extLst>
                  <a:ext uri="{FF2B5EF4-FFF2-40B4-BE49-F238E27FC236}">
                    <a16:creationId xmlns:a16="http://schemas.microsoft.com/office/drawing/2014/main" id="{1A00254C-1DA7-4F33-95A8-7625F802A14D}"/>
                  </a:ext>
                </a:extLst>
              </p:cNvPr>
              <p:cNvSpPr>
                <a:spLocks noChangeShapeType="1"/>
              </p:cNvSpPr>
              <p:nvPr/>
            </p:nvSpPr>
            <p:spPr bwMode="auto">
              <a:xfrm>
                <a:off x="4588" y="2169"/>
                <a:ext cx="11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34" name="Rectangle 33">
                <a:extLst>
                  <a:ext uri="{FF2B5EF4-FFF2-40B4-BE49-F238E27FC236}">
                    <a16:creationId xmlns:a16="http://schemas.microsoft.com/office/drawing/2014/main" id="{0FE37105-2939-4694-8F7E-5E16597B0B50}"/>
                  </a:ext>
                </a:extLst>
              </p:cNvPr>
              <p:cNvSpPr>
                <a:spLocks noChangeArrowheads="1"/>
              </p:cNvSpPr>
              <p:nvPr/>
            </p:nvSpPr>
            <p:spPr bwMode="auto">
              <a:xfrm>
                <a:off x="5736" y="216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35" name="Line 34">
                <a:extLst>
                  <a:ext uri="{FF2B5EF4-FFF2-40B4-BE49-F238E27FC236}">
                    <a16:creationId xmlns:a16="http://schemas.microsoft.com/office/drawing/2014/main" id="{79BC0AB6-FAD8-48D7-9FE2-7065953E0FC0}"/>
                  </a:ext>
                </a:extLst>
              </p:cNvPr>
              <p:cNvSpPr>
                <a:spLocks noChangeShapeType="1"/>
              </p:cNvSpPr>
              <p:nvPr/>
            </p:nvSpPr>
            <p:spPr bwMode="auto">
              <a:xfrm>
                <a:off x="5736" y="216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36" name="Line 35">
                <a:extLst>
                  <a:ext uri="{FF2B5EF4-FFF2-40B4-BE49-F238E27FC236}">
                    <a16:creationId xmlns:a16="http://schemas.microsoft.com/office/drawing/2014/main" id="{3C70CC35-4086-4532-A603-EDF96181D6D9}"/>
                  </a:ext>
                </a:extLst>
              </p:cNvPr>
              <p:cNvSpPr>
                <a:spLocks noChangeShapeType="1"/>
              </p:cNvSpPr>
              <p:nvPr/>
            </p:nvSpPr>
            <p:spPr bwMode="auto">
              <a:xfrm>
                <a:off x="5736" y="216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37" name="Rectangle 36">
                <a:extLst>
                  <a:ext uri="{FF2B5EF4-FFF2-40B4-BE49-F238E27FC236}">
                    <a16:creationId xmlns:a16="http://schemas.microsoft.com/office/drawing/2014/main" id="{CBF99D7B-8A85-405F-97D4-15B2B5F293B5}"/>
                  </a:ext>
                </a:extLst>
              </p:cNvPr>
              <p:cNvSpPr>
                <a:spLocks noChangeArrowheads="1"/>
              </p:cNvSpPr>
              <p:nvPr/>
            </p:nvSpPr>
            <p:spPr bwMode="auto">
              <a:xfrm>
                <a:off x="5736" y="216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38" name="Line 37">
                <a:extLst>
                  <a:ext uri="{FF2B5EF4-FFF2-40B4-BE49-F238E27FC236}">
                    <a16:creationId xmlns:a16="http://schemas.microsoft.com/office/drawing/2014/main" id="{5D16A055-2DB0-4F05-93D4-D6C10F21AAD1}"/>
                  </a:ext>
                </a:extLst>
              </p:cNvPr>
              <p:cNvSpPr>
                <a:spLocks noChangeShapeType="1"/>
              </p:cNvSpPr>
              <p:nvPr/>
            </p:nvSpPr>
            <p:spPr bwMode="auto">
              <a:xfrm>
                <a:off x="5736" y="216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39" name="Line 38">
                <a:extLst>
                  <a:ext uri="{FF2B5EF4-FFF2-40B4-BE49-F238E27FC236}">
                    <a16:creationId xmlns:a16="http://schemas.microsoft.com/office/drawing/2014/main" id="{877FCE57-E05C-406A-BDF9-023E76D61CDE}"/>
                  </a:ext>
                </a:extLst>
              </p:cNvPr>
              <p:cNvSpPr>
                <a:spLocks noChangeShapeType="1"/>
              </p:cNvSpPr>
              <p:nvPr/>
            </p:nvSpPr>
            <p:spPr bwMode="auto">
              <a:xfrm>
                <a:off x="5736" y="216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40" name="Rectangle 39">
                <a:extLst>
                  <a:ext uri="{FF2B5EF4-FFF2-40B4-BE49-F238E27FC236}">
                    <a16:creationId xmlns:a16="http://schemas.microsoft.com/office/drawing/2014/main" id="{1C832407-6FEA-4B96-B4CC-11632D454F02}"/>
                  </a:ext>
                </a:extLst>
              </p:cNvPr>
              <p:cNvSpPr>
                <a:spLocks noChangeArrowheads="1"/>
              </p:cNvSpPr>
              <p:nvPr/>
            </p:nvSpPr>
            <p:spPr bwMode="auto">
              <a:xfrm>
                <a:off x="1534" y="218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41" name="Line 40">
                <a:extLst>
                  <a:ext uri="{FF2B5EF4-FFF2-40B4-BE49-F238E27FC236}">
                    <a16:creationId xmlns:a16="http://schemas.microsoft.com/office/drawing/2014/main" id="{CCCAFA80-7ED2-4C9A-A8DE-D83083646EF6}"/>
                  </a:ext>
                </a:extLst>
              </p:cNvPr>
              <p:cNvSpPr>
                <a:spLocks noChangeShapeType="1"/>
              </p:cNvSpPr>
              <p:nvPr/>
            </p:nvSpPr>
            <p:spPr bwMode="auto">
              <a:xfrm>
                <a:off x="1534" y="218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42" name="Rectangle 41">
                <a:extLst>
                  <a:ext uri="{FF2B5EF4-FFF2-40B4-BE49-F238E27FC236}">
                    <a16:creationId xmlns:a16="http://schemas.microsoft.com/office/drawing/2014/main" id="{A4C17D12-0BE7-466F-B5BD-B09D937D7A22}"/>
                  </a:ext>
                </a:extLst>
              </p:cNvPr>
              <p:cNvSpPr>
                <a:spLocks noChangeArrowheads="1"/>
              </p:cNvSpPr>
              <p:nvPr/>
            </p:nvSpPr>
            <p:spPr bwMode="auto">
              <a:xfrm>
                <a:off x="2258" y="218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43" name="Line 42">
                <a:extLst>
                  <a:ext uri="{FF2B5EF4-FFF2-40B4-BE49-F238E27FC236}">
                    <a16:creationId xmlns:a16="http://schemas.microsoft.com/office/drawing/2014/main" id="{32112E54-C4BA-48FB-BC1D-406AD1D83EFC}"/>
                  </a:ext>
                </a:extLst>
              </p:cNvPr>
              <p:cNvSpPr>
                <a:spLocks noChangeShapeType="1"/>
              </p:cNvSpPr>
              <p:nvPr/>
            </p:nvSpPr>
            <p:spPr bwMode="auto">
              <a:xfrm>
                <a:off x="2258" y="218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44" name="Rectangle 43">
                <a:extLst>
                  <a:ext uri="{FF2B5EF4-FFF2-40B4-BE49-F238E27FC236}">
                    <a16:creationId xmlns:a16="http://schemas.microsoft.com/office/drawing/2014/main" id="{0383E151-CD79-47E8-8B5B-F264214854EA}"/>
                  </a:ext>
                </a:extLst>
              </p:cNvPr>
              <p:cNvSpPr>
                <a:spLocks noChangeArrowheads="1"/>
              </p:cNvSpPr>
              <p:nvPr/>
            </p:nvSpPr>
            <p:spPr bwMode="auto">
              <a:xfrm>
                <a:off x="3429" y="218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45" name="Line 44">
                <a:extLst>
                  <a:ext uri="{FF2B5EF4-FFF2-40B4-BE49-F238E27FC236}">
                    <a16:creationId xmlns:a16="http://schemas.microsoft.com/office/drawing/2014/main" id="{CF8C7DD6-2F83-43E4-8DEC-AB4A848F05E8}"/>
                  </a:ext>
                </a:extLst>
              </p:cNvPr>
              <p:cNvSpPr>
                <a:spLocks noChangeShapeType="1"/>
              </p:cNvSpPr>
              <p:nvPr/>
            </p:nvSpPr>
            <p:spPr bwMode="auto">
              <a:xfrm>
                <a:off x="3429" y="218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46" name="Rectangle 45">
                <a:extLst>
                  <a:ext uri="{FF2B5EF4-FFF2-40B4-BE49-F238E27FC236}">
                    <a16:creationId xmlns:a16="http://schemas.microsoft.com/office/drawing/2014/main" id="{FB35505D-9A9C-4EFD-8976-05C0EA45BF4C}"/>
                  </a:ext>
                </a:extLst>
              </p:cNvPr>
              <p:cNvSpPr>
                <a:spLocks noChangeArrowheads="1"/>
              </p:cNvSpPr>
              <p:nvPr/>
            </p:nvSpPr>
            <p:spPr bwMode="auto">
              <a:xfrm>
                <a:off x="4576" y="218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47" name="Line 46">
                <a:extLst>
                  <a:ext uri="{FF2B5EF4-FFF2-40B4-BE49-F238E27FC236}">
                    <a16:creationId xmlns:a16="http://schemas.microsoft.com/office/drawing/2014/main" id="{5D8BA68A-0F9C-490C-A249-342309CAFFCC}"/>
                  </a:ext>
                </a:extLst>
              </p:cNvPr>
              <p:cNvSpPr>
                <a:spLocks noChangeShapeType="1"/>
              </p:cNvSpPr>
              <p:nvPr/>
            </p:nvSpPr>
            <p:spPr bwMode="auto">
              <a:xfrm>
                <a:off x="4576" y="218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48" name="Rectangle 47">
                <a:extLst>
                  <a:ext uri="{FF2B5EF4-FFF2-40B4-BE49-F238E27FC236}">
                    <a16:creationId xmlns:a16="http://schemas.microsoft.com/office/drawing/2014/main" id="{F1681B25-7E01-43F1-AAE1-9F4D666E65F8}"/>
                  </a:ext>
                </a:extLst>
              </p:cNvPr>
              <p:cNvSpPr>
                <a:spLocks noChangeArrowheads="1"/>
              </p:cNvSpPr>
              <p:nvPr/>
            </p:nvSpPr>
            <p:spPr bwMode="auto">
              <a:xfrm>
                <a:off x="5736" y="218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49" name="Line 48">
                <a:extLst>
                  <a:ext uri="{FF2B5EF4-FFF2-40B4-BE49-F238E27FC236}">
                    <a16:creationId xmlns:a16="http://schemas.microsoft.com/office/drawing/2014/main" id="{34493ADA-C547-4D30-AC7E-A144E3A6B52F}"/>
                  </a:ext>
                </a:extLst>
              </p:cNvPr>
              <p:cNvSpPr>
                <a:spLocks noChangeShapeType="1"/>
              </p:cNvSpPr>
              <p:nvPr/>
            </p:nvSpPr>
            <p:spPr bwMode="auto">
              <a:xfrm>
                <a:off x="5736" y="218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50" name="Rectangle 49">
                <a:extLst>
                  <a:ext uri="{FF2B5EF4-FFF2-40B4-BE49-F238E27FC236}">
                    <a16:creationId xmlns:a16="http://schemas.microsoft.com/office/drawing/2014/main" id="{672B6BE6-8E80-4D76-8000-79213DEB7845}"/>
                  </a:ext>
                </a:extLst>
              </p:cNvPr>
              <p:cNvSpPr>
                <a:spLocks noChangeArrowheads="1"/>
              </p:cNvSpPr>
              <p:nvPr/>
            </p:nvSpPr>
            <p:spPr bwMode="auto">
              <a:xfrm>
                <a:off x="1832" y="2361"/>
                <a:ext cx="9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651" name="Rectangle 50">
                <a:extLst>
                  <a:ext uri="{FF2B5EF4-FFF2-40B4-BE49-F238E27FC236}">
                    <a16:creationId xmlns:a16="http://schemas.microsoft.com/office/drawing/2014/main" id="{939D9D67-E2C6-4970-A14D-97CEFA80AD3E}"/>
                  </a:ext>
                </a:extLst>
              </p:cNvPr>
              <p:cNvSpPr>
                <a:spLocks noChangeArrowheads="1"/>
              </p:cNvSpPr>
              <p:nvPr/>
            </p:nvSpPr>
            <p:spPr bwMode="auto">
              <a:xfrm>
                <a:off x="1904" y="2410"/>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652" name="Rectangle 51">
                <a:extLst>
                  <a:ext uri="{FF2B5EF4-FFF2-40B4-BE49-F238E27FC236}">
                    <a16:creationId xmlns:a16="http://schemas.microsoft.com/office/drawing/2014/main" id="{232DBA4F-CCA0-4239-AFC1-4E453660D96F}"/>
                  </a:ext>
                </a:extLst>
              </p:cNvPr>
              <p:cNvSpPr>
                <a:spLocks noChangeArrowheads="1"/>
              </p:cNvSpPr>
              <p:nvPr/>
            </p:nvSpPr>
            <p:spPr bwMode="auto">
              <a:xfrm>
                <a:off x="2532" y="2361"/>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653" name="Rectangle 52">
                <a:extLst>
                  <a:ext uri="{FF2B5EF4-FFF2-40B4-BE49-F238E27FC236}">
                    <a16:creationId xmlns:a16="http://schemas.microsoft.com/office/drawing/2014/main" id="{E76ED232-DC3F-49AE-BB73-EC1E15E8F5AA}"/>
                  </a:ext>
                </a:extLst>
              </p:cNvPr>
              <p:cNvSpPr>
                <a:spLocks noChangeArrowheads="1"/>
              </p:cNvSpPr>
              <p:nvPr/>
            </p:nvSpPr>
            <p:spPr bwMode="auto">
              <a:xfrm>
                <a:off x="2664" y="2410"/>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654" name="Rectangle 53">
                <a:extLst>
                  <a:ext uri="{FF2B5EF4-FFF2-40B4-BE49-F238E27FC236}">
                    <a16:creationId xmlns:a16="http://schemas.microsoft.com/office/drawing/2014/main" id="{B1E928ED-5A93-4F41-81BA-4525D03AE2FF}"/>
                  </a:ext>
                </a:extLst>
              </p:cNvPr>
              <p:cNvSpPr>
                <a:spLocks noChangeArrowheads="1"/>
              </p:cNvSpPr>
              <p:nvPr/>
            </p:nvSpPr>
            <p:spPr bwMode="auto">
              <a:xfrm>
                <a:off x="2729" y="2361"/>
                <a:ext cx="33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,0,R)</a:t>
                </a:r>
                <a:endParaRPr lang="en-US" altLang="zh-CN" b="1" dirty="0">
                  <a:ea typeface="华文中宋" panose="02010600040101010101" pitchFamily="2" charset="-122"/>
                </a:endParaRPr>
              </a:p>
            </p:txBody>
          </p:sp>
          <p:sp>
            <p:nvSpPr>
              <p:cNvPr id="23655" name="Rectangle 54">
                <a:extLst>
                  <a:ext uri="{FF2B5EF4-FFF2-40B4-BE49-F238E27FC236}">
                    <a16:creationId xmlns:a16="http://schemas.microsoft.com/office/drawing/2014/main" id="{F8B38EFF-AA05-4695-A03A-1CEAB3661C1C}"/>
                  </a:ext>
                </a:extLst>
              </p:cNvPr>
              <p:cNvSpPr>
                <a:spLocks noChangeArrowheads="1"/>
              </p:cNvSpPr>
              <p:nvPr/>
            </p:nvSpPr>
            <p:spPr bwMode="auto">
              <a:xfrm>
                <a:off x="3703" y="2361"/>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656" name="Rectangle 55">
                <a:extLst>
                  <a:ext uri="{FF2B5EF4-FFF2-40B4-BE49-F238E27FC236}">
                    <a16:creationId xmlns:a16="http://schemas.microsoft.com/office/drawing/2014/main" id="{6A79FC0C-66BA-4293-A316-D568C7F2E8E0}"/>
                  </a:ext>
                </a:extLst>
              </p:cNvPr>
              <p:cNvSpPr>
                <a:spLocks noChangeArrowheads="1"/>
              </p:cNvSpPr>
              <p:nvPr/>
            </p:nvSpPr>
            <p:spPr bwMode="auto">
              <a:xfrm>
                <a:off x="3835" y="2410"/>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657" name="Rectangle 56">
                <a:extLst>
                  <a:ext uri="{FF2B5EF4-FFF2-40B4-BE49-F238E27FC236}">
                    <a16:creationId xmlns:a16="http://schemas.microsoft.com/office/drawing/2014/main" id="{A2FC38B2-2AE9-4B18-8936-F6521B7F00DF}"/>
                  </a:ext>
                </a:extLst>
              </p:cNvPr>
              <p:cNvSpPr>
                <a:spLocks noChangeArrowheads="1"/>
              </p:cNvSpPr>
              <p:nvPr/>
            </p:nvSpPr>
            <p:spPr bwMode="auto">
              <a:xfrm>
                <a:off x="3900" y="2361"/>
                <a:ext cx="33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,1,R)</a:t>
                </a:r>
                <a:endParaRPr lang="en-US" altLang="zh-CN" b="1" dirty="0">
                  <a:ea typeface="华文中宋" panose="02010600040101010101" pitchFamily="2" charset="-122"/>
                </a:endParaRPr>
              </a:p>
            </p:txBody>
          </p:sp>
          <p:sp>
            <p:nvSpPr>
              <p:cNvPr id="23658" name="Rectangle 57">
                <a:extLst>
                  <a:ext uri="{FF2B5EF4-FFF2-40B4-BE49-F238E27FC236}">
                    <a16:creationId xmlns:a16="http://schemas.microsoft.com/office/drawing/2014/main" id="{BA3E7D1F-5C87-41B0-8C30-3CFF3C598971}"/>
                  </a:ext>
                </a:extLst>
              </p:cNvPr>
              <p:cNvSpPr>
                <a:spLocks noChangeArrowheads="1"/>
              </p:cNvSpPr>
              <p:nvPr/>
            </p:nvSpPr>
            <p:spPr bwMode="auto">
              <a:xfrm>
                <a:off x="4873" y="2361"/>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659" name="Rectangle 58">
                <a:extLst>
                  <a:ext uri="{FF2B5EF4-FFF2-40B4-BE49-F238E27FC236}">
                    <a16:creationId xmlns:a16="http://schemas.microsoft.com/office/drawing/2014/main" id="{2CF5BE53-6BD8-40F0-8ED4-4C95A0AD9339}"/>
                  </a:ext>
                </a:extLst>
              </p:cNvPr>
              <p:cNvSpPr>
                <a:spLocks noChangeArrowheads="1"/>
              </p:cNvSpPr>
              <p:nvPr/>
            </p:nvSpPr>
            <p:spPr bwMode="auto">
              <a:xfrm>
                <a:off x="5005" y="2410"/>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1</a:t>
                </a:r>
                <a:endParaRPr lang="en-US" altLang="zh-CN" b="1" dirty="0">
                  <a:ea typeface="华文中宋" panose="02010600040101010101" pitchFamily="2" charset="-122"/>
                </a:endParaRPr>
              </a:p>
            </p:txBody>
          </p:sp>
          <p:sp>
            <p:nvSpPr>
              <p:cNvPr id="23660" name="Rectangle 59">
                <a:extLst>
                  <a:ext uri="{FF2B5EF4-FFF2-40B4-BE49-F238E27FC236}">
                    <a16:creationId xmlns:a16="http://schemas.microsoft.com/office/drawing/2014/main" id="{767DCE22-A02E-49C3-9166-165BF9D4EC20}"/>
                  </a:ext>
                </a:extLst>
              </p:cNvPr>
              <p:cNvSpPr>
                <a:spLocks noChangeArrowheads="1"/>
              </p:cNvSpPr>
              <p:nvPr/>
            </p:nvSpPr>
            <p:spPr bwMode="auto">
              <a:xfrm>
                <a:off x="5072" y="2361"/>
                <a:ext cx="33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b,L</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661" name="Rectangle 60">
                <a:extLst>
                  <a:ext uri="{FF2B5EF4-FFF2-40B4-BE49-F238E27FC236}">
                    <a16:creationId xmlns:a16="http://schemas.microsoft.com/office/drawing/2014/main" id="{FF0576D0-5E2C-43C6-916A-F4ACF3517FFA}"/>
                  </a:ext>
                </a:extLst>
              </p:cNvPr>
              <p:cNvSpPr>
                <a:spLocks noChangeArrowheads="1"/>
              </p:cNvSpPr>
              <p:nvPr/>
            </p:nvSpPr>
            <p:spPr bwMode="auto">
              <a:xfrm>
                <a:off x="1534" y="235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62" name="Line 61">
                <a:extLst>
                  <a:ext uri="{FF2B5EF4-FFF2-40B4-BE49-F238E27FC236}">
                    <a16:creationId xmlns:a16="http://schemas.microsoft.com/office/drawing/2014/main" id="{CBB9F2CF-04C0-4CE2-A85C-BB93C4761DF9}"/>
                  </a:ext>
                </a:extLst>
              </p:cNvPr>
              <p:cNvSpPr>
                <a:spLocks noChangeShapeType="1"/>
              </p:cNvSpPr>
              <p:nvPr/>
            </p:nvSpPr>
            <p:spPr bwMode="auto">
              <a:xfrm>
                <a:off x="1534" y="235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63" name="Line 62">
                <a:extLst>
                  <a:ext uri="{FF2B5EF4-FFF2-40B4-BE49-F238E27FC236}">
                    <a16:creationId xmlns:a16="http://schemas.microsoft.com/office/drawing/2014/main" id="{D581618A-9C8C-4D72-9724-3DEF2BF4A1B2}"/>
                  </a:ext>
                </a:extLst>
              </p:cNvPr>
              <p:cNvSpPr>
                <a:spLocks noChangeShapeType="1"/>
              </p:cNvSpPr>
              <p:nvPr/>
            </p:nvSpPr>
            <p:spPr bwMode="auto">
              <a:xfrm>
                <a:off x="1534" y="235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64" name="Rectangle 63">
                <a:extLst>
                  <a:ext uri="{FF2B5EF4-FFF2-40B4-BE49-F238E27FC236}">
                    <a16:creationId xmlns:a16="http://schemas.microsoft.com/office/drawing/2014/main" id="{EB056BE3-3B05-4DFA-8D4B-227860C5BD57}"/>
                  </a:ext>
                </a:extLst>
              </p:cNvPr>
              <p:cNvSpPr>
                <a:spLocks noChangeArrowheads="1"/>
              </p:cNvSpPr>
              <p:nvPr/>
            </p:nvSpPr>
            <p:spPr bwMode="auto">
              <a:xfrm>
                <a:off x="1546" y="2359"/>
                <a:ext cx="7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65" name="Line 64">
                <a:extLst>
                  <a:ext uri="{FF2B5EF4-FFF2-40B4-BE49-F238E27FC236}">
                    <a16:creationId xmlns:a16="http://schemas.microsoft.com/office/drawing/2014/main" id="{5140F65C-EAE2-4EEA-8E7A-58FC50B29B83}"/>
                  </a:ext>
                </a:extLst>
              </p:cNvPr>
              <p:cNvSpPr>
                <a:spLocks noChangeShapeType="1"/>
              </p:cNvSpPr>
              <p:nvPr/>
            </p:nvSpPr>
            <p:spPr bwMode="auto">
              <a:xfrm>
                <a:off x="1546" y="2359"/>
                <a:ext cx="7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66" name="Rectangle 65">
                <a:extLst>
                  <a:ext uri="{FF2B5EF4-FFF2-40B4-BE49-F238E27FC236}">
                    <a16:creationId xmlns:a16="http://schemas.microsoft.com/office/drawing/2014/main" id="{59FC7A6E-DB8F-4680-A4D7-DB7F66A1B442}"/>
                  </a:ext>
                </a:extLst>
              </p:cNvPr>
              <p:cNvSpPr>
                <a:spLocks noChangeArrowheads="1"/>
              </p:cNvSpPr>
              <p:nvPr/>
            </p:nvSpPr>
            <p:spPr bwMode="auto">
              <a:xfrm>
                <a:off x="2258" y="235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67" name="Line 66">
                <a:extLst>
                  <a:ext uri="{FF2B5EF4-FFF2-40B4-BE49-F238E27FC236}">
                    <a16:creationId xmlns:a16="http://schemas.microsoft.com/office/drawing/2014/main" id="{8CB89AE1-552F-490B-9B07-D6169D0C2968}"/>
                  </a:ext>
                </a:extLst>
              </p:cNvPr>
              <p:cNvSpPr>
                <a:spLocks noChangeShapeType="1"/>
              </p:cNvSpPr>
              <p:nvPr/>
            </p:nvSpPr>
            <p:spPr bwMode="auto">
              <a:xfrm>
                <a:off x="2258" y="235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68" name="Line 67">
                <a:extLst>
                  <a:ext uri="{FF2B5EF4-FFF2-40B4-BE49-F238E27FC236}">
                    <a16:creationId xmlns:a16="http://schemas.microsoft.com/office/drawing/2014/main" id="{B1E5F144-D6B3-4C3C-9C18-DE6142B16F08}"/>
                  </a:ext>
                </a:extLst>
              </p:cNvPr>
              <p:cNvSpPr>
                <a:spLocks noChangeShapeType="1"/>
              </p:cNvSpPr>
              <p:nvPr/>
            </p:nvSpPr>
            <p:spPr bwMode="auto">
              <a:xfrm>
                <a:off x="2258" y="235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69" name="Rectangle 68">
                <a:extLst>
                  <a:ext uri="{FF2B5EF4-FFF2-40B4-BE49-F238E27FC236}">
                    <a16:creationId xmlns:a16="http://schemas.microsoft.com/office/drawing/2014/main" id="{3B38FC29-6300-4719-87A5-C49F479BBB6D}"/>
                  </a:ext>
                </a:extLst>
              </p:cNvPr>
              <p:cNvSpPr>
                <a:spLocks noChangeArrowheads="1"/>
              </p:cNvSpPr>
              <p:nvPr/>
            </p:nvSpPr>
            <p:spPr bwMode="auto">
              <a:xfrm>
                <a:off x="2270" y="2359"/>
                <a:ext cx="1159"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70" name="Line 69">
                <a:extLst>
                  <a:ext uri="{FF2B5EF4-FFF2-40B4-BE49-F238E27FC236}">
                    <a16:creationId xmlns:a16="http://schemas.microsoft.com/office/drawing/2014/main" id="{BB4C46A2-C863-4AA4-9F66-3C2793960504}"/>
                  </a:ext>
                </a:extLst>
              </p:cNvPr>
              <p:cNvSpPr>
                <a:spLocks noChangeShapeType="1"/>
              </p:cNvSpPr>
              <p:nvPr/>
            </p:nvSpPr>
            <p:spPr bwMode="auto">
              <a:xfrm>
                <a:off x="2270" y="2359"/>
                <a:ext cx="115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71" name="Rectangle 70">
                <a:extLst>
                  <a:ext uri="{FF2B5EF4-FFF2-40B4-BE49-F238E27FC236}">
                    <a16:creationId xmlns:a16="http://schemas.microsoft.com/office/drawing/2014/main" id="{734A4C0B-31B6-44AE-8269-69EB1F1EE176}"/>
                  </a:ext>
                </a:extLst>
              </p:cNvPr>
              <p:cNvSpPr>
                <a:spLocks noChangeArrowheads="1"/>
              </p:cNvSpPr>
              <p:nvPr/>
            </p:nvSpPr>
            <p:spPr bwMode="auto">
              <a:xfrm>
                <a:off x="3429" y="235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72" name="Line 71">
                <a:extLst>
                  <a:ext uri="{FF2B5EF4-FFF2-40B4-BE49-F238E27FC236}">
                    <a16:creationId xmlns:a16="http://schemas.microsoft.com/office/drawing/2014/main" id="{15DE4E87-CD1F-41BD-BFEF-6103D7CD40A0}"/>
                  </a:ext>
                </a:extLst>
              </p:cNvPr>
              <p:cNvSpPr>
                <a:spLocks noChangeShapeType="1"/>
              </p:cNvSpPr>
              <p:nvPr/>
            </p:nvSpPr>
            <p:spPr bwMode="auto">
              <a:xfrm>
                <a:off x="3429" y="235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73" name="Line 72">
                <a:extLst>
                  <a:ext uri="{FF2B5EF4-FFF2-40B4-BE49-F238E27FC236}">
                    <a16:creationId xmlns:a16="http://schemas.microsoft.com/office/drawing/2014/main" id="{74B128F6-9752-4A90-B95B-444DC64F4860}"/>
                  </a:ext>
                </a:extLst>
              </p:cNvPr>
              <p:cNvSpPr>
                <a:spLocks noChangeShapeType="1"/>
              </p:cNvSpPr>
              <p:nvPr/>
            </p:nvSpPr>
            <p:spPr bwMode="auto">
              <a:xfrm>
                <a:off x="3429" y="235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74" name="Rectangle 73">
                <a:extLst>
                  <a:ext uri="{FF2B5EF4-FFF2-40B4-BE49-F238E27FC236}">
                    <a16:creationId xmlns:a16="http://schemas.microsoft.com/office/drawing/2014/main" id="{C0FED320-75BE-4850-90EF-F447A10577A0}"/>
                  </a:ext>
                </a:extLst>
              </p:cNvPr>
              <p:cNvSpPr>
                <a:spLocks noChangeArrowheads="1"/>
              </p:cNvSpPr>
              <p:nvPr/>
            </p:nvSpPr>
            <p:spPr bwMode="auto">
              <a:xfrm>
                <a:off x="3441" y="2359"/>
                <a:ext cx="113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75" name="Line 74">
                <a:extLst>
                  <a:ext uri="{FF2B5EF4-FFF2-40B4-BE49-F238E27FC236}">
                    <a16:creationId xmlns:a16="http://schemas.microsoft.com/office/drawing/2014/main" id="{6BC4649D-F6E1-4E97-8EEB-037C7D8BE31E}"/>
                  </a:ext>
                </a:extLst>
              </p:cNvPr>
              <p:cNvSpPr>
                <a:spLocks noChangeShapeType="1"/>
              </p:cNvSpPr>
              <p:nvPr/>
            </p:nvSpPr>
            <p:spPr bwMode="auto">
              <a:xfrm>
                <a:off x="3441" y="2359"/>
                <a:ext cx="113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76" name="Rectangle 75">
                <a:extLst>
                  <a:ext uri="{FF2B5EF4-FFF2-40B4-BE49-F238E27FC236}">
                    <a16:creationId xmlns:a16="http://schemas.microsoft.com/office/drawing/2014/main" id="{BCE6759B-28B5-46C3-BB88-DC04E521212B}"/>
                  </a:ext>
                </a:extLst>
              </p:cNvPr>
              <p:cNvSpPr>
                <a:spLocks noChangeArrowheads="1"/>
              </p:cNvSpPr>
              <p:nvPr/>
            </p:nvSpPr>
            <p:spPr bwMode="auto">
              <a:xfrm>
                <a:off x="4576" y="235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77" name="Line 76">
                <a:extLst>
                  <a:ext uri="{FF2B5EF4-FFF2-40B4-BE49-F238E27FC236}">
                    <a16:creationId xmlns:a16="http://schemas.microsoft.com/office/drawing/2014/main" id="{72C20587-3F41-4A03-B6E4-3869B405E4D1}"/>
                  </a:ext>
                </a:extLst>
              </p:cNvPr>
              <p:cNvSpPr>
                <a:spLocks noChangeShapeType="1"/>
              </p:cNvSpPr>
              <p:nvPr/>
            </p:nvSpPr>
            <p:spPr bwMode="auto">
              <a:xfrm>
                <a:off x="4576" y="235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78" name="Line 77">
                <a:extLst>
                  <a:ext uri="{FF2B5EF4-FFF2-40B4-BE49-F238E27FC236}">
                    <a16:creationId xmlns:a16="http://schemas.microsoft.com/office/drawing/2014/main" id="{AB109418-B074-4B58-B3BF-1CAF53531277}"/>
                  </a:ext>
                </a:extLst>
              </p:cNvPr>
              <p:cNvSpPr>
                <a:spLocks noChangeShapeType="1"/>
              </p:cNvSpPr>
              <p:nvPr/>
            </p:nvSpPr>
            <p:spPr bwMode="auto">
              <a:xfrm>
                <a:off x="4576" y="235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79" name="Rectangle 78">
                <a:extLst>
                  <a:ext uri="{FF2B5EF4-FFF2-40B4-BE49-F238E27FC236}">
                    <a16:creationId xmlns:a16="http://schemas.microsoft.com/office/drawing/2014/main" id="{DC1EA08A-8902-4109-B50E-2E88F04764E0}"/>
                  </a:ext>
                </a:extLst>
              </p:cNvPr>
              <p:cNvSpPr>
                <a:spLocks noChangeArrowheads="1"/>
              </p:cNvSpPr>
              <p:nvPr/>
            </p:nvSpPr>
            <p:spPr bwMode="auto">
              <a:xfrm>
                <a:off x="4588" y="2359"/>
                <a:ext cx="1148"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80" name="Line 79">
                <a:extLst>
                  <a:ext uri="{FF2B5EF4-FFF2-40B4-BE49-F238E27FC236}">
                    <a16:creationId xmlns:a16="http://schemas.microsoft.com/office/drawing/2014/main" id="{0F4AB589-50DB-4723-B8EC-F46A6F6C939B}"/>
                  </a:ext>
                </a:extLst>
              </p:cNvPr>
              <p:cNvSpPr>
                <a:spLocks noChangeShapeType="1"/>
              </p:cNvSpPr>
              <p:nvPr/>
            </p:nvSpPr>
            <p:spPr bwMode="auto">
              <a:xfrm>
                <a:off x="4588" y="2359"/>
                <a:ext cx="11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81" name="Rectangle 80">
                <a:extLst>
                  <a:ext uri="{FF2B5EF4-FFF2-40B4-BE49-F238E27FC236}">
                    <a16:creationId xmlns:a16="http://schemas.microsoft.com/office/drawing/2014/main" id="{DC95D8CD-9E99-40EB-BB82-F61C1EA6F39A}"/>
                  </a:ext>
                </a:extLst>
              </p:cNvPr>
              <p:cNvSpPr>
                <a:spLocks noChangeArrowheads="1"/>
              </p:cNvSpPr>
              <p:nvPr/>
            </p:nvSpPr>
            <p:spPr bwMode="auto">
              <a:xfrm>
                <a:off x="5736" y="235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82" name="Line 81">
                <a:extLst>
                  <a:ext uri="{FF2B5EF4-FFF2-40B4-BE49-F238E27FC236}">
                    <a16:creationId xmlns:a16="http://schemas.microsoft.com/office/drawing/2014/main" id="{3123C223-E0AF-4736-B753-30D50199CE5E}"/>
                  </a:ext>
                </a:extLst>
              </p:cNvPr>
              <p:cNvSpPr>
                <a:spLocks noChangeShapeType="1"/>
              </p:cNvSpPr>
              <p:nvPr/>
            </p:nvSpPr>
            <p:spPr bwMode="auto">
              <a:xfrm>
                <a:off x="5736" y="235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83" name="Line 82">
                <a:extLst>
                  <a:ext uri="{FF2B5EF4-FFF2-40B4-BE49-F238E27FC236}">
                    <a16:creationId xmlns:a16="http://schemas.microsoft.com/office/drawing/2014/main" id="{D608B955-5BF0-470D-B4AA-9BA306E56A3A}"/>
                  </a:ext>
                </a:extLst>
              </p:cNvPr>
              <p:cNvSpPr>
                <a:spLocks noChangeShapeType="1"/>
              </p:cNvSpPr>
              <p:nvPr/>
            </p:nvSpPr>
            <p:spPr bwMode="auto">
              <a:xfrm>
                <a:off x="5736" y="235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84" name="Rectangle 83">
                <a:extLst>
                  <a:ext uri="{FF2B5EF4-FFF2-40B4-BE49-F238E27FC236}">
                    <a16:creationId xmlns:a16="http://schemas.microsoft.com/office/drawing/2014/main" id="{035C14AD-36CF-4571-97A4-823622D62CE4}"/>
                  </a:ext>
                </a:extLst>
              </p:cNvPr>
              <p:cNvSpPr>
                <a:spLocks noChangeArrowheads="1"/>
              </p:cNvSpPr>
              <p:nvPr/>
            </p:nvSpPr>
            <p:spPr bwMode="auto">
              <a:xfrm>
                <a:off x="1534" y="237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85" name="Line 84">
                <a:extLst>
                  <a:ext uri="{FF2B5EF4-FFF2-40B4-BE49-F238E27FC236}">
                    <a16:creationId xmlns:a16="http://schemas.microsoft.com/office/drawing/2014/main" id="{4F1B3373-996F-4E0A-BE83-46C676C4836F}"/>
                  </a:ext>
                </a:extLst>
              </p:cNvPr>
              <p:cNvSpPr>
                <a:spLocks noChangeShapeType="1"/>
              </p:cNvSpPr>
              <p:nvPr/>
            </p:nvSpPr>
            <p:spPr bwMode="auto">
              <a:xfrm>
                <a:off x="1534" y="237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86" name="Rectangle 85">
                <a:extLst>
                  <a:ext uri="{FF2B5EF4-FFF2-40B4-BE49-F238E27FC236}">
                    <a16:creationId xmlns:a16="http://schemas.microsoft.com/office/drawing/2014/main" id="{1C60F1DB-8521-46EF-B630-E1C6BCCBAECA}"/>
                  </a:ext>
                </a:extLst>
              </p:cNvPr>
              <p:cNvSpPr>
                <a:spLocks noChangeArrowheads="1"/>
              </p:cNvSpPr>
              <p:nvPr/>
            </p:nvSpPr>
            <p:spPr bwMode="auto">
              <a:xfrm>
                <a:off x="2258" y="237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87" name="Line 86">
                <a:extLst>
                  <a:ext uri="{FF2B5EF4-FFF2-40B4-BE49-F238E27FC236}">
                    <a16:creationId xmlns:a16="http://schemas.microsoft.com/office/drawing/2014/main" id="{6A65C738-31B9-4EC4-942A-C99629C5378C}"/>
                  </a:ext>
                </a:extLst>
              </p:cNvPr>
              <p:cNvSpPr>
                <a:spLocks noChangeShapeType="1"/>
              </p:cNvSpPr>
              <p:nvPr/>
            </p:nvSpPr>
            <p:spPr bwMode="auto">
              <a:xfrm>
                <a:off x="2258" y="237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88" name="Rectangle 87">
                <a:extLst>
                  <a:ext uri="{FF2B5EF4-FFF2-40B4-BE49-F238E27FC236}">
                    <a16:creationId xmlns:a16="http://schemas.microsoft.com/office/drawing/2014/main" id="{2336018E-8E58-44B7-8D97-496A28C00D63}"/>
                  </a:ext>
                </a:extLst>
              </p:cNvPr>
              <p:cNvSpPr>
                <a:spLocks noChangeArrowheads="1"/>
              </p:cNvSpPr>
              <p:nvPr/>
            </p:nvSpPr>
            <p:spPr bwMode="auto">
              <a:xfrm>
                <a:off x="3429" y="237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89" name="Line 88">
                <a:extLst>
                  <a:ext uri="{FF2B5EF4-FFF2-40B4-BE49-F238E27FC236}">
                    <a16:creationId xmlns:a16="http://schemas.microsoft.com/office/drawing/2014/main" id="{36723D3F-9F0B-40B6-BF8D-8CEE62D5FF99}"/>
                  </a:ext>
                </a:extLst>
              </p:cNvPr>
              <p:cNvSpPr>
                <a:spLocks noChangeShapeType="1"/>
              </p:cNvSpPr>
              <p:nvPr/>
            </p:nvSpPr>
            <p:spPr bwMode="auto">
              <a:xfrm>
                <a:off x="3429" y="237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90" name="Rectangle 89">
                <a:extLst>
                  <a:ext uri="{FF2B5EF4-FFF2-40B4-BE49-F238E27FC236}">
                    <a16:creationId xmlns:a16="http://schemas.microsoft.com/office/drawing/2014/main" id="{7E08A034-B65E-437F-A9F2-912391F2F348}"/>
                  </a:ext>
                </a:extLst>
              </p:cNvPr>
              <p:cNvSpPr>
                <a:spLocks noChangeArrowheads="1"/>
              </p:cNvSpPr>
              <p:nvPr/>
            </p:nvSpPr>
            <p:spPr bwMode="auto">
              <a:xfrm>
                <a:off x="4576" y="237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91" name="Line 90">
                <a:extLst>
                  <a:ext uri="{FF2B5EF4-FFF2-40B4-BE49-F238E27FC236}">
                    <a16:creationId xmlns:a16="http://schemas.microsoft.com/office/drawing/2014/main" id="{B1B15856-B6E6-4683-A3BE-A82D0020B036}"/>
                  </a:ext>
                </a:extLst>
              </p:cNvPr>
              <p:cNvSpPr>
                <a:spLocks noChangeShapeType="1"/>
              </p:cNvSpPr>
              <p:nvPr/>
            </p:nvSpPr>
            <p:spPr bwMode="auto">
              <a:xfrm>
                <a:off x="4576" y="237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92" name="Rectangle 91">
                <a:extLst>
                  <a:ext uri="{FF2B5EF4-FFF2-40B4-BE49-F238E27FC236}">
                    <a16:creationId xmlns:a16="http://schemas.microsoft.com/office/drawing/2014/main" id="{9FCC4256-C1D9-4210-9B73-F339B19E04E1}"/>
                  </a:ext>
                </a:extLst>
              </p:cNvPr>
              <p:cNvSpPr>
                <a:spLocks noChangeArrowheads="1"/>
              </p:cNvSpPr>
              <p:nvPr/>
            </p:nvSpPr>
            <p:spPr bwMode="auto">
              <a:xfrm>
                <a:off x="5736" y="2370"/>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93" name="Line 92">
                <a:extLst>
                  <a:ext uri="{FF2B5EF4-FFF2-40B4-BE49-F238E27FC236}">
                    <a16:creationId xmlns:a16="http://schemas.microsoft.com/office/drawing/2014/main" id="{7A321627-6DD2-41D8-A431-3C6E7BBFC644}"/>
                  </a:ext>
                </a:extLst>
              </p:cNvPr>
              <p:cNvSpPr>
                <a:spLocks noChangeShapeType="1"/>
              </p:cNvSpPr>
              <p:nvPr/>
            </p:nvSpPr>
            <p:spPr bwMode="auto">
              <a:xfrm>
                <a:off x="5736" y="2370"/>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94" name="Rectangle 93">
                <a:extLst>
                  <a:ext uri="{FF2B5EF4-FFF2-40B4-BE49-F238E27FC236}">
                    <a16:creationId xmlns:a16="http://schemas.microsoft.com/office/drawing/2014/main" id="{7A0C0526-88C5-4E00-9B15-6997850A104E}"/>
                  </a:ext>
                </a:extLst>
              </p:cNvPr>
              <p:cNvSpPr>
                <a:spLocks noChangeArrowheads="1"/>
              </p:cNvSpPr>
              <p:nvPr/>
            </p:nvSpPr>
            <p:spPr bwMode="auto">
              <a:xfrm>
                <a:off x="1832" y="2552"/>
                <a:ext cx="9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695" name="Rectangle 94">
                <a:extLst>
                  <a:ext uri="{FF2B5EF4-FFF2-40B4-BE49-F238E27FC236}">
                    <a16:creationId xmlns:a16="http://schemas.microsoft.com/office/drawing/2014/main" id="{0F7CA746-FB21-4CAC-BD31-31DDA41AD145}"/>
                  </a:ext>
                </a:extLst>
              </p:cNvPr>
              <p:cNvSpPr>
                <a:spLocks noChangeArrowheads="1"/>
              </p:cNvSpPr>
              <p:nvPr/>
            </p:nvSpPr>
            <p:spPr bwMode="auto">
              <a:xfrm>
                <a:off x="1904" y="2598"/>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1</a:t>
                </a:r>
                <a:endParaRPr lang="en-US" altLang="zh-CN" b="1" dirty="0">
                  <a:ea typeface="华文中宋" panose="02010600040101010101" pitchFamily="2" charset="-122"/>
                </a:endParaRPr>
              </a:p>
            </p:txBody>
          </p:sp>
          <p:sp>
            <p:nvSpPr>
              <p:cNvPr id="23696" name="Rectangle 95">
                <a:extLst>
                  <a:ext uri="{FF2B5EF4-FFF2-40B4-BE49-F238E27FC236}">
                    <a16:creationId xmlns:a16="http://schemas.microsoft.com/office/drawing/2014/main" id="{311A2BF6-F0E6-492C-AB08-C65AB61AFD61}"/>
                  </a:ext>
                </a:extLst>
              </p:cNvPr>
              <p:cNvSpPr>
                <a:spLocks noChangeArrowheads="1"/>
              </p:cNvSpPr>
              <p:nvPr/>
            </p:nvSpPr>
            <p:spPr bwMode="auto">
              <a:xfrm>
                <a:off x="2554" y="2552"/>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697" name="Rectangle 96">
                <a:extLst>
                  <a:ext uri="{FF2B5EF4-FFF2-40B4-BE49-F238E27FC236}">
                    <a16:creationId xmlns:a16="http://schemas.microsoft.com/office/drawing/2014/main" id="{8B721D2E-D495-4395-ABDF-74307504ED7F}"/>
                  </a:ext>
                </a:extLst>
              </p:cNvPr>
              <p:cNvSpPr>
                <a:spLocks noChangeArrowheads="1"/>
              </p:cNvSpPr>
              <p:nvPr/>
            </p:nvSpPr>
            <p:spPr bwMode="auto">
              <a:xfrm>
                <a:off x="2689" y="2598"/>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2</a:t>
                </a:r>
                <a:endParaRPr lang="en-US" altLang="zh-CN" b="1" dirty="0">
                  <a:ea typeface="华文中宋" panose="02010600040101010101" pitchFamily="2" charset="-122"/>
                </a:endParaRPr>
              </a:p>
            </p:txBody>
          </p:sp>
          <p:sp>
            <p:nvSpPr>
              <p:cNvPr id="23698" name="Rectangle 97">
                <a:extLst>
                  <a:ext uri="{FF2B5EF4-FFF2-40B4-BE49-F238E27FC236}">
                    <a16:creationId xmlns:a16="http://schemas.microsoft.com/office/drawing/2014/main" id="{DCACA7AD-F18B-45B2-BDA3-2E8C7B7DD5F4}"/>
                  </a:ext>
                </a:extLst>
              </p:cNvPr>
              <p:cNvSpPr>
                <a:spLocks noChangeArrowheads="1"/>
              </p:cNvSpPr>
              <p:nvPr/>
            </p:nvSpPr>
            <p:spPr bwMode="auto">
              <a:xfrm>
                <a:off x="2753" y="2552"/>
                <a:ext cx="33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b,L</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699" name="Rectangle 98">
                <a:extLst>
                  <a:ext uri="{FF2B5EF4-FFF2-40B4-BE49-F238E27FC236}">
                    <a16:creationId xmlns:a16="http://schemas.microsoft.com/office/drawing/2014/main" id="{4317B359-0F70-4CDD-80BE-962A10191114}"/>
                  </a:ext>
                </a:extLst>
              </p:cNvPr>
              <p:cNvSpPr>
                <a:spLocks noChangeArrowheads="1"/>
              </p:cNvSpPr>
              <p:nvPr/>
            </p:nvSpPr>
            <p:spPr bwMode="auto">
              <a:xfrm>
                <a:off x="3724" y="2552"/>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00" name="Rectangle 99">
                <a:extLst>
                  <a:ext uri="{FF2B5EF4-FFF2-40B4-BE49-F238E27FC236}">
                    <a16:creationId xmlns:a16="http://schemas.microsoft.com/office/drawing/2014/main" id="{37721B62-4B55-40A2-93F2-3EA61AC26257}"/>
                  </a:ext>
                </a:extLst>
              </p:cNvPr>
              <p:cNvSpPr>
                <a:spLocks noChangeArrowheads="1"/>
              </p:cNvSpPr>
              <p:nvPr/>
            </p:nvSpPr>
            <p:spPr bwMode="auto">
              <a:xfrm>
                <a:off x="3859" y="2598"/>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3</a:t>
                </a:r>
                <a:endParaRPr lang="en-US" altLang="zh-CN" b="1" dirty="0">
                  <a:ea typeface="华文中宋" panose="02010600040101010101" pitchFamily="2" charset="-122"/>
                </a:endParaRPr>
              </a:p>
            </p:txBody>
          </p:sp>
          <p:sp>
            <p:nvSpPr>
              <p:cNvPr id="23701" name="Rectangle 100">
                <a:extLst>
                  <a:ext uri="{FF2B5EF4-FFF2-40B4-BE49-F238E27FC236}">
                    <a16:creationId xmlns:a16="http://schemas.microsoft.com/office/drawing/2014/main" id="{C9B9B2B8-5AF6-4142-879E-7D58535BD7F2}"/>
                  </a:ext>
                </a:extLst>
              </p:cNvPr>
              <p:cNvSpPr>
                <a:spLocks noChangeArrowheads="1"/>
              </p:cNvSpPr>
              <p:nvPr/>
            </p:nvSpPr>
            <p:spPr bwMode="auto">
              <a:xfrm>
                <a:off x="3926" y="2552"/>
                <a:ext cx="33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b,L</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702" name="Rectangle 101">
                <a:extLst>
                  <a:ext uri="{FF2B5EF4-FFF2-40B4-BE49-F238E27FC236}">
                    <a16:creationId xmlns:a16="http://schemas.microsoft.com/office/drawing/2014/main" id="{57B010D2-613C-4E92-874B-194D71BDBD53}"/>
                  </a:ext>
                </a:extLst>
              </p:cNvPr>
              <p:cNvSpPr>
                <a:spLocks noChangeArrowheads="1"/>
              </p:cNvSpPr>
              <p:nvPr/>
            </p:nvSpPr>
            <p:spPr bwMode="auto">
              <a:xfrm>
                <a:off x="4861" y="2552"/>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03" name="Rectangle 102">
                <a:extLst>
                  <a:ext uri="{FF2B5EF4-FFF2-40B4-BE49-F238E27FC236}">
                    <a16:creationId xmlns:a16="http://schemas.microsoft.com/office/drawing/2014/main" id="{B90448E4-94D4-4F7C-A143-80C698AE32D1}"/>
                  </a:ext>
                </a:extLst>
              </p:cNvPr>
              <p:cNvSpPr>
                <a:spLocks noChangeArrowheads="1"/>
              </p:cNvSpPr>
              <p:nvPr/>
            </p:nvSpPr>
            <p:spPr bwMode="auto">
              <a:xfrm>
                <a:off x="4997" y="2598"/>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704" name="Rectangle 103">
                <a:extLst>
                  <a:ext uri="{FF2B5EF4-FFF2-40B4-BE49-F238E27FC236}">
                    <a16:creationId xmlns:a16="http://schemas.microsoft.com/office/drawing/2014/main" id="{C88E69C5-82AA-485F-985D-6F0C668C7C6B}"/>
                  </a:ext>
                </a:extLst>
              </p:cNvPr>
              <p:cNvSpPr>
                <a:spLocks noChangeArrowheads="1"/>
              </p:cNvSpPr>
              <p:nvPr/>
            </p:nvSpPr>
            <p:spPr bwMode="auto">
              <a:xfrm>
                <a:off x="5074" y="2552"/>
                <a:ext cx="31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b,S</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705" name="Rectangle 104">
                <a:extLst>
                  <a:ext uri="{FF2B5EF4-FFF2-40B4-BE49-F238E27FC236}">
                    <a16:creationId xmlns:a16="http://schemas.microsoft.com/office/drawing/2014/main" id="{6FD159FE-E02C-4265-BE46-D9EC116C5ECE}"/>
                  </a:ext>
                </a:extLst>
              </p:cNvPr>
              <p:cNvSpPr>
                <a:spLocks noChangeArrowheads="1"/>
              </p:cNvSpPr>
              <p:nvPr/>
            </p:nvSpPr>
            <p:spPr bwMode="auto">
              <a:xfrm>
                <a:off x="1534" y="2549"/>
                <a:ext cx="12"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06" name="Line 105">
                <a:extLst>
                  <a:ext uri="{FF2B5EF4-FFF2-40B4-BE49-F238E27FC236}">
                    <a16:creationId xmlns:a16="http://schemas.microsoft.com/office/drawing/2014/main" id="{4EC7EB6C-96CF-4FC6-AC99-B5EA14C72B29}"/>
                  </a:ext>
                </a:extLst>
              </p:cNvPr>
              <p:cNvSpPr>
                <a:spLocks noChangeShapeType="1"/>
              </p:cNvSpPr>
              <p:nvPr/>
            </p:nvSpPr>
            <p:spPr bwMode="auto">
              <a:xfrm>
                <a:off x="1534" y="254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07" name="Line 106">
                <a:extLst>
                  <a:ext uri="{FF2B5EF4-FFF2-40B4-BE49-F238E27FC236}">
                    <a16:creationId xmlns:a16="http://schemas.microsoft.com/office/drawing/2014/main" id="{DD805013-0766-484A-B3E8-C0C8E6F7B65F}"/>
                  </a:ext>
                </a:extLst>
              </p:cNvPr>
              <p:cNvSpPr>
                <a:spLocks noChangeShapeType="1"/>
              </p:cNvSpPr>
              <p:nvPr/>
            </p:nvSpPr>
            <p:spPr bwMode="auto">
              <a:xfrm>
                <a:off x="1534" y="2549"/>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08" name="Rectangle 107">
                <a:extLst>
                  <a:ext uri="{FF2B5EF4-FFF2-40B4-BE49-F238E27FC236}">
                    <a16:creationId xmlns:a16="http://schemas.microsoft.com/office/drawing/2014/main" id="{A0582687-A0B2-46FB-A446-0BB47805AEDD}"/>
                  </a:ext>
                </a:extLst>
              </p:cNvPr>
              <p:cNvSpPr>
                <a:spLocks noChangeArrowheads="1"/>
              </p:cNvSpPr>
              <p:nvPr/>
            </p:nvSpPr>
            <p:spPr bwMode="auto">
              <a:xfrm>
                <a:off x="1546" y="2549"/>
                <a:ext cx="712"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09" name="Line 108">
                <a:extLst>
                  <a:ext uri="{FF2B5EF4-FFF2-40B4-BE49-F238E27FC236}">
                    <a16:creationId xmlns:a16="http://schemas.microsoft.com/office/drawing/2014/main" id="{491C8AFF-3E90-48A4-B289-FFD0C6B1C593}"/>
                  </a:ext>
                </a:extLst>
              </p:cNvPr>
              <p:cNvSpPr>
                <a:spLocks noChangeShapeType="1"/>
              </p:cNvSpPr>
              <p:nvPr/>
            </p:nvSpPr>
            <p:spPr bwMode="auto">
              <a:xfrm>
                <a:off x="1546" y="2549"/>
                <a:ext cx="7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10" name="Rectangle 109">
                <a:extLst>
                  <a:ext uri="{FF2B5EF4-FFF2-40B4-BE49-F238E27FC236}">
                    <a16:creationId xmlns:a16="http://schemas.microsoft.com/office/drawing/2014/main" id="{6DF27726-A2F8-4208-A358-FDC2517AB244}"/>
                  </a:ext>
                </a:extLst>
              </p:cNvPr>
              <p:cNvSpPr>
                <a:spLocks noChangeArrowheads="1"/>
              </p:cNvSpPr>
              <p:nvPr/>
            </p:nvSpPr>
            <p:spPr bwMode="auto">
              <a:xfrm>
                <a:off x="2258" y="2549"/>
                <a:ext cx="12"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11" name="Line 110">
                <a:extLst>
                  <a:ext uri="{FF2B5EF4-FFF2-40B4-BE49-F238E27FC236}">
                    <a16:creationId xmlns:a16="http://schemas.microsoft.com/office/drawing/2014/main" id="{08FDD26B-ED27-4191-8474-A441651EC60A}"/>
                  </a:ext>
                </a:extLst>
              </p:cNvPr>
              <p:cNvSpPr>
                <a:spLocks noChangeShapeType="1"/>
              </p:cNvSpPr>
              <p:nvPr/>
            </p:nvSpPr>
            <p:spPr bwMode="auto">
              <a:xfrm>
                <a:off x="2258" y="254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12" name="Line 111">
                <a:extLst>
                  <a:ext uri="{FF2B5EF4-FFF2-40B4-BE49-F238E27FC236}">
                    <a16:creationId xmlns:a16="http://schemas.microsoft.com/office/drawing/2014/main" id="{F6571E08-9E1A-4AC2-9485-D83483F3854F}"/>
                  </a:ext>
                </a:extLst>
              </p:cNvPr>
              <p:cNvSpPr>
                <a:spLocks noChangeShapeType="1"/>
              </p:cNvSpPr>
              <p:nvPr/>
            </p:nvSpPr>
            <p:spPr bwMode="auto">
              <a:xfrm>
                <a:off x="2258" y="2549"/>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13" name="Rectangle 112">
                <a:extLst>
                  <a:ext uri="{FF2B5EF4-FFF2-40B4-BE49-F238E27FC236}">
                    <a16:creationId xmlns:a16="http://schemas.microsoft.com/office/drawing/2014/main" id="{3E3944B6-0ABD-40F0-AC93-CEBB49D5789B}"/>
                  </a:ext>
                </a:extLst>
              </p:cNvPr>
              <p:cNvSpPr>
                <a:spLocks noChangeArrowheads="1"/>
              </p:cNvSpPr>
              <p:nvPr/>
            </p:nvSpPr>
            <p:spPr bwMode="auto">
              <a:xfrm>
                <a:off x="2270" y="2549"/>
                <a:ext cx="1159"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14" name="Line 113">
                <a:extLst>
                  <a:ext uri="{FF2B5EF4-FFF2-40B4-BE49-F238E27FC236}">
                    <a16:creationId xmlns:a16="http://schemas.microsoft.com/office/drawing/2014/main" id="{49DC0915-1C7D-430D-90B4-D4CD44B79AF2}"/>
                  </a:ext>
                </a:extLst>
              </p:cNvPr>
              <p:cNvSpPr>
                <a:spLocks noChangeShapeType="1"/>
              </p:cNvSpPr>
              <p:nvPr/>
            </p:nvSpPr>
            <p:spPr bwMode="auto">
              <a:xfrm>
                <a:off x="2270" y="2549"/>
                <a:ext cx="115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15" name="Rectangle 114">
                <a:extLst>
                  <a:ext uri="{FF2B5EF4-FFF2-40B4-BE49-F238E27FC236}">
                    <a16:creationId xmlns:a16="http://schemas.microsoft.com/office/drawing/2014/main" id="{AED630C2-71EF-44B7-90EA-61087878E395}"/>
                  </a:ext>
                </a:extLst>
              </p:cNvPr>
              <p:cNvSpPr>
                <a:spLocks noChangeArrowheads="1"/>
              </p:cNvSpPr>
              <p:nvPr/>
            </p:nvSpPr>
            <p:spPr bwMode="auto">
              <a:xfrm>
                <a:off x="3429" y="2549"/>
                <a:ext cx="12"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16" name="Line 115">
                <a:extLst>
                  <a:ext uri="{FF2B5EF4-FFF2-40B4-BE49-F238E27FC236}">
                    <a16:creationId xmlns:a16="http://schemas.microsoft.com/office/drawing/2014/main" id="{9CBA4A98-7785-47A9-8A10-23C9FB6CC1BE}"/>
                  </a:ext>
                </a:extLst>
              </p:cNvPr>
              <p:cNvSpPr>
                <a:spLocks noChangeShapeType="1"/>
              </p:cNvSpPr>
              <p:nvPr/>
            </p:nvSpPr>
            <p:spPr bwMode="auto">
              <a:xfrm>
                <a:off x="3429" y="254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17" name="Line 116">
                <a:extLst>
                  <a:ext uri="{FF2B5EF4-FFF2-40B4-BE49-F238E27FC236}">
                    <a16:creationId xmlns:a16="http://schemas.microsoft.com/office/drawing/2014/main" id="{44720D9D-82A4-4088-BDA9-5F68D9BEEC50}"/>
                  </a:ext>
                </a:extLst>
              </p:cNvPr>
              <p:cNvSpPr>
                <a:spLocks noChangeShapeType="1"/>
              </p:cNvSpPr>
              <p:nvPr/>
            </p:nvSpPr>
            <p:spPr bwMode="auto">
              <a:xfrm>
                <a:off x="3429" y="2549"/>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18" name="Rectangle 117">
                <a:extLst>
                  <a:ext uri="{FF2B5EF4-FFF2-40B4-BE49-F238E27FC236}">
                    <a16:creationId xmlns:a16="http://schemas.microsoft.com/office/drawing/2014/main" id="{E2CA2EAF-BA6F-4669-AB9C-57AFC946F949}"/>
                  </a:ext>
                </a:extLst>
              </p:cNvPr>
              <p:cNvSpPr>
                <a:spLocks noChangeArrowheads="1"/>
              </p:cNvSpPr>
              <p:nvPr/>
            </p:nvSpPr>
            <p:spPr bwMode="auto">
              <a:xfrm>
                <a:off x="3441" y="2549"/>
                <a:ext cx="1135"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19" name="Line 118">
                <a:extLst>
                  <a:ext uri="{FF2B5EF4-FFF2-40B4-BE49-F238E27FC236}">
                    <a16:creationId xmlns:a16="http://schemas.microsoft.com/office/drawing/2014/main" id="{4F971595-9D73-4F98-8786-263437D77796}"/>
                  </a:ext>
                </a:extLst>
              </p:cNvPr>
              <p:cNvSpPr>
                <a:spLocks noChangeShapeType="1"/>
              </p:cNvSpPr>
              <p:nvPr/>
            </p:nvSpPr>
            <p:spPr bwMode="auto">
              <a:xfrm>
                <a:off x="3441" y="2549"/>
                <a:ext cx="113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20" name="Rectangle 119">
                <a:extLst>
                  <a:ext uri="{FF2B5EF4-FFF2-40B4-BE49-F238E27FC236}">
                    <a16:creationId xmlns:a16="http://schemas.microsoft.com/office/drawing/2014/main" id="{EDCB5274-335B-4832-A3A3-094AD1ED70F0}"/>
                  </a:ext>
                </a:extLst>
              </p:cNvPr>
              <p:cNvSpPr>
                <a:spLocks noChangeArrowheads="1"/>
              </p:cNvSpPr>
              <p:nvPr/>
            </p:nvSpPr>
            <p:spPr bwMode="auto">
              <a:xfrm>
                <a:off x="4576" y="2549"/>
                <a:ext cx="12"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21" name="Line 120">
                <a:extLst>
                  <a:ext uri="{FF2B5EF4-FFF2-40B4-BE49-F238E27FC236}">
                    <a16:creationId xmlns:a16="http://schemas.microsoft.com/office/drawing/2014/main" id="{2472577C-7A4E-4EE8-ADC6-C30AFAF48864}"/>
                  </a:ext>
                </a:extLst>
              </p:cNvPr>
              <p:cNvSpPr>
                <a:spLocks noChangeShapeType="1"/>
              </p:cNvSpPr>
              <p:nvPr/>
            </p:nvSpPr>
            <p:spPr bwMode="auto">
              <a:xfrm>
                <a:off x="4576" y="254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22" name="Line 121">
                <a:extLst>
                  <a:ext uri="{FF2B5EF4-FFF2-40B4-BE49-F238E27FC236}">
                    <a16:creationId xmlns:a16="http://schemas.microsoft.com/office/drawing/2014/main" id="{59B84585-DF92-4329-A797-8B6C81EC2B1C}"/>
                  </a:ext>
                </a:extLst>
              </p:cNvPr>
              <p:cNvSpPr>
                <a:spLocks noChangeShapeType="1"/>
              </p:cNvSpPr>
              <p:nvPr/>
            </p:nvSpPr>
            <p:spPr bwMode="auto">
              <a:xfrm>
                <a:off x="4576" y="2549"/>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23" name="Rectangle 122">
                <a:extLst>
                  <a:ext uri="{FF2B5EF4-FFF2-40B4-BE49-F238E27FC236}">
                    <a16:creationId xmlns:a16="http://schemas.microsoft.com/office/drawing/2014/main" id="{4CBD09F0-E38E-4762-85AA-27905455709F}"/>
                  </a:ext>
                </a:extLst>
              </p:cNvPr>
              <p:cNvSpPr>
                <a:spLocks noChangeArrowheads="1"/>
              </p:cNvSpPr>
              <p:nvPr/>
            </p:nvSpPr>
            <p:spPr bwMode="auto">
              <a:xfrm>
                <a:off x="4588" y="2549"/>
                <a:ext cx="1148"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24" name="Line 123">
                <a:extLst>
                  <a:ext uri="{FF2B5EF4-FFF2-40B4-BE49-F238E27FC236}">
                    <a16:creationId xmlns:a16="http://schemas.microsoft.com/office/drawing/2014/main" id="{AFCE2798-2397-43FE-93CC-21485A8D9295}"/>
                  </a:ext>
                </a:extLst>
              </p:cNvPr>
              <p:cNvSpPr>
                <a:spLocks noChangeShapeType="1"/>
              </p:cNvSpPr>
              <p:nvPr/>
            </p:nvSpPr>
            <p:spPr bwMode="auto">
              <a:xfrm>
                <a:off x="4588" y="2549"/>
                <a:ext cx="11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25" name="Rectangle 124">
                <a:extLst>
                  <a:ext uri="{FF2B5EF4-FFF2-40B4-BE49-F238E27FC236}">
                    <a16:creationId xmlns:a16="http://schemas.microsoft.com/office/drawing/2014/main" id="{B2449AE3-C6DE-47A4-942D-24C3FAEC0713}"/>
                  </a:ext>
                </a:extLst>
              </p:cNvPr>
              <p:cNvSpPr>
                <a:spLocks noChangeArrowheads="1"/>
              </p:cNvSpPr>
              <p:nvPr/>
            </p:nvSpPr>
            <p:spPr bwMode="auto">
              <a:xfrm>
                <a:off x="5736" y="2549"/>
                <a:ext cx="12" cy="1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26" name="Line 125">
                <a:extLst>
                  <a:ext uri="{FF2B5EF4-FFF2-40B4-BE49-F238E27FC236}">
                    <a16:creationId xmlns:a16="http://schemas.microsoft.com/office/drawing/2014/main" id="{7A2F2BED-B101-4FCD-BB36-000C57C9C236}"/>
                  </a:ext>
                </a:extLst>
              </p:cNvPr>
              <p:cNvSpPr>
                <a:spLocks noChangeShapeType="1"/>
              </p:cNvSpPr>
              <p:nvPr/>
            </p:nvSpPr>
            <p:spPr bwMode="auto">
              <a:xfrm>
                <a:off x="5736" y="254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27" name="Line 126">
                <a:extLst>
                  <a:ext uri="{FF2B5EF4-FFF2-40B4-BE49-F238E27FC236}">
                    <a16:creationId xmlns:a16="http://schemas.microsoft.com/office/drawing/2014/main" id="{B07AA26C-43A2-48FF-92B0-0E9FDAD1AE86}"/>
                  </a:ext>
                </a:extLst>
              </p:cNvPr>
              <p:cNvSpPr>
                <a:spLocks noChangeShapeType="1"/>
              </p:cNvSpPr>
              <p:nvPr/>
            </p:nvSpPr>
            <p:spPr bwMode="auto">
              <a:xfrm>
                <a:off x="5736" y="2549"/>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28" name="Rectangle 127">
                <a:extLst>
                  <a:ext uri="{FF2B5EF4-FFF2-40B4-BE49-F238E27FC236}">
                    <a16:creationId xmlns:a16="http://schemas.microsoft.com/office/drawing/2014/main" id="{E6FAA1F0-4A99-4481-B9B8-4B46D6F944F2}"/>
                  </a:ext>
                </a:extLst>
              </p:cNvPr>
              <p:cNvSpPr>
                <a:spLocks noChangeArrowheads="1"/>
              </p:cNvSpPr>
              <p:nvPr/>
            </p:nvSpPr>
            <p:spPr bwMode="auto">
              <a:xfrm>
                <a:off x="1534" y="2561"/>
                <a:ext cx="12"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29" name="Line 128">
                <a:extLst>
                  <a:ext uri="{FF2B5EF4-FFF2-40B4-BE49-F238E27FC236}">
                    <a16:creationId xmlns:a16="http://schemas.microsoft.com/office/drawing/2014/main" id="{3B49FCF8-26C7-4956-9EC0-4DCEFED03BD2}"/>
                  </a:ext>
                </a:extLst>
              </p:cNvPr>
              <p:cNvSpPr>
                <a:spLocks noChangeShapeType="1"/>
              </p:cNvSpPr>
              <p:nvPr/>
            </p:nvSpPr>
            <p:spPr bwMode="auto">
              <a:xfrm>
                <a:off x="1534" y="2561"/>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30" name="Rectangle 129">
                <a:extLst>
                  <a:ext uri="{FF2B5EF4-FFF2-40B4-BE49-F238E27FC236}">
                    <a16:creationId xmlns:a16="http://schemas.microsoft.com/office/drawing/2014/main" id="{01366D09-70ED-4C73-BB68-B453A242FAED}"/>
                  </a:ext>
                </a:extLst>
              </p:cNvPr>
              <p:cNvSpPr>
                <a:spLocks noChangeArrowheads="1"/>
              </p:cNvSpPr>
              <p:nvPr/>
            </p:nvSpPr>
            <p:spPr bwMode="auto">
              <a:xfrm>
                <a:off x="2258" y="2561"/>
                <a:ext cx="12"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31" name="Line 130">
                <a:extLst>
                  <a:ext uri="{FF2B5EF4-FFF2-40B4-BE49-F238E27FC236}">
                    <a16:creationId xmlns:a16="http://schemas.microsoft.com/office/drawing/2014/main" id="{84EFF851-3FD4-4B44-8267-FAD623CD3591}"/>
                  </a:ext>
                </a:extLst>
              </p:cNvPr>
              <p:cNvSpPr>
                <a:spLocks noChangeShapeType="1"/>
              </p:cNvSpPr>
              <p:nvPr/>
            </p:nvSpPr>
            <p:spPr bwMode="auto">
              <a:xfrm>
                <a:off x="2258" y="2561"/>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32" name="Rectangle 131">
                <a:extLst>
                  <a:ext uri="{FF2B5EF4-FFF2-40B4-BE49-F238E27FC236}">
                    <a16:creationId xmlns:a16="http://schemas.microsoft.com/office/drawing/2014/main" id="{0D141011-16D9-48EE-A55F-3A5148310E5D}"/>
                  </a:ext>
                </a:extLst>
              </p:cNvPr>
              <p:cNvSpPr>
                <a:spLocks noChangeArrowheads="1"/>
              </p:cNvSpPr>
              <p:nvPr/>
            </p:nvSpPr>
            <p:spPr bwMode="auto">
              <a:xfrm>
                <a:off x="3429" y="2561"/>
                <a:ext cx="12"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33" name="Line 132">
                <a:extLst>
                  <a:ext uri="{FF2B5EF4-FFF2-40B4-BE49-F238E27FC236}">
                    <a16:creationId xmlns:a16="http://schemas.microsoft.com/office/drawing/2014/main" id="{9EBCF7AB-1C3B-43F4-B622-6C5169010886}"/>
                  </a:ext>
                </a:extLst>
              </p:cNvPr>
              <p:cNvSpPr>
                <a:spLocks noChangeShapeType="1"/>
              </p:cNvSpPr>
              <p:nvPr/>
            </p:nvSpPr>
            <p:spPr bwMode="auto">
              <a:xfrm>
                <a:off x="3429" y="2561"/>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34" name="Rectangle 133">
                <a:extLst>
                  <a:ext uri="{FF2B5EF4-FFF2-40B4-BE49-F238E27FC236}">
                    <a16:creationId xmlns:a16="http://schemas.microsoft.com/office/drawing/2014/main" id="{ABDC9269-E6BE-4A42-9B14-9E240507C4BB}"/>
                  </a:ext>
                </a:extLst>
              </p:cNvPr>
              <p:cNvSpPr>
                <a:spLocks noChangeArrowheads="1"/>
              </p:cNvSpPr>
              <p:nvPr/>
            </p:nvSpPr>
            <p:spPr bwMode="auto">
              <a:xfrm>
                <a:off x="4576" y="2561"/>
                <a:ext cx="12"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35" name="Line 134">
                <a:extLst>
                  <a:ext uri="{FF2B5EF4-FFF2-40B4-BE49-F238E27FC236}">
                    <a16:creationId xmlns:a16="http://schemas.microsoft.com/office/drawing/2014/main" id="{F72DF41C-0315-4AC9-9E81-14D5CA6D8002}"/>
                  </a:ext>
                </a:extLst>
              </p:cNvPr>
              <p:cNvSpPr>
                <a:spLocks noChangeShapeType="1"/>
              </p:cNvSpPr>
              <p:nvPr/>
            </p:nvSpPr>
            <p:spPr bwMode="auto">
              <a:xfrm>
                <a:off x="4576" y="2561"/>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36" name="Rectangle 135">
                <a:extLst>
                  <a:ext uri="{FF2B5EF4-FFF2-40B4-BE49-F238E27FC236}">
                    <a16:creationId xmlns:a16="http://schemas.microsoft.com/office/drawing/2014/main" id="{8DB61CB8-C697-4B91-A65F-524D161FF470}"/>
                  </a:ext>
                </a:extLst>
              </p:cNvPr>
              <p:cNvSpPr>
                <a:spLocks noChangeArrowheads="1"/>
              </p:cNvSpPr>
              <p:nvPr/>
            </p:nvSpPr>
            <p:spPr bwMode="auto">
              <a:xfrm>
                <a:off x="5736" y="2561"/>
                <a:ext cx="12"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37" name="Line 136">
                <a:extLst>
                  <a:ext uri="{FF2B5EF4-FFF2-40B4-BE49-F238E27FC236}">
                    <a16:creationId xmlns:a16="http://schemas.microsoft.com/office/drawing/2014/main" id="{6757AFBF-55CF-4CCE-8CDA-7609CE905FB4}"/>
                  </a:ext>
                </a:extLst>
              </p:cNvPr>
              <p:cNvSpPr>
                <a:spLocks noChangeShapeType="1"/>
              </p:cNvSpPr>
              <p:nvPr/>
            </p:nvSpPr>
            <p:spPr bwMode="auto">
              <a:xfrm>
                <a:off x="5736" y="2561"/>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38" name="Rectangle 137">
                <a:extLst>
                  <a:ext uri="{FF2B5EF4-FFF2-40B4-BE49-F238E27FC236}">
                    <a16:creationId xmlns:a16="http://schemas.microsoft.com/office/drawing/2014/main" id="{AEB059A9-80B2-4539-98FE-6BBEA13FC0BF}"/>
                  </a:ext>
                </a:extLst>
              </p:cNvPr>
              <p:cNvSpPr>
                <a:spLocks noChangeArrowheads="1"/>
              </p:cNvSpPr>
              <p:nvPr/>
            </p:nvSpPr>
            <p:spPr bwMode="auto">
              <a:xfrm>
                <a:off x="1832" y="2743"/>
                <a:ext cx="9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39" name="Rectangle 138">
                <a:extLst>
                  <a:ext uri="{FF2B5EF4-FFF2-40B4-BE49-F238E27FC236}">
                    <a16:creationId xmlns:a16="http://schemas.microsoft.com/office/drawing/2014/main" id="{ED74B764-F0BD-4E38-8089-88A6750A8172}"/>
                  </a:ext>
                </a:extLst>
              </p:cNvPr>
              <p:cNvSpPr>
                <a:spLocks noChangeArrowheads="1"/>
              </p:cNvSpPr>
              <p:nvPr/>
            </p:nvSpPr>
            <p:spPr bwMode="auto">
              <a:xfrm>
                <a:off x="1904" y="2789"/>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2</a:t>
                </a:r>
                <a:endParaRPr lang="en-US" altLang="zh-CN" b="1" dirty="0">
                  <a:ea typeface="华文中宋" panose="02010600040101010101" pitchFamily="2" charset="-122"/>
                </a:endParaRPr>
              </a:p>
            </p:txBody>
          </p:sp>
          <p:sp>
            <p:nvSpPr>
              <p:cNvPr id="23740" name="Rectangle 139">
                <a:extLst>
                  <a:ext uri="{FF2B5EF4-FFF2-40B4-BE49-F238E27FC236}">
                    <a16:creationId xmlns:a16="http://schemas.microsoft.com/office/drawing/2014/main" id="{BAB6F92F-0D42-43BE-9746-22B9FBA84973}"/>
                  </a:ext>
                </a:extLst>
              </p:cNvPr>
              <p:cNvSpPr>
                <a:spLocks noChangeArrowheads="1"/>
              </p:cNvSpPr>
              <p:nvPr/>
            </p:nvSpPr>
            <p:spPr bwMode="auto">
              <a:xfrm>
                <a:off x="2542" y="2743"/>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41" name="Rectangle 140">
                <a:extLst>
                  <a:ext uri="{FF2B5EF4-FFF2-40B4-BE49-F238E27FC236}">
                    <a16:creationId xmlns:a16="http://schemas.microsoft.com/office/drawing/2014/main" id="{FBE46EE6-FDA5-40A7-9CA6-55FE10583ECB}"/>
                  </a:ext>
                </a:extLst>
              </p:cNvPr>
              <p:cNvSpPr>
                <a:spLocks noChangeArrowheads="1"/>
              </p:cNvSpPr>
              <p:nvPr/>
            </p:nvSpPr>
            <p:spPr bwMode="auto">
              <a:xfrm>
                <a:off x="2682" y="2789"/>
                <a:ext cx="5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f</a:t>
                </a:r>
                <a:endParaRPr lang="en-US" altLang="zh-CN" b="1" dirty="0">
                  <a:ea typeface="华文中宋" panose="02010600040101010101" pitchFamily="2" charset="-122"/>
                </a:endParaRPr>
              </a:p>
            </p:txBody>
          </p:sp>
          <p:sp>
            <p:nvSpPr>
              <p:cNvPr id="23742" name="Rectangle 141">
                <a:extLst>
                  <a:ext uri="{FF2B5EF4-FFF2-40B4-BE49-F238E27FC236}">
                    <a16:creationId xmlns:a16="http://schemas.microsoft.com/office/drawing/2014/main" id="{FBC4C4C8-1A18-4E95-AF36-AFB2FBC78EBB}"/>
                  </a:ext>
                </a:extLst>
              </p:cNvPr>
              <p:cNvSpPr>
                <a:spLocks noChangeArrowheads="1"/>
              </p:cNvSpPr>
              <p:nvPr/>
            </p:nvSpPr>
            <p:spPr bwMode="auto">
              <a:xfrm>
                <a:off x="2753" y="2743"/>
                <a:ext cx="33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b,L</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743" name="Rectangle 142">
                <a:extLst>
                  <a:ext uri="{FF2B5EF4-FFF2-40B4-BE49-F238E27FC236}">
                    <a16:creationId xmlns:a16="http://schemas.microsoft.com/office/drawing/2014/main" id="{64D6D8CA-37EA-4978-BEC5-2CCFC96E2C58}"/>
                  </a:ext>
                </a:extLst>
              </p:cNvPr>
              <p:cNvSpPr>
                <a:spLocks noChangeArrowheads="1"/>
              </p:cNvSpPr>
              <p:nvPr/>
            </p:nvSpPr>
            <p:spPr bwMode="auto">
              <a:xfrm>
                <a:off x="3712" y="2743"/>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44" name="Rectangle 143">
                <a:extLst>
                  <a:ext uri="{FF2B5EF4-FFF2-40B4-BE49-F238E27FC236}">
                    <a16:creationId xmlns:a16="http://schemas.microsoft.com/office/drawing/2014/main" id="{1311F153-72BE-4571-826B-267D57710004}"/>
                  </a:ext>
                </a:extLst>
              </p:cNvPr>
              <p:cNvSpPr>
                <a:spLocks noChangeArrowheads="1"/>
              </p:cNvSpPr>
              <p:nvPr/>
            </p:nvSpPr>
            <p:spPr bwMode="auto">
              <a:xfrm>
                <a:off x="3850" y="2789"/>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745" name="Rectangle 144">
                <a:extLst>
                  <a:ext uri="{FF2B5EF4-FFF2-40B4-BE49-F238E27FC236}">
                    <a16:creationId xmlns:a16="http://schemas.microsoft.com/office/drawing/2014/main" id="{19D5B65A-0778-4668-AF95-BF9F929CFAB0}"/>
                  </a:ext>
                </a:extLst>
              </p:cNvPr>
              <p:cNvSpPr>
                <a:spLocks noChangeArrowheads="1"/>
              </p:cNvSpPr>
              <p:nvPr/>
            </p:nvSpPr>
            <p:spPr bwMode="auto">
              <a:xfrm>
                <a:off x="3926" y="2743"/>
                <a:ext cx="31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b,S</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746" name="Rectangle 145">
                <a:extLst>
                  <a:ext uri="{FF2B5EF4-FFF2-40B4-BE49-F238E27FC236}">
                    <a16:creationId xmlns:a16="http://schemas.microsoft.com/office/drawing/2014/main" id="{E5702D27-46F0-4E10-B6EF-CC3E402D6E0E}"/>
                  </a:ext>
                </a:extLst>
              </p:cNvPr>
              <p:cNvSpPr>
                <a:spLocks noChangeArrowheads="1"/>
              </p:cNvSpPr>
              <p:nvPr/>
            </p:nvSpPr>
            <p:spPr bwMode="auto">
              <a:xfrm>
                <a:off x="4861" y="2743"/>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47" name="Rectangle 146">
                <a:extLst>
                  <a:ext uri="{FF2B5EF4-FFF2-40B4-BE49-F238E27FC236}">
                    <a16:creationId xmlns:a16="http://schemas.microsoft.com/office/drawing/2014/main" id="{073A3705-6CEE-4F95-85DC-AF125EDB85CD}"/>
                  </a:ext>
                </a:extLst>
              </p:cNvPr>
              <p:cNvSpPr>
                <a:spLocks noChangeArrowheads="1"/>
              </p:cNvSpPr>
              <p:nvPr/>
            </p:nvSpPr>
            <p:spPr bwMode="auto">
              <a:xfrm>
                <a:off x="4997" y="2789"/>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748" name="Rectangle 147">
                <a:extLst>
                  <a:ext uri="{FF2B5EF4-FFF2-40B4-BE49-F238E27FC236}">
                    <a16:creationId xmlns:a16="http://schemas.microsoft.com/office/drawing/2014/main" id="{3D134114-3798-422F-8D20-F7A618D37778}"/>
                  </a:ext>
                </a:extLst>
              </p:cNvPr>
              <p:cNvSpPr>
                <a:spLocks noChangeArrowheads="1"/>
              </p:cNvSpPr>
              <p:nvPr/>
            </p:nvSpPr>
            <p:spPr bwMode="auto">
              <a:xfrm>
                <a:off x="5074" y="2743"/>
                <a:ext cx="31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b,S</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749" name="Rectangle 148">
                <a:extLst>
                  <a:ext uri="{FF2B5EF4-FFF2-40B4-BE49-F238E27FC236}">
                    <a16:creationId xmlns:a16="http://schemas.microsoft.com/office/drawing/2014/main" id="{971E7F1A-8500-45E3-8D85-695BE5B4F484}"/>
                  </a:ext>
                </a:extLst>
              </p:cNvPr>
              <p:cNvSpPr>
                <a:spLocks noChangeArrowheads="1"/>
              </p:cNvSpPr>
              <p:nvPr/>
            </p:nvSpPr>
            <p:spPr bwMode="auto">
              <a:xfrm>
                <a:off x="1534" y="272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50" name="Line 149">
                <a:extLst>
                  <a:ext uri="{FF2B5EF4-FFF2-40B4-BE49-F238E27FC236}">
                    <a16:creationId xmlns:a16="http://schemas.microsoft.com/office/drawing/2014/main" id="{389B2E6B-4131-4D27-B6DC-1CAE4FBFD5CE}"/>
                  </a:ext>
                </a:extLst>
              </p:cNvPr>
              <p:cNvSpPr>
                <a:spLocks noChangeShapeType="1"/>
              </p:cNvSpPr>
              <p:nvPr/>
            </p:nvSpPr>
            <p:spPr bwMode="auto">
              <a:xfrm>
                <a:off x="1534" y="27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51" name="Line 150">
                <a:extLst>
                  <a:ext uri="{FF2B5EF4-FFF2-40B4-BE49-F238E27FC236}">
                    <a16:creationId xmlns:a16="http://schemas.microsoft.com/office/drawing/2014/main" id="{BC80C1D8-A4AD-46F4-8BEA-F4D251D3D0EB}"/>
                  </a:ext>
                </a:extLst>
              </p:cNvPr>
              <p:cNvSpPr>
                <a:spLocks noChangeShapeType="1"/>
              </p:cNvSpPr>
              <p:nvPr/>
            </p:nvSpPr>
            <p:spPr bwMode="auto">
              <a:xfrm>
                <a:off x="1534" y="272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52" name="Rectangle 151">
                <a:extLst>
                  <a:ext uri="{FF2B5EF4-FFF2-40B4-BE49-F238E27FC236}">
                    <a16:creationId xmlns:a16="http://schemas.microsoft.com/office/drawing/2014/main" id="{8010C2F7-58B9-4332-9E06-5A6F4EFADBCF}"/>
                  </a:ext>
                </a:extLst>
              </p:cNvPr>
              <p:cNvSpPr>
                <a:spLocks noChangeArrowheads="1"/>
              </p:cNvSpPr>
              <p:nvPr/>
            </p:nvSpPr>
            <p:spPr bwMode="auto">
              <a:xfrm>
                <a:off x="1546" y="2728"/>
                <a:ext cx="7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53" name="Line 152">
                <a:extLst>
                  <a:ext uri="{FF2B5EF4-FFF2-40B4-BE49-F238E27FC236}">
                    <a16:creationId xmlns:a16="http://schemas.microsoft.com/office/drawing/2014/main" id="{BED8F185-908A-46A9-B49C-DB0A38AF1621}"/>
                  </a:ext>
                </a:extLst>
              </p:cNvPr>
              <p:cNvSpPr>
                <a:spLocks noChangeShapeType="1"/>
              </p:cNvSpPr>
              <p:nvPr/>
            </p:nvSpPr>
            <p:spPr bwMode="auto">
              <a:xfrm>
                <a:off x="1546" y="2728"/>
                <a:ext cx="7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54" name="Rectangle 153">
                <a:extLst>
                  <a:ext uri="{FF2B5EF4-FFF2-40B4-BE49-F238E27FC236}">
                    <a16:creationId xmlns:a16="http://schemas.microsoft.com/office/drawing/2014/main" id="{02D1ADCA-C4B3-4752-ACC5-0CBE2A990103}"/>
                  </a:ext>
                </a:extLst>
              </p:cNvPr>
              <p:cNvSpPr>
                <a:spLocks noChangeArrowheads="1"/>
              </p:cNvSpPr>
              <p:nvPr/>
            </p:nvSpPr>
            <p:spPr bwMode="auto">
              <a:xfrm>
                <a:off x="2258" y="272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55" name="Line 154">
                <a:extLst>
                  <a:ext uri="{FF2B5EF4-FFF2-40B4-BE49-F238E27FC236}">
                    <a16:creationId xmlns:a16="http://schemas.microsoft.com/office/drawing/2014/main" id="{DF3A39F6-8A09-4FD2-984C-3FA941AD4F5A}"/>
                  </a:ext>
                </a:extLst>
              </p:cNvPr>
              <p:cNvSpPr>
                <a:spLocks noChangeShapeType="1"/>
              </p:cNvSpPr>
              <p:nvPr/>
            </p:nvSpPr>
            <p:spPr bwMode="auto">
              <a:xfrm>
                <a:off x="2258" y="27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56" name="Line 155">
                <a:extLst>
                  <a:ext uri="{FF2B5EF4-FFF2-40B4-BE49-F238E27FC236}">
                    <a16:creationId xmlns:a16="http://schemas.microsoft.com/office/drawing/2014/main" id="{DEED1296-B9B8-43D0-B845-35782A027990}"/>
                  </a:ext>
                </a:extLst>
              </p:cNvPr>
              <p:cNvSpPr>
                <a:spLocks noChangeShapeType="1"/>
              </p:cNvSpPr>
              <p:nvPr/>
            </p:nvSpPr>
            <p:spPr bwMode="auto">
              <a:xfrm>
                <a:off x="2258" y="272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57" name="Rectangle 156">
                <a:extLst>
                  <a:ext uri="{FF2B5EF4-FFF2-40B4-BE49-F238E27FC236}">
                    <a16:creationId xmlns:a16="http://schemas.microsoft.com/office/drawing/2014/main" id="{9E9E0E0A-29ED-4B30-B31B-E337F366F732}"/>
                  </a:ext>
                </a:extLst>
              </p:cNvPr>
              <p:cNvSpPr>
                <a:spLocks noChangeArrowheads="1"/>
              </p:cNvSpPr>
              <p:nvPr/>
            </p:nvSpPr>
            <p:spPr bwMode="auto">
              <a:xfrm>
                <a:off x="2270" y="2728"/>
                <a:ext cx="1159"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58" name="Line 157">
                <a:extLst>
                  <a:ext uri="{FF2B5EF4-FFF2-40B4-BE49-F238E27FC236}">
                    <a16:creationId xmlns:a16="http://schemas.microsoft.com/office/drawing/2014/main" id="{6F74ED34-271F-4414-BD81-8D801749F4C8}"/>
                  </a:ext>
                </a:extLst>
              </p:cNvPr>
              <p:cNvSpPr>
                <a:spLocks noChangeShapeType="1"/>
              </p:cNvSpPr>
              <p:nvPr/>
            </p:nvSpPr>
            <p:spPr bwMode="auto">
              <a:xfrm>
                <a:off x="2270" y="2728"/>
                <a:ext cx="115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59" name="Rectangle 158">
                <a:extLst>
                  <a:ext uri="{FF2B5EF4-FFF2-40B4-BE49-F238E27FC236}">
                    <a16:creationId xmlns:a16="http://schemas.microsoft.com/office/drawing/2014/main" id="{FC90AEF7-1456-4FDA-8913-2039FDAEAEE5}"/>
                  </a:ext>
                </a:extLst>
              </p:cNvPr>
              <p:cNvSpPr>
                <a:spLocks noChangeArrowheads="1"/>
              </p:cNvSpPr>
              <p:nvPr/>
            </p:nvSpPr>
            <p:spPr bwMode="auto">
              <a:xfrm>
                <a:off x="3429" y="272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60" name="Line 159">
                <a:extLst>
                  <a:ext uri="{FF2B5EF4-FFF2-40B4-BE49-F238E27FC236}">
                    <a16:creationId xmlns:a16="http://schemas.microsoft.com/office/drawing/2014/main" id="{5ED67C57-7AA6-452A-906F-33F0F61DCFFC}"/>
                  </a:ext>
                </a:extLst>
              </p:cNvPr>
              <p:cNvSpPr>
                <a:spLocks noChangeShapeType="1"/>
              </p:cNvSpPr>
              <p:nvPr/>
            </p:nvSpPr>
            <p:spPr bwMode="auto">
              <a:xfrm>
                <a:off x="3429" y="27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61" name="Line 160">
                <a:extLst>
                  <a:ext uri="{FF2B5EF4-FFF2-40B4-BE49-F238E27FC236}">
                    <a16:creationId xmlns:a16="http://schemas.microsoft.com/office/drawing/2014/main" id="{D5370E85-2BCF-4DA7-BCC5-0620048A21C1}"/>
                  </a:ext>
                </a:extLst>
              </p:cNvPr>
              <p:cNvSpPr>
                <a:spLocks noChangeShapeType="1"/>
              </p:cNvSpPr>
              <p:nvPr/>
            </p:nvSpPr>
            <p:spPr bwMode="auto">
              <a:xfrm>
                <a:off x="3429" y="272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62" name="Rectangle 161">
                <a:extLst>
                  <a:ext uri="{FF2B5EF4-FFF2-40B4-BE49-F238E27FC236}">
                    <a16:creationId xmlns:a16="http://schemas.microsoft.com/office/drawing/2014/main" id="{9F4840C1-7F93-41A3-A79B-65BEB5F2CA65}"/>
                  </a:ext>
                </a:extLst>
              </p:cNvPr>
              <p:cNvSpPr>
                <a:spLocks noChangeArrowheads="1"/>
              </p:cNvSpPr>
              <p:nvPr/>
            </p:nvSpPr>
            <p:spPr bwMode="auto">
              <a:xfrm>
                <a:off x="3441" y="2728"/>
                <a:ext cx="113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63" name="Line 162">
                <a:extLst>
                  <a:ext uri="{FF2B5EF4-FFF2-40B4-BE49-F238E27FC236}">
                    <a16:creationId xmlns:a16="http://schemas.microsoft.com/office/drawing/2014/main" id="{DA2A3DAE-E1EC-42A7-BFF3-18CB4C4510EB}"/>
                  </a:ext>
                </a:extLst>
              </p:cNvPr>
              <p:cNvSpPr>
                <a:spLocks noChangeShapeType="1"/>
              </p:cNvSpPr>
              <p:nvPr/>
            </p:nvSpPr>
            <p:spPr bwMode="auto">
              <a:xfrm>
                <a:off x="3441" y="2728"/>
                <a:ext cx="113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64" name="Rectangle 163">
                <a:extLst>
                  <a:ext uri="{FF2B5EF4-FFF2-40B4-BE49-F238E27FC236}">
                    <a16:creationId xmlns:a16="http://schemas.microsoft.com/office/drawing/2014/main" id="{42E7CA84-93D7-4D2E-9664-65514D5FAEBA}"/>
                  </a:ext>
                </a:extLst>
              </p:cNvPr>
              <p:cNvSpPr>
                <a:spLocks noChangeArrowheads="1"/>
              </p:cNvSpPr>
              <p:nvPr/>
            </p:nvSpPr>
            <p:spPr bwMode="auto">
              <a:xfrm>
                <a:off x="4576" y="272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65" name="Line 164">
                <a:extLst>
                  <a:ext uri="{FF2B5EF4-FFF2-40B4-BE49-F238E27FC236}">
                    <a16:creationId xmlns:a16="http://schemas.microsoft.com/office/drawing/2014/main" id="{52E92882-789A-4E2E-9D36-470A1DDB1F3B}"/>
                  </a:ext>
                </a:extLst>
              </p:cNvPr>
              <p:cNvSpPr>
                <a:spLocks noChangeShapeType="1"/>
              </p:cNvSpPr>
              <p:nvPr/>
            </p:nvSpPr>
            <p:spPr bwMode="auto">
              <a:xfrm>
                <a:off x="4576" y="27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66" name="Line 165">
                <a:extLst>
                  <a:ext uri="{FF2B5EF4-FFF2-40B4-BE49-F238E27FC236}">
                    <a16:creationId xmlns:a16="http://schemas.microsoft.com/office/drawing/2014/main" id="{9257D421-1BAE-4C18-BFD8-0F377DFBF25F}"/>
                  </a:ext>
                </a:extLst>
              </p:cNvPr>
              <p:cNvSpPr>
                <a:spLocks noChangeShapeType="1"/>
              </p:cNvSpPr>
              <p:nvPr/>
            </p:nvSpPr>
            <p:spPr bwMode="auto">
              <a:xfrm>
                <a:off x="4576" y="272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67" name="Rectangle 166">
                <a:extLst>
                  <a:ext uri="{FF2B5EF4-FFF2-40B4-BE49-F238E27FC236}">
                    <a16:creationId xmlns:a16="http://schemas.microsoft.com/office/drawing/2014/main" id="{A1945CDA-4673-4B8A-AB7A-AF103A3AD1FB}"/>
                  </a:ext>
                </a:extLst>
              </p:cNvPr>
              <p:cNvSpPr>
                <a:spLocks noChangeArrowheads="1"/>
              </p:cNvSpPr>
              <p:nvPr/>
            </p:nvSpPr>
            <p:spPr bwMode="auto">
              <a:xfrm>
                <a:off x="4588" y="2728"/>
                <a:ext cx="1148"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68" name="Line 167">
                <a:extLst>
                  <a:ext uri="{FF2B5EF4-FFF2-40B4-BE49-F238E27FC236}">
                    <a16:creationId xmlns:a16="http://schemas.microsoft.com/office/drawing/2014/main" id="{9AE69752-3041-46BF-B652-C5BBA8FB4BE3}"/>
                  </a:ext>
                </a:extLst>
              </p:cNvPr>
              <p:cNvSpPr>
                <a:spLocks noChangeShapeType="1"/>
              </p:cNvSpPr>
              <p:nvPr/>
            </p:nvSpPr>
            <p:spPr bwMode="auto">
              <a:xfrm>
                <a:off x="4588" y="2728"/>
                <a:ext cx="11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69" name="Rectangle 168">
                <a:extLst>
                  <a:ext uri="{FF2B5EF4-FFF2-40B4-BE49-F238E27FC236}">
                    <a16:creationId xmlns:a16="http://schemas.microsoft.com/office/drawing/2014/main" id="{D5EE6528-8F99-4EC5-BD70-1C30E2B4416C}"/>
                  </a:ext>
                </a:extLst>
              </p:cNvPr>
              <p:cNvSpPr>
                <a:spLocks noChangeArrowheads="1"/>
              </p:cNvSpPr>
              <p:nvPr/>
            </p:nvSpPr>
            <p:spPr bwMode="auto">
              <a:xfrm>
                <a:off x="5736" y="272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70" name="Line 169">
                <a:extLst>
                  <a:ext uri="{FF2B5EF4-FFF2-40B4-BE49-F238E27FC236}">
                    <a16:creationId xmlns:a16="http://schemas.microsoft.com/office/drawing/2014/main" id="{00C6FD51-B119-499C-946D-294FD6F0C70E}"/>
                  </a:ext>
                </a:extLst>
              </p:cNvPr>
              <p:cNvSpPr>
                <a:spLocks noChangeShapeType="1"/>
              </p:cNvSpPr>
              <p:nvPr/>
            </p:nvSpPr>
            <p:spPr bwMode="auto">
              <a:xfrm>
                <a:off x="5736" y="272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71" name="Line 170">
                <a:extLst>
                  <a:ext uri="{FF2B5EF4-FFF2-40B4-BE49-F238E27FC236}">
                    <a16:creationId xmlns:a16="http://schemas.microsoft.com/office/drawing/2014/main" id="{3F9BAD83-53A9-4E33-8F50-4426653CD812}"/>
                  </a:ext>
                </a:extLst>
              </p:cNvPr>
              <p:cNvSpPr>
                <a:spLocks noChangeShapeType="1"/>
              </p:cNvSpPr>
              <p:nvPr/>
            </p:nvSpPr>
            <p:spPr bwMode="auto">
              <a:xfrm>
                <a:off x="5736" y="272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72" name="Rectangle 171">
                <a:extLst>
                  <a:ext uri="{FF2B5EF4-FFF2-40B4-BE49-F238E27FC236}">
                    <a16:creationId xmlns:a16="http://schemas.microsoft.com/office/drawing/2014/main" id="{2EE9A410-6FC3-4A57-BC53-8404E005B824}"/>
                  </a:ext>
                </a:extLst>
              </p:cNvPr>
              <p:cNvSpPr>
                <a:spLocks noChangeArrowheads="1"/>
              </p:cNvSpPr>
              <p:nvPr/>
            </p:nvSpPr>
            <p:spPr bwMode="auto">
              <a:xfrm>
                <a:off x="1534" y="2739"/>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73" name="Line 172">
                <a:extLst>
                  <a:ext uri="{FF2B5EF4-FFF2-40B4-BE49-F238E27FC236}">
                    <a16:creationId xmlns:a16="http://schemas.microsoft.com/office/drawing/2014/main" id="{34294FD4-126A-4680-B6C6-AAB2F7D66173}"/>
                  </a:ext>
                </a:extLst>
              </p:cNvPr>
              <p:cNvSpPr>
                <a:spLocks noChangeShapeType="1"/>
              </p:cNvSpPr>
              <p:nvPr/>
            </p:nvSpPr>
            <p:spPr bwMode="auto">
              <a:xfrm>
                <a:off x="1534" y="2739"/>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74" name="Rectangle 173">
                <a:extLst>
                  <a:ext uri="{FF2B5EF4-FFF2-40B4-BE49-F238E27FC236}">
                    <a16:creationId xmlns:a16="http://schemas.microsoft.com/office/drawing/2014/main" id="{F4E3E9B4-550C-4646-B720-5B8F25B31D72}"/>
                  </a:ext>
                </a:extLst>
              </p:cNvPr>
              <p:cNvSpPr>
                <a:spLocks noChangeArrowheads="1"/>
              </p:cNvSpPr>
              <p:nvPr/>
            </p:nvSpPr>
            <p:spPr bwMode="auto">
              <a:xfrm>
                <a:off x="2258" y="2739"/>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75" name="Line 174">
                <a:extLst>
                  <a:ext uri="{FF2B5EF4-FFF2-40B4-BE49-F238E27FC236}">
                    <a16:creationId xmlns:a16="http://schemas.microsoft.com/office/drawing/2014/main" id="{FF77C9D9-6650-4C52-B17F-BF15D1705095}"/>
                  </a:ext>
                </a:extLst>
              </p:cNvPr>
              <p:cNvSpPr>
                <a:spLocks noChangeShapeType="1"/>
              </p:cNvSpPr>
              <p:nvPr/>
            </p:nvSpPr>
            <p:spPr bwMode="auto">
              <a:xfrm>
                <a:off x="2258" y="2739"/>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76" name="Rectangle 175">
                <a:extLst>
                  <a:ext uri="{FF2B5EF4-FFF2-40B4-BE49-F238E27FC236}">
                    <a16:creationId xmlns:a16="http://schemas.microsoft.com/office/drawing/2014/main" id="{D5263369-AF75-4D45-941A-4A6F4F2EB460}"/>
                  </a:ext>
                </a:extLst>
              </p:cNvPr>
              <p:cNvSpPr>
                <a:spLocks noChangeArrowheads="1"/>
              </p:cNvSpPr>
              <p:nvPr/>
            </p:nvSpPr>
            <p:spPr bwMode="auto">
              <a:xfrm>
                <a:off x="3429" y="2739"/>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77" name="Line 176">
                <a:extLst>
                  <a:ext uri="{FF2B5EF4-FFF2-40B4-BE49-F238E27FC236}">
                    <a16:creationId xmlns:a16="http://schemas.microsoft.com/office/drawing/2014/main" id="{E0C38400-05C0-45A3-B2CB-BC1046A7E763}"/>
                  </a:ext>
                </a:extLst>
              </p:cNvPr>
              <p:cNvSpPr>
                <a:spLocks noChangeShapeType="1"/>
              </p:cNvSpPr>
              <p:nvPr/>
            </p:nvSpPr>
            <p:spPr bwMode="auto">
              <a:xfrm>
                <a:off x="3429" y="2739"/>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78" name="Rectangle 177">
                <a:extLst>
                  <a:ext uri="{FF2B5EF4-FFF2-40B4-BE49-F238E27FC236}">
                    <a16:creationId xmlns:a16="http://schemas.microsoft.com/office/drawing/2014/main" id="{71A2A6FE-7323-403F-8E0A-B0C8928B9EFA}"/>
                  </a:ext>
                </a:extLst>
              </p:cNvPr>
              <p:cNvSpPr>
                <a:spLocks noChangeArrowheads="1"/>
              </p:cNvSpPr>
              <p:nvPr/>
            </p:nvSpPr>
            <p:spPr bwMode="auto">
              <a:xfrm>
                <a:off x="4576" y="2739"/>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79" name="Line 178">
                <a:extLst>
                  <a:ext uri="{FF2B5EF4-FFF2-40B4-BE49-F238E27FC236}">
                    <a16:creationId xmlns:a16="http://schemas.microsoft.com/office/drawing/2014/main" id="{9CBF3BA9-BBBA-4487-A8E0-6BD5BD9470FA}"/>
                  </a:ext>
                </a:extLst>
              </p:cNvPr>
              <p:cNvSpPr>
                <a:spLocks noChangeShapeType="1"/>
              </p:cNvSpPr>
              <p:nvPr/>
            </p:nvSpPr>
            <p:spPr bwMode="auto">
              <a:xfrm>
                <a:off x="4576" y="2739"/>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80" name="Rectangle 179">
                <a:extLst>
                  <a:ext uri="{FF2B5EF4-FFF2-40B4-BE49-F238E27FC236}">
                    <a16:creationId xmlns:a16="http://schemas.microsoft.com/office/drawing/2014/main" id="{293D01F0-4DFB-4DCC-98A9-30CDDAD2DF86}"/>
                  </a:ext>
                </a:extLst>
              </p:cNvPr>
              <p:cNvSpPr>
                <a:spLocks noChangeArrowheads="1"/>
              </p:cNvSpPr>
              <p:nvPr/>
            </p:nvSpPr>
            <p:spPr bwMode="auto">
              <a:xfrm>
                <a:off x="5736" y="2739"/>
                <a:ext cx="12" cy="17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81" name="Line 180">
                <a:extLst>
                  <a:ext uri="{FF2B5EF4-FFF2-40B4-BE49-F238E27FC236}">
                    <a16:creationId xmlns:a16="http://schemas.microsoft.com/office/drawing/2014/main" id="{D3E4AF69-4208-45A1-A262-E2D3D55A2A6A}"/>
                  </a:ext>
                </a:extLst>
              </p:cNvPr>
              <p:cNvSpPr>
                <a:spLocks noChangeShapeType="1"/>
              </p:cNvSpPr>
              <p:nvPr/>
            </p:nvSpPr>
            <p:spPr bwMode="auto">
              <a:xfrm>
                <a:off x="5736" y="2739"/>
                <a:ext cx="1" cy="179"/>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82" name="Rectangle 181">
                <a:extLst>
                  <a:ext uri="{FF2B5EF4-FFF2-40B4-BE49-F238E27FC236}">
                    <a16:creationId xmlns:a16="http://schemas.microsoft.com/office/drawing/2014/main" id="{D9FEC5D3-0F5C-4617-BF4C-C626CACCBD71}"/>
                  </a:ext>
                </a:extLst>
              </p:cNvPr>
              <p:cNvSpPr>
                <a:spLocks noChangeArrowheads="1"/>
              </p:cNvSpPr>
              <p:nvPr/>
            </p:nvSpPr>
            <p:spPr bwMode="auto">
              <a:xfrm>
                <a:off x="1832" y="2921"/>
                <a:ext cx="9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83" name="Rectangle 182">
                <a:extLst>
                  <a:ext uri="{FF2B5EF4-FFF2-40B4-BE49-F238E27FC236}">
                    <a16:creationId xmlns:a16="http://schemas.microsoft.com/office/drawing/2014/main" id="{DF166E3A-2BF6-400A-AC57-6605C725F169}"/>
                  </a:ext>
                </a:extLst>
              </p:cNvPr>
              <p:cNvSpPr>
                <a:spLocks noChangeArrowheads="1"/>
              </p:cNvSpPr>
              <p:nvPr/>
            </p:nvSpPr>
            <p:spPr bwMode="auto">
              <a:xfrm>
                <a:off x="1904" y="2969"/>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3</a:t>
                </a:r>
                <a:endParaRPr lang="en-US" altLang="zh-CN" b="1" dirty="0">
                  <a:ea typeface="华文中宋" panose="02010600040101010101" pitchFamily="2" charset="-122"/>
                </a:endParaRPr>
              </a:p>
            </p:txBody>
          </p:sp>
          <p:sp>
            <p:nvSpPr>
              <p:cNvPr id="23784" name="Rectangle 183">
                <a:extLst>
                  <a:ext uri="{FF2B5EF4-FFF2-40B4-BE49-F238E27FC236}">
                    <a16:creationId xmlns:a16="http://schemas.microsoft.com/office/drawing/2014/main" id="{D0EF05B9-FA52-4DA3-9C03-EEC2794B8B5F}"/>
                  </a:ext>
                </a:extLst>
              </p:cNvPr>
              <p:cNvSpPr>
                <a:spLocks noChangeArrowheads="1"/>
              </p:cNvSpPr>
              <p:nvPr/>
            </p:nvSpPr>
            <p:spPr bwMode="auto">
              <a:xfrm>
                <a:off x="2542" y="2920"/>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85" name="Rectangle 184">
                <a:extLst>
                  <a:ext uri="{FF2B5EF4-FFF2-40B4-BE49-F238E27FC236}">
                    <a16:creationId xmlns:a16="http://schemas.microsoft.com/office/drawing/2014/main" id="{21AC25D8-6FE4-4C0C-A602-8CEE7CAC7B58}"/>
                  </a:ext>
                </a:extLst>
              </p:cNvPr>
              <p:cNvSpPr>
                <a:spLocks noChangeArrowheads="1"/>
              </p:cNvSpPr>
              <p:nvPr/>
            </p:nvSpPr>
            <p:spPr bwMode="auto">
              <a:xfrm>
                <a:off x="2677" y="2969"/>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786" name="Rectangle 185">
                <a:extLst>
                  <a:ext uri="{FF2B5EF4-FFF2-40B4-BE49-F238E27FC236}">
                    <a16:creationId xmlns:a16="http://schemas.microsoft.com/office/drawing/2014/main" id="{BC809017-70E8-4418-9110-B0BA718A8399}"/>
                  </a:ext>
                </a:extLst>
              </p:cNvPr>
              <p:cNvSpPr>
                <a:spLocks noChangeArrowheads="1"/>
              </p:cNvSpPr>
              <p:nvPr/>
            </p:nvSpPr>
            <p:spPr bwMode="auto">
              <a:xfrm>
                <a:off x="2754" y="2920"/>
                <a:ext cx="31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b,S</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787" name="Rectangle 186">
                <a:extLst>
                  <a:ext uri="{FF2B5EF4-FFF2-40B4-BE49-F238E27FC236}">
                    <a16:creationId xmlns:a16="http://schemas.microsoft.com/office/drawing/2014/main" id="{C952BFE0-1FDE-4372-BC5F-1F2D2C7942C1}"/>
                  </a:ext>
                </a:extLst>
              </p:cNvPr>
              <p:cNvSpPr>
                <a:spLocks noChangeArrowheads="1"/>
              </p:cNvSpPr>
              <p:nvPr/>
            </p:nvSpPr>
            <p:spPr bwMode="auto">
              <a:xfrm>
                <a:off x="3712" y="2920"/>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88" name="Rectangle 187">
                <a:extLst>
                  <a:ext uri="{FF2B5EF4-FFF2-40B4-BE49-F238E27FC236}">
                    <a16:creationId xmlns:a16="http://schemas.microsoft.com/office/drawing/2014/main" id="{95DEF50A-225A-4201-8155-001A045C091E}"/>
                  </a:ext>
                </a:extLst>
              </p:cNvPr>
              <p:cNvSpPr>
                <a:spLocks noChangeArrowheads="1"/>
              </p:cNvSpPr>
              <p:nvPr/>
            </p:nvSpPr>
            <p:spPr bwMode="auto">
              <a:xfrm>
                <a:off x="3850" y="2969"/>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789" name="Rectangle 188">
                <a:extLst>
                  <a:ext uri="{FF2B5EF4-FFF2-40B4-BE49-F238E27FC236}">
                    <a16:creationId xmlns:a16="http://schemas.microsoft.com/office/drawing/2014/main" id="{EBC9D2FF-F00D-4407-9DE9-A17125A31720}"/>
                  </a:ext>
                </a:extLst>
              </p:cNvPr>
              <p:cNvSpPr>
                <a:spLocks noChangeArrowheads="1"/>
              </p:cNvSpPr>
              <p:nvPr/>
            </p:nvSpPr>
            <p:spPr bwMode="auto">
              <a:xfrm>
                <a:off x="3926" y="2920"/>
                <a:ext cx="31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b,S</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790" name="Rectangle 189">
                <a:extLst>
                  <a:ext uri="{FF2B5EF4-FFF2-40B4-BE49-F238E27FC236}">
                    <a16:creationId xmlns:a16="http://schemas.microsoft.com/office/drawing/2014/main" id="{3C8FE859-4BE1-4DE9-BC72-EAB4EED9FFE9}"/>
                  </a:ext>
                </a:extLst>
              </p:cNvPr>
              <p:cNvSpPr>
                <a:spLocks noChangeArrowheads="1"/>
              </p:cNvSpPr>
              <p:nvPr/>
            </p:nvSpPr>
            <p:spPr bwMode="auto">
              <a:xfrm>
                <a:off x="4861" y="2920"/>
                <a:ext cx="14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(q</a:t>
                </a:r>
                <a:endParaRPr lang="en-US" altLang="zh-CN" b="1" dirty="0">
                  <a:ea typeface="华文中宋" panose="02010600040101010101" pitchFamily="2" charset="-122"/>
                </a:endParaRPr>
              </a:p>
            </p:txBody>
          </p:sp>
          <p:sp>
            <p:nvSpPr>
              <p:cNvPr id="23791" name="Rectangle 190">
                <a:extLst>
                  <a:ext uri="{FF2B5EF4-FFF2-40B4-BE49-F238E27FC236}">
                    <a16:creationId xmlns:a16="http://schemas.microsoft.com/office/drawing/2014/main" id="{8A2E7EAD-C48C-481B-A4CD-E4FFEDC2AB01}"/>
                  </a:ext>
                </a:extLst>
              </p:cNvPr>
              <p:cNvSpPr>
                <a:spLocks noChangeArrowheads="1"/>
              </p:cNvSpPr>
              <p:nvPr/>
            </p:nvSpPr>
            <p:spPr bwMode="auto">
              <a:xfrm>
                <a:off x="4997" y="2969"/>
                <a:ext cx="81"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0</a:t>
                </a:r>
                <a:endParaRPr lang="en-US" altLang="zh-CN" b="1" dirty="0">
                  <a:ea typeface="华文中宋" panose="02010600040101010101" pitchFamily="2" charset="-122"/>
                </a:endParaRPr>
              </a:p>
            </p:txBody>
          </p:sp>
          <p:sp>
            <p:nvSpPr>
              <p:cNvPr id="23792" name="Rectangle 191">
                <a:extLst>
                  <a:ext uri="{FF2B5EF4-FFF2-40B4-BE49-F238E27FC236}">
                    <a16:creationId xmlns:a16="http://schemas.microsoft.com/office/drawing/2014/main" id="{6ECBF650-589F-4C51-BAAD-D427AF4EB145}"/>
                  </a:ext>
                </a:extLst>
              </p:cNvPr>
              <p:cNvSpPr>
                <a:spLocks noChangeArrowheads="1"/>
              </p:cNvSpPr>
              <p:nvPr/>
            </p:nvSpPr>
            <p:spPr bwMode="auto">
              <a:xfrm>
                <a:off x="5074" y="2920"/>
                <a:ext cx="316"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dirty="0">
                    <a:solidFill>
                      <a:srgbClr val="000000"/>
                    </a:solidFill>
                    <a:ea typeface="华文中宋" panose="02010600040101010101" pitchFamily="2" charset="-122"/>
                  </a:rPr>
                  <a:t>,</a:t>
                </a:r>
                <a:r>
                  <a:rPr lang="en-US" altLang="zh-CN" b="1" dirty="0" err="1">
                    <a:solidFill>
                      <a:srgbClr val="000000"/>
                    </a:solidFill>
                    <a:ea typeface="华文中宋" panose="02010600040101010101" pitchFamily="2" charset="-122"/>
                  </a:rPr>
                  <a:t>b,S</a:t>
                </a:r>
                <a:r>
                  <a:rPr lang="en-US" altLang="zh-CN" b="1" dirty="0">
                    <a:solidFill>
                      <a:srgbClr val="000000"/>
                    </a:solidFill>
                    <a:ea typeface="华文中宋" panose="02010600040101010101" pitchFamily="2" charset="-122"/>
                  </a:rPr>
                  <a:t>)</a:t>
                </a:r>
                <a:endParaRPr lang="en-US" altLang="zh-CN" b="1" dirty="0">
                  <a:ea typeface="华文中宋" panose="02010600040101010101" pitchFamily="2" charset="-122"/>
                </a:endParaRPr>
              </a:p>
            </p:txBody>
          </p:sp>
          <p:sp>
            <p:nvSpPr>
              <p:cNvPr id="23793" name="Rectangle 192">
                <a:extLst>
                  <a:ext uri="{FF2B5EF4-FFF2-40B4-BE49-F238E27FC236}">
                    <a16:creationId xmlns:a16="http://schemas.microsoft.com/office/drawing/2014/main" id="{D4436B1B-0E70-4F91-BF55-357EEDFE0133}"/>
                  </a:ext>
                </a:extLst>
              </p:cNvPr>
              <p:cNvSpPr>
                <a:spLocks noChangeArrowheads="1"/>
              </p:cNvSpPr>
              <p:nvPr/>
            </p:nvSpPr>
            <p:spPr bwMode="auto">
              <a:xfrm>
                <a:off x="1534" y="291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94" name="Line 193">
                <a:extLst>
                  <a:ext uri="{FF2B5EF4-FFF2-40B4-BE49-F238E27FC236}">
                    <a16:creationId xmlns:a16="http://schemas.microsoft.com/office/drawing/2014/main" id="{858361B7-1627-4503-8F91-335F5ADFD3E9}"/>
                  </a:ext>
                </a:extLst>
              </p:cNvPr>
              <p:cNvSpPr>
                <a:spLocks noChangeShapeType="1"/>
              </p:cNvSpPr>
              <p:nvPr/>
            </p:nvSpPr>
            <p:spPr bwMode="auto">
              <a:xfrm>
                <a:off x="1534" y="29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95" name="Line 194">
                <a:extLst>
                  <a:ext uri="{FF2B5EF4-FFF2-40B4-BE49-F238E27FC236}">
                    <a16:creationId xmlns:a16="http://schemas.microsoft.com/office/drawing/2014/main" id="{3E6A770A-E30D-495F-A69B-95B2E62B517B}"/>
                  </a:ext>
                </a:extLst>
              </p:cNvPr>
              <p:cNvSpPr>
                <a:spLocks noChangeShapeType="1"/>
              </p:cNvSpPr>
              <p:nvPr/>
            </p:nvSpPr>
            <p:spPr bwMode="auto">
              <a:xfrm>
                <a:off x="1534" y="291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96" name="Rectangle 195">
                <a:extLst>
                  <a:ext uri="{FF2B5EF4-FFF2-40B4-BE49-F238E27FC236}">
                    <a16:creationId xmlns:a16="http://schemas.microsoft.com/office/drawing/2014/main" id="{D8E6F0EF-5BEB-4537-8085-0070B57F1BAB}"/>
                  </a:ext>
                </a:extLst>
              </p:cNvPr>
              <p:cNvSpPr>
                <a:spLocks noChangeArrowheads="1"/>
              </p:cNvSpPr>
              <p:nvPr/>
            </p:nvSpPr>
            <p:spPr bwMode="auto">
              <a:xfrm>
                <a:off x="1546" y="2918"/>
                <a:ext cx="7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97" name="Line 196">
                <a:extLst>
                  <a:ext uri="{FF2B5EF4-FFF2-40B4-BE49-F238E27FC236}">
                    <a16:creationId xmlns:a16="http://schemas.microsoft.com/office/drawing/2014/main" id="{2BC6AE05-93D0-484E-A9B9-55F2C3DACBFB}"/>
                  </a:ext>
                </a:extLst>
              </p:cNvPr>
              <p:cNvSpPr>
                <a:spLocks noChangeShapeType="1"/>
              </p:cNvSpPr>
              <p:nvPr/>
            </p:nvSpPr>
            <p:spPr bwMode="auto">
              <a:xfrm>
                <a:off x="1546" y="2918"/>
                <a:ext cx="7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798" name="Rectangle 197">
                <a:extLst>
                  <a:ext uri="{FF2B5EF4-FFF2-40B4-BE49-F238E27FC236}">
                    <a16:creationId xmlns:a16="http://schemas.microsoft.com/office/drawing/2014/main" id="{ECE8F4DA-06C2-43D6-9080-47D6B2A5D931}"/>
                  </a:ext>
                </a:extLst>
              </p:cNvPr>
              <p:cNvSpPr>
                <a:spLocks noChangeArrowheads="1"/>
              </p:cNvSpPr>
              <p:nvPr/>
            </p:nvSpPr>
            <p:spPr bwMode="auto">
              <a:xfrm>
                <a:off x="2258" y="291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799" name="Line 198">
                <a:extLst>
                  <a:ext uri="{FF2B5EF4-FFF2-40B4-BE49-F238E27FC236}">
                    <a16:creationId xmlns:a16="http://schemas.microsoft.com/office/drawing/2014/main" id="{058814AA-F5B1-4F3B-B2BD-F93A684DDF67}"/>
                  </a:ext>
                </a:extLst>
              </p:cNvPr>
              <p:cNvSpPr>
                <a:spLocks noChangeShapeType="1"/>
              </p:cNvSpPr>
              <p:nvPr/>
            </p:nvSpPr>
            <p:spPr bwMode="auto">
              <a:xfrm>
                <a:off x="2258" y="29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800" name="Line 199">
                <a:extLst>
                  <a:ext uri="{FF2B5EF4-FFF2-40B4-BE49-F238E27FC236}">
                    <a16:creationId xmlns:a16="http://schemas.microsoft.com/office/drawing/2014/main" id="{EF28324C-F339-4003-9B88-96992E32D81F}"/>
                  </a:ext>
                </a:extLst>
              </p:cNvPr>
              <p:cNvSpPr>
                <a:spLocks noChangeShapeType="1"/>
              </p:cNvSpPr>
              <p:nvPr/>
            </p:nvSpPr>
            <p:spPr bwMode="auto">
              <a:xfrm>
                <a:off x="2258" y="291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801" name="Rectangle 200">
                <a:extLst>
                  <a:ext uri="{FF2B5EF4-FFF2-40B4-BE49-F238E27FC236}">
                    <a16:creationId xmlns:a16="http://schemas.microsoft.com/office/drawing/2014/main" id="{CD1F4547-B436-492B-985A-FAFD44B4B2B6}"/>
                  </a:ext>
                </a:extLst>
              </p:cNvPr>
              <p:cNvSpPr>
                <a:spLocks noChangeArrowheads="1"/>
              </p:cNvSpPr>
              <p:nvPr/>
            </p:nvSpPr>
            <p:spPr bwMode="auto">
              <a:xfrm>
                <a:off x="2270" y="2918"/>
                <a:ext cx="1159"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802" name="Line 201">
                <a:extLst>
                  <a:ext uri="{FF2B5EF4-FFF2-40B4-BE49-F238E27FC236}">
                    <a16:creationId xmlns:a16="http://schemas.microsoft.com/office/drawing/2014/main" id="{3066571D-E2DA-4A1B-9B71-D7890D4B4851}"/>
                  </a:ext>
                </a:extLst>
              </p:cNvPr>
              <p:cNvSpPr>
                <a:spLocks noChangeShapeType="1"/>
              </p:cNvSpPr>
              <p:nvPr/>
            </p:nvSpPr>
            <p:spPr bwMode="auto">
              <a:xfrm>
                <a:off x="2270" y="2918"/>
                <a:ext cx="115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803" name="Rectangle 202">
                <a:extLst>
                  <a:ext uri="{FF2B5EF4-FFF2-40B4-BE49-F238E27FC236}">
                    <a16:creationId xmlns:a16="http://schemas.microsoft.com/office/drawing/2014/main" id="{23FF3E19-29EE-4CC3-9E3B-1903D4C9DDF0}"/>
                  </a:ext>
                </a:extLst>
              </p:cNvPr>
              <p:cNvSpPr>
                <a:spLocks noChangeArrowheads="1"/>
              </p:cNvSpPr>
              <p:nvPr/>
            </p:nvSpPr>
            <p:spPr bwMode="auto">
              <a:xfrm>
                <a:off x="3429" y="291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804" name="Line 203">
                <a:extLst>
                  <a:ext uri="{FF2B5EF4-FFF2-40B4-BE49-F238E27FC236}">
                    <a16:creationId xmlns:a16="http://schemas.microsoft.com/office/drawing/2014/main" id="{CCEC349F-4B5F-474A-B2E7-B65274E0D862}"/>
                  </a:ext>
                </a:extLst>
              </p:cNvPr>
              <p:cNvSpPr>
                <a:spLocks noChangeShapeType="1"/>
              </p:cNvSpPr>
              <p:nvPr/>
            </p:nvSpPr>
            <p:spPr bwMode="auto">
              <a:xfrm>
                <a:off x="3429" y="291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805" name="Line 204">
                <a:extLst>
                  <a:ext uri="{FF2B5EF4-FFF2-40B4-BE49-F238E27FC236}">
                    <a16:creationId xmlns:a16="http://schemas.microsoft.com/office/drawing/2014/main" id="{7E6E291B-199F-4E99-9A3A-B9F1009672DD}"/>
                  </a:ext>
                </a:extLst>
              </p:cNvPr>
              <p:cNvSpPr>
                <a:spLocks noChangeShapeType="1"/>
              </p:cNvSpPr>
              <p:nvPr/>
            </p:nvSpPr>
            <p:spPr bwMode="auto">
              <a:xfrm>
                <a:off x="3429" y="291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806" name="Rectangle 205">
                <a:extLst>
                  <a:ext uri="{FF2B5EF4-FFF2-40B4-BE49-F238E27FC236}">
                    <a16:creationId xmlns:a16="http://schemas.microsoft.com/office/drawing/2014/main" id="{D84348A8-FBD9-4A92-961D-6746C82E1600}"/>
                  </a:ext>
                </a:extLst>
              </p:cNvPr>
              <p:cNvSpPr>
                <a:spLocks noChangeArrowheads="1"/>
              </p:cNvSpPr>
              <p:nvPr/>
            </p:nvSpPr>
            <p:spPr bwMode="auto">
              <a:xfrm>
                <a:off x="3441" y="2918"/>
                <a:ext cx="113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pSp>
        <p:sp>
          <p:nvSpPr>
            <p:cNvPr id="23558" name="Line 207">
              <a:extLst>
                <a:ext uri="{FF2B5EF4-FFF2-40B4-BE49-F238E27FC236}">
                  <a16:creationId xmlns:a16="http://schemas.microsoft.com/office/drawing/2014/main" id="{374CBD1C-6A94-40AD-8960-FEB4BE61B668}"/>
                </a:ext>
              </a:extLst>
            </p:cNvPr>
            <p:cNvSpPr>
              <a:spLocks noChangeShapeType="1"/>
            </p:cNvSpPr>
            <p:nvPr/>
          </p:nvSpPr>
          <p:spPr bwMode="auto">
            <a:xfrm>
              <a:off x="2487" y="2909"/>
              <a:ext cx="113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59" name="Rectangle 208">
              <a:extLst>
                <a:ext uri="{FF2B5EF4-FFF2-40B4-BE49-F238E27FC236}">
                  <a16:creationId xmlns:a16="http://schemas.microsoft.com/office/drawing/2014/main" id="{EBE13196-7224-45CE-BC43-784419E2B782}"/>
                </a:ext>
              </a:extLst>
            </p:cNvPr>
            <p:cNvSpPr>
              <a:spLocks noChangeArrowheads="1"/>
            </p:cNvSpPr>
            <p:nvPr/>
          </p:nvSpPr>
          <p:spPr bwMode="auto">
            <a:xfrm>
              <a:off x="3622" y="290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60" name="Line 209">
              <a:extLst>
                <a:ext uri="{FF2B5EF4-FFF2-40B4-BE49-F238E27FC236}">
                  <a16:creationId xmlns:a16="http://schemas.microsoft.com/office/drawing/2014/main" id="{9B3F9CF8-D0F3-48FE-A3C5-00149A343D8C}"/>
                </a:ext>
              </a:extLst>
            </p:cNvPr>
            <p:cNvSpPr>
              <a:spLocks noChangeShapeType="1"/>
            </p:cNvSpPr>
            <p:nvPr/>
          </p:nvSpPr>
          <p:spPr bwMode="auto">
            <a:xfrm>
              <a:off x="3622" y="290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61" name="Line 210">
              <a:extLst>
                <a:ext uri="{FF2B5EF4-FFF2-40B4-BE49-F238E27FC236}">
                  <a16:creationId xmlns:a16="http://schemas.microsoft.com/office/drawing/2014/main" id="{E553CCAD-BD00-4B98-AAF9-C2B31FE8E569}"/>
                </a:ext>
              </a:extLst>
            </p:cNvPr>
            <p:cNvSpPr>
              <a:spLocks noChangeShapeType="1"/>
            </p:cNvSpPr>
            <p:nvPr/>
          </p:nvSpPr>
          <p:spPr bwMode="auto">
            <a:xfrm>
              <a:off x="3622" y="290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62" name="Rectangle 211">
              <a:extLst>
                <a:ext uri="{FF2B5EF4-FFF2-40B4-BE49-F238E27FC236}">
                  <a16:creationId xmlns:a16="http://schemas.microsoft.com/office/drawing/2014/main" id="{A5C323D3-5E3D-4D13-838A-CC5E069F687F}"/>
                </a:ext>
              </a:extLst>
            </p:cNvPr>
            <p:cNvSpPr>
              <a:spLocks noChangeArrowheads="1"/>
            </p:cNvSpPr>
            <p:nvPr/>
          </p:nvSpPr>
          <p:spPr bwMode="auto">
            <a:xfrm>
              <a:off x="3634" y="2909"/>
              <a:ext cx="1148"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63" name="Line 212">
              <a:extLst>
                <a:ext uri="{FF2B5EF4-FFF2-40B4-BE49-F238E27FC236}">
                  <a16:creationId xmlns:a16="http://schemas.microsoft.com/office/drawing/2014/main" id="{67208230-D278-49A4-9E65-5CD67AD052DD}"/>
                </a:ext>
              </a:extLst>
            </p:cNvPr>
            <p:cNvSpPr>
              <a:spLocks noChangeShapeType="1"/>
            </p:cNvSpPr>
            <p:nvPr/>
          </p:nvSpPr>
          <p:spPr bwMode="auto">
            <a:xfrm>
              <a:off x="3634" y="2909"/>
              <a:ext cx="11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64" name="Rectangle 213">
              <a:extLst>
                <a:ext uri="{FF2B5EF4-FFF2-40B4-BE49-F238E27FC236}">
                  <a16:creationId xmlns:a16="http://schemas.microsoft.com/office/drawing/2014/main" id="{CD2A8CF3-4F6B-4845-949B-74034C26CA19}"/>
                </a:ext>
              </a:extLst>
            </p:cNvPr>
            <p:cNvSpPr>
              <a:spLocks noChangeArrowheads="1"/>
            </p:cNvSpPr>
            <p:nvPr/>
          </p:nvSpPr>
          <p:spPr bwMode="auto">
            <a:xfrm>
              <a:off x="4782" y="2909"/>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65" name="Line 214">
              <a:extLst>
                <a:ext uri="{FF2B5EF4-FFF2-40B4-BE49-F238E27FC236}">
                  <a16:creationId xmlns:a16="http://schemas.microsoft.com/office/drawing/2014/main" id="{AF507110-EC33-45C1-B83F-2CE7A888A2D2}"/>
                </a:ext>
              </a:extLst>
            </p:cNvPr>
            <p:cNvSpPr>
              <a:spLocks noChangeShapeType="1"/>
            </p:cNvSpPr>
            <p:nvPr/>
          </p:nvSpPr>
          <p:spPr bwMode="auto">
            <a:xfrm>
              <a:off x="4782" y="2909"/>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66" name="Line 215">
              <a:extLst>
                <a:ext uri="{FF2B5EF4-FFF2-40B4-BE49-F238E27FC236}">
                  <a16:creationId xmlns:a16="http://schemas.microsoft.com/office/drawing/2014/main" id="{6D9D351D-684C-4364-9270-DDE47248CE2D}"/>
                </a:ext>
              </a:extLst>
            </p:cNvPr>
            <p:cNvSpPr>
              <a:spLocks noChangeShapeType="1"/>
            </p:cNvSpPr>
            <p:nvPr/>
          </p:nvSpPr>
          <p:spPr bwMode="auto">
            <a:xfrm>
              <a:off x="4782" y="2909"/>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67" name="Rectangle 216">
              <a:extLst>
                <a:ext uri="{FF2B5EF4-FFF2-40B4-BE49-F238E27FC236}">
                  <a16:creationId xmlns:a16="http://schemas.microsoft.com/office/drawing/2014/main" id="{00F2979D-27C8-435E-B84F-ABABCEFADE49}"/>
                </a:ext>
              </a:extLst>
            </p:cNvPr>
            <p:cNvSpPr>
              <a:spLocks noChangeArrowheads="1"/>
            </p:cNvSpPr>
            <p:nvPr/>
          </p:nvSpPr>
          <p:spPr bwMode="auto">
            <a:xfrm>
              <a:off x="580" y="2920"/>
              <a:ext cx="12" cy="1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68" name="Line 217">
              <a:extLst>
                <a:ext uri="{FF2B5EF4-FFF2-40B4-BE49-F238E27FC236}">
                  <a16:creationId xmlns:a16="http://schemas.microsoft.com/office/drawing/2014/main" id="{68E58C72-485A-4F78-A402-ACF5BB86AB3C}"/>
                </a:ext>
              </a:extLst>
            </p:cNvPr>
            <p:cNvSpPr>
              <a:spLocks noChangeShapeType="1"/>
            </p:cNvSpPr>
            <p:nvPr/>
          </p:nvSpPr>
          <p:spPr bwMode="auto">
            <a:xfrm>
              <a:off x="580" y="2920"/>
              <a:ext cx="1" cy="1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69" name="Rectangle 218">
              <a:extLst>
                <a:ext uri="{FF2B5EF4-FFF2-40B4-BE49-F238E27FC236}">
                  <a16:creationId xmlns:a16="http://schemas.microsoft.com/office/drawing/2014/main" id="{CBCD9AF1-EF0A-4ADD-BE81-0BC7B6EAE98B}"/>
                </a:ext>
              </a:extLst>
            </p:cNvPr>
            <p:cNvSpPr>
              <a:spLocks noChangeArrowheads="1"/>
            </p:cNvSpPr>
            <p:nvPr/>
          </p:nvSpPr>
          <p:spPr bwMode="auto">
            <a:xfrm>
              <a:off x="580" y="308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70" name="Line 219">
              <a:extLst>
                <a:ext uri="{FF2B5EF4-FFF2-40B4-BE49-F238E27FC236}">
                  <a16:creationId xmlns:a16="http://schemas.microsoft.com/office/drawing/2014/main" id="{3B5650E0-8F3D-4F01-AB3C-5C6247CCCC1A}"/>
                </a:ext>
              </a:extLst>
            </p:cNvPr>
            <p:cNvSpPr>
              <a:spLocks noChangeShapeType="1"/>
            </p:cNvSpPr>
            <p:nvPr/>
          </p:nvSpPr>
          <p:spPr bwMode="auto">
            <a:xfrm>
              <a:off x="580" y="308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71" name="Line 220">
              <a:extLst>
                <a:ext uri="{FF2B5EF4-FFF2-40B4-BE49-F238E27FC236}">
                  <a16:creationId xmlns:a16="http://schemas.microsoft.com/office/drawing/2014/main" id="{26AC83AA-3304-4C04-8F12-6AF81B9832D1}"/>
                </a:ext>
              </a:extLst>
            </p:cNvPr>
            <p:cNvSpPr>
              <a:spLocks noChangeShapeType="1"/>
            </p:cNvSpPr>
            <p:nvPr/>
          </p:nvSpPr>
          <p:spPr bwMode="auto">
            <a:xfrm>
              <a:off x="580" y="308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72" name="Rectangle 221">
              <a:extLst>
                <a:ext uri="{FF2B5EF4-FFF2-40B4-BE49-F238E27FC236}">
                  <a16:creationId xmlns:a16="http://schemas.microsoft.com/office/drawing/2014/main" id="{3F1E93D1-B044-405C-A29F-DC0E286DDC0A}"/>
                </a:ext>
              </a:extLst>
            </p:cNvPr>
            <p:cNvSpPr>
              <a:spLocks noChangeArrowheads="1"/>
            </p:cNvSpPr>
            <p:nvPr/>
          </p:nvSpPr>
          <p:spPr bwMode="auto">
            <a:xfrm>
              <a:off x="580" y="308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73" name="Line 222">
              <a:extLst>
                <a:ext uri="{FF2B5EF4-FFF2-40B4-BE49-F238E27FC236}">
                  <a16:creationId xmlns:a16="http://schemas.microsoft.com/office/drawing/2014/main" id="{E0616AB2-D311-4DBA-BA6F-A07C70E70540}"/>
                </a:ext>
              </a:extLst>
            </p:cNvPr>
            <p:cNvSpPr>
              <a:spLocks noChangeShapeType="1"/>
            </p:cNvSpPr>
            <p:nvPr/>
          </p:nvSpPr>
          <p:spPr bwMode="auto">
            <a:xfrm>
              <a:off x="580" y="308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74" name="Line 223">
              <a:extLst>
                <a:ext uri="{FF2B5EF4-FFF2-40B4-BE49-F238E27FC236}">
                  <a16:creationId xmlns:a16="http://schemas.microsoft.com/office/drawing/2014/main" id="{521BBFEC-5C03-450F-8C77-349B92EC19BE}"/>
                </a:ext>
              </a:extLst>
            </p:cNvPr>
            <p:cNvSpPr>
              <a:spLocks noChangeShapeType="1"/>
            </p:cNvSpPr>
            <p:nvPr/>
          </p:nvSpPr>
          <p:spPr bwMode="auto">
            <a:xfrm>
              <a:off x="580" y="308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75" name="Rectangle 224">
              <a:extLst>
                <a:ext uri="{FF2B5EF4-FFF2-40B4-BE49-F238E27FC236}">
                  <a16:creationId xmlns:a16="http://schemas.microsoft.com/office/drawing/2014/main" id="{091FDD50-1668-4EC4-8A69-8F4BDFD6FD28}"/>
                </a:ext>
              </a:extLst>
            </p:cNvPr>
            <p:cNvSpPr>
              <a:spLocks noChangeArrowheads="1"/>
            </p:cNvSpPr>
            <p:nvPr/>
          </p:nvSpPr>
          <p:spPr bwMode="auto">
            <a:xfrm>
              <a:off x="592" y="3088"/>
              <a:ext cx="7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76" name="Line 225">
              <a:extLst>
                <a:ext uri="{FF2B5EF4-FFF2-40B4-BE49-F238E27FC236}">
                  <a16:creationId xmlns:a16="http://schemas.microsoft.com/office/drawing/2014/main" id="{AC5B3DE4-7C9E-4FFF-9C39-1CB28F240C7B}"/>
                </a:ext>
              </a:extLst>
            </p:cNvPr>
            <p:cNvSpPr>
              <a:spLocks noChangeShapeType="1"/>
            </p:cNvSpPr>
            <p:nvPr/>
          </p:nvSpPr>
          <p:spPr bwMode="auto">
            <a:xfrm>
              <a:off x="592" y="3088"/>
              <a:ext cx="7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77" name="Rectangle 226">
              <a:extLst>
                <a:ext uri="{FF2B5EF4-FFF2-40B4-BE49-F238E27FC236}">
                  <a16:creationId xmlns:a16="http://schemas.microsoft.com/office/drawing/2014/main" id="{93EAD539-05D8-4970-A647-8AB60631AD94}"/>
                </a:ext>
              </a:extLst>
            </p:cNvPr>
            <p:cNvSpPr>
              <a:spLocks noChangeArrowheads="1"/>
            </p:cNvSpPr>
            <p:nvPr/>
          </p:nvSpPr>
          <p:spPr bwMode="auto">
            <a:xfrm>
              <a:off x="1304" y="2920"/>
              <a:ext cx="12" cy="1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78" name="Line 227">
              <a:extLst>
                <a:ext uri="{FF2B5EF4-FFF2-40B4-BE49-F238E27FC236}">
                  <a16:creationId xmlns:a16="http://schemas.microsoft.com/office/drawing/2014/main" id="{385DE6CC-88B9-428E-9522-929ED541D88D}"/>
                </a:ext>
              </a:extLst>
            </p:cNvPr>
            <p:cNvSpPr>
              <a:spLocks noChangeShapeType="1"/>
            </p:cNvSpPr>
            <p:nvPr/>
          </p:nvSpPr>
          <p:spPr bwMode="auto">
            <a:xfrm>
              <a:off x="1304" y="2920"/>
              <a:ext cx="1" cy="1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79" name="Rectangle 228">
              <a:extLst>
                <a:ext uri="{FF2B5EF4-FFF2-40B4-BE49-F238E27FC236}">
                  <a16:creationId xmlns:a16="http://schemas.microsoft.com/office/drawing/2014/main" id="{46F78562-3CA6-42FD-ACC2-DD349FAC4A29}"/>
                </a:ext>
              </a:extLst>
            </p:cNvPr>
            <p:cNvSpPr>
              <a:spLocks noChangeArrowheads="1"/>
            </p:cNvSpPr>
            <p:nvPr/>
          </p:nvSpPr>
          <p:spPr bwMode="auto">
            <a:xfrm>
              <a:off x="1304" y="308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80" name="Line 229">
              <a:extLst>
                <a:ext uri="{FF2B5EF4-FFF2-40B4-BE49-F238E27FC236}">
                  <a16:creationId xmlns:a16="http://schemas.microsoft.com/office/drawing/2014/main" id="{1895D8E8-7DA1-422F-AAC2-868B53AD3D8B}"/>
                </a:ext>
              </a:extLst>
            </p:cNvPr>
            <p:cNvSpPr>
              <a:spLocks noChangeShapeType="1"/>
            </p:cNvSpPr>
            <p:nvPr/>
          </p:nvSpPr>
          <p:spPr bwMode="auto">
            <a:xfrm>
              <a:off x="1304" y="308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81" name="Line 230">
              <a:extLst>
                <a:ext uri="{FF2B5EF4-FFF2-40B4-BE49-F238E27FC236}">
                  <a16:creationId xmlns:a16="http://schemas.microsoft.com/office/drawing/2014/main" id="{5BECB296-AB1E-4737-897A-AA070680B1E0}"/>
                </a:ext>
              </a:extLst>
            </p:cNvPr>
            <p:cNvSpPr>
              <a:spLocks noChangeShapeType="1"/>
            </p:cNvSpPr>
            <p:nvPr/>
          </p:nvSpPr>
          <p:spPr bwMode="auto">
            <a:xfrm>
              <a:off x="1304" y="308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82" name="Rectangle 231">
              <a:extLst>
                <a:ext uri="{FF2B5EF4-FFF2-40B4-BE49-F238E27FC236}">
                  <a16:creationId xmlns:a16="http://schemas.microsoft.com/office/drawing/2014/main" id="{75ED9846-5C5E-4516-AA18-48B5188A7555}"/>
                </a:ext>
              </a:extLst>
            </p:cNvPr>
            <p:cNvSpPr>
              <a:spLocks noChangeArrowheads="1"/>
            </p:cNvSpPr>
            <p:nvPr/>
          </p:nvSpPr>
          <p:spPr bwMode="auto">
            <a:xfrm>
              <a:off x="1316" y="3088"/>
              <a:ext cx="1159"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83" name="Line 232">
              <a:extLst>
                <a:ext uri="{FF2B5EF4-FFF2-40B4-BE49-F238E27FC236}">
                  <a16:creationId xmlns:a16="http://schemas.microsoft.com/office/drawing/2014/main" id="{93EF6B1E-F98D-4E47-A785-90B9D5528611}"/>
                </a:ext>
              </a:extLst>
            </p:cNvPr>
            <p:cNvSpPr>
              <a:spLocks noChangeShapeType="1"/>
            </p:cNvSpPr>
            <p:nvPr/>
          </p:nvSpPr>
          <p:spPr bwMode="auto">
            <a:xfrm>
              <a:off x="1316" y="3088"/>
              <a:ext cx="1159"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84" name="Rectangle 233">
              <a:extLst>
                <a:ext uri="{FF2B5EF4-FFF2-40B4-BE49-F238E27FC236}">
                  <a16:creationId xmlns:a16="http://schemas.microsoft.com/office/drawing/2014/main" id="{73A8011C-43C7-4D07-A4FE-40CC92669F1F}"/>
                </a:ext>
              </a:extLst>
            </p:cNvPr>
            <p:cNvSpPr>
              <a:spLocks noChangeArrowheads="1"/>
            </p:cNvSpPr>
            <p:nvPr/>
          </p:nvSpPr>
          <p:spPr bwMode="auto">
            <a:xfrm>
              <a:off x="2475" y="2920"/>
              <a:ext cx="12" cy="1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85" name="Line 234">
              <a:extLst>
                <a:ext uri="{FF2B5EF4-FFF2-40B4-BE49-F238E27FC236}">
                  <a16:creationId xmlns:a16="http://schemas.microsoft.com/office/drawing/2014/main" id="{4229542A-0948-4DC6-B6BA-063B1FD43562}"/>
                </a:ext>
              </a:extLst>
            </p:cNvPr>
            <p:cNvSpPr>
              <a:spLocks noChangeShapeType="1"/>
            </p:cNvSpPr>
            <p:nvPr/>
          </p:nvSpPr>
          <p:spPr bwMode="auto">
            <a:xfrm>
              <a:off x="2475" y="2920"/>
              <a:ext cx="1" cy="1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86" name="Rectangle 235">
              <a:extLst>
                <a:ext uri="{FF2B5EF4-FFF2-40B4-BE49-F238E27FC236}">
                  <a16:creationId xmlns:a16="http://schemas.microsoft.com/office/drawing/2014/main" id="{076F237A-EC2E-4190-929E-38323F1BD0B7}"/>
                </a:ext>
              </a:extLst>
            </p:cNvPr>
            <p:cNvSpPr>
              <a:spLocks noChangeArrowheads="1"/>
            </p:cNvSpPr>
            <p:nvPr/>
          </p:nvSpPr>
          <p:spPr bwMode="auto">
            <a:xfrm>
              <a:off x="2475" y="308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87" name="Line 236">
              <a:extLst>
                <a:ext uri="{FF2B5EF4-FFF2-40B4-BE49-F238E27FC236}">
                  <a16:creationId xmlns:a16="http://schemas.microsoft.com/office/drawing/2014/main" id="{AB41B55F-E94C-4A3F-9E91-5BADDA8BB0FA}"/>
                </a:ext>
              </a:extLst>
            </p:cNvPr>
            <p:cNvSpPr>
              <a:spLocks noChangeShapeType="1"/>
            </p:cNvSpPr>
            <p:nvPr/>
          </p:nvSpPr>
          <p:spPr bwMode="auto">
            <a:xfrm>
              <a:off x="2475" y="308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88" name="Line 237">
              <a:extLst>
                <a:ext uri="{FF2B5EF4-FFF2-40B4-BE49-F238E27FC236}">
                  <a16:creationId xmlns:a16="http://schemas.microsoft.com/office/drawing/2014/main" id="{29ADFAE9-368F-4DC8-A71B-AD6A41872BA8}"/>
                </a:ext>
              </a:extLst>
            </p:cNvPr>
            <p:cNvSpPr>
              <a:spLocks noChangeShapeType="1"/>
            </p:cNvSpPr>
            <p:nvPr/>
          </p:nvSpPr>
          <p:spPr bwMode="auto">
            <a:xfrm>
              <a:off x="2475" y="308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89" name="Rectangle 238">
              <a:extLst>
                <a:ext uri="{FF2B5EF4-FFF2-40B4-BE49-F238E27FC236}">
                  <a16:creationId xmlns:a16="http://schemas.microsoft.com/office/drawing/2014/main" id="{49074463-62AC-44A5-9955-417D6EA0B0C3}"/>
                </a:ext>
              </a:extLst>
            </p:cNvPr>
            <p:cNvSpPr>
              <a:spLocks noChangeArrowheads="1"/>
            </p:cNvSpPr>
            <p:nvPr/>
          </p:nvSpPr>
          <p:spPr bwMode="auto">
            <a:xfrm>
              <a:off x="2487" y="3088"/>
              <a:ext cx="1135"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90" name="Line 239">
              <a:extLst>
                <a:ext uri="{FF2B5EF4-FFF2-40B4-BE49-F238E27FC236}">
                  <a16:creationId xmlns:a16="http://schemas.microsoft.com/office/drawing/2014/main" id="{8182A2EC-83CA-444F-9F98-B0591446D5CB}"/>
                </a:ext>
              </a:extLst>
            </p:cNvPr>
            <p:cNvSpPr>
              <a:spLocks noChangeShapeType="1"/>
            </p:cNvSpPr>
            <p:nvPr/>
          </p:nvSpPr>
          <p:spPr bwMode="auto">
            <a:xfrm>
              <a:off x="2487" y="3088"/>
              <a:ext cx="113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91" name="Rectangle 240">
              <a:extLst>
                <a:ext uri="{FF2B5EF4-FFF2-40B4-BE49-F238E27FC236}">
                  <a16:creationId xmlns:a16="http://schemas.microsoft.com/office/drawing/2014/main" id="{329C7361-EFBF-45E7-AC99-53E5D6EB100F}"/>
                </a:ext>
              </a:extLst>
            </p:cNvPr>
            <p:cNvSpPr>
              <a:spLocks noChangeArrowheads="1"/>
            </p:cNvSpPr>
            <p:nvPr/>
          </p:nvSpPr>
          <p:spPr bwMode="auto">
            <a:xfrm>
              <a:off x="3622" y="2920"/>
              <a:ext cx="12" cy="1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92" name="Line 241">
              <a:extLst>
                <a:ext uri="{FF2B5EF4-FFF2-40B4-BE49-F238E27FC236}">
                  <a16:creationId xmlns:a16="http://schemas.microsoft.com/office/drawing/2014/main" id="{5C99E9EE-8C63-4061-AD2A-84D2A5593627}"/>
                </a:ext>
              </a:extLst>
            </p:cNvPr>
            <p:cNvSpPr>
              <a:spLocks noChangeShapeType="1"/>
            </p:cNvSpPr>
            <p:nvPr/>
          </p:nvSpPr>
          <p:spPr bwMode="auto">
            <a:xfrm>
              <a:off x="3622" y="2920"/>
              <a:ext cx="1" cy="1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93" name="Rectangle 242">
              <a:extLst>
                <a:ext uri="{FF2B5EF4-FFF2-40B4-BE49-F238E27FC236}">
                  <a16:creationId xmlns:a16="http://schemas.microsoft.com/office/drawing/2014/main" id="{841155F5-0BE2-4358-AF7F-D3DA146AD9E4}"/>
                </a:ext>
              </a:extLst>
            </p:cNvPr>
            <p:cNvSpPr>
              <a:spLocks noChangeArrowheads="1"/>
            </p:cNvSpPr>
            <p:nvPr/>
          </p:nvSpPr>
          <p:spPr bwMode="auto">
            <a:xfrm>
              <a:off x="3622" y="308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94" name="Line 243">
              <a:extLst>
                <a:ext uri="{FF2B5EF4-FFF2-40B4-BE49-F238E27FC236}">
                  <a16:creationId xmlns:a16="http://schemas.microsoft.com/office/drawing/2014/main" id="{DE7C4A0E-75D8-4417-B002-99F93526C5A6}"/>
                </a:ext>
              </a:extLst>
            </p:cNvPr>
            <p:cNvSpPr>
              <a:spLocks noChangeShapeType="1"/>
            </p:cNvSpPr>
            <p:nvPr/>
          </p:nvSpPr>
          <p:spPr bwMode="auto">
            <a:xfrm>
              <a:off x="3622" y="308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95" name="Line 244">
              <a:extLst>
                <a:ext uri="{FF2B5EF4-FFF2-40B4-BE49-F238E27FC236}">
                  <a16:creationId xmlns:a16="http://schemas.microsoft.com/office/drawing/2014/main" id="{EC58482F-A388-4326-B695-347CF374DB51}"/>
                </a:ext>
              </a:extLst>
            </p:cNvPr>
            <p:cNvSpPr>
              <a:spLocks noChangeShapeType="1"/>
            </p:cNvSpPr>
            <p:nvPr/>
          </p:nvSpPr>
          <p:spPr bwMode="auto">
            <a:xfrm>
              <a:off x="3622" y="308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96" name="Rectangle 245">
              <a:extLst>
                <a:ext uri="{FF2B5EF4-FFF2-40B4-BE49-F238E27FC236}">
                  <a16:creationId xmlns:a16="http://schemas.microsoft.com/office/drawing/2014/main" id="{975C9A15-AE17-4F73-A173-D73F3AD3A3C1}"/>
                </a:ext>
              </a:extLst>
            </p:cNvPr>
            <p:cNvSpPr>
              <a:spLocks noChangeArrowheads="1"/>
            </p:cNvSpPr>
            <p:nvPr/>
          </p:nvSpPr>
          <p:spPr bwMode="auto">
            <a:xfrm>
              <a:off x="3634" y="3088"/>
              <a:ext cx="1148"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97" name="Line 246">
              <a:extLst>
                <a:ext uri="{FF2B5EF4-FFF2-40B4-BE49-F238E27FC236}">
                  <a16:creationId xmlns:a16="http://schemas.microsoft.com/office/drawing/2014/main" id="{F2A36307-465D-4A16-ACDF-A789D4206ECE}"/>
                </a:ext>
              </a:extLst>
            </p:cNvPr>
            <p:cNvSpPr>
              <a:spLocks noChangeShapeType="1"/>
            </p:cNvSpPr>
            <p:nvPr/>
          </p:nvSpPr>
          <p:spPr bwMode="auto">
            <a:xfrm>
              <a:off x="3634" y="3088"/>
              <a:ext cx="114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598" name="Rectangle 247">
              <a:extLst>
                <a:ext uri="{FF2B5EF4-FFF2-40B4-BE49-F238E27FC236}">
                  <a16:creationId xmlns:a16="http://schemas.microsoft.com/office/drawing/2014/main" id="{C0985C02-2590-4D5A-B107-AD35364C4C48}"/>
                </a:ext>
              </a:extLst>
            </p:cNvPr>
            <p:cNvSpPr>
              <a:spLocks noChangeArrowheads="1"/>
            </p:cNvSpPr>
            <p:nvPr/>
          </p:nvSpPr>
          <p:spPr bwMode="auto">
            <a:xfrm>
              <a:off x="4782" y="2920"/>
              <a:ext cx="12" cy="16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599" name="Line 248">
              <a:extLst>
                <a:ext uri="{FF2B5EF4-FFF2-40B4-BE49-F238E27FC236}">
                  <a16:creationId xmlns:a16="http://schemas.microsoft.com/office/drawing/2014/main" id="{39532655-7AB4-4F61-A381-B96705B98BC7}"/>
                </a:ext>
              </a:extLst>
            </p:cNvPr>
            <p:cNvSpPr>
              <a:spLocks noChangeShapeType="1"/>
            </p:cNvSpPr>
            <p:nvPr/>
          </p:nvSpPr>
          <p:spPr bwMode="auto">
            <a:xfrm>
              <a:off x="4782" y="2920"/>
              <a:ext cx="1" cy="16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00" name="Rectangle 249">
              <a:extLst>
                <a:ext uri="{FF2B5EF4-FFF2-40B4-BE49-F238E27FC236}">
                  <a16:creationId xmlns:a16="http://schemas.microsoft.com/office/drawing/2014/main" id="{544D6DD0-F348-49CA-965F-A98F108A61C8}"/>
                </a:ext>
              </a:extLst>
            </p:cNvPr>
            <p:cNvSpPr>
              <a:spLocks noChangeArrowheads="1"/>
            </p:cNvSpPr>
            <p:nvPr/>
          </p:nvSpPr>
          <p:spPr bwMode="auto">
            <a:xfrm>
              <a:off x="4782" y="308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01" name="Line 250">
              <a:extLst>
                <a:ext uri="{FF2B5EF4-FFF2-40B4-BE49-F238E27FC236}">
                  <a16:creationId xmlns:a16="http://schemas.microsoft.com/office/drawing/2014/main" id="{075437BC-6146-43D2-9C0C-B7885EED2668}"/>
                </a:ext>
              </a:extLst>
            </p:cNvPr>
            <p:cNvSpPr>
              <a:spLocks noChangeShapeType="1"/>
            </p:cNvSpPr>
            <p:nvPr/>
          </p:nvSpPr>
          <p:spPr bwMode="auto">
            <a:xfrm>
              <a:off x="4782" y="308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02" name="Line 251">
              <a:extLst>
                <a:ext uri="{FF2B5EF4-FFF2-40B4-BE49-F238E27FC236}">
                  <a16:creationId xmlns:a16="http://schemas.microsoft.com/office/drawing/2014/main" id="{487FA11B-F28F-4875-894C-D384DC14794A}"/>
                </a:ext>
              </a:extLst>
            </p:cNvPr>
            <p:cNvSpPr>
              <a:spLocks noChangeShapeType="1"/>
            </p:cNvSpPr>
            <p:nvPr/>
          </p:nvSpPr>
          <p:spPr bwMode="auto">
            <a:xfrm>
              <a:off x="4782" y="308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03" name="Rectangle 252">
              <a:extLst>
                <a:ext uri="{FF2B5EF4-FFF2-40B4-BE49-F238E27FC236}">
                  <a16:creationId xmlns:a16="http://schemas.microsoft.com/office/drawing/2014/main" id="{9B887289-401C-4B27-ABA9-752C2854AD80}"/>
                </a:ext>
              </a:extLst>
            </p:cNvPr>
            <p:cNvSpPr>
              <a:spLocks noChangeArrowheads="1"/>
            </p:cNvSpPr>
            <p:nvPr/>
          </p:nvSpPr>
          <p:spPr bwMode="auto">
            <a:xfrm>
              <a:off x="4782" y="3088"/>
              <a:ext cx="12"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3604" name="Line 253">
              <a:extLst>
                <a:ext uri="{FF2B5EF4-FFF2-40B4-BE49-F238E27FC236}">
                  <a16:creationId xmlns:a16="http://schemas.microsoft.com/office/drawing/2014/main" id="{19A3F535-A37D-43BB-AF68-9F2966091F09}"/>
                </a:ext>
              </a:extLst>
            </p:cNvPr>
            <p:cNvSpPr>
              <a:spLocks noChangeShapeType="1"/>
            </p:cNvSpPr>
            <p:nvPr/>
          </p:nvSpPr>
          <p:spPr bwMode="auto">
            <a:xfrm>
              <a:off x="4782" y="3088"/>
              <a:ext cx="1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05" name="Line 254">
              <a:extLst>
                <a:ext uri="{FF2B5EF4-FFF2-40B4-BE49-F238E27FC236}">
                  <a16:creationId xmlns:a16="http://schemas.microsoft.com/office/drawing/2014/main" id="{39B21061-528A-411C-B926-02A6E06EF106}"/>
                </a:ext>
              </a:extLst>
            </p:cNvPr>
            <p:cNvSpPr>
              <a:spLocks noChangeShapeType="1"/>
            </p:cNvSpPr>
            <p:nvPr/>
          </p:nvSpPr>
          <p:spPr bwMode="auto">
            <a:xfrm>
              <a:off x="4782" y="3088"/>
              <a:ext cx="1" cy="1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nchor="ctr" anchorCtr="1"/>
            <a:lstStyle/>
            <a:p>
              <a:endParaRPr lang="zh-CN" altLang="en-US" dirty="0">
                <a:ea typeface="华文中宋" panose="02010600040101010101" pitchFamily="2" charset="-122"/>
              </a:endParaRPr>
            </a:p>
          </p:txBody>
        </p:sp>
        <p:sp>
          <p:nvSpPr>
            <p:cNvPr id="23606" name="Rectangle 256">
              <a:extLst>
                <a:ext uri="{FF2B5EF4-FFF2-40B4-BE49-F238E27FC236}">
                  <a16:creationId xmlns:a16="http://schemas.microsoft.com/office/drawing/2014/main" id="{0E22B156-1BA7-4F5C-8035-2F61A173CF6E}"/>
                </a:ext>
              </a:extLst>
            </p:cNvPr>
            <p:cNvSpPr>
              <a:spLocks noChangeArrowheads="1"/>
            </p:cNvSpPr>
            <p:nvPr/>
          </p:nvSpPr>
          <p:spPr bwMode="auto">
            <a:xfrm>
              <a:off x="2327" y="3125"/>
              <a:ext cx="74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solidFill>
                    <a:srgbClr val="000000"/>
                  </a:solidFill>
                  <a:latin typeface="华文中宋" panose="02010600040101010101" pitchFamily="2" charset="-122"/>
                  <a:ea typeface="华文中宋" panose="02010600040101010101" pitchFamily="2" charset="-122"/>
                </a:rPr>
                <a:t>转移函数</a:t>
              </a:r>
              <a:r>
                <a:rPr lang="en-US" altLang="zh-CN" b="1" dirty="0">
                  <a:solidFill>
                    <a:srgbClr val="000000"/>
                  </a:solidFill>
                  <a:latin typeface="华文中宋" panose="02010600040101010101" pitchFamily="2" charset="-122"/>
                  <a:ea typeface="华文中宋" panose="02010600040101010101" pitchFamily="2" charset="-122"/>
                </a:rPr>
                <a:t>δ</a:t>
              </a:r>
              <a:endParaRPr lang="en-US" altLang="zh-CN" b="1" dirty="0">
                <a:ea typeface="华文中宋" panose="0201060004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36FC38A-4486-49E0-BADB-A98DD93F55C2}"/>
              </a:ext>
            </a:extLst>
          </p:cNvPr>
          <p:cNvSpPr>
            <a:spLocks noGrp="1" noChangeArrowheads="1"/>
          </p:cNvSpPr>
          <p:nvPr>
            <p:ph type="title"/>
          </p:nvPr>
        </p:nvSpPr>
        <p:spPr bwMode="auto">
          <a:xfrm>
            <a:off x="685800" y="1524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3600" b="1" dirty="0">
                <a:solidFill>
                  <a:schemeClr val="accent2"/>
                </a:solidFill>
                <a:latin typeface="华文中宋" panose="02010600040101010101" pitchFamily="2" charset="-122"/>
              </a:rPr>
              <a:t>运行</a:t>
            </a:r>
          </a:p>
        </p:txBody>
      </p:sp>
      <p:grpSp>
        <p:nvGrpSpPr>
          <p:cNvPr id="24580" name="Group 1034">
            <a:extLst>
              <a:ext uri="{FF2B5EF4-FFF2-40B4-BE49-F238E27FC236}">
                <a16:creationId xmlns:a16="http://schemas.microsoft.com/office/drawing/2014/main" id="{EBF62577-2C46-460A-9F5C-266B23E5740D}"/>
              </a:ext>
            </a:extLst>
          </p:cNvPr>
          <p:cNvGrpSpPr>
            <a:grpSpLocks/>
          </p:cNvGrpSpPr>
          <p:nvPr/>
        </p:nvGrpSpPr>
        <p:grpSpPr bwMode="auto">
          <a:xfrm>
            <a:off x="1143000" y="762000"/>
            <a:ext cx="7031038" cy="5661278"/>
            <a:chOff x="871" y="506"/>
            <a:chExt cx="3853" cy="3303"/>
          </a:xfrm>
        </p:grpSpPr>
        <p:grpSp>
          <p:nvGrpSpPr>
            <p:cNvPr id="24581" name="Group 205">
              <a:extLst>
                <a:ext uri="{FF2B5EF4-FFF2-40B4-BE49-F238E27FC236}">
                  <a16:creationId xmlns:a16="http://schemas.microsoft.com/office/drawing/2014/main" id="{4C91DC55-0925-4534-96A5-3EA97C265B1B}"/>
                </a:ext>
              </a:extLst>
            </p:cNvPr>
            <p:cNvGrpSpPr>
              <a:grpSpLocks/>
            </p:cNvGrpSpPr>
            <p:nvPr/>
          </p:nvGrpSpPr>
          <p:grpSpPr bwMode="auto">
            <a:xfrm>
              <a:off x="1330" y="506"/>
              <a:ext cx="3394" cy="910"/>
              <a:chOff x="1330" y="506"/>
              <a:chExt cx="3394" cy="910"/>
            </a:xfrm>
          </p:grpSpPr>
          <p:sp>
            <p:nvSpPr>
              <p:cNvPr id="25410" name="Rectangle 5">
                <a:extLst>
                  <a:ext uri="{FF2B5EF4-FFF2-40B4-BE49-F238E27FC236}">
                    <a16:creationId xmlns:a16="http://schemas.microsoft.com/office/drawing/2014/main" id="{F4ACA05C-3A42-4BF2-945C-EB0816EFC585}"/>
                  </a:ext>
                </a:extLst>
              </p:cNvPr>
              <p:cNvSpPr>
                <a:spLocks noChangeArrowheads="1"/>
              </p:cNvSpPr>
              <p:nvPr/>
            </p:nvSpPr>
            <p:spPr bwMode="auto">
              <a:xfrm>
                <a:off x="1416" y="506"/>
                <a:ext cx="5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             </a:t>
                </a:r>
                <a:endParaRPr lang="en-US" altLang="zh-CN" sz="2000" b="1" dirty="0">
                  <a:ea typeface="华文中宋" panose="02010600040101010101" pitchFamily="2" charset="-122"/>
                </a:endParaRPr>
              </a:p>
            </p:txBody>
          </p:sp>
          <p:sp>
            <p:nvSpPr>
              <p:cNvPr id="25411" name="Rectangle 6">
                <a:extLst>
                  <a:ext uri="{FF2B5EF4-FFF2-40B4-BE49-F238E27FC236}">
                    <a16:creationId xmlns:a16="http://schemas.microsoft.com/office/drawing/2014/main" id="{29103891-90F6-46CD-ACA6-4628BE11C0D1}"/>
                  </a:ext>
                </a:extLst>
              </p:cNvPr>
              <p:cNvSpPr>
                <a:spLocks noChangeArrowheads="1"/>
              </p:cNvSpPr>
              <p:nvPr/>
            </p:nvSpPr>
            <p:spPr bwMode="auto">
              <a:xfrm>
                <a:off x="2232" y="506"/>
                <a:ext cx="141"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5412" name="Rectangle 7">
                <a:extLst>
                  <a:ext uri="{FF2B5EF4-FFF2-40B4-BE49-F238E27FC236}">
                    <a16:creationId xmlns:a16="http://schemas.microsoft.com/office/drawing/2014/main" id="{508570C4-1ACA-434F-8CF5-478B169A178E}"/>
                  </a:ext>
                </a:extLst>
              </p:cNvPr>
              <p:cNvSpPr>
                <a:spLocks noChangeArrowheads="1"/>
              </p:cNvSpPr>
              <p:nvPr/>
            </p:nvSpPr>
            <p:spPr bwMode="auto">
              <a:xfrm>
                <a:off x="1451" y="692"/>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413" name="Rectangle 8">
                <a:extLst>
                  <a:ext uri="{FF2B5EF4-FFF2-40B4-BE49-F238E27FC236}">
                    <a16:creationId xmlns:a16="http://schemas.microsoft.com/office/drawing/2014/main" id="{DF8B7F6F-6DCC-4487-B0E0-F30C8D37DD73}"/>
                  </a:ext>
                </a:extLst>
              </p:cNvPr>
              <p:cNvSpPr>
                <a:spLocks noChangeArrowheads="1"/>
              </p:cNvSpPr>
              <p:nvPr/>
            </p:nvSpPr>
            <p:spPr bwMode="auto">
              <a:xfrm>
                <a:off x="1864" y="69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414" name="Rectangle 9">
                <a:extLst>
                  <a:ext uri="{FF2B5EF4-FFF2-40B4-BE49-F238E27FC236}">
                    <a16:creationId xmlns:a16="http://schemas.microsoft.com/office/drawing/2014/main" id="{3C5675B5-B48F-4938-96E2-4B8299F78B6B}"/>
                  </a:ext>
                </a:extLst>
              </p:cNvPr>
              <p:cNvSpPr>
                <a:spLocks noChangeArrowheads="1"/>
              </p:cNvSpPr>
              <p:nvPr/>
            </p:nvSpPr>
            <p:spPr bwMode="auto">
              <a:xfrm>
                <a:off x="2242" y="69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415" name="Rectangle 10">
                <a:extLst>
                  <a:ext uri="{FF2B5EF4-FFF2-40B4-BE49-F238E27FC236}">
                    <a16:creationId xmlns:a16="http://schemas.microsoft.com/office/drawing/2014/main" id="{8C323755-3228-4104-A467-73B23D612A54}"/>
                  </a:ext>
                </a:extLst>
              </p:cNvPr>
              <p:cNvSpPr>
                <a:spLocks noChangeArrowheads="1"/>
              </p:cNvSpPr>
              <p:nvPr/>
            </p:nvSpPr>
            <p:spPr bwMode="auto">
              <a:xfrm>
                <a:off x="2617" y="69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416" name="Rectangle 11">
                <a:extLst>
                  <a:ext uri="{FF2B5EF4-FFF2-40B4-BE49-F238E27FC236}">
                    <a16:creationId xmlns:a16="http://schemas.microsoft.com/office/drawing/2014/main" id="{78BE2F85-8503-4E74-A08F-8B6D198384AC}"/>
                  </a:ext>
                </a:extLst>
              </p:cNvPr>
              <p:cNvSpPr>
                <a:spLocks noChangeArrowheads="1"/>
              </p:cNvSpPr>
              <p:nvPr/>
            </p:nvSpPr>
            <p:spPr bwMode="auto">
              <a:xfrm>
                <a:off x="3009" y="69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417" name="Rectangle 12">
                <a:extLst>
                  <a:ext uri="{FF2B5EF4-FFF2-40B4-BE49-F238E27FC236}">
                    <a16:creationId xmlns:a16="http://schemas.microsoft.com/office/drawing/2014/main" id="{3F17140A-C032-46D0-A4EF-C8221275BB32}"/>
                  </a:ext>
                </a:extLst>
              </p:cNvPr>
              <p:cNvSpPr>
                <a:spLocks noChangeArrowheads="1"/>
              </p:cNvSpPr>
              <p:nvPr/>
            </p:nvSpPr>
            <p:spPr bwMode="auto">
              <a:xfrm>
                <a:off x="3388" y="69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418" name="Rectangle 13">
                <a:extLst>
                  <a:ext uri="{FF2B5EF4-FFF2-40B4-BE49-F238E27FC236}">
                    <a16:creationId xmlns:a16="http://schemas.microsoft.com/office/drawing/2014/main" id="{90AFE303-373F-4EEC-9ECC-390ABCFB6575}"/>
                  </a:ext>
                </a:extLst>
              </p:cNvPr>
              <p:cNvSpPr>
                <a:spLocks noChangeArrowheads="1"/>
              </p:cNvSpPr>
              <p:nvPr/>
            </p:nvSpPr>
            <p:spPr bwMode="auto">
              <a:xfrm>
                <a:off x="3749" y="69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419" name="Rectangle 14">
                <a:extLst>
                  <a:ext uri="{FF2B5EF4-FFF2-40B4-BE49-F238E27FC236}">
                    <a16:creationId xmlns:a16="http://schemas.microsoft.com/office/drawing/2014/main" id="{1381D27F-7BA8-47A2-89C5-75CC974BA6E3}"/>
                  </a:ext>
                </a:extLst>
              </p:cNvPr>
              <p:cNvSpPr>
                <a:spLocks noChangeArrowheads="1"/>
              </p:cNvSpPr>
              <p:nvPr/>
            </p:nvSpPr>
            <p:spPr bwMode="auto">
              <a:xfrm>
                <a:off x="4125" y="69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420" name="Rectangle 15">
                <a:extLst>
                  <a:ext uri="{FF2B5EF4-FFF2-40B4-BE49-F238E27FC236}">
                    <a16:creationId xmlns:a16="http://schemas.microsoft.com/office/drawing/2014/main" id="{1C77DA36-1428-4A2E-A730-44FAC52F64F8}"/>
                  </a:ext>
                </a:extLst>
              </p:cNvPr>
              <p:cNvSpPr>
                <a:spLocks noChangeArrowheads="1"/>
              </p:cNvSpPr>
              <p:nvPr/>
            </p:nvSpPr>
            <p:spPr bwMode="auto">
              <a:xfrm>
                <a:off x="4466" y="692"/>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421" name="Rectangle 16">
                <a:extLst>
                  <a:ext uri="{FF2B5EF4-FFF2-40B4-BE49-F238E27FC236}">
                    <a16:creationId xmlns:a16="http://schemas.microsoft.com/office/drawing/2014/main" id="{855FDD80-F173-4AEF-BB1D-25909E1C0859}"/>
                  </a:ext>
                </a:extLst>
              </p:cNvPr>
              <p:cNvSpPr>
                <a:spLocks noChangeArrowheads="1"/>
              </p:cNvSpPr>
              <p:nvPr/>
            </p:nvSpPr>
            <p:spPr bwMode="auto">
              <a:xfrm>
                <a:off x="1330" y="670"/>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22" name="Line 17">
                <a:extLst>
                  <a:ext uri="{FF2B5EF4-FFF2-40B4-BE49-F238E27FC236}">
                    <a16:creationId xmlns:a16="http://schemas.microsoft.com/office/drawing/2014/main" id="{9414D480-3F68-4F55-9CB2-A34BA77F757A}"/>
                  </a:ext>
                </a:extLst>
              </p:cNvPr>
              <p:cNvSpPr>
                <a:spLocks noChangeShapeType="1"/>
              </p:cNvSpPr>
              <p:nvPr/>
            </p:nvSpPr>
            <p:spPr bwMode="auto">
              <a:xfrm>
                <a:off x="1330" y="670"/>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23" name="Rectangle 18">
                <a:extLst>
                  <a:ext uri="{FF2B5EF4-FFF2-40B4-BE49-F238E27FC236}">
                    <a16:creationId xmlns:a16="http://schemas.microsoft.com/office/drawing/2014/main" id="{2ECFEE61-0E7F-48B9-9043-0AE89E221CB8}"/>
                  </a:ext>
                </a:extLst>
              </p:cNvPr>
              <p:cNvSpPr>
                <a:spLocks noChangeArrowheads="1"/>
              </p:cNvSpPr>
              <p:nvPr/>
            </p:nvSpPr>
            <p:spPr bwMode="auto">
              <a:xfrm>
                <a:off x="1712" y="670"/>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24" name="Line 19">
                <a:extLst>
                  <a:ext uri="{FF2B5EF4-FFF2-40B4-BE49-F238E27FC236}">
                    <a16:creationId xmlns:a16="http://schemas.microsoft.com/office/drawing/2014/main" id="{2B239D1F-9C7A-4147-A7CD-0CB8D933C374}"/>
                  </a:ext>
                </a:extLst>
              </p:cNvPr>
              <p:cNvSpPr>
                <a:spLocks noChangeShapeType="1"/>
              </p:cNvSpPr>
              <p:nvPr/>
            </p:nvSpPr>
            <p:spPr bwMode="auto">
              <a:xfrm>
                <a:off x="1712" y="67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25" name="Line 20">
                <a:extLst>
                  <a:ext uri="{FF2B5EF4-FFF2-40B4-BE49-F238E27FC236}">
                    <a16:creationId xmlns:a16="http://schemas.microsoft.com/office/drawing/2014/main" id="{2DD6A7AE-D44C-4B8C-8A7C-84EF3729721D}"/>
                  </a:ext>
                </a:extLst>
              </p:cNvPr>
              <p:cNvSpPr>
                <a:spLocks noChangeShapeType="1"/>
              </p:cNvSpPr>
              <p:nvPr/>
            </p:nvSpPr>
            <p:spPr bwMode="auto">
              <a:xfrm>
                <a:off x="1712" y="670"/>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26" name="Rectangle 21">
                <a:extLst>
                  <a:ext uri="{FF2B5EF4-FFF2-40B4-BE49-F238E27FC236}">
                    <a16:creationId xmlns:a16="http://schemas.microsoft.com/office/drawing/2014/main" id="{61560881-3DF4-45E1-B933-B0DCAE4921AD}"/>
                  </a:ext>
                </a:extLst>
              </p:cNvPr>
              <p:cNvSpPr>
                <a:spLocks noChangeArrowheads="1"/>
              </p:cNvSpPr>
              <p:nvPr/>
            </p:nvSpPr>
            <p:spPr bwMode="auto">
              <a:xfrm>
                <a:off x="1719" y="670"/>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27" name="Line 22">
                <a:extLst>
                  <a:ext uri="{FF2B5EF4-FFF2-40B4-BE49-F238E27FC236}">
                    <a16:creationId xmlns:a16="http://schemas.microsoft.com/office/drawing/2014/main" id="{B5FE0987-433E-4430-8131-B6AC5BD8FC41}"/>
                  </a:ext>
                </a:extLst>
              </p:cNvPr>
              <p:cNvSpPr>
                <a:spLocks noChangeShapeType="1"/>
              </p:cNvSpPr>
              <p:nvPr/>
            </p:nvSpPr>
            <p:spPr bwMode="auto">
              <a:xfrm>
                <a:off x="1719" y="67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28" name="Rectangle 23">
                <a:extLst>
                  <a:ext uri="{FF2B5EF4-FFF2-40B4-BE49-F238E27FC236}">
                    <a16:creationId xmlns:a16="http://schemas.microsoft.com/office/drawing/2014/main" id="{99A92E2A-BB01-4ED6-AB07-711EF2855E91}"/>
                  </a:ext>
                </a:extLst>
              </p:cNvPr>
              <p:cNvSpPr>
                <a:spLocks noChangeArrowheads="1"/>
              </p:cNvSpPr>
              <p:nvPr/>
            </p:nvSpPr>
            <p:spPr bwMode="auto">
              <a:xfrm>
                <a:off x="2087" y="670"/>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29" name="Line 24">
                <a:extLst>
                  <a:ext uri="{FF2B5EF4-FFF2-40B4-BE49-F238E27FC236}">
                    <a16:creationId xmlns:a16="http://schemas.microsoft.com/office/drawing/2014/main" id="{1E934507-76A0-46B7-87A4-398AC547AB77}"/>
                  </a:ext>
                </a:extLst>
              </p:cNvPr>
              <p:cNvSpPr>
                <a:spLocks noChangeShapeType="1"/>
              </p:cNvSpPr>
              <p:nvPr/>
            </p:nvSpPr>
            <p:spPr bwMode="auto">
              <a:xfrm>
                <a:off x="2087" y="67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30" name="Line 25">
                <a:extLst>
                  <a:ext uri="{FF2B5EF4-FFF2-40B4-BE49-F238E27FC236}">
                    <a16:creationId xmlns:a16="http://schemas.microsoft.com/office/drawing/2014/main" id="{DFDE4C93-D728-4279-9619-73CAEFFF20EC}"/>
                  </a:ext>
                </a:extLst>
              </p:cNvPr>
              <p:cNvSpPr>
                <a:spLocks noChangeShapeType="1"/>
              </p:cNvSpPr>
              <p:nvPr/>
            </p:nvSpPr>
            <p:spPr bwMode="auto">
              <a:xfrm>
                <a:off x="2087" y="670"/>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31" name="Rectangle 26">
                <a:extLst>
                  <a:ext uri="{FF2B5EF4-FFF2-40B4-BE49-F238E27FC236}">
                    <a16:creationId xmlns:a16="http://schemas.microsoft.com/office/drawing/2014/main" id="{83A6A441-758A-44A1-B825-DF040A4E9364}"/>
                  </a:ext>
                </a:extLst>
              </p:cNvPr>
              <p:cNvSpPr>
                <a:spLocks noChangeArrowheads="1"/>
              </p:cNvSpPr>
              <p:nvPr/>
            </p:nvSpPr>
            <p:spPr bwMode="auto">
              <a:xfrm>
                <a:off x="2094" y="670"/>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32" name="Line 27">
                <a:extLst>
                  <a:ext uri="{FF2B5EF4-FFF2-40B4-BE49-F238E27FC236}">
                    <a16:creationId xmlns:a16="http://schemas.microsoft.com/office/drawing/2014/main" id="{11CA1894-58DC-48DE-B2C3-F13B3A4E4347}"/>
                  </a:ext>
                </a:extLst>
              </p:cNvPr>
              <p:cNvSpPr>
                <a:spLocks noChangeShapeType="1"/>
              </p:cNvSpPr>
              <p:nvPr/>
            </p:nvSpPr>
            <p:spPr bwMode="auto">
              <a:xfrm>
                <a:off x="2094" y="670"/>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33" name="Rectangle 28">
                <a:extLst>
                  <a:ext uri="{FF2B5EF4-FFF2-40B4-BE49-F238E27FC236}">
                    <a16:creationId xmlns:a16="http://schemas.microsoft.com/office/drawing/2014/main" id="{2943CE35-DBF7-4659-B979-43ACC38B1AC9}"/>
                  </a:ext>
                </a:extLst>
              </p:cNvPr>
              <p:cNvSpPr>
                <a:spLocks noChangeArrowheads="1"/>
              </p:cNvSpPr>
              <p:nvPr/>
            </p:nvSpPr>
            <p:spPr bwMode="auto">
              <a:xfrm>
                <a:off x="2466" y="670"/>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34" name="Line 29">
                <a:extLst>
                  <a:ext uri="{FF2B5EF4-FFF2-40B4-BE49-F238E27FC236}">
                    <a16:creationId xmlns:a16="http://schemas.microsoft.com/office/drawing/2014/main" id="{272070D1-719D-4F10-B4CB-C0CD9CB81484}"/>
                  </a:ext>
                </a:extLst>
              </p:cNvPr>
              <p:cNvSpPr>
                <a:spLocks noChangeShapeType="1"/>
              </p:cNvSpPr>
              <p:nvPr/>
            </p:nvSpPr>
            <p:spPr bwMode="auto">
              <a:xfrm>
                <a:off x="2466" y="67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35" name="Line 30">
                <a:extLst>
                  <a:ext uri="{FF2B5EF4-FFF2-40B4-BE49-F238E27FC236}">
                    <a16:creationId xmlns:a16="http://schemas.microsoft.com/office/drawing/2014/main" id="{742A8CA6-D38C-45C1-8E47-B3843FB9DA7F}"/>
                  </a:ext>
                </a:extLst>
              </p:cNvPr>
              <p:cNvSpPr>
                <a:spLocks noChangeShapeType="1"/>
              </p:cNvSpPr>
              <p:nvPr/>
            </p:nvSpPr>
            <p:spPr bwMode="auto">
              <a:xfrm>
                <a:off x="2466" y="670"/>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36" name="Rectangle 31">
                <a:extLst>
                  <a:ext uri="{FF2B5EF4-FFF2-40B4-BE49-F238E27FC236}">
                    <a16:creationId xmlns:a16="http://schemas.microsoft.com/office/drawing/2014/main" id="{4D08C142-5047-4459-98E7-771BDB761331}"/>
                  </a:ext>
                </a:extLst>
              </p:cNvPr>
              <p:cNvSpPr>
                <a:spLocks noChangeArrowheads="1"/>
              </p:cNvSpPr>
              <p:nvPr/>
            </p:nvSpPr>
            <p:spPr bwMode="auto">
              <a:xfrm>
                <a:off x="2473" y="670"/>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37" name="Line 32">
                <a:extLst>
                  <a:ext uri="{FF2B5EF4-FFF2-40B4-BE49-F238E27FC236}">
                    <a16:creationId xmlns:a16="http://schemas.microsoft.com/office/drawing/2014/main" id="{AC31AE7F-1CFA-4EC3-8BDD-8E487D28DBC6}"/>
                  </a:ext>
                </a:extLst>
              </p:cNvPr>
              <p:cNvSpPr>
                <a:spLocks noChangeShapeType="1"/>
              </p:cNvSpPr>
              <p:nvPr/>
            </p:nvSpPr>
            <p:spPr bwMode="auto">
              <a:xfrm>
                <a:off x="2473" y="67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38" name="Rectangle 33">
                <a:extLst>
                  <a:ext uri="{FF2B5EF4-FFF2-40B4-BE49-F238E27FC236}">
                    <a16:creationId xmlns:a16="http://schemas.microsoft.com/office/drawing/2014/main" id="{E485A5E5-9FBF-4160-87AA-BD9F177372CF}"/>
                  </a:ext>
                </a:extLst>
              </p:cNvPr>
              <p:cNvSpPr>
                <a:spLocks noChangeArrowheads="1"/>
              </p:cNvSpPr>
              <p:nvPr/>
            </p:nvSpPr>
            <p:spPr bwMode="auto">
              <a:xfrm>
                <a:off x="2841" y="670"/>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39" name="Line 34">
                <a:extLst>
                  <a:ext uri="{FF2B5EF4-FFF2-40B4-BE49-F238E27FC236}">
                    <a16:creationId xmlns:a16="http://schemas.microsoft.com/office/drawing/2014/main" id="{4E39698B-B0ED-41C8-B2A1-9A25783B5627}"/>
                  </a:ext>
                </a:extLst>
              </p:cNvPr>
              <p:cNvSpPr>
                <a:spLocks noChangeShapeType="1"/>
              </p:cNvSpPr>
              <p:nvPr/>
            </p:nvSpPr>
            <p:spPr bwMode="auto">
              <a:xfrm>
                <a:off x="2841" y="67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40" name="Line 35">
                <a:extLst>
                  <a:ext uri="{FF2B5EF4-FFF2-40B4-BE49-F238E27FC236}">
                    <a16:creationId xmlns:a16="http://schemas.microsoft.com/office/drawing/2014/main" id="{0F047B91-7CE9-4739-96A9-6906776B1509}"/>
                  </a:ext>
                </a:extLst>
              </p:cNvPr>
              <p:cNvSpPr>
                <a:spLocks noChangeShapeType="1"/>
              </p:cNvSpPr>
              <p:nvPr/>
            </p:nvSpPr>
            <p:spPr bwMode="auto">
              <a:xfrm>
                <a:off x="2841" y="670"/>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41" name="Rectangle 36">
                <a:extLst>
                  <a:ext uri="{FF2B5EF4-FFF2-40B4-BE49-F238E27FC236}">
                    <a16:creationId xmlns:a16="http://schemas.microsoft.com/office/drawing/2014/main" id="{83152EBC-FA33-4074-820D-3B012A8FE13B}"/>
                  </a:ext>
                </a:extLst>
              </p:cNvPr>
              <p:cNvSpPr>
                <a:spLocks noChangeArrowheads="1"/>
              </p:cNvSpPr>
              <p:nvPr/>
            </p:nvSpPr>
            <p:spPr bwMode="auto">
              <a:xfrm>
                <a:off x="2848" y="670"/>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42" name="Line 37">
                <a:extLst>
                  <a:ext uri="{FF2B5EF4-FFF2-40B4-BE49-F238E27FC236}">
                    <a16:creationId xmlns:a16="http://schemas.microsoft.com/office/drawing/2014/main" id="{6AD097ED-D3D7-4D61-874A-2FEF90144AFF}"/>
                  </a:ext>
                </a:extLst>
              </p:cNvPr>
              <p:cNvSpPr>
                <a:spLocks noChangeShapeType="1"/>
              </p:cNvSpPr>
              <p:nvPr/>
            </p:nvSpPr>
            <p:spPr bwMode="auto">
              <a:xfrm>
                <a:off x="2848" y="670"/>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43" name="Rectangle 38">
                <a:extLst>
                  <a:ext uri="{FF2B5EF4-FFF2-40B4-BE49-F238E27FC236}">
                    <a16:creationId xmlns:a16="http://schemas.microsoft.com/office/drawing/2014/main" id="{7B04B733-9ACE-4DA6-B270-836E9DB0A4DE}"/>
                  </a:ext>
                </a:extLst>
              </p:cNvPr>
              <p:cNvSpPr>
                <a:spLocks noChangeArrowheads="1"/>
              </p:cNvSpPr>
              <p:nvPr/>
            </p:nvSpPr>
            <p:spPr bwMode="auto">
              <a:xfrm>
                <a:off x="3243" y="670"/>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44" name="Line 39">
                <a:extLst>
                  <a:ext uri="{FF2B5EF4-FFF2-40B4-BE49-F238E27FC236}">
                    <a16:creationId xmlns:a16="http://schemas.microsoft.com/office/drawing/2014/main" id="{148DE098-07B7-45D1-8CAC-633BA7B83E27}"/>
                  </a:ext>
                </a:extLst>
              </p:cNvPr>
              <p:cNvSpPr>
                <a:spLocks noChangeShapeType="1"/>
              </p:cNvSpPr>
              <p:nvPr/>
            </p:nvSpPr>
            <p:spPr bwMode="auto">
              <a:xfrm>
                <a:off x="3243" y="67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45" name="Line 40">
                <a:extLst>
                  <a:ext uri="{FF2B5EF4-FFF2-40B4-BE49-F238E27FC236}">
                    <a16:creationId xmlns:a16="http://schemas.microsoft.com/office/drawing/2014/main" id="{33BFDAD3-9B93-46B9-B5BD-D81475C7DD61}"/>
                  </a:ext>
                </a:extLst>
              </p:cNvPr>
              <p:cNvSpPr>
                <a:spLocks noChangeShapeType="1"/>
              </p:cNvSpPr>
              <p:nvPr/>
            </p:nvSpPr>
            <p:spPr bwMode="auto">
              <a:xfrm>
                <a:off x="3243" y="670"/>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46" name="Rectangle 41">
                <a:extLst>
                  <a:ext uri="{FF2B5EF4-FFF2-40B4-BE49-F238E27FC236}">
                    <a16:creationId xmlns:a16="http://schemas.microsoft.com/office/drawing/2014/main" id="{951A7983-5EA8-490E-9E32-2500C0431F22}"/>
                  </a:ext>
                </a:extLst>
              </p:cNvPr>
              <p:cNvSpPr>
                <a:spLocks noChangeArrowheads="1"/>
              </p:cNvSpPr>
              <p:nvPr/>
            </p:nvSpPr>
            <p:spPr bwMode="auto">
              <a:xfrm>
                <a:off x="3250" y="670"/>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47" name="Line 42">
                <a:extLst>
                  <a:ext uri="{FF2B5EF4-FFF2-40B4-BE49-F238E27FC236}">
                    <a16:creationId xmlns:a16="http://schemas.microsoft.com/office/drawing/2014/main" id="{44E57A8C-4DB4-40C5-A000-D41553CE37F7}"/>
                  </a:ext>
                </a:extLst>
              </p:cNvPr>
              <p:cNvSpPr>
                <a:spLocks noChangeShapeType="1"/>
              </p:cNvSpPr>
              <p:nvPr/>
            </p:nvSpPr>
            <p:spPr bwMode="auto">
              <a:xfrm>
                <a:off x="3250" y="670"/>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48" name="Rectangle 43">
                <a:extLst>
                  <a:ext uri="{FF2B5EF4-FFF2-40B4-BE49-F238E27FC236}">
                    <a16:creationId xmlns:a16="http://schemas.microsoft.com/office/drawing/2014/main" id="{D960D5B3-9A40-462A-904F-2CA6DE7FF75D}"/>
                  </a:ext>
                </a:extLst>
              </p:cNvPr>
              <p:cNvSpPr>
                <a:spLocks noChangeArrowheads="1"/>
              </p:cNvSpPr>
              <p:nvPr/>
            </p:nvSpPr>
            <p:spPr bwMode="auto">
              <a:xfrm>
                <a:off x="3595" y="670"/>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49" name="Line 44">
                <a:extLst>
                  <a:ext uri="{FF2B5EF4-FFF2-40B4-BE49-F238E27FC236}">
                    <a16:creationId xmlns:a16="http://schemas.microsoft.com/office/drawing/2014/main" id="{3AD9ED3C-0A1F-433B-87EC-664C33C1BD9A}"/>
                  </a:ext>
                </a:extLst>
              </p:cNvPr>
              <p:cNvSpPr>
                <a:spLocks noChangeShapeType="1"/>
              </p:cNvSpPr>
              <p:nvPr/>
            </p:nvSpPr>
            <p:spPr bwMode="auto">
              <a:xfrm>
                <a:off x="3595" y="67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50" name="Line 45">
                <a:extLst>
                  <a:ext uri="{FF2B5EF4-FFF2-40B4-BE49-F238E27FC236}">
                    <a16:creationId xmlns:a16="http://schemas.microsoft.com/office/drawing/2014/main" id="{ED1D6795-B8E9-4F86-893F-F708C39D1BBE}"/>
                  </a:ext>
                </a:extLst>
              </p:cNvPr>
              <p:cNvSpPr>
                <a:spLocks noChangeShapeType="1"/>
              </p:cNvSpPr>
              <p:nvPr/>
            </p:nvSpPr>
            <p:spPr bwMode="auto">
              <a:xfrm>
                <a:off x="3595" y="670"/>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51" name="Rectangle 46">
                <a:extLst>
                  <a:ext uri="{FF2B5EF4-FFF2-40B4-BE49-F238E27FC236}">
                    <a16:creationId xmlns:a16="http://schemas.microsoft.com/office/drawing/2014/main" id="{113A8FC1-BD08-4F01-BF8F-754A8D74A801}"/>
                  </a:ext>
                </a:extLst>
              </p:cNvPr>
              <p:cNvSpPr>
                <a:spLocks noChangeArrowheads="1"/>
              </p:cNvSpPr>
              <p:nvPr/>
            </p:nvSpPr>
            <p:spPr bwMode="auto">
              <a:xfrm>
                <a:off x="3602" y="670"/>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52" name="Line 47">
                <a:extLst>
                  <a:ext uri="{FF2B5EF4-FFF2-40B4-BE49-F238E27FC236}">
                    <a16:creationId xmlns:a16="http://schemas.microsoft.com/office/drawing/2014/main" id="{6A7D4C55-6DDD-4FBD-824F-A7C1254474C7}"/>
                  </a:ext>
                </a:extLst>
              </p:cNvPr>
              <p:cNvSpPr>
                <a:spLocks noChangeShapeType="1"/>
              </p:cNvSpPr>
              <p:nvPr/>
            </p:nvSpPr>
            <p:spPr bwMode="auto">
              <a:xfrm>
                <a:off x="3602" y="670"/>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53" name="Rectangle 48">
                <a:extLst>
                  <a:ext uri="{FF2B5EF4-FFF2-40B4-BE49-F238E27FC236}">
                    <a16:creationId xmlns:a16="http://schemas.microsoft.com/office/drawing/2014/main" id="{76572068-F592-4757-B5EC-E3CFCC080310}"/>
                  </a:ext>
                </a:extLst>
              </p:cNvPr>
              <p:cNvSpPr>
                <a:spLocks noChangeArrowheads="1"/>
              </p:cNvSpPr>
              <p:nvPr/>
            </p:nvSpPr>
            <p:spPr bwMode="auto">
              <a:xfrm>
                <a:off x="3974" y="670"/>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54" name="Line 49">
                <a:extLst>
                  <a:ext uri="{FF2B5EF4-FFF2-40B4-BE49-F238E27FC236}">
                    <a16:creationId xmlns:a16="http://schemas.microsoft.com/office/drawing/2014/main" id="{507AE96E-8B9C-42EC-AB6F-AD7E3C8A9F47}"/>
                  </a:ext>
                </a:extLst>
              </p:cNvPr>
              <p:cNvSpPr>
                <a:spLocks noChangeShapeType="1"/>
              </p:cNvSpPr>
              <p:nvPr/>
            </p:nvSpPr>
            <p:spPr bwMode="auto">
              <a:xfrm>
                <a:off x="3974" y="67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55" name="Line 50">
                <a:extLst>
                  <a:ext uri="{FF2B5EF4-FFF2-40B4-BE49-F238E27FC236}">
                    <a16:creationId xmlns:a16="http://schemas.microsoft.com/office/drawing/2014/main" id="{86BCF0B4-2AAD-4EAF-85EB-FCCDF420B142}"/>
                  </a:ext>
                </a:extLst>
              </p:cNvPr>
              <p:cNvSpPr>
                <a:spLocks noChangeShapeType="1"/>
              </p:cNvSpPr>
              <p:nvPr/>
            </p:nvSpPr>
            <p:spPr bwMode="auto">
              <a:xfrm>
                <a:off x="3974" y="670"/>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56" name="Rectangle 51">
                <a:extLst>
                  <a:ext uri="{FF2B5EF4-FFF2-40B4-BE49-F238E27FC236}">
                    <a16:creationId xmlns:a16="http://schemas.microsoft.com/office/drawing/2014/main" id="{1DF69CC3-9C66-4FC0-BD63-E5D5C300D20A}"/>
                  </a:ext>
                </a:extLst>
              </p:cNvPr>
              <p:cNvSpPr>
                <a:spLocks noChangeArrowheads="1"/>
              </p:cNvSpPr>
              <p:nvPr/>
            </p:nvSpPr>
            <p:spPr bwMode="auto">
              <a:xfrm>
                <a:off x="3981" y="670"/>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57" name="Line 52">
                <a:extLst>
                  <a:ext uri="{FF2B5EF4-FFF2-40B4-BE49-F238E27FC236}">
                    <a16:creationId xmlns:a16="http://schemas.microsoft.com/office/drawing/2014/main" id="{67F4ED7F-4F0C-41DC-9EAE-42AE50517210}"/>
                  </a:ext>
                </a:extLst>
              </p:cNvPr>
              <p:cNvSpPr>
                <a:spLocks noChangeShapeType="1"/>
              </p:cNvSpPr>
              <p:nvPr/>
            </p:nvSpPr>
            <p:spPr bwMode="auto">
              <a:xfrm>
                <a:off x="3981" y="67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58" name="Rectangle 53">
                <a:extLst>
                  <a:ext uri="{FF2B5EF4-FFF2-40B4-BE49-F238E27FC236}">
                    <a16:creationId xmlns:a16="http://schemas.microsoft.com/office/drawing/2014/main" id="{D0BAB620-60BE-4C69-8074-3077BAB53A99}"/>
                  </a:ext>
                </a:extLst>
              </p:cNvPr>
              <p:cNvSpPr>
                <a:spLocks noChangeArrowheads="1"/>
              </p:cNvSpPr>
              <p:nvPr/>
            </p:nvSpPr>
            <p:spPr bwMode="auto">
              <a:xfrm>
                <a:off x="4349" y="670"/>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59" name="Line 54">
                <a:extLst>
                  <a:ext uri="{FF2B5EF4-FFF2-40B4-BE49-F238E27FC236}">
                    <a16:creationId xmlns:a16="http://schemas.microsoft.com/office/drawing/2014/main" id="{19760C83-9D64-4954-875A-7FBE56E8241F}"/>
                  </a:ext>
                </a:extLst>
              </p:cNvPr>
              <p:cNvSpPr>
                <a:spLocks noChangeShapeType="1"/>
              </p:cNvSpPr>
              <p:nvPr/>
            </p:nvSpPr>
            <p:spPr bwMode="auto">
              <a:xfrm>
                <a:off x="4349" y="67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60" name="Line 55">
                <a:extLst>
                  <a:ext uri="{FF2B5EF4-FFF2-40B4-BE49-F238E27FC236}">
                    <a16:creationId xmlns:a16="http://schemas.microsoft.com/office/drawing/2014/main" id="{CAA720DE-6793-4A38-B7CF-449C4008E7D4}"/>
                  </a:ext>
                </a:extLst>
              </p:cNvPr>
              <p:cNvSpPr>
                <a:spLocks noChangeShapeType="1"/>
              </p:cNvSpPr>
              <p:nvPr/>
            </p:nvSpPr>
            <p:spPr bwMode="auto">
              <a:xfrm>
                <a:off x="4349" y="670"/>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61" name="Rectangle 56">
                <a:extLst>
                  <a:ext uri="{FF2B5EF4-FFF2-40B4-BE49-F238E27FC236}">
                    <a16:creationId xmlns:a16="http://schemas.microsoft.com/office/drawing/2014/main" id="{09ECE990-2EC8-4FB6-BAA0-98DE148B3714}"/>
                  </a:ext>
                </a:extLst>
              </p:cNvPr>
              <p:cNvSpPr>
                <a:spLocks noChangeArrowheads="1"/>
              </p:cNvSpPr>
              <p:nvPr/>
            </p:nvSpPr>
            <p:spPr bwMode="auto">
              <a:xfrm>
                <a:off x="4356" y="670"/>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62" name="Line 57">
                <a:extLst>
                  <a:ext uri="{FF2B5EF4-FFF2-40B4-BE49-F238E27FC236}">
                    <a16:creationId xmlns:a16="http://schemas.microsoft.com/office/drawing/2014/main" id="{EF0925C1-8CEA-4697-9604-5B219B5E5ED2}"/>
                  </a:ext>
                </a:extLst>
              </p:cNvPr>
              <p:cNvSpPr>
                <a:spLocks noChangeShapeType="1"/>
              </p:cNvSpPr>
              <p:nvPr/>
            </p:nvSpPr>
            <p:spPr bwMode="auto">
              <a:xfrm>
                <a:off x="4356" y="67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63" name="Rectangle 58">
                <a:extLst>
                  <a:ext uri="{FF2B5EF4-FFF2-40B4-BE49-F238E27FC236}">
                    <a16:creationId xmlns:a16="http://schemas.microsoft.com/office/drawing/2014/main" id="{E67B1B16-871B-42B7-A968-FFA05F4C62BD}"/>
                  </a:ext>
                </a:extLst>
              </p:cNvPr>
              <p:cNvSpPr>
                <a:spLocks noChangeArrowheads="1"/>
              </p:cNvSpPr>
              <p:nvPr/>
            </p:nvSpPr>
            <p:spPr bwMode="auto">
              <a:xfrm>
                <a:off x="1712" y="675"/>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64" name="Line 59">
                <a:extLst>
                  <a:ext uri="{FF2B5EF4-FFF2-40B4-BE49-F238E27FC236}">
                    <a16:creationId xmlns:a16="http://schemas.microsoft.com/office/drawing/2014/main" id="{D299F3C5-69A2-4D39-8CCC-95BFD7CB88DA}"/>
                  </a:ext>
                </a:extLst>
              </p:cNvPr>
              <p:cNvSpPr>
                <a:spLocks noChangeShapeType="1"/>
              </p:cNvSpPr>
              <p:nvPr/>
            </p:nvSpPr>
            <p:spPr bwMode="auto">
              <a:xfrm>
                <a:off x="1712" y="675"/>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65" name="Rectangle 60">
                <a:extLst>
                  <a:ext uri="{FF2B5EF4-FFF2-40B4-BE49-F238E27FC236}">
                    <a16:creationId xmlns:a16="http://schemas.microsoft.com/office/drawing/2014/main" id="{39545456-8E6E-4076-8245-D7C82B67B40C}"/>
                  </a:ext>
                </a:extLst>
              </p:cNvPr>
              <p:cNvSpPr>
                <a:spLocks noChangeArrowheads="1"/>
              </p:cNvSpPr>
              <p:nvPr/>
            </p:nvSpPr>
            <p:spPr bwMode="auto">
              <a:xfrm>
                <a:off x="2087" y="675"/>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66" name="Line 61">
                <a:extLst>
                  <a:ext uri="{FF2B5EF4-FFF2-40B4-BE49-F238E27FC236}">
                    <a16:creationId xmlns:a16="http://schemas.microsoft.com/office/drawing/2014/main" id="{D655D259-3B5D-4529-878B-C52D1A85B858}"/>
                  </a:ext>
                </a:extLst>
              </p:cNvPr>
              <p:cNvSpPr>
                <a:spLocks noChangeShapeType="1"/>
              </p:cNvSpPr>
              <p:nvPr/>
            </p:nvSpPr>
            <p:spPr bwMode="auto">
              <a:xfrm>
                <a:off x="2087" y="675"/>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67" name="Rectangle 62">
                <a:extLst>
                  <a:ext uri="{FF2B5EF4-FFF2-40B4-BE49-F238E27FC236}">
                    <a16:creationId xmlns:a16="http://schemas.microsoft.com/office/drawing/2014/main" id="{F84A2588-D689-4C54-A273-CDFF4F88FF66}"/>
                  </a:ext>
                </a:extLst>
              </p:cNvPr>
              <p:cNvSpPr>
                <a:spLocks noChangeArrowheads="1"/>
              </p:cNvSpPr>
              <p:nvPr/>
            </p:nvSpPr>
            <p:spPr bwMode="auto">
              <a:xfrm>
                <a:off x="2466" y="675"/>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68" name="Line 63">
                <a:extLst>
                  <a:ext uri="{FF2B5EF4-FFF2-40B4-BE49-F238E27FC236}">
                    <a16:creationId xmlns:a16="http://schemas.microsoft.com/office/drawing/2014/main" id="{D0C3DA15-A2EE-4D6C-AC40-A82C4957DACF}"/>
                  </a:ext>
                </a:extLst>
              </p:cNvPr>
              <p:cNvSpPr>
                <a:spLocks noChangeShapeType="1"/>
              </p:cNvSpPr>
              <p:nvPr/>
            </p:nvSpPr>
            <p:spPr bwMode="auto">
              <a:xfrm>
                <a:off x="2466" y="675"/>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69" name="Rectangle 64">
                <a:extLst>
                  <a:ext uri="{FF2B5EF4-FFF2-40B4-BE49-F238E27FC236}">
                    <a16:creationId xmlns:a16="http://schemas.microsoft.com/office/drawing/2014/main" id="{A4F3F44C-4F8E-4485-9C68-81A927A0F0AE}"/>
                  </a:ext>
                </a:extLst>
              </p:cNvPr>
              <p:cNvSpPr>
                <a:spLocks noChangeArrowheads="1"/>
              </p:cNvSpPr>
              <p:nvPr/>
            </p:nvSpPr>
            <p:spPr bwMode="auto">
              <a:xfrm>
                <a:off x="2841" y="675"/>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70" name="Line 65">
                <a:extLst>
                  <a:ext uri="{FF2B5EF4-FFF2-40B4-BE49-F238E27FC236}">
                    <a16:creationId xmlns:a16="http://schemas.microsoft.com/office/drawing/2014/main" id="{C2289C4E-BC17-481E-B94A-2A9D44D46F52}"/>
                  </a:ext>
                </a:extLst>
              </p:cNvPr>
              <p:cNvSpPr>
                <a:spLocks noChangeShapeType="1"/>
              </p:cNvSpPr>
              <p:nvPr/>
            </p:nvSpPr>
            <p:spPr bwMode="auto">
              <a:xfrm>
                <a:off x="2841" y="675"/>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71" name="Rectangle 66">
                <a:extLst>
                  <a:ext uri="{FF2B5EF4-FFF2-40B4-BE49-F238E27FC236}">
                    <a16:creationId xmlns:a16="http://schemas.microsoft.com/office/drawing/2014/main" id="{0033071D-8840-4690-BF22-DEC4E4540221}"/>
                  </a:ext>
                </a:extLst>
              </p:cNvPr>
              <p:cNvSpPr>
                <a:spLocks noChangeArrowheads="1"/>
              </p:cNvSpPr>
              <p:nvPr/>
            </p:nvSpPr>
            <p:spPr bwMode="auto">
              <a:xfrm>
                <a:off x="3243" y="675"/>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72" name="Line 67">
                <a:extLst>
                  <a:ext uri="{FF2B5EF4-FFF2-40B4-BE49-F238E27FC236}">
                    <a16:creationId xmlns:a16="http://schemas.microsoft.com/office/drawing/2014/main" id="{4B7723E2-FA51-453C-ACCA-9FD0CDBF2A5B}"/>
                  </a:ext>
                </a:extLst>
              </p:cNvPr>
              <p:cNvSpPr>
                <a:spLocks noChangeShapeType="1"/>
              </p:cNvSpPr>
              <p:nvPr/>
            </p:nvSpPr>
            <p:spPr bwMode="auto">
              <a:xfrm>
                <a:off x="3243" y="675"/>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73" name="Rectangle 68">
                <a:extLst>
                  <a:ext uri="{FF2B5EF4-FFF2-40B4-BE49-F238E27FC236}">
                    <a16:creationId xmlns:a16="http://schemas.microsoft.com/office/drawing/2014/main" id="{898276D1-A94E-42BB-92C6-55EC642B38F9}"/>
                  </a:ext>
                </a:extLst>
              </p:cNvPr>
              <p:cNvSpPr>
                <a:spLocks noChangeArrowheads="1"/>
              </p:cNvSpPr>
              <p:nvPr/>
            </p:nvSpPr>
            <p:spPr bwMode="auto">
              <a:xfrm>
                <a:off x="3595" y="675"/>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74" name="Line 69">
                <a:extLst>
                  <a:ext uri="{FF2B5EF4-FFF2-40B4-BE49-F238E27FC236}">
                    <a16:creationId xmlns:a16="http://schemas.microsoft.com/office/drawing/2014/main" id="{82003ECF-A243-4ED2-9B3A-AF956136E0A2}"/>
                  </a:ext>
                </a:extLst>
              </p:cNvPr>
              <p:cNvSpPr>
                <a:spLocks noChangeShapeType="1"/>
              </p:cNvSpPr>
              <p:nvPr/>
            </p:nvSpPr>
            <p:spPr bwMode="auto">
              <a:xfrm>
                <a:off x="3595" y="675"/>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75" name="Rectangle 70">
                <a:extLst>
                  <a:ext uri="{FF2B5EF4-FFF2-40B4-BE49-F238E27FC236}">
                    <a16:creationId xmlns:a16="http://schemas.microsoft.com/office/drawing/2014/main" id="{40E5429A-A714-4D53-BEF5-D57FB87C337D}"/>
                  </a:ext>
                </a:extLst>
              </p:cNvPr>
              <p:cNvSpPr>
                <a:spLocks noChangeArrowheads="1"/>
              </p:cNvSpPr>
              <p:nvPr/>
            </p:nvSpPr>
            <p:spPr bwMode="auto">
              <a:xfrm>
                <a:off x="3974" y="675"/>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76" name="Line 71">
                <a:extLst>
                  <a:ext uri="{FF2B5EF4-FFF2-40B4-BE49-F238E27FC236}">
                    <a16:creationId xmlns:a16="http://schemas.microsoft.com/office/drawing/2014/main" id="{D90FB1E8-4452-4517-9B10-C7930DA0FF4D}"/>
                  </a:ext>
                </a:extLst>
              </p:cNvPr>
              <p:cNvSpPr>
                <a:spLocks noChangeShapeType="1"/>
              </p:cNvSpPr>
              <p:nvPr/>
            </p:nvSpPr>
            <p:spPr bwMode="auto">
              <a:xfrm>
                <a:off x="3974" y="675"/>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77" name="Rectangle 72">
                <a:extLst>
                  <a:ext uri="{FF2B5EF4-FFF2-40B4-BE49-F238E27FC236}">
                    <a16:creationId xmlns:a16="http://schemas.microsoft.com/office/drawing/2014/main" id="{A0F831A7-8299-40D2-8000-151713FDCC38}"/>
                  </a:ext>
                </a:extLst>
              </p:cNvPr>
              <p:cNvSpPr>
                <a:spLocks noChangeArrowheads="1"/>
              </p:cNvSpPr>
              <p:nvPr/>
            </p:nvSpPr>
            <p:spPr bwMode="auto">
              <a:xfrm>
                <a:off x="4349" y="675"/>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78" name="Line 73">
                <a:extLst>
                  <a:ext uri="{FF2B5EF4-FFF2-40B4-BE49-F238E27FC236}">
                    <a16:creationId xmlns:a16="http://schemas.microsoft.com/office/drawing/2014/main" id="{3FAD21B7-4F1B-46BC-B2FC-68A9AA987D00}"/>
                  </a:ext>
                </a:extLst>
              </p:cNvPr>
              <p:cNvSpPr>
                <a:spLocks noChangeShapeType="1"/>
              </p:cNvSpPr>
              <p:nvPr/>
            </p:nvSpPr>
            <p:spPr bwMode="auto">
              <a:xfrm>
                <a:off x="4349" y="675"/>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79" name="Rectangle 74">
                <a:extLst>
                  <a:ext uri="{FF2B5EF4-FFF2-40B4-BE49-F238E27FC236}">
                    <a16:creationId xmlns:a16="http://schemas.microsoft.com/office/drawing/2014/main" id="{D13CD0E3-AA11-4193-B5D4-8DA63B6D9DDB}"/>
                  </a:ext>
                </a:extLst>
              </p:cNvPr>
              <p:cNvSpPr>
                <a:spLocks noChangeArrowheads="1"/>
              </p:cNvSpPr>
              <p:nvPr/>
            </p:nvSpPr>
            <p:spPr bwMode="auto">
              <a:xfrm>
                <a:off x="1416" y="873"/>
                <a:ext cx="85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                   </a:t>
                </a:r>
                <a:endParaRPr lang="en-US" altLang="zh-CN" sz="2000" b="1" dirty="0">
                  <a:ea typeface="华文中宋" panose="02010600040101010101" pitchFamily="2" charset="-122"/>
                </a:endParaRPr>
              </a:p>
            </p:txBody>
          </p:sp>
          <p:sp>
            <p:nvSpPr>
              <p:cNvPr id="25480" name="Rectangle 75">
                <a:extLst>
                  <a:ext uri="{FF2B5EF4-FFF2-40B4-BE49-F238E27FC236}">
                    <a16:creationId xmlns:a16="http://schemas.microsoft.com/office/drawing/2014/main" id="{C0893B28-BF1E-4840-8877-021B9A0CCCDA}"/>
                  </a:ext>
                </a:extLst>
              </p:cNvPr>
              <p:cNvSpPr>
                <a:spLocks noChangeArrowheads="1"/>
              </p:cNvSpPr>
              <p:nvPr/>
            </p:nvSpPr>
            <p:spPr bwMode="auto">
              <a:xfrm>
                <a:off x="2610" y="873"/>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5481" name="Rectangle 76">
                <a:extLst>
                  <a:ext uri="{FF2B5EF4-FFF2-40B4-BE49-F238E27FC236}">
                    <a16:creationId xmlns:a16="http://schemas.microsoft.com/office/drawing/2014/main" id="{BEA3D6CC-E054-4FB9-9065-6F6762581B2F}"/>
                  </a:ext>
                </a:extLst>
              </p:cNvPr>
              <p:cNvSpPr>
                <a:spLocks noChangeArrowheads="1"/>
              </p:cNvSpPr>
              <p:nvPr/>
            </p:nvSpPr>
            <p:spPr bwMode="auto">
              <a:xfrm>
                <a:off x="1330" y="853"/>
                <a:ext cx="38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82" name="Line 77">
                <a:extLst>
                  <a:ext uri="{FF2B5EF4-FFF2-40B4-BE49-F238E27FC236}">
                    <a16:creationId xmlns:a16="http://schemas.microsoft.com/office/drawing/2014/main" id="{B1CDA043-2712-4B5B-B245-BA9C02EEE379}"/>
                  </a:ext>
                </a:extLst>
              </p:cNvPr>
              <p:cNvSpPr>
                <a:spLocks noChangeShapeType="1"/>
              </p:cNvSpPr>
              <p:nvPr/>
            </p:nvSpPr>
            <p:spPr bwMode="auto">
              <a:xfrm>
                <a:off x="1330" y="853"/>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83" name="Rectangle 78">
                <a:extLst>
                  <a:ext uri="{FF2B5EF4-FFF2-40B4-BE49-F238E27FC236}">
                    <a16:creationId xmlns:a16="http://schemas.microsoft.com/office/drawing/2014/main" id="{F038661C-3C45-40BD-891C-F73D10C8FE6F}"/>
                  </a:ext>
                </a:extLst>
              </p:cNvPr>
              <p:cNvSpPr>
                <a:spLocks noChangeArrowheads="1"/>
              </p:cNvSpPr>
              <p:nvPr/>
            </p:nvSpPr>
            <p:spPr bwMode="auto">
              <a:xfrm>
                <a:off x="1712" y="85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84" name="Line 79">
                <a:extLst>
                  <a:ext uri="{FF2B5EF4-FFF2-40B4-BE49-F238E27FC236}">
                    <a16:creationId xmlns:a16="http://schemas.microsoft.com/office/drawing/2014/main" id="{A2F942AE-9D61-46F1-B321-ADB69D967172}"/>
                  </a:ext>
                </a:extLst>
              </p:cNvPr>
              <p:cNvSpPr>
                <a:spLocks noChangeShapeType="1"/>
              </p:cNvSpPr>
              <p:nvPr/>
            </p:nvSpPr>
            <p:spPr bwMode="auto">
              <a:xfrm>
                <a:off x="1712" y="85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85" name="Line 80">
                <a:extLst>
                  <a:ext uri="{FF2B5EF4-FFF2-40B4-BE49-F238E27FC236}">
                    <a16:creationId xmlns:a16="http://schemas.microsoft.com/office/drawing/2014/main" id="{5BB412A4-C19F-49C4-8060-A2EE3AB7DFC0}"/>
                  </a:ext>
                </a:extLst>
              </p:cNvPr>
              <p:cNvSpPr>
                <a:spLocks noChangeShapeType="1"/>
              </p:cNvSpPr>
              <p:nvPr/>
            </p:nvSpPr>
            <p:spPr bwMode="auto">
              <a:xfrm>
                <a:off x="1712" y="85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86" name="Rectangle 81">
                <a:extLst>
                  <a:ext uri="{FF2B5EF4-FFF2-40B4-BE49-F238E27FC236}">
                    <a16:creationId xmlns:a16="http://schemas.microsoft.com/office/drawing/2014/main" id="{52CBF051-9736-4FE4-AF10-637C1E9AE5FE}"/>
                  </a:ext>
                </a:extLst>
              </p:cNvPr>
              <p:cNvSpPr>
                <a:spLocks noChangeArrowheads="1"/>
              </p:cNvSpPr>
              <p:nvPr/>
            </p:nvSpPr>
            <p:spPr bwMode="auto">
              <a:xfrm>
                <a:off x="1719" y="853"/>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87" name="Line 82">
                <a:extLst>
                  <a:ext uri="{FF2B5EF4-FFF2-40B4-BE49-F238E27FC236}">
                    <a16:creationId xmlns:a16="http://schemas.microsoft.com/office/drawing/2014/main" id="{2826013B-BA17-4EA7-9506-BA34C8E32770}"/>
                  </a:ext>
                </a:extLst>
              </p:cNvPr>
              <p:cNvSpPr>
                <a:spLocks noChangeShapeType="1"/>
              </p:cNvSpPr>
              <p:nvPr/>
            </p:nvSpPr>
            <p:spPr bwMode="auto">
              <a:xfrm>
                <a:off x="1719" y="853"/>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88" name="Rectangle 83">
                <a:extLst>
                  <a:ext uri="{FF2B5EF4-FFF2-40B4-BE49-F238E27FC236}">
                    <a16:creationId xmlns:a16="http://schemas.microsoft.com/office/drawing/2014/main" id="{B53170DF-53EB-41D7-A919-11681B7D14D5}"/>
                  </a:ext>
                </a:extLst>
              </p:cNvPr>
              <p:cNvSpPr>
                <a:spLocks noChangeArrowheads="1"/>
              </p:cNvSpPr>
              <p:nvPr/>
            </p:nvSpPr>
            <p:spPr bwMode="auto">
              <a:xfrm>
                <a:off x="2087" y="85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89" name="Line 84">
                <a:extLst>
                  <a:ext uri="{FF2B5EF4-FFF2-40B4-BE49-F238E27FC236}">
                    <a16:creationId xmlns:a16="http://schemas.microsoft.com/office/drawing/2014/main" id="{E9ECE4F6-40DD-4731-8665-35877EC7FBB6}"/>
                  </a:ext>
                </a:extLst>
              </p:cNvPr>
              <p:cNvSpPr>
                <a:spLocks noChangeShapeType="1"/>
              </p:cNvSpPr>
              <p:nvPr/>
            </p:nvSpPr>
            <p:spPr bwMode="auto">
              <a:xfrm>
                <a:off x="2087" y="85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90" name="Line 85">
                <a:extLst>
                  <a:ext uri="{FF2B5EF4-FFF2-40B4-BE49-F238E27FC236}">
                    <a16:creationId xmlns:a16="http://schemas.microsoft.com/office/drawing/2014/main" id="{8206C2EB-1BB5-499B-88D2-427EF003893A}"/>
                  </a:ext>
                </a:extLst>
              </p:cNvPr>
              <p:cNvSpPr>
                <a:spLocks noChangeShapeType="1"/>
              </p:cNvSpPr>
              <p:nvPr/>
            </p:nvSpPr>
            <p:spPr bwMode="auto">
              <a:xfrm>
                <a:off x="2087" y="85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91" name="Rectangle 86">
                <a:extLst>
                  <a:ext uri="{FF2B5EF4-FFF2-40B4-BE49-F238E27FC236}">
                    <a16:creationId xmlns:a16="http://schemas.microsoft.com/office/drawing/2014/main" id="{336D7C68-1A6C-4AFD-91AF-BF9CD8C37BE9}"/>
                  </a:ext>
                </a:extLst>
              </p:cNvPr>
              <p:cNvSpPr>
                <a:spLocks noChangeArrowheads="1"/>
              </p:cNvSpPr>
              <p:nvPr/>
            </p:nvSpPr>
            <p:spPr bwMode="auto">
              <a:xfrm>
                <a:off x="2094" y="853"/>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92" name="Line 87">
                <a:extLst>
                  <a:ext uri="{FF2B5EF4-FFF2-40B4-BE49-F238E27FC236}">
                    <a16:creationId xmlns:a16="http://schemas.microsoft.com/office/drawing/2014/main" id="{94F05D53-3161-495E-B551-05C6107420AF}"/>
                  </a:ext>
                </a:extLst>
              </p:cNvPr>
              <p:cNvSpPr>
                <a:spLocks noChangeShapeType="1"/>
              </p:cNvSpPr>
              <p:nvPr/>
            </p:nvSpPr>
            <p:spPr bwMode="auto">
              <a:xfrm>
                <a:off x="2094" y="853"/>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93" name="Rectangle 88">
                <a:extLst>
                  <a:ext uri="{FF2B5EF4-FFF2-40B4-BE49-F238E27FC236}">
                    <a16:creationId xmlns:a16="http://schemas.microsoft.com/office/drawing/2014/main" id="{B228E835-B645-4821-B53A-6982053B171A}"/>
                  </a:ext>
                </a:extLst>
              </p:cNvPr>
              <p:cNvSpPr>
                <a:spLocks noChangeArrowheads="1"/>
              </p:cNvSpPr>
              <p:nvPr/>
            </p:nvSpPr>
            <p:spPr bwMode="auto">
              <a:xfrm>
                <a:off x="2466" y="85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94" name="Line 89">
                <a:extLst>
                  <a:ext uri="{FF2B5EF4-FFF2-40B4-BE49-F238E27FC236}">
                    <a16:creationId xmlns:a16="http://schemas.microsoft.com/office/drawing/2014/main" id="{0106E5A2-26D0-4FF5-8B69-32981C6FDB18}"/>
                  </a:ext>
                </a:extLst>
              </p:cNvPr>
              <p:cNvSpPr>
                <a:spLocks noChangeShapeType="1"/>
              </p:cNvSpPr>
              <p:nvPr/>
            </p:nvSpPr>
            <p:spPr bwMode="auto">
              <a:xfrm>
                <a:off x="2466" y="85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95" name="Line 90">
                <a:extLst>
                  <a:ext uri="{FF2B5EF4-FFF2-40B4-BE49-F238E27FC236}">
                    <a16:creationId xmlns:a16="http://schemas.microsoft.com/office/drawing/2014/main" id="{1DE69FCE-29AE-4D7A-8ADF-EC8CD8C1F8DD}"/>
                  </a:ext>
                </a:extLst>
              </p:cNvPr>
              <p:cNvSpPr>
                <a:spLocks noChangeShapeType="1"/>
              </p:cNvSpPr>
              <p:nvPr/>
            </p:nvSpPr>
            <p:spPr bwMode="auto">
              <a:xfrm>
                <a:off x="2466" y="85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96" name="Rectangle 91">
                <a:extLst>
                  <a:ext uri="{FF2B5EF4-FFF2-40B4-BE49-F238E27FC236}">
                    <a16:creationId xmlns:a16="http://schemas.microsoft.com/office/drawing/2014/main" id="{4AF91E2A-58FE-42D6-A690-74BB98BEB945}"/>
                  </a:ext>
                </a:extLst>
              </p:cNvPr>
              <p:cNvSpPr>
                <a:spLocks noChangeArrowheads="1"/>
              </p:cNvSpPr>
              <p:nvPr/>
            </p:nvSpPr>
            <p:spPr bwMode="auto">
              <a:xfrm>
                <a:off x="2473" y="853"/>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97" name="Line 92">
                <a:extLst>
                  <a:ext uri="{FF2B5EF4-FFF2-40B4-BE49-F238E27FC236}">
                    <a16:creationId xmlns:a16="http://schemas.microsoft.com/office/drawing/2014/main" id="{4E8A6B6E-4CF0-41E6-88FA-C70F4A062D81}"/>
                  </a:ext>
                </a:extLst>
              </p:cNvPr>
              <p:cNvSpPr>
                <a:spLocks noChangeShapeType="1"/>
              </p:cNvSpPr>
              <p:nvPr/>
            </p:nvSpPr>
            <p:spPr bwMode="auto">
              <a:xfrm>
                <a:off x="2473" y="853"/>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98" name="Rectangle 93">
                <a:extLst>
                  <a:ext uri="{FF2B5EF4-FFF2-40B4-BE49-F238E27FC236}">
                    <a16:creationId xmlns:a16="http://schemas.microsoft.com/office/drawing/2014/main" id="{DC5346C3-5ADF-476D-9B93-D1C281488A11}"/>
                  </a:ext>
                </a:extLst>
              </p:cNvPr>
              <p:cNvSpPr>
                <a:spLocks noChangeArrowheads="1"/>
              </p:cNvSpPr>
              <p:nvPr/>
            </p:nvSpPr>
            <p:spPr bwMode="auto">
              <a:xfrm>
                <a:off x="2841" y="85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99" name="Line 94">
                <a:extLst>
                  <a:ext uri="{FF2B5EF4-FFF2-40B4-BE49-F238E27FC236}">
                    <a16:creationId xmlns:a16="http://schemas.microsoft.com/office/drawing/2014/main" id="{5433A48F-4814-45E0-B307-71DB8739D749}"/>
                  </a:ext>
                </a:extLst>
              </p:cNvPr>
              <p:cNvSpPr>
                <a:spLocks noChangeShapeType="1"/>
              </p:cNvSpPr>
              <p:nvPr/>
            </p:nvSpPr>
            <p:spPr bwMode="auto">
              <a:xfrm>
                <a:off x="2841" y="85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00" name="Line 95">
                <a:extLst>
                  <a:ext uri="{FF2B5EF4-FFF2-40B4-BE49-F238E27FC236}">
                    <a16:creationId xmlns:a16="http://schemas.microsoft.com/office/drawing/2014/main" id="{8346CEC5-BCCA-4CFB-A6D9-40C7B430010C}"/>
                  </a:ext>
                </a:extLst>
              </p:cNvPr>
              <p:cNvSpPr>
                <a:spLocks noChangeShapeType="1"/>
              </p:cNvSpPr>
              <p:nvPr/>
            </p:nvSpPr>
            <p:spPr bwMode="auto">
              <a:xfrm>
                <a:off x="2841" y="85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01" name="Rectangle 96">
                <a:extLst>
                  <a:ext uri="{FF2B5EF4-FFF2-40B4-BE49-F238E27FC236}">
                    <a16:creationId xmlns:a16="http://schemas.microsoft.com/office/drawing/2014/main" id="{F5C821CB-2BF3-4AF2-A902-FAD79A533AC2}"/>
                  </a:ext>
                </a:extLst>
              </p:cNvPr>
              <p:cNvSpPr>
                <a:spLocks noChangeArrowheads="1"/>
              </p:cNvSpPr>
              <p:nvPr/>
            </p:nvSpPr>
            <p:spPr bwMode="auto">
              <a:xfrm>
                <a:off x="2848" y="853"/>
                <a:ext cx="39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02" name="Line 97">
                <a:extLst>
                  <a:ext uri="{FF2B5EF4-FFF2-40B4-BE49-F238E27FC236}">
                    <a16:creationId xmlns:a16="http://schemas.microsoft.com/office/drawing/2014/main" id="{C11899C1-98B8-4910-9209-17289790EDE2}"/>
                  </a:ext>
                </a:extLst>
              </p:cNvPr>
              <p:cNvSpPr>
                <a:spLocks noChangeShapeType="1"/>
              </p:cNvSpPr>
              <p:nvPr/>
            </p:nvSpPr>
            <p:spPr bwMode="auto">
              <a:xfrm>
                <a:off x="2848" y="853"/>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03" name="Rectangle 98">
                <a:extLst>
                  <a:ext uri="{FF2B5EF4-FFF2-40B4-BE49-F238E27FC236}">
                    <a16:creationId xmlns:a16="http://schemas.microsoft.com/office/drawing/2014/main" id="{34D1BC2B-6432-4967-83FC-27674407F758}"/>
                  </a:ext>
                </a:extLst>
              </p:cNvPr>
              <p:cNvSpPr>
                <a:spLocks noChangeArrowheads="1"/>
              </p:cNvSpPr>
              <p:nvPr/>
            </p:nvSpPr>
            <p:spPr bwMode="auto">
              <a:xfrm>
                <a:off x="3243" y="85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04" name="Line 99">
                <a:extLst>
                  <a:ext uri="{FF2B5EF4-FFF2-40B4-BE49-F238E27FC236}">
                    <a16:creationId xmlns:a16="http://schemas.microsoft.com/office/drawing/2014/main" id="{F8AC3EE3-4AE8-4A05-B086-A73ED79D6D9D}"/>
                  </a:ext>
                </a:extLst>
              </p:cNvPr>
              <p:cNvSpPr>
                <a:spLocks noChangeShapeType="1"/>
              </p:cNvSpPr>
              <p:nvPr/>
            </p:nvSpPr>
            <p:spPr bwMode="auto">
              <a:xfrm>
                <a:off x="3243" y="85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05" name="Line 100">
                <a:extLst>
                  <a:ext uri="{FF2B5EF4-FFF2-40B4-BE49-F238E27FC236}">
                    <a16:creationId xmlns:a16="http://schemas.microsoft.com/office/drawing/2014/main" id="{EBEF6E67-031F-48FD-B9C3-3D6D9947195A}"/>
                  </a:ext>
                </a:extLst>
              </p:cNvPr>
              <p:cNvSpPr>
                <a:spLocks noChangeShapeType="1"/>
              </p:cNvSpPr>
              <p:nvPr/>
            </p:nvSpPr>
            <p:spPr bwMode="auto">
              <a:xfrm>
                <a:off x="3243" y="85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06" name="Rectangle 101">
                <a:extLst>
                  <a:ext uri="{FF2B5EF4-FFF2-40B4-BE49-F238E27FC236}">
                    <a16:creationId xmlns:a16="http://schemas.microsoft.com/office/drawing/2014/main" id="{0FFA1ED4-EE75-4C7B-BD74-954CA9C7C5A2}"/>
                  </a:ext>
                </a:extLst>
              </p:cNvPr>
              <p:cNvSpPr>
                <a:spLocks noChangeArrowheads="1"/>
              </p:cNvSpPr>
              <p:nvPr/>
            </p:nvSpPr>
            <p:spPr bwMode="auto">
              <a:xfrm>
                <a:off x="3250" y="853"/>
                <a:ext cx="34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07" name="Line 102">
                <a:extLst>
                  <a:ext uri="{FF2B5EF4-FFF2-40B4-BE49-F238E27FC236}">
                    <a16:creationId xmlns:a16="http://schemas.microsoft.com/office/drawing/2014/main" id="{3C27AFE1-EEE4-4E4A-AB32-5BB4B75D4789}"/>
                  </a:ext>
                </a:extLst>
              </p:cNvPr>
              <p:cNvSpPr>
                <a:spLocks noChangeShapeType="1"/>
              </p:cNvSpPr>
              <p:nvPr/>
            </p:nvSpPr>
            <p:spPr bwMode="auto">
              <a:xfrm>
                <a:off x="3250" y="853"/>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08" name="Rectangle 103">
                <a:extLst>
                  <a:ext uri="{FF2B5EF4-FFF2-40B4-BE49-F238E27FC236}">
                    <a16:creationId xmlns:a16="http://schemas.microsoft.com/office/drawing/2014/main" id="{71510B0C-A1F2-4B70-8CBD-D0F4DAFF1610}"/>
                  </a:ext>
                </a:extLst>
              </p:cNvPr>
              <p:cNvSpPr>
                <a:spLocks noChangeArrowheads="1"/>
              </p:cNvSpPr>
              <p:nvPr/>
            </p:nvSpPr>
            <p:spPr bwMode="auto">
              <a:xfrm>
                <a:off x="3595" y="85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09" name="Line 104">
                <a:extLst>
                  <a:ext uri="{FF2B5EF4-FFF2-40B4-BE49-F238E27FC236}">
                    <a16:creationId xmlns:a16="http://schemas.microsoft.com/office/drawing/2014/main" id="{BC57A35B-B05F-4853-8355-502AAB38B5EE}"/>
                  </a:ext>
                </a:extLst>
              </p:cNvPr>
              <p:cNvSpPr>
                <a:spLocks noChangeShapeType="1"/>
              </p:cNvSpPr>
              <p:nvPr/>
            </p:nvSpPr>
            <p:spPr bwMode="auto">
              <a:xfrm>
                <a:off x="3595" y="85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10" name="Line 105">
                <a:extLst>
                  <a:ext uri="{FF2B5EF4-FFF2-40B4-BE49-F238E27FC236}">
                    <a16:creationId xmlns:a16="http://schemas.microsoft.com/office/drawing/2014/main" id="{87C510A7-9324-42E2-B783-0CD34FDE268C}"/>
                  </a:ext>
                </a:extLst>
              </p:cNvPr>
              <p:cNvSpPr>
                <a:spLocks noChangeShapeType="1"/>
              </p:cNvSpPr>
              <p:nvPr/>
            </p:nvSpPr>
            <p:spPr bwMode="auto">
              <a:xfrm>
                <a:off x="3595" y="85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11" name="Rectangle 106">
                <a:extLst>
                  <a:ext uri="{FF2B5EF4-FFF2-40B4-BE49-F238E27FC236}">
                    <a16:creationId xmlns:a16="http://schemas.microsoft.com/office/drawing/2014/main" id="{8CC4F87F-6C60-4E0C-B4E2-894A48E01FAC}"/>
                  </a:ext>
                </a:extLst>
              </p:cNvPr>
              <p:cNvSpPr>
                <a:spLocks noChangeArrowheads="1"/>
              </p:cNvSpPr>
              <p:nvPr/>
            </p:nvSpPr>
            <p:spPr bwMode="auto">
              <a:xfrm>
                <a:off x="3602" y="853"/>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12" name="Line 107">
                <a:extLst>
                  <a:ext uri="{FF2B5EF4-FFF2-40B4-BE49-F238E27FC236}">
                    <a16:creationId xmlns:a16="http://schemas.microsoft.com/office/drawing/2014/main" id="{E5DCB6C7-D6F2-4AE7-8A10-EF57A1DBA84E}"/>
                  </a:ext>
                </a:extLst>
              </p:cNvPr>
              <p:cNvSpPr>
                <a:spLocks noChangeShapeType="1"/>
              </p:cNvSpPr>
              <p:nvPr/>
            </p:nvSpPr>
            <p:spPr bwMode="auto">
              <a:xfrm>
                <a:off x="3602" y="853"/>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13" name="Rectangle 108">
                <a:extLst>
                  <a:ext uri="{FF2B5EF4-FFF2-40B4-BE49-F238E27FC236}">
                    <a16:creationId xmlns:a16="http://schemas.microsoft.com/office/drawing/2014/main" id="{738FC557-28F5-4FA1-8772-2522A0CFCFC9}"/>
                  </a:ext>
                </a:extLst>
              </p:cNvPr>
              <p:cNvSpPr>
                <a:spLocks noChangeArrowheads="1"/>
              </p:cNvSpPr>
              <p:nvPr/>
            </p:nvSpPr>
            <p:spPr bwMode="auto">
              <a:xfrm>
                <a:off x="3974" y="85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14" name="Line 109">
                <a:extLst>
                  <a:ext uri="{FF2B5EF4-FFF2-40B4-BE49-F238E27FC236}">
                    <a16:creationId xmlns:a16="http://schemas.microsoft.com/office/drawing/2014/main" id="{D9524CEC-7A58-431A-B829-5E5CDA2648E1}"/>
                  </a:ext>
                </a:extLst>
              </p:cNvPr>
              <p:cNvSpPr>
                <a:spLocks noChangeShapeType="1"/>
              </p:cNvSpPr>
              <p:nvPr/>
            </p:nvSpPr>
            <p:spPr bwMode="auto">
              <a:xfrm>
                <a:off x="3974" y="85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15" name="Line 110">
                <a:extLst>
                  <a:ext uri="{FF2B5EF4-FFF2-40B4-BE49-F238E27FC236}">
                    <a16:creationId xmlns:a16="http://schemas.microsoft.com/office/drawing/2014/main" id="{CC81AEF2-8D8F-4C51-87C8-EF0FBADB78ED}"/>
                  </a:ext>
                </a:extLst>
              </p:cNvPr>
              <p:cNvSpPr>
                <a:spLocks noChangeShapeType="1"/>
              </p:cNvSpPr>
              <p:nvPr/>
            </p:nvSpPr>
            <p:spPr bwMode="auto">
              <a:xfrm>
                <a:off x="3974" y="85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16" name="Rectangle 111">
                <a:extLst>
                  <a:ext uri="{FF2B5EF4-FFF2-40B4-BE49-F238E27FC236}">
                    <a16:creationId xmlns:a16="http://schemas.microsoft.com/office/drawing/2014/main" id="{A248B02A-8151-41E7-9015-98468F54D90E}"/>
                  </a:ext>
                </a:extLst>
              </p:cNvPr>
              <p:cNvSpPr>
                <a:spLocks noChangeArrowheads="1"/>
              </p:cNvSpPr>
              <p:nvPr/>
            </p:nvSpPr>
            <p:spPr bwMode="auto">
              <a:xfrm>
                <a:off x="3981" y="853"/>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17" name="Line 112">
                <a:extLst>
                  <a:ext uri="{FF2B5EF4-FFF2-40B4-BE49-F238E27FC236}">
                    <a16:creationId xmlns:a16="http://schemas.microsoft.com/office/drawing/2014/main" id="{2A6459DF-07AB-40A9-93A7-C9F8C2AA926D}"/>
                  </a:ext>
                </a:extLst>
              </p:cNvPr>
              <p:cNvSpPr>
                <a:spLocks noChangeShapeType="1"/>
              </p:cNvSpPr>
              <p:nvPr/>
            </p:nvSpPr>
            <p:spPr bwMode="auto">
              <a:xfrm>
                <a:off x="3981" y="853"/>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18" name="Rectangle 113">
                <a:extLst>
                  <a:ext uri="{FF2B5EF4-FFF2-40B4-BE49-F238E27FC236}">
                    <a16:creationId xmlns:a16="http://schemas.microsoft.com/office/drawing/2014/main" id="{8BC5745F-F465-4786-BE65-80E445647DF4}"/>
                  </a:ext>
                </a:extLst>
              </p:cNvPr>
              <p:cNvSpPr>
                <a:spLocks noChangeArrowheads="1"/>
              </p:cNvSpPr>
              <p:nvPr/>
            </p:nvSpPr>
            <p:spPr bwMode="auto">
              <a:xfrm>
                <a:off x="4349" y="853"/>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19" name="Line 114">
                <a:extLst>
                  <a:ext uri="{FF2B5EF4-FFF2-40B4-BE49-F238E27FC236}">
                    <a16:creationId xmlns:a16="http://schemas.microsoft.com/office/drawing/2014/main" id="{8B4E49F9-DCD0-4AB7-A960-D8D8BAE0CA7A}"/>
                  </a:ext>
                </a:extLst>
              </p:cNvPr>
              <p:cNvSpPr>
                <a:spLocks noChangeShapeType="1"/>
              </p:cNvSpPr>
              <p:nvPr/>
            </p:nvSpPr>
            <p:spPr bwMode="auto">
              <a:xfrm>
                <a:off x="4349" y="85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20" name="Line 115">
                <a:extLst>
                  <a:ext uri="{FF2B5EF4-FFF2-40B4-BE49-F238E27FC236}">
                    <a16:creationId xmlns:a16="http://schemas.microsoft.com/office/drawing/2014/main" id="{5CC8CA87-CA2B-44DA-8D06-BE04CEF58DED}"/>
                  </a:ext>
                </a:extLst>
              </p:cNvPr>
              <p:cNvSpPr>
                <a:spLocks noChangeShapeType="1"/>
              </p:cNvSpPr>
              <p:nvPr/>
            </p:nvSpPr>
            <p:spPr bwMode="auto">
              <a:xfrm>
                <a:off x="4349" y="853"/>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21" name="Rectangle 116">
                <a:extLst>
                  <a:ext uri="{FF2B5EF4-FFF2-40B4-BE49-F238E27FC236}">
                    <a16:creationId xmlns:a16="http://schemas.microsoft.com/office/drawing/2014/main" id="{EDEAC8B2-EBB9-4FED-9768-15D0E196C253}"/>
                  </a:ext>
                </a:extLst>
              </p:cNvPr>
              <p:cNvSpPr>
                <a:spLocks noChangeArrowheads="1"/>
              </p:cNvSpPr>
              <p:nvPr/>
            </p:nvSpPr>
            <p:spPr bwMode="auto">
              <a:xfrm>
                <a:off x="4356" y="853"/>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22" name="Line 117">
                <a:extLst>
                  <a:ext uri="{FF2B5EF4-FFF2-40B4-BE49-F238E27FC236}">
                    <a16:creationId xmlns:a16="http://schemas.microsoft.com/office/drawing/2014/main" id="{A630B077-64B5-41A3-A0F2-463EC6C4926A}"/>
                  </a:ext>
                </a:extLst>
              </p:cNvPr>
              <p:cNvSpPr>
                <a:spLocks noChangeShapeType="1"/>
              </p:cNvSpPr>
              <p:nvPr/>
            </p:nvSpPr>
            <p:spPr bwMode="auto">
              <a:xfrm>
                <a:off x="4356" y="853"/>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23" name="Rectangle 118">
                <a:extLst>
                  <a:ext uri="{FF2B5EF4-FFF2-40B4-BE49-F238E27FC236}">
                    <a16:creationId xmlns:a16="http://schemas.microsoft.com/office/drawing/2014/main" id="{500B4238-DB6B-4AE9-B6DE-507910A7AE95}"/>
                  </a:ext>
                </a:extLst>
              </p:cNvPr>
              <p:cNvSpPr>
                <a:spLocks noChangeArrowheads="1"/>
              </p:cNvSpPr>
              <p:nvPr/>
            </p:nvSpPr>
            <p:spPr bwMode="auto">
              <a:xfrm>
                <a:off x="1451" y="1059"/>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524" name="Rectangle 119">
                <a:extLst>
                  <a:ext uri="{FF2B5EF4-FFF2-40B4-BE49-F238E27FC236}">
                    <a16:creationId xmlns:a16="http://schemas.microsoft.com/office/drawing/2014/main" id="{F55CDBA8-2627-451A-83D9-90CE439228D7}"/>
                  </a:ext>
                </a:extLst>
              </p:cNvPr>
              <p:cNvSpPr>
                <a:spLocks noChangeArrowheads="1"/>
              </p:cNvSpPr>
              <p:nvPr/>
            </p:nvSpPr>
            <p:spPr bwMode="auto">
              <a:xfrm>
                <a:off x="1864" y="10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525" name="Rectangle 120">
                <a:extLst>
                  <a:ext uri="{FF2B5EF4-FFF2-40B4-BE49-F238E27FC236}">
                    <a16:creationId xmlns:a16="http://schemas.microsoft.com/office/drawing/2014/main" id="{13EA7C77-6A7B-4DCB-947E-F8B06424D683}"/>
                  </a:ext>
                </a:extLst>
              </p:cNvPr>
              <p:cNvSpPr>
                <a:spLocks noChangeArrowheads="1"/>
              </p:cNvSpPr>
              <p:nvPr/>
            </p:nvSpPr>
            <p:spPr bwMode="auto">
              <a:xfrm>
                <a:off x="2242" y="10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526" name="Rectangle 121">
                <a:extLst>
                  <a:ext uri="{FF2B5EF4-FFF2-40B4-BE49-F238E27FC236}">
                    <a16:creationId xmlns:a16="http://schemas.microsoft.com/office/drawing/2014/main" id="{5DBF47C3-2835-426C-90C7-7A0765D057A1}"/>
                  </a:ext>
                </a:extLst>
              </p:cNvPr>
              <p:cNvSpPr>
                <a:spLocks noChangeArrowheads="1"/>
              </p:cNvSpPr>
              <p:nvPr/>
            </p:nvSpPr>
            <p:spPr bwMode="auto">
              <a:xfrm>
                <a:off x="2617" y="10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527" name="Rectangle 122">
                <a:extLst>
                  <a:ext uri="{FF2B5EF4-FFF2-40B4-BE49-F238E27FC236}">
                    <a16:creationId xmlns:a16="http://schemas.microsoft.com/office/drawing/2014/main" id="{0F691987-55C2-4F90-9EBC-6E98642AF395}"/>
                  </a:ext>
                </a:extLst>
              </p:cNvPr>
              <p:cNvSpPr>
                <a:spLocks noChangeArrowheads="1"/>
              </p:cNvSpPr>
              <p:nvPr/>
            </p:nvSpPr>
            <p:spPr bwMode="auto">
              <a:xfrm>
                <a:off x="3009" y="10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528" name="Rectangle 123">
                <a:extLst>
                  <a:ext uri="{FF2B5EF4-FFF2-40B4-BE49-F238E27FC236}">
                    <a16:creationId xmlns:a16="http://schemas.microsoft.com/office/drawing/2014/main" id="{A49AB536-F4A5-49B7-BE5E-D2DD0827753A}"/>
                  </a:ext>
                </a:extLst>
              </p:cNvPr>
              <p:cNvSpPr>
                <a:spLocks noChangeArrowheads="1"/>
              </p:cNvSpPr>
              <p:nvPr/>
            </p:nvSpPr>
            <p:spPr bwMode="auto">
              <a:xfrm>
                <a:off x="3388" y="10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529" name="Rectangle 124">
                <a:extLst>
                  <a:ext uri="{FF2B5EF4-FFF2-40B4-BE49-F238E27FC236}">
                    <a16:creationId xmlns:a16="http://schemas.microsoft.com/office/drawing/2014/main" id="{80B954F2-4D7A-4E68-A059-F938FFC9A1AD}"/>
                  </a:ext>
                </a:extLst>
              </p:cNvPr>
              <p:cNvSpPr>
                <a:spLocks noChangeArrowheads="1"/>
              </p:cNvSpPr>
              <p:nvPr/>
            </p:nvSpPr>
            <p:spPr bwMode="auto">
              <a:xfrm>
                <a:off x="3749" y="10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530" name="Rectangle 125">
                <a:extLst>
                  <a:ext uri="{FF2B5EF4-FFF2-40B4-BE49-F238E27FC236}">
                    <a16:creationId xmlns:a16="http://schemas.microsoft.com/office/drawing/2014/main" id="{9BE33B86-C33B-4D3E-8AAF-419606640994}"/>
                  </a:ext>
                </a:extLst>
              </p:cNvPr>
              <p:cNvSpPr>
                <a:spLocks noChangeArrowheads="1"/>
              </p:cNvSpPr>
              <p:nvPr/>
            </p:nvSpPr>
            <p:spPr bwMode="auto">
              <a:xfrm>
                <a:off x="4125" y="10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531" name="Rectangle 126">
                <a:extLst>
                  <a:ext uri="{FF2B5EF4-FFF2-40B4-BE49-F238E27FC236}">
                    <a16:creationId xmlns:a16="http://schemas.microsoft.com/office/drawing/2014/main" id="{50B0EDEB-8CF0-413A-B916-44DC29A0B954}"/>
                  </a:ext>
                </a:extLst>
              </p:cNvPr>
              <p:cNvSpPr>
                <a:spLocks noChangeArrowheads="1"/>
              </p:cNvSpPr>
              <p:nvPr/>
            </p:nvSpPr>
            <p:spPr bwMode="auto">
              <a:xfrm>
                <a:off x="4466" y="1059"/>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532" name="Rectangle 127">
                <a:extLst>
                  <a:ext uri="{FF2B5EF4-FFF2-40B4-BE49-F238E27FC236}">
                    <a16:creationId xmlns:a16="http://schemas.microsoft.com/office/drawing/2014/main" id="{3D7D98A9-8A26-446A-94FA-17FF7A96F8DA}"/>
                  </a:ext>
                </a:extLst>
              </p:cNvPr>
              <p:cNvSpPr>
                <a:spLocks noChangeArrowheads="1"/>
              </p:cNvSpPr>
              <p:nvPr/>
            </p:nvSpPr>
            <p:spPr bwMode="auto">
              <a:xfrm>
                <a:off x="1330" y="1037"/>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33" name="Line 128">
                <a:extLst>
                  <a:ext uri="{FF2B5EF4-FFF2-40B4-BE49-F238E27FC236}">
                    <a16:creationId xmlns:a16="http://schemas.microsoft.com/office/drawing/2014/main" id="{16C8844B-717F-4A46-8B88-3153CCA76697}"/>
                  </a:ext>
                </a:extLst>
              </p:cNvPr>
              <p:cNvSpPr>
                <a:spLocks noChangeShapeType="1"/>
              </p:cNvSpPr>
              <p:nvPr/>
            </p:nvSpPr>
            <p:spPr bwMode="auto">
              <a:xfrm>
                <a:off x="1330" y="1037"/>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34" name="Rectangle 129">
                <a:extLst>
                  <a:ext uri="{FF2B5EF4-FFF2-40B4-BE49-F238E27FC236}">
                    <a16:creationId xmlns:a16="http://schemas.microsoft.com/office/drawing/2014/main" id="{746132AD-BFBF-497F-BB54-3D0C4BE78E71}"/>
                  </a:ext>
                </a:extLst>
              </p:cNvPr>
              <p:cNvSpPr>
                <a:spLocks noChangeArrowheads="1"/>
              </p:cNvSpPr>
              <p:nvPr/>
            </p:nvSpPr>
            <p:spPr bwMode="auto">
              <a:xfrm>
                <a:off x="1712" y="103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35" name="Line 130">
                <a:extLst>
                  <a:ext uri="{FF2B5EF4-FFF2-40B4-BE49-F238E27FC236}">
                    <a16:creationId xmlns:a16="http://schemas.microsoft.com/office/drawing/2014/main" id="{0117FF09-5CE0-4B10-9689-FC9FDF733A19}"/>
                  </a:ext>
                </a:extLst>
              </p:cNvPr>
              <p:cNvSpPr>
                <a:spLocks noChangeShapeType="1"/>
              </p:cNvSpPr>
              <p:nvPr/>
            </p:nvSpPr>
            <p:spPr bwMode="auto">
              <a:xfrm>
                <a:off x="1712" y="103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36" name="Line 131">
                <a:extLst>
                  <a:ext uri="{FF2B5EF4-FFF2-40B4-BE49-F238E27FC236}">
                    <a16:creationId xmlns:a16="http://schemas.microsoft.com/office/drawing/2014/main" id="{97B7C179-DD3F-43FC-B79A-5C7FF64E0AA1}"/>
                  </a:ext>
                </a:extLst>
              </p:cNvPr>
              <p:cNvSpPr>
                <a:spLocks noChangeShapeType="1"/>
              </p:cNvSpPr>
              <p:nvPr/>
            </p:nvSpPr>
            <p:spPr bwMode="auto">
              <a:xfrm>
                <a:off x="1712" y="10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37" name="Rectangle 132">
                <a:extLst>
                  <a:ext uri="{FF2B5EF4-FFF2-40B4-BE49-F238E27FC236}">
                    <a16:creationId xmlns:a16="http://schemas.microsoft.com/office/drawing/2014/main" id="{61F8BDD1-11B3-4A35-B786-1951C89B2169}"/>
                  </a:ext>
                </a:extLst>
              </p:cNvPr>
              <p:cNvSpPr>
                <a:spLocks noChangeArrowheads="1"/>
              </p:cNvSpPr>
              <p:nvPr/>
            </p:nvSpPr>
            <p:spPr bwMode="auto">
              <a:xfrm>
                <a:off x="1719" y="1037"/>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38" name="Line 133">
                <a:extLst>
                  <a:ext uri="{FF2B5EF4-FFF2-40B4-BE49-F238E27FC236}">
                    <a16:creationId xmlns:a16="http://schemas.microsoft.com/office/drawing/2014/main" id="{1216EBCF-0145-4885-B490-A508505AF49C}"/>
                  </a:ext>
                </a:extLst>
              </p:cNvPr>
              <p:cNvSpPr>
                <a:spLocks noChangeShapeType="1"/>
              </p:cNvSpPr>
              <p:nvPr/>
            </p:nvSpPr>
            <p:spPr bwMode="auto">
              <a:xfrm>
                <a:off x="1719" y="103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39" name="Rectangle 134">
                <a:extLst>
                  <a:ext uri="{FF2B5EF4-FFF2-40B4-BE49-F238E27FC236}">
                    <a16:creationId xmlns:a16="http://schemas.microsoft.com/office/drawing/2014/main" id="{74E5823A-589E-45EB-A772-CD4408F25527}"/>
                  </a:ext>
                </a:extLst>
              </p:cNvPr>
              <p:cNvSpPr>
                <a:spLocks noChangeArrowheads="1"/>
              </p:cNvSpPr>
              <p:nvPr/>
            </p:nvSpPr>
            <p:spPr bwMode="auto">
              <a:xfrm>
                <a:off x="2087" y="103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40" name="Line 135">
                <a:extLst>
                  <a:ext uri="{FF2B5EF4-FFF2-40B4-BE49-F238E27FC236}">
                    <a16:creationId xmlns:a16="http://schemas.microsoft.com/office/drawing/2014/main" id="{3B611277-B811-483F-8822-B8921D08D81E}"/>
                  </a:ext>
                </a:extLst>
              </p:cNvPr>
              <p:cNvSpPr>
                <a:spLocks noChangeShapeType="1"/>
              </p:cNvSpPr>
              <p:nvPr/>
            </p:nvSpPr>
            <p:spPr bwMode="auto">
              <a:xfrm>
                <a:off x="2087" y="103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41" name="Line 136">
                <a:extLst>
                  <a:ext uri="{FF2B5EF4-FFF2-40B4-BE49-F238E27FC236}">
                    <a16:creationId xmlns:a16="http://schemas.microsoft.com/office/drawing/2014/main" id="{46F65B0F-22FA-4791-B727-25FADB387B28}"/>
                  </a:ext>
                </a:extLst>
              </p:cNvPr>
              <p:cNvSpPr>
                <a:spLocks noChangeShapeType="1"/>
              </p:cNvSpPr>
              <p:nvPr/>
            </p:nvSpPr>
            <p:spPr bwMode="auto">
              <a:xfrm>
                <a:off x="2087" y="10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42" name="Rectangle 137">
                <a:extLst>
                  <a:ext uri="{FF2B5EF4-FFF2-40B4-BE49-F238E27FC236}">
                    <a16:creationId xmlns:a16="http://schemas.microsoft.com/office/drawing/2014/main" id="{00404388-05AB-4F1A-B4F7-B12E124D99B3}"/>
                  </a:ext>
                </a:extLst>
              </p:cNvPr>
              <p:cNvSpPr>
                <a:spLocks noChangeArrowheads="1"/>
              </p:cNvSpPr>
              <p:nvPr/>
            </p:nvSpPr>
            <p:spPr bwMode="auto">
              <a:xfrm>
                <a:off x="2094" y="1037"/>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43" name="Line 138">
                <a:extLst>
                  <a:ext uri="{FF2B5EF4-FFF2-40B4-BE49-F238E27FC236}">
                    <a16:creationId xmlns:a16="http://schemas.microsoft.com/office/drawing/2014/main" id="{24DE5C44-460C-4608-8B7B-95AF4D48D865}"/>
                  </a:ext>
                </a:extLst>
              </p:cNvPr>
              <p:cNvSpPr>
                <a:spLocks noChangeShapeType="1"/>
              </p:cNvSpPr>
              <p:nvPr/>
            </p:nvSpPr>
            <p:spPr bwMode="auto">
              <a:xfrm>
                <a:off x="2094" y="103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44" name="Rectangle 139">
                <a:extLst>
                  <a:ext uri="{FF2B5EF4-FFF2-40B4-BE49-F238E27FC236}">
                    <a16:creationId xmlns:a16="http://schemas.microsoft.com/office/drawing/2014/main" id="{5CD51E66-DE6B-4A41-83C1-A3078978E3A7}"/>
                  </a:ext>
                </a:extLst>
              </p:cNvPr>
              <p:cNvSpPr>
                <a:spLocks noChangeArrowheads="1"/>
              </p:cNvSpPr>
              <p:nvPr/>
            </p:nvSpPr>
            <p:spPr bwMode="auto">
              <a:xfrm>
                <a:off x="2466" y="103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45" name="Line 140">
                <a:extLst>
                  <a:ext uri="{FF2B5EF4-FFF2-40B4-BE49-F238E27FC236}">
                    <a16:creationId xmlns:a16="http://schemas.microsoft.com/office/drawing/2014/main" id="{1E1563D1-5DCD-4377-B501-65DB46E4BF71}"/>
                  </a:ext>
                </a:extLst>
              </p:cNvPr>
              <p:cNvSpPr>
                <a:spLocks noChangeShapeType="1"/>
              </p:cNvSpPr>
              <p:nvPr/>
            </p:nvSpPr>
            <p:spPr bwMode="auto">
              <a:xfrm>
                <a:off x="2466" y="103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46" name="Line 141">
                <a:extLst>
                  <a:ext uri="{FF2B5EF4-FFF2-40B4-BE49-F238E27FC236}">
                    <a16:creationId xmlns:a16="http://schemas.microsoft.com/office/drawing/2014/main" id="{0A0CF667-B8DD-4E98-84E4-5E65FE5C6046}"/>
                  </a:ext>
                </a:extLst>
              </p:cNvPr>
              <p:cNvSpPr>
                <a:spLocks noChangeShapeType="1"/>
              </p:cNvSpPr>
              <p:nvPr/>
            </p:nvSpPr>
            <p:spPr bwMode="auto">
              <a:xfrm>
                <a:off x="2466" y="10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47" name="Rectangle 142">
                <a:extLst>
                  <a:ext uri="{FF2B5EF4-FFF2-40B4-BE49-F238E27FC236}">
                    <a16:creationId xmlns:a16="http://schemas.microsoft.com/office/drawing/2014/main" id="{6214B049-87E4-4254-B14B-C862F5CF76F5}"/>
                  </a:ext>
                </a:extLst>
              </p:cNvPr>
              <p:cNvSpPr>
                <a:spLocks noChangeArrowheads="1"/>
              </p:cNvSpPr>
              <p:nvPr/>
            </p:nvSpPr>
            <p:spPr bwMode="auto">
              <a:xfrm>
                <a:off x="2473" y="1037"/>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48" name="Line 143">
                <a:extLst>
                  <a:ext uri="{FF2B5EF4-FFF2-40B4-BE49-F238E27FC236}">
                    <a16:creationId xmlns:a16="http://schemas.microsoft.com/office/drawing/2014/main" id="{0C1C8863-4F26-4C9F-AF7C-813414D514B6}"/>
                  </a:ext>
                </a:extLst>
              </p:cNvPr>
              <p:cNvSpPr>
                <a:spLocks noChangeShapeType="1"/>
              </p:cNvSpPr>
              <p:nvPr/>
            </p:nvSpPr>
            <p:spPr bwMode="auto">
              <a:xfrm>
                <a:off x="2473" y="103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49" name="Rectangle 144">
                <a:extLst>
                  <a:ext uri="{FF2B5EF4-FFF2-40B4-BE49-F238E27FC236}">
                    <a16:creationId xmlns:a16="http://schemas.microsoft.com/office/drawing/2014/main" id="{CCF9B296-1D5E-458B-BD29-80EF1D1D6DFD}"/>
                  </a:ext>
                </a:extLst>
              </p:cNvPr>
              <p:cNvSpPr>
                <a:spLocks noChangeArrowheads="1"/>
              </p:cNvSpPr>
              <p:nvPr/>
            </p:nvSpPr>
            <p:spPr bwMode="auto">
              <a:xfrm>
                <a:off x="2841" y="103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50" name="Line 145">
                <a:extLst>
                  <a:ext uri="{FF2B5EF4-FFF2-40B4-BE49-F238E27FC236}">
                    <a16:creationId xmlns:a16="http://schemas.microsoft.com/office/drawing/2014/main" id="{0D880FD7-2103-4BAD-9135-EAFC2B96ABC0}"/>
                  </a:ext>
                </a:extLst>
              </p:cNvPr>
              <p:cNvSpPr>
                <a:spLocks noChangeShapeType="1"/>
              </p:cNvSpPr>
              <p:nvPr/>
            </p:nvSpPr>
            <p:spPr bwMode="auto">
              <a:xfrm>
                <a:off x="2841" y="103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51" name="Line 146">
                <a:extLst>
                  <a:ext uri="{FF2B5EF4-FFF2-40B4-BE49-F238E27FC236}">
                    <a16:creationId xmlns:a16="http://schemas.microsoft.com/office/drawing/2014/main" id="{E4FACA03-0598-4EA2-BC5C-FC04C22D88B7}"/>
                  </a:ext>
                </a:extLst>
              </p:cNvPr>
              <p:cNvSpPr>
                <a:spLocks noChangeShapeType="1"/>
              </p:cNvSpPr>
              <p:nvPr/>
            </p:nvSpPr>
            <p:spPr bwMode="auto">
              <a:xfrm>
                <a:off x="2841" y="10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52" name="Rectangle 147">
                <a:extLst>
                  <a:ext uri="{FF2B5EF4-FFF2-40B4-BE49-F238E27FC236}">
                    <a16:creationId xmlns:a16="http://schemas.microsoft.com/office/drawing/2014/main" id="{512820C8-04BE-41E1-B093-E3F91474FA25}"/>
                  </a:ext>
                </a:extLst>
              </p:cNvPr>
              <p:cNvSpPr>
                <a:spLocks noChangeArrowheads="1"/>
              </p:cNvSpPr>
              <p:nvPr/>
            </p:nvSpPr>
            <p:spPr bwMode="auto">
              <a:xfrm>
                <a:off x="2848" y="1037"/>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53" name="Line 148">
                <a:extLst>
                  <a:ext uri="{FF2B5EF4-FFF2-40B4-BE49-F238E27FC236}">
                    <a16:creationId xmlns:a16="http://schemas.microsoft.com/office/drawing/2014/main" id="{07E343C7-A411-4A8C-BE16-CA59881D32B0}"/>
                  </a:ext>
                </a:extLst>
              </p:cNvPr>
              <p:cNvSpPr>
                <a:spLocks noChangeShapeType="1"/>
              </p:cNvSpPr>
              <p:nvPr/>
            </p:nvSpPr>
            <p:spPr bwMode="auto">
              <a:xfrm>
                <a:off x="2848" y="1037"/>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54" name="Rectangle 149">
                <a:extLst>
                  <a:ext uri="{FF2B5EF4-FFF2-40B4-BE49-F238E27FC236}">
                    <a16:creationId xmlns:a16="http://schemas.microsoft.com/office/drawing/2014/main" id="{A4D19806-FD11-45B8-9DA8-5DD683B8AEF8}"/>
                  </a:ext>
                </a:extLst>
              </p:cNvPr>
              <p:cNvSpPr>
                <a:spLocks noChangeArrowheads="1"/>
              </p:cNvSpPr>
              <p:nvPr/>
            </p:nvSpPr>
            <p:spPr bwMode="auto">
              <a:xfrm>
                <a:off x="3243" y="103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55" name="Line 150">
                <a:extLst>
                  <a:ext uri="{FF2B5EF4-FFF2-40B4-BE49-F238E27FC236}">
                    <a16:creationId xmlns:a16="http://schemas.microsoft.com/office/drawing/2014/main" id="{07DED2DB-BEE4-484E-B44E-F763D04D7CAB}"/>
                  </a:ext>
                </a:extLst>
              </p:cNvPr>
              <p:cNvSpPr>
                <a:spLocks noChangeShapeType="1"/>
              </p:cNvSpPr>
              <p:nvPr/>
            </p:nvSpPr>
            <p:spPr bwMode="auto">
              <a:xfrm>
                <a:off x="3243" y="103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56" name="Line 151">
                <a:extLst>
                  <a:ext uri="{FF2B5EF4-FFF2-40B4-BE49-F238E27FC236}">
                    <a16:creationId xmlns:a16="http://schemas.microsoft.com/office/drawing/2014/main" id="{316E8AC6-D4E8-4040-96BF-82B23A4CC981}"/>
                  </a:ext>
                </a:extLst>
              </p:cNvPr>
              <p:cNvSpPr>
                <a:spLocks noChangeShapeType="1"/>
              </p:cNvSpPr>
              <p:nvPr/>
            </p:nvSpPr>
            <p:spPr bwMode="auto">
              <a:xfrm>
                <a:off x="3243" y="10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57" name="Rectangle 152">
                <a:extLst>
                  <a:ext uri="{FF2B5EF4-FFF2-40B4-BE49-F238E27FC236}">
                    <a16:creationId xmlns:a16="http://schemas.microsoft.com/office/drawing/2014/main" id="{E12212FB-FD64-40AA-9D9F-FE16171CF699}"/>
                  </a:ext>
                </a:extLst>
              </p:cNvPr>
              <p:cNvSpPr>
                <a:spLocks noChangeArrowheads="1"/>
              </p:cNvSpPr>
              <p:nvPr/>
            </p:nvSpPr>
            <p:spPr bwMode="auto">
              <a:xfrm>
                <a:off x="3250" y="1037"/>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58" name="Line 153">
                <a:extLst>
                  <a:ext uri="{FF2B5EF4-FFF2-40B4-BE49-F238E27FC236}">
                    <a16:creationId xmlns:a16="http://schemas.microsoft.com/office/drawing/2014/main" id="{69FE8572-0B36-4743-9C11-BEAAAF17208B}"/>
                  </a:ext>
                </a:extLst>
              </p:cNvPr>
              <p:cNvSpPr>
                <a:spLocks noChangeShapeType="1"/>
              </p:cNvSpPr>
              <p:nvPr/>
            </p:nvSpPr>
            <p:spPr bwMode="auto">
              <a:xfrm>
                <a:off x="3250" y="1037"/>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59" name="Rectangle 154">
                <a:extLst>
                  <a:ext uri="{FF2B5EF4-FFF2-40B4-BE49-F238E27FC236}">
                    <a16:creationId xmlns:a16="http://schemas.microsoft.com/office/drawing/2014/main" id="{574C9430-E625-485C-9115-70D1826EAF96}"/>
                  </a:ext>
                </a:extLst>
              </p:cNvPr>
              <p:cNvSpPr>
                <a:spLocks noChangeArrowheads="1"/>
              </p:cNvSpPr>
              <p:nvPr/>
            </p:nvSpPr>
            <p:spPr bwMode="auto">
              <a:xfrm>
                <a:off x="3595" y="103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60" name="Line 155">
                <a:extLst>
                  <a:ext uri="{FF2B5EF4-FFF2-40B4-BE49-F238E27FC236}">
                    <a16:creationId xmlns:a16="http://schemas.microsoft.com/office/drawing/2014/main" id="{CCA3AA5C-129F-4F32-9029-C0A86B94B25E}"/>
                  </a:ext>
                </a:extLst>
              </p:cNvPr>
              <p:cNvSpPr>
                <a:spLocks noChangeShapeType="1"/>
              </p:cNvSpPr>
              <p:nvPr/>
            </p:nvSpPr>
            <p:spPr bwMode="auto">
              <a:xfrm>
                <a:off x="3595" y="103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61" name="Line 156">
                <a:extLst>
                  <a:ext uri="{FF2B5EF4-FFF2-40B4-BE49-F238E27FC236}">
                    <a16:creationId xmlns:a16="http://schemas.microsoft.com/office/drawing/2014/main" id="{96DD6BD4-DFD2-4B2B-9109-42D3CE8C8F74}"/>
                  </a:ext>
                </a:extLst>
              </p:cNvPr>
              <p:cNvSpPr>
                <a:spLocks noChangeShapeType="1"/>
              </p:cNvSpPr>
              <p:nvPr/>
            </p:nvSpPr>
            <p:spPr bwMode="auto">
              <a:xfrm>
                <a:off x="3595" y="10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62" name="Rectangle 157">
                <a:extLst>
                  <a:ext uri="{FF2B5EF4-FFF2-40B4-BE49-F238E27FC236}">
                    <a16:creationId xmlns:a16="http://schemas.microsoft.com/office/drawing/2014/main" id="{69E8D99F-5C2B-4426-A625-7792993FC8F5}"/>
                  </a:ext>
                </a:extLst>
              </p:cNvPr>
              <p:cNvSpPr>
                <a:spLocks noChangeArrowheads="1"/>
              </p:cNvSpPr>
              <p:nvPr/>
            </p:nvSpPr>
            <p:spPr bwMode="auto">
              <a:xfrm>
                <a:off x="3602" y="1037"/>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63" name="Line 158">
                <a:extLst>
                  <a:ext uri="{FF2B5EF4-FFF2-40B4-BE49-F238E27FC236}">
                    <a16:creationId xmlns:a16="http://schemas.microsoft.com/office/drawing/2014/main" id="{BA6FBA90-6AA2-4A89-ABDB-C1338B1FF9A4}"/>
                  </a:ext>
                </a:extLst>
              </p:cNvPr>
              <p:cNvSpPr>
                <a:spLocks noChangeShapeType="1"/>
              </p:cNvSpPr>
              <p:nvPr/>
            </p:nvSpPr>
            <p:spPr bwMode="auto">
              <a:xfrm>
                <a:off x="3602" y="103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64" name="Rectangle 159">
                <a:extLst>
                  <a:ext uri="{FF2B5EF4-FFF2-40B4-BE49-F238E27FC236}">
                    <a16:creationId xmlns:a16="http://schemas.microsoft.com/office/drawing/2014/main" id="{BE957033-1F59-4FCA-9A14-2B1C5DC090B2}"/>
                  </a:ext>
                </a:extLst>
              </p:cNvPr>
              <p:cNvSpPr>
                <a:spLocks noChangeArrowheads="1"/>
              </p:cNvSpPr>
              <p:nvPr/>
            </p:nvSpPr>
            <p:spPr bwMode="auto">
              <a:xfrm>
                <a:off x="3974" y="103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65" name="Line 160">
                <a:extLst>
                  <a:ext uri="{FF2B5EF4-FFF2-40B4-BE49-F238E27FC236}">
                    <a16:creationId xmlns:a16="http://schemas.microsoft.com/office/drawing/2014/main" id="{2633FD31-64C4-4125-8601-DEFEDA0C5A45}"/>
                  </a:ext>
                </a:extLst>
              </p:cNvPr>
              <p:cNvSpPr>
                <a:spLocks noChangeShapeType="1"/>
              </p:cNvSpPr>
              <p:nvPr/>
            </p:nvSpPr>
            <p:spPr bwMode="auto">
              <a:xfrm>
                <a:off x="3974" y="103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66" name="Line 161">
                <a:extLst>
                  <a:ext uri="{FF2B5EF4-FFF2-40B4-BE49-F238E27FC236}">
                    <a16:creationId xmlns:a16="http://schemas.microsoft.com/office/drawing/2014/main" id="{D85A756E-74F2-4E04-8075-7D425777F67B}"/>
                  </a:ext>
                </a:extLst>
              </p:cNvPr>
              <p:cNvSpPr>
                <a:spLocks noChangeShapeType="1"/>
              </p:cNvSpPr>
              <p:nvPr/>
            </p:nvSpPr>
            <p:spPr bwMode="auto">
              <a:xfrm>
                <a:off x="3974" y="10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67" name="Rectangle 162">
                <a:extLst>
                  <a:ext uri="{FF2B5EF4-FFF2-40B4-BE49-F238E27FC236}">
                    <a16:creationId xmlns:a16="http://schemas.microsoft.com/office/drawing/2014/main" id="{8E407E6F-D9FC-4B34-B381-F1D96796D7EC}"/>
                  </a:ext>
                </a:extLst>
              </p:cNvPr>
              <p:cNvSpPr>
                <a:spLocks noChangeArrowheads="1"/>
              </p:cNvSpPr>
              <p:nvPr/>
            </p:nvSpPr>
            <p:spPr bwMode="auto">
              <a:xfrm>
                <a:off x="3981" y="1037"/>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68" name="Line 163">
                <a:extLst>
                  <a:ext uri="{FF2B5EF4-FFF2-40B4-BE49-F238E27FC236}">
                    <a16:creationId xmlns:a16="http://schemas.microsoft.com/office/drawing/2014/main" id="{E9BC9204-3C17-414B-908D-5CDB890A08BC}"/>
                  </a:ext>
                </a:extLst>
              </p:cNvPr>
              <p:cNvSpPr>
                <a:spLocks noChangeShapeType="1"/>
              </p:cNvSpPr>
              <p:nvPr/>
            </p:nvSpPr>
            <p:spPr bwMode="auto">
              <a:xfrm>
                <a:off x="3981" y="103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69" name="Rectangle 164">
                <a:extLst>
                  <a:ext uri="{FF2B5EF4-FFF2-40B4-BE49-F238E27FC236}">
                    <a16:creationId xmlns:a16="http://schemas.microsoft.com/office/drawing/2014/main" id="{DAE9D26A-508E-4514-B030-2012C03B4C93}"/>
                  </a:ext>
                </a:extLst>
              </p:cNvPr>
              <p:cNvSpPr>
                <a:spLocks noChangeArrowheads="1"/>
              </p:cNvSpPr>
              <p:nvPr/>
            </p:nvSpPr>
            <p:spPr bwMode="auto">
              <a:xfrm>
                <a:off x="4349" y="103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70" name="Line 165">
                <a:extLst>
                  <a:ext uri="{FF2B5EF4-FFF2-40B4-BE49-F238E27FC236}">
                    <a16:creationId xmlns:a16="http://schemas.microsoft.com/office/drawing/2014/main" id="{93A5C7DB-3282-4E0E-9ECF-2B4102555955}"/>
                  </a:ext>
                </a:extLst>
              </p:cNvPr>
              <p:cNvSpPr>
                <a:spLocks noChangeShapeType="1"/>
              </p:cNvSpPr>
              <p:nvPr/>
            </p:nvSpPr>
            <p:spPr bwMode="auto">
              <a:xfrm>
                <a:off x="4349" y="103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71" name="Line 166">
                <a:extLst>
                  <a:ext uri="{FF2B5EF4-FFF2-40B4-BE49-F238E27FC236}">
                    <a16:creationId xmlns:a16="http://schemas.microsoft.com/office/drawing/2014/main" id="{A9DEE963-CD96-4B6D-B0F4-1E1F419DE6D4}"/>
                  </a:ext>
                </a:extLst>
              </p:cNvPr>
              <p:cNvSpPr>
                <a:spLocks noChangeShapeType="1"/>
              </p:cNvSpPr>
              <p:nvPr/>
            </p:nvSpPr>
            <p:spPr bwMode="auto">
              <a:xfrm>
                <a:off x="4349" y="103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72" name="Rectangle 167">
                <a:extLst>
                  <a:ext uri="{FF2B5EF4-FFF2-40B4-BE49-F238E27FC236}">
                    <a16:creationId xmlns:a16="http://schemas.microsoft.com/office/drawing/2014/main" id="{4ABE3384-5A62-4685-A60D-F9A1222B2FC0}"/>
                  </a:ext>
                </a:extLst>
              </p:cNvPr>
              <p:cNvSpPr>
                <a:spLocks noChangeArrowheads="1"/>
              </p:cNvSpPr>
              <p:nvPr/>
            </p:nvSpPr>
            <p:spPr bwMode="auto">
              <a:xfrm>
                <a:off x="4356" y="1037"/>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73" name="Line 168">
                <a:extLst>
                  <a:ext uri="{FF2B5EF4-FFF2-40B4-BE49-F238E27FC236}">
                    <a16:creationId xmlns:a16="http://schemas.microsoft.com/office/drawing/2014/main" id="{8F81D54E-5DB1-4475-A522-B7870E227893}"/>
                  </a:ext>
                </a:extLst>
              </p:cNvPr>
              <p:cNvSpPr>
                <a:spLocks noChangeShapeType="1"/>
              </p:cNvSpPr>
              <p:nvPr/>
            </p:nvSpPr>
            <p:spPr bwMode="auto">
              <a:xfrm>
                <a:off x="4356" y="103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74" name="Rectangle 169">
                <a:extLst>
                  <a:ext uri="{FF2B5EF4-FFF2-40B4-BE49-F238E27FC236}">
                    <a16:creationId xmlns:a16="http://schemas.microsoft.com/office/drawing/2014/main" id="{F9D8B744-1EF5-4B82-9D03-48F07AA773E5}"/>
                  </a:ext>
                </a:extLst>
              </p:cNvPr>
              <p:cNvSpPr>
                <a:spLocks noChangeArrowheads="1"/>
              </p:cNvSpPr>
              <p:nvPr/>
            </p:nvSpPr>
            <p:spPr bwMode="auto">
              <a:xfrm>
                <a:off x="1712" y="104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75" name="Line 170">
                <a:extLst>
                  <a:ext uri="{FF2B5EF4-FFF2-40B4-BE49-F238E27FC236}">
                    <a16:creationId xmlns:a16="http://schemas.microsoft.com/office/drawing/2014/main" id="{7B23860D-1149-40CE-BC24-1BA45F2C6D2C}"/>
                  </a:ext>
                </a:extLst>
              </p:cNvPr>
              <p:cNvSpPr>
                <a:spLocks noChangeShapeType="1"/>
              </p:cNvSpPr>
              <p:nvPr/>
            </p:nvSpPr>
            <p:spPr bwMode="auto">
              <a:xfrm>
                <a:off x="1712" y="104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76" name="Rectangle 171">
                <a:extLst>
                  <a:ext uri="{FF2B5EF4-FFF2-40B4-BE49-F238E27FC236}">
                    <a16:creationId xmlns:a16="http://schemas.microsoft.com/office/drawing/2014/main" id="{0A89D205-A8FC-480D-A0C1-585B3D9405A1}"/>
                  </a:ext>
                </a:extLst>
              </p:cNvPr>
              <p:cNvSpPr>
                <a:spLocks noChangeArrowheads="1"/>
              </p:cNvSpPr>
              <p:nvPr/>
            </p:nvSpPr>
            <p:spPr bwMode="auto">
              <a:xfrm>
                <a:off x="2087" y="104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77" name="Line 172">
                <a:extLst>
                  <a:ext uri="{FF2B5EF4-FFF2-40B4-BE49-F238E27FC236}">
                    <a16:creationId xmlns:a16="http://schemas.microsoft.com/office/drawing/2014/main" id="{F907A130-BDCB-47ED-9B86-8BDCA8901287}"/>
                  </a:ext>
                </a:extLst>
              </p:cNvPr>
              <p:cNvSpPr>
                <a:spLocks noChangeShapeType="1"/>
              </p:cNvSpPr>
              <p:nvPr/>
            </p:nvSpPr>
            <p:spPr bwMode="auto">
              <a:xfrm>
                <a:off x="2087" y="104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78" name="Rectangle 173">
                <a:extLst>
                  <a:ext uri="{FF2B5EF4-FFF2-40B4-BE49-F238E27FC236}">
                    <a16:creationId xmlns:a16="http://schemas.microsoft.com/office/drawing/2014/main" id="{BD17192A-49CC-493B-A731-D1492FB8E19B}"/>
                  </a:ext>
                </a:extLst>
              </p:cNvPr>
              <p:cNvSpPr>
                <a:spLocks noChangeArrowheads="1"/>
              </p:cNvSpPr>
              <p:nvPr/>
            </p:nvSpPr>
            <p:spPr bwMode="auto">
              <a:xfrm>
                <a:off x="2466" y="104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79" name="Line 174">
                <a:extLst>
                  <a:ext uri="{FF2B5EF4-FFF2-40B4-BE49-F238E27FC236}">
                    <a16:creationId xmlns:a16="http://schemas.microsoft.com/office/drawing/2014/main" id="{BC488394-9E26-411C-8375-E0C22E5B44D5}"/>
                  </a:ext>
                </a:extLst>
              </p:cNvPr>
              <p:cNvSpPr>
                <a:spLocks noChangeShapeType="1"/>
              </p:cNvSpPr>
              <p:nvPr/>
            </p:nvSpPr>
            <p:spPr bwMode="auto">
              <a:xfrm>
                <a:off x="2466" y="104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80" name="Rectangle 175">
                <a:extLst>
                  <a:ext uri="{FF2B5EF4-FFF2-40B4-BE49-F238E27FC236}">
                    <a16:creationId xmlns:a16="http://schemas.microsoft.com/office/drawing/2014/main" id="{A12B348B-879B-4DAB-8F88-050838DF97CA}"/>
                  </a:ext>
                </a:extLst>
              </p:cNvPr>
              <p:cNvSpPr>
                <a:spLocks noChangeArrowheads="1"/>
              </p:cNvSpPr>
              <p:nvPr/>
            </p:nvSpPr>
            <p:spPr bwMode="auto">
              <a:xfrm>
                <a:off x="2841" y="104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81" name="Line 176">
                <a:extLst>
                  <a:ext uri="{FF2B5EF4-FFF2-40B4-BE49-F238E27FC236}">
                    <a16:creationId xmlns:a16="http://schemas.microsoft.com/office/drawing/2014/main" id="{36FF75C0-8254-4D84-866A-46221CF1C761}"/>
                  </a:ext>
                </a:extLst>
              </p:cNvPr>
              <p:cNvSpPr>
                <a:spLocks noChangeShapeType="1"/>
              </p:cNvSpPr>
              <p:nvPr/>
            </p:nvSpPr>
            <p:spPr bwMode="auto">
              <a:xfrm>
                <a:off x="2841" y="104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82" name="Rectangle 177">
                <a:extLst>
                  <a:ext uri="{FF2B5EF4-FFF2-40B4-BE49-F238E27FC236}">
                    <a16:creationId xmlns:a16="http://schemas.microsoft.com/office/drawing/2014/main" id="{6D3F7807-2FAA-4F72-9D55-616FA129B7F1}"/>
                  </a:ext>
                </a:extLst>
              </p:cNvPr>
              <p:cNvSpPr>
                <a:spLocks noChangeArrowheads="1"/>
              </p:cNvSpPr>
              <p:nvPr/>
            </p:nvSpPr>
            <p:spPr bwMode="auto">
              <a:xfrm>
                <a:off x="3243" y="104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83" name="Line 178">
                <a:extLst>
                  <a:ext uri="{FF2B5EF4-FFF2-40B4-BE49-F238E27FC236}">
                    <a16:creationId xmlns:a16="http://schemas.microsoft.com/office/drawing/2014/main" id="{1D62CCA5-5D7A-4833-B406-E439ADE02391}"/>
                  </a:ext>
                </a:extLst>
              </p:cNvPr>
              <p:cNvSpPr>
                <a:spLocks noChangeShapeType="1"/>
              </p:cNvSpPr>
              <p:nvPr/>
            </p:nvSpPr>
            <p:spPr bwMode="auto">
              <a:xfrm>
                <a:off x="3243" y="104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84" name="Rectangle 179">
                <a:extLst>
                  <a:ext uri="{FF2B5EF4-FFF2-40B4-BE49-F238E27FC236}">
                    <a16:creationId xmlns:a16="http://schemas.microsoft.com/office/drawing/2014/main" id="{355B172B-89A1-4AC2-A7DF-B42126750E0A}"/>
                  </a:ext>
                </a:extLst>
              </p:cNvPr>
              <p:cNvSpPr>
                <a:spLocks noChangeArrowheads="1"/>
              </p:cNvSpPr>
              <p:nvPr/>
            </p:nvSpPr>
            <p:spPr bwMode="auto">
              <a:xfrm>
                <a:off x="3595" y="104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85" name="Line 180">
                <a:extLst>
                  <a:ext uri="{FF2B5EF4-FFF2-40B4-BE49-F238E27FC236}">
                    <a16:creationId xmlns:a16="http://schemas.microsoft.com/office/drawing/2014/main" id="{06A29EF8-3A1C-4244-9B0E-57FC258C9807}"/>
                  </a:ext>
                </a:extLst>
              </p:cNvPr>
              <p:cNvSpPr>
                <a:spLocks noChangeShapeType="1"/>
              </p:cNvSpPr>
              <p:nvPr/>
            </p:nvSpPr>
            <p:spPr bwMode="auto">
              <a:xfrm>
                <a:off x="3595" y="104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86" name="Rectangle 181">
                <a:extLst>
                  <a:ext uri="{FF2B5EF4-FFF2-40B4-BE49-F238E27FC236}">
                    <a16:creationId xmlns:a16="http://schemas.microsoft.com/office/drawing/2014/main" id="{F3F4BC1A-F338-404A-B5E8-DCBFFDD80251}"/>
                  </a:ext>
                </a:extLst>
              </p:cNvPr>
              <p:cNvSpPr>
                <a:spLocks noChangeArrowheads="1"/>
              </p:cNvSpPr>
              <p:nvPr/>
            </p:nvSpPr>
            <p:spPr bwMode="auto">
              <a:xfrm>
                <a:off x="3974" y="104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87" name="Line 182">
                <a:extLst>
                  <a:ext uri="{FF2B5EF4-FFF2-40B4-BE49-F238E27FC236}">
                    <a16:creationId xmlns:a16="http://schemas.microsoft.com/office/drawing/2014/main" id="{38738AFE-A0E0-418F-8467-D98A4CAE7C53}"/>
                  </a:ext>
                </a:extLst>
              </p:cNvPr>
              <p:cNvSpPr>
                <a:spLocks noChangeShapeType="1"/>
              </p:cNvSpPr>
              <p:nvPr/>
            </p:nvSpPr>
            <p:spPr bwMode="auto">
              <a:xfrm>
                <a:off x="3974" y="104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88" name="Rectangle 183">
                <a:extLst>
                  <a:ext uri="{FF2B5EF4-FFF2-40B4-BE49-F238E27FC236}">
                    <a16:creationId xmlns:a16="http://schemas.microsoft.com/office/drawing/2014/main" id="{64A34D33-BFAE-4557-B937-720349BA13F1}"/>
                  </a:ext>
                </a:extLst>
              </p:cNvPr>
              <p:cNvSpPr>
                <a:spLocks noChangeArrowheads="1"/>
              </p:cNvSpPr>
              <p:nvPr/>
            </p:nvSpPr>
            <p:spPr bwMode="auto">
              <a:xfrm>
                <a:off x="4349" y="104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89" name="Line 184">
                <a:extLst>
                  <a:ext uri="{FF2B5EF4-FFF2-40B4-BE49-F238E27FC236}">
                    <a16:creationId xmlns:a16="http://schemas.microsoft.com/office/drawing/2014/main" id="{AEDA5AEB-0237-4C44-A873-6BC6B727C6E7}"/>
                  </a:ext>
                </a:extLst>
              </p:cNvPr>
              <p:cNvSpPr>
                <a:spLocks noChangeShapeType="1"/>
              </p:cNvSpPr>
              <p:nvPr/>
            </p:nvSpPr>
            <p:spPr bwMode="auto">
              <a:xfrm>
                <a:off x="4349" y="104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90" name="Rectangle 185">
                <a:extLst>
                  <a:ext uri="{FF2B5EF4-FFF2-40B4-BE49-F238E27FC236}">
                    <a16:creationId xmlns:a16="http://schemas.microsoft.com/office/drawing/2014/main" id="{335DDAA8-6A94-4003-B387-636EEF19610F}"/>
                  </a:ext>
                </a:extLst>
              </p:cNvPr>
              <p:cNvSpPr>
                <a:spLocks noChangeArrowheads="1"/>
              </p:cNvSpPr>
              <p:nvPr/>
            </p:nvSpPr>
            <p:spPr bwMode="auto">
              <a:xfrm>
                <a:off x="2969" y="1238"/>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5591" name="Rectangle 186">
                <a:extLst>
                  <a:ext uri="{FF2B5EF4-FFF2-40B4-BE49-F238E27FC236}">
                    <a16:creationId xmlns:a16="http://schemas.microsoft.com/office/drawing/2014/main" id="{6323AA6C-F336-4CE2-8E74-23485EAA332F}"/>
                  </a:ext>
                </a:extLst>
              </p:cNvPr>
              <p:cNvSpPr>
                <a:spLocks noChangeArrowheads="1"/>
              </p:cNvSpPr>
              <p:nvPr/>
            </p:nvSpPr>
            <p:spPr bwMode="auto">
              <a:xfrm>
                <a:off x="1330" y="1220"/>
                <a:ext cx="38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92" name="Line 187">
                <a:extLst>
                  <a:ext uri="{FF2B5EF4-FFF2-40B4-BE49-F238E27FC236}">
                    <a16:creationId xmlns:a16="http://schemas.microsoft.com/office/drawing/2014/main" id="{CB0F6BDA-C739-4BA3-827F-F0DA1E640030}"/>
                  </a:ext>
                </a:extLst>
              </p:cNvPr>
              <p:cNvSpPr>
                <a:spLocks noChangeShapeType="1"/>
              </p:cNvSpPr>
              <p:nvPr/>
            </p:nvSpPr>
            <p:spPr bwMode="auto">
              <a:xfrm>
                <a:off x="1330" y="1220"/>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93" name="Rectangle 188">
                <a:extLst>
                  <a:ext uri="{FF2B5EF4-FFF2-40B4-BE49-F238E27FC236}">
                    <a16:creationId xmlns:a16="http://schemas.microsoft.com/office/drawing/2014/main" id="{C18F84A7-421E-496D-96F3-4686A94DA1F8}"/>
                  </a:ext>
                </a:extLst>
              </p:cNvPr>
              <p:cNvSpPr>
                <a:spLocks noChangeArrowheads="1"/>
              </p:cNvSpPr>
              <p:nvPr/>
            </p:nvSpPr>
            <p:spPr bwMode="auto">
              <a:xfrm>
                <a:off x="1712" y="122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94" name="Line 189">
                <a:extLst>
                  <a:ext uri="{FF2B5EF4-FFF2-40B4-BE49-F238E27FC236}">
                    <a16:creationId xmlns:a16="http://schemas.microsoft.com/office/drawing/2014/main" id="{E76FD1EF-0EEC-4DF4-835E-6D97EEB702B0}"/>
                  </a:ext>
                </a:extLst>
              </p:cNvPr>
              <p:cNvSpPr>
                <a:spLocks noChangeShapeType="1"/>
              </p:cNvSpPr>
              <p:nvPr/>
            </p:nvSpPr>
            <p:spPr bwMode="auto">
              <a:xfrm>
                <a:off x="1712" y="122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95" name="Line 190">
                <a:extLst>
                  <a:ext uri="{FF2B5EF4-FFF2-40B4-BE49-F238E27FC236}">
                    <a16:creationId xmlns:a16="http://schemas.microsoft.com/office/drawing/2014/main" id="{EDC9995D-F4D7-43F6-9A36-93BDFF3623C3}"/>
                  </a:ext>
                </a:extLst>
              </p:cNvPr>
              <p:cNvSpPr>
                <a:spLocks noChangeShapeType="1"/>
              </p:cNvSpPr>
              <p:nvPr/>
            </p:nvSpPr>
            <p:spPr bwMode="auto">
              <a:xfrm>
                <a:off x="1712" y="122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96" name="Rectangle 191">
                <a:extLst>
                  <a:ext uri="{FF2B5EF4-FFF2-40B4-BE49-F238E27FC236}">
                    <a16:creationId xmlns:a16="http://schemas.microsoft.com/office/drawing/2014/main" id="{B12BBEEB-77A8-4F17-B161-C5843ED557C2}"/>
                  </a:ext>
                </a:extLst>
              </p:cNvPr>
              <p:cNvSpPr>
                <a:spLocks noChangeArrowheads="1"/>
              </p:cNvSpPr>
              <p:nvPr/>
            </p:nvSpPr>
            <p:spPr bwMode="auto">
              <a:xfrm>
                <a:off x="1719" y="122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97" name="Line 192">
                <a:extLst>
                  <a:ext uri="{FF2B5EF4-FFF2-40B4-BE49-F238E27FC236}">
                    <a16:creationId xmlns:a16="http://schemas.microsoft.com/office/drawing/2014/main" id="{D7B84D3D-94FD-4BC0-89DF-42188AB9B0B0}"/>
                  </a:ext>
                </a:extLst>
              </p:cNvPr>
              <p:cNvSpPr>
                <a:spLocks noChangeShapeType="1"/>
              </p:cNvSpPr>
              <p:nvPr/>
            </p:nvSpPr>
            <p:spPr bwMode="auto">
              <a:xfrm>
                <a:off x="1719" y="122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598" name="Rectangle 193">
                <a:extLst>
                  <a:ext uri="{FF2B5EF4-FFF2-40B4-BE49-F238E27FC236}">
                    <a16:creationId xmlns:a16="http://schemas.microsoft.com/office/drawing/2014/main" id="{E1D00F4C-16FB-465D-B931-9AE80D4188F2}"/>
                  </a:ext>
                </a:extLst>
              </p:cNvPr>
              <p:cNvSpPr>
                <a:spLocks noChangeArrowheads="1"/>
              </p:cNvSpPr>
              <p:nvPr/>
            </p:nvSpPr>
            <p:spPr bwMode="auto">
              <a:xfrm>
                <a:off x="2087" y="122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599" name="Line 194">
                <a:extLst>
                  <a:ext uri="{FF2B5EF4-FFF2-40B4-BE49-F238E27FC236}">
                    <a16:creationId xmlns:a16="http://schemas.microsoft.com/office/drawing/2014/main" id="{3AD8363C-365C-4346-B474-94BD110D7A07}"/>
                  </a:ext>
                </a:extLst>
              </p:cNvPr>
              <p:cNvSpPr>
                <a:spLocks noChangeShapeType="1"/>
              </p:cNvSpPr>
              <p:nvPr/>
            </p:nvSpPr>
            <p:spPr bwMode="auto">
              <a:xfrm>
                <a:off x="2087" y="122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600" name="Line 195">
                <a:extLst>
                  <a:ext uri="{FF2B5EF4-FFF2-40B4-BE49-F238E27FC236}">
                    <a16:creationId xmlns:a16="http://schemas.microsoft.com/office/drawing/2014/main" id="{E7631732-85A3-4146-B7CD-640F30F2760C}"/>
                  </a:ext>
                </a:extLst>
              </p:cNvPr>
              <p:cNvSpPr>
                <a:spLocks noChangeShapeType="1"/>
              </p:cNvSpPr>
              <p:nvPr/>
            </p:nvSpPr>
            <p:spPr bwMode="auto">
              <a:xfrm>
                <a:off x="2087" y="122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601" name="Rectangle 196">
                <a:extLst>
                  <a:ext uri="{FF2B5EF4-FFF2-40B4-BE49-F238E27FC236}">
                    <a16:creationId xmlns:a16="http://schemas.microsoft.com/office/drawing/2014/main" id="{1F352C33-6185-40EF-BAE6-6A8BE38E208E}"/>
                  </a:ext>
                </a:extLst>
              </p:cNvPr>
              <p:cNvSpPr>
                <a:spLocks noChangeArrowheads="1"/>
              </p:cNvSpPr>
              <p:nvPr/>
            </p:nvSpPr>
            <p:spPr bwMode="auto">
              <a:xfrm>
                <a:off x="2094" y="1220"/>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602" name="Line 197">
                <a:extLst>
                  <a:ext uri="{FF2B5EF4-FFF2-40B4-BE49-F238E27FC236}">
                    <a16:creationId xmlns:a16="http://schemas.microsoft.com/office/drawing/2014/main" id="{62FDD325-8A18-445A-B2F1-8B817A108399}"/>
                  </a:ext>
                </a:extLst>
              </p:cNvPr>
              <p:cNvSpPr>
                <a:spLocks noChangeShapeType="1"/>
              </p:cNvSpPr>
              <p:nvPr/>
            </p:nvSpPr>
            <p:spPr bwMode="auto">
              <a:xfrm>
                <a:off x="2094" y="1220"/>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603" name="Rectangle 198">
                <a:extLst>
                  <a:ext uri="{FF2B5EF4-FFF2-40B4-BE49-F238E27FC236}">
                    <a16:creationId xmlns:a16="http://schemas.microsoft.com/office/drawing/2014/main" id="{445BE421-6678-4848-9A76-3459D0EFA3C7}"/>
                  </a:ext>
                </a:extLst>
              </p:cNvPr>
              <p:cNvSpPr>
                <a:spLocks noChangeArrowheads="1"/>
              </p:cNvSpPr>
              <p:nvPr/>
            </p:nvSpPr>
            <p:spPr bwMode="auto">
              <a:xfrm>
                <a:off x="2466" y="122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604" name="Line 199">
                <a:extLst>
                  <a:ext uri="{FF2B5EF4-FFF2-40B4-BE49-F238E27FC236}">
                    <a16:creationId xmlns:a16="http://schemas.microsoft.com/office/drawing/2014/main" id="{E00E7197-DC69-409D-8163-71D2DC712C99}"/>
                  </a:ext>
                </a:extLst>
              </p:cNvPr>
              <p:cNvSpPr>
                <a:spLocks noChangeShapeType="1"/>
              </p:cNvSpPr>
              <p:nvPr/>
            </p:nvSpPr>
            <p:spPr bwMode="auto">
              <a:xfrm>
                <a:off x="2466" y="122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605" name="Line 200">
                <a:extLst>
                  <a:ext uri="{FF2B5EF4-FFF2-40B4-BE49-F238E27FC236}">
                    <a16:creationId xmlns:a16="http://schemas.microsoft.com/office/drawing/2014/main" id="{843D2997-E6B1-4E72-B74A-20BF068C969E}"/>
                  </a:ext>
                </a:extLst>
              </p:cNvPr>
              <p:cNvSpPr>
                <a:spLocks noChangeShapeType="1"/>
              </p:cNvSpPr>
              <p:nvPr/>
            </p:nvSpPr>
            <p:spPr bwMode="auto">
              <a:xfrm>
                <a:off x="2466" y="122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606" name="Rectangle 201">
                <a:extLst>
                  <a:ext uri="{FF2B5EF4-FFF2-40B4-BE49-F238E27FC236}">
                    <a16:creationId xmlns:a16="http://schemas.microsoft.com/office/drawing/2014/main" id="{0C642900-A396-4C44-BAD1-5B1266066738}"/>
                  </a:ext>
                </a:extLst>
              </p:cNvPr>
              <p:cNvSpPr>
                <a:spLocks noChangeArrowheads="1"/>
              </p:cNvSpPr>
              <p:nvPr/>
            </p:nvSpPr>
            <p:spPr bwMode="auto">
              <a:xfrm>
                <a:off x="2473" y="122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607" name="Line 202">
                <a:extLst>
                  <a:ext uri="{FF2B5EF4-FFF2-40B4-BE49-F238E27FC236}">
                    <a16:creationId xmlns:a16="http://schemas.microsoft.com/office/drawing/2014/main" id="{320EA90E-6E19-4A0A-AD60-223948DA554F}"/>
                  </a:ext>
                </a:extLst>
              </p:cNvPr>
              <p:cNvSpPr>
                <a:spLocks noChangeShapeType="1"/>
              </p:cNvSpPr>
              <p:nvPr/>
            </p:nvSpPr>
            <p:spPr bwMode="auto">
              <a:xfrm>
                <a:off x="2473" y="122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608" name="Rectangle 203">
                <a:extLst>
                  <a:ext uri="{FF2B5EF4-FFF2-40B4-BE49-F238E27FC236}">
                    <a16:creationId xmlns:a16="http://schemas.microsoft.com/office/drawing/2014/main" id="{CE779502-961D-491A-93E4-8EAF61BB4D1E}"/>
                  </a:ext>
                </a:extLst>
              </p:cNvPr>
              <p:cNvSpPr>
                <a:spLocks noChangeArrowheads="1"/>
              </p:cNvSpPr>
              <p:nvPr/>
            </p:nvSpPr>
            <p:spPr bwMode="auto">
              <a:xfrm>
                <a:off x="2841" y="122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609" name="Line 204">
                <a:extLst>
                  <a:ext uri="{FF2B5EF4-FFF2-40B4-BE49-F238E27FC236}">
                    <a16:creationId xmlns:a16="http://schemas.microsoft.com/office/drawing/2014/main" id="{4FD77E40-DBE2-44DC-8AF7-ADA14869FF70}"/>
                  </a:ext>
                </a:extLst>
              </p:cNvPr>
              <p:cNvSpPr>
                <a:spLocks noChangeShapeType="1"/>
              </p:cNvSpPr>
              <p:nvPr/>
            </p:nvSpPr>
            <p:spPr bwMode="auto">
              <a:xfrm>
                <a:off x="2841" y="122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grpSp>
        <p:grpSp>
          <p:nvGrpSpPr>
            <p:cNvPr id="24582" name="Group 406">
              <a:extLst>
                <a:ext uri="{FF2B5EF4-FFF2-40B4-BE49-F238E27FC236}">
                  <a16:creationId xmlns:a16="http://schemas.microsoft.com/office/drawing/2014/main" id="{48C97E07-85F4-4F9A-87C9-6460ED68073E}"/>
                </a:ext>
              </a:extLst>
            </p:cNvPr>
            <p:cNvGrpSpPr>
              <a:grpSpLocks/>
            </p:cNvGrpSpPr>
            <p:nvPr/>
          </p:nvGrpSpPr>
          <p:grpSpPr bwMode="auto">
            <a:xfrm>
              <a:off x="1330" y="1220"/>
              <a:ext cx="3394" cy="750"/>
              <a:chOff x="1330" y="1220"/>
              <a:chExt cx="3394" cy="750"/>
            </a:xfrm>
          </p:grpSpPr>
          <p:sp>
            <p:nvSpPr>
              <p:cNvPr id="25210" name="Line 206">
                <a:extLst>
                  <a:ext uri="{FF2B5EF4-FFF2-40B4-BE49-F238E27FC236}">
                    <a16:creationId xmlns:a16="http://schemas.microsoft.com/office/drawing/2014/main" id="{18171F39-F2E3-4420-9DA2-E2C1BD99227A}"/>
                  </a:ext>
                </a:extLst>
              </p:cNvPr>
              <p:cNvSpPr>
                <a:spLocks noChangeShapeType="1"/>
              </p:cNvSpPr>
              <p:nvPr/>
            </p:nvSpPr>
            <p:spPr bwMode="auto">
              <a:xfrm>
                <a:off x="2841" y="122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11" name="Rectangle 207">
                <a:extLst>
                  <a:ext uri="{FF2B5EF4-FFF2-40B4-BE49-F238E27FC236}">
                    <a16:creationId xmlns:a16="http://schemas.microsoft.com/office/drawing/2014/main" id="{0A6062E9-5FA9-4750-8F29-C58B5450DF21}"/>
                  </a:ext>
                </a:extLst>
              </p:cNvPr>
              <p:cNvSpPr>
                <a:spLocks noChangeArrowheads="1"/>
              </p:cNvSpPr>
              <p:nvPr/>
            </p:nvSpPr>
            <p:spPr bwMode="auto">
              <a:xfrm>
                <a:off x="2848" y="1220"/>
                <a:ext cx="39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12" name="Line 208">
                <a:extLst>
                  <a:ext uri="{FF2B5EF4-FFF2-40B4-BE49-F238E27FC236}">
                    <a16:creationId xmlns:a16="http://schemas.microsoft.com/office/drawing/2014/main" id="{763E492C-6277-44EF-AEDC-EED866D40435}"/>
                  </a:ext>
                </a:extLst>
              </p:cNvPr>
              <p:cNvSpPr>
                <a:spLocks noChangeShapeType="1"/>
              </p:cNvSpPr>
              <p:nvPr/>
            </p:nvSpPr>
            <p:spPr bwMode="auto">
              <a:xfrm>
                <a:off x="2848" y="1220"/>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13" name="Rectangle 209">
                <a:extLst>
                  <a:ext uri="{FF2B5EF4-FFF2-40B4-BE49-F238E27FC236}">
                    <a16:creationId xmlns:a16="http://schemas.microsoft.com/office/drawing/2014/main" id="{9A8C6F2A-20DD-46B3-B4B5-B4A0D0103942}"/>
                  </a:ext>
                </a:extLst>
              </p:cNvPr>
              <p:cNvSpPr>
                <a:spLocks noChangeArrowheads="1"/>
              </p:cNvSpPr>
              <p:nvPr/>
            </p:nvSpPr>
            <p:spPr bwMode="auto">
              <a:xfrm>
                <a:off x="3243" y="122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14" name="Line 210">
                <a:extLst>
                  <a:ext uri="{FF2B5EF4-FFF2-40B4-BE49-F238E27FC236}">
                    <a16:creationId xmlns:a16="http://schemas.microsoft.com/office/drawing/2014/main" id="{41E77A28-C2D8-41FD-A119-204E60418943}"/>
                  </a:ext>
                </a:extLst>
              </p:cNvPr>
              <p:cNvSpPr>
                <a:spLocks noChangeShapeType="1"/>
              </p:cNvSpPr>
              <p:nvPr/>
            </p:nvSpPr>
            <p:spPr bwMode="auto">
              <a:xfrm>
                <a:off x="3243" y="122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15" name="Line 211">
                <a:extLst>
                  <a:ext uri="{FF2B5EF4-FFF2-40B4-BE49-F238E27FC236}">
                    <a16:creationId xmlns:a16="http://schemas.microsoft.com/office/drawing/2014/main" id="{879ABE17-9291-419A-9D77-90190042D1F2}"/>
                  </a:ext>
                </a:extLst>
              </p:cNvPr>
              <p:cNvSpPr>
                <a:spLocks noChangeShapeType="1"/>
              </p:cNvSpPr>
              <p:nvPr/>
            </p:nvSpPr>
            <p:spPr bwMode="auto">
              <a:xfrm>
                <a:off x="3243" y="122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16" name="Rectangle 212">
                <a:extLst>
                  <a:ext uri="{FF2B5EF4-FFF2-40B4-BE49-F238E27FC236}">
                    <a16:creationId xmlns:a16="http://schemas.microsoft.com/office/drawing/2014/main" id="{8791888C-3957-4C0C-B23D-31B9EA257FD3}"/>
                  </a:ext>
                </a:extLst>
              </p:cNvPr>
              <p:cNvSpPr>
                <a:spLocks noChangeArrowheads="1"/>
              </p:cNvSpPr>
              <p:nvPr/>
            </p:nvSpPr>
            <p:spPr bwMode="auto">
              <a:xfrm>
                <a:off x="3250" y="1220"/>
                <a:ext cx="34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17" name="Line 213">
                <a:extLst>
                  <a:ext uri="{FF2B5EF4-FFF2-40B4-BE49-F238E27FC236}">
                    <a16:creationId xmlns:a16="http://schemas.microsoft.com/office/drawing/2014/main" id="{9525E1C0-44E0-43C5-9100-1F08E67A002C}"/>
                  </a:ext>
                </a:extLst>
              </p:cNvPr>
              <p:cNvSpPr>
                <a:spLocks noChangeShapeType="1"/>
              </p:cNvSpPr>
              <p:nvPr/>
            </p:nvSpPr>
            <p:spPr bwMode="auto">
              <a:xfrm>
                <a:off x="3250" y="1220"/>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18" name="Rectangle 214">
                <a:extLst>
                  <a:ext uri="{FF2B5EF4-FFF2-40B4-BE49-F238E27FC236}">
                    <a16:creationId xmlns:a16="http://schemas.microsoft.com/office/drawing/2014/main" id="{1DC4E241-6FE1-415E-989B-D610F5EC86AB}"/>
                  </a:ext>
                </a:extLst>
              </p:cNvPr>
              <p:cNvSpPr>
                <a:spLocks noChangeArrowheads="1"/>
              </p:cNvSpPr>
              <p:nvPr/>
            </p:nvSpPr>
            <p:spPr bwMode="auto">
              <a:xfrm>
                <a:off x="3595" y="122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19" name="Line 215">
                <a:extLst>
                  <a:ext uri="{FF2B5EF4-FFF2-40B4-BE49-F238E27FC236}">
                    <a16:creationId xmlns:a16="http://schemas.microsoft.com/office/drawing/2014/main" id="{2D55B82A-F458-4508-B73C-1B5577A9C27B}"/>
                  </a:ext>
                </a:extLst>
              </p:cNvPr>
              <p:cNvSpPr>
                <a:spLocks noChangeShapeType="1"/>
              </p:cNvSpPr>
              <p:nvPr/>
            </p:nvSpPr>
            <p:spPr bwMode="auto">
              <a:xfrm>
                <a:off x="3595" y="122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20" name="Line 216">
                <a:extLst>
                  <a:ext uri="{FF2B5EF4-FFF2-40B4-BE49-F238E27FC236}">
                    <a16:creationId xmlns:a16="http://schemas.microsoft.com/office/drawing/2014/main" id="{811A5226-00CB-4277-9C9D-B9DB38CDA3F1}"/>
                  </a:ext>
                </a:extLst>
              </p:cNvPr>
              <p:cNvSpPr>
                <a:spLocks noChangeShapeType="1"/>
              </p:cNvSpPr>
              <p:nvPr/>
            </p:nvSpPr>
            <p:spPr bwMode="auto">
              <a:xfrm>
                <a:off x="3595" y="122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21" name="Rectangle 217">
                <a:extLst>
                  <a:ext uri="{FF2B5EF4-FFF2-40B4-BE49-F238E27FC236}">
                    <a16:creationId xmlns:a16="http://schemas.microsoft.com/office/drawing/2014/main" id="{1B3DAC34-2BE6-483E-AAAF-A610BC70F18F}"/>
                  </a:ext>
                </a:extLst>
              </p:cNvPr>
              <p:cNvSpPr>
                <a:spLocks noChangeArrowheads="1"/>
              </p:cNvSpPr>
              <p:nvPr/>
            </p:nvSpPr>
            <p:spPr bwMode="auto">
              <a:xfrm>
                <a:off x="3602" y="1220"/>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22" name="Line 218">
                <a:extLst>
                  <a:ext uri="{FF2B5EF4-FFF2-40B4-BE49-F238E27FC236}">
                    <a16:creationId xmlns:a16="http://schemas.microsoft.com/office/drawing/2014/main" id="{42D4100F-297C-489A-BEED-A113ED934020}"/>
                  </a:ext>
                </a:extLst>
              </p:cNvPr>
              <p:cNvSpPr>
                <a:spLocks noChangeShapeType="1"/>
              </p:cNvSpPr>
              <p:nvPr/>
            </p:nvSpPr>
            <p:spPr bwMode="auto">
              <a:xfrm>
                <a:off x="3602" y="1220"/>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23" name="Rectangle 219">
                <a:extLst>
                  <a:ext uri="{FF2B5EF4-FFF2-40B4-BE49-F238E27FC236}">
                    <a16:creationId xmlns:a16="http://schemas.microsoft.com/office/drawing/2014/main" id="{2E564BFE-1BC2-4D02-A007-BD7E845B6FAA}"/>
                  </a:ext>
                </a:extLst>
              </p:cNvPr>
              <p:cNvSpPr>
                <a:spLocks noChangeArrowheads="1"/>
              </p:cNvSpPr>
              <p:nvPr/>
            </p:nvSpPr>
            <p:spPr bwMode="auto">
              <a:xfrm>
                <a:off x="3974" y="122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24" name="Line 220">
                <a:extLst>
                  <a:ext uri="{FF2B5EF4-FFF2-40B4-BE49-F238E27FC236}">
                    <a16:creationId xmlns:a16="http://schemas.microsoft.com/office/drawing/2014/main" id="{B57FA60C-011A-415A-A465-EF1A3E4E6D70}"/>
                  </a:ext>
                </a:extLst>
              </p:cNvPr>
              <p:cNvSpPr>
                <a:spLocks noChangeShapeType="1"/>
              </p:cNvSpPr>
              <p:nvPr/>
            </p:nvSpPr>
            <p:spPr bwMode="auto">
              <a:xfrm>
                <a:off x="3974" y="122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25" name="Line 221">
                <a:extLst>
                  <a:ext uri="{FF2B5EF4-FFF2-40B4-BE49-F238E27FC236}">
                    <a16:creationId xmlns:a16="http://schemas.microsoft.com/office/drawing/2014/main" id="{3B50C61A-D838-4652-A44B-9FE72E2C887E}"/>
                  </a:ext>
                </a:extLst>
              </p:cNvPr>
              <p:cNvSpPr>
                <a:spLocks noChangeShapeType="1"/>
              </p:cNvSpPr>
              <p:nvPr/>
            </p:nvSpPr>
            <p:spPr bwMode="auto">
              <a:xfrm>
                <a:off x="3974" y="122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26" name="Rectangle 222">
                <a:extLst>
                  <a:ext uri="{FF2B5EF4-FFF2-40B4-BE49-F238E27FC236}">
                    <a16:creationId xmlns:a16="http://schemas.microsoft.com/office/drawing/2014/main" id="{DF420A9A-9A7F-403A-9794-9A40753047F0}"/>
                  </a:ext>
                </a:extLst>
              </p:cNvPr>
              <p:cNvSpPr>
                <a:spLocks noChangeArrowheads="1"/>
              </p:cNvSpPr>
              <p:nvPr/>
            </p:nvSpPr>
            <p:spPr bwMode="auto">
              <a:xfrm>
                <a:off x="3981" y="122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27" name="Line 223">
                <a:extLst>
                  <a:ext uri="{FF2B5EF4-FFF2-40B4-BE49-F238E27FC236}">
                    <a16:creationId xmlns:a16="http://schemas.microsoft.com/office/drawing/2014/main" id="{0AB77D8C-EC6C-4F11-AC08-E11DD1ED5D6E}"/>
                  </a:ext>
                </a:extLst>
              </p:cNvPr>
              <p:cNvSpPr>
                <a:spLocks noChangeShapeType="1"/>
              </p:cNvSpPr>
              <p:nvPr/>
            </p:nvSpPr>
            <p:spPr bwMode="auto">
              <a:xfrm>
                <a:off x="3981" y="122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28" name="Rectangle 224">
                <a:extLst>
                  <a:ext uri="{FF2B5EF4-FFF2-40B4-BE49-F238E27FC236}">
                    <a16:creationId xmlns:a16="http://schemas.microsoft.com/office/drawing/2014/main" id="{1F8F1DB5-D33E-4D9C-BDDD-B69D71B50475}"/>
                  </a:ext>
                </a:extLst>
              </p:cNvPr>
              <p:cNvSpPr>
                <a:spLocks noChangeArrowheads="1"/>
              </p:cNvSpPr>
              <p:nvPr/>
            </p:nvSpPr>
            <p:spPr bwMode="auto">
              <a:xfrm>
                <a:off x="4349" y="122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29" name="Line 225">
                <a:extLst>
                  <a:ext uri="{FF2B5EF4-FFF2-40B4-BE49-F238E27FC236}">
                    <a16:creationId xmlns:a16="http://schemas.microsoft.com/office/drawing/2014/main" id="{787367F7-67F8-42A8-B88B-E0847DBBA518}"/>
                  </a:ext>
                </a:extLst>
              </p:cNvPr>
              <p:cNvSpPr>
                <a:spLocks noChangeShapeType="1"/>
              </p:cNvSpPr>
              <p:nvPr/>
            </p:nvSpPr>
            <p:spPr bwMode="auto">
              <a:xfrm>
                <a:off x="4349" y="122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30" name="Line 226">
                <a:extLst>
                  <a:ext uri="{FF2B5EF4-FFF2-40B4-BE49-F238E27FC236}">
                    <a16:creationId xmlns:a16="http://schemas.microsoft.com/office/drawing/2014/main" id="{B66C3755-910B-4E9E-9602-F7602954E649}"/>
                  </a:ext>
                </a:extLst>
              </p:cNvPr>
              <p:cNvSpPr>
                <a:spLocks noChangeShapeType="1"/>
              </p:cNvSpPr>
              <p:nvPr/>
            </p:nvSpPr>
            <p:spPr bwMode="auto">
              <a:xfrm>
                <a:off x="4349" y="122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31" name="Rectangle 227">
                <a:extLst>
                  <a:ext uri="{FF2B5EF4-FFF2-40B4-BE49-F238E27FC236}">
                    <a16:creationId xmlns:a16="http://schemas.microsoft.com/office/drawing/2014/main" id="{1D18C74C-30BA-4D8D-BE21-42887450186E}"/>
                  </a:ext>
                </a:extLst>
              </p:cNvPr>
              <p:cNvSpPr>
                <a:spLocks noChangeArrowheads="1"/>
              </p:cNvSpPr>
              <p:nvPr/>
            </p:nvSpPr>
            <p:spPr bwMode="auto">
              <a:xfrm>
                <a:off x="4356" y="122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32" name="Line 228">
                <a:extLst>
                  <a:ext uri="{FF2B5EF4-FFF2-40B4-BE49-F238E27FC236}">
                    <a16:creationId xmlns:a16="http://schemas.microsoft.com/office/drawing/2014/main" id="{FA410850-9794-4256-BF6B-A1B8FFEB02FF}"/>
                  </a:ext>
                </a:extLst>
              </p:cNvPr>
              <p:cNvSpPr>
                <a:spLocks noChangeShapeType="1"/>
              </p:cNvSpPr>
              <p:nvPr/>
            </p:nvSpPr>
            <p:spPr bwMode="auto">
              <a:xfrm>
                <a:off x="4356" y="122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33" name="Rectangle 229">
                <a:extLst>
                  <a:ext uri="{FF2B5EF4-FFF2-40B4-BE49-F238E27FC236}">
                    <a16:creationId xmlns:a16="http://schemas.microsoft.com/office/drawing/2014/main" id="{5B4C6C4D-D87D-4EB2-9CAD-97A2A1BE0852}"/>
                  </a:ext>
                </a:extLst>
              </p:cNvPr>
              <p:cNvSpPr>
                <a:spLocks noChangeArrowheads="1"/>
              </p:cNvSpPr>
              <p:nvPr/>
            </p:nvSpPr>
            <p:spPr bwMode="auto">
              <a:xfrm>
                <a:off x="1451" y="1424"/>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234" name="Rectangle 230">
                <a:extLst>
                  <a:ext uri="{FF2B5EF4-FFF2-40B4-BE49-F238E27FC236}">
                    <a16:creationId xmlns:a16="http://schemas.microsoft.com/office/drawing/2014/main" id="{BBCC18D2-A488-473B-BEF3-4CE1C6192A79}"/>
                  </a:ext>
                </a:extLst>
              </p:cNvPr>
              <p:cNvSpPr>
                <a:spLocks noChangeArrowheads="1"/>
              </p:cNvSpPr>
              <p:nvPr/>
            </p:nvSpPr>
            <p:spPr bwMode="auto">
              <a:xfrm>
                <a:off x="1864" y="1424"/>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235" name="Rectangle 231">
                <a:extLst>
                  <a:ext uri="{FF2B5EF4-FFF2-40B4-BE49-F238E27FC236}">
                    <a16:creationId xmlns:a16="http://schemas.microsoft.com/office/drawing/2014/main" id="{F41EF63B-D71D-4D36-A5D8-463B7A58ECD5}"/>
                  </a:ext>
                </a:extLst>
              </p:cNvPr>
              <p:cNvSpPr>
                <a:spLocks noChangeArrowheads="1"/>
              </p:cNvSpPr>
              <p:nvPr/>
            </p:nvSpPr>
            <p:spPr bwMode="auto">
              <a:xfrm>
                <a:off x="2242" y="1424"/>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236" name="Rectangle 232">
                <a:extLst>
                  <a:ext uri="{FF2B5EF4-FFF2-40B4-BE49-F238E27FC236}">
                    <a16:creationId xmlns:a16="http://schemas.microsoft.com/office/drawing/2014/main" id="{67C62226-6913-413F-B83A-21F38A8C90C2}"/>
                  </a:ext>
                </a:extLst>
              </p:cNvPr>
              <p:cNvSpPr>
                <a:spLocks noChangeArrowheads="1"/>
              </p:cNvSpPr>
              <p:nvPr/>
            </p:nvSpPr>
            <p:spPr bwMode="auto">
              <a:xfrm>
                <a:off x="2617" y="1424"/>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237" name="Rectangle 233">
                <a:extLst>
                  <a:ext uri="{FF2B5EF4-FFF2-40B4-BE49-F238E27FC236}">
                    <a16:creationId xmlns:a16="http://schemas.microsoft.com/office/drawing/2014/main" id="{0EECCA5D-49D2-4CD9-8C15-EDE5C8A5AE94}"/>
                  </a:ext>
                </a:extLst>
              </p:cNvPr>
              <p:cNvSpPr>
                <a:spLocks noChangeArrowheads="1"/>
              </p:cNvSpPr>
              <p:nvPr/>
            </p:nvSpPr>
            <p:spPr bwMode="auto">
              <a:xfrm>
                <a:off x="3009" y="1424"/>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238" name="Rectangle 234">
                <a:extLst>
                  <a:ext uri="{FF2B5EF4-FFF2-40B4-BE49-F238E27FC236}">
                    <a16:creationId xmlns:a16="http://schemas.microsoft.com/office/drawing/2014/main" id="{5A39375B-E8D1-4DD3-AF5B-B3A3F4E977C6}"/>
                  </a:ext>
                </a:extLst>
              </p:cNvPr>
              <p:cNvSpPr>
                <a:spLocks noChangeArrowheads="1"/>
              </p:cNvSpPr>
              <p:nvPr/>
            </p:nvSpPr>
            <p:spPr bwMode="auto">
              <a:xfrm>
                <a:off x="3388" y="1424"/>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239" name="Rectangle 235">
                <a:extLst>
                  <a:ext uri="{FF2B5EF4-FFF2-40B4-BE49-F238E27FC236}">
                    <a16:creationId xmlns:a16="http://schemas.microsoft.com/office/drawing/2014/main" id="{D4216CCD-B670-45D7-9C2F-19D3B7539F1D}"/>
                  </a:ext>
                </a:extLst>
              </p:cNvPr>
              <p:cNvSpPr>
                <a:spLocks noChangeArrowheads="1"/>
              </p:cNvSpPr>
              <p:nvPr/>
            </p:nvSpPr>
            <p:spPr bwMode="auto">
              <a:xfrm>
                <a:off x="3749" y="1424"/>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240" name="Rectangle 236">
                <a:extLst>
                  <a:ext uri="{FF2B5EF4-FFF2-40B4-BE49-F238E27FC236}">
                    <a16:creationId xmlns:a16="http://schemas.microsoft.com/office/drawing/2014/main" id="{7CBA25FA-8769-4D50-A97C-DFF0D534A7D4}"/>
                  </a:ext>
                </a:extLst>
              </p:cNvPr>
              <p:cNvSpPr>
                <a:spLocks noChangeArrowheads="1"/>
              </p:cNvSpPr>
              <p:nvPr/>
            </p:nvSpPr>
            <p:spPr bwMode="auto">
              <a:xfrm>
                <a:off x="4125" y="1424"/>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241" name="Rectangle 237">
                <a:extLst>
                  <a:ext uri="{FF2B5EF4-FFF2-40B4-BE49-F238E27FC236}">
                    <a16:creationId xmlns:a16="http://schemas.microsoft.com/office/drawing/2014/main" id="{56A88464-2AAF-49BC-9F7D-242FFF3E68FD}"/>
                  </a:ext>
                </a:extLst>
              </p:cNvPr>
              <p:cNvSpPr>
                <a:spLocks noChangeArrowheads="1"/>
              </p:cNvSpPr>
              <p:nvPr/>
            </p:nvSpPr>
            <p:spPr bwMode="auto">
              <a:xfrm>
                <a:off x="4466" y="1424"/>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242" name="Rectangle 238">
                <a:extLst>
                  <a:ext uri="{FF2B5EF4-FFF2-40B4-BE49-F238E27FC236}">
                    <a16:creationId xmlns:a16="http://schemas.microsoft.com/office/drawing/2014/main" id="{9813ECAD-1020-4FBE-BBA3-338E9E1FC324}"/>
                  </a:ext>
                </a:extLst>
              </p:cNvPr>
              <p:cNvSpPr>
                <a:spLocks noChangeArrowheads="1"/>
              </p:cNvSpPr>
              <p:nvPr/>
            </p:nvSpPr>
            <p:spPr bwMode="auto">
              <a:xfrm>
                <a:off x="1330" y="1404"/>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43" name="Line 239">
                <a:extLst>
                  <a:ext uri="{FF2B5EF4-FFF2-40B4-BE49-F238E27FC236}">
                    <a16:creationId xmlns:a16="http://schemas.microsoft.com/office/drawing/2014/main" id="{9ED08262-9CB4-4833-8ABB-604B422DA061}"/>
                  </a:ext>
                </a:extLst>
              </p:cNvPr>
              <p:cNvSpPr>
                <a:spLocks noChangeShapeType="1"/>
              </p:cNvSpPr>
              <p:nvPr/>
            </p:nvSpPr>
            <p:spPr bwMode="auto">
              <a:xfrm>
                <a:off x="1330" y="1404"/>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44" name="Rectangle 240">
                <a:extLst>
                  <a:ext uri="{FF2B5EF4-FFF2-40B4-BE49-F238E27FC236}">
                    <a16:creationId xmlns:a16="http://schemas.microsoft.com/office/drawing/2014/main" id="{F96B2713-8005-4D44-9B71-DEC6CB8F4623}"/>
                  </a:ext>
                </a:extLst>
              </p:cNvPr>
              <p:cNvSpPr>
                <a:spLocks noChangeArrowheads="1"/>
              </p:cNvSpPr>
              <p:nvPr/>
            </p:nvSpPr>
            <p:spPr bwMode="auto">
              <a:xfrm>
                <a:off x="1712" y="140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45" name="Line 241">
                <a:extLst>
                  <a:ext uri="{FF2B5EF4-FFF2-40B4-BE49-F238E27FC236}">
                    <a16:creationId xmlns:a16="http://schemas.microsoft.com/office/drawing/2014/main" id="{889DD884-53B7-4DF5-9C84-C31CA196098D}"/>
                  </a:ext>
                </a:extLst>
              </p:cNvPr>
              <p:cNvSpPr>
                <a:spLocks noChangeShapeType="1"/>
              </p:cNvSpPr>
              <p:nvPr/>
            </p:nvSpPr>
            <p:spPr bwMode="auto">
              <a:xfrm>
                <a:off x="1712" y="140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46" name="Line 242">
                <a:extLst>
                  <a:ext uri="{FF2B5EF4-FFF2-40B4-BE49-F238E27FC236}">
                    <a16:creationId xmlns:a16="http://schemas.microsoft.com/office/drawing/2014/main" id="{7DB97D47-F34A-4981-888E-0E69872376D6}"/>
                  </a:ext>
                </a:extLst>
              </p:cNvPr>
              <p:cNvSpPr>
                <a:spLocks noChangeShapeType="1"/>
              </p:cNvSpPr>
              <p:nvPr/>
            </p:nvSpPr>
            <p:spPr bwMode="auto">
              <a:xfrm>
                <a:off x="1712" y="140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47" name="Rectangle 243">
                <a:extLst>
                  <a:ext uri="{FF2B5EF4-FFF2-40B4-BE49-F238E27FC236}">
                    <a16:creationId xmlns:a16="http://schemas.microsoft.com/office/drawing/2014/main" id="{F947DC5B-A61B-4C9E-A35D-6BE17A96906F}"/>
                  </a:ext>
                </a:extLst>
              </p:cNvPr>
              <p:cNvSpPr>
                <a:spLocks noChangeArrowheads="1"/>
              </p:cNvSpPr>
              <p:nvPr/>
            </p:nvSpPr>
            <p:spPr bwMode="auto">
              <a:xfrm>
                <a:off x="1719" y="140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48" name="Line 244">
                <a:extLst>
                  <a:ext uri="{FF2B5EF4-FFF2-40B4-BE49-F238E27FC236}">
                    <a16:creationId xmlns:a16="http://schemas.microsoft.com/office/drawing/2014/main" id="{ED21F018-2C24-4242-9ED8-A94BE54BD7C0}"/>
                  </a:ext>
                </a:extLst>
              </p:cNvPr>
              <p:cNvSpPr>
                <a:spLocks noChangeShapeType="1"/>
              </p:cNvSpPr>
              <p:nvPr/>
            </p:nvSpPr>
            <p:spPr bwMode="auto">
              <a:xfrm>
                <a:off x="1719" y="140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49" name="Rectangle 245">
                <a:extLst>
                  <a:ext uri="{FF2B5EF4-FFF2-40B4-BE49-F238E27FC236}">
                    <a16:creationId xmlns:a16="http://schemas.microsoft.com/office/drawing/2014/main" id="{E542EF8E-4B27-4214-8EC3-D1EF464C7DAC}"/>
                  </a:ext>
                </a:extLst>
              </p:cNvPr>
              <p:cNvSpPr>
                <a:spLocks noChangeArrowheads="1"/>
              </p:cNvSpPr>
              <p:nvPr/>
            </p:nvSpPr>
            <p:spPr bwMode="auto">
              <a:xfrm>
                <a:off x="2087" y="140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50" name="Line 246">
                <a:extLst>
                  <a:ext uri="{FF2B5EF4-FFF2-40B4-BE49-F238E27FC236}">
                    <a16:creationId xmlns:a16="http://schemas.microsoft.com/office/drawing/2014/main" id="{F170F364-E816-4AE6-A867-169EB8E735FE}"/>
                  </a:ext>
                </a:extLst>
              </p:cNvPr>
              <p:cNvSpPr>
                <a:spLocks noChangeShapeType="1"/>
              </p:cNvSpPr>
              <p:nvPr/>
            </p:nvSpPr>
            <p:spPr bwMode="auto">
              <a:xfrm>
                <a:off x="2087" y="140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51" name="Line 247">
                <a:extLst>
                  <a:ext uri="{FF2B5EF4-FFF2-40B4-BE49-F238E27FC236}">
                    <a16:creationId xmlns:a16="http://schemas.microsoft.com/office/drawing/2014/main" id="{2D5689B6-246E-4A39-AED7-B3516EC19B68}"/>
                  </a:ext>
                </a:extLst>
              </p:cNvPr>
              <p:cNvSpPr>
                <a:spLocks noChangeShapeType="1"/>
              </p:cNvSpPr>
              <p:nvPr/>
            </p:nvSpPr>
            <p:spPr bwMode="auto">
              <a:xfrm>
                <a:off x="2087" y="140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52" name="Rectangle 248">
                <a:extLst>
                  <a:ext uri="{FF2B5EF4-FFF2-40B4-BE49-F238E27FC236}">
                    <a16:creationId xmlns:a16="http://schemas.microsoft.com/office/drawing/2014/main" id="{66020519-FB10-4BEC-A4D4-6CA887F660FD}"/>
                  </a:ext>
                </a:extLst>
              </p:cNvPr>
              <p:cNvSpPr>
                <a:spLocks noChangeArrowheads="1"/>
              </p:cNvSpPr>
              <p:nvPr/>
            </p:nvSpPr>
            <p:spPr bwMode="auto">
              <a:xfrm>
                <a:off x="2094" y="1404"/>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53" name="Line 249">
                <a:extLst>
                  <a:ext uri="{FF2B5EF4-FFF2-40B4-BE49-F238E27FC236}">
                    <a16:creationId xmlns:a16="http://schemas.microsoft.com/office/drawing/2014/main" id="{841FD4A0-ACB9-4E70-BF9A-1A2BCF2A3DAA}"/>
                  </a:ext>
                </a:extLst>
              </p:cNvPr>
              <p:cNvSpPr>
                <a:spLocks noChangeShapeType="1"/>
              </p:cNvSpPr>
              <p:nvPr/>
            </p:nvSpPr>
            <p:spPr bwMode="auto">
              <a:xfrm>
                <a:off x="2094" y="140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54" name="Rectangle 250">
                <a:extLst>
                  <a:ext uri="{FF2B5EF4-FFF2-40B4-BE49-F238E27FC236}">
                    <a16:creationId xmlns:a16="http://schemas.microsoft.com/office/drawing/2014/main" id="{13934AAD-D847-4F5E-97F2-E9916E6989E0}"/>
                  </a:ext>
                </a:extLst>
              </p:cNvPr>
              <p:cNvSpPr>
                <a:spLocks noChangeArrowheads="1"/>
              </p:cNvSpPr>
              <p:nvPr/>
            </p:nvSpPr>
            <p:spPr bwMode="auto">
              <a:xfrm>
                <a:off x="2466" y="140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55" name="Line 251">
                <a:extLst>
                  <a:ext uri="{FF2B5EF4-FFF2-40B4-BE49-F238E27FC236}">
                    <a16:creationId xmlns:a16="http://schemas.microsoft.com/office/drawing/2014/main" id="{31B713EC-D77A-4778-875A-F85528DC672C}"/>
                  </a:ext>
                </a:extLst>
              </p:cNvPr>
              <p:cNvSpPr>
                <a:spLocks noChangeShapeType="1"/>
              </p:cNvSpPr>
              <p:nvPr/>
            </p:nvSpPr>
            <p:spPr bwMode="auto">
              <a:xfrm>
                <a:off x="2466" y="140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56" name="Line 252">
                <a:extLst>
                  <a:ext uri="{FF2B5EF4-FFF2-40B4-BE49-F238E27FC236}">
                    <a16:creationId xmlns:a16="http://schemas.microsoft.com/office/drawing/2014/main" id="{07385A40-AC0D-4D17-AD84-AB118DE0886F}"/>
                  </a:ext>
                </a:extLst>
              </p:cNvPr>
              <p:cNvSpPr>
                <a:spLocks noChangeShapeType="1"/>
              </p:cNvSpPr>
              <p:nvPr/>
            </p:nvSpPr>
            <p:spPr bwMode="auto">
              <a:xfrm>
                <a:off x="2466" y="140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57" name="Rectangle 253">
                <a:extLst>
                  <a:ext uri="{FF2B5EF4-FFF2-40B4-BE49-F238E27FC236}">
                    <a16:creationId xmlns:a16="http://schemas.microsoft.com/office/drawing/2014/main" id="{967CD3BC-DA33-4FF2-A2D5-F28BFFC0CC0E}"/>
                  </a:ext>
                </a:extLst>
              </p:cNvPr>
              <p:cNvSpPr>
                <a:spLocks noChangeArrowheads="1"/>
              </p:cNvSpPr>
              <p:nvPr/>
            </p:nvSpPr>
            <p:spPr bwMode="auto">
              <a:xfrm>
                <a:off x="2473" y="140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58" name="Line 254">
                <a:extLst>
                  <a:ext uri="{FF2B5EF4-FFF2-40B4-BE49-F238E27FC236}">
                    <a16:creationId xmlns:a16="http://schemas.microsoft.com/office/drawing/2014/main" id="{C421F80D-3D69-48B2-A313-B723D299EF1B}"/>
                  </a:ext>
                </a:extLst>
              </p:cNvPr>
              <p:cNvSpPr>
                <a:spLocks noChangeShapeType="1"/>
              </p:cNvSpPr>
              <p:nvPr/>
            </p:nvSpPr>
            <p:spPr bwMode="auto">
              <a:xfrm>
                <a:off x="2473" y="140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59" name="Rectangle 255">
                <a:extLst>
                  <a:ext uri="{FF2B5EF4-FFF2-40B4-BE49-F238E27FC236}">
                    <a16:creationId xmlns:a16="http://schemas.microsoft.com/office/drawing/2014/main" id="{747D720E-31E0-438D-930F-284CD96A8489}"/>
                  </a:ext>
                </a:extLst>
              </p:cNvPr>
              <p:cNvSpPr>
                <a:spLocks noChangeArrowheads="1"/>
              </p:cNvSpPr>
              <p:nvPr/>
            </p:nvSpPr>
            <p:spPr bwMode="auto">
              <a:xfrm>
                <a:off x="2841" y="140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60" name="Line 256">
                <a:extLst>
                  <a:ext uri="{FF2B5EF4-FFF2-40B4-BE49-F238E27FC236}">
                    <a16:creationId xmlns:a16="http://schemas.microsoft.com/office/drawing/2014/main" id="{9A732530-C1F5-4B81-897E-6BA0D7E018F1}"/>
                  </a:ext>
                </a:extLst>
              </p:cNvPr>
              <p:cNvSpPr>
                <a:spLocks noChangeShapeType="1"/>
              </p:cNvSpPr>
              <p:nvPr/>
            </p:nvSpPr>
            <p:spPr bwMode="auto">
              <a:xfrm>
                <a:off x="2841" y="140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61" name="Line 257">
                <a:extLst>
                  <a:ext uri="{FF2B5EF4-FFF2-40B4-BE49-F238E27FC236}">
                    <a16:creationId xmlns:a16="http://schemas.microsoft.com/office/drawing/2014/main" id="{A6B473FB-0A1E-40F4-BF44-4933494C5D4A}"/>
                  </a:ext>
                </a:extLst>
              </p:cNvPr>
              <p:cNvSpPr>
                <a:spLocks noChangeShapeType="1"/>
              </p:cNvSpPr>
              <p:nvPr/>
            </p:nvSpPr>
            <p:spPr bwMode="auto">
              <a:xfrm>
                <a:off x="2841" y="140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62" name="Rectangle 258">
                <a:extLst>
                  <a:ext uri="{FF2B5EF4-FFF2-40B4-BE49-F238E27FC236}">
                    <a16:creationId xmlns:a16="http://schemas.microsoft.com/office/drawing/2014/main" id="{EC217722-4C34-431A-8CEB-8B79AE4E888C}"/>
                  </a:ext>
                </a:extLst>
              </p:cNvPr>
              <p:cNvSpPr>
                <a:spLocks noChangeArrowheads="1"/>
              </p:cNvSpPr>
              <p:nvPr/>
            </p:nvSpPr>
            <p:spPr bwMode="auto">
              <a:xfrm>
                <a:off x="2848" y="1404"/>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63" name="Line 259">
                <a:extLst>
                  <a:ext uri="{FF2B5EF4-FFF2-40B4-BE49-F238E27FC236}">
                    <a16:creationId xmlns:a16="http://schemas.microsoft.com/office/drawing/2014/main" id="{83D31410-D261-4205-B53C-D525C0ED1851}"/>
                  </a:ext>
                </a:extLst>
              </p:cNvPr>
              <p:cNvSpPr>
                <a:spLocks noChangeShapeType="1"/>
              </p:cNvSpPr>
              <p:nvPr/>
            </p:nvSpPr>
            <p:spPr bwMode="auto">
              <a:xfrm>
                <a:off x="2848" y="1404"/>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64" name="Rectangle 260">
                <a:extLst>
                  <a:ext uri="{FF2B5EF4-FFF2-40B4-BE49-F238E27FC236}">
                    <a16:creationId xmlns:a16="http://schemas.microsoft.com/office/drawing/2014/main" id="{129848CA-7C08-4575-A68B-D1EA9F159801}"/>
                  </a:ext>
                </a:extLst>
              </p:cNvPr>
              <p:cNvSpPr>
                <a:spLocks noChangeArrowheads="1"/>
              </p:cNvSpPr>
              <p:nvPr/>
            </p:nvSpPr>
            <p:spPr bwMode="auto">
              <a:xfrm>
                <a:off x="3243" y="140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65" name="Line 261">
                <a:extLst>
                  <a:ext uri="{FF2B5EF4-FFF2-40B4-BE49-F238E27FC236}">
                    <a16:creationId xmlns:a16="http://schemas.microsoft.com/office/drawing/2014/main" id="{EF4D7B82-D856-4157-9EC2-5B6727C11C62}"/>
                  </a:ext>
                </a:extLst>
              </p:cNvPr>
              <p:cNvSpPr>
                <a:spLocks noChangeShapeType="1"/>
              </p:cNvSpPr>
              <p:nvPr/>
            </p:nvSpPr>
            <p:spPr bwMode="auto">
              <a:xfrm>
                <a:off x="3243" y="140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66" name="Line 262">
                <a:extLst>
                  <a:ext uri="{FF2B5EF4-FFF2-40B4-BE49-F238E27FC236}">
                    <a16:creationId xmlns:a16="http://schemas.microsoft.com/office/drawing/2014/main" id="{180657A6-618A-48EB-B4D0-7AD42FA1F0DC}"/>
                  </a:ext>
                </a:extLst>
              </p:cNvPr>
              <p:cNvSpPr>
                <a:spLocks noChangeShapeType="1"/>
              </p:cNvSpPr>
              <p:nvPr/>
            </p:nvSpPr>
            <p:spPr bwMode="auto">
              <a:xfrm>
                <a:off x="3243" y="140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67" name="Rectangle 263">
                <a:extLst>
                  <a:ext uri="{FF2B5EF4-FFF2-40B4-BE49-F238E27FC236}">
                    <a16:creationId xmlns:a16="http://schemas.microsoft.com/office/drawing/2014/main" id="{54974453-F732-4C29-99CC-6A00741734CE}"/>
                  </a:ext>
                </a:extLst>
              </p:cNvPr>
              <p:cNvSpPr>
                <a:spLocks noChangeArrowheads="1"/>
              </p:cNvSpPr>
              <p:nvPr/>
            </p:nvSpPr>
            <p:spPr bwMode="auto">
              <a:xfrm>
                <a:off x="3250" y="1404"/>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68" name="Line 264">
                <a:extLst>
                  <a:ext uri="{FF2B5EF4-FFF2-40B4-BE49-F238E27FC236}">
                    <a16:creationId xmlns:a16="http://schemas.microsoft.com/office/drawing/2014/main" id="{1908BC9C-1333-4851-93A6-1D1CA87EF02F}"/>
                  </a:ext>
                </a:extLst>
              </p:cNvPr>
              <p:cNvSpPr>
                <a:spLocks noChangeShapeType="1"/>
              </p:cNvSpPr>
              <p:nvPr/>
            </p:nvSpPr>
            <p:spPr bwMode="auto">
              <a:xfrm>
                <a:off x="3250" y="1404"/>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69" name="Rectangle 265">
                <a:extLst>
                  <a:ext uri="{FF2B5EF4-FFF2-40B4-BE49-F238E27FC236}">
                    <a16:creationId xmlns:a16="http://schemas.microsoft.com/office/drawing/2014/main" id="{AD117A24-4DED-4DBF-BA63-0CB0B4507D4F}"/>
                  </a:ext>
                </a:extLst>
              </p:cNvPr>
              <p:cNvSpPr>
                <a:spLocks noChangeArrowheads="1"/>
              </p:cNvSpPr>
              <p:nvPr/>
            </p:nvSpPr>
            <p:spPr bwMode="auto">
              <a:xfrm>
                <a:off x="3595" y="140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70" name="Line 266">
                <a:extLst>
                  <a:ext uri="{FF2B5EF4-FFF2-40B4-BE49-F238E27FC236}">
                    <a16:creationId xmlns:a16="http://schemas.microsoft.com/office/drawing/2014/main" id="{ACCB01B3-7E86-444B-8FEC-200338D06FB9}"/>
                  </a:ext>
                </a:extLst>
              </p:cNvPr>
              <p:cNvSpPr>
                <a:spLocks noChangeShapeType="1"/>
              </p:cNvSpPr>
              <p:nvPr/>
            </p:nvSpPr>
            <p:spPr bwMode="auto">
              <a:xfrm>
                <a:off x="3595" y="140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71" name="Line 267">
                <a:extLst>
                  <a:ext uri="{FF2B5EF4-FFF2-40B4-BE49-F238E27FC236}">
                    <a16:creationId xmlns:a16="http://schemas.microsoft.com/office/drawing/2014/main" id="{E1C13FD9-4D1F-402C-BC82-A65F9785A65B}"/>
                  </a:ext>
                </a:extLst>
              </p:cNvPr>
              <p:cNvSpPr>
                <a:spLocks noChangeShapeType="1"/>
              </p:cNvSpPr>
              <p:nvPr/>
            </p:nvSpPr>
            <p:spPr bwMode="auto">
              <a:xfrm>
                <a:off x="3595" y="140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72" name="Rectangle 268">
                <a:extLst>
                  <a:ext uri="{FF2B5EF4-FFF2-40B4-BE49-F238E27FC236}">
                    <a16:creationId xmlns:a16="http://schemas.microsoft.com/office/drawing/2014/main" id="{700614D5-F1C5-485C-9326-0301FC06ABD1}"/>
                  </a:ext>
                </a:extLst>
              </p:cNvPr>
              <p:cNvSpPr>
                <a:spLocks noChangeArrowheads="1"/>
              </p:cNvSpPr>
              <p:nvPr/>
            </p:nvSpPr>
            <p:spPr bwMode="auto">
              <a:xfrm>
                <a:off x="3602" y="1404"/>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73" name="Line 269">
                <a:extLst>
                  <a:ext uri="{FF2B5EF4-FFF2-40B4-BE49-F238E27FC236}">
                    <a16:creationId xmlns:a16="http://schemas.microsoft.com/office/drawing/2014/main" id="{6B714BFB-ACE6-41BF-B841-673C13AE5918}"/>
                  </a:ext>
                </a:extLst>
              </p:cNvPr>
              <p:cNvSpPr>
                <a:spLocks noChangeShapeType="1"/>
              </p:cNvSpPr>
              <p:nvPr/>
            </p:nvSpPr>
            <p:spPr bwMode="auto">
              <a:xfrm>
                <a:off x="3602" y="140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74" name="Rectangle 270">
                <a:extLst>
                  <a:ext uri="{FF2B5EF4-FFF2-40B4-BE49-F238E27FC236}">
                    <a16:creationId xmlns:a16="http://schemas.microsoft.com/office/drawing/2014/main" id="{2E7104AC-3A6C-4A2A-8ED9-A144519F065C}"/>
                  </a:ext>
                </a:extLst>
              </p:cNvPr>
              <p:cNvSpPr>
                <a:spLocks noChangeArrowheads="1"/>
              </p:cNvSpPr>
              <p:nvPr/>
            </p:nvSpPr>
            <p:spPr bwMode="auto">
              <a:xfrm>
                <a:off x="3974" y="140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75" name="Line 271">
                <a:extLst>
                  <a:ext uri="{FF2B5EF4-FFF2-40B4-BE49-F238E27FC236}">
                    <a16:creationId xmlns:a16="http://schemas.microsoft.com/office/drawing/2014/main" id="{D53630D8-9974-484F-AD85-CD4B05F9BACC}"/>
                  </a:ext>
                </a:extLst>
              </p:cNvPr>
              <p:cNvSpPr>
                <a:spLocks noChangeShapeType="1"/>
              </p:cNvSpPr>
              <p:nvPr/>
            </p:nvSpPr>
            <p:spPr bwMode="auto">
              <a:xfrm>
                <a:off x="3974" y="140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76" name="Line 272">
                <a:extLst>
                  <a:ext uri="{FF2B5EF4-FFF2-40B4-BE49-F238E27FC236}">
                    <a16:creationId xmlns:a16="http://schemas.microsoft.com/office/drawing/2014/main" id="{1BCD28D4-789B-4F7E-B8DB-8CA28933D2A9}"/>
                  </a:ext>
                </a:extLst>
              </p:cNvPr>
              <p:cNvSpPr>
                <a:spLocks noChangeShapeType="1"/>
              </p:cNvSpPr>
              <p:nvPr/>
            </p:nvSpPr>
            <p:spPr bwMode="auto">
              <a:xfrm>
                <a:off x="3974" y="140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77" name="Rectangle 273">
                <a:extLst>
                  <a:ext uri="{FF2B5EF4-FFF2-40B4-BE49-F238E27FC236}">
                    <a16:creationId xmlns:a16="http://schemas.microsoft.com/office/drawing/2014/main" id="{235B7EA0-92F7-4C97-B1A5-6FCEE4C96AA8}"/>
                  </a:ext>
                </a:extLst>
              </p:cNvPr>
              <p:cNvSpPr>
                <a:spLocks noChangeArrowheads="1"/>
              </p:cNvSpPr>
              <p:nvPr/>
            </p:nvSpPr>
            <p:spPr bwMode="auto">
              <a:xfrm>
                <a:off x="3981" y="140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78" name="Line 274">
                <a:extLst>
                  <a:ext uri="{FF2B5EF4-FFF2-40B4-BE49-F238E27FC236}">
                    <a16:creationId xmlns:a16="http://schemas.microsoft.com/office/drawing/2014/main" id="{108B9FF6-2C8B-4F9A-B8A6-A517EC281089}"/>
                  </a:ext>
                </a:extLst>
              </p:cNvPr>
              <p:cNvSpPr>
                <a:spLocks noChangeShapeType="1"/>
              </p:cNvSpPr>
              <p:nvPr/>
            </p:nvSpPr>
            <p:spPr bwMode="auto">
              <a:xfrm>
                <a:off x="3981" y="140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79" name="Rectangle 275">
                <a:extLst>
                  <a:ext uri="{FF2B5EF4-FFF2-40B4-BE49-F238E27FC236}">
                    <a16:creationId xmlns:a16="http://schemas.microsoft.com/office/drawing/2014/main" id="{59B7AAED-95BD-44B8-A91A-6F9C6CF6B466}"/>
                  </a:ext>
                </a:extLst>
              </p:cNvPr>
              <p:cNvSpPr>
                <a:spLocks noChangeArrowheads="1"/>
              </p:cNvSpPr>
              <p:nvPr/>
            </p:nvSpPr>
            <p:spPr bwMode="auto">
              <a:xfrm>
                <a:off x="4349" y="140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80" name="Line 276">
                <a:extLst>
                  <a:ext uri="{FF2B5EF4-FFF2-40B4-BE49-F238E27FC236}">
                    <a16:creationId xmlns:a16="http://schemas.microsoft.com/office/drawing/2014/main" id="{D4407768-443E-445C-9D15-00AB0D679B51}"/>
                  </a:ext>
                </a:extLst>
              </p:cNvPr>
              <p:cNvSpPr>
                <a:spLocks noChangeShapeType="1"/>
              </p:cNvSpPr>
              <p:nvPr/>
            </p:nvSpPr>
            <p:spPr bwMode="auto">
              <a:xfrm>
                <a:off x="4349" y="140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81" name="Line 277">
                <a:extLst>
                  <a:ext uri="{FF2B5EF4-FFF2-40B4-BE49-F238E27FC236}">
                    <a16:creationId xmlns:a16="http://schemas.microsoft.com/office/drawing/2014/main" id="{32763366-AD70-429B-8A85-101A89E6FC60}"/>
                  </a:ext>
                </a:extLst>
              </p:cNvPr>
              <p:cNvSpPr>
                <a:spLocks noChangeShapeType="1"/>
              </p:cNvSpPr>
              <p:nvPr/>
            </p:nvSpPr>
            <p:spPr bwMode="auto">
              <a:xfrm>
                <a:off x="4349" y="140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82" name="Rectangle 278">
                <a:extLst>
                  <a:ext uri="{FF2B5EF4-FFF2-40B4-BE49-F238E27FC236}">
                    <a16:creationId xmlns:a16="http://schemas.microsoft.com/office/drawing/2014/main" id="{52DFB115-1406-49DC-9F85-7A5C439F7E31}"/>
                  </a:ext>
                </a:extLst>
              </p:cNvPr>
              <p:cNvSpPr>
                <a:spLocks noChangeArrowheads="1"/>
              </p:cNvSpPr>
              <p:nvPr/>
            </p:nvSpPr>
            <p:spPr bwMode="auto">
              <a:xfrm>
                <a:off x="4356" y="140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83" name="Line 279">
                <a:extLst>
                  <a:ext uri="{FF2B5EF4-FFF2-40B4-BE49-F238E27FC236}">
                    <a16:creationId xmlns:a16="http://schemas.microsoft.com/office/drawing/2014/main" id="{AD31CC7E-586F-492E-B7F5-52389CCCE514}"/>
                  </a:ext>
                </a:extLst>
              </p:cNvPr>
              <p:cNvSpPr>
                <a:spLocks noChangeShapeType="1"/>
              </p:cNvSpPr>
              <p:nvPr/>
            </p:nvSpPr>
            <p:spPr bwMode="auto">
              <a:xfrm>
                <a:off x="4356" y="140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84" name="Rectangle 280">
                <a:extLst>
                  <a:ext uri="{FF2B5EF4-FFF2-40B4-BE49-F238E27FC236}">
                    <a16:creationId xmlns:a16="http://schemas.microsoft.com/office/drawing/2014/main" id="{46AA3C50-9534-48B6-90D0-0AD24FC4BD6F}"/>
                  </a:ext>
                </a:extLst>
              </p:cNvPr>
              <p:cNvSpPr>
                <a:spLocks noChangeArrowheads="1"/>
              </p:cNvSpPr>
              <p:nvPr/>
            </p:nvSpPr>
            <p:spPr bwMode="auto">
              <a:xfrm>
                <a:off x="1712" y="140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85" name="Line 281">
                <a:extLst>
                  <a:ext uri="{FF2B5EF4-FFF2-40B4-BE49-F238E27FC236}">
                    <a16:creationId xmlns:a16="http://schemas.microsoft.com/office/drawing/2014/main" id="{30F7DC98-CC27-4303-B9D4-76EF08AF0C9A}"/>
                  </a:ext>
                </a:extLst>
              </p:cNvPr>
              <p:cNvSpPr>
                <a:spLocks noChangeShapeType="1"/>
              </p:cNvSpPr>
              <p:nvPr/>
            </p:nvSpPr>
            <p:spPr bwMode="auto">
              <a:xfrm>
                <a:off x="1712" y="140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86" name="Rectangle 282">
                <a:extLst>
                  <a:ext uri="{FF2B5EF4-FFF2-40B4-BE49-F238E27FC236}">
                    <a16:creationId xmlns:a16="http://schemas.microsoft.com/office/drawing/2014/main" id="{2C21E3FD-2D6C-45CB-AFB2-01629E8B619F}"/>
                  </a:ext>
                </a:extLst>
              </p:cNvPr>
              <p:cNvSpPr>
                <a:spLocks noChangeArrowheads="1"/>
              </p:cNvSpPr>
              <p:nvPr/>
            </p:nvSpPr>
            <p:spPr bwMode="auto">
              <a:xfrm>
                <a:off x="2087" y="140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87" name="Line 283">
                <a:extLst>
                  <a:ext uri="{FF2B5EF4-FFF2-40B4-BE49-F238E27FC236}">
                    <a16:creationId xmlns:a16="http://schemas.microsoft.com/office/drawing/2014/main" id="{BA45714A-02E5-4BA8-8975-BC636282B90D}"/>
                  </a:ext>
                </a:extLst>
              </p:cNvPr>
              <p:cNvSpPr>
                <a:spLocks noChangeShapeType="1"/>
              </p:cNvSpPr>
              <p:nvPr/>
            </p:nvSpPr>
            <p:spPr bwMode="auto">
              <a:xfrm>
                <a:off x="2087" y="140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88" name="Rectangle 284">
                <a:extLst>
                  <a:ext uri="{FF2B5EF4-FFF2-40B4-BE49-F238E27FC236}">
                    <a16:creationId xmlns:a16="http://schemas.microsoft.com/office/drawing/2014/main" id="{73FA73DD-7E8D-4B81-A807-4E63AEEB31A3}"/>
                  </a:ext>
                </a:extLst>
              </p:cNvPr>
              <p:cNvSpPr>
                <a:spLocks noChangeArrowheads="1"/>
              </p:cNvSpPr>
              <p:nvPr/>
            </p:nvSpPr>
            <p:spPr bwMode="auto">
              <a:xfrm>
                <a:off x="2466" y="140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89" name="Line 285">
                <a:extLst>
                  <a:ext uri="{FF2B5EF4-FFF2-40B4-BE49-F238E27FC236}">
                    <a16:creationId xmlns:a16="http://schemas.microsoft.com/office/drawing/2014/main" id="{4438EFBC-0D64-4D95-BC7E-0B789F260EB6}"/>
                  </a:ext>
                </a:extLst>
              </p:cNvPr>
              <p:cNvSpPr>
                <a:spLocks noChangeShapeType="1"/>
              </p:cNvSpPr>
              <p:nvPr/>
            </p:nvSpPr>
            <p:spPr bwMode="auto">
              <a:xfrm>
                <a:off x="2466" y="140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90" name="Rectangle 286">
                <a:extLst>
                  <a:ext uri="{FF2B5EF4-FFF2-40B4-BE49-F238E27FC236}">
                    <a16:creationId xmlns:a16="http://schemas.microsoft.com/office/drawing/2014/main" id="{BF3F4C14-A701-4CAC-95BD-7A25CB398572}"/>
                  </a:ext>
                </a:extLst>
              </p:cNvPr>
              <p:cNvSpPr>
                <a:spLocks noChangeArrowheads="1"/>
              </p:cNvSpPr>
              <p:nvPr/>
            </p:nvSpPr>
            <p:spPr bwMode="auto">
              <a:xfrm>
                <a:off x="2841" y="140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91" name="Line 287">
                <a:extLst>
                  <a:ext uri="{FF2B5EF4-FFF2-40B4-BE49-F238E27FC236}">
                    <a16:creationId xmlns:a16="http://schemas.microsoft.com/office/drawing/2014/main" id="{0624532A-617B-41E6-91BC-6FADFEF30B22}"/>
                  </a:ext>
                </a:extLst>
              </p:cNvPr>
              <p:cNvSpPr>
                <a:spLocks noChangeShapeType="1"/>
              </p:cNvSpPr>
              <p:nvPr/>
            </p:nvSpPr>
            <p:spPr bwMode="auto">
              <a:xfrm>
                <a:off x="2841" y="140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92" name="Rectangle 288">
                <a:extLst>
                  <a:ext uri="{FF2B5EF4-FFF2-40B4-BE49-F238E27FC236}">
                    <a16:creationId xmlns:a16="http://schemas.microsoft.com/office/drawing/2014/main" id="{1623823F-3921-49B0-A176-627B462AD7F8}"/>
                  </a:ext>
                </a:extLst>
              </p:cNvPr>
              <p:cNvSpPr>
                <a:spLocks noChangeArrowheads="1"/>
              </p:cNvSpPr>
              <p:nvPr/>
            </p:nvSpPr>
            <p:spPr bwMode="auto">
              <a:xfrm>
                <a:off x="3243" y="140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93" name="Line 289">
                <a:extLst>
                  <a:ext uri="{FF2B5EF4-FFF2-40B4-BE49-F238E27FC236}">
                    <a16:creationId xmlns:a16="http://schemas.microsoft.com/office/drawing/2014/main" id="{E58EF410-BE7A-4BA1-A9F5-304A70BBD8C0}"/>
                  </a:ext>
                </a:extLst>
              </p:cNvPr>
              <p:cNvSpPr>
                <a:spLocks noChangeShapeType="1"/>
              </p:cNvSpPr>
              <p:nvPr/>
            </p:nvSpPr>
            <p:spPr bwMode="auto">
              <a:xfrm>
                <a:off x="3243" y="140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94" name="Rectangle 290">
                <a:extLst>
                  <a:ext uri="{FF2B5EF4-FFF2-40B4-BE49-F238E27FC236}">
                    <a16:creationId xmlns:a16="http://schemas.microsoft.com/office/drawing/2014/main" id="{E79739FC-B14F-40D2-9187-4348EE2A5736}"/>
                  </a:ext>
                </a:extLst>
              </p:cNvPr>
              <p:cNvSpPr>
                <a:spLocks noChangeArrowheads="1"/>
              </p:cNvSpPr>
              <p:nvPr/>
            </p:nvSpPr>
            <p:spPr bwMode="auto">
              <a:xfrm>
                <a:off x="3595" y="140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95" name="Line 291">
                <a:extLst>
                  <a:ext uri="{FF2B5EF4-FFF2-40B4-BE49-F238E27FC236}">
                    <a16:creationId xmlns:a16="http://schemas.microsoft.com/office/drawing/2014/main" id="{3510CE6C-384E-498A-821B-05B2290558B3}"/>
                  </a:ext>
                </a:extLst>
              </p:cNvPr>
              <p:cNvSpPr>
                <a:spLocks noChangeShapeType="1"/>
              </p:cNvSpPr>
              <p:nvPr/>
            </p:nvSpPr>
            <p:spPr bwMode="auto">
              <a:xfrm>
                <a:off x="3595" y="140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96" name="Rectangle 292">
                <a:extLst>
                  <a:ext uri="{FF2B5EF4-FFF2-40B4-BE49-F238E27FC236}">
                    <a16:creationId xmlns:a16="http://schemas.microsoft.com/office/drawing/2014/main" id="{797EFE5A-CDC1-4412-A136-868B12AD0010}"/>
                  </a:ext>
                </a:extLst>
              </p:cNvPr>
              <p:cNvSpPr>
                <a:spLocks noChangeArrowheads="1"/>
              </p:cNvSpPr>
              <p:nvPr/>
            </p:nvSpPr>
            <p:spPr bwMode="auto">
              <a:xfrm>
                <a:off x="3974" y="140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97" name="Line 293">
                <a:extLst>
                  <a:ext uri="{FF2B5EF4-FFF2-40B4-BE49-F238E27FC236}">
                    <a16:creationId xmlns:a16="http://schemas.microsoft.com/office/drawing/2014/main" id="{7BF15B51-210B-490E-B145-217D3A972868}"/>
                  </a:ext>
                </a:extLst>
              </p:cNvPr>
              <p:cNvSpPr>
                <a:spLocks noChangeShapeType="1"/>
              </p:cNvSpPr>
              <p:nvPr/>
            </p:nvSpPr>
            <p:spPr bwMode="auto">
              <a:xfrm>
                <a:off x="3974" y="140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98" name="Rectangle 294">
                <a:extLst>
                  <a:ext uri="{FF2B5EF4-FFF2-40B4-BE49-F238E27FC236}">
                    <a16:creationId xmlns:a16="http://schemas.microsoft.com/office/drawing/2014/main" id="{BA84E7AF-548C-4C8A-9CF7-405043FF644D}"/>
                  </a:ext>
                </a:extLst>
              </p:cNvPr>
              <p:cNvSpPr>
                <a:spLocks noChangeArrowheads="1"/>
              </p:cNvSpPr>
              <p:nvPr/>
            </p:nvSpPr>
            <p:spPr bwMode="auto">
              <a:xfrm>
                <a:off x="4349" y="140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99" name="Line 295">
                <a:extLst>
                  <a:ext uri="{FF2B5EF4-FFF2-40B4-BE49-F238E27FC236}">
                    <a16:creationId xmlns:a16="http://schemas.microsoft.com/office/drawing/2014/main" id="{5A61E0B5-7AEA-497B-A60B-01E1AF569B19}"/>
                  </a:ext>
                </a:extLst>
              </p:cNvPr>
              <p:cNvSpPr>
                <a:spLocks noChangeShapeType="1"/>
              </p:cNvSpPr>
              <p:nvPr/>
            </p:nvSpPr>
            <p:spPr bwMode="auto">
              <a:xfrm>
                <a:off x="4349" y="140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00" name="Rectangle 296">
                <a:extLst>
                  <a:ext uri="{FF2B5EF4-FFF2-40B4-BE49-F238E27FC236}">
                    <a16:creationId xmlns:a16="http://schemas.microsoft.com/office/drawing/2014/main" id="{53890276-5F93-4DDB-B3A7-6F6CD7A4A733}"/>
                  </a:ext>
                </a:extLst>
              </p:cNvPr>
              <p:cNvSpPr>
                <a:spLocks noChangeArrowheads="1"/>
              </p:cNvSpPr>
              <p:nvPr/>
            </p:nvSpPr>
            <p:spPr bwMode="auto">
              <a:xfrm>
                <a:off x="2593" y="1605"/>
                <a:ext cx="538"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            </a:t>
                </a:r>
                <a:endParaRPr lang="en-US" altLang="zh-CN" sz="2000" b="1" dirty="0">
                  <a:ea typeface="华文中宋" panose="02010600040101010101" pitchFamily="2" charset="-122"/>
                </a:endParaRPr>
              </a:p>
            </p:txBody>
          </p:sp>
          <p:sp>
            <p:nvSpPr>
              <p:cNvPr id="25301" name="Rectangle 297">
                <a:extLst>
                  <a:ext uri="{FF2B5EF4-FFF2-40B4-BE49-F238E27FC236}">
                    <a16:creationId xmlns:a16="http://schemas.microsoft.com/office/drawing/2014/main" id="{786C83C8-E27D-4240-880B-28868943B9E8}"/>
                  </a:ext>
                </a:extLst>
              </p:cNvPr>
              <p:cNvSpPr>
                <a:spLocks noChangeArrowheads="1"/>
              </p:cNvSpPr>
              <p:nvPr/>
            </p:nvSpPr>
            <p:spPr bwMode="auto">
              <a:xfrm>
                <a:off x="3347" y="1605"/>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5302" name="Rectangle 298">
                <a:extLst>
                  <a:ext uri="{FF2B5EF4-FFF2-40B4-BE49-F238E27FC236}">
                    <a16:creationId xmlns:a16="http://schemas.microsoft.com/office/drawing/2014/main" id="{909F3C32-5538-4F9C-84AE-EA44AC99998D}"/>
                  </a:ext>
                </a:extLst>
              </p:cNvPr>
              <p:cNvSpPr>
                <a:spLocks noChangeArrowheads="1"/>
              </p:cNvSpPr>
              <p:nvPr/>
            </p:nvSpPr>
            <p:spPr bwMode="auto">
              <a:xfrm>
                <a:off x="1330" y="1587"/>
                <a:ext cx="38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03" name="Line 299">
                <a:extLst>
                  <a:ext uri="{FF2B5EF4-FFF2-40B4-BE49-F238E27FC236}">
                    <a16:creationId xmlns:a16="http://schemas.microsoft.com/office/drawing/2014/main" id="{229DC273-E0CE-4038-9374-C6E381FC2550}"/>
                  </a:ext>
                </a:extLst>
              </p:cNvPr>
              <p:cNvSpPr>
                <a:spLocks noChangeShapeType="1"/>
              </p:cNvSpPr>
              <p:nvPr/>
            </p:nvSpPr>
            <p:spPr bwMode="auto">
              <a:xfrm>
                <a:off x="1330" y="1587"/>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04" name="Rectangle 300">
                <a:extLst>
                  <a:ext uri="{FF2B5EF4-FFF2-40B4-BE49-F238E27FC236}">
                    <a16:creationId xmlns:a16="http://schemas.microsoft.com/office/drawing/2014/main" id="{47018F4E-5E50-4CD0-B070-8E592B4C1C2B}"/>
                  </a:ext>
                </a:extLst>
              </p:cNvPr>
              <p:cNvSpPr>
                <a:spLocks noChangeArrowheads="1"/>
              </p:cNvSpPr>
              <p:nvPr/>
            </p:nvSpPr>
            <p:spPr bwMode="auto">
              <a:xfrm>
                <a:off x="1712" y="158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05" name="Line 301">
                <a:extLst>
                  <a:ext uri="{FF2B5EF4-FFF2-40B4-BE49-F238E27FC236}">
                    <a16:creationId xmlns:a16="http://schemas.microsoft.com/office/drawing/2014/main" id="{3E45CE93-D6B5-4E50-B0A8-47709A06FC99}"/>
                  </a:ext>
                </a:extLst>
              </p:cNvPr>
              <p:cNvSpPr>
                <a:spLocks noChangeShapeType="1"/>
              </p:cNvSpPr>
              <p:nvPr/>
            </p:nvSpPr>
            <p:spPr bwMode="auto">
              <a:xfrm>
                <a:off x="1712" y="158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06" name="Line 302">
                <a:extLst>
                  <a:ext uri="{FF2B5EF4-FFF2-40B4-BE49-F238E27FC236}">
                    <a16:creationId xmlns:a16="http://schemas.microsoft.com/office/drawing/2014/main" id="{E5372132-65C1-475A-91B5-594DBD987146}"/>
                  </a:ext>
                </a:extLst>
              </p:cNvPr>
              <p:cNvSpPr>
                <a:spLocks noChangeShapeType="1"/>
              </p:cNvSpPr>
              <p:nvPr/>
            </p:nvSpPr>
            <p:spPr bwMode="auto">
              <a:xfrm>
                <a:off x="1712" y="158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07" name="Rectangle 303">
                <a:extLst>
                  <a:ext uri="{FF2B5EF4-FFF2-40B4-BE49-F238E27FC236}">
                    <a16:creationId xmlns:a16="http://schemas.microsoft.com/office/drawing/2014/main" id="{E47D1FCC-9D6A-409F-BA1E-C3753ABB7085}"/>
                  </a:ext>
                </a:extLst>
              </p:cNvPr>
              <p:cNvSpPr>
                <a:spLocks noChangeArrowheads="1"/>
              </p:cNvSpPr>
              <p:nvPr/>
            </p:nvSpPr>
            <p:spPr bwMode="auto">
              <a:xfrm>
                <a:off x="1719" y="158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08" name="Line 304">
                <a:extLst>
                  <a:ext uri="{FF2B5EF4-FFF2-40B4-BE49-F238E27FC236}">
                    <a16:creationId xmlns:a16="http://schemas.microsoft.com/office/drawing/2014/main" id="{EA6734EC-54FA-4D15-8ABC-AD61C1A867EA}"/>
                  </a:ext>
                </a:extLst>
              </p:cNvPr>
              <p:cNvSpPr>
                <a:spLocks noChangeShapeType="1"/>
              </p:cNvSpPr>
              <p:nvPr/>
            </p:nvSpPr>
            <p:spPr bwMode="auto">
              <a:xfrm>
                <a:off x="1719" y="158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09" name="Rectangle 305">
                <a:extLst>
                  <a:ext uri="{FF2B5EF4-FFF2-40B4-BE49-F238E27FC236}">
                    <a16:creationId xmlns:a16="http://schemas.microsoft.com/office/drawing/2014/main" id="{696B30E2-BC02-4CC0-B11C-5EEBCB1801C9}"/>
                  </a:ext>
                </a:extLst>
              </p:cNvPr>
              <p:cNvSpPr>
                <a:spLocks noChangeArrowheads="1"/>
              </p:cNvSpPr>
              <p:nvPr/>
            </p:nvSpPr>
            <p:spPr bwMode="auto">
              <a:xfrm>
                <a:off x="2087" y="158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10" name="Line 306">
                <a:extLst>
                  <a:ext uri="{FF2B5EF4-FFF2-40B4-BE49-F238E27FC236}">
                    <a16:creationId xmlns:a16="http://schemas.microsoft.com/office/drawing/2014/main" id="{B8D8CE30-AFE4-4D0D-AB6D-6503EF5ADBD2}"/>
                  </a:ext>
                </a:extLst>
              </p:cNvPr>
              <p:cNvSpPr>
                <a:spLocks noChangeShapeType="1"/>
              </p:cNvSpPr>
              <p:nvPr/>
            </p:nvSpPr>
            <p:spPr bwMode="auto">
              <a:xfrm>
                <a:off x="2087" y="158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11" name="Line 307">
                <a:extLst>
                  <a:ext uri="{FF2B5EF4-FFF2-40B4-BE49-F238E27FC236}">
                    <a16:creationId xmlns:a16="http://schemas.microsoft.com/office/drawing/2014/main" id="{7B945B94-CE42-4FA9-A554-DFBF2BCF3483}"/>
                  </a:ext>
                </a:extLst>
              </p:cNvPr>
              <p:cNvSpPr>
                <a:spLocks noChangeShapeType="1"/>
              </p:cNvSpPr>
              <p:nvPr/>
            </p:nvSpPr>
            <p:spPr bwMode="auto">
              <a:xfrm>
                <a:off x="2087" y="158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12" name="Rectangle 308">
                <a:extLst>
                  <a:ext uri="{FF2B5EF4-FFF2-40B4-BE49-F238E27FC236}">
                    <a16:creationId xmlns:a16="http://schemas.microsoft.com/office/drawing/2014/main" id="{EB920696-F46C-48D6-BAC6-12807515CD5C}"/>
                  </a:ext>
                </a:extLst>
              </p:cNvPr>
              <p:cNvSpPr>
                <a:spLocks noChangeArrowheads="1"/>
              </p:cNvSpPr>
              <p:nvPr/>
            </p:nvSpPr>
            <p:spPr bwMode="auto">
              <a:xfrm>
                <a:off x="2094" y="1587"/>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13" name="Line 309">
                <a:extLst>
                  <a:ext uri="{FF2B5EF4-FFF2-40B4-BE49-F238E27FC236}">
                    <a16:creationId xmlns:a16="http://schemas.microsoft.com/office/drawing/2014/main" id="{99FC1364-2804-400A-B527-3837D9D9B896}"/>
                  </a:ext>
                </a:extLst>
              </p:cNvPr>
              <p:cNvSpPr>
                <a:spLocks noChangeShapeType="1"/>
              </p:cNvSpPr>
              <p:nvPr/>
            </p:nvSpPr>
            <p:spPr bwMode="auto">
              <a:xfrm>
                <a:off x="2094" y="158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14" name="Rectangle 310">
                <a:extLst>
                  <a:ext uri="{FF2B5EF4-FFF2-40B4-BE49-F238E27FC236}">
                    <a16:creationId xmlns:a16="http://schemas.microsoft.com/office/drawing/2014/main" id="{DE2FF1ED-AC0C-4FCC-9B62-EECB44B1BE37}"/>
                  </a:ext>
                </a:extLst>
              </p:cNvPr>
              <p:cNvSpPr>
                <a:spLocks noChangeArrowheads="1"/>
              </p:cNvSpPr>
              <p:nvPr/>
            </p:nvSpPr>
            <p:spPr bwMode="auto">
              <a:xfrm>
                <a:off x="2466" y="158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15" name="Line 311">
                <a:extLst>
                  <a:ext uri="{FF2B5EF4-FFF2-40B4-BE49-F238E27FC236}">
                    <a16:creationId xmlns:a16="http://schemas.microsoft.com/office/drawing/2014/main" id="{699FFDDE-CDBA-4A4D-8915-E80D45C89FDC}"/>
                  </a:ext>
                </a:extLst>
              </p:cNvPr>
              <p:cNvSpPr>
                <a:spLocks noChangeShapeType="1"/>
              </p:cNvSpPr>
              <p:nvPr/>
            </p:nvSpPr>
            <p:spPr bwMode="auto">
              <a:xfrm>
                <a:off x="2466" y="158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16" name="Line 312">
                <a:extLst>
                  <a:ext uri="{FF2B5EF4-FFF2-40B4-BE49-F238E27FC236}">
                    <a16:creationId xmlns:a16="http://schemas.microsoft.com/office/drawing/2014/main" id="{6DFF523F-608D-45F2-B31A-D8CAEFCA12AA}"/>
                  </a:ext>
                </a:extLst>
              </p:cNvPr>
              <p:cNvSpPr>
                <a:spLocks noChangeShapeType="1"/>
              </p:cNvSpPr>
              <p:nvPr/>
            </p:nvSpPr>
            <p:spPr bwMode="auto">
              <a:xfrm>
                <a:off x="2466" y="158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17" name="Rectangle 313">
                <a:extLst>
                  <a:ext uri="{FF2B5EF4-FFF2-40B4-BE49-F238E27FC236}">
                    <a16:creationId xmlns:a16="http://schemas.microsoft.com/office/drawing/2014/main" id="{37927C52-9C96-4FE5-AAC3-2EDBDAE7F32D}"/>
                  </a:ext>
                </a:extLst>
              </p:cNvPr>
              <p:cNvSpPr>
                <a:spLocks noChangeArrowheads="1"/>
              </p:cNvSpPr>
              <p:nvPr/>
            </p:nvSpPr>
            <p:spPr bwMode="auto">
              <a:xfrm>
                <a:off x="2473" y="158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18" name="Line 314">
                <a:extLst>
                  <a:ext uri="{FF2B5EF4-FFF2-40B4-BE49-F238E27FC236}">
                    <a16:creationId xmlns:a16="http://schemas.microsoft.com/office/drawing/2014/main" id="{B577D0B8-CCFE-4BBA-8F79-E34177EE20C9}"/>
                  </a:ext>
                </a:extLst>
              </p:cNvPr>
              <p:cNvSpPr>
                <a:spLocks noChangeShapeType="1"/>
              </p:cNvSpPr>
              <p:nvPr/>
            </p:nvSpPr>
            <p:spPr bwMode="auto">
              <a:xfrm>
                <a:off x="2473" y="158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19" name="Rectangle 315">
                <a:extLst>
                  <a:ext uri="{FF2B5EF4-FFF2-40B4-BE49-F238E27FC236}">
                    <a16:creationId xmlns:a16="http://schemas.microsoft.com/office/drawing/2014/main" id="{1C07973D-F40E-4BD5-A490-2AEC8BDA4D40}"/>
                  </a:ext>
                </a:extLst>
              </p:cNvPr>
              <p:cNvSpPr>
                <a:spLocks noChangeArrowheads="1"/>
              </p:cNvSpPr>
              <p:nvPr/>
            </p:nvSpPr>
            <p:spPr bwMode="auto">
              <a:xfrm>
                <a:off x="2841" y="158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20" name="Line 316">
                <a:extLst>
                  <a:ext uri="{FF2B5EF4-FFF2-40B4-BE49-F238E27FC236}">
                    <a16:creationId xmlns:a16="http://schemas.microsoft.com/office/drawing/2014/main" id="{F1C6D21B-3CA3-4F18-9A65-E7C1078024CC}"/>
                  </a:ext>
                </a:extLst>
              </p:cNvPr>
              <p:cNvSpPr>
                <a:spLocks noChangeShapeType="1"/>
              </p:cNvSpPr>
              <p:nvPr/>
            </p:nvSpPr>
            <p:spPr bwMode="auto">
              <a:xfrm>
                <a:off x="2841" y="158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21" name="Line 317">
                <a:extLst>
                  <a:ext uri="{FF2B5EF4-FFF2-40B4-BE49-F238E27FC236}">
                    <a16:creationId xmlns:a16="http://schemas.microsoft.com/office/drawing/2014/main" id="{BAD059FE-2BF6-420F-8676-F3A5B1B8E618}"/>
                  </a:ext>
                </a:extLst>
              </p:cNvPr>
              <p:cNvSpPr>
                <a:spLocks noChangeShapeType="1"/>
              </p:cNvSpPr>
              <p:nvPr/>
            </p:nvSpPr>
            <p:spPr bwMode="auto">
              <a:xfrm>
                <a:off x="2841" y="158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22" name="Rectangle 318">
                <a:extLst>
                  <a:ext uri="{FF2B5EF4-FFF2-40B4-BE49-F238E27FC236}">
                    <a16:creationId xmlns:a16="http://schemas.microsoft.com/office/drawing/2014/main" id="{03C27A2A-FCFF-4FE9-8B9C-537B2AFC4778}"/>
                  </a:ext>
                </a:extLst>
              </p:cNvPr>
              <p:cNvSpPr>
                <a:spLocks noChangeArrowheads="1"/>
              </p:cNvSpPr>
              <p:nvPr/>
            </p:nvSpPr>
            <p:spPr bwMode="auto">
              <a:xfrm>
                <a:off x="2848" y="1587"/>
                <a:ext cx="39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23" name="Line 319">
                <a:extLst>
                  <a:ext uri="{FF2B5EF4-FFF2-40B4-BE49-F238E27FC236}">
                    <a16:creationId xmlns:a16="http://schemas.microsoft.com/office/drawing/2014/main" id="{2EEDCF23-339B-45FC-8A3D-0F450E8E4544}"/>
                  </a:ext>
                </a:extLst>
              </p:cNvPr>
              <p:cNvSpPr>
                <a:spLocks noChangeShapeType="1"/>
              </p:cNvSpPr>
              <p:nvPr/>
            </p:nvSpPr>
            <p:spPr bwMode="auto">
              <a:xfrm>
                <a:off x="2848" y="1587"/>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24" name="Rectangle 320">
                <a:extLst>
                  <a:ext uri="{FF2B5EF4-FFF2-40B4-BE49-F238E27FC236}">
                    <a16:creationId xmlns:a16="http://schemas.microsoft.com/office/drawing/2014/main" id="{B1A2EB8F-65B9-4C90-8472-FE01EB2829E1}"/>
                  </a:ext>
                </a:extLst>
              </p:cNvPr>
              <p:cNvSpPr>
                <a:spLocks noChangeArrowheads="1"/>
              </p:cNvSpPr>
              <p:nvPr/>
            </p:nvSpPr>
            <p:spPr bwMode="auto">
              <a:xfrm>
                <a:off x="3243" y="158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25" name="Line 321">
                <a:extLst>
                  <a:ext uri="{FF2B5EF4-FFF2-40B4-BE49-F238E27FC236}">
                    <a16:creationId xmlns:a16="http://schemas.microsoft.com/office/drawing/2014/main" id="{5C54BAC8-8EDA-4DB3-9DB9-4AF06AB97AA2}"/>
                  </a:ext>
                </a:extLst>
              </p:cNvPr>
              <p:cNvSpPr>
                <a:spLocks noChangeShapeType="1"/>
              </p:cNvSpPr>
              <p:nvPr/>
            </p:nvSpPr>
            <p:spPr bwMode="auto">
              <a:xfrm>
                <a:off x="3243" y="158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26" name="Line 322">
                <a:extLst>
                  <a:ext uri="{FF2B5EF4-FFF2-40B4-BE49-F238E27FC236}">
                    <a16:creationId xmlns:a16="http://schemas.microsoft.com/office/drawing/2014/main" id="{6D0A5AE6-8D13-42C4-8197-43A2600E540C}"/>
                  </a:ext>
                </a:extLst>
              </p:cNvPr>
              <p:cNvSpPr>
                <a:spLocks noChangeShapeType="1"/>
              </p:cNvSpPr>
              <p:nvPr/>
            </p:nvSpPr>
            <p:spPr bwMode="auto">
              <a:xfrm>
                <a:off x="3243" y="158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27" name="Rectangle 323">
                <a:extLst>
                  <a:ext uri="{FF2B5EF4-FFF2-40B4-BE49-F238E27FC236}">
                    <a16:creationId xmlns:a16="http://schemas.microsoft.com/office/drawing/2014/main" id="{6774357C-2147-4339-937C-18AA47DCF0F7}"/>
                  </a:ext>
                </a:extLst>
              </p:cNvPr>
              <p:cNvSpPr>
                <a:spLocks noChangeArrowheads="1"/>
              </p:cNvSpPr>
              <p:nvPr/>
            </p:nvSpPr>
            <p:spPr bwMode="auto">
              <a:xfrm>
                <a:off x="3250" y="1587"/>
                <a:ext cx="34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28" name="Line 324">
                <a:extLst>
                  <a:ext uri="{FF2B5EF4-FFF2-40B4-BE49-F238E27FC236}">
                    <a16:creationId xmlns:a16="http://schemas.microsoft.com/office/drawing/2014/main" id="{A5046FBB-64E0-48F9-A91C-1BBB62A84957}"/>
                  </a:ext>
                </a:extLst>
              </p:cNvPr>
              <p:cNvSpPr>
                <a:spLocks noChangeShapeType="1"/>
              </p:cNvSpPr>
              <p:nvPr/>
            </p:nvSpPr>
            <p:spPr bwMode="auto">
              <a:xfrm>
                <a:off x="3250" y="1587"/>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29" name="Rectangle 325">
                <a:extLst>
                  <a:ext uri="{FF2B5EF4-FFF2-40B4-BE49-F238E27FC236}">
                    <a16:creationId xmlns:a16="http://schemas.microsoft.com/office/drawing/2014/main" id="{8C1438B5-CC63-4E49-82C1-AFA93220BF3B}"/>
                  </a:ext>
                </a:extLst>
              </p:cNvPr>
              <p:cNvSpPr>
                <a:spLocks noChangeArrowheads="1"/>
              </p:cNvSpPr>
              <p:nvPr/>
            </p:nvSpPr>
            <p:spPr bwMode="auto">
              <a:xfrm>
                <a:off x="3595" y="158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30" name="Line 326">
                <a:extLst>
                  <a:ext uri="{FF2B5EF4-FFF2-40B4-BE49-F238E27FC236}">
                    <a16:creationId xmlns:a16="http://schemas.microsoft.com/office/drawing/2014/main" id="{149C925C-3BF3-46D1-92F3-BC8280586A59}"/>
                  </a:ext>
                </a:extLst>
              </p:cNvPr>
              <p:cNvSpPr>
                <a:spLocks noChangeShapeType="1"/>
              </p:cNvSpPr>
              <p:nvPr/>
            </p:nvSpPr>
            <p:spPr bwMode="auto">
              <a:xfrm>
                <a:off x="3595" y="158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31" name="Line 327">
                <a:extLst>
                  <a:ext uri="{FF2B5EF4-FFF2-40B4-BE49-F238E27FC236}">
                    <a16:creationId xmlns:a16="http://schemas.microsoft.com/office/drawing/2014/main" id="{03722056-9D6F-45B3-97BC-0A877C34BD71}"/>
                  </a:ext>
                </a:extLst>
              </p:cNvPr>
              <p:cNvSpPr>
                <a:spLocks noChangeShapeType="1"/>
              </p:cNvSpPr>
              <p:nvPr/>
            </p:nvSpPr>
            <p:spPr bwMode="auto">
              <a:xfrm>
                <a:off x="3595" y="158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32" name="Rectangle 328">
                <a:extLst>
                  <a:ext uri="{FF2B5EF4-FFF2-40B4-BE49-F238E27FC236}">
                    <a16:creationId xmlns:a16="http://schemas.microsoft.com/office/drawing/2014/main" id="{623284E3-C5A0-4FE0-961A-BB61A96BB109}"/>
                  </a:ext>
                </a:extLst>
              </p:cNvPr>
              <p:cNvSpPr>
                <a:spLocks noChangeArrowheads="1"/>
              </p:cNvSpPr>
              <p:nvPr/>
            </p:nvSpPr>
            <p:spPr bwMode="auto">
              <a:xfrm>
                <a:off x="3602" y="1587"/>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33" name="Line 329">
                <a:extLst>
                  <a:ext uri="{FF2B5EF4-FFF2-40B4-BE49-F238E27FC236}">
                    <a16:creationId xmlns:a16="http://schemas.microsoft.com/office/drawing/2014/main" id="{442093BC-B181-435F-B1A2-1CB13F586979}"/>
                  </a:ext>
                </a:extLst>
              </p:cNvPr>
              <p:cNvSpPr>
                <a:spLocks noChangeShapeType="1"/>
              </p:cNvSpPr>
              <p:nvPr/>
            </p:nvSpPr>
            <p:spPr bwMode="auto">
              <a:xfrm>
                <a:off x="3602" y="158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34" name="Rectangle 330">
                <a:extLst>
                  <a:ext uri="{FF2B5EF4-FFF2-40B4-BE49-F238E27FC236}">
                    <a16:creationId xmlns:a16="http://schemas.microsoft.com/office/drawing/2014/main" id="{2BEA0E94-7F1C-4247-8DCF-75171B415187}"/>
                  </a:ext>
                </a:extLst>
              </p:cNvPr>
              <p:cNvSpPr>
                <a:spLocks noChangeArrowheads="1"/>
              </p:cNvSpPr>
              <p:nvPr/>
            </p:nvSpPr>
            <p:spPr bwMode="auto">
              <a:xfrm>
                <a:off x="3974" y="158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35" name="Line 331">
                <a:extLst>
                  <a:ext uri="{FF2B5EF4-FFF2-40B4-BE49-F238E27FC236}">
                    <a16:creationId xmlns:a16="http://schemas.microsoft.com/office/drawing/2014/main" id="{F769E837-FB85-496D-B7A6-122105D2E65C}"/>
                  </a:ext>
                </a:extLst>
              </p:cNvPr>
              <p:cNvSpPr>
                <a:spLocks noChangeShapeType="1"/>
              </p:cNvSpPr>
              <p:nvPr/>
            </p:nvSpPr>
            <p:spPr bwMode="auto">
              <a:xfrm>
                <a:off x="3974" y="158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36" name="Line 332">
                <a:extLst>
                  <a:ext uri="{FF2B5EF4-FFF2-40B4-BE49-F238E27FC236}">
                    <a16:creationId xmlns:a16="http://schemas.microsoft.com/office/drawing/2014/main" id="{8938E8BB-0166-45FC-B3AF-B04BB5D57C99}"/>
                  </a:ext>
                </a:extLst>
              </p:cNvPr>
              <p:cNvSpPr>
                <a:spLocks noChangeShapeType="1"/>
              </p:cNvSpPr>
              <p:nvPr/>
            </p:nvSpPr>
            <p:spPr bwMode="auto">
              <a:xfrm>
                <a:off x="3974" y="158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37" name="Rectangle 333">
                <a:extLst>
                  <a:ext uri="{FF2B5EF4-FFF2-40B4-BE49-F238E27FC236}">
                    <a16:creationId xmlns:a16="http://schemas.microsoft.com/office/drawing/2014/main" id="{8DBA65FD-692E-42DA-BBAA-81503EEBF63F}"/>
                  </a:ext>
                </a:extLst>
              </p:cNvPr>
              <p:cNvSpPr>
                <a:spLocks noChangeArrowheads="1"/>
              </p:cNvSpPr>
              <p:nvPr/>
            </p:nvSpPr>
            <p:spPr bwMode="auto">
              <a:xfrm>
                <a:off x="3981" y="158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38" name="Line 334">
                <a:extLst>
                  <a:ext uri="{FF2B5EF4-FFF2-40B4-BE49-F238E27FC236}">
                    <a16:creationId xmlns:a16="http://schemas.microsoft.com/office/drawing/2014/main" id="{DC8DCAA3-1057-4A9A-B29F-E1D123857286}"/>
                  </a:ext>
                </a:extLst>
              </p:cNvPr>
              <p:cNvSpPr>
                <a:spLocks noChangeShapeType="1"/>
              </p:cNvSpPr>
              <p:nvPr/>
            </p:nvSpPr>
            <p:spPr bwMode="auto">
              <a:xfrm>
                <a:off x="3981" y="158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39" name="Rectangle 335">
                <a:extLst>
                  <a:ext uri="{FF2B5EF4-FFF2-40B4-BE49-F238E27FC236}">
                    <a16:creationId xmlns:a16="http://schemas.microsoft.com/office/drawing/2014/main" id="{1D857D5A-034A-487F-90AA-A842AAFF1CBB}"/>
                  </a:ext>
                </a:extLst>
              </p:cNvPr>
              <p:cNvSpPr>
                <a:spLocks noChangeArrowheads="1"/>
              </p:cNvSpPr>
              <p:nvPr/>
            </p:nvSpPr>
            <p:spPr bwMode="auto">
              <a:xfrm>
                <a:off x="4349" y="158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40" name="Line 336">
                <a:extLst>
                  <a:ext uri="{FF2B5EF4-FFF2-40B4-BE49-F238E27FC236}">
                    <a16:creationId xmlns:a16="http://schemas.microsoft.com/office/drawing/2014/main" id="{591F00E0-63BC-4D46-B734-5AA8EEB65743}"/>
                  </a:ext>
                </a:extLst>
              </p:cNvPr>
              <p:cNvSpPr>
                <a:spLocks noChangeShapeType="1"/>
              </p:cNvSpPr>
              <p:nvPr/>
            </p:nvSpPr>
            <p:spPr bwMode="auto">
              <a:xfrm>
                <a:off x="4349" y="158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41" name="Line 337">
                <a:extLst>
                  <a:ext uri="{FF2B5EF4-FFF2-40B4-BE49-F238E27FC236}">
                    <a16:creationId xmlns:a16="http://schemas.microsoft.com/office/drawing/2014/main" id="{502D1CA6-0F1B-4C8C-9FE6-06AE1A60FA23}"/>
                  </a:ext>
                </a:extLst>
              </p:cNvPr>
              <p:cNvSpPr>
                <a:spLocks noChangeShapeType="1"/>
              </p:cNvSpPr>
              <p:nvPr/>
            </p:nvSpPr>
            <p:spPr bwMode="auto">
              <a:xfrm>
                <a:off x="4349" y="158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42" name="Rectangle 338">
                <a:extLst>
                  <a:ext uri="{FF2B5EF4-FFF2-40B4-BE49-F238E27FC236}">
                    <a16:creationId xmlns:a16="http://schemas.microsoft.com/office/drawing/2014/main" id="{D2664623-353B-4251-81CB-2F417DA701DC}"/>
                  </a:ext>
                </a:extLst>
              </p:cNvPr>
              <p:cNvSpPr>
                <a:spLocks noChangeArrowheads="1"/>
              </p:cNvSpPr>
              <p:nvPr/>
            </p:nvSpPr>
            <p:spPr bwMode="auto">
              <a:xfrm>
                <a:off x="4356" y="158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43" name="Line 339">
                <a:extLst>
                  <a:ext uri="{FF2B5EF4-FFF2-40B4-BE49-F238E27FC236}">
                    <a16:creationId xmlns:a16="http://schemas.microsoft.com/office/drawing/2014/main" id="{A7E69636-1A6E-4C6F-AE73-C48CF5A9640D}"/>
                  </a:ext>
                </a:extLst>
              </p:cNvPr>
              <p:cNvSpPr>
                <a:spLocks noChangeShapeType="1"/>
              </p:cNvSpPr>
              <p:nvPr/>
            </p:nvSpPr>
            <p:spPr bwMode="auto">
              <a:xfrm>
                <a:off x="4356" y="158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44" name="Rectangle 340">
                <a:extLst>
                  <a:ext uri="{FF2B5EF4-FFF2-40B4-BE49-F238E27FC236}">
                    <a16:creationId xmlns:a16="http://schemas.microsoft.com/office/drawing/2014/main" id="{1A35EE77-7F0C-41C2-BF30-A16D45C019AB}"/>
                  </a:ext>
                </a:extLst>
              </p:cNvPr>
              <p:cNvSpPr>
                <a:spLocks noChangeArrowheads="1"/>
              </p:cNvSpPr>
              <p:nvPr/>
            </p:nvSpPr>
            <p:spPr bwMode="auto">
              <a:xfrm>
                <a:off x="1451" y="1790"/>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345" name="Rectangle 341">
                <a:extLst>
                  <a:ext uri="{FF2B5EF4-FFF2-40B4-BE49-F238E27FC236}">
                    <a16:creationId xmlns:a16="http://schemas.microsoft.com/office/drawing/2014/main" id="{B0F4A378-0DA7-4A24-B741-E476E5AD8271}"/>
                  </a:ext>
                </a:extLst>
              </p:cNvPr>
              <p:cNvSpPr>
                <a:spLocks noChangeArrowheads="1"/>
              </p:cNvSpPr>
              <p:nvPr/>
            </p:nvSpPr>
            <p:spPr bwMode="auto">
              <a:xfrm>
                <a:off x="1864" y="1790"/>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346" name="Rectangle 342">
                <a:extLst>
                  <a:ext uri="{FF2B5EF4-FFF2-40B4-BE49-F238E27FC236}">
                    <a16:creationId xmlns:a16="http://schemas.microsoft.com/office/drawing/2014/main" id="{79459F0E-4BF1-41E3-BCA9-8CEBE62C505A}"/>
                  </a:ext>
                </a:extLst>
              </p:cNvPr>
              <p:cNvSpPr>
                <a:spLocks noChangeArrowheads="1"/>
              </p:cNvSpPr>
              <p:nvPr/>
            </p:nvSpPr>
            <p:spPr bwMode="auto">
              <a:xfrm>
                <a:off x="2242" y="1790"/>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347" name="Rectangle 343">
                <a:extLst>
                  <a:ext uri="{FF2B5EF4-FFF2-40B4-BE49-F238E27FC236}">
                    <a16:creationId xmlns:a16="http://schemas.microsoft.com/office/drawing/2014/main" id="{885F3BC4-4A91-4066-9D91-A7746B1FA62A}"/>
                  </a:ext>
                </a:extLst>
              </p:cNvPr>
              <p:cNvSpPr>
                <a:spLocks noChangeArrowheads="1"/>
              </p:cNvSpPr>
              <p:nvPr/>
            </p:nvSpPr>
            <p:spPr bwMode="auto">
              <a:xfrm>
                <a:off x="2617" y="1790"/>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348" name="Rectangle 344">
                <a:extLst>
                  <a:ext uri="{FF2B5EF4-FFF2-40B4-BE49-F238E27FC236}">
                    <a16:creationId xmlns:a16="http://schemas.microsoft.com/office/drawing/2014/main" id="{13B45D0B-8128-4A10-9206-3933782AE53D}"/>
                  </a:ext>
                </a:extLst>
              </p:cNvPr>
              <p:cNvSpPr>
                <a:spLocks noChangeArrowheads="1"/>
              </p:cNvSpPr>
              <p:nvPr/>
            </p:nvSpPr>
            <p:spPr bwMode="auto">
              <a:xfrm>
                <a:off x="3009" y="1790"/>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349" name="Rectangle 345">
                <a:extLst>
                  <a:ext uri="{FF2B5EF4-FFF2-40B4-BE49-F238E27FC236}">
                    <a16:creationId xmlns:a16="http://schemas.microsoft.com/office/drawing/2014/main" id="{2719CD2D-CCF4-4127-9EBB-56446CE9A3D8}"/>
                  </a:ext>
                </a:extLst>
              </p:cNvPr>
              <p:cNvSpPr>
                <a:spLocks noChangeArrowheads="1"/>
              </p:cNvSpPr>
              <p:nvPr/>
            </p:nvSpPr>
            <p:spPr bwMode="auto">
              <a:xfrm>
                <a:off x="3388" y="1790"/>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350" name="Rectangle 346">
                <a:extLst>
                  <a:ext uri="{FF2B5EF4-FFF2-40B4-BE49-F238E27FC236}">
                    <a16:creationId xmlns:a16="http://schemas.microsoft.com/office/drawing/2014/main" id="{63C5CA3E-A421-4F77-8B68-AFCDD70F20EC}"/>
                  </a:ext>
                </a:extLst>
              </p:cNvPr>
              <p:cNvSpPr>
                <a:spLocks noChangeArrowheads="1"/>
              </p:cNvSpPr>
              <p:nvPr/>
            </p:nvSpPr>
            <p:spPr bwMode="auto">
              <a:xfrm>
                <a:off x="3749" y="1790"/>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351" name="Rectangle 347">
                <a:extLst>
                  <a:ext uri="{FF2B5EF4-FFF2-40B4-BE49-F238E27FC236}">
                    <a16:creationId xmlns:a16="http://schemas.microsoft.com/office/drawing/2014/main" id="{9AAD3D54-16E1-4C1B-A646-1090EDF8C108}"/>
                  </a:ext>
                </a:extLst>
              </p:cNvPr>
              <p:cNvSpPr>
                <a:spLocks noChangeArrowheads="1"/>
              </p:cNvSpPr>
              <p:nvPr/>
            </p:nvSpPr>
            <p:spPr bwMode="auto">
              <a:xfrm>
                <a:off x="4125" y="1790"/>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352" name="Rectangle 348">
                <a:extLst>
                  <a:ext uri="{FF2B5EF4-FFF2-40B4-BE49-F238E27FC236}">
                    <a16:creationId xmlns:a16="http://schemas.microsoft.com/office/drawing/2014/main" id="{B6AD3AC8-3241-4E9D-BCBB-26E0145F0904}"/>
                  </a:ext>
                </a:extLst>
              </p:cNvPr>
              <p:cNvSpPr>
                <a:spLocks noChangeArrowheads="1"/>
              </p:cNvSpPr>
              <p:nvPr/>
            </p:nvSpPr>
            <p:spPr bwMode="auto">
              <a:xfrm>
                <a:off x="4466" y="1790"/>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353" name="Rectangle 349">
                <a:extLst>
                  <a:ext uri="{FF2B5EF4-FFF2-40B4-BE49-F238E27FC236}">
                    <a16:creationId xmlns:a16="http://schemas.microsoft.com/office/drawing/2014/main" id="{6B27E0E3-F68A-4D1F-919B-AFE4D1040C68}"/>
                  </a:ext>
                </a:extLst>
              </p:cNvPr>
              <p:cNvSpPr>
                <a:spLocks noChangeArrowheads="1"/>
              </p:cNvSpPr>
              <p:nvPr/>
            </p:nvSpPr>
            <p:spPr bwMode="auto">
              <a:xfrm>
                <a:off x="1330" y="1771"/>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54" name="Line 350">
                <a:extLst>
                  <a:ext uri="{FF2B5EF4-FFF2-40B4-BE49-F238E27FC236}">
                    <a16:creationId xmlns:a16="http://schemas.microsoft.com/office/drawing/2014/main" id="{864A0B43-42D0-4F5C-97A0-40D579B2CAE6}"/>
                  </a:ext>
                </a:extLst>
              </p:cNvPr>
              <p:cNvSpPr>
                <a:spLocks noChangeShapeType="1"/>
              </p:cNvSpPr>
              <p:nvPr/>
            </p:nvSpPr>
            <p:spPr bwMode="auto">
              <a:xfrm>
                <a:off x="1330" y="1771"/>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55" name="Rectangle 351">
                <a:extLst>
                  <a:ext uri="{FF2B5EF4-FFF2-40B4-BE49-F238E27FC236}">
                    <a16:creationId xmlns:a16="http://schemas.microsoft.com/office/drawing/2014/main" id="{8A6CF9EC-7EB3-4563-910A-9B7F625E386D}"/>
                  </a:ext>
                </a:extLst>
              </p:cNvPr>
              <p:cNvSpPr>
                <a:spLocks noChangeArrowheads="1"/>
              </p:cNvSpPr>
              <p:nvPr/>
            </p:nvSpPr>
            <p:spPr bwMode="auto">
              <a:xfrm>
                <a:off x="1712" y="177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56" name="Line 352">
                <a:extLst>
                  <a:ext uri="{FF2B5EF4-FFF2-40B4-BE49-F238E27FC236}">
                    <a16:creationId xmlns:a16="http://schemas.microsoft.com/office/drawing/2014/main" id="{E9058739-53E7-4A1C-8674-83CAAFBC8DE9}"/>
                  </a:ext>
                </a:extLst>
              </p:cNvPr>
              <p:cNvSpPr>
                <a:spLocks noChangeShapeType="1"/>
              </p:cNvSpPr>
              <p:nvPr/>
            </p:nvSpPr>
            <p:spPr bwMode="auto">
              <a:xfrm>
                <a:off x="1712" y="177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57" name="Line 353">
                <a:extLst>
                  <a:ext uri="{FF2B5EF4-FFF2-40B4-BE49-F238E27FC236}">
                    <a16:creationId xmlns:a16="http://schemas.microsoft.com/office/drawing/2014/main" id="{EB639B8C-CD6C-4A77-B787-89F7B71325CA}"/>
                  </a:ext>
                </a:extLst>
              </p:cNvPr>
              <p:cNvSpPr>
                <a:spLocks noChangeShapeType="1"/>
              </p:cNvSpPr>
              <p:nvPr/>
            </p:nvSpPr>
            <p:spPr bwMode="auto">
              <a:xfrm>
                <a:off x="1712" y="177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58" name="Rectangle 354">
                <a:extLst>
                  <a:ext uri="{FF2B5EF4-FFF2-40B4-BE49-F238E27FC236}">
                    <a16:creationId xmlns:a16="http://schemas.microsoft.com/office/drawing/2014/main" id="{F3BC857B-7203-4A85-9F6F-BE5A72AB8CB0}"/>
                  </a:ext>
                </a:extLst>
              </p:cNvPr>
              <p:cNvSpPr>
                <a:spLocks noChangeArrowheads="1"/>
              </p:cNvSpPr>
              <p:nvPr/>
            </p:nvSpPr>
            <p:spPr bwMode="auto">
              <a:xfrm>
                <a:off x="1719" y="177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59" name="Line 355">
                <a:extLst>
                  <a:ext uri="{FF2B5EF4-FFF2-40B4-BE49-F238E27FC236}">
                    <a16:creationId xmlns:a16="http://schemas.microsoft.com/office/drawing/2014/main" id="{A521E66F-3C11-4688-A413-CB7EE66B4184}"/>
                  </a:ext>
                </a:extLst>
              </p:cNvPr>
              <p:cNvSpPr>
                <a:spLocks noChangeShapeType="1"/>
              </p:cNvSpPr>
              <p:nvPr/>
            </p:nvSpPr>
            <p:spPr bwMode="auto">
              <a:xfrm>
                <a:off x="1719" y="177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60" name="Rectangle 356">
                <a:extLst>
                  <a:ext uri="{FF2B5EF4-FFF2-40B4-BE49-F238E27FC236}">
                    <a16:creationId xmlns:a16="http://schemas.microsoft.com/office/drawing/2014/main" id="{6A602A79-C95B-4F34-925E-8E2E3D95227F}"/>
                  </a:ext>
                </a:extLst>
              </p:cNvPr>
              <p:cNvSpPr>
                <a:spLocks noChangeArrowheads="1"/>
              </p:cNvSpPr>
              <p:nvPr/>
            </p:nvSpPr>
            <p:spPr bwMode="auto">
              <a:xfrm>
                <a:off x="2087" y="177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61" name="Line 357">
                <a:extLst>
                  <a:ext uri="{FF2B5EF4-FFF2-40B4-BE49-F238E27FC236}">
                    <a16:creationId xmlns:a16="http://schemas.microsoft.com/office/drawing/2014/main" id="{F59E7443-6A28-482B-B50D-213B9FE8A756}"/>
                  </a:ext>
                </a:extLst>
              </p:cNvPr>
              <p:cNvSpPr>
                <a:spLocks noChangeShapeType="1"/>
              </p:cNvSpPr>
              <p:nvPr/>
            </p:nvSpPr>
            <p:spPr bwMode="auto">
              <a:xfrm>
                <a:off x="2087" y="177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62" name="Line 358">
                <a:extLst>
                  <a:ext uri="{FF2B5EF4-FFF2-40B4-BE49-F238E27FC236}">
                    <a16:creationId xmlns:a16="http://schemas.microsoft.com/office/drawing/2014/main" id="{EC08DC9C-831A-4177-9461-DF21CC6A92E5}"/>
                  </a:ext>
                </a:extLst>
              </p:cNvPr>
              <p:cNvSpPr>
                <a:spLocks noChangeShapeType="1"/>
              </p:cNvSpPr>
              <p:nvPr/>
            </p:nvSpPr>
            <p:spPr bwMode="auto">
              <a:xfrm>
                <a:off x="2087" y="177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63" name="Rectangle 359">
                <a:extLst>
                  <a:ext uri="{FF2B5EF4-FFF2-40B4-BE49-F238E27FC236}">
                    <a16:creationId xmlns:a16="http://schemas.microsoft.com/office/drawing/2014/main" id="{41797511-D559-4F0E-80B5-78C3E7E7A72F}"/>
                  </a:ext>
                </a:extLst>
              </p:cNvPr>
              <p:cNvSpPr>
                <a:spLocks noChangeArrowheads="1"/>
              </p:cNvSpPr>
              <p:nvPr/>
            </p:nvSpPr>
            <p:spPr bwMode="auto">
              <a:xfrm>
                <a:off x="2094" y="1771"/>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64" name="Line 360">
                <a:extLst>
                  <a:ext uri="{FF2B5EF4-FFF2-40B4-BE49-F238E27FC236}">
                    <a16:creationId xmlns:a16="http://schemas.microsoft.com/office/drawing/2014/main" id="{EAE3A414-A578-4051-A926-46205BA6595D}"/>
                  </a:ext>
                </a:extLst>
              </p:cNvPr>
              <p:cNvSpPr>
                <a:spLocks noChangeShapeType="1"/>
              </p:cNvSpPr>
              <p:nvPr/>
            </p:nvSpPr>
            <p:spPr bwMode="auto">
              <a:xfrm>
                <a:off x="2094" y="1771"/>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65" name="Rectangle 361">
                <a:extLst>
                  <a:ext uri="{FF2B5EF4-FFF2-40B4-BE49-F238E27FC236}">
                    <a16:creationId xmlns:a16="http://schemas.microsoft.com/office/drawing/2014/main" id="{27666D53-4E9A-4021-A840-BF8198B9278F}"/>
                  </a:ext>
                </a:extLst>
              </p:cNvPr>
              <p:cNvSpPr>
                <a:spLocks noChangeArrowheads="1"/>
              </p:cNvSpPr>
              <p:nvPr/>
            </p:nvSpPr>
            <p:spPr bwMode="auto">
              <a:xfrm>
                <a:off x="2466" y="177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66" name="Line 362">
                <a:extLst>
                  <a:ext uri="{FF2B5EF4-FFF2-40B4-BE49-F238E27FC236}">
                    <a16:creationId xmlns:a16="http://schemas.microsoft.com/office/drawing/2014/main" id="{220EA87C-6E5D-4967-8A37-4B91FF0D5630}"/>
                  </a:ext>
                </a:extLst>
              </p:cNvPr>
              <p:cNvSpPr>
                <a:spLocks noChangeShapeType="1"/>
              </p:cNvSpPr>
              <p:nvPr/>
            </p:nvSpPr>
            <p:spPr bwMode="auto">
              <a:xfrm>
                <a:off x="2466" y="177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67" name="Line 363">
                <a:extLst>
                  <a:ext uri="{FF2B5EF4-FFF2-40B4-BE49-F238E27FC236}">
                    <a16:creationId xmlns:a16="http://schemas.microsoft.com/office/drawing/2014/main" id="{427BA813-26D5-4500-892E-A96F397D34A8}"/>
                  </a:ext>
                </a:extLst>
              </p:cNvPr>
              <p:cNvSpPr>
                <a:spLocks noChangeShapeType="1"/>
              </p:cNvSpPr>
              <p:nvPr/>
            </p:nvSpPr>
            <p:spPr bwMode="auto">
              <a:xfrm>
                <a:off x="2466" y="177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68" name="Rectangle 364">
                <a:extLst>
                  <a:ext uri="{FF2B5EF4-FFF2-40B4-BE49-F238E27FC236}">
                    <a16:creationId xmlns:a16="http://schemas.microsoft.com/office/drawing/2014/main" id="{BEA88A72-2B3A-4733-A4B4-ED9164FD3F70}"/>
                  </a:ext>
                </a:extLst>
              </p:cNvPr>
              <p:cNvSpPr>
                <a:spLocks noChangeArrowheads="1"/>
              </p:cNvSpPr>
              <p:nvPr/>
            </p:nvSpPr>
            <p:spPr bwMode="auto">
              <a:xfrm>
                <a:off x="2473" y="177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69" name="Line 365">
                <a:extLst>
                  <a:ext uri="{FF2B5EF4-FFF2-40B4-BE49-F238E27FC236}">
                    <a16:creationId xmlns:a16="http://schemas.microsoft.com/office/drawing/2014/main" id="{9385854C-1239-4489-A70A-53E89CDE0E11}"/>
                  </a:ext>
                </a:extLst>
              </p:cNvPr>
              <p:cNvSpPr>
                <a:spLocks noChangeShapeType="1"/>
              </p:cNvSpPr>
              <p:nvPr/>
            </p:nvSpPr>
            <p:spPr bwMode="auto">
              <a:xfrm>
                <a:off x="2473" y="177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70" name="Rectangle 366">
                <a:extLst>
                  <a:ext uri="{FF2B5EF4-FFF2-40B4-BE49-F238E27FC236}">
                    <a16:creationId xmlns:a16="http://schemas.microsoft.com/office/drawing/2014/main" id="{12E10B8D-7A8C-4675-8664-4B1611E6E9C1}"/>
                  </a:ext>
                </a:extLst>
              </p:cNvPr>
              <p:cNvSpPr>
                <a:spLocks noChangeArrowheads="1"/>
              </p:cNvSpPr>
              <p:nvPr/>
            </p:nvSpPr>
            <p:spPr bwMode="auto">
              <a:xfrm>
                <a:off x="2841" y="177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71" name="Line 367">
                <a:extLst>
                  <a:ext uri="{FF2B5EF4-FFF2-40B4-BE49-F238E27FC236}">
                    <a16:creationId xmlns:a16="http://schemas.microsoft.com/office/drawing/2014/main" id="{10A4C264-4E8F-4AA3-BDB8-81C44AFDB105}"/>
                  </a:ext>
                </a:extLst>
              </p:cNvPr>
              <p:cNvSpPr>
                <a:spLocks noChangeShapeType="1"/>
              </p:cNvSpPr>
              <p:nvPr/>
            </p:nvSpPr>
            <p:spPr bwMode="auto">
              <a:xfrm>
                <a:off x="2841" y="177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72" name="Line 368">
                <a:extLst>
                  <a:ext uri="{FF2B5EF4-FFF2-40B4-BE49-F238E27FC236}">
                    <a16:creationId xmlns:a16="http://schemas.microsoft.com/office/drawing/2014/main" id="{E75199D0-B0A4-473E-8C84-A5CE741159D9}"/>
                  </a:ext>
                </a:extLst>
              </p:cNvPr>
              <p:cNvSpPr>
                <a:spLocks noChangeShapeType="1"/>
              </p:cNvSpPr>
              <p:nvPr/>
            </p:nvSpPr>
            <p:spPr bwMode="auto">
              <a:xfrm>
                <a:off x="2841" y="177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73" name="Rectangle 369">
                <a:extLst>
                  <a:ext uri="{FF2B5EF4-FFF2-40B4-BE49-F238E27FC236}">
                    <a16:creationId xmlns:a16="http://schemas.microsoft.com/office/drawing/2014/main" id="{F9BCE115-EE70-48B7-AB54-38B1E4D99448}"/>
                  </a:ext>
                </a:extLst>
              </p:cNvPr>
              <p:cNvSpPr>
                <a:spLocks noChangeArrowheads="1"/>
              </p:cNvSpPr>
              <p:nvPr/>
            </p:nvSpPr>
            <p:spPr bwMode="auto">
              <a:xfrm>
                <a:off x="2848" y="1771"/>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74" name="Line 370">
                <a:extLst>
                  <a:ext uri="{FF2B5EF4-FFF2-40B4-BE49-F238E27FC236}">
                    <a16:creationId xmlns:a16="http://schemas.microsoft.com/office/drawing/2014/main" id="{6F9308F2-A814-44C7-8A3C-A3FB4D06471F}"/>
                  </a:ext>
                </a:extLst>
              </p:cNvPr>
              <p:cNvSpPr>
                <a:spLocks noChangeShapeType="1"/>
              </p:cNvSpPr>
              <p:nvPr/>
            </p:nvSpPr>
            <p:spPr bwMode="auto">
              <a:xfrm>
                <a:off x="2848" y="1771"/>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75" name="Rectangle 371">
                <a:extLst>
                  <a:ext uri="{FF2B5EF4-FFF2-40B4-BE49-F238E27FC236}">
                    <a16:creationId xmlns:a16="http://schemas.microsoft.com/office/drawing/2014/main" id="{9AD101A3-58A5-4740-A01F-A313F2BAE49C}"/>
                  </a:ext>
                </a:extLst>
              </p:cNvPr>
              <p:cNvSpPr>
                <a:spLocks noChangeArrowheads="1"/>
              </p:cNvSpPr>
              <p:nvPr/>
            </p:nvSpPr>
            <p:spPr bwMode="auto">
              <a:xfrm>
                <a:off x="3243" y="177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76" name="Line 372">
                <a:extLst>
                  <a:ext uri="{FF2B5EF4-FFF2-40B4-BE49-F238E27FC236}">
                    <a16:creationId xmlns:a16="http://schemas.microsoft.com/office/drawing/2014/main" id="{16C9FB10-60BC-40C1-850C-BF6642564E9B}"/>
                  </a:ext>
                </a:extLst>
              </p:cNvPr>
              <p:cNvSpPr>
                <a:spLocks noChangeShapeType="1"/>
              </p:cNvSpPr>
              <p:nvPr/>
            </p:nvSpPr>
            <p:spPr bwMode="auto">
              <a:xfrm>
                <a:off x="3243" y="177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77" name="Line 373">
                <a:extLst>
                  <a:ext uri="{FF2B5EF4-FFF2-40B4-BE49-F238E27FC236}">
                    <a16:creationId xmlns:a16="http://schemas.microsoft.com/office/drawing/2014/main" id="{C67900B7-9D7A-42AA-83A5-98F7ED302749}"/>
                  </a:ext>
                </a:extLst>
              </p:cNvPr>
              <p:cNvSpPr>
                <a:spLocks noChangeShapeType="1"/>
              </p:cNvSpPr>
              <p:nvPr/>
            </p:nvSpPr>
            <p:spPr bwMode="auto">
              <a:xfrm>
                <a:off x="3243" y="177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78" name="Rectangle 374">
                <a:extLst>
                  <a:ext uri="{FF2B5EF4-FFF2-40B4-BE49-F238E27FC236}">
                    <a16:creationId xmlns:a16="http://schemas.microsoft.com/office/drawing/2014/main" id="{AA25851E-6246-4C7A-BAFB-59A52A62531D}"/>
                  </a:ext>
                </a:extLst>
              </p:cNvPr>
              <p:cNvSpPr>
                <a:spLocks noChangeArrowheads="1"/>
              </p:cNvSpPr>
              <p:nvPr/>
            </p:nvSpPr>
            <p:spPr bwMode="auto">
              <a:xfrm>
                <a:off x="3250" y="1771"/>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79" name="Line 375">
                <a:extLst>
                  <a:ext uri="{FF2B5EF4-FFF2-40B4-BE49-F238E27FC236}">
                    <a16:creationId xmlns:a16="http://schemas.microsoft.com/office/drawing/2014/main" id="{27EDA39B-D873-40F5-A008-BB8928BA90B3}"/>
                  </a:ext>
                </a:extLst>
              </p:cNvPr>
              <p:cNvSpPr>
                <a:spLocks noChangeShapeType="1"/>
              </p:cNvSpPr>
              <p:nvPr/>
            </p:nvSpPr>
            <p:spPr bwMode="auto">
              <a:xfrm>
                <a:off x="3250" y="1771"/>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80" name="Rectangle 376">
                <a:extLst>
                  <a:ext uri="{FF2B5EF4-FFF2-40B4-BE49-F238E27FC236}">
                    <a16:creationId xmlns:a16="http://schemas.microsoft.com/office/drawing/2014/main" id="{26D3FB92-2963-4824-B415-C25E071D3269}"/>
                  </a:ext>
                </a:extLst>
              </p:cNvPr>
              <p:cNvSpPr>
                <a:spLocks noChangeArrowheads="1"/>
              </p:cNvSpPr>
              <p:nvPr/>
            </p:nvSpPr>
            <p:spPr bwMode="auto">
              <a:xfrm>
                <a:off x="3595" y="177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81" name="Line 377">
                <a:extLst>
                  <a:ext uri="{FF2B5EF4-FFF2-40B4-BE49-F238E27FC236}">
                    <a16:creationId xmlns:a16="http://schemas.microsoft.com/office/drawing/2014/main" id="{52E21CD2-6B41-4689-AB3F-5299D1BAF19B}"/>
                  </a:ext>
                </a:extLst>
              </p:cNvPr>
              <p:cNvSpPr>
                <a:spLocks noChangeShapeType="1"/>
              </p:cNvSpPr>
              <p:nvPr/>
            </p:nvSpPr>
            <p:spPr bwMode="auto">
              <a:xfrm>
                <a:off x="3595" y="177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82" name="Line 378">
                <a:extLst>
                  <a:ext uri="{FF2B5EF4-FFF2-40B4-BE49-F238E27FC236}">
                    <a16:creationId xmlns:a16="http://schemas.microsoft.com/office/drawing/2014/main" id="{FCE8EAB0-5C64-4627-8B3E-D0AD201A6C61}"/>
                  </a:ext>
                </a:extLst>
              </p:cNvPr>
              <p:cNvSpPr>
                <a:spLocks noChangeShapeType="1"/>
              </p:cNvSpPr>
              <p:nvPr/>
            </p:nvSpPr>
            <p:spPr bwMode="auto">
              <a:xfrm>
                <a:off x="3595" y="177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83" name="Rectangle 379">
                <a:extLst>
                  <a:ext uri="{FF2B5EF4-FFF2-40B4-BE49-F238E27FC236}">
                    <a16:creationId xmlns:a16="http://schemas.microsoft.com/office/drawing/2014/main" id="{5694164D-1FD1-4B9C-A9E0-FBBF20246BD7}"/>
                  </a:ext>
                </a:extLst>
              </p:cNvPr>
              <p:cNvSpPr>
                <a:spLocks noChangeArrowheads="1"/>
              </p:cNvSpPr>
              <p:nvPr/>
            </p:nvSpPr>
            <p:spPr bwMode="auto">
              <a:xfrm>
                <a:off x="3602" y="1771"/>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84" name="Line 380">
                <a:extLst>
                  <a:ext uri="{FF2B5EF4-FFF2-40B4-BE49-F238E27FC236}">
                    <a16:creationId xmlns:a16="http://schemas.microsoft.com/office/drawing/2014/main" id="{3CC8D088-E24F-4367-B325-33CF7DB52A94}"/>
                  </a:ext>
                </a:extLst>
              </p:cNvPr>
              <p:cNvSpPr>
                <a:spLocks noChangeShapeType="1"/>
              </p:cNvSpPr>
              <p:nvPr/>
            </p:nvSpPr>
            <p:spPr bwMode="auto">
              <a:xfrm>
                <a:off x="3602" y="1771"/>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85" name="Rectangle 381">
                <a:extLst>
                  <a:ext uri="{FF2B5EF4-FFF2-40B4-BE49-F238E27FC236}">
                    <a16:creationId xmlns:a16="http://schemas.microsoft.com/office/drawing/2014/main" id="{A4EED387-47DD-429A-B688-6FC90D739BFB}"/>
                  </a:ext>
                </a:extLst>
              </p:cNvPr>
              <p:cNvSpPr>
                <a:spLocks noChangeArrowheads="1"/>
              </p:cNvSpPr>
              <p:nvPr/>
            </p:nvSpPr>
            <p:spPr bwMode="auto">
              <a:xfrm>
                <a:off x="3974" y="177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86" name="Line 382">
                <a:extLst>
                  <a:ext uri="{FF2B5EF4-FFF2-40B4-BE49-F238E27FC236}">
                    <a16:creationId xmlns:a16="http://schemas.microsoft.com/office/drawing/2014/main" id="{82BFAE5F-4390-4C3D-8EAE-44B4122B7ED5}"/>
                  </a:ext>
                </a:extLst>
              </p:cNvPr>
              <p:cNvSpPr>
                <a:spLocks noChangeShapeType="1"/>
              </p:cNvSpPr>
              <p:nvPr/>
            </p:nvSpPr>
            <p:spPr bwMode="auto">
              <a:xfrm>
                <a:off x="3974" y="177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87" name="Line 383">
                <a:extLst>
                  <a:ext uri="{FF2B5EF4-FFF2-40B4-BE49-F238E27FC236}">
                    <a16:creationId xmlns:a16="http://schemas.microsoft.com/office/drawing/2014/main" id="{00706F14-32EB-4616-8378-C3167CB074BE}"/>
                  </a:ext>
                </a:extLst>
              </p:cNvPr>
              <p:cNvSpPr>
                <a:spLocks noChangeShapeType="1"/>
              </p:cNvSpPr>
              <p:nvPr/>
            </p:nvSpPr>
            <p:spPr bwMode="auto">
              <a:xfrm>
                <a:off x="3974" y="177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88" name="Rectangle 384">
                <a:extLst>
                  <a:ext uri="{FF2B5EF4-FFF2-40B4-BE49-F238E27FC236}">
                    <a16:creationId xmlns:a16="http://schemas.microsoft.com/office/drawing/2014/main" id="{E6A9E63C-53BC-49EF-BBF2-B146743DD92A}"/>
                  </a:ext>
                </a:extLst>
              </p:cNvPr>
              <p:cNvSpPr>
                <a:spLocks noChangeArrowheads="1"/>
              </p:cNvSpPr>
              <p:nvPr/>
            </p:nvSpPr>
            <p:spPr bwMode="auto">
              <a:xfrm>
                <a:off x="3981" y="177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89" name="Line 385">
                <a:extLst>
                  <a:ext uri="{FF2B5EF4-FFF2-40B4-BE49-F238E27FC236}">
                    <a16:creationId xmlns:a16="http://schemas.microsoft.com/office/drawing/2014/main" id="{34200386-9E6A-4BE3-B36D-81DFB61330F5}"/>
                  </a:ext>
                </a:extLst>
              </p:cNvPr>
              <p:cNvSpPr>
                <a:spLocks noChangeShapeType="1"/>
              </p:cNvSpPr>
              <p:nvPr/>
            </p:nvSpPr>
            <p:spPr bwMode="auto">
              <a:xfrm>
                <a:off x="3981" y="177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90" name="Rectangle 386">
                <a:extLst>
                  <a:ext uri="{FF2B5EF4-FFF2-40B4-BE49-F238E27FC236}">
                    <a16:creationId xmlns:a16="http://schemas.microsoft.com/office/drawing/2014/main" id="{B840337C-29B3-4310-BF99-D5D47DC7DE9E}"/>
                  </a:ext>
                </a:extLst>
              </p:cNvPr>
              <p:cNvSpPr>
                <a:spLocks noChangeArrowheads="1"/>
              </p:cNvSpPr>
              <p:nvPr/>
            </p:nvSpPr>
            <p:spPr bwMode="auto">
              <a:xfrm>
                <a:off x="4349" y="177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91" name="Line 387">
                <a:extLst>
                  <a:ext uri="{FF2B5EF4-FFF2-40B4-BE49-F238E27FC236}">
                    <a16:creationId xmlns:a16="http://schemas.microsoft.com/office/drawing/2014/main" id="{ADBC5FAB-EE66-4C41-A0C6-5AE819261593}"/>
                  </a:ext>
                </a:extLst>
              </p:cNvPr>
              <p:cNvSpPr>
                <a:spLocks noChangeShapeType="1"/>
              </p:cNvSpPr>
              <p:nvPr/>
            </p:nvSpPr>
            <p:spPr bwMode="auto">
              <a:xfrm>
                <a:off x="4349" y="177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92" name="Line 388">
                <a:extLst>
                  <a:ext uri="{FF2B5EF4-FFF2-40B4-BE49-F238E27FC236}">
                    <a16:creationId xmlns:a16="http://schemas.microsoft.com/office/drawing/2014/main" id="{236A956A-1DD1-4534-ABC5-1171625AF6E6}"/>
                  </a:ext>
                </a:extLst>
              </p:cNvPr>
              <p:cNvSpPr>
                <a:spLocks noChangeShapeType="1"/>
              </p:cNvSpPr>
              <p:nvPr/>
            </p:nvSpPr>
            <p:spPr bwMode="auto">
              <a:xfrm>
                <a:off x="4349" y="177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93" name="Rectangle 389">
                <a:extLst>
                  <a:ext uri="{FF2B5EF4-FFF2-40B4-BE49-F238E27FC236}">
                    <a16:creationId xmlns:a16="http://schemas.microsoft.com/office/drawing/2014/main" id="{2CE0B138-A6C7-46B7-AB6E-A03B0C7E0E4F}"/>
                  </a:ext>
                </a:extLst>
              </p:cNvPr>
              <p:cNvSpPr>
                <a:spLocks noChangeArrowheads="1"/>
              </p:cNvSpPr>
              <p:nvPr/>
            </p:nvSpPr>
            <p:spPr bwMode="auto">
              <a:xfrm>
                <a:off x="4356" y="177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94" name="Line 390">
                <a:extLst>
                  <a:ext uri="{FF2B5EF4-FFF2-40B4-BE49-F238E27FC236}">
                    <a16:creationId xmlns:a16="http://schemas.microsoft.com/office/drawing/2014/main" id="{6E74001B-1BA5-427D-B268-D4BF4037F9B8}"/>
                  </a:ext>
                </a:extLst>
              </p:cNvPr>
              <p:cNvSpPr>
                <a:spLocks noChangeShapeType="1"/>
              </p:cNvSpPr>
              <p:nvPr/>
            </p:nvSpPr>
            <p:spPr bwMode="auto">
              <a:xfrm>
                <a:off x="4356" y="177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95" name="Rectangle 391">
                <a:extLst>
                  <a:ext uri="{FF2B5EF4-FFF2-40B4-BE49-F238E27FC236}">
                    <a16:creationId xmlns:a16="http://schemas.microsoft.com/office/drawing/2014/main" id="{66193A1C-D44F-4C98-9BA6-043C5A7E2A25}"/>
                  </a:ext>
                </a:extLst>
              </p:cNvPr>
              <p:cNvSpPr>
                <a:spLocks noChangeArrowheads="1"/>
              </p:cNvSpPr>
              <p:nvPr/>
            </p:nvSpPr>
            <p:spPr bwMode="auto">
              <a:xfrm>
                <a:off x="1712" y="177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96" name="Line 392">
                <a:extLst>
                  <a:ext uri="{FF2B5EF4-FFF2-40B4-BE49-F238E27FC236}">
                    <a16:creationId xmlns:a16="http://schemas.microsoft.com/office/drawing/2014/main" id="{B636BCA7-2F1E-4751-8F65-8F02CBBF5B70}"/>
                  </a:ext>
                </a:extLst>
              </p:cNvPr>
              <p:cNvSpPr>
                <a:spLocks noChangeShapeType="1"/>
              </p:cNvSpPr>
              <p:nvPr/>
            </p:nvSpPr>
            <p:spPr bwMode="auto">
              <a:xfrm>
                <a:off x="1712" y="177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97" name="Rectangle 393">
                <a:extLst>
                  <a:ext uri="{FF2B5EF4-FFF2-40B4-BE49-F238E27FC236}">
                    <a16:creationId xmlns:a16="http://schemas.microsoft.com/office/drawing/2014/main" id="{AEEDCC8D-DAAC-4932-B6A8-8D14AC619DDD}"/>
                  </a:ext>
                </a:extLst>
              </p:cNvPr>
              <p:cNvSpPr>
                <a:spLocks noChangeArrowheads="1"/>
              </p:cNvSpPr>
              <p:nvPr/>
            </p:nvSpPr>
            <p:spPr bwMode="auto">
              <a:xfrm>
                <a:off x="2087" y="177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398" name="Line 394">
                <a:extLst>
                  <a:ext uri="{FF2B5EF4-FFF2-40B4-BE49-F238E27FC236}">
                    <a16:creationId xmlns:a16="http://schemas.microsoft.com/office/drawing/2014/main" id="{3AFEEA63-58C9-4322-A71A-E2DF3E4F0288}"/>
                  </a:ext>
                </a:extLst>
              </p:cNvPr>
              <p:cNvSpPr>
                <a:spLocks noChangeShapeType="1"/>
              </p:cNvSpPr>
              <p:nvPr/>
            </p:nvSpPr>
            <p:spPr bwMode="auto">
              <a:xfrm>
                <a:off x="2087" y="177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399" name="Rectangle 395">
                <a:extLst>
                  <a:ext uri="{FF2B5EF4-FFF2-40B4-BE49-F238E27FC236}">
                    <a16:creationId xmlns:a16="http://schemas.microsoft.com/office/drawing/2014/main" id="{0387443A-4299-4992-BBAE-596E37A4AA0D}"/>
                  </a:ext>
                </a:extLst>
              </p:cNvPr>
              <p:cNvSpPr>
                <a:spLocks noChangeArrowheads="1"/>
              </p:cNvSpPr>
              <p:nvPr/>
            </p:nvSpPr>
            <p:spPr bwMode="auto">
              <a:xfrm>
                <a:off x="2466" y="177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00" name="Line 396">
                <a:extLst>
                  <a:ext uri="{FF2B5EF4-FFF2-40B4-BE49-F238E27FC236}">
                    <a16:creationId xmlns:a16="http://schemas.microsoft.com/office/drawing/2014/main" id="{B7CDB565-C9AA-46A7-BCF4-FF26F83EA769}"/>
                  </a:ext>
                </a:extLst>
              </p:cNvPr>
              <p:cNvSpPr>
                <a:spLocks noChangeShapeType="1"/>
              </p:cNvSpPr>
              <p:nvPr/>
            </p:nvSpPr>
            <p:spPr bwMode="auto">
              <a:xfrm>
                <a:off x="2466" y="177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01" name="Rectangle 397">
                <a:extLst>
                  <a:ext uri="{FF2B5EF4-FFF2-40B4-BE49-F238E27FC236}">
                    <a16:creationId xmlns:a16="http://schemas.microsoft.com/office/drawing/2014/main" id="{3C6D7ED6-3DA1-4C97-AE80-7195261CA92A}"/>
                  </a:ext>
                </a:extLst>
              </p:cNvPr>
              <p:cNvSpPr>
                <a:spLocks noChangeArrowheads="1"/>
              </p:cNvSpPr>
              <p:nvPr/>
            </p:nvSpPr>
            <p:spPr bwMode="auto">
              <a:xfrm>
                <a:off x="2841" y="177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02" name="Line 398">
                <a:extLst>
                  <a:ext uri="{FF2B5EF4-FFF2-40B4-BE49-F238E27FC236}">
                    <a16:creationId xmlns:a16="http://schemas.microsoft.com/office/drawing/2014/main" id="{873CCC80-32B2-4C48-A22A-3F5F7C2F8852}"/>
                  </a:ext>
                </a:extLst>
              </p:cNvPr>
              <p:cNvSpPr>
                <a:spLocks noChangeShapeType="1"/>
              </p:cNvSpPr>
              <p:nvPr/>
            </p:nvSpPr>
            <p:spPr bwMode="auto">
              <a:xfrm>
                <a:off x="2841" y="177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03" name="Rectangle 399">
                <a:extLst>
                  <a:ext uri="{FF2B5EF4-FFF2-40B4-BE49-F238E27FC236}">
                    <a16:creationId xmlns:a16="http://schemas.microsoft.com/office/drawing/2014/main" id="{C9C3CDA6-CBF7-45FF-AC10-2D608E7AD75A}"/>
                  </a:ext>
                </a:extLst>
              </p:cNvPr>
              <p:cNvSpPr>
                <a:spLocks noChangeArrowheads="1"/>
              </p:cNvSpPr>
              <p:nvPr/>
            </p:nvSpPr>
            <p:spPr bwMode="auto">
              <a:xfrm>
                <a:off x="3243" y="177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04" name="Line 400">
                <a:extLst>
                  <a:ext uri="{FF2B5EF4-FFF2-40B4-BE49-F238E27FC236}">
                    <a16:creationId xmlns:a16="http://schemas.microsoft.com/office/drawing/2014/main" id="{871DF71A-E5EC-4BAF-A727-E7FCEFD1F322}"/>
                  </a:ext>
                </a:extLst>
              </p:cNvPr>
              <p:cNvSpPr>
                <a:spLocks noChangeShapeType="1"/>
              </p:cNvSpPr>
              <p:nvPr/>
            </p:nvSpPr>
            <p:spPr bwMode="auto">
              <a:xfrm>
                <a:off x="3243" y="177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05" name="Rectangle 401">
                <a:extLst>
                  <a:ext uri="{FF2B5EF4-FFF2-40B4-BE49-F238E27FC236}">
                    <a16:creationId xmlns:a16="http://schemas.microsoft.com/office/drawing/2014/main" id="{532F7C03-23D7-452D-8A11-A3E50B8576BF}"/>
                  </a:ext>
                </a:extLst>
              </p:cNvPr>
              <p:cNvSpPr>
                <a:spLocks noChangeArrowheads="1"/>
              </p:cNvSpPr>
              <p:nvPr/>
            </p:nvSpPr>
            <p:spPr bwMode="auto">
              <a:xfrm>
                <a:off x="3595" y="177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06" name="Line 402">
                <a:extLst>
                  <a:ext uri="{FF2B5EF4-FFF2-40B4-BE49-F238E27FC236}">
                    <a16:creationId xmlns:a16="http://schemas.microsoft.com/office/drawing/2014/main" id="{EF7C46FE-01C4-48DE-B432-11841A70991D}"/>
                  </a:ext>
                </a:extLst>
              </p:cNvPr>
              <p:cNvSpPr>
                <a:spLocks noChangeShapeType="1"/>
              </p:cNvSpPr>
              <p:nvPr/>
            </p:nvSpPr>
            <p:spPr bwMode="auto">
              <a:xfrm>
                <a:off x="3595" y="177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07" name="Rectangle 403">
                <a:extLst>
                  <a:ext uri="{FF2B5EF4-FFF2-40B4-BE49-F238E27FC236}">
                    <a16:creationId xmlns:a16="http://schemas.microsoft.com/office/drawing/2014/main" id="{33BD4274-B7EF-4E93-AFAA-06080AB3DF85}"/>
                  </a:ext>
                </a:extLst>
              </p:cNvPr>
              <p:cNvSpPr>
                <a:spLocks noChangeArrowheads="1"/>
              </p:cNvSpPr>
              <p:nvPr/>
            </p:nvSpPr>
            <p:spPr bwMode="auto">
              <a:xfrm>
                <a:off x="3974" y="177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408" name="Line 404">
                <a:extLst>
                  <a:ext uri="{FF2B5EF4-FFF2-40B4-BE49-F238E27FC236}">
                    <a16:creationId xmlns:a16="http://schemas.microsoft.com/office/drawing/2014/main" id="{BE73A00B-5280-4BEC-829F-42F4F70A02A3}"/>
                  </a:ext>
                </a:extLst>
              </p:cNvPr>
              <p:cNvSpPr>
                <a:spLocks noChangeShapeType="1"/>
              </p:cNvSpPr>
              <p:nvPr/>
            </p:nvSpPr>
            <p:spPr bwMode="auto">
              <a:xfrm>
                <a:off x="3974" y="177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409" name="Rectangle 405">
                <a:extLst>
                  <a:ext uri="{FF2B5EF4-FFF2-40B4-BE49-F238E27FC236}">
                    <a16:creationId xmlns:a16="http://schemas.microsoft.com/office/drawing/2014/main" id="{60CCDB72-B89A-4518-B6DA-3B763EA00EA7}"/>
                  </a:ext>
                </a:extLst>
              </p:cNvPr>
              <p:cNvSpPr>
                <a:spLocks noChangeArrowheads="1"/>
              </p:cNvSpPr>
              <p:nvPr/>
            </p:nvSpPr>
            <p:spPr bwMode="auto">
              <a:xfrm>
                <a:off x="4349" y="177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pSp>
        <p:grpSp>
          <p:nvGrpSpPr>
            <p:cNvPr id="24583" name="Group 607">
              <a:extLst>
                <a:ext uri="{FF2B5EF4-FFF2-40B4-BE49-F238E27FC236}">
                  <a16:creationId xmlns:a16="http://schemas.microsoft.com/office/drawing/2014/main" id="{D3CDCDE3-DCE3-4EBC-8004-A813C1B7D639}"/>
                </a:ext>
              </a:extLst>
            </p:cNvPr>
            <p:cNvGrpSpPr>
              <a:grpSpLocks/>
            </p:cNvGrpSpPr>
            <p:nvPr/>
          </p:nvGrpSpPr>
          <p:grpSpPr bwMode="auto">
            <a:xfrm>
              <a:off x="1330" y="1776"/>
              <a:ext cx="3394" cy="932"/>
              <a:chOff x="1330" y="1776"/>
              <a:chExt cx="3394" cy="932"/>
            </a:xfrm>
          </p:grpSpPr>
          <p:sp>
            <p:nvSpPr>
              <p:cNvPr id="25010" name="Line 407">
                <a:extLst>
                  <a:ext uri="{FF2B5EF4-FFF2-40B4-BE49-F238E27FC236}">
                    <a16:creationId xmlns:a16="http://schemas.microsoft.com/office/drawing/2014/main" id="{529C141D-2FD4-4D89-AD6B-09A084013135}"/>
                  </a:ext>
                </a:extLst>
              </p:cNvPr>
              <p:cNvSpPr>
                <a:spLocks noChangeShapeType="1"/>
              </p:cNvSpPr>
              <p:nvPr/>
            </p:nvSpPr>
            <p:spPr bwMode="auto">
              <a:xfrm>
                <a:off x="4349" y="177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11" name="Rectangle 408">
                <a:extLst>
                  <a:ext uri="{FF2B5EF4-FFF2-40B4-BE49-F238E27FC236}">
                    <a16:creationId xmlns:a16="http://schemas.microsoft.com/office/drawing/2014/main" id="{55A7D51A-D3D7-4FE0-B814-127630B0A24B}"/>
                  </a:ext>
                </a:extLst>
              </p:cNvPr>
              <p:cNvSpPr>
                <a:spLocks noChangeArrowheads="1"/>
              </p:cNvSpPr>
              <p:nvPr/>
            </p:nvSpPr>
            <p:spPr bwMode="auto">
              <a:xfrm>
                <a:off x="2246" y="1974"/>
                <a:ext cx="103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                       </a:t>
                </a:r>
                <a:endParaRPr lang="en-US" altLang="zh-CN" sz="2000" b="1" dirty="0">
                  <a:ea typeface="华文中宋" panose="02010600040101010101" pitchFamily="2" charset="-122"/>
                </a:endParaRPr>
              </a:p>
            </p:txBody>
          </p:sp>
          <p:sp>
            <p:nvSpPr>
              <p:cNvPr id="25012" name="Rectangle 409">
                <a:extLst>
                  <a:ext uri="{FF2B5EF4-FFF2-40B4-BE49-F238E27FC236}">
                    <a16:creationId xmlns:a16="http://schemas.microsoft.com/office/drawing/2014/main" id="{68853AA9-1F50-467D-B66D-45D8C1E0EB65}"/>
                  </a:ext>
                </a:extLst>
              </p:cNvPr>
              <p:cNvSpPr>
                <a:spLocks noChangeArrowheads="1"/>
              </p:cNvSpPr>
              <p:nvPr/>
            </p:nvSpPr>
            <p:spPr bwMode="auto">
              <a:xfrm>
                <a:off x="3692" y="1974"/>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5013" name="Rectangle 410">
                <a:extLst>
                  <a:ext uri="{FF2B5EF4-FFF2-40B4-BE49-F238E27FC236}">
                    <a16:creationId xmlns:a16="http://schemas.microsoft.com/office/drawing/2014/main" id="{2E0E98AC-DF1B-4F50-995D-771AC21B2556}"/>
                  </a:ext>
                </a:extLst>
              </p:cNvPr>
              <p:cNvSpPr>
                <a:spLocks noChangeArrowheads="1"/>
              </p:cNvSpPr>
              <p:nvPr/>
            </p:nvSpPr>
            <p:spPr bwMode="auto">
              <a:xfrm>
                <a:off x="1330" y="1954"/>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14" name="Line 411">
                <a:extLst>
                  <a:ext uri="{FF2B5EF4-FFF2-40B4-BE49-F238E27FC236}">
                    <a16:creationId xmlns:a16="http://schemas.microsoft.com/office/drawing/2014/main" id="{F0052DED-B1D5-4E82-8DAA-283AA2AB5CEE}"/>
                  </a:ext>
                </a:extLst>
              </p:cNvPr>
              <p:cNvSpPr>
                <a:spLocks noChangeShapeType="1"/>
              </p:cNvSpPr>
              <p:nvPr/>
            </p:nvSpPr>
            <p:spPr bwMode="auto">
              <a:xfrm>
                <a:off x="1330" y="1954"/>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15" name="Rectangle 412">
                <a:extLst>
                  <a:ext uri="{FF2B5EF4-FFF2-40B4-BE49-F238E27FC236}">
                    <a16:creationId xmlns:a16="http://schemas.microsoft.com/office/drawing/2014/main" id="{661C37B1-0DE8-4A9A-A176-7B0457F62CCE}"/>
                  </a:ext>
                </a:extLst>
              </p:cNvPr>
              <p:cNvSpPr>
                <a:spLocks noChangeArrowheads="1"/>
              </p:cNvSpPr>
              <p:nvPr/>
            </p:nvSpPr>
            <p:spPr bwMode="auto">
              <a:xfrm>
                <a:off x="1712" y="195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16" name="Line 413">
                <a:extLst>
                  <a:ext uri="{FF2B5EF4-FFF2-40B4-BE49-F238E27FC236}">
                    <a16:creationId xmlns:a16="http://schemas.microsoft.com/office/drawing/2014/main" id="{7DBE64E3-AC5D-4E87-95A2-CB292E4A2581}"/>
                  </a:ext>
                </a:extLst>
              </p:cNvPr>
              <p:cNvSpPr>
                <a:spLocks noChangeShapeType="1"/>
              </p:cNvSpPr>
              <p:nvPr/>
            </p:nvSpPr>
            <p:spPr bwMode="auto">
              <a:xfrm>
                <a:off x="1712" y="195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17" name="Line 414">
                <a:extLst>
                  <a:ext uri="{FF2B5EF4-FFF2-40B4-BE49-F238E27FC236}">
                    <a16:creationId xmlns:a16="http://schemas.microsoft.com/office/drawing/2014/main" id="{8E533BCC-310F-4131-913A-F9D82A68E64D}"/>
                  </a:ext>
                </a:extLst>
              </p:cNvPr>
              <p:cNvSpPr>
                <a:spLocks noChangeShapeType="1"/>
              </p:cNvSpPr>
              <p:nvPr/>
            </p:nvSpPr>
            <p:spPr bwMode="auto">
              <a:xfrm>
                <a:off x="1712" y="195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18" name="Rectangle 415">
                <a:extLst>
                  <a:ext uri="{FF2B5EF4-FFF2-40B4-BE49-F238E27FC236}">
                    <a16:creationId xmlns:a16="http://schemas.microsoft.com/office/drawing/2014/main" id="{66CA989B-049C-4FA2-9C42-AA96300C0CB7}"/>
                  </a:ext>
                </a:extLst>
              </p:cNvPr>
              <p:cNvSpPr>
                <a:spLocks noChangeArrowheads="1"/>
              </p:cNvSpPr>
              <p:nvPr/>
            </p:nvSpPr>
            <p:spPr bwMode="auto">
              <a:xfrm>
                <a:off x="1719" y="195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19" name="Line 416">
                <a:extLst>
                  <a:ext uri="{FF2B5EF4-FFF2-40B4-BE49-F238E27FC236}">
                    <a16:creationId xmlns:a16="http://schemas.microsoft.com/office/drawing/2014/main" id="{BF869EA9-575E-4AE4-BC79-847DF9497FF6}"/>
                  </a:ext>
                </a:extLst>
              </p:cNvPr>
              <p:cNvSpPr>
                <a:spLocks noChangeShapeType="1"/>
              </p:cNvSpPr>
              <p:nvPr/>
            </p:nvSpPr>
            <p:spPr bwMode="auto">
              <a:xfrm>
                <a:off x="1719" y="195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20" name="Rectangle 417">
                <a:extLst>
                  <a:ext uri="{FF2B5EF4-FFF2-40B4-BE49-F238E27FC236}">
                    <a16:creationId xmlns:a16="http://schemas.microsoft.com/office/drawing/2014/main" id="{7DDACB93-967A-4672-90AB-3132C21CFF28}"/>
                  </a:ext>
                </a:extLst>
              </p:cNvPr>
              <p:cNvSpPr>
                <a:spLocks noChangeArrowheads="1"/>
              </p:cNvSpPr>
              <p:nvPr/>
            </p:nvSpPr>
            <p:spPr bwMode="auto">
              <a:xfrm>
                <a:off x="2087" y="195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21" name="Line 418">
                <a:extLst>
                  <a:ext uri="{FF2B5EF4-FFF2-40B4-BE49-F238E27FC236}">
                    <a16:creationId xmlns:a16="http://schemas.microsoft.com/office/drawing/2014/main" id="{4295652A-3545-48F1-BF81-5992E5384A7D}"/>
                  </a:ext>
                </a:extLst>
              </p:cNvPr>
              <p:cNvSpPr>
                <a:spLocks noChangeShapeType="1"/>
              </p:cNvSpPr>
              <p:nvPr/>
            </p:nvSpPr>
            <p:spPr bwMode="auto">
              <a:xfrm>
                <a:off x="2087" y="195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22" name="Line 419">
                <a:extLst>
                  <a:ext uri="{FF2B5EF4-FFF2-40B4-BE49-F238E27FC236}">
                    <a16:creationId xmlns:a16="http://schemas.microsoft.com/office/drawing/2014/main" id="{E260E693-864E-44C5-A464-321921C4F045}"/>
                  </a:ext>
                </a:extLst>
              </p:cNvPr>
              <p:cNvSpPr>
                <a:spLocks noChangeShapeType="1"/>
              </p:cNvSpPr>
              <p:nvPr/>
            </p:nvSpPr>
            <p:spPr bwMode="auto">
              <a:xfrm>
                <a:off x="2087" y="195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23" name="Rectangle 420">
                <a:extLst>
                  <a:ext uri="{FF2B5EF4-FFF2-40B4-BE49-F238E27FC236}">
                    <a16:creationId xmlns:a16="http://schemas.microsoft.com/office/drawing/2014/main" id="{8DD62F91-6F5B-4528-88C1-5A5084379AF4}"/>
                  </a:ext>
                </a:extLst>
              </p:cNvPr>
              <p:cNvSpPr>
                <a:spLocks noChangeArrowheads="1"/>
              </p:cNvSpPr>
              <p:nvPr/>
            </p:nvSpPr>
            <p:spPr bwMode="auto">
              <a:xfrm>
                <a:off x="2094" y="1954"/>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24" name="Line 421">
                <a:extLst>
                  <a:ext uri="{FF2B5EF4-FFF2-40B4-BE49-F238E27FC236}">
                    <a16:creationId xmlns:a16="http://schemas.microsoft.com/office/drawing/2014/main" id="{6D75C71B-4D33-4AC9-BCC1-8D82E687E2B7}"/>
                  </a:ext>
                </a:extLst>
              </p:cNvPr>
              <p:cNvSpPr>
                <a:spLocks noChangeShapeType="1"/>
              </p:cNvSpPr>
              <p:nvPr/>
            </p:nvSpPr>
            <p:spPr bwMode="auto">
              <a:xfrm>
                <a:off x="2094" y="195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25" name="Rectangle 422">
                <a:extLst>
                  <a:ext uri="{FF2B5EF4-FFF2-40B4-BE49-F238E27FC236}">
                    <a16:creationId xmlns:a16="http://schemas.microsoft.com/office/drawing/2014/main" id="{14A6C3EF-F87F-41AB-8559-5F9A5A64A73D}"/>
                  </a:ext>
                </a:extLst>
              </p:cNvPr>
              <p:cNvSpPr>
                <a:spLocks noChangeArrowheads="1"/>
              </p:cNvSpPr>
              <p:nvPr/>
            </p:nvSpPr>
            <p:spPr bwMode="auto">
              <a:xfrm>
                <a:off x="2466" y="195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26" name="Line 423">
                <a:extLst>
                  <a:ext uri="{FF2B5EF4-FFF2-40B4-BE49-F238E27FC236}">
                    <a16:creationId xmlns:a16="http://schemas.microsoft.com/office/drawing/2014/main" id="{0AB198B4-ECC9-4F71-8F5A-4994FB10ADD2}"/>
                  </a:ext>
                </a:extLst>
              </p:cNvPr>
              <p:cNvSpPr>
                <a:spLocks noChangeShapeType="1"/>
              </p:cNvSpPr>
              <p:nvPr/>
            </p:nvSpPr>
            <p:spPr bwMode="auto">
              <a:xfrm>
                <a:off x="2466" y="195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27" name="Line 424">
                <a:extLst>
                  <a:ext uri="{FF2B5EF4-FFF2-40B4-BE49-F238E27FC236}">
                    <a16:creationId xmlns:a16="http://schemas.microsoft.com/office/drawing/2014/main" id="{5C97E424-C7C0-4AED-A2AB-75C3609FC4D6}"/>
                  </a:ext>
                </a:extLst>
              </p:cNvPr>
              <p:cNvSpPr>
                <a:spLocks noChangeShapeType="1"/>
              </p:cNvSpPr>
              <p:nvPr/>
            </p:nvSpPr>
            <p:spPr bwMode="auto">
              <a:xfrm>
                <a:off x="2466" y="195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28" name="Rectangle 425">
                <a:extLst>
                  <a:ext uri="{FF2B5EF4-FFF2-40B4-BE49-F238E27FC236}">
                    <a16:creationId xmlns:a16="http://schemas.microsoft.com/office/drawing/2014/main" id="{DE119B33-5B48-4F98-A8F7-35B4D72B28F1}"/>
                  </a:ext>
                </a:extLst>
              </p:cNvPr>
              <p:cNvSpPr>
                <a:spLocks noChangeArrowheads="1"/>
              </p:cNvSpPr>
              <p:nvPr/>
            </p:nvSpPr>
            <p:spPr bwMode="auto">
              <a:xfrm>
                <a:off x="2473" y="195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29" name="Line 426">
                <a:extLst>
                  <a:ext uri="{FF2B5EF4-FFF2-40B4-BE49-F238E27FC236}">
                    <a16:creationId xmlns:a16="http://schemas.microsoft.com/office/drawing/2014/main" id="{93B8F0D8-C9A9-4E76-B174-1F53B6C5E09B}"/>
                  </a:ext>
                </a:extLst>
              </p:cNvPr>
              <p:cNvSpPr>
                <a:spLocks noChangeShapeType="1"/>
              </p:cNvSpPr>
              <p:nvPr/>
            </p:nvSpPr>
            <p:spPr bwMode="auto">
              <a:xfrm>
                <a:off x="2473" y="195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30" name="Rectangle 427">
                <a:extLst>
                  <a:ext uri="{FF2B5EF4-FFF2-40B4-BE49-F238E27FC236}">
                    <a16:creationId xmlns:a16="http://schemas.microsoft.com/office/drawing/2014/main" id="{1A50FBE0-6FBF-4CA8-ACD9-10B3550C225C}"/>
                  </a:ext>
                </a:extLst>
              </p:cNvPr>
              <p:cNvSpPr>
                <a:spLocks noChangeArrowheads="1"/>
              </p:cNvSpPr>
              <p:nvPr/>
            </p:nvSpPr>
            <p:spPr bwMode="auto">
              <a:xfrm>
                <a:off x="2841" y="195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31" name="Line 428">
                <a:extLst>
                  <a:ext uri="{FF2B5EF4-FFF2-40B4-BE49-F238E27FC236}">
                    <a16:creationId xmlns:a16="http://schemas.microsoft.com/office/drawing/2014/main" id="{F65C5933-1864-47AB-88C2-AB209283A6EC}"/>
                  </a:ext>
                </a:extLst>
              </p:cNvPr>
              <p:cNvSpPr>
                <a:spLocks noChangeShapeType="1"/>
              </p:cNvSpPr>
              <p:nvPr/>
            </p:nvSpPr>
            <p:spPr bwMode="auto">
              <a:xfrm>
                <a:off x="2841" y="195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32" name="Line 429">
                <a:extLst>
                  <a:ext uri="{FF2B5EF4-FFF2-40B4-BE49-F238E27FC236}">
                    <a16:creationId xmlns:a16="http://schemas.microsoft.com/office/drawing/2014/main" id="{28FA1AF6-991C-40AE-81D9-255264787B3C}"/>
                  </a:ext>
                </a:extLst>
              </p:cNvPr>
              <p:cNvSpPr>
                <a:spLocks noChangeShapeType="1"/>
              </p:cNvSpPr>
              <p:nvPr/>
            </p:nvSpPr>
            <p:spPr bwMode="auto">
              <a:xfrm>
                <a:off x="2841" y="195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33" name="Rectangle 430">
                <a:extLst>
                  <a:ext uri="{FF2B5EF4-FFF2-40B4-BE49-F238E27FC236}">
                    <a16:creationId xmlns:a16="http://schemas.microsoft.com/office/drawing/2014/main" id="{E2DE9847-3196-468D-8B5A-AA0F1F0A4045}"/>
                  </a:ext>
                </a:extLst>
              </p:cNvPr>
              <p:cNvSpPr>
                <a:spLocks noChangeArrowheads="1"/>
              </p:cNvSpPr>
              <p:nvPr/>
            </p:nvSpPr>
            <p:spPr bwMode="auto">
              <a:xfrm>
                <a:off x="2848" y="1954"/>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34" name="Line 431">
                <a:extLst>
                  <a:ext uri="{FF2B5EF4-FFF2-40B4-BE49-F238E27FC236}">
                    <a16:creationId xmlns:a16="http://schemas.microsoft.com/office/drawing/2014/main" id="{FA831E7F-5355-4037-B984-6F18BE4425C9}"/>
                  </a:ext>
                </a:extLst>
              </p:cNvPr>
              <p:cNvSpPr>
                <a:spLocks noChangeShapeType="1"/>
              </p:cNvSpPr>
              <p:nvPr/>
            </p:nvSpPr>
            <p:spPr bwMode="auto">
              <a:xfrm>
                <a:off x="2848" y="1954"/>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35" name="Rectangle 432">
                <a:extLst>
                  <a:ext uri="{FF2B5EF4-FFF2-40B4-BE49-F238E27FC236}">
                    <a16:creationId xmlns:a16="http://schemas.microsoft.com/office/drawing/2014/main" id="{D7B3BF98-21D0-4658-B41F-A00DD754633A}"/>
                  </a:ext>
                </a:extLst>
              </p:cNvPr>
              <p:cNvSpPr>
                <a:spLocks noChangeArrowheads="1"/>
              </p:cNvSpPr>
              <p:nvPr/>
            </p:nvSpPr>
            <p:spPr bwMode="auto">
              <a:xfrm>
                <a:off x="3243" y="195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36" name="Line 433">
                <a:extLst>
                  <a:ext uri="{FF2B5EF4-FFF2-40B4-BE49-F238E27FC236}">
                    <a16:creationId xmlns:a16="http://schemas.microsoft.com/office/drawing/2014/main" id="{F4E29F01-CD27-45E5-B766-BFB90EBED1FC}"/>
                  </a:ext>
                </a:extLst>
              </p:cNvPr>
              <p:cNvSpPr>
                <a:spLocks noChangeShapeType="1"/>
              </p:cNvSpPr>
              <p:nvPr/>
            </p:nvSpPr>
            <p:spPr bwMode="auto">
              <a:xfrm>
                <a:off x="3243" y="195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37" name="Line 434">
                <a:extLst>
                  <a:ext uri="{FF2B5EF4-FFF2-40B4-BE49-F238E27FC236}">
                    <a16:creationId xmlns:a16="http://schemas.microsoft.com/office/drawing/2014/main" id="{309EB72C-DD9A-49D8-B535-7F14B93EB19B}"/>
                  </a:ext>
                </a:extLst>
              </p:cNvPr>
              <p:cNvSpPr>
                <a:spLocks noChangeShapeType="1"/>
              </p:cNvSpPr>
              <p:nvPr/>
            </p:nvSpPr>
            <p:spPr bwMode="auto">
              <a:xfrm>
                <a:off x="3243" y="195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38" name="Rectangle 435">
                <a:extLst>
                  <a:ext uri="{FF2B5EF4-FFF2-40B4-BE49-F238E27FC236}">
                    <a16:creationId xmlns:a16="http://schemas.microsoft.com/office/drawing/2014/main" id="{52BA21F4-81BE-4ECD-8552-D21032C64E0D}"/>
                  </a:ext>
                </a:extLst>
              </p:cNvPr>
              <p:cNvSpPr>
                <a:spLocks noChangeArrowheads="1"/>
              </p:cNvSpPr>
              <p:nvPr/>
            </p:nvSpPr>
            <p:spPr bwMode="auto">
              <a:xfrm>
                <a:off x="3250" y="1954"/>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39" name="Line 436">
                <a:extLst>
                  <a:ext uri="{FF2B5EF4-FFF2-40B4-BE49-F238E27FC236}">
                    <a16:creationId xmlns:a16="http://schemas.microsoft.com/office/drawing/2014/main" id="{D7D57803-579D-49D4-BA35-74DAA16733C7}"/>
                  </a:ext>
                </a:extLst>
              </p:cNvPr>
              <p:cNvSpPr>
                <a:spLocks noChangeShapeType="1"/>
              </p:cNvSpPr>
              <p:nvPr/>
            </p:nvSpPr>
            <p:spPr bwMode="auto">
              <a:xfrm>
                <a:off x="3250" y="1954"/>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40" name="Rectangle 437">
                <a:extLst>
                  <a:ext uri="{FF2B5EF4-FFF2-40B4-BE49-F238E27FC236}">
                    <a16:creationId xmlns:a16="http://schemas.microsoft.com/office/drawing/2014/main" id="{F6787BDE-92B8-4E17-97A7-B1419659E09C}"/>
                  </a:ext>
                </a:extLst>
              </p:cNvPr>
              <p:cNvSpPr>
                <a:spLocks noChangeArrowheads="1"/>
              </p:cNvSpPr>
              <p:nvPr/>
            </p:nvSpPr>
            <p:spPr bwMode="auto">
              <a:xfrm>
                <a:off x="3595" y="195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41" name="Line 438">
                <a:extLst>
                  <a:ext uri="{FF2B5EF4-FFF2-40B4-BE49-F238E27FC236}">
                    <a16:creationId xmlns:a16="http://schemas.microsoft.com/office/drawing/2014/main" id="{F321E71D-9A45-4AA1-BDBC-07F8D7ED6656}"/>
                  </a:ext>
                </a:extLst>
              </p:cNvPr>
              <p:cNvSpPr>
                <a:spLocks noChangeShapeType="1"/>
              </p:cNvSpPr>
              <p:nvPr/>
            </p:nvSpPr>
            <p:spPr bwMode="auto">
              <a:xfrm>
                <a:off x="3595" y="195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42" name="Line 439">
                <a:extLst>
                  <a:ext uri="{FF2B5EF4-FFF2-40B4-BE49-F238E27FC236}">
                    <a16:creationId xmlns:a16="http://schemas.microsoft.com/office/drawing/2014/main" id="{A6FC7392-84AA-4F7A-8A5A-29872905E8E2}"/>
                  </a:ext>
                </a:extLst>
              </p:cNvPr>
              <p:cNvSpPr>
                <a:spLocks noChangeShapeType="1"/>
              </p:cNvSpPr>
              <p:nvPr/>
            </p:nvSpPr>
            <p:spPr bwMode="auto">
              <a:xfrm>
                <a:off x="3595" y="195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43" name="Rectangle 440">
                <a:extLst>
                  <a:ext uri="{FF2B5EF4-FFF2-40B4-BE49-F238E27FC236}">
                    <a16:creationId xmlns:a16="http://schemas.microsoft.com/office/drawing/2014/main" id="{9416735C-3444-46DB-878D-FDCED527BD6A}"/>
                  </a:ext>
                </a:extLst>
              </p:cNvPr>
              <p:cNvSpPr>
                <a:spLocks noChangeArrowheads="1"/>
              </p:cNvSpPr>
              <p:nvPr/>
            </p:nvSpPr>
            <p:spPr bwMode="auto">
              <a:xfrm>
                <a:off x="3602" y="1954"/>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44" name="Line 441">
                <a:extLst>
                  <a:ext uri="{FF2B5EF4-FFF2-40B4-BE49-F238E27FC236}">
                    <a16:creationId xmlns:a16="http://schemas.microsoft.com/office/drawing/2014/main" id="{3706C70E-C428-4026-88BB-4ADDE9489A92}"/>
                  </a:ext>
                </a:extLst>
              </p:cNvPr>
              <p:cNvSpPr>
                <a:spLocks noChangeShapeType="1"/>
              </p:cNvSpPr>
              <p:nvPr/>
            </p:nvSpPr>
            <p:spPr bwMode="auto">
              <a:xfrm>
                <a:off x="3602" y="195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45" name="Rectangle 442">
                <a:extLst>
                  <a:ext uri="{FF2B5EF4-FFF2-40B4-BE49-F238E27FC236}">
                    <a16:creationId xmlns:a16="http://schemas.microsoft.com/office/drawing/2014/main" id="{4BC17C00-3751-4BB0-8AC9-0D58E3836B9A}"/>
                  </a:ext>
                </a:extLst>
              </p:cNvPr>
              <p:cNvSpPr>
                <a:spLocks noChangeArrowheads="1"/>
              </p:cNvSpPr>
              <p:nvPr/>
            </p:nvSpPr>
            <p:spPr bwMode="auto">
              <a:xfrm>
                <a:off x="3974" y="195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46" name="Line 443">
                <a:extLst>
                  <a:ext uri="{FF2B5EF4-FFF2-40B4-BE49-F238E27FC236}">
                    <a16:creationId xmlns:a16="http://schemas.microsoft.com/office/drawing/2014/main" id="{4C346407-9CDB-4A61-BCC1-D292A41D5E11}"/>
                  </a:ext>
                </a:extLst>
              </p:cNvPr>
              <p:cNvSpPr>
                <a:spLocks noChangeShapeType="1"/>
              </p:cNvSpPr>
              <p:nvPr/>
            </p:nvSpPr>
            <p:spPr bwMode="auto">
              <a:xfrm>
                <a:off x="3974" y="195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47" name="Line 444">
                <a:extLst>
                  <a:ext uri="{FF2B5EF4-FFF2-40B4-BE49-F238E27FC236}">
                    <a16:creationId xmlns:a16="http://schemas.microsoft.com/office/drawing/2014/main" id="{BA087017-FEB8-45A7-A3E0-8F14A5A28D52}"/>
                  </a:ext>
                </a:extLst>
              </p:cNvPr>
              <p:cNvSpPr>
                <a:spLocks noChangeShapeType="1"/>
              </p:cNvSpPr>
              <p:nvPr/>
            </p:nvSpPr>
            <p:spPr bwMode="auto">
              <a:xfrm>
                <a:off x="3974" y="195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48" name="Rectangle 445">
                <a:extLst>
                  <a:ext uri="{FF2B5EF4-FFF2-40B4-BE49-F238E27FC236}">
                    <a16:creationId xmlns:a16="http://schemas.microsoft.com/office/drawing/2014/main" id="{FF458B7D-BE30-4881-A0F4-09392BAD9374}"/>
                  </a:ext>
                </a:extLst>
              </p:cNvPr>
              <p:cNvSpPr>
                <a:spLocks noChangeArrowheads="1"/>
              </p:cNvSpPr>
              <p:nvPr/>
            </p:nvSpPr>
            <p:spPr bwMode="auto">
              <a:xfrm>
                <a:off x="3981" y="195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49" name="Line 446">
                <a:extLst>
                  <a:ext uri="{FF2B5EF4-FFF2-40B4-BE49-F238E27FC236}">
                    <a16:creationId xmlns:a16="http://schemas.microsoft.com/office/drawing/2014/main" id="{04DD9708-2BAA-4B23-8B40-28E4741D3C20}"/>
                  </a:ext>
                </a:extLst>
              </p:cNvPr>
              <p:cNvSpPr>
                <a:spLocks noChangeShapeType="1"/>
              </p:cNvSpPr>
              <p:nvPr/>
            </p:nvSpPr>
            <p:spPr bwMode="auto">
              <a:xfrm>
                <a:off x="3981" y="195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50" name="Rectangle 447">
                <a:extLst>
                  <a:ext uri="{FF2B5EF4-FFF2-40B4-BE49-F238E27FC236}">
                    <a16:creationId xmlns:a16="http://schemas.microsoft.com/office/drawing/2014/main" id="{52E5CE60-86B6-42DF-8826-D89CE4CCD8BB}"/>
                  </a:ext>
                </a:extLst>
              </p:cNvPr>
              <p:cNvSpPr>
                <a:spLocks noChangeArrowheads="1"/>
              </p:cNvSpPr>
              <p:nvPr/>
            </p:nvSpPr>
            <p:spPr bwMode="auto">
              <a:xfrm>
                <a:off x="4349" y="195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51" name="Line 448">
                <a:extLst>
                  <a:ext uri="{FF2B5EF4-FFF2-40B4-BE49-F238E27FC236}">
                    <a16:creationId xmlns:a16="http://schemas.microsoft.com/office/drawing/2014/main" id="{626C769D-F802-4D3B-B15D-ECDD014DC466}"/>
                  </a:ext>
                </a:extLst>
              </p:cNvPr>
              <p:cNvSpPr>
                <a:spLocks noChangeShapeType="1"/>
              </p:cNvSpPr>
              <p:nvPr/>
            </p:nvSpPr>
            <p:spPr bwMode="auto">
              <a:xfrm>
                <a:off x="4349" y="195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52" name="Line 449">
                <a:extLst>
                  <a:ext uri="{FF2B5EF4-FFF2-40B4-BE49-F238E27FC236}">
                    <a16:creationId xmlns:a16="http://schemas.microsoft.com/office/drawing/2014/main" id="{04255EFB-6D11-4007-8768-4BF7A6078A78}"/>
                  </a:ext>
                </a:extLst>
              </p:cNvPr>
              <p:cNvSpPr>
                <a:spLocks noChangeShapeType="1"/>
              </p:cNvSpPr>
              <p:nvPr/>
            </p:nvSpPr>
            <p:spPr bwMode="auto">
              <a:xfrm>
                <a:off x="4349" y="195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53" name="Rectangle 450">
                <a:extLst>
                  <a:ext uri="{FF2B5EF4-FFF2-40B4-BE49-F238E27FC236}">
                    <a16:creationId xmlns:a16="http://schemas.microsoft.com/office/drawing/2014/main" id="{F0459F9E-8DE7-42D8-AE7A-00EC22E51FDA}"/>
                  </a:ext>
                </a:extLst>
              </p:cNvPr>
              <p:cNvSpPr>
                <a:spLocks noChangeArrowheads="1"/>
              </p:cNvSpPr>
              <p:nvPr/>
            </p:nvSpPr>
            <p:spPr bwMode="auto">
              <a:xfrm>
                <a:off x="4356" y="195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54" name="Line 451">
                <a:extLst>
                  <a:ext uri="{FF2B5EF4-FFF2-40B4-BE49-F238E27FC236}">
                    <a16:creationId xmlns:a16="http://schemas.microsoft.com/office/drawing/2014/main" id="{8EB028E4-311F-4F1F-A300-8B6A1A5B4E1D}"/>
                  </a:ext>
                </a:extLst>
              </p:cNvPr>
              <p:cNvSpPr>
                <a:spLocks noChangeShapeType="1"/>
              </p:cNvSpPr>
              <p:nvPr/>
            </p:nvSpPr>
            <p:spPr bwMode="auto">
              <a:xfrm>
                <a:off x="4356" y="195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55" name="Rectangle 452">
                <a:extLst>
                  <a:ext uri="{FF2B5EF4-FFF2-40B4-BE49-F238E27FC236}">
                    <a16:creationId xmlns:a16="http://schemas.microsoft.com/office/drawing/2014/main" id="{228EA311-58F6-443D-A63C-88A6B4899C7F}"/>
                  </a:ext>
                </a:extLst>
              </p:cNvPr>
              <p:cNvSpPr>
                <a:spLocks noChangeArrowheads="1"/>
              </p:cNvSpPr>
              <p:nvPr/>
            </p:nvSpPr>
            <p:spPr bwMode="auto">
              <a:xfrm>
                <a:off x="1451" y="2159"/>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056" name="Rectangle 453">
                <a:extLst>
                  <a:ext uri="{FF2B5EF4-FFF2-40B4-BE49-F238E27FC236}">
                    <a16:creationId xmlns:a16="http://schemas.microsoft.com/office/drawing/2014/main" id="{88AC1BE3-3577-4195-A1BA-6B9607DB2184}"/>
                  </a:ext>
                </a:extLst>
              </p:cNvPr>
              <p:cNvSpPr>
                <a:spLocks noChangeArrowheads="1"/>
              </p:cNvSpPr>
              <p:nvPr/>
            </p:nvSpPr>
            <p:spPr bwMode="auto">
              <a:xfrm>
                <a:off x="1864" y="21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057" name="Rectangle 454">
                <a:extLst>
                  <a:ext uri="{FF2B5EF4-FFF2-40B4-BE49-F238E27FC236}">
                    <a16:creationId xmlns:a16="http://schemas.microsoft.com/office/drawing/2014/main" id="{110C05CA-C317-4802-8582-9A9C2601D341}"/>
                  </a:ext>
                </a:extLst>
              </p:cNvPr>
              <p:cNvSpPr>
                <a:spLocks noChangeArrowheads="1"/>
              </p:cNvSpPr>
              <p:nvPr/>
            </p:nvSpPr>
            <p:spPr bwMode="auto">
              <a:xfrm>
                <a:off x="2242" y="21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058" name="Rectangle 455">
                <a:extLst>
                  <a:ext uri="{FF2B5EF4-FFF2-40B4-BE49-F238E27FC236}">
                    <a16:creationId xmlns:a16="http://schemas.microsoft.com/office/drawing/2014/main" id="{80419A2B-DC9F-43B4-B528-E0C52C0D6454}"/>
                  </a:ext>
                </a:extLst>
              </p:cNvPr>
              <p:cNvSpPr>
                <a:spLocks noChangeArrowheads="1"/>
              </p:cNvSpPr>
              <p:nvPr/>
            </p:nvSpPr>
            <p:spPr bwMode="auto">
              <a:xfrm>
                <a:off x="2617" y="21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059" name="Rectangle 456">
                <a:extLst>
                  <a:ext uri="{FF2B5EF4-FFF2-40B4-BE49-F238E27FC236}">
                    <a16:creationId xmlns:a16="http://schemas.microsoft.com/office/drawing/2014/main" id="{E3D5717A-14E7-417E-B0B5-255BF225F919}"/>
                  </a:ext>
                </a:extLst>
              </p:cNvPr>
              <p:cNvSpPr>
                <a:spLocks noChangeArrowheads="1"/>
              </p:cNvSpPr>
              <p:nvPr/>
            </p:nvSpPr>
            <p:spPr bwMode="auto">
              <a:xfrm>
                <a:off x="3009" y="21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060" name="Rectangle 457">
                <a:extLst>
                  <a:ext uri="{FF2B5EF4-FFF2-40B4-BE49-F238E27FC236}">
                    <a16:creationId xmlns:a16="http://schemas.microsoft.com/office/drawing/2014/main" id="{BCFBBF7F-AC89-4FF8-9FFD-C90870C6AAF8}"/>
                  </a:ext>
                </a:extLst>
              </p:cNvPr>
              <p:cNvSpPr>
                <a:spLocks noChangeArrowheads="1"/>
              </p:cNvSpPr>
              <p:nvPr/>
            </p:nvSpPr>
            <p:spPr bwMode="auto">
              <a:xfrm>
                <a:off x="3388" y="21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061" name="Rectangle 458">
                <a:extLst>
                  <a:ext uri="{FF2B5EF4-FFF2-40B4-BE49-F238E27FC236}">
                    <a16:creationId xmlns:a16="http://schemas.microsoft.com/office/drawing/2014/main" id="{57F4998F-BD0A-4956-ADDA-9FF1509ECD5D}"/>
                  </a:ext>
                </a:extLst>
              </p:cNvPr>
              <p:cNvSpPr>
                <a:spLocks noChangeArrowheads="1"/>
              </p:cNvSpPr>
              <p:nvPr/>
            </p:nvSpPr>
            <p:spPr bwMode="auto">
              <a:xfrm>
                <a:off x="3749" y="21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062" name="Rectangle 459">
                <a:extLst>
                  <a:ext uri="{FF2B5EF4-FFF2-40B4-BE49-F238E27FC236}">
                    <a16:creationId xmlns:a16="http://schemas.microsoft.com/office/drawing/2014/main" id="{845B1CA8-BAE9-4C04-B924-9D647CEF5B6F}"/>
                  </a:ext>
                </a:extLst>
              </p:cNvPr>
              <p:cNvSpPr>
                <a:spLocks noChangeArrowheads="1"/>
              </p:cNvSpPr>
              <p:nvPr/>
            </p:nvSpPr>
            <p:spPr bwMode="auto">
              <a:xfrm>
                <a:off x="4125" y="215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063" name="Rectangle 460">
                <a:extLst>
                  <a:ext uri="{FF2B5EF4-FFF2-40B4-BE49-F238E27FC236}">
                    <a16:creationId xmlns:a16="http://schemas.microsoft.com/office/drawing/2014/main" id="{598DF4C8-E1F5-4775-8459-0EDCD93E0821}"/>
                  </a:ext>
                </a:extLst>
              </p:cNvPr>
              <p:cNvSpPr>
                <a:spLocks noChangeArrowheads="1"/>
              </p:cNvSpPr>
              <p:nvPr/>
            </p:nvSpPr>
            <p:spPr bwMode="auto">
              <a:xfrm>
                <a:off x="4466" y="2159"/>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064" name="Rectangle 461">
                <a:extLst>
                  <a:ext uri="{FF2B5EF4-FFF2-40B4-BE49-F238E27FC236}">
                    <a16:creationId xmlns:a16="http://schemas.microsoft.com/office/drawing/2014/main" id="{05DBE75A-8969-4870-9A70-E9C91A825A0F}"/>
                  </a:ext>
                </a:extLst>
              </p:cNvPr>
              <p:cNvSpPr>
                <a:spLocks noChangeArrowheads="1"/>
              </p:cNvSpPr>
              <p:nvPr/>
            </p:nvSpPr>
            <p:spPr bwMode="auto">
              <a:xfrm>
                <a:off x="1330" y="2140"/>
                <a:ext cx="38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65" name="Line 462">
                <a:extLst>
                  <a:ext uri="{FF2B5EF4-FFF2-40B4-BE49-F238E27FC236}">
                    <a16:creationId xmlns:a16="http://schemas.microsoft.com/office/drawing/2014/main" id="{9CC5F752-5727-4B36-B4D8-EB88549D2266}"/>
                  </a:ext>
                </a:extLst>
              </p:cNvPr>
              <p:cNvSpPr>
                <a:spLocks noChangeShapeType="1"/>
              </p:cNvSpPr>
              <p:nvPr/>
            </p:nvSpPr>
            <p:spPr bwMode="auto">
              <a:xfrm>
                <a:off x="1330" y="2140"/>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66" name="Rectangle 463">
                <a:extLst>
                  <a:ext uri="{FF2B5EF4-FFF2-40B4-BE49-F238E27FC236}">
                    <a16:creationId xmlns:a16="http://schemas.microsoft.com/office/drawing/2014/main" id="{9D4849EB-02FD-4F2A-9A19-DF7562E71423}"/>
                  </a:ext>
                </a:extLst>
              </p:cNvPr>
              <p:cNvSpPr>
                <a:spLocks noChangeArrowheads="1"/>
              </p:cNvSpPr>
              <p:nvPr/>
            </p:nvSpPr>
            <p:spPr bwMode="auto">
              <a:xfrm>
                <a:off x="1712" y="214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67" name="Line 464">
                <a:extLst>
                  <a:ext uri="{FF2B5EF4-FFF2-40B4-BE49-F238E27FC236}">
                    <a16:creationId xmlns:a16="http://schemas.microsoft.com/office/drawing/2014/main" id="{C2FA3DC0-8A0E-4CF2-988C-7665D79E4E5C}"/>
                  </a:ext>
                </a:extLst>
              </p:cNvPr>
              <p:cNvSpPr>
                <a:spLocks noChangeShapeType="1"/>
              </p:cNvSpPr>
              <p:nvPr/>
            </p:nvSpPr>
            <p:spPr bwMode="auto">
              <a:xfrm>
                <a:off x="1712" y="214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68" name="Line 465">
                <a:extLst>
                  <a:ext uri="{FF2B5EF4-FFF2-40B4-BE49-F238E27FC236}">
                    <a16:creationId xmlns:a16="http://schemas.microsoft.com/office/drawing/2014/main" id="{BDD6D769-013C-4155-A0DD-1834A6D06B9D}"/>
                  </a:ext>
                </a:extLst>
              </p:cNvPr>
              <p:cNvSpPr>
                <a:spLocks noChangeShapeType="1"/>
              </p:cNvSpPr>
              <p:nvPr/>
            </p:nvSpPr>
            <p:spPr bwMode="auto">
              <a:xfrm>
                <a:off x="1712" y="214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69" name="Rectangle 466">
                <a:extLst>
                  <a:ext uri="{FF2B5EF4-FFF2-40B4-BE49-F238E27FC236}">
                    <a16:creationId xmlns:a16="http://schemas.microsoft.com/office/drawing/2014/main" id="{576E4634-575E-485D-94E9-04850A57A051}"/>
                  </a:ext>
                </a:extLst>
              </p:cNvPr>
              <p:cNvSpPr>
                <a:spLocks noChangeArrowheads="1"/>
              </p:cNvSpPr>
              <p:nvPr/>
            </p:nvSpPr>
            <p:spPr bwMode="auto">
              <a:xfrm>
                <a:off x="1719" y="214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70" name="Line 467">
                <a:extLst>
                  <a:ext uri="{FF2B5EF4-FFF2-40B4-BE49-F238E27FC236}">
                    <a16:creationId xmlns:a16="http://schemas.microsoft.com/office/drawing/2014/main" id="{47237508-37B6-45BE-AF17-B89785C07C69}"/>
                  </a:ext>
                </a:extLst>
              </p:cNvPr>
              <p:cNvSpPr>
                <a:spLocks noChangeShapeType="1"/>
              </p:cNvSpPr>
              <p:nvPr/>
            </p:nvSpPr>
            <p:spPr bwMode="auto">
              <a:xfrm>
                <a:off x="1719" y="214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71" name="Rectangle 468">
                <a:extLst>
                  <a:ext uri="{FF2B5EF4-FFF2-40B4-BE49-F238E27FC236}">
                    <a16:creationId xmlns:a16="http://schemas.microsoft.com/office/drawing/2014/main" id="{4B26B3A6-FBCC-4DEB-BFA2-9A84949C9424}"/>
                  </a:ext>
                </a:extLst>
              </p:cNvPr>
              <p:cNvSpPr>
                <a:spLocks noChangeArrowheads="1"/>
              </p:cNvSpPr>
              <p:nvPr/>
            </p:nvSpPr>
            <p:spPr bwMode="auto">
              <a:xfrm>
                <a:off x="2087" y="214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72" name="Line 469">
                <a:extLst>
                  <a:ext uri="{FF2B5EF4-FFF2-40B4-BE49-F238E27FC236}">
                    <a16:creationId xmlns:a16="http://schemas.microsoft.com/office/drawing/2014/main" id="{8554A3A0-7F0C-4034-839C-3D6CB6FCEF56}"/>
                  </a:ext>
                </a:extLst>
              </p:cNvPr>
              <p:cNvSpPr>
                <a:spLocks noChangeShapeType="1"/>
              </p:cNvSpPr>
              <p:nvPr/>
            </p:nvSpPr>
            <p:spPr bwMode="auto">
              <a:xfrm>
                <a:off x="2087" y="214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73" name="Line 470">
                <a:extLst>
                  <a:ext uri="{FF2B5EF4-FFF2-40B4-BE49-F238E27FC236}">
                    <a16:creationId xmlns:a16="http://schemas.microsoft.com/office/drawing/2014/main" id="{9FCA78C5-76A3-4478-9F9D-E2707E9BB761}"/>
                  </a:ext>
                </a:extLst>
              </p:cNvPr>
              <p:cNvSpPr>
                <a:spLocks noChangeShapeType="1"/>
              </p:cNvSpPr>
              <p:nvPr/>
            </p:nvSpPr>
            <p:spPr bwMode="auto">
              <a:xfrm>
                <a:off x="2087" y="214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74" name="Rectangle 471">
                <a:extLst>
                  <a:ext uri="{FF2B5EF4-FFF2-40B4-BE49-F238E27FC236}">
                    <a16:creationId xmlns:a16="http://schemas.microsoft.com/office/drawing/2014/main" id="{1DEB6891-E2FC-4062-9339-E36C96E39FB3}"/>
                  </a:ext>
                </a:extLst>
              </p:cNvPr>
              <p:cNvSpPr>
                <a:spLocks noChangeArrowheads="1"/>
              </p:cNvSpPr>
              <p:nvPr/>
            </p:nvSpPr>
            <p:spPr bwMode="auto">
              <a:xfrm>
                <a:off x="2094" y="2140"/>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75" name="Line 472">
                <a:extLst>
                  <a:ext uri="{FF2B5EF4-FFF2-40B4-BE49-F238E27FC236}">
                    <a16:creationId xmlns:a16="http://schemas.microsoft.com/office/drawing/2014/main" id="{9FE2B0C3-2B4C-45D3-95C4-628DF86F46F2}"/>
                  </a:ext>
                </a:extLst>
              </p:cNvPr>
              <p:cNvSpPr>
                <a:spLocks noChangeShapeType="1"/>
              </p:cNvSpPr>
              <p:nvPr/>
            </p:nvSpPr>
            <p:spPr bwMode="auto">
              <a:xfrm>
                <a:off x="2094" y="2140"/>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76" name="Rectangle 473">
                <a:extLst>
                  <a:ext uri="{FF2B5EF4-FFF2-40B4-BE49-F238E27FC236}">
                    <a16:creationId xmlns:a16="http://schemas.microsoft.com/office/drawing/2014/main" id="{A0ACB76F-BF49-4309-8046-0C60D96A44F2}"/>
                  </a:ext>
                </a:extLst>
              </p:cNvPr>
              <p:cNvSpPr>
                <a:spLocks noChangeArrowheads="1"/>
              </p:cNvSpPr>
              <p:nvPr/>
            </p:nvSpPr>
            <p:spPr bwMode="auto">
              <a:xfrm>
                <a:off x="2466" y="214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77" name="Line 474">
                <a:extLst>
                  <a:ext uri="{FF2B5EF4-FFF2-40B4-BE49-F238E27FC236}">
                    <a16:creationId xmlns:a16="http://schemas.microsoft.com/office/drawing/2014/main" id="{6BF62AEB-E85E-41A8-8A36-57A69728554E}"/>
                  </a:ext>
                </a:extLst>
              </p:cNvPr>
              <p:cNvSpPr>
                <a:spLocks noChangeShapeType="1"/>
              </p:cNvSpPr>
              <p:nvPr/>
            </p:nvSpPr>
            <p:spPr bwMode="auto">
              <a:xfrm>
                <a:off x="2466" y="214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78" name="Line 475">
                <a:extLst>
                  <a:ext uri="{FF2B5EF4-FFF2-40B4-BE49-F238E27FC236}">
                    <a16:creationId xmlns:a16="http://schemas.microsoft.com/office/drawing/2014/main" id="{E670E12F-B615-477E-91A4-BC369FC4B5FC}"/>
                  </a:ext>
                </a:extLst>
              </p:cNvPr>
              <p:cNvSpPr>
                <a:spLocks noChangeShapeType="1"/>
              </p:cNvSpPr>
              <p:nvPr/>
            </p:nvSpPr>
            <p:spPr bwMode="auto">
              <a:xfrm>
                <a:off x="2466" y="214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79" name="Rectangle 476">
                <a:extLst>
                  <a:ext uri="{FF2B5EF4-FFF2-40B4-BE49-F238E27FC236}">
                    <a16:creationId xmlns:a16="http://schemas.microsoft.com/office/drawing/2014/main" id="{51551DBF-B9C9-4C1C-BCB8-3B0A541BC46B}"/>
                  </a:ext>
                </a:extLst>
              </p:cNvPr>
              <p:cNvSpPr>
                <a:spLocks noChangeArrowheads="1"/>
              </p:cNvSpPr>
              <p:nvPr/>
            </p:nvSpPr>
            <p:spPr bwMode="auto">
              <a:xfrm>
                <a:off x="2473" y="214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80" name="Line 477">
                <a:extLst>
                  <a:ext uri="{FF2B5EF4-FFF2-40B4-BE49-F238E27FC236}">
                    <a16:creationId xmlns:a16="http://schemas.microsoft.com/office/drawing/2014/main" id="{3604B525-E7F6-4F56-B5F8-4BF605678D1C}"/>
                  </a:ext>
                </a:extLst>
              </p:cNvPr>
              <p:cNvSpPr>
                <a:spLocks noChangeShapeType="1"/>
              </p:cNvSpPr>
              <p:nvPr/>
            </p:nvSpPr>
            <p:spPr bwMode="auto">
              <a:xfrm>
                <a:off x="2473" y="214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81" name="Rectangle 478">
                <a:extLst>
                  <a:ext uri="{FF2B5EF4-FFF2-40B4-BE49-F238E27FC236}">
                    <a16:creationId xmlns:a16="http://schemas.microsoft.com/office/drawing/2014/main" id="{1D53AB70-611E-4898-9D25-CC900885AC24}"/>
                  </a:ext>
                </a:extLst>
              </p:cNvPr>
              <p:cNvSpPr>
                <a:spLocks noChangeArrowheads="1"/>
              </p:cNvSpPr>
              <p:nvPr/>
            </p:nvSpPr>
            <p:spPr bwMode="auto">
              <a:xfrm>
                <a:off x="2841" y="214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82" name="Line 479">
                <a:extLst>
                  <a:ext uri="{FF2B5EF4-FFF2-40B4-BE49-F238E27FC236}">
                    <a16:creationId xmlns:a16="http://schemas.microsoft.com/office/drawing/2014/main" id="{F9622F48-9A86-4D90-A783-C2E2F441F4A1}"/>
                  </a:ext>
                </a:extLst>
              </p:cNvPr>
              <p:cNvSpPr>
                <a:spLocks noChangeShapeType="1"/>
              </p:cNvSpPr>
              <p:nvPr/>
            </p:nvSpPr>
            <p:spPr bwMode="auto">
              <a:xfrm>
                <a:off x="2841" y="214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83" name="Line 480">
                <a:extLst>
                  <a:ext uri="{FF2B5EF4-FFF2-40B4-BE49-F238E27FC236}">
                    <a16:creationId xmlns:a16="http://schemas.microsoft.com/office/drawing/2014/main" id="{BAA10CF6-C5FE-4DA4-8CC5-53F448BAE2D0}"/>
                  </a:ext>
                </a:extLst>
              </p:cNvPr>
              <p:cNvSpPr>
                <a:spLocks noChangeShapeType="1"/>
              </p:cNvSpPr>
              <p:nvPr/>
            </p:nvSpPr>
            <p:spPr bwMode="auto">
              <a:xfrm>
                <a:off x="2841" y="214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84" name="Rectangle 481">
                <a:extLst>
                  <a:ext uri="{FF2B5EF4-FFF2-40B4-BE49-F238E27FC236}">
                    <a16:creationId xmlns:a16="http://schemas.microsoft.com/office/drawing/2014/main" id="{F1CD6586-6D07-4000-AD9C-D11D765845C6}"/>
                  </a:ext>
                </a:extLst>
              </p:cNvPr>
              <p:cNvSpPr>
                <a:spLocks noChangeArrowheads="1"/>
              </p:cNvSpPr>
              <p:nvPr/>
            </p:nvSpPr>
            <p:spPr bwMode="auto">
              <a:xfrm>
                <a:off x="2848" y="2140"/>
                <a:ext cx="39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85" name="Line 482">
                <a:extLst>
                  <a:ext uri="{FF2B5EF4-FFF2-40B4-BE49-F238E27FC236}">
                    <a16:creationId xmlns:a16="http://schemas.microsoft.com/office/drawing/2014/main" id="{4007FA16-E681-48A3-AEFB-1116102E1DF2}"/>
                  </a:ext>
                </a:extLst>
              </p:cNvPr>
              <p:cNvSpPr>
                <a:spLocks noChangeShapeType="1"/>
              </p:cNvSpPr>
              <p:nvPr/>
            </p:nvSpPr>
            <p:spPr bwMode="auto">
              <a:xfrm>
                <a:off x="2848" y="2140"/>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86" name="Rectangle 483">
                <a:extLst>
                  <a:ext uri="{FF2B5EF4-FFF2-40B4-BE49-F238E27FC236}">
                    <a16:creationId xmlns:a16="http://schemas.microsoft.com/office/drawing/2014/main" id="{99EF82BF-81A8-48D4-88C7-54FB7F2A2A0F}"/>
                  </a:ext>
                </a:extLst>
              </p:cNvPr>
              <p:cNvSpPr>
                <a:spLocks noChangeArrowheads="1"/>
              </p:cNvSpPr>
              <p:nvPr/>
            </p:nvSpPr>
            <p:spPr bwMode="auto">
              <a:xfrm>
                <a:off x="3243" y="214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87" name="Line 484">
                <a:extLst>
                  <a:ext uri="{FF2B5EF4-FFF2-40B4-BE49-F238E27FC236}">
                    <a16:creationId xmlns:a16="http://schemas.microsoft.com/office/drawing/2014/main" id="{CA528106-DC76-4B95-9580-1FDB69505DA0}"/>
                  </a:ext>
                </a:extLst>
              </p:cNvPr>
              <p:cNvSpPr>
                <a:spLocks noChangeShapeType="1"/>
              </p:cNvSpPr>
              <p:nvPr/>
            </p:nvSpPr>
            <p:spPr bwMode="auto">
              <a:xfrm>
                <a:off x="3243" y="214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88" name="Line 485">
                <a:extLst>
                  <a:ext uri="{FF2B5EF4-FFF2-40B4-BE49-F238E27FC236}">
                    <a16:creationId xmlns:a16="http://schemas.microsoft.com/office/drawing/2014/main" id="{5111E7A4-8D43-408A-AB49-BDAEA5094304}"/>
                  </a:ext>
                </a:extLst>
              </p:cNvPr>
              <p:cNvSpPr>
                <a:spLocks noChangeShapeType="1"/>
              </p:cNvSpPr>
              <p:nvPr/>
            </p:nvSpPr>
            <p:spPr bwMode="auto">
              <a:xfrm>
                <a:off x="3243" y="214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89" name="Rectangle 486">
                <a:extLst>
                  <a:ext uri="{FF2B5EF4-FFF2-40B4-BE49-F238E27FC236}">
                    <a16:creationId xmlns:a16="http://schemas.microsoft.com/office/drawing/2014/main" id="{D4D0A058-556E-457E-877F-95518257722D}"/>
                  </a:ext>
                </a:extLst>
              </p:cNvPr>
              <p:cNvSpPr>
                <a:spLocks noChangeArrowheads="1"/>
              </p:cNvSpPr>
              <p:nvPr/>
            </p:nvSpPr>
            <p:spPr bwMode="auto">
              <a:xfrm>
                <a:off x="3250" y="2140"/>
                <a:ext cx="34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90" name="Line 487">
                <a:extLst>
                  <a:ext uri="{FF2B5EF4-FFF2-40B4-BE49-F238E27FC236}">
                    <a16:creationId xmlns:a16="http://schemas.microsoft.com/office/drawing/2014/main" id="{52138A30-9EB2-4676-B8F3-A4FEDB68FE4E}"/>
                  </a:ext>
                </a:extLst>
              </p:cNvPr>
              <p:cNvSpPr>
                <a:spLocks noChangeShapeType="1"/>
              </p:cNvSpPr>
              <p:nvPr/>
            </p:nvSpPr>
            <p:spPr bwMode="auto">
              <a:xfrm>
                <a:off x="3250" y="2140"/>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91" name="Rectangle 488">
                <a:extLst>
                  <a:ext uri="{FF2B5EF4-FFF2-40B4-BE49-F238E27FC236}">
                    <a16:creationId xmlns:a16="http://schemas.microsoft.com/office/drawing/2014/main" id="{C4EFBCAA-83C5-4C94-AF7D-5CE0F9A46837}"/>
                  </a:ext>
                </a:extLst>
              </p:cNvPr>
              <p:cNvSpPr>
                <a:spLocks noChangeArrowheads="1"/>
              </p:cNvSpPr>
              <p:nvPr/>
            </p:nvSpPr>
            <p:spPr bwMode="auto">
              <a:xfrm>
                <a:off x="3595" y="214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92" name="Line 489">
                <a:extLst>
                  <a:ext uri="{FF2B5EF4-FFF2-40B4-BE49-F238E27FC236}">
                    <a16:creationId xmlns:a16="http://schemas.microsoft.com/office/drawing/2014/main" id="{8B61B03B-5A27-4FF5-85BD-B8E52198179A}"/>
                  </a:ext>
                </a:extLst>
              </p:cNvPr>
              <p:cNvSpPr>
                <a:spLocks noChangeShapeType="1"/>
              </p:cNvSpPr>
              <p:nvPr/>
            </p:nvSpPr>
            <p:spPr bwMode="auto">
              <a:xfrm>
                <a:off x="3595" y="214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93" name="Line 490">
                <a:extLst>
                  <a:ext uri="{FF2B5EF4-FFF2-40B4-BE49-F238E27FC236}">
                    <a16:creationId xmlns:a16="http://schemas.microsoft.com/office/drawing/2014/main" id="{FA6DFD71-CD1A-4F70-BE4F-409553471165}"/>
                  </a:ext>
                </a:extLst>
              </p:cNvPr>
              <p:cNvSpPr>
                <a:spLocks noChangeShapeType="1"/>
              </p:cNvSpPr>
              <p:nvPr/>
            </p:nvSpPr>
            <p:spPr bwMode="auto">
              <a:xfrm>
                <a:off x="3595" y="214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94" name="Rectangle 491">
                <a:extLst>
                  <a:ext uri="{FF2B5EF4-FFF2-40B4-BE49-F238E27FC236}">
                    <a16:creationId xmlns:a16="http://schemas.microsoft.com/office/drawing/2014/main" id="{685D4393-8564-48BD-8C64-325B1709F876}"/>
                  </a:ext>
                </a:extLst>
              </p:cNvPr>
              <p:cNvSpPr>
                <a:spLocks noChangeArrowheads="1"/>
              </p:cNvSpPr>
              <p:nvPr/>
            </p:nvSpPr>
            <p:spPr bwMode="auto">
              <a:xfrm>
                <a:off x="3602" y="2140"/>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95" name="Line 492">
                <a:extLst>
                  <a:ext uri="{FF2B5EF4-FFF2-40B4-BE49-F238E27FC236}">
                    <a16:creationId xmlns:a16="http://schemas.microsoft.com/office/drawing/2014/main" id="{316070C1-9D02-4462-AD9C-193BE78BCDEE}"/>
                  </a:ext>
                </a:extLst>
              </p:cNvPr>
              <p:cNvSpPr>
                <a:spLocks noChangeShapeType="1"/>
              </p:cNvSpPr>
              <p:nvPr/>
            </p:nvSpPr>
            <p:spPr bwMode="auto">
              <a:xfrm>
                <a:off x="3602" y="2140"/>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96" name="Rectangle 493">
                <a:extLst>
                  <a:ext uri="{FF2B5EF4-FFF2-40B4-BE49-F238E27FC236}">
                    <a16:creationId xmlns:a16="http://schemas.microsoft.com/office/drawing/2014/main" id="{62DBAA0B-E198-4891-B7BB-C224F5165746}"/>
                  </a:ext>
                </a:extLst>
              </p:cNvPr>
              <p:cNvSpPr>
                <a:spLocks noChangeArrowheads="1"/>
              </p:cNvSpPr>
              <p:nvPr/>
            </p:nvSpPr>
            <p:spPr bwMode="auto">
              <a:xfrm>
                <a:off x="3974" y="214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97" name="Line 494">
                <a:extLst>
                  <a:ext uri="{FF2B5EF4-FFF2-40B4-BE49-F238E27FC236}">
                    <a16:creationId xmlns:a16="http://schemas.microsoft.com/office/drawing/2014/main" id="{58BC4B5E-A4BD-4772-98CD-5ECE0DA8791B}"/>
                  </a:ext>
                </a:extLst>
              </p:cNvPr>
              <p:cNvSpPr>
                <a:spLocks noChangeShapeType="1"/>
              </p:cNvSpPr>
              <p:nvPr/>
            </p:nvSpPr>
            <p:spPr bwMode="auto">
              <a:xfrm>
                <a:off x="3974" y="214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98" name="Line 495">
                <a:extLst>
                  <a:ext uri="{FF2B5EF4-FFF2-40B4-BE49-F238E27FC236}">
                    <a16:creationId xmlns:a16="http://schemas.microsoft.com/office/drawing/2014/main" id="{21019ED6-330F-4116-A804-9FD784EA0764}"/>
                  </a:ext>
                </a:extLst>
              </p:cNvPr>
              <p:cNvSpPr>
                <a:spLocks noChangeShapeType="1"/>
              </p:cNvSpPr>
              <p:nvPr/>
            </p:nvSpPr>
            <p:spPr bwMode="auto">
              <a:xfrm>
                <a:off x="3974" y="214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99" name="Rectangle 496">
                <a:extLst>
                  <a:ext uri="{FF2B5EF4-FFF2-40B4-BE49-F238E27FC236}">
                    <a16:creationId xmlns:a16="http://schemas.microsoft.com/office/drawing/2014/main" id="{924551E9-9007-43FD-8F00-A34221B3A963}"/>
                  </a:ext>
                </a:extLst>
              </p:cNvPr>
              <p:cNvSpPr>
                <a:spLocks noChangeArrowheads="1"/>
              </p:cNvSpPr>
              <p:nvPr/>
            </p:nvSpPr>
            <p:spPr bwMode="auto">
              <a:xfrm>
                <a:off x="3981" y="214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00" name="Line 497">
                <a:extLst>
                  <a:ext uri="{FF2B5EF4-FFF2-40B4-BE49-F238E27FC236}">
                    <a16:creationId xmlns:a16="http://schemas.microsoft.com/office/drawing/2014/main" id="{4D0A98C4-FA8B-4DA8-ADC7-EEB8BD7AB2E7}"/>
                  </a:ext>
                </a:extLst>
              </p:cNvPr>
              <p:cNvSpPr>
                <a:spLocks noChangeShapeType="1"/>
              </p:cNvSpPr>
              <p:nvPr/>
            </p:nvSpPr>
            <p:spPr bwMode="auto">
              <a:xfrm>
                <a:off x="3981" y="214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01" name="Rectangle 498">
                <a:extLst>
                  <a:ext uri="{FF2B5EF4-FFF2-40B4-BE49-F238E27FC236}">
                    <a16:creationId xmlns:a16="http://schemas.microsoft.com/office/drawing/2014/main" id="{19817EC9-8E11-4446-A8E3-BD3AC6388B5F}"/>
                  </a:ext>
                </a:extLst>
              </p:cNvPr>
              <p:cNvSpPr>
                <a:spLocks noChangeArrowheads="1"/>
              </p:cNvSpPr>
              <p:nvPr/>
            </p:nvSpPr>
            <p:spPr bwMode="auto">
              <a:xfrm>
                <a:off x="4349" y="214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02" name="Line 499">
                <a:extLst>
                  <a:ext uri="{FF2B5EF4-FFF2-40B4-BE49-F238E27FC236}">
                    <a16:creationId xmlns:a16="http://schemas.microsoft.com/office/drawing/2014/main" id="{951004F0-6A5C-405D-A22D-BA02B8AF90E7}"/>
                  </a:ext>
                </a:extLst>
              </p:cNvPr>
              <p:cNvSpPr>
                <a:spLocks noChangeShapeType="1"/>
              </p:cNvSpPr>
              <p:nvPr/>
            </p:nvSpPr>
            <p:spPr bwMode="auto">
              <a:xfrm>
                <a:off x="4349" y="214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03" name="Line 500">
                <a:extLst>
                  <a:ext uri="{FF2B5EF4-FFF2-40B4-BE49-F238E27FC236}">
                    <a16:creationId xmlns:a16="http://schemas.microsoft.com/office/drawing/2014/main" id="{5F0E5E3E-838C-4123-BAD2-01F40C186234}"/>
                  </a:ext>
                </a:extLst>
              </p:cNvPr>
              <p:cNvSpPr>
                <a:spLocks noChangeShapeType="1"/>
              </p:cNvSpPr>
              <p:nvPr/>
            </p:nvSpPr>
            <p:spPr bwMode="auto">
              <a:xfrm>
                <a:off x="4349" y="214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04" name="Rectangle 501">
                <a:extLst>
                  <a:ext uri="{FF2B5EF4-FFF2-40B4-BE49-F238E27FC236}">
                    <a16:creationId xmlns:a16="http://schemas.microsoft.com/office/drawing/2014/main" id="{A0215FBE-9DF2-4A16-B90A-0F26438FAC60}"/>
                  </a:ext>
                </a:extLst>
              </p:cNvPr>
              <p:cNvSpPr>
                <a:spLocks noChangeArrowheads="1"/>
              </p:cNvSpPr>
              <p:nvPr/>
            </p:nvSpPr>
            <p:spPr bwMode="auto">
              <a:xfrm>
                <a:off x="4356" y="214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05" name="Line 502">
                <a:extLst>
                  <a:ext uri="{FF2B5EF4-FFF2-40B4-BE49-F238E27FC236}">
                    <a16:creationId xmlns:a16="http://schemas.microsoft.com/office/drawing/2014/main" id="{8477634E-9414-4CBB-B7F2-BAB3438FC31A}"/>
                  </a:ext>
                </a:extLst>
              </p:cNvPr>
              <p:cNvSpPr>
                <a:spLocks noChangeShapeType="1"/>
              </p:cNvSpPr>
              <p:nvPr/>
            </p:nvSpPr>
            <p:spPr bwMode="auto">
              <a:xfrm>
                <a:off x="4356" y="214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06" name="Rectangle 503">
                <a:extLst>
                  <a:ext uri="{FF2B5EF4-FFF2-40B4-BE49-F238E27FC236}">
                    <a16:creationId xmlns:a16="http://schemas.microsoft.com/office/drawing/2014/main" id="{6D850896-EDF9-4877-856C-6F2C4E4B6496}"/>
                  </a:ext>
                </a:extLst>
              </p:cNvPr>
              <p:cNvSpPr>
                <a:spLocks noChangeArrowheads="1"/>
              </p:cNvSpPr>
              <p:nvPr/>
            </p:nvSpPr>
            <p:spPr bwMode="auto">
              <a:xfrm>
                <a:off x="1712" y="21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07" name="Line 504">
                <a:extLst>
                  <a:ext uri="{FF2B5EF4-FFF2-40B4-BE49-F238E27FC236}">
                    <a16:creationId xmlns:a16="http://schemas.microsoft.com/office/drawing/2014/main" id="{22A10C5E-CE67-47CD-AE99-0A1B9662E61F}"/>
                  </a:ext>
                </a:extLst>
              </p:cNvPr>
              <p:cNvSpPr>
                <a:spLocks noChangeShapeType="1"/>
              </p:cNvSpPr>
              <p:nvPr/>
            </p:nvSpPr>
            <p:spPr bwMode="auto">
              <a:xfrm>
                <a:off x="1712" y="21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08" name="Rectangle 505">
                <a:extLst>
                  <a:ext uri="{FF2B5EF4-FFF2-40B4-BE49-F238E27FC236}">
                    <a16:creationId xmlns:a16="http://schemas.microsoft.com/office/drawing/2014/main" id="{5116B4B4-9AEE-4B82-9F79-38AB64961265}"/>
                  </a:ext>
                </a:extLst>
              </p:cNvPr>
              <p:cNvSpPr>
                <a:spLocks noChangeArrowheads="1"/>
              </p:cNvSpPr>
              <p:nvPr/>
            </p:nvSpPr>
            <p:spPr bwMode="auto">
              <a:xfrm>
                <a:off x="2087" y="21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09" name="Line 506">
                <a:extLst>
                  <a:ext uri="{FF2B5EF4-FFF2-40B4-BE49-F238E27FC236}">
                    <a16:creationId xmlns:a16="http://schemas.microsoft.com/office/drawing/2014/main" id="{4EEF4C7F-93B5-4FDE-B536-804F0097256F}"/>
                  </a:ext>
                </a:extLst>
              </p:cNvPr>
              <p:cNvSpPr>
                <a:spLocks noChangeShapeType="1"/>
              </p:cNvSpPr>
              <p:nvPr/>
            </p:nvSpPr>
            <p:spPr bwMode="auto">
              <a:xfrm>
                <a:off x="2087" y="21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10" name="Rectangle 507">
                <a:extLst>
                  <a:ext uri="{FF2B5EF4-FFF2-40B4-BE49-F238E27FC236}">
                    <a16:creationId xmlns:a16="http://schemas.microsoft.com/office/drawing/2014/main" id="{3F68A245-6A8C-477A-874A-8D1D9FF787AB}"/>
                  </a:ext>
                </a:extLst>
              </p:cNvPr>
              <p:cNvSpPr>
                <a:spLocks noChangeArrowheads="1"/>
              </p:cNvSpPr>
              <p:nvPr/>
            </p:nvSpPr>
            <p:spPr bwMode="auto">
              <a:xfrm>
                <a:off x="2466" y="21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11" name="Line 508">
                <a:extLst>
                  <a:ext uri="{FF2B5EF4-FFF2-40B4-BE49-F238E27FC236}">
                    <a16:creationId xmlns:a16="http://schemas.microsoft.com/office/drawing/2014/main" id="{C5235FD5-B6D7-426B-A572-DEBEBA16972E}"/>
                  </a:ext>
                </a:extLst>
              </p:cNvPr>
              <p:cNvSpPr>
                <a:spLocks noChangeShapeType="1"/>
              </p:cNvSpPr>
              <p:nvPr/>
            </p:nvSpPr>
            <p:spPr bwMode="auto">
              <a:xfrm>
                <a:off x="2466" y="21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12" name="Rectangle 509">
                <a:extLst>
                  <a:ext uri="{FF2B5EF4-FFF2-40B4-BE49-F238E27FC236}">
                    <a16:creationId xmlns:a16="http://schemas.microsoft.com/office/drawing/2014/main" id="{C95D92B4-3B33-4F08-9A2F-0CAE67BBE6E9}"/>
                  </a:ext>
                </a:extLst>
              </p:cNvPr>
              <p:cNvSpPr>
                <a:spLocks noChangeArrowheads="1"/>
              </p:cNvSpPr>
              <p:nvPr/>
            </p:nvSpPr>
            <p:spPr bwMode="auto">
              <a:xfrm>
                <a:off x="2841" y="21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13" name="Line 510">
                <a:extLst>
                  <a:ext uri="{FF2B5EF4-FFF2-40B4-BE49-F238E27FC236}">
                    <a16:creationId xmlns:a16="http://schemas.microsoft.com/office/drawing/2014/main" id="{23EF4FD4-6037-4E0E-88CE-EE7D06D3A1B0}"/>
                  </a:ext>
                </a:extLst>
              </p:cNvPr>
              <p:cNvSpPr>
                <a:spLocks noChangeShapeType="1"/>
              </p:cNvSpPr>
              <p:nvPr/>
            </p:nvSpPr>
            <p:spPr bwMode="auto">
              <a:xfrm>
                <a:off x="2841" y="21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14" name="Rectangle 511">
                <a:extLst>
                  <a:ext uri="{FF2B5EF4-FFF2-40B4-BE49-F238E27FC236}">
                    <a16:creationId xmlns:a16="http://schemas.microsoft.com/office/drawing/2014/main" id="{BF56A75C-07D7-4236-A171-A718C4FED5C1}"/>
                  </a:ext>
                </a:extLst>
              </p:cNvPr>
              <p:cNvSpPr>
                <a:spLocks noChangeArrowheads="1"/>
              </p:cNvSpPr>
              <p:nvPr/>
            </p:nvSpPr>
            <p:spPr bwMode="auto">
              <a:xfrm>
                <a:off x="3243" y="21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15" name="Line 512">
                <a:extLst>
                  <a:ext uri="{FF2B5EF4-FFF2-40B4-BE49-F238E27FC236}">
                    <a16:creationId xmlns:a16="http://schemas.microsoft.com/office/drawing/2014/main" id="{CF22D2DF-C419-460F-95A8-7EBB2460E00E}"/>
                  </a:ext>
                </a:extLst>
              </p:cNvPr>
              <p:cNvSpPr>
                <a:spLocks noChangeShapeType="1"/>
              </p:cNvSpPr>
              <p:nvPr/>
            </p:nvSpPr>
            <p:spPr bwMode="auto">
              <a:xfrm>
                <a:off x="3243" y="21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16" name="Rectangle 513">
                <a:extLst>
                  <a:ext uri="{FF2B5EF4-FFF2-40B4-BE49-F238E27FC236}">
                    <a16:creationId xmlns:a16="http://schemas.microsoft.com/office/drawing/2014/main" id="{1A3FE803-981D-4567-8066-1F8FC0F4DFD2}"/>
                  </a:ext>
                </a:extLst>
              </p:cNvPr>
              <p:cNvSpPr>
                <a:spLocks noChangeArrowheads="1"/>
              </p:cNvSpPr>
              <p:nvPr/>
            </p:nvSpPr>
            <p:spPr bwMode="auto">
              <a:xfrm>
                <a:off x="3595" y="21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17" name="Line 514">
                <a:extLst>
                  <a:ext uri="{FF2B5EF4-FFF2-40B4-BE49-F238E27FC236}">
                    <a16:creationId xmlns:a16="http://schemas.microsoft.com/office/drawing/2014/main" id="{D43F3B61-7EF3-4D06-BD9D-79C7C57CE39E}"/>
                  </a:ext>
                </a:extLst>
              </p:cNvPr>
              <p:cNvSpPr>
                <a:spLocks noChangeShapeType="1"/>
              </p:cNvSpPr>
              <p:nvPr/>
            </p:nvSpPr>
            <p:spPr bwMode="auto">
              <a:xfrm>
                <a:off x="3595" y="21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18" name="Rectangle 515">
                <a:extLst>
                  <a:ext uri="{FF2B5EF4-FFF2-40B4-BE49-F238E27FC236}">
                    <a16:creationId xmlns:a16="http://schemas.microsoft.com/office/drawing/2014/main" id="{E9D1AA09-7C91-4C6D-9334-EAE70FF354F5}"/>
                  </a:ext>
                </a:extLst>
              </p:cNvPr>
              <p:cNvSpPr>
                <a:spLocks noChangeArrowheads="1"/>
              </p:cNvSpPr>
              <p:nvPr/>
            </p:nvSpPr>
            <p:spPr bwMode="auto">
              <a:xfrm>
                <a:off x="3974" y="21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19" name="Line 516">
                <a:extLst>
                  <a:ext uri="{FF2B5EF4-FFF2-40B4-BE49-F238E27FC236}">
                    <a16:creationId xmlns:a16="http://schemas.microsoft.com/office/drawing/2014/main" id="{F2FB13FB-C84F-433D-9B65-0A2944A13088}"/>
                  </a:ext>
                </a:extLst>
              </p:cNvPr>
              <p:cNvSpPr>
                <a:spLocks noChangeShapeType="1"/>
              </p:cNvSpPr>
              <p:nvPr/>
            </p:nvSpPr>
            <p:spPr bwMode="auto">
              <a:xfrm>
                <a:off x="3974" y="21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20" name="Rectangle 517">
                <a:extLst>
                  <a:ext uri="{FF2B5EF4-FFF2-40B4-BE49-F238E27FC236}">
                    <a16:creationId xmlns:a16="http://schemas.microsoft.com/office/drawing/2014/main" id="{9F6A7D5F-85D8-4CE2-8DDA-0AC56541286A}"/>
                  </a:ext>
                </a:extLst>
              </p:cNvPr>
              <p:cNvSpPr>
                <a:spLocks noChangeArrowheads="1"/>
              </p:cNvSpPr>
              <p:nvPr/>
            </p:nvSpPr>
            <p:spPr bwMode="auto">
              <a:xfrm>
                <a:off x="4349" y="21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21" name="Line 518">
                <a:extLst>
                  <a:ext uri="{FF2B5EF4-FFF2-40B4-BE49-F238E27FC236}">
                    <a16:creationId xmlns:a16="http://schemas.microsoft.com/office/drawing/2014/main" id="{906627F3-8541-490E-A0E2-13DC85253F88}"/>
                  </a:ext>
                </a:extLst>
              </p:cNvPr>
              <p:cNvSpPr>
                <a:spLocks noChangeShapeType="1"/>
              </p:cNvSpPr>
              <p:nvPr/>
            </p:nvSpPr>
            <p:spPr bwMode="auto">
              <a:xfrm>
                <a:off x="4349" y="21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22" name="Rectangle 519">
                <a:extLst>
                  <a:ext uri="{FF2B5EF4-FFF2-40B4-BE49-F238E27FC236}">
                    <a16:creationId xmlns:a16="http://schemas.microsoft.com/office/drawing/2014/main" id="{FFDF313A-FA81-4F56-84E8-0776559F7817}"/>
                  </a:ext>
                </a:extLst>
              </p:cNvPr>
              <p:cNvSpPr>
                <a:spLocks noChangeArrowheads="1"/>
              </p:cNvSpPr>
              <p:nvPr/>
            </p:nvSpPr>
            <p:spPr bwMode="auto">
              <a:xfrm>
                <a:off x="1871" y="2340"/>
                <a:ext cx="1568"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                                   </a:t>
                </a:r>
                <a:endParaRPr lang="en-US" altLang="zh-CN" sz="2000" b="1" dirty="0">
                  <a:ea typeface="华文中宋" panose="02010600040101010101" pitchFamily="2" charset="-122"/>
                </a:endParaRPr>
              </a:p>
            </p:txBody>
          </p:sp>
          <p:sp>
            <p:nvSpPr>
              <p:cNvPr id="25123" name="Rectangle 520">
                <a:extLst>
                  <a:ext uri="{FF2B5EF4-FFF2-40B4-BE49-F238E27FC236}">
                    <a16:creationId xmlns:a16="http://schemas.microsoft.com/office/drawing/2014/main" id="{3154CC8C-619F-4C75-A294-2FD432CB7EE3}"/>
                  </a:ext>
                </a:extLst>
              </p:cNvPr>
              <p:cNvSpPr>
                <a:spLocks noChangeArrowheads="1"/>
              </p:cNvSpPr>
              <p:nvPr/>
            </p:nvSpPr>
            <p:spPr bwMode="auto">
              <a:xfrm>
                <a:off x="4071" y="2340"/>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5124" name="Rectangle 521">
                <a:extLst>
                  <a:ext uri="{FF2B5EF4-FFF2-40B4-BE49-F238E27FC236}">
                    <a16:creationId xmlns:a16="http://schemas.microsoft.com/office/drawing/2014/main" id="{1B6403A2-BBB8-448A-8B27-C923784ED7C8}"/>
                  </a:ext>
                </a:extLst>
              </p:cNvPr>
              <p:cNvSpPr>
                <a:spLocks noChangeArrowheads="1"/>
              </p:cNvSpPr>
              <p:nvPr/>
            </p:nvSpPr>
            <p:spPr bwMode="auto">
              <a:xfrm>
                <a:off x="1330" y="2324"/>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25" name="Line 522">
                <a:extLst>
                  <a:ext uri="{FF2B5EF4-FFF2-40B4-BE49-F238E27FC236}">
                    <a16:creationId xmlns:a16="http://schemas.microsoft.com/office/drawing/2014/main" id="{A7CC8004-ED44-483F-B783-8796DE6F1B3B}"/>
                  </a:ext>
                </a:extLst>
              </p:cNvPr>
              <p:cNvSpPr>
                <a:spLocks noChangeShapeType="1"/>
              </p:cNvSpPr>
              <p:nvPr/>
            </p:nvSpPr>
            <p:spPr bwMode="auto">
              <a:xfrm>
                <a:off x="1330" y="2324"/>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26" name="Rectangle 523">
                <a:extLst>
                  <a:ext uri="{FF2B5EF4-FFF2-40B4-BE49-F238E27FC236}">
                    <a16:creationId xmlns:a16="http://schemas.microsoft.com/office/drawing/2014/main" id="{CD914B0E-8633-4D0A-8AAD-4CE84732ABF6}"/>
                  </a:ext>
                </a:extLst>
              </p:cNvPr>
              <p:cNvSpPr>
                <a:spLocks noChangeArrowheads="1"/>
              </p:cNvSpPr>
              <p:nvPr/>
            </p:nvSpPr>
            <p:spPr bwMode="auto">
              <a:xfrm>
                <a:off x="1712" y="232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27" name="Line 524">
                <a:extLst>
                  <a:ext uri="{FF2B5EF4-FFF2-40B4-BE49-F238E27FC236}">
                    <a16:creationId xmlns:a16="http://schemas.microsoft.com/office/drawing/2014/main" id="{339704EC-6B2F-4DBF-A7B8-88F62212806F}"/>
                  </a:ext>
                </a:extLst>
              </p:cNvPr>
              <p:cNvSpPr>
                <a:spLocks noChangeShapeType="1"/>
              </p:cNvSpPr>
              <p:nvPr/>
            </p:nvSpPr>
            <p:spPr bwMode="auto">
              <a:xfrm>
                <a:off x="1712" y="23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28" name="Line 525">
                <a:extLst>
                  <a:ext uri="{FF2B5EF4-FFF2-40B4-BE49-F238E27FC236}">
                    <a16:creationId xmlns:a16="http://schemas.microsoft.com/office/drawing/2014/main" id="{3F622C48-73A1-40D8-A0B8-4B00D70FF491}"/>
                  </a:ext>
                </a:extLst>
              </p:cNvPr>
              <p:cNvSpPr>
                <a:spLocks noChangeShapeType="1"/>
              </p:cNvSpPr>
              <p:nvPr/>
            </p:nvSpPr>
            <p:spPr bwMode="auto">
              <a:xfrm>
                <a:off x="1712" y="232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29" name="Rectangle 526">
                <a:extLst>
                  <a:ext uri="{FF2B5EF4-FFF2-40B4-BE49-F238E27FC236}">
                    <a16:creationId xmlns:a16="http://schemas.microsoft.com/office/drawing/2014/main" id="{BA10939C-CC86-4D92-848F-47B2630069A5}"/>
                  </a:ext>
                </a:extLst>
              </p:cNvPr>
              <p:cNvSpPr>
                <a:spLocks noChangeArrowheads="1"/>
              </p:cNvSpPr>
              <p:nvPr/>
            </p:nvSpPr>
            <p:spPr bwMode="auto">
              <a:xfrm>
                <a:off x="1719" y="232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30" name="Line 527">
                <a:extLst>
                  <a:ext uri="{FF2B5EF4-FFF2-40B4-BE49-F238E27FC236}">
                    <a16:creationId xmlns:a16="http://schemas.microsoft.com/office/drawing/2014/main" id="{E134DB75-3BB5-4A4B-8C7D-07EF082A1D08}"/>
                  </a:ext>
                </a:extLst>
              </p:cNvPr>
              <p:cNvSpPr>
                <a:spLocks noChangeShapeType="1"/>
              </p:cNvSpPr>
              <p:nvPr/>
            </p:nvSpPr>
            <p:spPr bwMode="auto">
              <a:xfrm>
                <a:off x="1719" y="232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31" name="Rectangle 528">
                <a:extLst>
                  <a:ext uri="{FF2B5EF4-FFF2-40B4-BE49-F238E27FC236}">
                    <a16:creationId xmlns:a16="http://schemas.microsoft.com/office/drawing/2014/main" id="{F494EE79-F92B-43B7-B706-87F15B345CE6}"/>
                  </a:ext>
                </a:extLst>
              </p:cNvPr>
              <p:cNvSpPr>
                <a:spLocks noChangeArrowheads="1"/>
              </p:cNvSpPr>
              <p:nvPr/>
            </p:nvSpPr>
            <p:spPr bwMode="auto">
              <a:xfrm>
                <a:off x="2087" y="232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32" name="Line 529">
                <a:extLst>
                  <a:ext uri="{FF2B5EF4-FFF2-40B4-BE49-F238E27FC236}">
                    <a16:creationId xmlns:a16="http://schemas.microsoft.com/office/drawing/2014/main" id="{3AA2E309-0338-4D58-BA1C-867D989D6DAF}"/>
                  </a:ext>
                </a:extLst>
              </p:cNvPr>
              <p:cNvSpPr>
                <a:spLocks noChangeShapeType="1"/>
              </p:cNvSpPr>
              <p:nvPr/>
            </p:nvSpPr>
            <p:spPr bwMode="auto">
              <a:xfrm>
                <a:off x="2087" y="23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33" name="Line 530">
                <a:extLst>
                  <a:ext uri="{FF2B5EF4-FFF2-40B4-BE49-F238E27FC236}">
                    <a16:creationId xmlns:a16="http://schemas.microsoft.com/office/drawing/2014/main" id="{47D98928-8FD9-4B84-8451-81E3E9730D8C}"/>
                  </a:ext>
                </a:extLst>
              </p:cNvPr>
              <p:cNvSpPr>
                <a:spLocks noChangeShapeType="1"/>
              </p:cNvSpPr>
              <p:nvPr/>
            </p:nvSpPr>
            <p:spPr bwMode="auto">
              <a:xfrm>
                <a:off x="2087" y="232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34" name="Rectangle 531">
                <a:extLst>
                  <a:ext uri="{FF2B5EF4-FFF2-40B4-BE49-F238E27FC236}">
                    <a16:creationId xmlns:a16="http://schemas.microsoft.com/office/drawing/2014/main" id="{B792B6A7-5F29-4946-93A8-14A572A83DC0}"/>
                  </a:ext>
                </a:extLst>
              </p:cNvPr>
              <p:cNvSpPr>
                <a:spLocks noChangeArrowheads="1"/>
              </p:cNvSpPr>
              <p:nvPr/>
            </p:nvSpPr>
            <p:spPr bwMode="auto">
              <a:xfrm>
                <a:off x="2094" y="2324"/>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35" name="Line 532">
                <a:extLst>
                  <a:ext uri="{FF2B5EF4-FFF2-40B4-BE49-F238E27FC236}">
                    <a16:creationId xmlns:a16="http://schemas.microsoft.com/office/drawing/2014/main" id="{286FB4F5-A5C0-4D52-B74C-B865F335B098}"/>
                  </a:ext>
                </a:extLst>
              </p:cNvPr>
              <p:cNvSpPr>
                <a:spLocks noChangeShapeType="1"/>
              </p:cNvSpPr>
              <p:nvPr/>
            </p:nvSpPr>
            <p:spPr bwMode="auto">
              <a:xfrm>
                <a:off x="2094" y="232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36" name="Rectangle 533">
                <a:extLst>
                  <a:ext uri="{FF2B5EF4-FFF2-40B4-BE49-F238E27FC236}">
                    <a16:creationId xmlns:a16="http://schemas.microsoft.com/office/drawing/2014/main" id="{72CF4615-15C4-42F1-835E-D1F002624F8C}"/>
                  </a:ext>
                </a:extLst>
              </p:cNvPr>
              <p:cNvSpPr>
                <a:spLocks noChangeArrowheads="1"/>
              </p:cNvSpPr>
              <p:nvPr/>
            </p:nvSpPr>
            <p:spPr bwMode="auto">
              <a:xfrm>
                <a:off x="2466" y="232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37" name="Line 534">
                <a:extLst>
                  <a:ext uri="{FF2B5EF4-FFF2-40B4-BE49-F238E27FC236}">
                    <a16:creationId xmlns:a16="http://schemas.microsoft.com/office/drawing/2014/main" id="{BF8E9D2F-02BE-4E63-A3EA-94A9F38E7BF1}"/>
                  </a:ext>
                </a:extLst>
              </p:cNvPr>
              <p:cNvSpPr>
                <a:spLocks noChangeShapeType="1"/>
              </p:cNvSpPr>
              <p:nvPr/>
            </p:nvSpPr>
            <p:spPr bwMode="auto">
              <a:xfrm>
                <a:off x="2466" y="23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38" name="Line 535">
                <a:extLst>
                  <a:ext uri="{FF2B5EF4-FFF2-40B4-BE49-F238E27FC236}">
                    <a16:creationId xmlns:a16="http://schemas.microsoft.com/office/drawing/2014/main" id="{3B375C86-C982-4FB3-B7A6-AAFE6B52F1A1}"/>
                  </a:ext>
                </a:extLst>
              </p:cNvPr>
              <p:cNvSpPr>
                <a:spLocks noChangeShapeType="1"/>
              </p:cNvSpPr>
              <p:nvPr/>
            </p:nvSpPr>
            <p:spPr bwMode="auto">
              <a:xfrm>
                <a:off x="2466" y="232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39" name="Rectangle 536">
                <a:extLst>
                  <a:ext uri="{FF2B5EF4-FFF2-40B4-BE49-F238E27FC236}">
                    <a16:creationId xmlns:a16="http://schemas.microsoft.com/office/drawing/2014/main" id="{05BC5072-E705-4EF2-BAFC-EE2AE94CEA19}"/>
                  </a:ext>
                </a:extLst>
              </p:cNvPr>
              <p:cNvSpPr>
                <a:spLocks noChangeArrowheads="1"/>
              </p:cNvSpPr>
              <p:nvPr/>
            </p:nvSpPr>
            <p:spPr bwMode="auto">
              <a:xfrm>
                <a:off x="2473" y="232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40" name="Line 537">
                <a:extLst>
                  <a:ext uri="{FF2B5EF4-FFF2-40B4-BE49-F238E27FC236}">
                    <a16:creationId xmlns:a16="http://schemas.microsoft.com/office/drawing/2014/main" id="{0BCC323A-B2E3-41E3-948A-F8C5E42C765F}"/>
                  </a:ext>
                </a:extLst>
              </p:cNvPr>
              <p:cNvSpPr>
                <a:spLocks noChangeShapeType="1"/>
              </p:cNvSpPr>
              <p:nvPr/>
            </p:nvSpPr>
            <p:spPr bwMode="auto">
              <a:xfrm>
                <a:off x="2473" y="232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41" name="Rectangle 538">
                <a:extLst>
                  <a:ext uri="{FF2B5EF4-FFF2-40B4-BE49-F238E27FC236}">
                    <a16:creationId xmlns:a16="http://schemas.microsoft.com/office/drawing/2014/main" id="{A87A4444-F334-4434-9EBC-45DAE9DD6AD8}"/>
                  </a:ext>
                </a:extLst>
              </p:cNvPr>
              <p:cNvSpPr>
                <a:spLocks noChangeArrowheads="1"/>
              </p:cNvSpPr>
              <p:nvPr/>
            </p:nvSpPr>
            <p:spPr bwMode="auto">
              <a:xfrm>
                <a:off x="2841" y="232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42" name="Line 539">
                <a:extLst>
                  <a:ext uri="{FF2B5EF4-FFF2-40B4-BE49-F238E27FC236}">
                    <a16:creationId xmlns:a16="http://schemas.microsoft.com/office/drawing/2014/main" id="{7E37360D-ED39-42EA-8248-7BC66F016D18}"/>
                  </a:ext>
                </a:extLst>
              </p:cNvPr>
              <p:cNvSpPr>
                <a:spLocks noChangeShapeType="1"/>
              </p:cNvSpPr>
              <p:nvPr/>
            </p:nvSpPr>
            <p:spPr bwMode="auto">
              <a:xfrm>
                <a:off x="2841" y="23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43" name="Line 540">
                <a:extLst>
                  <a:ext uri="{FF2B5EF4-FFF2-40B4-BE49-F238E27FC236}">
                    <a16:creationId xmlns:a16="http://schemas.microsoft.com/office/drawing/2014/main" id="{0DC7EB49-5912-44C6-AD74-346396464E66}"/>
                  </a:ext>
                </a:extLst>
              </p:cNvPr>
              <p:cNvSpPr>
                <a:spLocks noChangeShapeType="1"/>
              </p:cNvSpPr>
              <p:nvPr/>
            </p:nvSpPr>
            <p:spPr bwMode="auto">
              <a:xfrm>
                <a:off x="2841" y="232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44" name="Rectangle 541">
                <a:extLst>
                  <a:ext uri="{FF2B5EF4-FFF2-40B4-BE49-F238E27FC236}">
                    <a16:creationId xmlns:a16="http://schemas.microsoft.com/office/drawing/2014/main" id="{2E679769-8A83-4BF0-897E-616074B468B5}"/>
                  </a:ext>
                </a:extLst>
              </p:cNvPr>
              <p:cNvSpPr>
                <a:spLocks noChangeArrowheads="1"/>
              </p:cNvSpPr>
              <p:nvPr/>
            </p:nvSpPr>
            <p:spPr bwMode="auto">
              <a:xfrm>
                <a:off x="2848" y="2324"/>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45" name="Line 542">
                <a:extLst>
                  <a:ext uri="{FF2B5EF4-FFF2-40B4-BE49-F238E27FC236}">
                    <a16:creationId xmlns:a16="http://schemas.microsoft.com/office/drawing/2014/main" id="{E9357413-6AB2-4E2F-86E1-2FDB13A22C91}"/>
                  </a:ext>
                </a:extLst>
              </p:cNvPr>
              <p:cNvSpPr>
                <a:spLocks noChangeShapeType="1"/>
              </p:cNvSpPr>
              <p:nvPr/>
            </p:nvSpPr>
            <p:spPr bwMode="auto">
              <a:xfrm>
                <a:off x="2848" y="2324"/>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46" name="Rectangle 543">
                <a:extLst>
                  <a:ext uri="{FF2B5EF4-FFF2-40B4-BE49-F238E27FC236}">
                    <a16:creationId xmlns:a16="http://schemas.microsoft.com/office/drawing/2014/main" id="{DD8A4DF2-2610-488D-8DB4-5145FBE4AEAA}"/>
                  </a:ext>
                </a:extLst>
              </p:cNvPr>
              <p:cNvSpPr>
                <a:spLocks noChangeArrowheads="1"/>
              </p:cNvSpPr>
              <p:nvPr/>
            </p:nvSpPr>
            <p:spPr bwMode="auto">
              <a:xfrm>
                <a:off x="3243" y="232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47" name="Line 544">
                <a:extLst>
                  <a:ext uri="{FF2B5EF4-FFF2-40B4-BE49-F238E27FC236}">
                    <a16:creationId xmlns:a16="http://schemas.microsoft.com/office/drawing/2014/main" id="{89D9A0A6-1D0D-4306-9267-A111F73FD7B6}"/>
                  </a:ext>
                </a:extLst>
              </p:cNvPr>
              <p:cNvSpPr>
                <a:spLocks noChangeShapeType="1"/>
              </p:cNvSpPr>
              <p:nvPr/>
            </p:nvSpPr>
            <p:spPr bwMode="auto">
              <a:xfrm>
                <a:off x="3243" y="23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48" name="Line 545">
                <a:extLst>
                  <a:ext uri="{FF2B5EF4-FFF2-40B4-BE49-F238E27FC236}">
                    <a16:creationId xmlns:a16="http://schemas.microsoft.com/office/drawing/2014/main" id="{0569680F-D0CD-4446-AC28-B27842F2743A}"/>
                  </a:ext>
                </a:extLst>
              </p:cNvPr>
              <p:cNvSpPr>
                <a:spLocks noChangeShapeType="1"/>
              </p:cNvSpPr>
              <p:nvPr/>
            </p:nvSpPr>
            <p:spPr bwMode="auto">
              <a:xfrm>
                <a:off x="3243" y="232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49" name="Rectangle 546">
                <a:extLst>
                  <a:ext uri="{FF2B5EF4-FFF2-40B4-BE49-F238E27FC236}">
                    <a16:creationId xmlns:a16="http://schemas.microsoft.com/office/drawing/2014/main" id="{0A398446-67CC-4B2E-A784-5E5143717FE8}"/>
                  </a:ext>
                </a:extLst>
              </p:cNvPr>
              <p:cNvSpPr>
                <a:spLocks noChangeArrowheads="1"/>
              </p:cNvSpPr>
              <p:nvPr/>
            </p:nvSpPr>
            <p:spPr bwMode="auto">
              <a:xfrm>
                <a:off x="3250" y="2324"/>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50" name="Line 547">
                <a:extLst>
                  <a:ext uri="{FF2B5EF4-FFF2-40B4-BE49-F238E27FC236}">
                    <a16:creationId xmlns:a16="http://schemas.microsoft.com/office/drawing/2014/main" id="{3AFBAECF-2850-45B0-B44B-864E094A6BFD}"/>
                  </a:ext>
                </a:extLst>
              </p:cNvPr>
              <p:cNvSpPr>
                <a:spLocks noChangeShapeType="1"/>
              </p:cNvSpPr>
              <p:nvPr/>
            </p:nvSpPr>
            <p:spPr bwMode="auto">
              <a:xfrm>
                <a:off x="3250" y="2324"/>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51" name="Rectangle 548">
                <a:extLst>
                  <a:ext uri="{FF2B5EF4-FFF2-40B4-BE49-F238E27FC236}">
                    <a16:creationId xmlns:a16="http://schemas.microsoft.com/office/drawing/2014/main" id="{0D7FF120-B8FA-4D04-89D5-8237FDD1736C}"/>
                  </a:ext>
                </a:extLst>
              </p:cNvPr>
              <p:cNvSpPr>
                <a:spLocks noChangeArrowheads="1"/>
              </p:cNvSpPr>
              <p:nvPr/>
            </p:nvSpPr>
            <p:spPr bwMode="auto">
              <a:xfrm>
                <a:off x="3595" y="232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52" name="Line 549">
                <a:extLst>
                  <a:ext uri="{FF2B5EF4-FFF2-40B4-BE49-F238E27FC236}">
                    <a16:creationId xmlns:a16="http://schemas.microsoft.com/office/drawing/2014/main" id="{F4253058-ADFA-497D-A4ED-FEBFB3925566}"/>
                  </a:ext>
                </a:extLst>
              </p:cNvPr>
              <p:cNvSpPr>
                <a:spLocks noChangeShapeType="1"/>
              </p:cNvSpPr>
              <p:nvPr/>
            </p:nvSpPr>
            <p:spPr bwMode="auto">
              <a:xfrm>
                <a:off x="3595" y="23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53" name="Line 550">
                <a:extLst>
                  <a:ext uri="{FF2B5EF4-FFF2-40B4-BE49-F238E27FC236}">
                    <a16:creationId xmlns:a16="http://schemas.microsoft.com/office/drawing/2014/main" id="{DCFE9CCA-E4F3-4027-B7F4-076DFFCB3CFA}"/>
                  </a:ext>
                </a:extLst>
              </p:cNvPr>
              <p:cNvSpPr>
                <a:spLocks noChangeShapeType="1"/>
              </p:cNvSpPr>
              <p:nvPr/>
            </p:nvSpPr>
            <p:spPr bwMode="auto">
              <a:xfrm>
                <a:off x="3595" y="232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54" name="Rectangle 551">
                <a:extLst>
                  <a:ext uri="{FF2B5EF4-FFF2-40B4-BE49-F238E27FC236}">
                    <a16:creationId xmlns:a16="http://schemas.microsoft.com/office/drawing/2014/main" id="{B14CD997-A2C7-4DD2-98F6-171EB489726A}"/>
                  </a:ext>
                </a:extLst>
              </p:cNvPr>
              <p:cNvSpPr>
                <a:spLocks noChangeArrowheads="1"/>
              </p:cNvSpPr>
              <p:nvPr/>
            </p:nvSpPr>
            <p:spPr bwMode="auto">
              <a:xfrm>
                <a:off x="3602" y="2324"/>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55" name="Line 552">
                <a:extLst>
                  <a:ext uri="{FF2B5EF4-FFF2-40B4-BE49-F238E27FC236}">
                    <a16:creationId xmlns:a16="http://schemas.microsoft.com/office/drawing/2014/main" id="{7B07CE8F-9EEB-4CE8-9E27-C56C482B8F53}"/>
                  </a:ext>
                </a:extLst>
              </p:cNvPr>
              <p:cNvSpPr>
                <a:spLocks noChangeShapeType="1"/>
              </p:cNvSpPr>
              <p:nvPr/>
            </p:nvSpPr>
            <p:spPr bwMode="auto">
              <a:xfrm>
                <a:off x="3602" y="232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56" name="Rectangle 553">
                <a:extLst>
                  <a:ext uri="{FF2B5EF4-FFF2-40B4-BE49-F238E27FC236}">
                    <a16:creationId xmlns:a16="http://schemas.microsoft.com/office/drawing/2014/main" id="{49B36F78-8839-48A8-ABD2-F88DADB25A65}"/>
                  </a:ext>
                </a:extLst>
              </p:cNvPr>
              <p:cNvSpPr>
                <a:spLocks noChangeArrowheads="1"/>
              </p:cNvSpPr>
              <p:nvPr/>
            </p:nvSpPr>
            <p:spPr bwMode="auto">
              <a:xfrm>
                <a:off x="3974" y="232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57" name="Line 554">
                <a:extLst>
                  <a:ext uri="{FF2B5EF4-FFF2-40B4-BE49-F238E27FC236}">
                    <a16:creationId xmlns:a16="http://schemas.microsoft.com/office/drawing/2014/main" id="{D0D52B9C-5961-4712-828C-75B6C27956C4}"/>
                  </a:ext>
                </a:extLst>
              </p:cNvPr>
              <p:cNvSpPr>
                <a:spLocks noChangeShapeType="1"/>
              </p:cNvSpPr>
              <p:nvPr/>
            </p:nvSpPr>
            <p:spPr bwMode="auto">
              <a:xfrm>
                <a:off x="3974" y="23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58" name="Line 555">
                <a:extLst>
                  <a:ext uri="{FF2B5EF4-FFF2-40B4-BE49-F238E27FC236}">
                    <a16:creationId xmlns:a16="http://schemas.microsoft.com/office/drawing/2014/main" id="{5EF95AB3-796E-42BF-82F3-AD3035EC724A}"/>
                  </a:ext>
                </a:extLst>
              </p:cNvPr>
              <p:cNvSpPr>
                <a:spLocks noChangeShapeType="1"/>
              </p:cNvSpPr>
              <p:nvPr/>
            </p:nvSpPr>
            <p:spPr bwMode="auto">
              <a:xfrm>
                <a:off x="3974" y="232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59" name="Rectangle 556">
                <a:extLst>
                  <a:ext uri="{FF2B5EF4-FFF2-40B4-BE49-F238E27FC236}">
                    <a16:creationId xmlns:a16="http://schemas.microsoft.com/office/drawing/2014/main" id="{5FE406B4-66F2-41A1-A23D-34CDFBED12B8}"/>
                  </a:ext>
                </a:extLst>
              </p:cNvPr>
              <p:cNvSpPr>
                <a:spLocks noChangeArrowheads="1"/>
              </p:cNvSpPr>
              <p:nvPr/>
            </p:nvSpPr>
            <p:spPr bwMode="auto">
              <a:xfrm>
                <a:off x="3981" y="232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60" name="Line 557">
                <a:extLst>
                  <a:ext uri="{FF2B5EF4-FFF2-40B4-BE49-F238E27FC236}">
                    <a16:creationId xmlns:a16="http://schemas.microsoft.com/office/drawing/2014/main" id="{227D2B71-439E-4EBE-8B74-C2A1F883B883}"/>
                  </a:ext>
                </a:extLst>
              </p:cNvPr>
              <p:cNvSpPr>
                <a:spLocks noChangeShapeType="1"/>
              </p:cNvSpPr>
              <p:nvPr/>
            </p:nvSpPr>
            <p:spPr bwMode="auto">
              <a:xfrm>
                <a:off x="3981" y="232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61" name="Rectangle 558">
                <a:extLst>
                  <a:ext uri="{FF2B5EF4-FFF2-40B4-BE49-F238E27FC236}">
                    <a16:creationId xmlns:a16="http://schemas.microsoft.com/office/drawing/2014/main" id="{76F01312-0A81-4E36-ABCC-1B9CD85D48CE}"/>
                  </a:ext>
                </a:extLst>
              </p:cNvPr>
              <p:cNvSpPr>
                <a:spLocks noChangeArrowheads="1"/>
              </p:cNvSpPr>
              <p:nvPr/>
            </p:nvSpPr>
            <p:spPr bwMode="auto">
              <a:xfrm>
                <a:off x="4349" y="232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62" name="Line 559">
                <a:extLst>
                  <a:ext uri="{FF2B5EF4-FFF2-40B4-BE49-F238E27FC236}">
                    <a16:creationId xmlns:a16="http://schemas.microsoft.com/office/drawing/2014/main" id="{258761BD-24CE-4605-848E-207EF4311628}"/>
                  </a:ext>
                </a:extLst>
              </p:cNvPr>
              <p:cNvSpPr>
                <a:spLocks noChangeShapeType="1"/>
              </p:cNvSpPr>
              <p:nvPr/>
            </p:nvSpPr>
            <p:spPr bwMode="auto">
              <a:xfrm>
                <a:off x="4349" y="23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63" name="Line 560">
                <a:extLst>
                  <a:ext uri="{FF2B5EF4-FFF2-40B4-BE49-F238E27FC236}">
                    <a16:creationId xmlns:a16="http://schemas.microsoft.com/office/drawing/2014/main" id="{22871D09-C9DC-426B-BF8E-145C776F48D7}"/>
                  </a:ext>
                </a:extLst>
              </p:cNvPr>
              <p:cNvSpPr>
                <a:spLocks noChangeShapeType="1"/>
              </p:cNvSpPr>
              <p:nvPr/>
            </p:nvSpPr>
            <p:spPr bwMode="auto">
              <a:xfrm>
                <a:off x="4349" y="232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64" name="Rectangle 561">
                <a:extLst>
                  <a:ext uri="{FF2B5EF4-FFF2-40B4-BE49-F238E27FC236}">
                    <a16:creationId xmlns:a16="http://schemas.microsoft.com/office/drawing/2014/main" id="{800D21E5-84C4-41B3-9ACB-AA7D425E8346}"/>
                  </a:ext>
                </a:extLst>
              </p:cNvPr>
              <p:cNvSpPr>
                <a:spLocks noChangeArrowheads="1"/>
              </p:cNvSpPr>
              <p:nvPr/>
            </p:nvSpPr>
            <p:spPr bwMode="auto">
              <a:xfrm>
                <a:off x="4356" y="232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65" name="Line 562">
                <a:extLst>
                  <a:ext uri="{FF2B5EF4-FFF2-40B4-BE49-F238E27FC236}">
                    <a16:creationId xmlns:a16="http://schemas.microsoft.com/office/drawing/2014/main" id="{2F481E65-8A7E-4884-8442-149F040737C4}"/>
                  </a:ext>
                </a:extLst>
              </p:cNvPr>
              <p:cNvSpPr>
                <a:spLocks noChangeShapeType="1"/>
              </p:cNvSpPr>
              <p:nvPr/>
            </p:nvSpPr>
            <p:spPr bwMode="auto">
              <a:xfrm>
                <a:off x="4356" y="232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66" name="Rectangle 563">
                <a:extLst>
                  <a:ext uri="{FF2B5EF4-FFF2-40B4-BE49-F238E27FC236}">
                    <a16:creationId xmlns:a16="http://schemas.microsoft.com/office/drawing/2014/main" id="{C6A76EA8-D4C7-4D30-B7D1-BDF287149298}"/>
                  </a:ext>
                </a:extLst>
              </p:cNvPr>
              <p:cNvSpPr>
                <a:spLocks noChangeArrowheads="1"/>
              </p:cNvSpPr>
              <p:nvPr/>
            </p:nvSpPr>
            <p:spPr bwMode="auto">
              <a:xfrm>
                <a:off x="1451" y="2528"/>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167" name="Rectangle 564">
                <a:extLst>
                  <a:ext uri="{FF2B5EF4-FFF2-40B4-BE49-F238E27FC236}">
                    <a16:creationId xmlns:a16="http://schemas.microsoft.com/office/drawing/2014/main" id="{59A7A50D-67E4-416D-8A66-B973B761ABF6}"/>
                  </a:ext>
                </a:extLst>
              </p:cNvPr>
              <p:cNvSpPr>
                <a:spLocks noChangeArrowheads="1"/>
              </p:cNvSpPr>
              <p:nvPr/>
            </p:nvSpPr>
            <p:spPr bwMode="auto">
              <a:xfrm>
                <a:off x="1864" y="2528"/>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168" name="Rectangle 565">
                <a:extLst>
                  <a:ext uri="{FF2B5EF4-FFF2-40B4-BE49-F238E27FC236}">
                    <a16:creationId xmlns:a16="http://schemas.microsoft.com/office/drawing/2014/main" id="{1476BDBE-6924-4F9D-B5FF-3A5664928938}"/>
                  </a:ext>
                </a:extLst>
              </p:cNvPr>
              <p:cNvSpPr>
                <a:spLocks noChangeArrowheads="1"/>
              </p:cNvSpPr>
              <p:nvPr/>
            </p:nvSpPr>
            <p:spPr bwMode="auto">
              <a:xfrm>
                <a:off x="2242" y="2528"/>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169" name="Rectangle 566">
                <a:extLst>
                  <a:ext uri="{FF2B5EF4-FFF2-40B4-BE49-F238E27FC236}">
                    <a16:creationId xmlns:a16="http://schemas.microsoft.com/office/drawing/2014/main" id="{7CD20DD5-CAC2-4099-A3B5-A2BA99A6950A}"/>
                  </a:ext>
                </a:extLst>
              </p:cNvPr>
              <p:cNvSpPr>
                <a:spLocks noChangeArrowheads="1"/>
              </p:cNvSpPr>
              <p:nvPr/>
            </p:nvSpPr>
            <p:spPr bwMode="auto">
              <a:xfrm>
                <a:off x="2617" y="2528"/>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170" name="Rectangle 567">
                <a:extLst>
                  <a:ext uri="{FF2B5EF4-FFF2-40B4-BE49-F238E27FC236}">
                    <a16:creationId xmlns:a16="http://schemas.microsoft.com/office/drawing/2014/main" id="{2A226A02-6289-4956-A8AE-CDD323AF72C5}"/>
                  </a:ext>
                </a:extLst>
              </p:cNvPr>
              <p:cNvSpPr>
                <a:spLocks noChangeArrowheads="1"/>
              </p:cNvSpPr>
              <p:nvPr/>
            </p:nvSpPr>
            <p:spPr bwMode="auto">
              <a:xfrm>
                <a:off x="3009" y="2528"/>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5171" name="Rectangle 568">
                <a:extLst>
                  <a:ext uri="{FF2B5EF4-FFF2-40B4-BE49-F238E27FC236}">
                    <a16:creationId xmlns:a16="http://schemas.microsoft.com/office/drawing/2014/main" id="{D01FD797-DF8A-491B-82D6-960B9036818C}"/>
                  </a:ext>
                </a:extLst>
              </p:cNvPr>
              <p:cNvSpPr>
                <a:spLocks noChangeArrowheads="1"/>
              </p:cNvSpPr>
              <p:nvPr/>
            </p:nvSpPr>
            <p:spPr bwMode="auto">
              <a:xfrm>
                <a:off x="3388" y="2528"/>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172" name="Rectangle 569">
                <a:extLst>
                  <a:ext uri="{FF2B5EF4-FFF2-40B4-BE49-F238E27FC236}">
                    <a16:creationId xmlns:a16="http://schemas.microsoft.com/office/drawing/2014/main" id="{D7018901-043D-4269-A2AE-E6A2BB66B8DB}"/>
                  </a:ext>
                </a:extLst>
              </p:cNvPr>
              <p:cNvSpPr>
                <a:spLocks noChangeArrowheads="1"/>
              </p:cNvSpPr>
              <p:nvPr/>
            </p:nvSpPr>
            <p:spPr bwMode="auto">
              <a:xfrm>
                <a:off x="3749" y="2528"/>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5173" name="Rectangle 570">
                <a:extLst>
                  <a:ext uri="{FF2B5EF4-FFF2-40B4-BE49-F238E27FC236}">
                    <a16:creationId xmlns:a16="http://schemas.microsoft.com/office/drawing/2014/main" id="{A7F2FB06-C0A1-46FC-ACB2-9D53B13286D4}"/>
                  </a:ext>
                </a:extLst>
              </p:cNvPr>
              <p:cNvSpPr>
                <a:spLocks noChangeArrowheads="1"/>
              </p:cNvSpPr>
              <p:nvPr/>
            </p:nvSpPr>
            <p:spPr bwMode="auto">
              <a:xfrm>
                <a:off x="4125" y="2528"/>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5174" name="Rectangle 571">
                <a:extLst>
                  <a:ext uri="{FF2B5EF4-FFF2-40B4-BE49-F238E27FC236}">
                    <a16:creationId xmlns:a16="http://schemas.microsoft.com/office/drawing/2014/main" id="{12D51B58-24BC-4597-9ABF-113B45DBD3ED}"/>
                  </a:ext>
                </a:extLst>
              </p:cNvPr>
              <p:cNvSpPr>
                <a:spLocks noChangeArrowheads="1"/>
              </p:cNvSpPr>
              <p:nvPr/>
            </p:nvSpPr>
            <p:spPr bwMode="auto">
              <a:xfrm>
                <a:off x="4466" y="2528"/>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5175" name="Rectangle 572">
                <a:extLst>
                  <a:ext uri="{FF2B5EF4-FFF2-40B4-BE49-F238E27FC236}">
                    <a16:creationId xmlns:a16="http://schemas.microsoft.com/office/drawing/2014/main" id="{19474298-FE4A-4F28-A550-2BD360CAF435}"/>
                  </a:ext>
                </a:extLst>
              </p:cNvPr>
              <p:cNvSpPr>
                <a:spLocks noChangeArrowheads="1"/>
              </p:cNvSpPr>
              <p:nvPr/>
            </p:nvSpPr>
            <p:spPr bwMode="auto">
              <a:xfrm>
                <a:off x="1330" y="2507"/>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76" name="Line 573">
                <a:extLst>
                  <a:ext uri="{FF2B5EF4-FFF2-40B4-BE49-F238E27FC236}">
                    <a16:creationId xmlns:a16="http://schemas.microsoft.com/office/drawing/2014/main" id="{C561983D-4002-4214-A959-3ECFC40643A4}"/>
                  </a:ext>
                </a:extLst>
              </p:cNvPr>
              <p:cNvSpPr>
                <a:spLocks noChangeShapeType="1"/>
              </p:cNvSpPr>
              <p:nvPr/>
            </p:nvSpPr>
            <p:spPr bwMode="auto">
              <a:xfrm>
                <a:off x="1330" y="2507"/>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77" name="Rectangle 574">
                <a:extLst>
                  <a:ext uri="{FF2B5EF4-FFF2-40B4-BE49-F238E27FC236}">
                    <a16:creationId xmlns:a16="http://schemas.microsoft.com/office/drawing/2014/main" id="{2701B9D8-5978-4566-8ED1-45700E567B07}"/>
                  </a:ext>
                </a:extLst>
              </p:cNvPr>
              <p:cNvSpPr>
                <a:spLocks noChangeArrowheads="1"/>
              </p:cNvSpPr>
              <p:nvPr/>
            </p:nvSpPr>
            <p:spPr bwMode="auto">
              <a:xfrm>
                <a:off x="1712" y="250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78" name="Line 575">
                <a:extLst>
                  <a:ext uri="{FF2B5EF4-FFF2-40B4-BE49-F238E27FC236}">
                    <a16:creationId xmlns:a16="http://schemas.microsoft.com/office/drawing/2014/main" id="{27FCF896-0814-4C48-91B6-85A692409CC1}"/>
                  </a:ext>
                </a:extLst>
              </p:cNvPr>
              <p:cNvSpPr>
                <a:spLocks noChangeShapeType="1"/>
              </p:cNvSpPr>
              <p:nvPr/>
            </p:nvSpPr>
            <p:spPr bwMode="auto">
              <a:xfrm>
                <a:off x="1712" y="25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79" name="Line 576">
                <a:extLst>
                  <a:ext uri="{FF2B5EF4-FFF2-40B4-BE49-F238E27FC236}">
                    <a16:creationId xmlns:a16="http://schemas.microsoft.com/office/drawing/2014/main" id="{AAA67DCF-77C9-4458-B80D-513795960BAD}"/>
                  </a:ext>
                </a:extLst>
              </p:cNvPr>
              <p:cNvSpPr>
                <a:spLocks noChangeShapeType="1"/>
              </p:cNvSpPr>
              <p:nvPr/>
            </p:nvSpPr>
            <p:spPr bwMode="auto">
              <a:xfrm>
                <a:off x="1712" y="250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80" name="Rectangle 577">
                <a:extLst>
                  <a:ext uri="{FF2B5EF4-FFF2-40B4-BE49-F238E27FC236}">
                    <a16:creationId xmlns:a16="http://schemas.microsoft.com/office/drawing/2014/main" id="{EC37BDFA-FE29-45DE-8B4E-41FDDBD216C3}"/>
                  </a:ext>
                </a:extLst>
              </p:cNvPr>
              <p:cNvSpPr>
                <a:spLocks noChangeArrowheads="1"/>
              </p:cNvSpPr>
              <p:nvPr/>
            </p:nvSpPr>
            <p:spPr bwMode="auto">
              <a:xfrm>
                <a:off x="1719" y="2507"/>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81" name="Line 578">
                <a:extLst>
                  <a:ext uri="{FF2B5EF4-FFF2-40B4-BE49-F238E27FC236}">
                    <a16:creationId xmlns:a16="http://schemas.microsoft.com/office/drawing/2014/main" id="{1052B263-FA1A-4C28-9677-0AE05C0D6263}"/>
                  </a:ext>
                </a:extLst>
              </p:cNvPr>
              <p:cNvSpPr>
                <a:spLocks noChangeShapeType="1"/>
              </p:cNvSpPr>
              <p:nvPr/>
            </p:nvSpPr>
            <p:spPr bwMode="auto">
              <a:xfrm>
                <a:off x="1719" y="250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82" name="Rectangle 579">
                <a:extLst>
                  <a:ext uri="{FF2B5EF4-FFF2-40B4-BE49-F238E27FC236}">
                    <a16:creationId xmlns:a16="http://schemas.microsoft.com/office/drawing/2014/main" id="{5F254E11-B4E4-4A2F-9843-0E8105066B3F}"/>
                  </a:ext>
                </a:extLst>
              </p:cNvPr>
              <p:cNvSpPr>
                <a:spLocks noChangeArrowheads="1"/>
              </p:cNvSpPr>
              <p:nvPr/>
            </p:nvSpPr>
            <p:spPr bwMode="auto">
              <a:xfrm>
                <a:off x="2087" y="250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83" name="Line 580">
                <a:extLst>
                  <a:ext uri="{FF2B5EF4-FFF2-40B4-BE49-F238E27FC236}">
                    <a16:creationId xmlns:a16="http://schemas.microsoft.com/office/drawing/2014/main" id="{E052FCB2-48F7-4C11-B077-1CED3138841B}"/>
                  </a:ext>
                </a:extLst>
              </p:cNvPr>
              <p:cNvSpPr>
                <a:spLocks noChangeShapeType="1"/>
              </p:cNvSpPr>
              <p:nvPr/>
            </p:nvSpPr>
            <p:spPr bwMode="auto">
              <a:xfrm>
                <a:off x="2087" y="25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84" name="Line 581">
                <a:extLst>
                  <a:ext uri="{FF2B5EF4-FFF2-40B4-BE49-F238E27FC236}">
                    <a16:creationId xmlns:a16="http://schemas.microsoft.com/office/drawing/2014/main" id="{4C26B9DB-8B20-48FB-911A-B8EE94ACB054}"/>
                  </a:ext>
                </a:extLst>
              </p:cNvPr>
              <p:cNvSpPr>
                <a:spLocks noChangeShapeType="1"/>
              </p:cNvSpPr>
              <p:nvPr/>
            </p:nvSpPr>
            <p:spPr bwMode="auto">
              <a:xfrm>
                <a:off x="2087" y="250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85" name="Rectangle 582">
                <a:extLst>
                  <a:ext uri="{FF2B5EF4-FFF2-40B4-BE49-F238E27FC236}">
                    <a16:creationId xmlns:a16="http://schemas.microsoft.com/office/drawing/2014/main" id="{686966FC-9E89-43A3-9672-26D850EAB16D}"/>
                  </a:ext>
                </a:extLst>
              </p:cNvPr>
              <p:cNvSpPr>
                <a:spLocks noChangeArrowheads="1"/>
              </p:cNvSpPr>
              <p:nvPr/>
            </p:nvSpPr>
            <p:spPr bwMode="auto">
              <a:xfrm>
                <a:off x="2094" y="2507"/>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86" name="Line 583">
                <a:extLst>
                  <a:ext uri="{FF2B5EF4-FFF2-40B4-BE49-F238E27FC236}">
                    <a16:creationId xmlns:a16="http://schemas.microsoft.com/office/drawing/2014/main" id="{20C7D83A-6F0B-4EC1-889D-E4FD04CB24C6}"/>
                  </a:ext>
                </a:extLst>
              </p:cNvPr>
              <p:cNvSpPr>
                <a:spLocks noChangeShapeType="1"/>
              </p:cNvSpPr>
              <p:nvPr/>
            </p:nvSpPr>
            <p:spPr bwMode="auto">
              <a:xfrm>
                <a:off x="2094" y="250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87" name="Rectangle 584">
                <a:extLst>
                  <a:ext uri="{FF2B5EF4-FFF2-40B4-BE49-F238E27FC236}">
                    <a16:creationId xmlns:a16="http://schemas.microsoft.com/office/drawing/2014/main" id="{0EB9A27D-927A-4A49-BEF7-1E67D04E8AF6}"/>
                  </a:ext>
                </a:extLst>
              </p:cNvPr>
              <p:cNvSpPr>
                <a:spLocks noChangeArrowheads="1"/>
              </p:cNvSpPr>
              <p:nvPr/>
            </p:nvSpPr>
            <p:spPr bwMode="auto">
              <a:xfrm>
                <a:off x="2466" y="250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88" name="Line 585">
                <a:extLst>
                  <a:ext uri="{FF2B5EF4-FFF2-40B4-BE49-F238E27FC236}">
                    <a16:creationId xmlns:a16="http://schemas.microsoft.com/office/drawing/2014/main" id="{9BB235DC-3A8D-4705-9799-C7229FA40CBC}"/>
                  </a:ext>
                </a:extLst>
              </p:cNvPr>
              <p:cNvSpPr>
                <a:spLocks noChangeShapeType="1"/>
              </p:cNvSpPr>
              <p:nvPr/>
            </p:nvSpPr>
            <p:spPr bwMode="auto">
              <a:xfrm>
                <a:off x="2466" y="25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89" name="Line 586">
                <a:extLst>
                  <a:ext uri="{FF2B5EF4-FFF2-40B4-BE49-F238E27FC236}">
                    <a16:creationId xmlns:a16="http://schemas.microsoft.com/office/drawing/2014/main" id="{25D46264-3754-415E-9491-1AE9AA06C47A}"/>
                  </a:ext>
                </a:extLst>
              </p:cNvPr>
              <p:cNvSpPr>
                <a:spLocks noChangeShapeType="1"/>
              </p:cNvSpPr>
              <p:nvPr/>
            </p:nvSpPr>
            <p:spPr bwMode="auto">
              <a:xfrm>
                <a:off x="2466" y="250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90" name="Rectangle 587">
                <a:extLst>
                  <a:ext uri="{FF2B5EF4-FFF2-40B4-BE49-F238E27FC236}">
                    <a16:creationId xmlns:a16="http://schemas.microsoft.com/office/drawing/2014/main" id="{99870FB3-6F23-4A32-8F64-465B53A84124}"/>
                  </a:ext>
                </a:extLst>
              </p:cNvPr>
              <p:cNvSpPr>
                <a:spLocks noChangeArrowheads="1"/>
              </p:cNvSpPr>
              <p:nvPr/>
            </p:nvSpPr>
            <p:spPr bwMode="auto">
              <a:xfrm>
                <a:off x="2473" y="2507"/>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91" name="Line 588">
                <a:extLst>
                  <a:ext uri="{FF2B5EF4-FFF2-40B4-BE49-F238E27FC236}">
                    <a16:creationId xmlns:a16="http://schemas.microsoft.com/office/drawing/2014/main" id="{9B5B0B6F-3033-472C-8905-E6B1CB2A343D}"/>
                  </a:ext>
                </a:extLst>
              </p:cNvPr>
              <p:cNvSpPr>
                <a:spLocks noChangeShapeType="1"/>
              </p:cNvSpPr>
              <p:nvPr/>
            </p:nvSpPr>
            <p:spPr bwMode="auto">
              <a:xfrm>
                <a:off x="2473" y="250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92" name="Rectangle 589">
                <a:extLst>
                  <a:ext uri="{FF2B5EF4-FFF2-40B4-BE49-F238E27FC236}">
                    <a16:creationId xmlns:a16="http://schemas.microsoft.com/office/drawing/2014/main" id="{8D79AE5D-522C-4598-A531-C5BD4432EE19}"/>
                  </a:ext>
                </a:extLst>
              </p:cNvPr>
              <p:cNvSpPr>
                <a:spLocks noChangeArrowheads="1"/>
              </p:cNvSpPr>
              <p:nvPr/>
            </p:nvSpPr>
            <p:spPr bwMode="auto">
              <a:xfrm>
                <a:off x="2841" y="250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93" name="Line 590">
                <a:extLst>
                  <a:ext uri="{FF2B5EF4-FFF2-40B4-BE49-F238E27FC236}">
                    <a16:creationId xmlns:a16="http://schemas.microsoft.com/office/drawing/2014/main" id="{269BB1CB-BE47-4F34-A1D6-6B6B192A4629}"/>
                  </a:ext>
                </a:extLst>
              </p:cNvPr>
              <p:cNvSpPr>
                <a:spLocks noChangeShapeType="1"/>
              </p:cNvSpPr>
              <p:nvPr/>
            </p:nvSpPr>
            <p:spPr bwMode="auto">
              <a:xfrm>
                <a:off x="2841" y="25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94" name="Line 591">
                <a:extLst>
                  <a:ext uri="{FF2B5EF4-FFF2-40B4-BE49-F238E27FC236}">
                    <a16:creationId xmlns:a16="http://schemas.microsoft.com/office/drawing/2014/main" id="{D84B77D7-EBFD-4733-A6C7-4B9F987FCFEF}"/>
                  </a:ext>
                </a:extLst>
              </p:cNvPr>
              <p:cNvSpPr>
                <a:spLocks noChangeShapeType="1"/>
              </p:cNvSpPr>
              <p:nvPr/>
            </p:nvSpPr>
            <p:spPr bwMode="auto">
              <a:xfrm>
                <a:off x="2841" y="250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95" name="Rectangle 592">
                <a:extLst>
                  <a:ext uri="{FF2B5EF4-FFF2-40B4-BE49-F238E27FC236}">
                    <a16:creationId xmlns:a16="http://schemas.microsoft.com/office/drawing/2014/main" id="{F028FDAF-C7B6-436D-89AD-174CF17F9E28}"/>
                  </a:ext>
                </a:extLst>
              </p:cNvPr>
              <p:cNvSpPr>
                <a:spLocks noChangeArrowheads="1"/>
              </p:cNvSpPr>
              <p:nvPr/>
            </p:nvSpPr>
            <p:spPr bwMode="auto">
              <a:xfrm>
                <a:off x="2848" y="2507"/>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96" name="Line 593">
                <a:extLst>
                  <a:ext uri="{FF2B5EF4-FFF2-40B4-BE49-F238E27FC236}">
                    <a16:creationId xmlns:a16="http://schemas.microsoft.com/office/drawing/2014/main" id="{C0143B79-D278-4B0E-ACA9-BA444CBAB03C}"/>
                  </a:ext>
                </a:extLst>
              </p:cNvPr>
              <p:cNvSpPr>
                <a:spLocks noChangeShapeType="1"/>
              </p:cNvSpPr>
              <p:nvPr/>
            </p:nvSpPr>
            <p:spPr bwMode="auto">
              <a:xfrm>
                <a:off x="2848" y="2507"/>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97" name="Rectangle 594">
                <a:extLst>
                  <a:ext uri="{FF2B5EF4-FFF2-40B4-BE49-F238E27FC236}">
                    <a16:creationId xmlns:a16="http://schemas.microsoft.com/office/drawing/2014/main" id="{3DDE339B-1818-4A70-BA54-B4807AEC2AB1}"/>
                  </a:ext>
                </a:extLst>
              </p:cNvPr>
              <p:cNvSpPr>
                <a:spLocks noChangeArrowheads="1"/>
              </p:cNvSpPr>
              <p:nvPr/>
            </p:nvSpPr>
            <p:spPr bwMode="auto">
              <a:xfrm>
                <a:off x="3243" y="250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198" name="Line 595">
                <a:extLst>
                  <a:ext uri="{FF2B5EF4-FFF2-40B4-BE49-F238E27FC236}">
                    <a16:creationId xmlns:a16="http://schemas.microsoft.com/office/drawing/2014/main" id="{82CE3C9F-0DCE-41BE-A114-59BEE99B5DE5}"/>
                  </a:ext>
                </a:extLst>
              </p:cNvPr>
              <p:cNvSpPr>
                <a:spLocks noChangeShapeType="1"/>
              </p:cNvSpPr>
              <p:nvPr/>
            </p:nvSpPr>
            <p:spPr bwMode="auto">
              <a:xfrm>
                <a:off x="3243" y="25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199" name="Line 596">
                <a:extLst>
                  <a:ext uri="{FF2B5EF4-FFF2-40B4-BE49-F238E27FC236}">
                    <a16:creationId xmlns:a16="http://schemas.microsoft.com/office/drawing/2014/main" id="{C81FF8C7-E57C-4F9F-A407-1474221337BE}"/>
                  </a:ext>
                </a:extLst>
              </p:cNvPr>
              <p:cNvSpPr>
                <a:spLocks noChangeShapeType="1"/>
              </p:cNvSpPr>
              <p:nvPr/>
            </p:nvSpPr>
            <p:spPr bwMode="auto">
              <a:xfrm>
                <a:off x="3243" y="250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00" name="Rectangle 597">
                <a:extLst>
                  <a:ext uri="{FF2B5EF4-FFF2-40B4-BE49-F238E27FC236}">
                    <a16:creationId xmlns:a16="http://schemas.microsoft.com/office/drawing/2014/main" id="{812C9134-7AAF-476D-89F5-61E6776D5388}"/>
                  </a:ext>
                </a:extLst>
              </p:cNvPr>
              <p:cNvSpPr>
                <a:spLocks noChangeArrowheads="1"/>
              </p:cNvSpPr>
              <p:nvPr/>
            </p:nvSpPr>
            <p:spPr bwMode="auto">
              <a:xfrm>
                <a:off x="3250" y="2507"/>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01" name="Line 598">
                <a:extLst>
                  <a:ext uri="{FF2B5EF4-FFF2-40B4-BE49-F238E27FC236}">
                    <a16:creationId xmlns:a16="http://schemas.microsoft.com/office/drawing/2014/main" id="{9D4B3B1D-B3A1-47F6-BCDA-12E9040E02A8}"/>
                  </a:ext>
                </a:extLst>
              </p:cNvPr>
              <p:cNvSpPr>
                <a:spLocks noChangeShapeType="1"/>
              </p:cNvSpPr>
              <p:nvPr/>
            </p:nvSpPr>
            <p:spPr bwMode="auto">
              <a:xfrm>
                <a:off x="3250" y="2507"/>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02" name="Rectangle 599">
                <a:extLst>
                  <a:ext uri="{FF2B5EF4-FFF2-40B4-BE49-F238E27FC236}">
                    <a16:creationId xmlns:a16="http://schemas.microsoft.com/office/drawing/2014/main" id="{0014E8AA-17C5-4A50-9025-AA99CB7B436C}"/>
                  </a:ext>
                </a:extLst>
              </p:cNvPr>
              <p:cNvSpPr>
                <a:spLocks noChangeArrowheads="1"/>
              </p:cNvSpPr>
              <p:nvPr/>
            </p:nvSpPr>
            <p:spPr bwMode="auto">
              <a:xfrm>
                <a:off x="3595" y="250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03" name="Line 600">
                <a:extLst>
                  <a:ext uri="{FF2B5EF4-FFF2-40B4-BE49-F238E27FC236}">
                    <a16:creationId xmlns:a16="http://schemas.microsoft.com/office/drawing/2014/main" id="{1BA0C23B-9E1F-4A4E-A1EF-7958EAE014EE}"/>
                  </a:ext>
                </a:extLst>
              </p:cNvPr>
              <p:cNvSpPr>
                <a:spLocks noChangeShapeType="1"/>
              </p:cNvSpPr>
              <p:nvPr/>
            </p:nvSpPr>
            <p:spPr bwMode="auto">
              <a:xfrm>
                <a:off x="3595" y="25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04" name="Line 601">
                <a:extLst>
                  <a:ext uri="{FF2B5EF4-FFF2-40B4-BE49-F238E27FC236}">
                    <a16:creationId xmlns:a16="http://schemas.microsoft.com/office/drawing/2014/main" id="{1680AC9F-73C2-4B17-8160-6E853B3A3D28}"/>
                  </a:ext>
                </a:extLst>
              </p:cNvPr>
              <p:cNvSpPr>
                <a:spLocks noChangeShapeType="1"/>
              </p:cNvSpPr>
              <p:nvPr/>
            </p:nvSpPr>
            <p:spPr bwMode="auto">
              <a:xfrm>
                <a:off x="3595" y="250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05" name="Rectangle 602">
                <a:extLst>
                  <a:ext uri="{FF2B5EF4-FFF2-40B4-BE49-F238E27FC236}">
                    <a16:creationId xmlns:a16="http://schemas.microsoft.com/office/drawing/2014/main" id="{8034C1FD-BA90-4443-9126-A237B2C083B0}"/>
                  </a:ext>
                </a:extLst>
              </p:cNvPr>
              <p:cNvSpPr>
                <a:spLocks noChangeArrowheads="1"/>
              </p:cNvSpPr>
              <p:nvPr/>
            </p:nvSpPr>
            <p:spPr bwMode="auto">
              <a:xfrm>
                <a:off x="3602" y="2507"/>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06" name="Line 603">
                <a:extLst>
                  <a:ext uri="{FF2B5EF4-FFF2-40B4-BE49-F238E27FC236}">
                    <a16:creationId xmlns:a16="http://schemas.microsoft.com/office/drawing/2014/main" id="{6D4A718C-10D5-4277-8A9C-0DB3E4614A63}"/>
                  </a:ext>
                </a:extLst>
              </p:cNvPr>
              <p:cNvSpPr>
                <a:spLocks noChangeShapeType="1"/>
              </p:cNvSpPr>
              <p:nvPr/>
            </p:nvSpPr>
            <p:spPr bwMode="auto">
              <a:xfrm>
                <a:off x="3602" y="250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07" name="Rectangle 604">
                <a:extLst>
                  <a:ext uri="{FF2B5EF4-FFF2-40B4-BE49-F238E27FC236}">
                    <a16:creationId xmlns:a16="http://schemas.microsoft.com/office/drawing/2014/main" id="{BE591B49-BC53-4D93-83B3-952B8AB609E7}"/>
                  </a:ext>
                </a:extLst>
              </p:cNvPr>
              <p:cNvSpPr>
                <a:spLocks noChangeArrowheads="1"/>
              </p:cNvSpPr>
              <p:nvPr/>
            </p:nvSpPr>
            <p:spPr bwMode="auto">
              <a:xfrm>
                <a:off x="3974" y="250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208" name="Line 605">
                <a:extLst>
                  <a:ext uri="{FF2B5EF4-FFF2-40B4-BE49-F238E27FC236}">
                    <a16:creationId xmlns:a16="http://schemas.microsoft.com/office/drawing/2014/main" id="{DD288921-624B-4393-84A0-BDA8D211EA7D}"/>
                  </a:ext>
                </a:extLst>
              </p:cNvPr>
              <p:cNvSpPr>
                <a:spLocks noChangeShapeType="1"/>
              </p:cNvSpPr>
              <p:nvPr/>
            </p:nvSpPr>
            <p:spPr bwMode="auto">
              <a:xfrm>
                <a:off x="3974" y="25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209" name="Line 606">
                <a:extLst>
                  <a:ext uri="{FF2B5EF4-FFF2-40B4-BE49-F238E27FC236}">
                    <a16:creationId xmlns:a16="http://schemas.microsoft.com/office/drawing/2014/main" id="{E8C9D6FC-5FA3-4EE4-9C9D-42D703506119}"/>
                  </a:ext>
                </a:extLst>
              </p:cNvPr>
              <p:cNvSpPr>
                <a:spLocks noChangeShapeType="1"/>
              </p:cNvSpPr>
              <p:nvPr/>
            </p:nvSpPr>
            <p:spPr bwMode="auto">
              <a:xfrm>
                <a:off x="3974" y="250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grpSp>
        <p:grpSp>
          <p:nvGrpSpPr>
            <p:cNvPr id="24584" name="Group 808">
              <a:extLst>
                <a:ext uri="{FF2B5EF4-FFF2-40B4-BE49-F238E27FC236}">
                  <a16:creationId xmlns:a16="http://schemas.microsoft.com/office/drawing/2014/main" id="{FFA3FA51-D9EA-4579-985A-E31B47AAA408}"/>
                </a:ext>
              </a:extLst>
            </p:cNvPr>
            <p:cNvGrpSpPr>
              <a:grpSpLocks/>
            </p:cNvGrpSpPr>
            <p:nvPr/>
          </p:nvGrpSpPr>
          <p:grpSpPr bwMode="auto">
            <a:xfrm>
              <a:off x="1330" y="2507"/>
              <a:ext cx="3394" cy="936"/>
              <a:chOff x="1330" y="2507"/>
              <a:chExt cx="3394" cy="936"/>
            </a:xfrm>
          </p:grpSpPr>
          <p:sp>
            <p:nvSpPr>
              <p:cNvPr id="24810" name="Rectangle 608">
                <a:extLst>
                  <a:ext uri="{FF2B5EF4-FFF2-40B4-BE49-F238E27FC236}">
                    <a16:creationId xmlns:a16="http://schemas.microsoft.com/office/drawing/2014/main" id="{4759171E-D7AA-483A-9637-888E764BCC98}"/>
                  </a:ext>
                </a:extLst>
              </p:cNvPr>
              <p:cNvSpPr>
                <a:spLocks noChangeArrowheads="1"/>
              </p:cNvSpPr>
              <p:nvPr/>
            </p:nvSpPr>
            <p:spPr bwMode="auto">
              <a:xfrm>
                <a:off x="3981" y="2507"/>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11" name="Line 609">
                <a:extLst>
                  <a:ext uri="{FF2B5EF4-FFF2-40B4-BE49-F238E27FC236}">
                    <a16:creationId xmlns:a16="http://schemas.microsoft.com/office/drawing/2014/main" id="{A1F61759-1574-4401-88E7-8439A49B8CAE}"/>
                  </a:ext>
                </a:extLst>
              </p:cNvPr>
              <p:cNvSpPr>
                <a:spLocks noChangeShapeType="1"/>
              </p:cNvSpPr>
              <p:nvPr/>
            </p:nvSpPr>
            <p:spPr bwMode="auto">
              <a:xfrm>
                <a:off x="3981" y="250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12" name="Rectangle 610">
                <a:extLst>
                  <a:ext uri="{FF2B5EF4-FFF2-40B4-BE49-F238E27FC236}">
                    <a16:creationId xmlns:a16="http://schemas.microsoft.com/office/drawing/2014/main" id="{BBFCF374-FD50-4505-BBD5-3A277DEA7A90}"/>
                  </a:ext>
                </a:extLst>
              </p:cNvPr>
              <p:cNvSpPr>
                <a:spLocks noChangeArrowheads="1"/>
              </p:cNvSpPr>
              <p:nvPr/>
            </p:nvSpPr>
            <p:spPr bwMode="auto">
              <a:xfrm>
                <a:off x="4349" y="2507"/>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13" name="Line 611">
                <a:extLst>
                  <a:ext uri="{FF2B5EF4-FFF2-40B4-BE49-F238E27FC236}">
                    <a16:creationId xmlns:a16="http://schemas.microsoft.com/office/drawing/2014/main" id="{90F5CB0A-342D-4A57-A6AB-B676D7C91FCB}"/>
                  </a:ext>
                </a:extLst>
              </p:cNvPr>
              <p:cNvSpPr>
                <a:spLocks noChangeShapeType="1"/>
              </p:cNvSpPr>
              <p:nvPr/>
            </p:nvSpPr>
            <p:spPr bwMode="auto">
              <a:xfrm>
                <a:off x="4349" y="25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14" name="Line 612">
                <a:extLst>
                  <a:ext uri="{FF2B5EF4-FFF2-40B4-BE49-F238E27FC236}">
                    <a16:creationId xmlns:a16="http://schemas.microsoft.com/office/drawing/2014/main" id="{2CBC1219-AADB-435D-BCA3-0F4608034642}"/>
                  </a:ext>
                </a:extLst>
              </p:cNvPr>
              <p:cNvSpPr>
                <a:spLocks noChangeShapeType="1"/>
              </p:cNvSpPr>
              <p:nvPr/>
            </p:nvSpPr>
            <p:spPr bwMode="auto">
              <a:xfrm>
                <a:off x="4349" y="2507"/>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15" name="Rectangle 613">
                <a:extLst>
                  <a:ext uri="{FF2B5EF4-FFF2-40B4-BE49-F238E27FC236}">
                    <a16:creationId xmlns:a16="http://schemas.microsoft.com/office/drawing/2014/main" id="{5F23A08F-5E16-4514-BD0B-3A7686BAEDB3}"/>
                  </a:ext>
                </a:extLst>
              </p:cNvPr>
              <p:cNvSpPr>
                <a:spLocks noChangeArrowheads="1"/>
              </p:cNvSpPr>
              <p:nvPr/>
            </p:nvSpPr>
            <p:spPr bwMode="auto">
              <a:xfrm>
                <a:off x="4356" y="2507"/>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16" name="Line 614">
                <a:extLst>
                  <a:ext uri="{FF2B5EF4-FFF2-40B4-BE49-F238E27FC236}">
                    <a16:creationId xmlns:a16="http://schemas.microsoft.com/office/drawing/2014/main" id="{D9813900-DA98-4ED0-85F9-F62AA875D505}"/>
                  </a:ext>
                </a:extLst>
              </p:cNvPr>
              <p:cNvSpPr>
                <a:spLocks noChangeShapeType="1"/>
              </p:cNvSpPr>
              <p:nvPr/>
            </p:nvSpPr>
            <p:spPr bwMode="auto">
              <a:xfrm>
                <a:off x="4356" y="250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17" name="Rectangle 615">
                <a:extLst>
                  <a:ext uri="{FF2B5EF4-FFF2-40B4-BE49-F238E27FC236}">
                    <a16:creationId xmlns:a16="http://schemas.microsoft.com/office/drawing/2014/main" id="{32DD1124-D0B0-4ED2-A353-6D4BBE2A3ACA}"/>
                  </a:ext>
                </a:extLst>
              </p:cNvPr>
              <p:cNvSpPr>
                <a:spLocks noChangeArrowheads="1"/>
              </p:cNvSpPr>
              <p:nvPr/>
            </p:nvSpPr>
            <p:spPr bwMode="auto">
              <a:xfrm>
                <a:off x="1712" y="251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18" name="Line 616">
                <a:extLst>
                  <a:ext uri="{FF2B5EF4-FFF2-40B4-BE49-F238E27FC236}">
                    <a16:creationId xmlns:a16="http://schemas.microsoft.com/office/drawing/2014/main" id="{068A09EB-D8CC-4FF1-9E24-FE3DF3BEF091}"/>
                  </a:ext>
                </a:extLst>
              </p:cNvPr>
              <p:cNvSpPr>
                <a:spLocks noChangeShapeType="1"/>
              </p:cNvSpPr>
              <p:nvPr/>
            </p:nvSpPr>
            <p:spPr bwMode="auto">
              <a:xfrm>
                <a:off x="1712" y="251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19" name="Rectangle 617">
                <a:extLst>
                  <a:ext uri="{FF2B5EF4-FFF2-40B4-BE49-F238E27FC236}">
                    <a16:creationId xmlns:a16="http://schemas.microsoft.com/office/drawing/2014/main" id="{C6728E17-1604-4842-8727-DB2BBCE5EB8B}"/>
                  </a:ext>
                </a:extLst>
              </p:cNvPr>
              <p:cNvSpPr>
                <a:spLocks noChangeArrowheads="1"/>
              </p:cNvSpPr>
              <p:nvPr/>
            </p:nvSpPr>
            <p:spPr bwMode="auto">
              <a:xfrm>
                <a:off x="2087" y="251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20" name="Line 618">
                <a:extLst>
                  <a:ext uri="{FF2B5EF4-FFF2-40B4-BE49-F238E27FC236}">
                    <a16:creationId xmlns:a16="http://schemas.microsoft.com/office/drawing/2014/main" id="{228C47A7-F92E-40E2-B2CD-3DFDB64A4B7A}"/>
                  </a:ext>
                </a:extLst>
              </p:cNvPr>
              <p:cNvSpPr>
                <a:spLocks noChangeShapeType="1"/>
              </p:cNvSpPr>
              <p:nvPr/>
            </p:nvSpPr>
            <p:spPr bwMode="auto">
              <a:xfrm>
                <a:off x="2087" y="251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21" name="Rectangle 619">
                <a:extLst>
                  <a:ext uri="{FF2B5EF4-FFF2-40B4-BE49-F238E27FC236}">
                    <a16:creationId xmlns:a16="http://schemas.microsoft.com/office/drawing/2014/main" id="{2A6C391F-8531-460E-9B76-E2AFE0F5CE44}"/>
                  </a:ext>
                </a:extLst>
              </p:cNvPr>
              <p:cNvSpPr>
                <a:spLocks noChangeArrowheads="1"/>
              </p:cNvSpPr>
              <p:nvPr/>
            </p:nvSpPr>
            <p:spPr bwMode="auto">
              <a:xfrm>
                <a:off x="2466" y="251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22" name="Line 620">
                <a:extLst>
                  <a:ext uri="{FF2B5EF4-FFF2-40B4-BE49-F238E27FC236}">
                    <a16:creationId xmlns:a16="http://schemas.microsoft.com/office/drawing/2014/main" id="{C6606958-6D72-4DB2-93A6-E9FD8A7EACFF}"/>
                  </a:ext>
                </a:extLst>
              </p:cNvPr>
              <p:cNvSpPr>
                <a:spLocks noChangeShapeType="1"/>
              </p:cNvSpPr>
              <p:nvPr/>
            </p:nvSpPr>
            <p:spPr bwMode="auto">
              <a:xfrm>
                <a:off x="2466" y="251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23" name="Rectangle 621">
                <a:extLst>
                  <a:ext uri="{FF2B5EF4-FFF2-40B4-BE49-F238E27FC236}">
                    <a16:creationId xmlns:a16="http://schemas.microsoft.com/office/drawing/2014/main" id="{4EAF4B7E-06C2-4BCB-A6A1-AA476126BD6E}"/>
                  </a:ext>
                </a:extLst>
              </p:cNvPr>
              <p:cNvSpPr>
                <a:spLocks noChangeArrowheads="1"/>
              </p:cNvSpPr>
              <p:nvPr/>
            </p:nvSpPr>
            <p:spPr bwMode="auto">
              <a:xfrm>
                <a:off x="2841" y="251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24" name="Line 622">
                <a:extLst>
                  <a:ext uri="{FF2B5EF4-FFF2-40B4-BE49-F238E27FC236}">
                    <a16:creationId xmlns:a16="http://schemas.microsoft.com/office/drawing/2014/main" id="{289B5110-CD88-4E0C-99AE-7324132F2B31}"/>
                  </a:ext>
                </a:extLst>
              </p:cNvPr>
              <p:cNvSpPr>
                <a:spLocks noChangeShapeType="1"/>
              </p:cNvSpPr>
              <p:nvPr/>
            </p:nvSpPr>
            <p:spPr bwMode="auto">
              <a:xfrm>
                <a:off x="2841" y="251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25" name="Rectangle 623">
                <a:extLst>
                  <a:ext uri="{FF2B5EF4-FFF2-40B4-BE49-F238E27FC236}">
                    <a16:creationId xmlns:a16="http://schemas.microsoft.com/office/drawing/2014/main" id="{27CB7A6C-7955-4994-8F3E-E721399167EC}"/>
                  </a:ext>
                </a:extLst>
              </p:cNvPr>
              <p:cNvSpPr>
                <a:spLocks noChangeArrowheads="1"/>
              </p:cNvSpPr>
              <p:nvPr/>
            </p:nvSpPr>
            <p:spPr bwMode="auto">
              <a:xfrm>
                <a:off x="3243" y="251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26" name="Line 624">
                <a:extLst>
                  <a:ext uri="{FF2B5EF4-FFF2-40B4-BE49-F238E27FC236}">
                    <a16:creationId xmlns:a16="http://schemas.microsoft.com/office/drawing/2014/main" id="{F97190DD-C215-4680-B7A9-2B8F56AC2C63}"/>
                  </a:ext>
                </a:extLst>
              </p:cNvPr>
              <p:cNvSpPr>
                <a:spLocks noChangeShapeType="1"/>
              </p:cNvSpPr>
              <p:nvPr/>
            </p:nvSpPr>
            <p:spPr bwMode="auto">
              <a:xfrm>
                <a:off x="3243" y="251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27" name="Rectangle 625">
                <a:extLst>
                  <a:ext uri="{FF2B5EF4-FFF2-40B4-BE49-F238E27FC236}">
                    <a16:creationId xmlns:a16="http://schemas.microsoft.com/office/drawing/2014/main" id="{E9D6B8C0-9DEC-46C0-AB98-EAF818EB6694}"/>
                  </a:ext>
                </a:extLst>
              </p:cNvPr>
              <p:cNvSpPr>
                <a:spLocks noChangeArrowheads="1"/>
              </p:cNvSpPr>
              <p:nvPr/>
            </p:nvSpPr>
            <p:spPr bwMode="auto">
              <a:xfrm>
                <a:off x="3595" y="251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28" name="Line 626">
                <a:extLst>
                  <a:ext uri="{FF2B5EF4-FFF2-40B4-BE49-F238E27FC236}">
                    <a16:creationId xmlns:a16="http://schemas.microsoft.com/office/drawing/2014/main" id="{C111DC6D-6788-4AC1-A293-82C60CFE669D}"/>
                  </a:ext>
                </a:extLst>
              </p:cNvPr>
              <p:cNvSpPr>
                <a:spLocks noChangeShapeType="1"/>
              </p:cNvSpPr>
              <p:nvPr/>
            </p:nvSpPr>
            <p:spPr bwMode="auto">
              <a:xfrm>
                <a:off x="3595" y="251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29" name="Rectangle 627">
                <a:extLst>
                  <a:ext uri="{FF2B5EF4-FFF2-40B4-BE49-F238E27FC236}">
                    <a16:creationId xmlns:a16="http://schemas.microsoft.com/office/drawing/2014/main" id="{CAC552F6-F3A9-4CB3-AD1D-07EDA65A51A9}"/>
                  </a:ext>
                </a:extLst>
              </p:cNvPr>
              <p:cNvSpPr>
                <a:spLocks noChangeArrowheads="1"/>
              </p:cNvSpPr>
              <p:nvPr/>
            </p:nvSpPr>
            <p:spPr bwMode="auto">
              <a:xfrm>
                <a:off x="3974" y="251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30" name="Line 628">
                <a:extLst>
                  <a:ext uri="{FF2B5EF4-FFF2-40B4-BE49-F238E27FC236}">
                    <a16:creationId xmlns:a16="http://schemas.microsoft.com/office/drawing/2014/main" id="{2BE2F9F7-A1FF-4589-914B-D81E98EB36B0}"/>
                  </a:ext>
                </a:extLst>
              </p:cNvPr>
              <p:cNvSpPr>
                <a:spLocks noChangeShapeType="1"/>
              </p:cNvSpPr>
              <p:nvPr/>
            </p:nvSpPr>
            <p:spPr bwMode="auto">
              <a:xfrm>
                <a:off x="3974" y="251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31" name="Rectangle 629">
                <a:extLst>
                  <a:ext uri="{FF2B5EF4-FFF2-40B4-BE49-F238E27FC236}">
                    <a16:creationId xmlns:a16="http://schemas.microsoft.com/office/drawing/2014/main" id="{81AE21AC-CC42-4704-934B-58FF55DFC2A7}"/>
                  </a:ext>
                </a:extLst>
              </p:cNvPr>
              <p:cNvSpPr>
                <a:spLocks noChangeArrowheads="1"/>
              </p:cNvSpPr>
              <p:nvPr/>
            </p:nvSpPr>
            <p:spPr bwMode="auto">
              <a:xfrm>
                <a:off x="4349" y="2512"/>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32" name="Line 630">
                <a:extLst>
                  <a:ext uri="{FF2B5EF4-FFF2-40B4-BE49-F238E27FC236}">
                    <a16:creationId xmlns:a16="http://schemas.microsoft.com/office/drawing/2014/main" id="{39CDEE0A-42E9-4A79-867A-DB48E8F14F9B}"/>
                  </a:ext>
                </a:extLst>
              </p:cNvPr>
              <p:cNvSpPr>
                <a:spLocks noChangeShapeType="1"/>
              </p:cNvSpPr>
              <p:nvPr/>
            </p:nvSpPr>
            <p:spPr bwMode="auto">
              <a:xfrm>
                <a:off x="4349" y="2512"/>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33" name="Rectangle 631">
                <a:extLst>
                  <a:ext uri="{FF2B5EF4-FFF2-40B4-BE49-F238E27FC236}">
                    <a16:creationId xmlns:a16="http://schemas.microsoft.com/office/drawing/2014/main" id="{CC5A6022-814C-493A-9E25-CC979B526157}"/>
                  </a:ext>
                </a:extLst>
              </p:cNvPr>
              <p:cNvSpPr>
                <a:spLocks noChangeArrowheads="1"/>
              </p:cNvSpPr>
              <p:nvPr/>
            </p:nvSpPr>
            <p:spPr bwMode="auto">
              <a:xfrm>
                <a:off x="2246" y="2710"/>
                <a:ext cx="103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                       </a:t>
                </a:r>
                <a:endParaRPr lang="en-US" altLang="zh-CN" sz="2000" b="1" dirty="0">
                  <a:ea typeface="华文中宋" panose="02010600040101010101" pitchFamily="2" charset="-122"/>
                </a:endParaRPr>
              </a:p>
            </p:txBody>
          </p:sp>
          <p:sp>
            <p:nvSpPr>
              <p:cNvPr id="24834" name="Rectangle 632">
                <a:extLst>
                  <a:ext uri="{FF2B5EF4-FFF2-40B4-BE49-F238E27FC236}">
                    <a16:creationId xmlns:a16="http://schemas.microsoft.com/office/drawing/2014/main" id="{B1B11D59-7C4C-41AE-B106-50B51C4B8241}"/>
                  </a:ext>
                </a:extLst>
              </p:cNvPr>
              <p:cNvSpPr>
                <a:spLocks noChangeArrowheads="1"/>
              </p:cNvSpPr>
              <p:nvPr/>
            </p:nvSpPr>
            <p:spPr bwMode="auto">
              <a:xfrm>
                <a:off x="3692" y="2710"/>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4835" name="Rectangle 633">
                <a:extLst>
                  <a:ext uri="{FF2B5EF4-FFF2-40B4-BE49-F238E27FC236}">
                    <a16:creationId xmlns:a16="http://schemas.microsoft.com/office/drawing/2014/main" id="{FD82A13F-2DC3-44B6-A5AC-964D70C70C4C}"/>
                  </a:ext>
                </a:extLst>
              </p:cNvPr>
              <p:cNvSpPr>
                <a:spLocks noChangeArrowheads="1"/>
              </p:cNvSpPr>
              <p:nvPr/>
            </p:nvSpPr>
            <p:spPr bwMode="auto">
              <a:xfrm>
                <a:off x="1330" y="2690"/>
                <a:ext cx="38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36" name="Line 634">
                <a:extLst>
                  <a:ext uri="{FF2B5EF4-FFF2-40B4-BE49-F238E27FC236}">
                    <a16:creationId xmlns:a16="http://schemas.microsoft.com/office/drawing/2014/main" id="{2503D5F2-4F00-4D4A-976E-B43C87FA14C4}"/>
                  </a:ext>
                </a:extLst>
              </p:cNvPr>
              <p:cNvSpPr>
                <a:spLocks noChangeShapeType="1"/>
              </p:cNvSpPr>
              <p:nvPr/>
            </p:nvSpPr>
            <p:spPr bwMode="auto">
              <a:xfrm>
                <a:off x="1330" y="2690"/>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37" name="Rectangle 635">
                <a:extLst>
                  <a:ext uri="{FF2B5EF4-FFF2-40B4-BE49-F238E27FC236}">
                    <a16:creationId xmlns:a16="http://schemas.microsoft.com/office/drawing/2014/main" id="{B8C2BF1C-8C62-4E76-9263-C0DCAFF30356}"/>
                  </a:ext>
                </a:extLst>
              </p:cNvPr>
              <p:cNvSpPr>
                <a:spLocks noChangeArrowheads="1"/>
              </p:cNvSpPr>
              <p:nvPr/>
            </p:nvSpPr>
            <p:spPr bwMode="auto">
              <a:xfrm>
                <a:off x="1712" y="269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38" name="Line 636">
                <a:extLst>
                  <a:ext uri="{FF2B5EF4-FFF2-40B4-BE49-F238E27FC236}">
                    <a16:creationId xmlns:a16="http://schemas.microsoft.com/office/drawing/2014/main" id="{842268DC-3741-4A94-88A7-3839AC60E5CD}"/>
                  </a:ext>
                </a:extLst>
              </p:cNvPr>
              <p:cNvSpPr>
                <a:spLocks noChangeShapeType="1"/>
              </p:cNvSpPr>
              <p:nvPr/>
            </p:nvSpPr>
            <p:spPr bwMode="auto">
              <a:xfrm>
                <a:off x="1712" y="26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39" name="Line 637">
                <a:extLst>
                  <a:ext uri="{FF2B5EF4-FFF2-40B4-BE49-F238E27FC236}">
                    <a16:creationId xmlns:a16="http://schemas.microsoft.com/office/drawing/2014/main" id="{A35B4C33-CAEB-4A8C-8254-60D0E9B8E865}"/>
                  </a:ext>
                </a:extLst>
              </p:cNvPr>
              <p:cNvSpPr>
                <a:spLocks noChangeShapeType="1"/>
              </p:cNvSpPr>
              <p:nvPr/>
            </p:nvSpPr>
            <p:spPr bwMode="auto">
              <a:xfrm>
                <a:off x="1712" y="269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40" name="Rectangle 638">
                <a:extLst>
                  <a:ext uri="{FF2B5EF4-FFF2-40B4-BE49-F238E27FC236}">
                    <a16:creationId xmlns:a16="http://schemas.microsoft.com/office/drawing/2014/main" id="{613FE82D-611C-4F26-AFD4-2227B77EC4EA}"/>
                  </a:ext>
                </a:extLst>
              </p:cNvPr>
              <p:cNvSpPr>
                <a:spLocks noChangeArrowheads="1"/>
              </p:cNvSpPr>
              <p:nvPr/>
            </p:nvSpPr>
            <p:spPr bwMode="auto">
              <a:xfrm>
                <a:off x="1719" y="269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41" name="Line 639">
                <a:extLst>
                  <a:ext uri="{FF2B5EF4-FFF2-40B4-BE49-F238E27FC236}">
                    <a16:creationId xmlns:a16="http://schemas.microsoft.com/office/drawing/2014/main" id="{B56C5686-8A29-45AE-9E71-1D13D6F576C0}"/>
                  </a:ext>
                </a:extLst>
              </p:cNvPr>
              <p:cNvSpPr>
                <a:spLocks noChangeShapeType="1"/>
              </p:cNvSpPr>
              <p:nvPr/>
            </p:nvSpPr>
            <p:spPr bwMode="auto">
              <a:xfrm>
                <a:off x="1719" y="269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42" name="Rectangle 640">
                <a:extLst>
                  <a:ext uri="{FF2B5EF4-FFF2-40B4-BE49-F238E27FC236}">
                    <a16:creationId xmlns:a16="http://schemas.microsoft.com/office/drawing/2014/main" id="{C4D9B4D7-C375-40FA-A708-3EC336F012C2}"/>
                  </a:ext>
                </a:extLst>
              </p:cNvPr>
              <p:cNvSpPr>
                <a:spLocks noChangeArrowheads="1"/>
              </p:cNvSpPr>
              <p:nvPr/>
            </p:nvSpPr>
            <p:spPr bwMode="auto">
              <a:xfrm>
                <a:off x="2087" y="269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43" name="Line 641">
                <a:extLst>
                  <a:ext uri="{FF2B5EF4-FFF2-40B4-BE49-F238E27FC236}">
                    <a16:creationId xmlns:a16="http://schemas.microsoft.com/office/drawing/2014/main" id="{44B3EFB8-A421-40F2-89E5-540CE56D26C2}"/>
                  </a:ext>
                </a:extLst>
              </p:cNvPr>
              <p:cNvSpPr>
                <a:spLocks noChangeShapeType="1"/>
              </p:cNvSpPr>
              <p:nvPr/>
            </p:nvSpPr>
            <p:spPr bwMode="auto">
              <a:xfrm>
                <a:off x="2087" y="26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44" name="Line 642">
                <a:extLst>
                  <a:ext uri="{FF2B5EF4-FFF2-40B4-BE49-F238E27FC236}">
                    <a16:creationId xmlns:a16="http://schemas.microsoft.com/office/drawing/2014/main" id="{4CFB70D4-4236-4ACF-B92D-3D8FC2CFA451}"/>
                  </a:ext>
                </a:extLst>
              </p:cNvPr>
              <p:cNvSpPr>
                <a:spLocks noChangeShapeType="1"/>
              </p:cNvSpPr>
              <p:nvPr/>
            </p:nvSpPr>
            <p:spPr bwMode="auto">
              <a:xfrm>
                <a:off x="2087" y="269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45" name="Rectangle 643">
                <a:extLst>
                  <a:ext uri="{FF2B5EF4-FFF2-40B4-BE49-F238E27FC236}">
                    <a16:creationId xmlns:a16="http://schemas.microsoft.com/office/drawing/2014/main" id="{6E587C5B-C9C1-4065-8389-1CBECCF1E102}"/>
                  </a:ext>
                </a:extLst>
              </p:cNvPr>
              <p:cNvSpPr>
                <a:spLocks noChangeArrowheads="1"/>
              </p:cNvSpPr>
              <p:nvPr/>
            </p:nvSpPr>
            <p:spPr bwMode="auto">
              <a:xfrm>
                <a:off x="2094" y="2690"/>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46" name="Line 644">
                <a:extLst>
                  <a:ext uri="{FF2B5EF4-FFF2-40B4-BE49-F238E27FC236}">
                    <a16:creationId xmlns:a16="http://schemas.microsoft.com/office/drawing/2014/main" id="{CAE187B1-A07D-4ADF-B701-AACB47C21403}"/>
                  </a:ext>
                </a:extLst>
              </p:cNvPr>
              <p:cNvSpPr>
                <a:spLocks noChangeShapeType="1"/>
              </p:cNvSpPr>
              <p:nvPr/>
            </p:nvSpPr>
            <p:spPr bwMode="auto">
              <a:xfrm>
                <a:off x="2094" y="2690"/>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47" name="Rectangle 645">
                <a:extLst>
                  <a:ext uri="{FF2B5EF4-FFF2-40B4-BE49-F238E27FC236}">
                    <a16:creationId xmlns:a16="http://schemas.microsoft.com/office/drawing/2014/main" id="{E47A3873-DDBF-460C-9280-A0596B64DD89}"/>
                  </a:ext>
                </a:extLst>
              </p:cNvPr>
              <p:cNvSpPr>
                <a:spLocks noChangeArrowheads="1"/>
              </p:cNvSpPr>
              <p:nvPr/>
            </p:nvSpPr>
            <p:spPr bwMode="auto">
              <a:xfrm>
                <a:off x="2466" y="269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48" name="Line 646">
                <a:extLst>
                  <a:ext uri="{FF2B5EF4-FFF2-40B4-BE49-F238E27FC236}">
                    <a16:creationId xmlns:a16="http://schemas.microsoft.com/office/drawing/2014/main" id="{A111D206-99F3-4993-9973-D6E38B4A74DA}"/>
                  </a:ext>
                </a:extLst>
              </p:cNvPr>
              <p:cNvSpPr>
                <a:spLocks noChangeShapeType="1"/>
              </p:cNvSpPr>
              <p:nvPr/>
            </p:nvSpPr>
            <p:spPr bwMode="auto">
              <a:xfrm>
                <a:off x="2466" y="26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49" name="Line 647">
                <a:extLst>
                  <a:ext uri="{FF2B5EF4-FFF2-40B4-BE49-F238E27FC236}">
                    <a16:creationId xmlns:a16="http://schemas.microsoft.com/office/drawing/2014/main" id="{9C2BE091-C957-42B4-BB39-5566BE81DCE8}"/>
                  </a:ext>
                </a:extLst>
              </p:cNvPr>
              <p:cNvSpPr>
                <a:spLocks noChangeShapeType="1"/>
              </p:cNvSpPr>
              <p:nvPr/>
            </p:nvSpPr>
            <p:spPr bwMode="auto">
              <a:xfrm>
                <a:off x="2466" y="269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50" name="Rectangle 648">
                <a:extLst>
                  <a:ext uri="{FF2B5EF4-FFF2-40B4-BE49-F238E27FC236}">
                    <a16:creationId xmlns:a16="http://schemas.microsoft.com/office/drawing/2014/main" id="{E1C4006D-DCB7-45BF-910E-94503CDAFC16}"/>
                  </a:ext>
                </a:extLst>
              </p:cNvPr>
              <p:cNvSpPr>
                <a:spLocks noChangeArrowheads="1"/>
              </p:cNvSpPr>
              <p:nvPr/>
            </p:nvSpPr>
            <p:spPr bwMode="auto">
              <a:xfrm>
                <a:off x="2473" y="269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51" name="Line 649">
                <a:extLst>
                  <a:ext uri="{FF2B5EF4-FFF2-40B4-BE49-F238E27FC236}">
                    <a16:creationId xmlns:a16="http://schemas.microsoft.com/office/drawing/2014/main" id="{A230891D-BAD3-4D3F-B56D-E9D2DF25636D}"/>
                  </a:ext>
                </a:extLst>
              </p:cNvPr>
              <p:cNvSpPr>
                <a:spLocks noChangeShapeType="1"/>
              </p:cNvSpPr>
              <p:nvPr/>
            </p:nvSpPr>
            <p:spPr bwMode="auto">
              <a:xfrm>
                <a:off x="2473" y="269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52" name="Rectangle 650">
                <a:extLst>
                  <a:ext uri="{FF2B5EF4-FFF2-40B4-BE49-F238E27FC236}">
                    <a16:creationId xmlns:a16="http://schemas.microsoft.com/office/drawing/2014/main" id="{D121EFA6-861A-4966-ADAC-0FBD4EDDB0C6}"/>
                  </a:ext>
                </a:extLst>
              </p:cNvPr>
              <p:cNvSpPr>
                <a:spLocks noChangeArrowheads="1"/>
              </p:cNvSpPr>
              <p:nvPr/>
            </p:nvSpPr>
            <p:spPr bwMode="auto">
              <a:xfrm>
                <a:off x="2841" y="269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53" name="Line 651">
                <a:extLst>
                  <a:ext uri="{FF2B5EF4-FFF2-40B4-BE49-F238E27FC236}">
                    <a16:creationId xmlns:a16="http://schemas.microsoft.com/office/drawing/2014/main" id="{A0A4B53E-766E-473D-9ECF-F6359C575AAB}"/>
                  </a:ext>
                </a:extLst>
              </p:cNvPr>
              <p:cNvSpPr>
                <a:spLocks noChangeShapeType="1"/>
              </p:cNvSpPr>
              <p:nvPr/>
            </p:nvSpPr>
            <p:spPr bwMode="auto">
              <a:xfrm>
                <a:off x="2841" y="26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54" name="Line 652">
                <a:extLst>
                  <a:ext uri="{FF2B5EF4-FFF2-40B4-BE49-F238E27FC236}">
                    <a16:creationId xmlns:a16="http://schemas.microsoft.com/office/drawing/2014/main" id="{4523E6F4-0748-43C2-ACD1-491DFE3C720C}"/>
                  </a:ext>
                </a:extLst>
              </p:cNvPr>
              <p:cNvSpPr>
                <a:spLocks noChangeShapeType="1"/>
              </p:cNvSpPr>
              <p:nvPr/>
            </p:nvSpPr>
            <p:spPr bwMode="auto">
              <a:xfrm>
                <a:off x="2841" y="269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55" name="Rectangle 653">
                <a:extLst>
                  <a:ext uri="{FF2B5EF4-FFF2-40B4-BE49-F238E27FC236}">
                    <a16:creationId xmlns:a16="http://schemas.microsoft.com/office/drawing/2014/main" id="{82310775-3E1D-4C82-B7A9-EE66944CCB28}"/>
                  </a:ext>
                </a:extLst>
              </p:cNvPr>
              <p:cNvSpPr>
                <a:spLocks noChangeArrowheads="1"/>
              </p:cNvSpPr>
              <p:nvPr/>
            </p:nvSpPr>
            <p:spPr bwMode="auto">
              <a:xfrm>
                <a:off x="2848" y="2690"/>
                <a:ext cx="39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56" name="Line 654">
                <a:extLst>
                  <a:ext uri="{FF2B5EF4-FFF2-40B4-BE49-F238E27FC236}">
                    <a16:creationId xmlns:a16="http://schemas.microsoft.com/office/drawing/2014/main" id="{AC69A713-6650-464E-A132-9649E98E2453}"/>
                  </a:ext>
                </a:extLst>
              </p:cNvPr>
              <p:cNvSpPr>
                <a:spLocks noChangeShapeType="1"/>
              </p:cNvSpPr>
              <p:nvPr/>
            </p:nvSpPr>
            <p:spPr bwMode="auto">
              <a:xfrm>
                <a:off x="2848" y="2690"/>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57" name="Rectangle 655">
                <a:extLst>
                  <a:ext uri="{FF2B5EF4-FFF2-40B4-BE49-F238E27FC236}">
                    <a16:creationId xmlns:a16="http://schemas.microsoft.com/office/drawing/2014/main" id="{E5AE45C9-070D-4D96-83AF-D5E0A888B20C}"/>
                  </a:ext>
                </a:extLst>
              </p:cNvPr>
              <p:cNvSpPr>
                <a:spLocks noChangeArrowheads="1"/>
              </p:cNvSpPr>
              <p:nvPr/>
            </p:nvSpPr>
            <p:spPr bwMode="auto">
              <a:xfrm>
                <a:off x="3243" y="269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58" name="Line 656">
                <a:extLst>
                  <a:ext uri="{FF2B5EF4-FFF2-40B4-BE49-F238E27FC236}">
                    <a16:creationId xmlns:a16="http://schemas.microsoft.com/office/drawing/2014/main" id="{3D50525C-3F35-4859-94BE-B3B6159E8D98}"/>
                  </a:ext>
                </a:extLst>
              </p:cNvPr>
              <p:cNvSpPr>
                <a:spLocks noChangeShapeType="1"/>
              </p:cNvSpPr>
              <p:nvPr/>
            </p:nvSpPr>
            <p:spPr bwMode="auto">
              <a:xfrm>
                <a:off x="3243" y="26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59" name="Line 657">
                <a:extLst>
                  <a:ext uri="{FF2B5EF4-FFF2-40B4-BE49-F238E27FC236}">
                    <a16:creationId xmlns:a16="http://schemas.microsoft.com/office/drawing/2014/main" id="{3C97B8DB-C3DA-4114-83F7-DFD90254B4E9}"/>
                  </a:ext>
                </a:extLst>
              </p:cNvPr>
              <p:cNvSpPr>
                <a:spLocks noChangeShapeType="1"/>
              </p:cNvSpPr>
              <p:nvPr/>
            </p:nvSpPr>
            <p:spPr bwMode="auto">
              <a:xfrm>
                <a:off x="3243" y="269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60" name="Rectangle 658">
                <a:extLst>
                  <a:ext uri="{FF2B5EF4-FFF2-40B4-BE49-F238E27FC236}">
                    <a16:creationId xmlns:a16="http://schemas.microsoft.com/office/drawing/2014/main" id="{6FEA8A41-5866-4A4A-A3AE-C0A5DBFD3DCD}"/>
                  </a:ext>
                </a:extLst>
              </p:cNvPr>
              <p:cNvSpPr>
                <a:spLocks noChangeArrowheads="1"/>
              </p:cNvSpPr>
              <p:nvPr/>
            </p:nvSpPr>
            <p:spPr bwMode="auto">
              <a:xfrm>
                <a:off x="3250" y="2690"/>
                <a:ext cx="34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61" name="Line 659">
                <a:extLst>
                  <a:ext uri="{FF2B5EF4-FFF2-40B4-BE49-F238E27FC236}">
                    <a16:creationId xmlns:a16="http://schemas.microsoft.com/office/drawing/2014/main" id="{48FE659A-2B2E-4B1F-ACB7-19EA8FA247E8}"/>
                  </a:ext>
                </a:extLst>
              </p:cNvPr>
              <p:cNvSpPr>
                <a:spLocks noChangeShapeType="1"/>
              </p:cNvSpPr>
              <p:nvPr/>
            </p:nvSpPr>
            <p:spPr bwMode="auto">
              <a:xfrm>
                <a:off x="3250" y="2690"/>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62" name="Rectangle 660">
                <a:extLst>
                  <a:ext uri="{FF2B5EF4-FFF2-40B4-BE49-F238E27FC236}">
                    <a16:creationId xmlns:a16="http://schemas.microsoft.com/office/drawing/2014/main" id="{8E8E3192-0EB2-4407-A8C1-240614184D78}"/>
                  </a:ext>
                </a:extLst>
              </p:cNvPr>
              <p:cNvSpPr>
                <a:spLocks noChangeArrowheads="1"/>
              </p:cNvSpPr>
              <p:nvPr/>
            </p:nvSpPr>
            <p:spPr bwMode="auto">
              <a:xfrm>
                <a:off x="3595" y="269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63" name="Line 661">
                <a:extLst>
                  <a:ext uri="{FF2B5EF4-FFF2-40B4-BE49-F238E27FC236}">
                    <a16:creationId xmlns:a16="http://schemas.microsoft.com/office/drawing/2014/main" id="{DAA22D4D-224A-4120-A86C-68EE4DCEBEFA}"/>
                  </a:ext>
                </a:extLst>
              </p:cNvPr>
              <p:cNvSpPr>
                <a:spLocks noChangeShapeType="1"/>
              </p:cNvSpPr>
              <p:nvPr/>
            </p:nvSpPr>
            <p:spPr bwMode="auto">
              <a:xfrm>
                <a:off x="3595" y="26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64" name="Line 662">
                <a:extLst>
                  <a:ext uri="{FF2B5EF4-FFF2-40B4-BE49-F238E27FC236}">
                    <a16:creationId xmlns:a16="http://schemas.microsoft.com/office/drawing/2014/main" id="{F251BE0E-9229-420F-9269-B26F5CCB35F9}"/>
                  </a:ext>
                </a:extLst>
              </p:cNvPr>
              <p:cNvSpPr>
                <a:spLocks noChangeShapeType="1"/>
              </p:cNvSpPr>
              <p:nvPr/>
            </p:nvSpPr>
            <p:spPr bwMode="auto">
              <a:xfrm>
                <a:off x="3595" y="269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65" name="Rectangle 663">
                <a:extLst>
                  <a:ext uri="{FF2B5EF4-FFF2-40B4-BE49-F238E27FC236}">
                    <a16:creationId xmlns:a16="http://schemas.microsoft.com/office/drawing/2014/main" id="{ED6B49AA-B621-44B0-A54B-C2410659E024}"/>
                  </a:ext>
                </a:extLst>
              </p:cNvPr>
              <p:cNvSpPr>
                <a:spLocks noChangeArrowheads="1"/>
              </p:cNvSpPr>
              <p:nvPr/>
            </p:nvSpPr>
            <p:spPr bwMode="auto">
              <a:xfrm>
                <a:off x="3602" y="2690"/>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66" name="Line 664">
                <a:extLst>
                  <a:ext uri="{FF2B5EF4-FFF2-40B4-BE49-F238E27FC236}">
                    <a16:creationId xmlns:a16="http://schemas.microsoft.com/office/drawing/2014/main" id="{49E7C6FD-6D6B-440A-8FA6-71BE637E8365}"/>
                  </a:ext>
                </a:extLst>
              </p:cNvPr>
              <p:cNvSpPr>
                <a:spLocks noChangeShapeType="1"/>
              </p:cNvSpPr>
              <p:nvPr/>
            </p:nvSpPr>
            <p:spPr bwMode="auto">
              <a:xfrm>
                <a:off x="3602" y="2690"/>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67" name="Rectangle 665">
                <a:extLst>
                  <a:ext uri="{FF2B5EF4-FFF2-40B4-BE49-F238E27FC236}">
                    <a16:creationId xmlns:a16="http://schemas.microsoft.com/office/drawing/2014/main" id="{4534A923-83B1-472C-B655-2AB2E66C15C3}"/>
                  </a:ext>
                </a:extLst>
              </p:cNvPr>
              <p:cNvSpPr>
                <a:spLocks noChangeArrowheads="1"/>
              </p:cNvSpPr>
              <p:nvPr/>
            </p:nvSpPr>
            <p:spPr bwMode="auto">
              <a:xfrm>
                <a:off x="3974" y="269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68" name="Line 666">
                <a:extLst>
                  <a:ext uri="{FF2B5EF4-FFF2-40B4-BE49-F238E27FC236}">
                    <a16:creationId xmlns:a16="http://schemas.microsoft.com/office/drawing/2014/main" id="{87D092CD-13CF-4F40-8244-A761292118D4}"/>
                  </a:ext>
                </a:extLst>
              </p:cNvPr>
              <p:cNvSpPr>
                <a:spLocks noChangeShapeType="1"/>
              </p:cNvSpPr>
              <p:nvPr/>
            </p:nvSpPr>
            <p:spPr bwMode="auto">
              <a:xfrm>
                <a:off x="3974" y="26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69" name="Line 667">
                <a:extLst>
                  <a:ext uri="{FF2B5EF4-FFF2-40B4-BE49-F238E27FC236}">
                    <a16:creationId xmlns:a16="http://schemas.microsoft.com/office/drawing/2014/main" id="{02BB6648-4BB7-4807-B9D1-A840DE8CA905}"/>
                  </a:ext>
                </a:extLst>
              </p:cNvPr>
              <p:cNvSpPr>
                <a:spLocks noChangeShapeType="1"/>
              </p:cNvSpPr>
              <p:nvPr/>
            </p:nvSpPr>
            <p:spPr bwMode="auto">
              <a:xfrm>
                <a:off x="3974" y="269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70" name="Rectangle 668">
                <a:extLst>
                  <a:ext uri="{FF2B5EF4-FFF2-40B4-BE49-F238E27FC236}">
                    <a16:creationId xmlns:a16="http://schemas.microsoft.com/office/drawing/2014/main" id="{F3A9DB37-54BE-41E5-A17A-4611B1E22FA6}"/>
                  </a:ext>
                </a:extLst>
              </p:cNvPr>
              <p:cNvSpPr>
                <a:spLocks noChangeArrowheads="1"/>
              </p:cNvSpPr>
              <p:nvPr/>
            </p:nvSpPr>
            <p:spPr bwMode="auto">
              <a:xfrm>
                <a:off x="3981" y="269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71" name="Line 669">
                <a:extLst>
                  <a:ext uri="{FF2B5EF4-FFF2-40B4-BE49-F238E27FC236}">
                    <a16:creationId xmlns:a16="http://schemas.microsoft.com/office/drawing/2014/main" id="{853320AF-C2C6-4439-9167-7C3396853806}"/>
                  </a:ext>
                </a:extLst>
              </p:cNvPr>
              <p:cNvSpPr>
                <a:spLocks noChangeShapeType="1"/>
              </p:cNvSpPr>
              <p:nvPr/>
            </p:nvSpPr>
            <p:spPr bwMode="auto">
              <a:xfrm>
                <a:off x="3981" y="269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72" name="Rectangle 670">
                <a:extLst>
                  <a:ext uri="{FF2B5EF4-FFF2-40B4-BE49-F238E27FC236}">
                    <a16:creationId xmlns:a16="http://schemas.microsoft.com/office/drawing/2014/main" id="{F940287A-324C-4B4B-AE56-4CC80011ACA4}"/>
                  </a:ext>
                </a:extLst>
              </p:cNvPr>
              <p:cNvSpPr>
                <a:spLocks noChangeArrowheads="1"/>
              </p:cNvSpPr>
              <p:nvPr/>
            </p:nvSpPr>
            <p:spPr bwMode="auto">
              <a:xfrm>
                <a:off x="4349" y="2690"/>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73" name="Line 671">
                <a:extLst>
                  <a:ext uri="{FF2B5EF4-FFF2-40B4-BE49-F238E27FC236}">
                    <a16:creationId xmlns:a16="http://schemas.microsoft.com/office/drawing/2014/main" id="{AF347169-7CF4-4F50-BBE4-D6C0132A9C9C}"/>
                  </a:ext>
                </a:extLst>
              </p:cNvPr>
              <p:cNvSpPr>
                <a:spLocks noChangeShapeType="1"/>
              </p:cNvSpPr>
              <p:nvPr/>
            </p:nvSpPr>
            <p:spPr bwMode="auto">
              <a:xfrm>
                <a:off x="4349" y="26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74" name="Line 672">
                <a:extLst>
                  <a:ext uri="{FF2B5EF4-FFF2-40B4-BE49-F238E27FC236}">
                    <a16:creationId xmlns:a16="http://schemas.microsoft.com/office/drawing/2014/main" id="{A52A4E1F-42CD-475B-B5BD-B9C1664D8934}"/>
                  </a:ext>
                </a:extLst>
              </p:cNvPr>
              <p:cNvSpPr>
                <a:spLocks noChangeShapeType="1"/>
              </p:cNvSpPr>
              <p:nvPr/>
            </p:nvSpPr>
            <p:spPr bwMode="auto">
              <a:xfrm>
                <a:off x="4349" y="2690"/>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75" name="Rectangle 673">
                <a:extLst>
                  <a:ext uri="{FF2B5EF4-FFF2-40B4-BE49-F238E27FC236}">
                    <a16:creationId xmlns:a16="http://schemas.microsoft.com/office/drawing/2014/main" id="{CB8259CE-399C-4B57-85B8-D1005767DEA9}"/>
                  </a:ext>
                </a:extLst>
              </p:cNvPr>
              <p:cNvSpPr>
                <a:spLocks noChangeArrowheads="1"/>
              </p:cNvSpPr>
              <p:nvPr/>
            </p:nvSpPr>
            <p:spPr bwMode="auto">
              <a:xfrm>
                <a:off x="4356" y="2690"/>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76" name="Line 674">
                <a:extLst>
                  <a:ext uri="{FF2B5EF4-FFF2-40B4-BE49-F238E27FC236}">
                    <a16:creationId xmlns:a16="http://schemas.microsoft.com/office/drawing/2014/main" id="{95AF109F-F772-477F-8B4F-DC11E774D3D9}"/>
                  </a:ext>
                </a:extLst>
              </p:cNvPr>
              <p:cNvSpPr>
                <a:spLocks noChangeShapeType="1"/>
              </p:cNvSpPr>
              <p:nvPr/>
            </p:nvSpPr>
            <p:spPr bwMode="auto">
              <a:xfrm>
                <a:off x="4356" y="2690"/>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77" name="Rectangle 675">
                <a:extLst>
                  <a:ext uri="{FF2B5EF4-FFF2-40B4-BE49-F238E27FC236}">
                    <a16:creationId xmlns:a16="http://schemas.microsoft.com/office/drawing/2014/main" id="{8DED6332-B26B-4651-933C-D72FC42F813B}"/>
                  </a:ext>
                </a:extLst>
              </p:cNvPr>
              <p:cNvSpPr>
                <a:spLocks noChangeArrowheads="1"/>
              </p:cNvSpPr>
              <p:nvPr/>
            </p:nvSpPr>
            <p:spPr bwMode="auto">
              <a:xfrm>
                <a:off x="1451" y="2896"/>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4878" name="Rectangle 676">
                <a:extLst>
                  <a:ext uri="{FF2B5EF4-FFF2-40B4-BE49-F238E27FC236}">
                    <a16:creationId xmlns:a16="http://schemas.microsoft.com/office/drawing/2014/main" id="{F940BCB2-88D2-4925-8517-A912D8636F8E}"/>
                  </a:ext>
                </a:extLst>
              </p:cNvPr>
              <p:cNvSpPr>
                <a:spLocks noChangeArrowheads="1"/>
              </p:cNvSpPr>
              <p:nvPr/>
            </p:nvSpPr>
            <p:spPr bwMode="auto">
              <a:xfrm>
                <a:off x="1864" y="289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879" name="Rectangle 677">
                <a:extLst>
                  <a:ext uri="{FF2B5EF4-FFF2-40B4-BE49-F238E27FC236}">
                    <a16:creationId xmlns:a16="http://schemas.microsoft.com/office/drawing/2014/main" id="{7A62A34C-A1B0-451B-8768-CC014CE1B223}"/>
                  </a:ext>
                </a:extLst>
              </p:cNvPr>
              <p:cNvSpPr>
                <a:spLocks noChangeArrowheads="1"/>
              </p:cNvSpPr>
              <p:nvPr/>
            </p:nvSpPr>
            <p:spPr bwMode="auto">
              <a:xfrm>
                <a:off x="2242" y="289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4880" name="Rectangle 678">
                <a:extLst>
                  <a:ext uri="{FF2B5EF4-FFF2-40B4-BE49-F238E27FC236}">
                    <a16:creationId xmlns:a16="http://schemas.microsoft.com/office/drawing/2014/main" id="{E822D992-2713-4FB5-9704-08DE2A967C92}"/>
                  </a:ext>
                </a:extLst>
              </p:cNvPr>
              <p:cNvSpPr>
                <a:spLocks noChangeArrowheads="1"/>
              </p:cNvSpPr>
              <p:nvPr/>
            </p:nvSpPr>
            <p:spPr bwMode="auto">
              <a:xfrm>
                <a:off x="2617" y="289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881" name="Rectangle 679">
                <a:extLst>
                  <a:ext uri="{FF2B5EF4-FFF2-40B4-BE49-F238E27FC236}">
                    <a16:creationId xmlns:a16="http://schemas.microsoft.com/office/drawing/2014/main" id="{1D34C511-0B11-42FF-8691-BF2BC6AC6DF0}"/>
                  </a:ext>
                </a:extLst>
              </p:cNvPr>
              <p:cNvSpPr>
                <a:spLocks noChangeArrowheads="1"/>
              </p:cNvSpPr>
              <p:nvPr/>
            </p:nvSpPr>
            <p:spPr bwMode="auto">
              <a:xfrm>
                <a:off x="3009" y="289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4882" name="Rectangle 680">
                <a:extLst>
                  <a:ext uri="{FF2B5EF4-FFF2-40B4-BE49-F238E27FC236}">
                    <a16:creationId xmlns:a16="http://schemas.microsoft.com/office/drawing/2014/main" id="{42436EAC-378A-41F2-823E-E89E9DBE828D}"/>
                  </a:ext>
                </a:extLst>
              </p:cNvPr>
              <p:cNvSpPr>
                <a:spLocks noChangeArrowheads="1"/>
              </p:cNvSpPr>
              <p:nvPr/>
            </p:nvSpPr>
            <p:spPr bwMode="auto">
              <a:xfrm>
                <a:off x="3388" y="289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883" name="Rectangle 681">
                <a:extLst>
                  <a:ext uri="{FF2B5EF4-FFF2-40B4-BE49-F238E27FC236}">
                    <a16:creationId xmlns:a16="http://schemas.microsoft.com/office/drawing/2014/main" id="{5B4927D6-ACD4-448A-AAE9-6219EC7EAF9A}"/>
                  </a:ext>
                </a:extLst>
              </p:cNvPr>
              <p:cNvSpPr>
                <a:spLocks noChangeArrowheads="1"/>
              </p:cNvSpPr>
              <p:nvPr/>
            </p:nvSpPr>
            <p:spPr bwMode="auto">
              <a:xfrm>
                <a:off x="3749" y="289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884" name="Rectangle 682">
                <a:extLst>
                  <a:ext uri="{FF2B5EF4-FFF2-40B4-BE49-F238E27FC236}">
                    <a16:creationId xmlns:a16="http://schemas.microsoft.com/office/drawing/2014/main" id="{4C186CF7-FE72-4C30-8324-18359815612A}"/>
                  </a:ext>
                </a:extLst>
              </p:cNvPr>
              <p:cNvSpPr>
                <a:spLocks noChangeArrowheads="1"/>
              </p:cNvSpPr>
              <p:nvPr/>
            </p:nvSpPr>
            <p:spPr bwMode="auto">
              <a:xfrm>
                <a:off x="4125" y="289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885" name="Rectangle 683">
                <a:extLst>
                  <a:ext uri="{FF2B5EF4-FFF2-40B4-BE49-F238E27FC236}">
                    <a16:creationId xmlns:a16="http://schemas.microsoft.com/office/drawing/2014/main" id="{00E77A1C-F8D6-4C05-8D4C-8B0A702918DF}"/>
                  </a:ext>
                </a:extLst>
              </p:cNvPr>
              <p:cNvSpPr>
                <a:spLocks noChangeArrowheads="1"/>
              </p:cNvSpPr>
              <p:nvPr/>
            </p:nvSpPr>
            <p:spPr bwMode="auto">
              <a:xfrm>
                <a:off x="4466" y="2896"/>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4886" name="Rectangle 684">
                <a:extLst>
                  <a:ext uri="{FF2B5EF4-FFF2-40B4-BE49-F238E27FC236}">
                    <a16:creationId xmlns:a16="http://schemas.microsoft.com/office/drawing/2014/main" id="{5CDCB9A7-8517-440F-80FA-033A28926957}"/>
                  </a:ext>
                </a:extLst>
              </p:cNvPr>
              <p:cNvSpPr>
                <a:spLocks noChangeArrowheads="1"/>
              </p:cNvSpPr>
              <p:nvPr/>
            </p:nvSpPr>
            <p:spPr bwMode="auto">
              <a:xfrm>
                <a:off x="1330" y="2874"/>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87" name="Line 685">
                <a:extLst>
                  <a:ext uri="{FF2B5EF4-FFF2-40B4-BE49-F238E27FC236}">
                    <a16:creationId xmlns:a16="http://schemas.microsoft.com/office/drawing/2014/main" id="{49AA37F0-C3E2-4C6A-AF83-7CF45E006790}"/>
                  </a:ext>
                </a:extLst>
              </p:cNvPr>
              <p:cNvSpPr>
                <a:spLocks noChangeShapeType="1"/>
              </p:cNvSpPr>
              <p:nvPr/>
            </p:nvSpPr>
            <p:spPr bwMode="auto">
              <a:xfrm>
                <a:off x="1330" y="2874"/>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88" name="Rectangle 686">
                <a:extLst>
                  <a:ext uri="{FF2B5EF4-FFF2-40B4-BE49-F238E27FC236}">
                    <a16:creationId xmlns:a16="http://schemas.microsoft.com/office/drawing/2014/main" id="{A14EBB9B-134C-4074-92A6-79D12B2DB18D}"/>
                  </a:ext>
                </a:extLst>
              </p:cNvPr>
              <p:cNvSpPr>
                <a:spLocks noChangeArrowheads="1"/>
              </p:cNvSpPr>
              <p:nvPr/>
            </p:nvSpPr>
            <p:spPr bwMode="auto">
              <a:xfrm>
                <a:off x="1712" y="287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89" name="Line 687">
                <a:extLst>
                  <a:ext uri="{FF2B5EF4-FFF2-40B4-BE49-F238E27FC236}">
                    <a16:creationId xmlns:a16="http://schemas.microsoft.com/office/drawing/2014/main" id="{D5FEA94F-969E-4E30-9C9E-D958C68B83CA}"/>
                  </a:ext>
                </a:extLst>
              </p:cNvPr>
              <p:cNvSpPr>
                <a:spLocks noChangeShapeType="1"/>
              </p:cNvSpPr>
              <p:nvPr/>
            </p:nvSpPr>
            <p:spPr bwMode="auto">
              <a:xfrm>
                <a:off x="1712" y="287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90" name="Line 688">
                <a:extLst>
                  <a:ext uri="{FF2B5EF4-FFF2-40B4-BE49-F238E27FC236}">
                    <a16:creationId xmlns:a16="http://schemas.microsoft.com/office/drawing/2014/main" id="{D1DBEB47-37A2-453D-A6E2-FFB83C713059}"/>
                  </a:ext>
                </a:extLst>
              </p:cNvPr>
              <p:cNvSpPr>
                <a:spLocks noChangeShapeType="1"/>
              </p:cNvSpPr>
              <p:nvPr/>
            </p:nvSpPr>
            <p:spPr bwMode="auto">
              <a:xfrm>
                <a:off x="1712" y="287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91" name="Rectangle 689">
                <a:extLst>
                  <a:ext uri="{FF2B5EF4-FFF2-40B4-BE49-F238E27FC236}">
                    <a16:creationId xmlns:a16="http://schemas.microsoft.com/office/drawing/2014/main" id="{6FDFE08A-9CB4-48B5-939A-F332E0620033}"/>
                  </a:ext>
                </a:extLst>
              </p:cNvPr>
              <p:cNvSpPr>
                <a:spLocks noChangeArrowheads="1"/>
              </p:cNvSpPr>
              <p:nvPr/>
            </p:nvSpPr>
            <p:spPr bwMode="auto">
              <a:xfrm>
                <a:off x="1719" y="287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92" name="Line 690">
                <a:extLst>
                  <a:ext uri="{FF2B5EF4-FFF2-40B4-BE49-F238E27FC236}">
                    <a16:creationId xmlns:a16="http://schemas.microsoft.com/office/drawing/2014/main" id="{46A0D5AD-D9D3-4AB6-9F6E-EC5ED86013DE}"/>
                  </a:ext>
                </a:extLst>
              </p:cNvPr>
              <p:cNvSpPr>
                <a:spLocks noChangeShapeType="1"/>
              </p:cNvSpPr>
              <p:nvPr/>
            </p:nvSpPr>
            <p:spPr bwMode="auto">
              <a:xfrm>
                <a:off x="1719" y="287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93" name="Rectangle 691">
                <a:extLst>
                  <a:ext uri="{FF2B5EF4-FFF2-40B4-BE49-F238E27FC236}">
                    <a16:creationId xmlns:a16="http://schemas.microsoft.com/office/drawing/2014/main" id="{72E4384E-AFBB-40F7-AF6E-801DF80635C7}"/>
                  </a:ext>
                </a:extLst>
              </p:cNvPr>
              <p:cNvSpPr>
                <a:spLocks noChangeArrowheads="1"/>
              </p:cNvSpPr>
              <p:nvPr/>
            </p:nvSpPr>
            <p:spPr bwMode="auto">
              <a:xfrm>
                <a:off x="2087" y="287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94" name="Line 692">
                <a:extLst>
                  <a:ext uri="{FF2B5EF4-FFF2-40B4-BE49-F238E27FC236}">
                    <a16:creationId xmlns:a16="http://schemas.microsoft.com/office/drawing/2014/main" id="{C1410D26-4CA8-4880-8EB1-F50E6D0AF350}"/>
                  </a:ext>
                </a:extLst>
              </p:cNvPr>
              <p:cNvSpPr>
                <a:spLocks noChangeShapeType="1"/>
              </p:cNvSpPr>
              <p:nvPr/>
            </p:nvSpPr>
            <p:spPr bwMode="auto">
              <a:xfrm>
                <a:off x="2087" y="287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95" name="Line 693">
                <a:extLst>
                  <a:ext uri="{FF2B5EF4-FFF2-40B4-BE49-F238E27FC236}">
                    <a16:creationId xmlns:a16="http://schemas.microsoft.com/office/drawing/2014/main" id="{53633557-3BCD-427D-B34D-7E811F6EB56D}"/>
                  </a:ext>
                </a:extLst>
              </p:cNvPr>
              <p:cNvSpPr>
                <a:spLocks noChangeShapeType="1"/>
              </p:cNvSpPr>
              <p:nvPr/>
            </p:nvSpPr>
            <p:spPr bwMode="auto">
              <a:xfrm>
                <a:off x="2087" y="287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96" name="Rectangle 694">
                <a:extLst>
                  <a:ext uri="{FF2B5EF4-FFF2-40B4-BE49-F238E27FC236}">
                    <a16:creationId xmlns:a16="http://schemas.microsoft.com/office/drawing/2014/main" id="{069BFCC6-FC67-4B16-81F0-AD2C844E3050}"/>
                  </a:ext>
                </a:extLst>
              </p:cNvPr>
              <p:cNvSpPr>
                <a:spLocks noChangeArrowheads="1"/>
              </p:cNvSpPr>
              <p:nvPr/>
            </p:nvSpPr>
            <p:spPr bwMode="auto">
              <a:xfrm>
                <a:off x="2094" y="2874"/>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97" name="Line 695">
                <a:extLst>
                  <a:ext uri="{FF2B5EF4-FFF2-40B4-BE49-F238E27FC236}">
                    <a16:creationId xmlns:a16="http://schemas.microsoft.com/office/drawing/2014/main" id="{5CC6AAB4-6DC6-4084-B43F-A6CDFB29E4BB}"/>
                  </a:ext>
                </a:extLst>
              </p:cNvPr>
              <p:cNvSpPr>
                <a:spLocks noChangeShapeType="1"/>
              </p:cNvSpPr>
              <p:nvPr/>
            </p:nvSpPr>
            <p:spPr bwMode="auto">
              <a:xfrm>
                <a:off x="2094" y="287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98" name="Rectangle 696">
                <a:extLst>
                  <a:ext uri="{FF2B5EF4-FFF2-40B4-BE49-F238E27FC236}">
                    <a16:creationId xmlns:a16="http://schemas.microsoft.com/office/drawing/2014/main" id="{A033784E-6F0C-45D6-88C0-3AD26DF6278B}"/>
                  </a:ext>
                </a:extLst>
              </p:cNvPr>
              <p:cNvSpPr>
                <a:spLocks noChangeArrowheads="1"/>
              </p:cNvSpPr>
              <p:nvPr/>
            </p:nvSpPr>
            <p:spPr bwMode="auto">
              <a:xfrm>
                <a:off x="2466" y="287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99" name="Line 697">
                <a:extLst>
                  <a:ext uri="{FF2B5EF4-FFF2-40B4-BE49-F238E27FC236}">
                    <a16:creationId xmlns:a16="http://schemas.microsoft.com/office/drawing/2014/main" id="{2138F652-7E2F-4993-A298-D853E305AB1A}"/>
                  </a:ext>
                </a:extLst>
              </p:cNvPr>
              <p:cNvSpPr>
                <a:spLocks noChangeShapeType="1"/>
              </p:cNvSpPr>
              <p:nvPr/>
            </p:nvSpPr>
            <p:spPr bwMode="auto">
              <a:xfrm>
                <a:off x="2466" y="287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00" name="Line 698">
                <a:extLst>
                  <a:ext uri="{FF2B5EF4-FFF2-40B4-BE49-F238E27FC236}">
                    <a16:creationId xmlns:a16="http://schemas.microsoft.com/office/drawing/2014/main" id="{7C7C7B83-6B71-4065-B1E6-0192F24894B2}"/>
                  </a:ext>
                </a:extLst>
              </p:cNvPr>
              <p:cNvSpPr>
                <a:spLocks noChangeShapeType="1"/>
              </p:cNvSpPr>
              <p:nvPr/>
            </p:nvSpPr>
            <p:spPr bwMode="auto">
              <a:xfrm>
                <a:off x="2466" y="287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01" name="Rectangle 699">
                <a:extLst>
                  <a:ext uri="{FF2B5EF4-FFF2-40B4-BE49-F238E27FC236}">
                    <a16:creationId xmlns:a16="http://schemas.microsoft.com/office/drawing/2014/main" id="{530F7D62-FB00-48BE-886D-A8815185BDF8}"/>
                  </a:ext>
                </a:extLst>
              </p:cNvPr>
              <p:cNvSpPr>
                <a:spLocks noChangeArrowheads="1"/>
              </p:cNvSpPr>
              <p:nvPr/>
            </p:nvSpPr>
            <p:spPr bwMode="auto">
              <a:xfrm>
                <a:off x="2473" y="287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02" name="Line 700">
                <a:extLst>
                  <a:ext uri="{FF2B5EF4-FFF2-40B4-BE49-F238E27FC236}">
                    <a16:creationId xmlns:a16="http://schemas.microsoft.com/office/drawing/2014/main" id="{C1528CBE-07B7-4A70-B4E0-AC3AFC13022B}"/>
                  </a:ext>
                </a:extLst>
              </p:cNvPr>
              <p:cNvSpPr>
                <a:spLocks noChangeShapeType="1"/>
              </p:cNvSpPr>
              <p:nvPr/>
            </p:nvSpPr>
            <p:spPr bwMode="auto">
              <a:xfrm>
                <a:off x="2473" y="287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03" name="Rectangle 701">
                <a:extLst>
                  <a:ext uri="{FF2B5EF4-FFF2-40B4-BE49-F238E27FC236}">
                    <a16:creationId xmlns:a16="http://schemas.microsoft.com/office/drawing/2014/main" id="{37B3DE29-5B6B-4829-A21A-80D5F998AC7B}"/>
                  </a:ext>
                </a:extLst>
              </p:cNvPr>
              <p:cNvSpPr>
                <a:spLocks noChangeArrowheads="1"/>
              </p:cNvSpPr>
              <p:nvPr/>
            </p:nvSpPr>
            <p:spPr bwMode="auto">
              <a:xfrm>
                <a:off x="2841" y="287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04" name="Line 702">
                <a:extLst>
                  <a:ext uri="{FF2B5EF4-FFF2-40B4-BE49-F238E27FC236}">
                    <a16:creationId xmlns:a16="http://schemas.microsoft.com/office/drawing/2014/main" id="{796E0B16-664B-46AE-83E2-9077CBA396A3}"/>
                  </a:ext>
                </a:extLst>
              </p:cNvPr>
              <p:cNvSpPr>
                <a:spLocks noChangeShapeType="1"/>
              </p:cNvSpPr>
              <p:nvPr/>
            </p:nvSpPr>
            <p:spPr bwMode="auto">
              <a:xfrm>
                <a:off x="2841" y="287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05" name="Line 703">
                <a:extLst>
                  <a:ext uri="{FF2B5EF4-FFF2-40B4-BE49-F238E27FC236}">
                    <a16:creationId xmlns:a16="http://schemas.microsoft.com/office/drawing/2014/main" id="{602DA227-C562-4130-9160-2442792278D3}"/>
                  </a:ext>
                </a:extLst>
              </p:cNvPr>
              <p:cNvSpPr>
                <a:spLocks noChangeShapeType="1"/>
              </p:cNvSpPr>
              <p:nvPr/>
            </p:nvSpPr>
            <p:spPr bwMode="auto">
              <a:xfrm>
                <a:off x="2841" y="287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06" name="Rectangle 704">
                <a:extLst>
                  <a:ext uri="{FF2B5EF4-FFF2-40B4-BE49-F238E27FC236}">
                    <a16:creationId xmlns:a16="http://schemas.microsoft.com/office/drawing/2014/main" id="{26D61DAA-787F-459E-BA5B-A7DC4C82D53F}"/>
                  </a:ext>
                </a:extLst>
              </p:cNvPr>
              <p:cNvSpPr>
                <a:spLocks noChangeArrowheads="1"/>
              </p:cNvSpPr>
              <p:nvPr/>
            </p:nvSpPr>
            <p:spPr bwMode="auto">
              <a:xfrm>
                <a:off x="2848" y="2874"/>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07" name="Line 705">
                <a:extLst>
                  <a:ext uri="{FF2B5EF4-FFF2-40B4-BE49-F238E27FC236}">
                    <a16:creationId xmlns:a16="http://schemas.microsoft.com/office/drawing/2014/main" id="{A0462E81-DDB0-4892-A088-2EF26CE55823}"/>
                  </a:ext>
                </a:extLst>
              </p:cNvPr>
              <p:cNvSpPr>
                <a:spLocks noChangeShapeType="1"/>
              </p:cNvSpPr>
              <p:nvPr/>
            </p:nvSpPr>
            <p:spPr bwMode="auto">
              <a:xfrm>
                <a:off x="2848" y="2874"/>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08" name="Rectangle 706">
                <a:extLst>
                  <a:ext uri="{FF2B5EF4-FFF2-40B4-BE49-F238E27FC236}">
                    <a16:creationId xmlns:a16="http://schemas.microsoft.com/office/drawing/2014/main" id="{8466F12F-B30E-4433-998C-BF84757E73A4}"/>
                  </a:ext>
                </a:extLst>
              </p:cNvPr>
              <p:cNvSpPr>
                <a:spLocks noChangeArrowheads="1"/>
              </p:cNvSpPr>
              <p:nvPr/>
            </p:nvSpPr>
            <p:spPr bwMode="auto">
              <a:xfrm>
                <a:off x="3243" y="287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09" name="Line 707">
                <a:extLst>
                  <a:ext uri="{FF2B5EF4-FFF2-40B4-BE49-F238E27FC236}">
                    <a16:creationId xmlns:a16="http://schemas.microsoft.com/office/drawing/2014/main" id="{DCF311A3-991F-41AB-823E-B38431A90297}"/>
                  </a:ext>
                </a:extLst>
              </p:cNvPr>
              <p:cNvSpPr>
                <a:spLocks noChangeShapeType="1"/>
              </p:cNvSpPr>
              <p:nvPr/>
            </p:nvSpPr>
            <p:spPr bwMode="auto">
              <a:xfrm>
                <a:off x="3243" y="287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10" name="Line 708">
                <a:extLst>
                  <a:ext uri="{FF2B5EF4-FFF2-40B4-BE49-F238E27FC236}">
                    <a16:creationId xmlns:a16="http://schemas.microsoft.com/office/drawing/2014/main" id="{16544001-E4A9-4674-892B-9A71398C5F49}"/>
                  </a:ext>
                </a:extLst>
              </p:cNvPr>
              <p:cNvSpPr>
                <a:spLocks noChangeShapeType="1"/>
              </p:cNvSpPr>
              <p:nvPr/>
            </p:nvSpPr>
            <p:spPr bwMode="auto">
              <a:xfrm>
                <a:off x="3243" y="287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11" name="Rectangle 709">
                <a:extLst>
                  <a:ext uri="{FF2B5EF4-FFF2-40B4-BE49-F238E27FC236}">
                    <a16:creationId xmlns:a16="http://schemas.microsoft.com/office/drawing/2014/main" id="{2A4A5866-DD0C-46B3-B962-22CDEC2E7A97}"/>
                  </a:ext>
                </a:extLst>
              </p:cNvPr>
              <p:cNvSpPr>
                <a:spLocks noChangeArrowheads="1"/>
              </p:cNvSpPr>
              <p:nvPr/>
            </p:nvSpPr>
            <p:spPr bwMode="auto">
              <a:xfrm>
                <a:off x="3250" y="2874"/>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12" name="Line 710">
                <a:extLst>
                  <a:ext uri="{FF2B5EF4-FFF2-40B4-BE49-F238E27FC236}">
                    <a16:creationId xmlns:a16="http://schemas.microsoft.com/office/drawing/2014/main" id="{0ECC4654-3336-4E73-93FC-A3D39169A6DF}"/>
                  </a:ext>
                </a:extLst>
              </p:cNvPr>
              <p:cNvSpPr>
                <a:spLocks noChangeShapeType="1"/>
              </p:cNvSpPr>
              <p:nvPr/>
            </p:nvSpPr>
            <p:spPr bwMode="auto">
              <a:xfrm>
                <a:off x="3250" y="2874"/>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13" name="Rectangle 711">
                <a:extLst>
                  <a:ext uri="{FF2B5EF4-FFF2-40B4-BE49-F238E27FC236}">
                    <a16:creationId xmlns:a16="http://schemas.microsoft.com/office/drawing/2014/main" id="{72BAF506-7E0E-4B1D-9D25-D99687927954}"/>
                  </a:ext>
                </a:extLst>
              </p:cNvPr>
              <p:cNvSpPr>
                <a:spLocks noChangeArrowheads="1"/>
              </p:cNvSpPr>
              <p:nvPr/>
            </p:nvSpPr>
            <p:spPr bwMode="auto">
              <a:xfrm>
                <a:off x="3595" y="287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14" name="Line 712">
                <a:extLst>
                  <a:ext uri="{FF2B5EF4-FFF2-40B4-BE49-F238E27FC236}">
                    <a16:creationId xmlns:a16="http://schemas.microsoft.com/office/drawing/2014/main" id="{1CCED312-381B-47C5-993E-4E72C7A904A0}"/>
                  </a:ext>
                </a:extLst>
              </p:cNvPr>
              <p:cNvSpPr>
                <a:spLocks noChangeShapeType="1"/>
              </p:cNvSpPr>
              <p:nvPr/>
            </p:nvSpPr>
            <p:spPr bwMode="auto">
              <a:xfrm>
                <a:off x="3595" y="287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15" name="Line 713">
                <a:extLst>
                  <a:ext uri="{FF2B5EF4-FFF2-40B4-BE49-F238E27FC236}">
                    <a16:creationId xmlns:a16="http://schemas.microsoft.com/office/drawing/2014/main" id="{B7C49CA3-43C9-4519-9929-1123EE6B5EF3}"/>
                  </a:ext>
                </a:extLst>
              </p:cNvPr>
              <p:cNvSpPr>
                <a:spLocks noChangeShapeType="1"/>
              </p:cNvSpPr>
              <p:nvPr/>
            </p:nvSpPr>
            <p:spPr bwMode="auto">
              <a:xfrm>
                <a:off x="3595" y="287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16" name="Rectangle 714">
                <a:extLst>
                  <a:ext uri="{FF2B5EF4-FFF2-40B4-BE49-F238E27FC236}">
                    <a16:creationId xmlns:a16="http://schemas.microsoft.com/office/drawing/2014/main" id="{400FB0C1-BDDC-400B-BF0C-7698A4752C3F}"/>
                  </a:ext>
                </a:extLst>
              </p:cNvPr>
              <p:cNvSpPr>
                <a:spLocks noChangeArrowheads="1"/>
              </p:cNvSpPr>
              <p:nvPr/>
            </p:nvSpPr>
            <p:spPr bwMode="auto">
              <a:xfrm>
                <a:off x="3602" y="2874"/>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17" name="Line 715">
                <a:extLst>
                  <a:ext uri="{FF2B5EF4-FFF2-40B4-BE49-F238E27FC236}">
                    <a16:creationId xmlns:a16="http://schemas.microsoft.com/office/drawing/2014/main" id="{7EC46063-9BB1-4371-A27D-15801B2A9B62}"/>
                  </a:ext>
                </a:extLst>
              </p:cNvPr>
              <p:cNvSpPr>
                <a:spLocks noChangeShapeType="1"/>
              </p:cNvSpPr>
              <p:nvPr/>
            </p:nvSpPr>
            <p:spPr bwMode="auto">
              <a:xfrm>
                <a:off x="3602" y="287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18" name="Rectangle 716">
                <a:extLst>
                  <a:ext uri="{FF2B5EF4-FFF2-40B4-BE49-F238E27FC236}">
                    <a16:creationId xmlns:a16="http://schemas.microsoft.com/office/drawing/2014/main" id="{A454723C-DCF6-4778-AA34-258CF44810A1}"/>
                  </a:ext>
                </a:extLst>
              </p:cNvPr>
              <p:cNvSpPr>
                <a:spLocks noChangeArrowheads="1"/>
              </p:cNvSpPr>
              <p:nvPr/>
            </p:nvSpPr>
            <p:spPr bwMode="auto">
              <a:xfrm>
                <a:off x="3974" y="287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19" name="Line 717">
                <a:extLst>
                  <a:ext uri="{FF2B5EF4-FFF2-40B4-BE49-F238E27FC236}">
                    <a16:creationId xmlns:a16="http://schemas.microsoft.com/office/drawing/2014/main" id="{4212B328-452E-4924-BF1C-EBB0A9CA07DA}"/>
                  </a:ext>
                </a:extLst>
              </p:cNvPr>
              <p:cNvSpPr>
                <a:spLocks noChangeShapeType="1"/>
              </p:cNvSpPr>
              <p:nvPr/>
            </p:nvSpPr>
            <p:spPr bwMode="auto">
              <a:xfrm>
                <a:off x="3974" y="287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20" name="Line 718">
                <a:extLst>
                  <a:ext uri="{FF2B5EF4-FFF2-40B4-BE49-F238E27FC236}">
                    <a16:creationId xmlns:a16="http://schemas.microsoft.com/office/drawing/2014/main" id="{5C3F9B7B-B6E9-4F21-B8FF-1F94D1A139A5}"/>
                  </a:ext>
                </a:extLst>
              </p:cNvPr>
              <p:cNvSpPr>
                <a:spLocks noChangeShapeType="1"/>
              </p:cNvSpPr>
              <p:nvPr/>
            </p:nvSpPr>
            <p:spPr bwMode="auto">
              <a:xfrm>
                <a:off x="3974" y="287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21" name="Rectangle 719">
                <a:extLst>
                  <a:ext uri="{FF2B5EF4-FFF2-40B4-BE49-F238E27FC236}">
                    <a16:creationId xmlns:a16="http://schemas.microsoft.com/office/drawing/2014/main" id="{F4FBE669-82D3-473A-BA5B-D0531303E3E9}"/>
                  </a:ext>
                </a:extLst>
              </p:cNvPr>
              <p:cNvSpPr>
                <a:spLocks noChangeArrowheads="1"/>
              </p:cNvSpPr>
              <p:nvPr/>
            </p:nvSpPr>
            <p:spPr bwMode="auto">
              <a:xfrm>
                <a:off x="3981" y="287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22" name="Line 720">
                <a:extLst>
                  <a:ext uri="{FF2B5EF4-FFF2-40B4-BE49-F238E27FC236}">
                    <a16:creationId xmlns:a16="http://schemas.microsoft.com/office/drawing/2014/main" id="{B5843BF5-EFBE-485B-9F85-B819D0E1D0BD}"/>
                  </a:ext>
                </a:extLst>
              </p:cNvPr>
              <p:cNvSpPr>
                <a:spLocks noChangeShapeType="1"/>
              </p:cNvSpPr>
              <p:nvPr/>
            </p:nvSpPr>
            <p:spPr bwMode="auto">
              <a:xfrm>
                <a:off x="3981" y="287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23" name="Rectangle 721">
                <a:extLst>
                  <a:ext uri="{FF2B5EF4-FFF2-40B4-BE49-F238E27FC236}">
                    <a16:creationId xmlns:a16="http://schemas.microsoft.com/office/drawing/2014/main" id="{1FD73B4D-725E-440E-9DE4-AEBB1D44B2EB}"/>
                  </a:ext>
                </a:extLst>
              </p:cNvPr>
              <p:cNvSpPr>
                <a:spLocks noChangeArrowheads="1"/>
              </p:cNvSpPr>
              <p:nvPr/>
            </p:nvSpPr>
            <p:spPr bwMode="auto">
              <a:xfrm>
                <a:off x="4349" y="2874"/>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24" name="Line 722">
                <a:extLst>
                  <a:ext uri="{FF2B5EF4-FFF2-40B4-BE49-F238E27FC236}">
                    <a16:creationId xmlns:a16="http://schemas.microsoft.com/office/drawing/2014/main" id="{34EC62F9-4335-4180-881D-D185B44CAE68}"/>
                  </a:ext>
                </a:extLst>
              </p:cNvPr>
              <p:cNvSpPr>
                <a:spLocks noChangeShapeType="1"/>
              </p:cNvSpPr>
              <p:nvPr/>
            </p:nvSpPr>
            <p:spPr bwMode="auto">
              <a:xfrm>
                <a:off x="4349" y="287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25" name="Line 723">
                <a:extLst>
                  <a:ext uri="{FF2B5EF4-FFF2-40B4-BE49-F238E27FC236}">
                    <a16:creationId xmlns:a16="http://schemas.microsoft.com/office/drawing/2014/main" id="{3B9DC52F-2B05-4822-8D0E-25AA3715208A}"/>
                  </a:ext>
                </a:extLst>
              </p:cNvPr>
              <p:cNvSpPr>
                <a:spLocks noChangeShapeType="1"/>
              </p:cNvSpPr>
              <p:nvPr/>
            </p:nvSpPr>
            <p:spPr bwMode="auto">
              <a:xfrm>
                <a:off x="4349" y="2874"/>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26" name="Rectangle 724">
                <a:extLst>
                  <a:ext uri="{FF2B5EF4-FFF2-40B4-BE49-F238E27FC236}">
                    <a16:creationId xmlns:a16="http://schemas.microsoft.com/office/drawing/2014/main" id="{5131476A-DD94-4E41-8DDF-7A1698B1BB5F}"/>
                  </a:ext>
                </a:extLst>
              </p:cNvPr>
              <p:cNvSpPr>
                <a:spLocks noChangeArrowheads="1"/>
              </p:cNvSpPr>
              <p:nvPr/>
            </p:nvSpPr>
            <p:spPr bwMode="auto">
              <a:xfrm>
                <a:off x="4356" y="2874"/>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27" name="Line 725">
                <a:extLst>
                  <a:ext uri="{FF2B5EF4-FFF2-40B4-BE49-F238E27FC236}">
                    <a16:creationId xmlns:a16="http://schemas.microsoft.com/office/drawing/2014/main" id="{F961E4E2-5CA0-49B5-8DCB-9B2F831D262C}"/>
                  </a:ext>
                </a:extLst>
              </p:cNvPr>
              <p:cNvSpPr>
                <a:spLocks noChangeShapeType="1"/>
              </p:cNvSpPr>
              <p:nvPr/>
            </p:nvSpPr>
            <p:spPr bwMode="auto">
              <a:xfrm>
                <a:off x="4356" y="287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28" name="Rectangle 726">
                <a:extLst>
                  <a:ext uri="{FF2B5EF4-FFF2-40B4-BE49-F238E27FC236}">
                    <a16:creationId xmlns:a16="http://schemas.microsoft.com/office/drawing/2014/main" id="{0D5B4E2B-83C8-41EA-99B4-5AC545C41098}"/>
                  </a:ext>
                </a:extLst>
              </p:cNvPr>
              <p:cNvSpPr>
                <a:spLocks noChangeArrowheads="1"/>
              </p:cNvSpPr>
              <p:nvPr/>
            </p:nvSpPr>
            <p:spPr bwMode="auto">
              <a:xfrm>
                <a:off x="1712" y="287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29" name="Line 727">
                <a:extLst>
                  <a:ext uri="{FF2B5EF4-FFF2-40B4-BE49-F238E27FC236}">
                    <a16:creationId xmlns:a16="http://schemas.microsoft.com/office/drawing/2014/main" id="{8AB2006C-8B24-4FE8-8A34-90D8388FB474}"/>
                  </a:ext>
                </a:extLst>
              </p:cNvPr>
              <p:cNvSpPr>
                <a:spLocks noChangeShapeType="1"/>
              </p:cNvSpPr>
              <p:nvPr/>
            </p:nvSpPr>
            <p:spPr bwMode="auto">
              <a:xfrm>
                <a:off x="1712" y="287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30" name="Rectangle 728">
                <a:extLst>
                  <a:ext uri="{FF2B5EF4-FFF2-40B4-BE49-F238E27FC236}">
                    <a16:creationId xmlns:a16="http://schemas.microsoft.com/office/drawing/2014/main" id="{DF1B847D-A91C-40E6-9608-B0A53B93AC44}"/>
                  </a:ext>
                </a:extLst>
              </p:cNvPr>
              <p:cNvSpPr>
                <a:spLocks noChangeArrowheads="1"/>
              </p:cNvSpPr>
              <p:nvPr/>
            </p:nvSpPr>
            <p:spPr bwMode="auto">
              <a:xfrm>
                <a:off x="2087" y="287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31" name="Line 729">
                <a:extLst>
                  <a:ext uri="{FF2B5EF4-FFF2-40B4-BE49-F238E27FC236}">
                    <a16:creationId xmlns:a16="http://schemas.microsoft.com/office/drawing/2014/main" id="{1CAB2511-286C-4949-A168-A6FE7A256E76}"/>
                  </a:ext>
                </a:extLst>
              </p:cNvPr>
              <p:cNvSpPr>
                <a:spLocks noChangeShapeType="1"/>
              </p:cNvSpPr>
              <p:nvPr/>
            </p:nvSpPr>
            <p:spPr bwMode="auto">
              <a:xfrm>
                <a:off x="2087" y="287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32" name="Rectangle 730">
                <a:extLst>
                  <a:ext uri="{FF2B5EF4-FFF2-40B4-BE49-F238E27FC236}">
                    <a16:creationId xmlns:a16="http://schemas.microsoft.com/office/drawing/2014/main" id="{59BAB1B9-C3EF-403B-B1B7-9005C70C8AEC}"/>
                  </a:ext>
                </a:extLst>
              </p:cNvPr>
              <p:cNvSpPr>
                <a:spLocks noChangeArrowheads="1"/>
              </p:cNvSpPr>
              <p:nvPr/>
            </p:nvSpPr>
            <p:spPr bwMode="auto">
              <a:xfrm>
                <a:off x="2466" y="287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33" name="Line 731">
                <a:extLst>
                  <a:ext uri="{FF2B5EF4-FFF2-40B4-BE49-F238E27FC236}">
                    <a16:creationId xmlns:a16="http://schemas.microsoft.com/office/drawing/2014/main" id="{8AD5DA07-7ECC-4241-BE89-CC2F7F590BCD}"/>
                  </a:ext>
                </a:extLst>
              </p:cNvPr>
              <p:cNvSpPr>
                <a:spLocks noChangeShapeType="1"/>
              </p:cNvSpPr>
              <p:nvPr/>
            </p:nvSpPr>
            <p:spPr bwMode="auto">
              <a:xfrm>
                <a:off x="2466" y="287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34" name="Rectangle 732">
                <a:extLst>
                  <a:ext uri="{FF2B5EF4-FFF2-40B4-BE49-F238E27FC236}">
                    <a16:creationId xmlns:a16="http://schemas.microsoft.com/office/drawing/2014/main" id="{3387DD4E-45FD-45A6-AAC1-6D302EADE4DB}"/>
                  </a:ext>
                </a:extLst>
              </p:cNvPr>
              <p:cNvSpPr>
                <a:spLocks noChangeArrowheads="1"/>
              </p:cNvSpPr>
              <p:nvPr/>
            </p:nvSpPr>
            <p:spPr bwMode="auto">
              <a:xfrm>
                <a:off x="2841" y="287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35" name="Line 733">
                <a:extLst>
                  <a:ext uri="{FF2B5EF4-FFF2-40B4-BE49-F238E27FC236}">
                    <a16:creationId xmlns:a16="http://schemas.microsoft.com/office/drawing/2014/main" id="{E36BF067-E561-437F-9AE7-B34F6183FF74}"/>
                  </a:ext>
                </a:extLst>
              </p:cNvPr>
              <p:cNvSpPr>
                <a:spLocks noChangeShapeType="1"/>
              </p:cNvSpPr>
              <p:nvPr/>
            </p:nvSpPr>
            <p:spPr bwMode="auto">
              <a:xfrm>
                <a:off x="2841" y="287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36" name="Rectangle 734">
                <a:extLst>
                  <a:ext uri="{FF2B5EF4-FFF2-40B4-BE49-F238E27FC236}">
                    <a16:creationId xmlns:a16="http://schemas.microsoft.com/office/drawing/2014/main" id="{4DDA058F-5865-4AFF-A84C-FCF158149C21}"/>
                  </a:ext>
                </a:extLst>
              </p:cNvPr>
              <p:cNvSpPr>
                <a:spLocks noChangeArrowheads="1"/>
              </p:cNvSpPr>
              <p:nvPr/>
            </p:nvSpPr>
            <p:spPr bwMode="auto">
              <a:xfrm>
                <a:off x="3243" y="287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37" name="Line 735">
                <a:extLst>
                  <a:ext uri="{FF2B5EF4-FFF2-40B4-BE49-F238E27FC236}">
                    <a16:creationId xmlns:a16="http://schemas.microsoft.com/office/drawing/2014/main" id="{534ACD87-726A-4E0A-A46E-4B1ACDFE9D9C}"/>
                  </a:ext>
                </a:extLst>
              </p:cNvPr>
              <p:cNvSpPr>
                <a:spLocks noChangeShapeType="1"/>
              </p:cNvSpPr>
              <p:nvPr/>
            </p:nvSpPr>
            <p:spPr bwMode="auto">
              <a:xfrm>
                <a:off x="3243" y="287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38" name="Rectangle 736">
                <a:extLst>
                  <a:ext uri="{FF2B5EF4-FFF2-40B4-BE49-F238E27FC236}">
                    <a16:creationId xmlns:a16="http://schemas.microsoft.com/office/drawing/2014/main" id="{F3B15A58-C552-4317-86F2-1CE987238CEC}"/>
                  </a:ext>
                </a:extLst>
              </p:cNvPr>
              <p:cNvSpPr>
                <a:spLocks noChangeArrowheads="1"/>
              </p:cNvSpPr>
              <p:nvPr/>
            </p:nvSpPr>
            <p:spPr bwMode="auto">
              <a:xfrm>
                <a:off x="3595" y="287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39" name="Line 737">
                <a:extLst>
                  <a:ext uri="{FF2B5EF4-FFF2-40B4-BE49-F238E27FC236}">
                    <a16:creationId xmlns:a16="http://schemas.microsoft.com/office/drawing/2014/main" id="{54B31A17-8286-4D21-A8BF-EB448821D38E}"/>
                  </a:ext>
                </a:extLst>
              </p:cNvPr>
              <p:cNvSpPr>
                <a:spLocks noChangeShapeType="1"/>
              </p:cNvSpPr>
              <p:nvPr/>
            </p:nvSpPr>
            <p:spPr bwMode="auto">
              <a:xfrm>
                <a:off x="3595" y="287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40" name="Rectangle 738">
                <a:extLst>
                  <a:ext uri="{FF2B5EF4-FFF2-40B4-BE49-F238E27FC236}">
                    <a16:creationId xmlns:a16="http://schemas.microsoft.com/office/drawing/2014/main" id="{B6D5D0B1-1784-4C1C-AB4F-BAF489A409A6}"/>
                  </a:ext>
                </a:extLst>
              </p:cNvPr>
              <p:cNvSpPr>
                <a:spLocks noChangeArrowheads="1"/>
              </p:cNvSpPr>
              <p:nvPr/>
            </p:nvSpPr>
            <p:spPr bwMode="auto">
              <a:xfrm>
                <a:off x="3974" y="287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41" name="Line 739">
                <a:extLst>
                  <a:ext uri="{FF2B5EF4-FFF2-40B4-BE49-F238E27FC236}">
                    <a16:creationId xmlns:a16="http://schemas.microsoft.com/office/drawing/2014/main" id="{C07A524D-6D9C-49C6-87D5-0E8F8E300C03}"/>
                  </a:ext>
                </a:extLst>
              </p:cNvPr>
              <p:cNvSpPr>
                <a:spLocks noChangeShapeType="1"/>
              </p:cNvSpPr>
              <p:nvPr/>
            </p:nvSpPr>
            <p:spPr bwMode="auto">
              <a:xfrm>
                <a:off x="3974" y="287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42" name="Rectangle 740">
                <a:extLst>
                  <a:ext uri="{FF2B5EF4-FFF2-40B4-BE49-F238E27FC236}">
                    <a16:creationId xmlns:a16="http://schemas.microsoft.com/office/drawing/2014/main" id="{5F3FF072-D96A-42C3-8894-B2C54DE744A3}"/>
                  </a:ext>
                </a:extLst>
              </p:cNvPr>
              <p:cNvSpPr>
                <a:spLocks noChangeArrowheads="1"/>
              </p:cNvSpPr>
              <p:nvPr/>
            </p:nvSpPr>
            <p:spPr bwMode="auto">
              <a:xfrm>
                <a:off x="4349" y="2879"/>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43" name="Line 741">
                <a:extLst>
                  <a:ext uri="{FF2B5EF4-FFF2-40B4-BE49-F238E27FC236}">
                    <a16:creationId xmlns:a16="http://schemas.microsoft.com/office/drawing/2014/main" id="{DADA9C13-2A7B-4977-96C3-19D7B8281669}"/>
                  </a:ext>
                </a:extLst>
              </p:cNvPr>
              <p:cNvSpPr>
                <a:spLocks noChangeShapeType="1"/>
              </p:cNvSpPr>
              <p:nvPr/>
            </p:nvSpPr>
            <p:spPr bwMode="auto">
              <a:xfrm>
                <a:off x="4349" y="2879"/>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44" name="Rectangle 742">
                <a:extLst>
                  <a:ext uri="{FF2B5EF4-FFF2-40B4-BE49-F238E27FC236}">
                    <a16:creationId xmlns:a16="http://schemas.microsoft.com/office/drawing/2014/main" id="{016AB97B-B82F-4404-B727-F9124EBA146A}"/>
                  </a:ext>
                </a:extLst>
              </p:cNvPr>
              <p:cNvSpPr>
                <a:spLocks noChangeArrowheads="1"/>
              </p:cNvSpPr>
              <p:nvPr/>
            </p:nvSpPr>
            <p:spPr bwMode="auto">
              <a:xfrm>
                <a:off x="2593" y="3075"/>
                <a:ext cx="538"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            </a:t>
                </a:r>
                <a:endParaRPr lang="en-US" altLang="zh-CN" sz="2000" b="1" dirty="0">
                  <a:ea typeface="华文中宋" panose="02010600040101010101" pitchFamily="2" charset="-122"/>
                </a:endParaRPr>
              </a:p>
            </p:txBody>
          </p:sp>
          <p:sp>
            <p:nvSpPr>
              <p:cNvPr id="24945" name="Rectangle 743">
                <a:extLst>
                  <a:ext uri="{FF2B5EF4-FFF2-40B4-BE49-F238E27FC236}">
                    <a16:creationId xmlns:a16="http://schemas.microsoft.com/office/drawing/2014/main" id="{BC462397-B79C-430F-B96D-BAD3F57BAE93}"/>
                  </a:ext>
                </a:extLst>
              </p:cNvPr>
              <p:cNvSpPr>
                <a:spLocks noChangeArrowheads="1"/>
              </p:cNvSpPr>
              <p:nvPr/>
            </p:nvSpPr>
            <p:spPr bwMode="auto">
              <a:xfrm>
                <a:off x="3347" y="3075"/>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4946" name="Rectangle 744">
                <a:extLst>
                  <a:ext uri="{FF2B5EF4-FFF2-40B4-BE49-F238E27FC236}">
                    <a16:creationId xmlns:a16="http://schemas.microsoft.com/office/drawing/2014/main" id="{45D8773B-AAB5-43A9-9DDC-C60550C6AAB5}"/>
                  </a:ext>
                </a:extLst>
              </p:cNvPr>
              <p:cNvSpPr>
                <a:spLocks noChangeArrowheads="1"/>
              </p:cNvSpPr>
              <p:nvPr/>
            </p:nvSpPr>
            <p:spPr bwMode="auto">
              <a:xfrm>
                <a:off x="1330" y="3057"/>
                <a:ext cx="38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47" name="Line 745">
                <a:extLst>
                  <a:ext uri="{FF2B5EF4-FFF2-40B4-BE49-F238E27FC236}">
                    <a16:creationId xmlns:a16="http://schemas.microsoft.com/office/drawing/2014/main" id="{CD6C745B-2DB3-4BD8-BB04-417544A31D58}"/>
                  </a:ext>
                </a:extLst>
              </p:cNvPr>
              <p:cNvSpPr>
                <a:spLocks noChangeShapeType="1"/>
              </p:cNvSpPr>
              <p:nvPr/>
            </p:nvSpPr>
            <p:spPr bwMode="auto">
              <a:xfrm>
                <a:off x="1330" y="3057"/>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48" name="Rectangle 746">
                <a:extLst>
                  <a:ext uri="{FF2B5EF4-FFF2-40B4-BE49-F238E27FC236}">
                    <a16:creationId xmlns:a16="http://schemas.microsoft.com/office/drawing/2014/main" id="{16D3BAD8-FFB8-4459-ACDA-E6743E0CE2DE}"/>
                  </a:ext>
                </a:extLst>
              </p:cNvPr>
              <p:cNvSpPr>
                <a:spLocks noChangeArrowheads="1"/>
              </p:cNvSpPr>
              <p:nvPr/>
            </p:nvSpPr>
            <p:spPr bwMode="auto">
              <a:xfrm>
                <a:off x="1712" y="30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49" name="Line 747">
                <a:extLst>
                  <a:ext uri="{FF2B5EF4-FFF2-40B4-BE49-F238E27FC236}">
                    <a16:creationId xmlns:a16="http://schemas.microsoft.com/office/drawing/2014/main" id="{9544FE61-E377-4877-91EA-7D5E739E5062}"/>
                  </a:ext>
                </a:extLst>
              </p:cNvPr>
              <p:cNvSpPr>
                <a:spLocks noChangeShapeType="1"/>
              </p:cNvSpPr>
              <p:nvPr/>
            </p:nvSpPr>
            <p:spPr bwMode="auto">
              <a:xfrm>
                <a:off x="1712" y="30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50" name="Line 748">
                <a:extLst>
                  <a:ext uri="{FF2B5EF4-FFF2-40B4-BE49-F238E27FC236}">
                    <a16:creationId xmlns:a16="http://schemas.microsoft.com/office/drawing/2014/main" id="{E781FF91-E198-4DFC-8D56-19D524F25D03}"/>
                  </a:ext>
                </a:extLst>
              </p:cNvPr>
              <p:cNvSpPr>
                <a:spLocks noChangeShapeType="1"/>
              </p:cNvSpPr>
              <p:nvPr/>
            </p:nvSpPr>
            <p:spPr bwMode="auto">
              <a:xfrm>
                <a:off x="1712" y="30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51" name="Rectangle 749">
                <a:extLst>
                  <a:ext uri="{FF2B5EF4-FFF2-40B4-BE49-F238E27FC236}">
                    <a16:creationId xmlns:a16="http://schemas.microsoft.com/office/drawing/2014/main" id="{E4C24000-5337-4C6B-8A21-193E84FEC6D1}"/>
                  </a:ext>
                </a:extLst>
              </p:cNvPr>
              <p:cNvSpPr>
                <a:spLocks noChangeArrowheads="1"/>
              </p:cNvSpPr>
              <p:nvPr/>
            </p:nvSpPr>
            <p:spPr bwMode="auto">
              <a:xfrm>
                <a:off x="1719" y="305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52" name="Line 750">
                <a:extLst>
                  <a:ext uri="{FF2B5EF4-FFF2-40B4-BE49-F238E27FC236}">
                    <a16:creationId xmlns:a16="http://schemas.microsoft.com/office/drawing/2014/main" id="{9398D14A-5F68-43D8-AB6B-94F4C83AE2FB}"/>
                  </a:ext>
                </a:extLst>
              </p:cNvPr>
              <p:cNvSpPr>
                <a:spLocks noChangeShapeType="1"/>
              </p:cNvSpPr>
              <p:nvPr/>
            </p:nvSpPr>
            <p:spPr bwMode="auto">
              <a:xfrm>
                <a:off x="1719" y="305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53" name="Rectangle 751">
                <a:extLst>
                  <a:ext uri="{FF2B5EF4-FFF2-40B4-BE49-F238E27FC236}">
                    <a16:creationId xmlns:a16="http://schemas.microsoft.com/office/drawing/2014/main" id="{4D8EB9F4-836E-44C1-B8E2-591686C8F7AD}"/>
                  </a:ext>
                </a:extLst>
              </p:cNvPr>
              <p:cNvSpPr>
                <a:spLocks noChangeArrowheads="1"/>
              </p:cNvSpPr>
              <p:nvPr/>
            </p:nvSpPr>
            <p:spPr bwMode="auto">
              <a:xfrm>
                <a:off x="2087" y="30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54" name="Line 752">
                <a:extLst>
                  <a:ext uri="{FF2B5EF4-FFF2-40B4-BE49-F238E27FC236}">
                    <a16:creationId xmlns:a16="http://schemas.microsoft.com/office/drawing/2014/main" id="{0A64FB5B-4D0C-4F94-97A8-FD41ED21CD42}"/>
                  </a:ext>
                </a:extLst>
              </p:cNvPr>
              <p:cNvSpPr>
                <a:spLocks noChangeShapeType="1"/>
              </p:cNvSpPr>
              <p:nvPr/>
            </p:nvSpPr>
            <p:spPr bwMode="auto">
              <a:xfrm>
                <a:off x="2087" y="30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55" name="Line 753">
                <a:extLst>
                  <a:ext uri="{FF2B5EF4-FFF2-40B4-BE49-F238E27FC236}">
                    <a16:creationId xmlns:a16="http://schemas.microsoft.com/office/drawing/2014/main" id="{6ABC5FA5-C5AB-4609-88F5-7648AF471A5A}"/>
                  </a:ext>
                </a:extLst>
              </p:cNvPr>
              <p:cNvSpPr>
                <a:spLocks noChangeShapeType="1"/>
              </p:cNvSpPr>
              <p:nvPr/>
            </p:nvSpPr>
            <p:spPr bwMode="auto">
              <a:xfrm>
                <a:off x="2087" y="30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56" name="Rectangle 754">
                <a:extLst>
                  <a:ext uri="{FF2B5EF4-FFF2-40B4-BE49-F238E27FC236}">
                    <a16:creationId xmlns:a16="http://schemas.microsoft.com/office/drawing/2014/main" id="{B2A856FC-F9B4-492F-A853-C8DE49112014}"/>
                  </a:ext>
                </a:extLst>
              </p:cNvPr>
              <p:cNvSpPr>
                <a:spLocks noChangeArrowheads="1"/>
              </p:cNvSpPr>
              <p:nvPr/>
            </p:nvSpPr>
            <p:spPr bwMode="auto">
              <a:xfrm>
                <a:off x="2094" y="3057"/>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57" name="Line 755">
                <a:extLst>
                  <a:ext uri="{FF2B5EF4-FFF2-40B4-BE49-F238E27FC236}">
                    <a16:creationId xmlns:a16="http://schemas.microsoft.com/office/drawing/2014/main" id="{42DE63AB-5FA9-411C-A308-AF6805FA3BDB}"/>
                  </a:ext>
                </a:extLst>
              </p:cNvPr>
              <p:cNvSpPr>
                <a:spLocks noChangeShapeType="1"/>
              </p:cNvSpPr>
              <p:nvPr/>
            </p:nvSpPr>
            <p:spPr bwMode="auto">
              <a:xfrm>
                <a:off x="2094" y="305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58" name="Rectangle 756">
                <a:extLst>
                  <a:ext uri="{FF2B5EF4-FFF2-40B4-BE49-F238E27FC236}">
                    <a16:creationId xmlns:a16="http://schemas.microsoft.com/office/drawing/2014/main" id="{59227C75-72FF-4762-BD08-493D49B77AE2}"/>
                  </a:ext>
                </a:extLst>
              </p:cNvPr>
              <p:cNvSpPr>
                <a:spLocks noChangeArrowheads="1"/>
              </p:cNvSpPr>
              <p:nvPr/>
            </p:nvSpPr>
            <p:spPr bwMode="auto">
              <a:xfrm>
                <a:off x="2466" y="30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59" name="Line 757">
                <a:extLst>
                  <a:ext uri="{FF2B5EF4-FFF2-40B4-BE49-F238E27FC236}">
                    <a16:creationId xmlns:a16="http://schemas.microsoft.com/office/drawing/2014/main" id="{6C977229-9C22-462C-84AA-D6B5FD88DF0B}"/>
                  </a:ext>
                </a:extLst>
              </p:cNvPr>
              <p:cNvSpPr>
                <a:spLocks noChangeShapeType="1"/>
              </p:cNvSpPr>
              <p:nvPr/>
            </p:nvSpPr>
            <p:spPr bwMode="auto">
              <a:xfrm>
                <a:off x="2466" y="30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60" name="Line 758">
                <a:extLst>
                  <a:ext uri="{FF2B5EF4-FFF2-40B4-BE49-F238E27FC236}">
                    <a16:creationId xmlns:a16="http://schemas.microsoft.com/office/drawing/2014/main" id="{5905F190-24A4-4C5F-8CEE-F8538B8C53FC}"/>
                  </a:ext>
                </a:extLst>
              </p:cNvPr>
              <p:cNvSpPr>
                <a:spLocks noChangeShapeType="1"/>
              </p:cNvSpPr>
              <p:nvPr/>
            </p:nvSpPr>
            <p:spPr bwMode="auto">
              <a:xfrm>
                <a:off x="2466" y="30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61" name="Rectangle 759">
                <a:extLst>
                  <a:ext uri="{FF2B5EF4-FFF2-40B4-BE49-F238E27FC236}">
                    <a16:creationId xmlns:a16="http://schemas.microsoft.com/office/drawing/2014/main" id="{604C38D7-3462-43B9-89A9-F6BE019BE94B}"/>
                  </a:ext>
                </a:extLst>
              </p:cNvPr>
              <p:cNvSpPr>
                <a:spLocks noChangeArrowheads="1"/>
              </p:cNvSpPr>
              <p:nvPr/>
            </p:nvSpPr>
            <p:spPr bwMode="auto">
              <a:xfrm>
                <a:off x="2473" y="305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62" name="Line 760">
                <a:extLst>
                  <a:ext uri="{FF2B5EF4-FFF2-40B4-BE49-F238E27FC236}">
                    <a16:creationId xmlns:a16="http://schemas.microsoft.com/office/drawing/2014/main" id="{CFC06E2B-1449-44DB-AA8C-5262F03F43E9}"/>
                  </a:ext>
                </a:extLst>
              </p:cNvPr>
              <p:cNvSpPr>
                <a:spLocks noChangeShapeType="1"/>
              </p:cNvSpPr>
              <p:nvPr/>
            </p:nvSpPr>
            <p:spPr bwMode="auto">
              <a:xfrm>
                <a:off x="2473" y="305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63" name="Rectangle 761">
                <a:extLst>
                  <a:ext uri="{FF2B5EF4-FFF2-40B4-BE49-F238E27FC236}">
                    <a16:creationId xmlns:a16="http://schemas.microsoft.com/office/drawing/2014/main" id="{DF8C064D-DAFA-47C3-B4E7-196385BAB8DD}"/>
                  </a:ext>
                </a:extLst>
              </p:cNvPr>
              <p:cNvSpPr>
                <a:spLocks noChangeArrowheads="1"/>
              </p:cNvSpPr>
              <p:nvPr/>
            </p:nvSpPr>
            <p:spPr bwMode="auto">
              <a:xfrm>
                <a:off x="2841" y="30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64" name="Line 762">
                <a:extLst>
                  <a:ext uri="{FF2B5EF4-FFF2-40B4-BE49-F238E27FC236}">
                    <a16:creationId xmlns:a16="http://schemas.microsoft.com/office/drawing/2014/main" id="{72411524-C225-49EA-97A6-65DBE0340848}"/>
                  </a:ext>
                </a:extLst>
              </p:cNvPr>
              <p:cNvSpPr>
                <a:spLocks noChangeShapeType="1"/>
              </p:cNvSpPr>
              <p:nvPr/>
            </p:nvSpPr>
            <p:spPr bwMode="auto">
              <a:xfrm>
                <a:off x="2841" y="30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65" name="Line 763">
                <a:extLst>
                  <a:ext uri="{FF2B5EF4-FFF2-40B4-BE49-F238E27FC236}">
                    <a16:creationId xmlns:a16="http://schemas.microsoft.com/office/drawing/2014/main" id="{38C0B673-3ECB-4063-9814-3AFE643E265E}"/>
                  </a:ext>
                </a:extLst>
              </p:cNvPr>
              <p:cNvSpPr>
                <a:spLocks noChangeShapeType="1"/>
              </p:cNvSpPr>
              <p:nvPr/>
            </p:nvSpPr>
            <p:spPr bwMode="auto">
              <a:xfrm>
                <a:off x="2841" y="30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66" name="Rectangle 764">
                <a:extLst>
                  <a:ext uri="{FF2B5EF4-FFF2-40B4-BE49-F238E27FC236}">
                    <a16:creationId xmlns:a16="http://schemas.microsoft.com/office/drawing/2014/main" id="{EDAD831E-8B91-419A-85A1-BAA0C400E2C0}"/>
                  </a:ext>
                </a:extLst>
              </p:cNvPr>
              <p:cNvSpPr>
                <a:spLocks noChangeArrowheads="1"/>
              </p:cNvSpPr>
              <p:nvPr/>
            </p:nvSpPr>
            <p:spPr bwMode="auto">
              <a:xfrm>
                <a:off x="2848" y="3057"/>
                <a:ext cx="39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67" name="Line 765">
                <a:extLst>
                  <a:ext uri="{FF2B5EF4-FFF2-40B4-BE49-F238E27FC236}">
                    <a16:creationId xmlns:a16="http://schemas.microsoft.com/office/drawing/2014/main" id="{24474907-B169-4E72-83D3-6A814DD101F8}"/>
                  </a:ext>
                </a:extLst>
              </p:cNvPr>
              <p:cNvSpPr>
                <a:spLocks noChangeShapeType="1"/>
              </p:cNvSpPr>
              <p:nvPr/>
            </p:nvSpPr>
            <p:spPr bwMode="auto">
              <a:xfrm>
                <a:off x="2848" y="3057"/>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68" name="Rectangle 766">
                <a:extLst>
                  <a:ext uri="{FF2B5EF4-FFF2-40B4-BE49-F238E27FC236}">
                    <a16:creationId xmlns:a16="http://schemas.microsoft.com/office/drawing/2014/main" id="{C3C72F8D-6B08-44DA-BAE2-6E80B57BA87D}"/>
                  </a:ext>
                </a:extLst>
              </p:cNvPr>
              <p:cNvSpPr>
                <a:spLocks noChangeArrowheads="1"/>
              </p:cNvSpPr>
              <p:nvPr/>
            </p:nvSpPr>
            <p:spPr bwMode="auto">
              <a:xfrm>
                <a:off x="3243" y="30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69" name="Line 767">
                <a:extLst>
                  <a:ext uri="{FF2B5EF4-FFF2-40B4-BE49-F238E27FC236}">
                    <a16:creationId xmlns:a16="http://schemas.microsoft.com/office/drawing/2014/main" id="{61050DE0-E17B-40A6-9EBA-5BC20B81189C}"/>
                  </a:ext>
                </a:extLst>
              </p:cNvPr>
              <p:cNvSpPr>
                <a:spLocks noChangeShapeType="1"/>
              </p:cNvSpPr>
              <p:nvPr/>
            </p:nvSpPr>
            <p:spPr bwMode="auto">
              <a:xfrm>
                <a:off x="3243" y="30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70" name="Line 768">
                <a:extLst>
                  <a:ext uri="{FF2B5EF4-FFF2-40B4-BE49-F238E27FC236}">
                    <a16:creationId xmlns:a16="http://schemas.microsoft.com/office/drawing/2014/main" id="{D0FD1E0B-DB03-4F41-9755-6D5FB4A50492}"/>
                  </a:ext>
                </a:extLst>
              </p:cNvPr>
              <p:cNvSpPr>
                <a:spLocks noChangeShapeType="1"/>
              </p:cNvSpPr>
              <p:nvPr/>
            </p:nvSpPr>
            <p:spPr bwMode="auto">
              <a:xfrm>
                <a:off x="3243" y="30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71" name="Rectangle 769">
                <a:extLst>
                  <a:ext uri="{FF2B5EF4-FFF2-40B4-BE49-F238E27FC236}">
                    <a16:creationId xmlns:a16="http://schemas.microsoft.com/office/drawing/2014/main" id="{9C36B6AE-793C-4809-A901-B7A397D212C3}"/>
                  </a:ext>
                </a:extLst>
              </p:cNvPr>
              <p:cNvSpPr>
                <a:spLocks noChangeArrowheads="1"/>
              </p:cNvSpPr>
              <p:nvPr/>
            </p:nvSpPr>
            <p:spPr bwMode="auto">
              <a:xfrm>
                <a:off x="3250" y="3057"/>
                <a:ext cx="34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72" name="Line 770">
                <a:extLst>
                  <a:ext uri="{FF2B5EF4-FFF2-40B4-BE49-F238E27FC236}">
                    <a16:creationId xmlns:a16="http://schemas.microsoft.com/office/drawing/2014/main" id="{632A86D7-8864-4F90-9F5C-7B80A8757B66}"/>
                  </a:ext>
                </a:extLst>
              </p:cNvPr>
              <p:cNvSpPr>
                <a:spLocks noChangeShapeType="1"/>
              </p:cNvSpPr>
              <p:nvPr/>
            </p:nvSpPr>
            <p:spPr bwMode="auto">
              <a:xfrm>
                <a:off x="3250" y="3057"/>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73" name="Rectangle 771">
                <a:extLst>
                  <a:ext uri="{FF2B5EF4-FFF2-40B4-BE49-F238E27FC236}">
                    <a16:creationId xmlns:a16="http://schemas.microsoft.com/office/drawing/2014/main" id="{94614C81-698F-4519-97CF-14021CA27D9E}"/>
                  </a:ext>
                </a:extLst>
              </p:cNvPr>
              <p:cNvSpPr>
                <a:spLocks noChangeArrowheads="1"/>
              </p:cNvSpPr>
              <p:nvPr/>
            </p:nvSpPr>
            <p:spPr bwMode="auto">
              <a:xfrm>
                <a:off x="3595" y="30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74" name="Line 772">
                <a:extLst>
                  <a:ext uri="{FF2B5EF4-FFF2-40B4-BE49-F238E27FC236}">
                    <a16:creationId xmlns:a16="http://schemas.microsoft.com/office/drawing/2014/main" id="{0AE0B3A2-5938-440D-B42C-0D1A79666C1D}"/>
                  </a:ext>
                </a:extLst>
              </p:cNvPr>
              <p:cNvSpPr>
                <a:spLocks noChangeShapeType="1"/>
              </p:cNvSpPr>
              <p:nvPr/>
            </p:nvSpPr>
            <p:spPr bwMode="auto">
              <a:xfrm>
                <a:off x="3595" y="30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75" name="Line 773">
                <a:extLst>
                  <a:ext uri="{FF2B5EF4-FFF2-40B4-BE49-F238E27FC236}">
                    <a16:creationId xmlns:a16="http://schemas.microsoft.com/office/drawing/2014/main" id="{1A61DDD8-C23F-4A19-84BC-BD82BB58604C}"/>
                  </a:ext>
                </a:extLst>
              </p:cNvPr>
              <p:cNvSpPr>
                <a:spLocks noChangeShapeType="1"/>
              </p:cNvSpPr>
              <p:nvPr/>
            </p:nvSpPr>
            <p:spPr bwMode="auto">
              <a:xfrm>
                <a:off x="3595" y="30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76" name="Rectangle 774">
                <a:extLst>
                  <a:ext uri="{FF2B5EF4-FFF2-40B4-BE49-F238E27FC236}">
                    <a16:creationId xmlns:a16="http://schemas.microsoft.com/office/drawing/2014/main" id="{BE223D2D-9594-4726-BF0C-B5AF88B4C80C}"/>
                  </a:ext>
                </a:extLst>
              </p:cNvPr>
              <p:cNvSpPr>
                <a:spLocks noChangeArrowheads="1"/>
              </p:cNvSpPr>
              <p:nvPr/>
            </p:nvSpPr>
            <p:spPr bwMode="auto">
              <a:xfrm>
                <a:off x="3602" y="3057"/>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77" name="Line 775">
                <a:extLst>
                  <a:ext uri="{FF2B5EF4-FFF2-40B4-BE49-F238E27FC236}">
                    <a16:creationId xmlns:a16="http://schemas.microsoft.com/office/drawing/2014/main" id="{79B21EDC-9A12-4ADE-9082-68B91EB31F54}"/>
                  </a:ext>
                </a:extLst>
              </p:cNvPr>
              <p:cNvSpPr>
                <a:spLocks noChangeShapeType="1"/>
              </p:cNvSpPr>
              <p:nvPr/>
            </p:nvSpPr>
            <p:spPr bwMode="auto">
              <a:xfrm>
                <a:off x="3602" y="305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78" name="Rectangle 776">
                <a:extLst>
                  <a:ext uri="{FF2B5EF4-FFF2-40B4-BE49-F238E27FC236}">
                    <a16:creationId xmlns:a16="http://schemas.microsoft.com/office/drawing/2014/main" id="{578C9AE7-937F-422C-ADCE-1C7C06D92E21}"/>
                  </a:ext>
                </a:extLst>
              </p:cNvPr>
              <p:cNvSpPr>
                <a:spLocks noChangeArrowheads="1"/>
              </p:cNvSpPr>
              <p:nvPr/>
            </p:nvSpPr>
            <p:spPr bwMode="auto">
              <a:xfrm>
                <a:off x="3974" y="30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79" name="Line 777">
                <a:extLst>
                  <a:ext uri="{FF2B5EF4-FFF2-40B4-BE49-F238E27FC236}">
                    <a16:creationId xmlns:a16="http://schemas.microsoft.com/office/drawing/2014/main" id="{DE909F49-4DB2-4843-9C0A-7DBFF79B47F8}"/>
                  </a:ext>
                </a:extLst>
              </p:cNvPr>
              <p:cNvSpPr>
                <a:spLocks noChangeShapeType="1"/>
              </p:cNvSpPr>
              <p:nvPr/>
            </p:nvSpPr>
            <p:spPr bwMode="auto">
              <a:xfrm>
                <a:off x="3974" y="30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80" name="Line 778">
                <a:extLst>
                  <a:ext uri="{FF2B5EF4-FFF2-40B4-BE49-F238E27FC236}">
                    <a16:creationId xmlns:a16="http://schemas.microsoft.com/office/drawing/2014/main" id="{9A51CA52-EE92-4BC1-85C0-A688015A7D11}"/>
                  </a:ext>
                </a:extLst>
              </p:cNvPr>
              <p:cNvSpPr>
                <a:spLocks noChangeShapeType="1"/>
              </p:cNvSpPr>
              <p:nvPr/>
            </p:nvSpPr>
            <p:spPr bwMode="auto">
              <a:xfrm>
                <a:off x="3974" y="30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81" name="Rectangle 779">
                <a:extLst>
                  <a:ext uri="{FF2B5EF4-FFF2-40B4-BE49-F238E27FC236}">
                    <a16:creationId xmlns:a16="http://schemas.microsoft.com/office/drawing/2014/main" id="{B0C7A804-E6E9-4C98-B3A2-D2A6F384773C}"/>
                  </a:ext>
                </a:extLst>
              </p:cNvPr>
              <p:cNvSpPr>
                <a:spLocks noChangeArrowheads="1"/>
              </p:cNvSpPr>
              <p:nvPr/>
            </p:nvSpPr>
            <p:spPr bwMode="auto">
              <a:xfrm>
                <a:off x="3981" y="305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82" name="Line 780">
                <a:extLst>
                  <a:ext uri="{FF2B5EF4-FFF2-40B4-BE49-F238E27FC236}">
                    <a16:creationId xmlns:a16="http://schemas.microsoft.com/office/drawing/2014/main" id="{212235E0-887A-4BAB-8FF4-52228EAD8D45}"/>
                  </a:ext>
                </a:extLst>
              </p:cNvPr>
              <p:cNvSpPr>
                <a:spLocks noChangeShapeType="1"/>
              </p:cNvSpPr>
              <p:nvPr/>
            </p:nvSpPr>
            <p:spPr bwMode="auto">
              <a:xfrm>
                <a:off x="3981" y="305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83" name="Rectangle 781">
                <a:extLst>
                  <a:ext uri="{FF2B5EF4-FFF2-40B4-BE49-F238E27FC236}">
                    <a16:creationId xmlns:a16="http://schemas.microsoft.com/office/drawing/2014/main" id="{28B8550F-99B2-4751-A019-C0510161F0E7}"/>
                  </a:ext>
                </a:extLst>
              </p:cNvPr>
              <p:cNvSpPr>
                <a:spLocks noChangeArrowheads="1"/>
              </p:cNvSpPr>
              <p:nvPr/>
            </p:nvSpPr>
            <p:spPr bwMode="auto">
              <a:xfrm>
                <a:off x="4349" y="305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84" name="Line 782">
                <a:extLst>
                  <a:ext uri="{FF2B5EF4-FFF2-40B4-BE49-F238E27FC236}">
                    <a16:creationId xmlns:a16="http://schemas.microsoft.com/office/drawing/2014/main" id="{F3BB018E-3FBB-4D82-BC2E-57CFA8226178}"/>
                  </a:ext>
                </a:extLst>
              </p:cNvPr>
              <p:cNvSpPr>
                <a:spLocks noChangeShapeType="1"/>
              </p:cNvSpPr>
              <p:nvPr/>
            </p:nvSpPr>
            <p:spPr bwMode="auto">
              <a:xfrm>
                <a:off x="4349" y="305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85" name="Line 783">
                <a:extLst>
                  <a:ext uri="{FF2B5EF4-FFF2-40B4-BE49-F238E27FC236}">
                    <a16:creationId xmlns:a16="http://schemas.microsoft.com/office/drawing/2014/main" id="{67A126C9-EF28-4177-BE3A-C69BD019520F}"/>
                  </a:ext>
                </a:extLst>
              </p:cNvPr>
              <p:cNvSpPr>
                <a:spLocks noChangeShapeType="1"/>
              </p:cNvSpPr>
              <p:nvPr/>
            </p:nvSpPr>
            <p:spPr bwMode="auto">
              <a:xfrm>
                <a:off x="4349" y="305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86" name="Rectangle 784">
                <a:extLst>
                  <a:ext uri="{FF2B5EF4-FFF2-40B4-BE49-F238E27FC236}">
                    <a16:creationId xmlns:a16="http://schemas.microsoft.com/office/drawing/2014/main" id="{55061277-B57B-4ABD-B359-7988A8584AC0}"/>
                  </a:ext>
                </a:extLst>
              </p:cNvPr>
              <p:cNvSpPr>
                <a:spLocks noChangeArrowheads="1"/>
              </p:cNvSpPr>
              <p:nvPr/>
            </p:nvSpPr>
            <p:spPr bwMode="auto">
              <a:xfrm>
                <a:off x="4356" y="305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87" name="Line 785">
                <a:extLst>
                  <a:ext uri="{FF2B5EF4-FFF2-40B4-BE49-F238E27FC236}">
                    <a16:creationId xmlns:a16="http://schemas.microsoft.com/office/drawing/2014/main" id="{076CD0D0-7EDD-4196-B8C7-B16B19377B96}"/>
                  </a:ext>
                </a:extLst>
              </p:cNvPr>
              <p:cNvSpPr>
                <a:spLocks noChangeShapeType="1"/>
              </p:cNvSpPr>
              <p:nvPr/>
            </p:nvSpPr>
            <p:spPr bwMode="auto">
              <a:xfrm>
                <a:off x="4356" y="305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88" name="Rectangle 786">
                <a:extLst>
                  <a:ext uri="{FF2B5EF4-FFF2-40B4-BE49-F238E27FC236}">
                    <a16:creationId xmlns:a16="http://schemas.microsoft.com/office/drawing/2014/main" id="{90227BDB-7CD6-4092-8463-318993BA2E6C}"/>
                  </a:ext>
                </a:extLst>
              </p:cNvPr>
              <p:cNvSpPr>
                <a:spLocks noChangeArrowheads="1"/>
              </p:cNvSpPr>
              <p:nvPr/>
            </p:nvSpPr>
            <p:spPr bwMode="auto">
              <a:xfrm>
                <a:off x="1451" y="3263"/>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4989" name="Rectangle 787">
                <a:extLst>
                  <a:ext uri="{FF2B5EF4-FFF2-40B4-BE49-F238E27FC236}">
                    <a16:creationId xmlns:a16="http://schemas.microsoft.com/office/drawing/2014/main" id="{9CB0CF22-EE64-4088-8C97-3F860A1DD4EE}"/>
                  </a:ext>
                </a:extLst>
              </p:cNvPr>
              <p:cNvSpPr>
                <a:spLocks noChangeArrowheads="1"/>
              </p:cNvSpPr>
              <p:nvPr/>
            </p:nvSpPr>
            <p:spPr bwMode="auto">
              <a:xfrm>
                <a:off x="1864" y="3263"/>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990" name="Rectangle 788">
                <a:extLst>
                  <a:ext uri="{FF2B5EF4-FFF2-40B4-BE49-F238E27FC236}">
                    <a16:creationId xmlns:a16="http://schemas.microsoft.com/office/drawing/2014/main" id="{75B7F6DE-E661-425E-BD2C-A92FE062B260}"/>
                  </a:ext>
                </a:extLst>
              </p:cNvPr>
              <p:cNvSpPr>
                <a:spLocks noChangeArrowheads="1"/>
              </p:cNvSpPr>
              <p:nvPr/>
            </p:nvSpPr>
            <p:spPr bwMode="auto">
              <a:xfrm>
                <a:off x="2242" y="3263"/>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4991" name="Rectangle 789">
                <a:extLst>
                  <a:ext uri="{FF2B5EF4-FFF2-40B4-BE49-F238E27FC236}">
                    <a16:creationId xmlns:a16="http://schemas.microsoft.com/office/drawing/2014/main" id="{7FB78588-B5A8-4E91-B959-4B56C9513562}"/>
                  </a:ext>
                </a:extLst>
              </p:cNvPr>
              <p:cNvSpPr>
                <a:spLocks noChangeArrowheads="1"/>
              </p:cNvSpPr>
              <p:nvPr/>
            </p:nvSpPr>
            <p:spPr bwMode="auto">
              <a:xfrm>
                <a:off x="2617" y="3263"/>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992" name="Rectangle 790">
                <a:extLst>
                  <a:ext uri="{FF2B5EF4-FFF2-40B4-BE49-F238E27FC236}">
                    <a16:creationId xmlns:a16="http://schemas.microsoft.com/office/drawing/2014/main" id="{B6F7D4C2-32A8-46C2-9654-1E2632B8A638}"/>
                  </a:ext>
                </a:extLst>
              </p:cNvPr>
              <p:cNvSpPr>
                <a:spLocks noChangeArrowheads="1"/>
              </p:cNvSpPr>
              <p:nvPr/>
            </p:nvSpPr>
            <p:spPr bwMode="auto">
              <a:xfrm>
                <a:off x="3009" y="3263"/>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4993" name="Rectangle 791">
                <a:extLst>
                  <a:ext uri="{FF2B5EF4-FFF2-40B4-BE49-F238E27FC236}">
                    <a16:creationId xmlns:a16="http://schemas.microsoft.com/office/drawing/2014/main" id="{4B37A020-4B37-4B8F-B1CD-97939A0E06B6}"/>
                  </a:ext>
                </a:extLst>
              </p:cNvPr>
              <p:cNvSpPr>
                <a:spLocks noChangeArrowheads="1"/>
              </p:cNvSpPr>
              <p:nvPr/>
            </p:nvSpPr>
            <p:spPr bwMode="auto">
              <a:xfrm>
                <a:off x="3388" y="3263"/>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994" name="Rectangle 792">
                <a:extLst>
                  <a:ext uri="{FF2B5EF4-FFF2-40B4-BE49-F238E27FC236}">
                    <a16:creationId xmlns:a16="http://schemas.microsoft.com/office/drawing/2014/main" id="{D1EDAB12-AAFE-4AC1-819D-35E5D482F263}"/>
                  </a:ext>
                </a:extLst>
              </p:cNvPr>
              <p:cNvSpPr>
                <a:spLocks noChangeArrowheads="1"/>
              </p:cNvSpPr>
              <p:nvPr/>
            </p:nvSpPr>
            <p:spPr bwMode="auto">
              <a:xfrm>
                <a:off x="3749" y="3263"/>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995" name="Rectangle 793">
                <a:extLst>
                  <a:ext uri="{FF2B5EF4-FFF2-40B4-BE49-F238E27FC236}">
                    <a16:creationId xmlns:a16="http://schemas.microsoft.com/office/drawing/2014/main" id="{9BDAB5A9-E27A-46CA-91D2-1CBF93C66483}"/>
                  </a:ext>
                </a:extLst>
              </p:cNvPr>
              <p:cNvSpPr>
                <a:spLocks noChangeArrowheads="1"/>
              </p:cNvSpPr>
              <p:nvPr/>
            </p:nvSpPr>
            <p:spPr bwMode="auto">
              <a:xfrm>
                <a:off x="4125" y="3263"/>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996" name="Rectangle 794">
                <a:extLst>
                  <a:ext uri="{FF2B5EF4-FFF2-40B4-BE49-F238E27FC236}">
                    <a16:creationId xmlns:a16="http://schemas.microsoft.com/office/drawing/2014/main" id="{326EBF7D-6041-4797-9857-B6341ED7AA7A}"/>
                  </a:ext>
                </a:extLst>
              </p:cNvPr>
              <p:cNvSpPr>
                <a:spLocks noChangeArrowheads="1"/>
              </p:cNvSpPr>
              <p:nvPr/>
            </p:nvSpPr>
            <p:spPr bwMode="auto">
              <a:xfrm>
                <a:off x="4466" y="3263"/>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4997" name="Rectangle 795">
                <a:extLst>
                  <a:ext uri="{FF2B5EF4-FFF2-40B4-BE49-F238E27FC236}">
                    <a16:creationId xmlns:a16="http://schemas.microsoft.com/office/drawing/2014/main" id="{0AA39768-CD2D-4FFF-AFEA-AD707C56229E}"/>
                  </a:ext>
                </a:extLst>
              </p:cNvPr>
              <p:cNvSpPr>
                <a:spLocks noChangeArrowheads="1"/>
              </p:cNvSpPr>
              <p:nvPr/>
            </p:nvSpPr>
            <p:spPr bwMode="auto">
              <a:xfrm>
                <a:off x="1330" y="3241"/>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998" name="Line 796">
                <a:extLst>
                  <a:ext uri="{FF2B5EF4-FFF2-40B4-BE49-F238E27FC236}">
                    <a16:creationId xmlns:a16="http://schemas.microsoft.com/office/drawing/2014/main" id="{5E399EB5-5C01-495C-BBCF-D4D5B1BA391C}"/>
                  </a:ext>
                </a:extLst>
              </p:cNvPr>
              <p:cNvSpPr>
                <a:spLocks noChangeShapeType="1"/>
              </p:cNvSpPr>
              <p:nvPr/>
            </p:nvSpPr>
            <p:spPr bwMode="auto">
              <a:xfrm>
                <a:off x="1330" y="3241"/>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999" name="Rectangle 797">
                <a:extLst>
                  <a:ext uri="{FF2B5EF4-FFF2-40B4-BE49-F238E27FC236}">
                    <a16:creationId xmlns:a16="http://schemas.microsoft.com/office/drawing/2014/main" id="{D9792730-E8B0-42D3-9359-90D0BA4901F3}"/>
                  </a:ext>
                </a:extLst>
              </p:cNvPr>
              <p:cNvSpPr>
                <a:spLocks noChangeArrowheads="1"/>
              </p:cNvSpPr>
              <p:nvPr/>
            </p:nvSpPr>
            <p:spPr bwMode="auto">
              <a:xfrm>
                <a:off x="1712" y="324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00" name="Line 798">
                <a:extLst>
                  <a:ext uri="{FF2B5EF4-FFF2-40B4-BE49-F238E27FC236}">
                    <a16:creationId xmlns:a16="http://schemas.microsoft.com/office/drawing/2014/main" id="{2530E508-5F35-487C-B872-6B5ED2A6E369}"/>
                  </a:ext>
                </a:extLst>
              </p:cNvPr>
              <p:cNvSpPr>
                <a:spLocks noChangeShapeType="1"/>
              </p:cNvSpPr>
              <p:nvPr/>
            </p:nvSpPr>
            <p:spPr bwMode="auto">
              <a:xfrm>
                <a:off x="1712" y="324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01" name="Line 799">
                <a:extLst>
                  <a:ext uri="{FF2B5EF4-FFF2-40B4-BE49-F238E27FC236}">
                    <a16:creationId xmlns:a16="http://schemas.microsoft.com/office/drawing/2014/main" id="{9E2D5CEB-350D-46DF-A2A4-6FCCB63724F7}"/>
                  </a:ext>
                </a:extLst>
              </p:cNvPr>
              <p:cNvSpPr>
                <a:spLocks noChangeShapeType="1"/>
              </p:cNvSpPr>
              <p:nvPr/>
            </p:nvSpPr>
            <p:spPr bwMode="auto">
              <a:xfrm>
                <a:off x="1712" y="324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02" name="Rectangle 800">
                <a:extLst>
                  <a:ext uri="{FF2B5EF4-FFF2-40B4-BE49-F238E27FC236}">
                    <a16:creationId xmlns:a16="http://schemas.microsoft.com/office/drawing/2014/main" id="{22480C58-FADB-4D41-837F-14F3CD6C40B7}"/>
                  </a:ext>
                </a:extLst>
              </p:cNvPr>
              <p:cNvSpPr>
                <a:spLocks noChangeArrowheads="1"/>
              </p:cNvSpPr>
              <p:nvPr/>
            </p:nvSpPr>
            <p:spPr bwMode="auto">
              <a:xfrm>
                <a:off x="1719" y="324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03" name="Line 801">
                <a:extLst>
                  <a:ext uri="{FF2B5EF4-FFF2-40B4-BE49-F238E27FC236}">
                    <a16:creationId xmlns:a16="http://schemas.microsoft.com/office/drawing/2014/main" id="{DF65764F-4C7E-4596-8F34-F62672313B38}"/>
                  </a:ext>
                </a:extLst>
              </p:cNvPr>
              <p:cNvSpPr>
                <a:spLocks noChangeShapeType="1"/>
              </p:cNvSpPr>
              <p:nvPr/>
            </p:nvSpPr>
            <p:spPr bwMode="auto">
              <a:xfrm>
                <a:off x="1719" y="324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04" name="Rectangle 802">
                <a:extLst>
                  <a:ext uri="{FF2B5EF4-FFF2-40B4-BE49-F238E27FC236}">
                    <a16:creationId xmlns:a16="http://schemas.microsoft.com/office/drawing/2014/main" id="{09BF32D0-E9D1-48DF-95A8-71BBDD29B547}"/>
                  </a:ext>
                </a:extLst>
              </p:cNvPr>
              <p:cNvSpPr>
                <a:spLocks noChangeArrowheads="1"/>
              </p:cNvSpPr>
              <p:nvPr/>
            </p:nvSpPr>
            <p:spPr bwMode="auto">
              <a:xfrm>
                <a:off x="2087" y="324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05" name="Line 803">
                <a:extLst>
                  <a:ext uri="{FF2B5EF4-FFF2-40B4-BE49-F238E27FC236}">
                    <a16:creationId xmlns:a16="http://schemas.microsoft.com/office/drawing/2014/main" id="{1C6E6C58-CB40-41CE-94EF-FF33607C94CE}"/>
                  </a:ext>
                </a:extLst>
              </p:cNvPr>
              <p:cNvSpPr>
                <a:spLocks noChangeShapeType="1"/>
              </p:cNvSpPr>
              <p:nvPr/>
            </p:nvSpPr>
            <p:spPr bwMode="auto">
              <a:xfrm>
                <a:off x="2087" y="324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06" name="Line 804">
                <a:extLst>
                  <a:ext uri="{FF2B5EF4-FFF2-40B4-BE49-F238E27FC236}">
                    <a16:creationId xmlns:a16="http://schemas.microsoft.com/office/drawing/2014/main" id="{5CA1886C-2738-4456-8C5E-2CFE4715E738}"/>
                  </a:ext>
                </a:extLst>
              </p:cNvPr>
              <p:cNvSpPr>
                <a:spLocks noChangeShapeType="1"/>
              </p:cNvSpPr>
              <p:nvPr/>
            </p:nvSpPr>
            <p:spPr bwMode="auto">
              <a:xfrm>
                <a:off x="2087" y="324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07" name="Rectangle 805">
                <a:extLst>
                  <a:ext uri="{FF2B5EF4-FFF2-40B4-BE49-F238E27FC236}">
                    <a16:creationId xmlns:a16="http://schemas.microsoft.com/office/drawing/2014/main" id="{4AFC3F9D-228F-49A6-9F99-F45F5DE21CEB}"/>
                  </a:ext>
                </a:extLst>
              </p:cNvPr>
              <p:cNvSpPr>
                <a:spLocks noChangeArrowheads="1"/>
              </p:cNvSpPr>
              <p:nvPr/>
            </p:nvSpPr>
            <p:spPr bwMode="auto">
              <a:xfrm>
                <a:off x="2094" y="3241"/>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5008" name="Line 806">
                <a:extLst>
                  <a:ext uri="{FF2B5EF4-FFF2-40B4-BE49-F238E27FC236}">
                    <a16:creationId xmlns:a16="http://schemas.microsoft.com/office/drawing/2014/main" id="{C7EEEC26-6E6F-4AF4-801B-57A74438E551}"/>
                  </a:ext>
                </a:extLst>
              </p:cNvPr>
              <p:cNvSpPr>
                <a:spLocks noChangeShapeType="1"/>
              </p:cNvSpPr>
              <p:nvPr/>
            </p:nvSpPr>
            <p:spPr bwMode="auto">
              <a:xfrm>
                <a:off x="2094" y="3241"/>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5009" name="Rectangle 807">
                <a:extLst>
                  <a:ext uri="{FF2B5EF4-FFF2-40B4-BE49-F238E27FC236}">
                    <a16:creationId xmlns:a16="http://schemas.microsoft.com/office/drawing/2014/main" id="{F3AC5E34-E207-4F26-B179-38456EAC09B6}"/>
                  </a:ext>
                </a:extLst>
              </p:cNvPr>
              <p:cNvSpPr>
                <a:spLocks noChangeArrowheads="1"/>
              </p:cNvSpPr>
              <p:nvPr/>
            </p:nvSpPr>
            <p:spPr bwMode="auto">
              <a:xfrm>
                <a:off x="2466" y="324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pSp>
        <p:grpSp>
          <p:nvGrpSpPr>
            <p:cNvPr id="24585" name="Group 1009">
              <a:extLst>
                <a:ext uri="{FF2B5EF4-FFF2-40B4-BE49-F238E27FC236}">
                  <a16:creationId xmlns:a16="http://schemas.microsoft.com/office/drawing/2014/main" id="{7BA3286A-A80F-4CD9-BFC0-495B45300561}"/>
                </a:ext>
              </a:extLst>
            </p:cNvPr>
            <p:cNvGrpSpPr>
              <a:grpSpLocks/>
            </p:cNvGrpSpPr>
            <p:nvPr/>
          </p:nvGrpSpPr>
          <p:grpSpPr bwMode="auto">
            <a:xfrm>
              <a:off x="871" y="689"/>
              <a:ext cx="3853" cy="3120"/>
              <a:chOff x="871" y="689"/>
              <a:chExt cx="3853" cy="3120"/>
            </a:xfrm>
          </p:grpSpPr>
          <p:sp>
            <p:nvSpPr>
              <p:cNvPr id="24610" name="Line 809">
                <a:extLst>
                  <a:ext uri="{FF2B5EF4-FFF2-40B4-BE49-F238E27FC236}">
                    <a16:creationId xmlns:a16="http://schemas.microsoft.com/office/drawing/2014/main" id="{E9947CEF-434B-4E32-8605-2D56023089CE}"/>
                  </a:ext>
                </a:extLst>
              </p:cNvPr>
              <p:cNvSpPr>
                <a:spLocks noChangeShapeType="1"/>
              </p:cNvSpPr>
              <p:nvPr/>
            </p:nvSpPr>
            <p:spPr bwMode="auto">
              <a:xfrm>
                <a:off x="2466" y="324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11" name="Line 810">
                <a:extLst>
                  <a:ext uri="{FF2B5EF4-FFF2-40B4-BE49-F238E27FC236}">
                    <a16:creationId xmlns:a16="http://schemas.microsoft.com/office/drawing/2014/main" id="{A63BE3A8-A9E7-4585-AD0A-F88EA1A748F9}"/>
                  </a:ext>
                </a:extLst>
              </p:cNvPr>
              <p:cNvSpPr>
                <a:spLocks noChangeShapeType="1"/>
              </p:cNvSpPr>
              <p:nvPr/>
            </p:nvSpPr>
            <p:spPr bwMode="auto">
              <a:xfrm>
                <a:off x="2466" y="324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12" name="Rectangle 811">
                <a:extLst>
                  <a:ext uri="{FF2B5EF4-FFF2-40B4-BE49-F238E27FC236}">
                    <a16:creationId xmlns:a16="http://schemas.microsoft.com/office/drawing/2014/main" id="{0D38B2D7-6F0A-493A-9577-BFAD7A09DA4A}"/>
                  </a:ext>
                </a:extLst>
              </p:cNvPr>
              <p:cNvSpPr>
                <a:spLocks noChangeArrowheads="1"/>
              </p:cNvSpPr>
              <p:nvPr/>
            </p:nvSpPr>
            <p:spPr bwMode="auto">
              <a:xfrm>
                <a:off x="2473" y="324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13" name="Line 812">
                <a:extLst>
                  <a:ext uri="{FF2B5EF4-FFF2-40B4-BE49-F238E27FC236}">
                    <a16:creationId xmlns:a16="http://schemas.microsoft.com/office/drawing/2014/main" id="{40AF0891-5A8E-46B2-904D-A9092819E143}"/>
                  </a:ext>
                </a:extLst>
              </p:cNvPr>
              <p:cNvSpPr>
                <a:spLocks noChangeShapeType="1"/>
              </p:cNvSpPr>
              <p:nvPr/>
            </p:nvSpPr>
            <p:spPr bwMode="auto">
              <a:xfrm>
                <a:off x="2473" y="324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14" name="Rectangle 813">
                <a:extLst>
                  <a:ext uri="{FF2B5EF4-FFF2-40B4-BE49-F238E27FC236}">
                    <a16:creationId xmlns:a16="http://schemas.microsoft.com/office/drawing/2014/main" id="{F71A13C7-860E-43A6-8450-A43933D74181}"/>
                  </a:ext>
                </a:extLst>
              </p:cNvPr>
              <p:cNvSpPr>
                <a:spLocks noChangeArrowheads="1"/>
              </p:cNvSpPr>
              <p:nvPr/>
            </p:nvSpPr>
            <p:spPr bwMode="auto">
              <a:xfrm>
                <a:off x="2841" y="324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15" name="Line 814">
                <a:extLst>
                  <a:ext uri="{FF2B5EF4-FFF2-40B4-BE49-F238E27FC236}">
                    <a16:creationId xmlns:a16="http://schemas.microsoft.com/office/drawing/2014/main" id="{0D33F172-3114-489C-8EDA-41DD1E343884}"/>
                  </a:ext>
                </a:extLst>
              </p:cNvPr>
              <p:cNvSpPr>
                <a:spLocks noChangeShapeType="1"/>
              </p:cNvSpPr>
              <p:nvPr/>
            </p:nvSpPr>
            <p:spPr bwMode="auto">
              <a:xfrm>
                <a:off x="2841" y="324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16" name="Line 815">
                <a:extLst>
                  <a:ext uri="{FF2B5EF4-FFF2-40B4-BE49-F238E27FC236}">
                    <a16:creationId xmlns:a16="http://schemas.microsoft.com/office/drawing/2014/main" id="{F970CFB0-4C19-4483-A5A2-DA13EBAC6A24}"/>
                  </a:ext>
                </a:extLst>
              </p:cNvPr>
              <p:cNvSpPr>
                <a:spLocks noChangeShapeType="1"/>
              </p:cNvSpPr>
              <p:nvPr/>
            </p:nvSpPr>
            <p:spPr bwMode="auto">
              <a:xfrm>
                <a:off x="2841" y="324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17" name="Rectangle 816">
                <a:extLst>
                  <a:ext uri="{FF2B5EF4-FFF2-40B4-BE49-F238E27FC236}">
                    <a16:creationId xmlns:a16="http://schemas.microsoft.com/office/drawing/2014/main" id="{E27981C8-DF0B-4C3B-9496-AC2F9EE9D749}"/>
                  </a:ext>
                </a:extLst>
              </p:cNvPr>
              <p:cNvSpPr>
                <a:spLocks noChangeArrowheads="1"/>
              </p:cNvSpPr>
              <p:nvPr/>
            </p:nvSpPr>
            <p:spPr bwMode="auto">
              <a:xfrm>
                <a:off x="2848" y="3241"/>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18" name="Line 817">
                <a:extLst>
                  <a:ext uri="{FF2B5EF4-FFF2-40B4-BE49-F238E27FC236}">
                    <a16:creationId xmlns:a16="http://schemas.microsoft.com/office/drawing/2014/main" id="{9835F4B7-8D11-4A1A-8931-1EC041C49A00}"/>
                  </a:ext>
                </a:extLst>
              </p:cNvPr>
              <p:cNvSpPr>
                <a:spLocks noChangeShapeType="1"/>
              </p:cNvSpPr>
              <p:nvPr/>
            </p:nvSpPr>
            <p:spPr bwMode="auto">
              <a:xfrm>
                <a:off x="2848" y="3241"/>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19" name="Rectangle 818">
                <a:extLst>
                  <a:ext uri="{FF2B5EF4-FFF2-40B4-BE49-F238E27FC236}">
                    <a16:creationId xmlns:a16="http://schemas.microsoft.com/office/drawing/2014/main" id="{2E2ACD01-C813-4B4E-98C8-A12ACCD39B6C}"/>
                  </a:ext>
                </a:extLst>
              </p:cNvPr>
              <p:cNvSpPr>
                <a:spLocks noChangeArrowheads="1"/>
              </p:cNvSpPr>
              <p:nvPr/>
            </p:nvSpPr>
            <p:spPr bwMode="auto">
              <a:xfrm>
                <a:off x="3243" y="324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20" name="Line 819">
                <a:extLst>
                  <a:ext uri="{FF2B5EF4-FFF2-40B4-BE49-F238E27FC236}">
                    <a16:creationId xmlns:a16="http://schemas.microsoft.com/office/drawing/2014/main" id="{426D5436-8E78-4556-BDD4-1DE1EF24BBBF}"/>
                  </a:ext>
                </a:extLst>
              </p:cNvPr>
              <p:cNvSpPr>
                <a:spLocks noChangeShapeType="1"/>
              </p:cNvSpPr>
              <p:nvPr/>
            </p:nvSpPr>
            <p:spPr bwMode="auto">
              <a:xfrm>
                <a:off x="3243" y="324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21" name="Line 820">
                <a:extLst>
                  <a:ext uri="{FF2B5EF4-FFF2-40B4-BE49-F238E27FC236}">
                    <a16:creationId xmlns:a16="http://schemas.microsoft.com/office/drawing/2014/main" id="{AD82DB54-4FA0-46D2-93CD-5D3B0CB0F69C}"/>
                  </a:ext>
                </a:extLst>
              </p:cNvPr>
              <p:cNvSpPr>
                <a:spLocks noChangeShapeType="1"/>
              </p:cNvSpPr>
              <p:nvPr/>
            </p:nvSpPr>
            <p:spPr bwMode="auto">
              <a:xfrm>
                <a:off x="3243" y="324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22" name="Rectangle 821">
                <a:extLst>
                  <a:ext uri="{FF2B5EF4-FFF2-40B4-BE49-F238E27FC236}">
                    <a16:creationId xmlns:a16="http://schemas.microsoft.com/office/drawing/2014/main" id="{2BB481AE-4739-4621-B7D3-37BC79C1EFFE}"/>
                  </a:ext>
                </a:extLst>
              </p:cNvPr>
              <p:cNvSpPr>
                <a:spLocks noChangeArrowheads="1"/>
              </p:cNvSpPr>
              <p:nvPr/>
            </p:nvSpPr>
            <p:spPr bwMode="auto">
              <a:xfrm>
                <a:off x="3250" y="3241"/>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23" name="Line 822">
                <a:extLst>
                  <a:ext uri="{FF2B5EF4-FFF2-40B4-BE49-F238E27FC236}">
                    <a16:creationId xmlns:a16="http://schemas.microsoft.com/office/drawing/2014/main" id="{C257FA52-DCB3-43B0-962D-216085F49662}"/>
                  </a:ext>
                </a:extLst>
              </p:cNvPr>
              <p:cNvSpPr>
                <a:spLocks noChangeShapeType="1"/>
              </p:cNvSpPr>
              <p:nvPr/>
            </p:nvSpPr>
            <p:spPr bwMode="auto">
              <a:xfrm>
                <a:off x="3250" y="3241"/>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24" name="Rectangle 823">
                <a:extLst>
                  <a:ext uri="{FF2B5EF4-FFF2-40B4-BE49-F238E27FC236}">
                    <a16:creationId xmlns:a16="http://schemas.microsoft.com/office/drawing/2014/main" id="{1CA1C5D4-8A7B-4B5E-B261-FEC798F45B9C}"/>
                  </a:ext>
                </a:extLst>
              </p:cNvPr>
              <p:cNvSpPr>
                <a:spLocks noChangeArrowheads="1"/>
              </p:cNvSpPr>
              <p:nvPr/>
            </p:nvSpPr>
            <p:spPr bwMode="auto">
              <a:xfrm>
                <a:off x="3595" y="324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25" name="Line 824">
                <a:extLst>
                  <a:ext uri="{FF2B5EF4-FFF2-40B4-BE49-F238E27FC236}">
                    <a16:creationId xmlns:a16="http://schemas.microsoft.com/office/drawing/2014/main" id="{C989041F-65BF-4513-85C0-0C0E97B26494}"/>
                  </a:ext>
                </a:extLst>
              </p:cNvPr>
              <p:cNvSpPr>
                <a:spLocks noChangeShapeType="1"/>
              </p:cNvSpPr>
              <p:nvPr/>
            </p:nvSpPr>
            <p:spPr bwMode="auto">
              <a:xfrm>
                <a:off x="3595" y="324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26" name="Line 825">
                <a:extLst>
                  <a:ext uri="{FF2B5EF4-FFF2-40B4-BE49-F238E27FC236}">
                    <a16:creationId xmlns:a16="http://schemas.microsoft.com/office/drawing/2014/main" id="{8BDB405E-352A-43DE-AD0E-C1902F9E2B28}"/>
                  </a:ext>
                </a:extLst>
              </p:cNvPr>
              <p:cNvSpPr>
                <a:spLocks noChangeShapeType="1"/>
              </p:cNvSpPr>
              <p:nvPr/>
            </p:nvSpPr>
            <p:spPr bwMode="auto">
              <a:xfrm>
                <a:off x="3595" y="324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27" name="Rectangle 826">
                <a:extLst>
                  <a:ext uri="{FF2B5EF4-FFF2-40B4-BE49-F238E27FC236}">
                    <a16:creationId xmlns:a16="http://schemas.microsoft.com/office/drawing/2014/main" id="{7ACB54D5-E24F-402E-8539-06040C78A8B5}"/>
                  </a:ext>
                </a:extLst>
              </p:cNvPr>
              <p:cNvSpPr>
                <a:spLocks noChangeArrowheads="1"/>
              </p:cNvSpPr>
              <p:nvPr/>
            </p:nvSpPr>
            <p:spPr bwMode="auto">
              <a:xfrm>
                <a:off x="3602" y="3241"/>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28" name="Line 827">
                <a:extLst>
                  <a:ext uri="{FF2B5EF4-FFF2-40B4-BE49-F238E27FC236}">
                    <a16:creationId xmlns:a16="http://schemas.microsoft.com/office/drawing/2014/main" id="{C606C5AF-91CA-480A-833D-1ECD896094C2}"/>
                  </a:ext>
                </a:extLst>
              </p:cNvPr>
              <p:cNvSpPr>
                <a:spLocks noChangeShapeType="1"/>
              </p:cNvSpPr>
              <p:nvPr/>
            </p:nvSpPr>
            <p:spPr bwMode="auto">
              <a:xfrm>
                <a:off x="3602" y="3241"/>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29" name="Rectangle 828">
                <a:extLst>
                  <a:ext uri="{FF2B5EF4-FFF2-40B4-BE49-F238E27FC236}">
                    <a16:creationId xmlns:a16="http://schemas.microsoft.com/office/drawing/2014/main" id="{B7BBCB37-EDDC-4E1F-B73B-C382E53E79AA}"/>
                  </a:ext>
                </a:extLst>
              </p:cNvPr>
              <p:cNvSpPr>
                <a:spLocks noChangeArrowheads="1"/>
              </p:cNvSpPr>
              <p:nvPr/>
            </p:nvSpPr>
            <p:spPr bwMode="auto">
              <a:xfrm>
                <a:off x="3974" y="324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30" name="Line 829">
                <a:extLst>
                  <a:ext uri="{FF2B5EF4-FFF2-40B4-BE49-F238E27FC236}">
                    <a16:creationId xmlns:a16="http://schemas.microsoft.com/office/drawing/2014/main" id="{BFDE04AB-DB34-4BBB-9AB7-C15D9E0A11F2}"/>
                  </a:ext>
                </a:extLst>
              </p:cNvPr>
              <p:cNvSpPr>
                <a:spLocks noChangeShapeType="1"/>
              </p:cNvSpPr>
              <p:nvPr/>
            </p:nvSpPr>
            <p:spPr bwMode="auto">
              <a:xfrm>
                <a:off x="3974" y="324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31" name="Line 830">
                <a:extLst>
                  <a:ext uri="{FF2B5EF4-FFF2-40B4-BE49-F238E27FC236}">
                    <a16:creationId xmlns:a16="http://schemas.microsoft.com/office/drawing/2014/main" id="{8C12B7EE-A742-41FA-AD84-B992DB9AA9F0}"/>
                  </a:ext>
                </a:extLst>
              </p:cNvPr>
              <p:cNvSpPr>
                <a:spLocks noChangeShapeType="1"/>
              </p:cNvSpPr>
              <p:nvPr/>
            </p:nvSpPr>
            <p:spPr bwMode="auto">
              <a:xfrm>
                <a:off x="3974" y="324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32" name="Rectangle 831">
                <a:extLst>
                  <a:ext uri="{FF2B5EF4-FFF2-40B4-BE49-F238E27FC236}">
                    <a16:creationId xmlns:a16="http://schemas.microsoft.com/office/drawing/2014/main" id="{8B63CED3-EA06-4958-8695-902AA428FCF4}"/>
                  </a:ext>
                </a:extLst>
              </p:cNvPr>
              <p:cNvSpPr>
                <a:spLocks noChangeArrowheads="1"/>
              </p:cNvSpPr>
              <p:nvPr/>
            </p:nvSpPr>
            <p:spPr bwMode="auto">
              <a:xfrm>
                <a:off x="3981" y="324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33" name="Line 832">
                <a:extLst>
                  <a:ext uri="{FF2B5EF4-FFF2-40B4-BE49-F238E27FC236}">
                    <a16:creationId xmlns:a16="http://schemas.microsoft.com/office/drawing/2014/main" id="{0FABBDAA-C39D-47F7-A3D4-58052298E214}"/>
                  </a:ext>
                </a:extLst>
              </p:cNvPr>
              <p:cNvSpPr>
                <a:spLocks noChangeShapeType="1"/>
              </p:cNvSpPr>
              <p:nvPr/>
            </p:nvSpPr>
            <p:spPr bwMode="auto">
              <a:xfrm>
                <a:off x="3981" y="324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34" name="Rectangle 833">
                <a:extLst>
                  <a:ext uri="{FF2B5EF4-FFF2-40B4-BE49-F238E27FC236}">
                    <a16:creationId xmlns:a16="http://schemas.microsoft.com/office/drawing/2014/main" id="{462F395E-9FB2-4FAC-BF7F-D2D73366D904}"/>
                  </a:ext>
                </a:extLst>
              </p:cNvPr>
              <p:cNvSpPr>
                <a:spLocks noChangeArrowheads="1"/>
              </p:cNvSpPr>
              <p:nvPr/>
            </p:nvSpPr>
            <p:spPr bwMode="auto">
              <a:xfrm>
                <a:off x="4349" y="324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35" name="Line 834">
                <a:extLst>
                  <a:ext uri="{FF2B5EF4-FFF2-40B4-BE49-F238E27FC236}">
                    <a16:creationId xmlns:a16="http://schemas.microsoft.com/office/drawing/2014/main" id="{D6DFA4D5-8467-44AA-8E72-EDBB68AD281C}"/>
                  </a:ext>
                </a:extLst>
              </p:cNvPr>
              <p:cNvSpPr>
                <a:spLocks noChangeShapeType="1"/>
              </p:cNvSpPr>
              <p:nvPr/>
            </p:nvSpPr>
            <p:spPr bwMode="auto">
              <a:xfrm>
                <a:off x="4349" y="324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36" name="Line 835">
                <a:extLst>
                  <a:ext uri="{FF2B5EF4-FFF2-40B4-BE49-F238E27FC236}">
                    <a16:creationId xmlns:a16="http://schemas.microsoft.com/office/drawing/2014/main" id="{4BF236D3-C73A-469D-9357-B619BF9AC697}"/>
                  </a:ext>
                </a:extLst>
              </p:cNvPr>
              <p:cNvSpPr>
                <a:spLocks noChangeShapeType="1"/>
              </p:cNvSpPr>
              <p:nvPr/>
            </p:nvSpPr>
            <p:spPr bwMode="auto">
              <a:xfrm>
                <a:off x="4349" y="324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37" name="Rectangle 836">
                <a:extLst>
                  <a:ext uri="{FF2B5EF4-FFF2-40B4-BE49-F238E27FC236}">
                    <a16:creationId xmlns:a16="http://schemas.microsoft.com/office/drawing/2014/main" id="{71A74C00-3A00-456E-817F-592FF3194101}"/>
                  </a:ext>
                </a:extLst>
              </p:cNvPr>
              <p:cNvSpPr>
                <a:spLocks noChangeArrowheads="1"/>
              </p:cNvSpPr>
              <p:nvPr/>
            </p:nvSpPr>
            <p:spPr bwMode="auto">
              <a:xfrm>
                <a:off x="4356" y="324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38" name="Line 837">
                <a:extLst>
                  <a:ext uri="{FF2B5EF4-FFF2-40B4-BE49-F238E27FC236}">
                    <a16:creationId xmlns:a16="http://schemas.microsoft.com/office/drawing/2014/main" id="{7DC67B95-E8F0-4313-ABC0-736634EE6314}"/>
                  </a:ext>
                </a:extLst>
              </p:cNvPr>
              <p:cNvSpPr>
                <a:spLocks noChangeShapeType="1"/>
              </p:cNvSpPr>
              <p:nvPr/>
            </p:nvSpPr>
            <p:spPr bwMode="auto">
              <a:xfrm>
                <a:off x="4356" y="324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39" name="Rectangle 838">
                <a:extLst>
                  <a:ext uri="{FF2B5EF4-FFF2-40B4-BE49-F238E27FC236}">
                    <a16:creationId xmlns:a16="http://schemas.microsoft.com/office/drawing/2014/main" id="{ACEC2B6F-53F6-4693-BE7D-70B8ABD141D3}"/>
                  </a:ext>
                </a:extLst>
              </p:cNvPr>
              <p:cNvSpPr>
                <a:spLocks noChangeArrowheads="1"/>
              </p:cNvSpPr>
              <p:nvPr/>
            </p:nvSpPr>
            <p:spPr bwMode="auto">
              <a:xfrm>
                <a:off x="1712" y="32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40" name="Line 839">
                <a:extLst>
                  <a:ext uri="{FF2B5EF4-FFF2-40B4-BE49-F238E27FC236}">
                    <a16:creationId xmlns:a16="http://schemas.microsoft.com/office/drawing/2014/main" id="{62F11B2D-419F-4A3E-8604-EAD7F2DB9EBF}"/>
                  </a:ext>
                </a:extLst>
              </p:cNvPr>
              <p:cNvSpPr>
                <a:spLocks noChangeShapeType="1"/>
              </p:cNvSpPr>
              <p:nvPr/>
            </p:nvSpPr>
            <p:spPr bwMode="auto">
              <a:xfrm>
                <a:off x="1712" y="32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41" name="Rectangle 840">
                <a:extLst>
                  <a:ext uri="{FF2B5EF4-FFF2-40B4-BE49-F238E27FC236}">
                    <a16:creationId xmlns:a16="http://schemas.microsoft.com/office/drawing/2014/main" id="{38854528-065A-48BC-9F69-08B20B732225}"/>
                  </a:ext>
                </a:extLst>
              </p:cNvPr>
              <p:cNvSpPr>
                <a:spLocks noChangeArrowheads="1"/>
              </p:cNvSpPr>
              <p:nvPr/>
            </p:nvSpPr>
            <p:spPr bwMode="auto">
              <a:xfrm>
                <a:off x="2087" y="32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42" name="Line 841">
                <a:extLst>
                  <a:ext uri="{FF2B5EF4-FFF2-40B4-BE49-F238E27FC236}">
                    <a16:creationId xmlns:a16="http://schemas.microsoft.com/office/drawing/2014/main" id="{ABCB1B65-CC41-41C0-A817-194A12B45C50}"/>
                  </a:ext>
                </a:extLst>
              </p:cNvPr>
              <p:cNvSpPr>
                <a:spLocks noChangeShapeType="1"/>
              </p:cNvSpPr>
              <p:nvPr/>
            </p:nvSpPr>
            <p:spPr bwMode="auto">
              <a:xfrm>
                <a:off x="2087" y="32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43" name="Rectangle 842">
                <a:extLst>
                  <a:ext uri="{FF2B5EF4-FFF2-40B4-BE49-F238E27FC236}">
                    <a16:creationId xmlns:a16="http://schemas.microsoft.com/office/drawing/2014/main" id="{6567323E-1B1B-406B-9452-882CE5A1F697}"/>
                  </a:ext>
                </a:extLst>
              </p:cNvPr>
              <p:cNvSpPr>
                <a:spLocks noChangeArrowheads="1"/>
              </p:cNvSpPr>
              <p:nvPr/>
            </p:nvSpPr>
            <p:spPr bwMode="auto">
              <a:xfrm>
                <a:off x="2466" y="32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44" name="Line 843">
                <a:extLst>
                  <a:ext uri="{FF2B5EF4-FFF2-40B4-BE49-F238E27FC236}">
                    <a16:creationId xmlns:a16="http://schemas.microsoft.com/office/drawing/2014/main" id="{2871247D-2161-4CBF-BEED-8BED9EB9BBFC}"/>
                  </a:ext>
                </a:extLst>
              </p:cNvPr>
              <p:cNvSpPr>
                <a:spLocks noChangeShapeType="1"/>
              </p:cNvSpPr>
              <p:nvPr/>
            </p:nvSpPr>
            <p:spPr bwMode="auto">
              <a:xfrm>
                <a:off x="2466" y="32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45" name="Rectangle 844">
                <a:extLst>
                  <a:ext uri="{FF2B5EF4-FFF2-40B4-BE49-F238E27FC236}">
                    <a16:creationId xmlns:a16="http://schemas.microsoft.com/office/drawing/2014/main" id="{1C167722-47BE-481A-A35B-8E72E14365B5}"/>
                  </a:ext>
                </a:extLst>
              </p:cNvPr>
              <p:cNvSpPr>
                <a:spLocks noChangeArrowheads="1"/>
              </p:cNvSpPr>
              <p:nvPr/>
            </p:nvSpPr>
            <p:spPr bwMode="auto">
              <a:xfrm>
                <a:off x="2841" y="32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46" name="Line 845">
                <a:extLst>
                  <a:ext uri="{FF2B5EF4-FFF2-40B4-BE49-F238E27FC236}">
                    <a16:creationId xmlns:a16="http://schemas.microsoft.com/office/drawing/2014/main" id="{3232982E-1136-4A54-8979-551A94191F60}"/>
                  </a:ext>
                </a:extLst>
              </p:cNvPr>
              <p:cNvSpPr>
                <a:spLocks noChangeShapeType="1"/>
              </p:cNvSpPr>
              <p:nvPr/>
            </p:nvSpPr>
            <p:spPr bwMode="auto">
              <a:xfrm>
                <a:off x="2841" y="32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47" name="Rectangle 846">
                <a:extLst>
                  <a:ext uri="{FF2B5EF4-FFF2-40B4-BE49-F238E27FC236}">
                    <a16:creationId xmlns:a16="http://schemas.microsoft.com/office/drawing/2014/main" id="{24C0C16E-6624-40BB-9F1D-ADEC7B9F294D}"/>
                  </a:ext>
                </a:extLst>
              </p:cNvPr>
              <p:cNvSpPr>
                <a:spLocks noChangeArrowheads="1"/>
              </p:cNvSpPr>
              <p:nvPr/>
            </p:nvSpPr>
            <p:spPr bwMode="auto">
              <a:xfrm>
                <a:off x="3243" y="32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48" name="Line 847">
                <a:extLst>
                  <a:ext uri="{FF2B5EF4-FFF2-40B4-BE49-F238E27FC236}">
                    <a16:creationId xmlns:a16="http://schemas.microsoft.com/office/drawing/2014/main" id="{3C06621D-14E4-44E6-915A-B3D3827CB54C}"/>
                  </a:ext>
                </a:extLst>
              </p:cNvPr>
              <p:cNvSpPr>
                <a:spLocks noChangeShapeType="1"/>
              </p:cNvSpPr>
              <p:nvPr/>
            </p:nvSpPr>
            <p:spPr bwMode="auto">
              <a:xfrm>
                <a:off x="3243" y="32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49" name="Rectangle 848">
                <a:extLst>
                  <a:ext uri="{FF2B5EF4-FFF2-40B4-BE49-F238E27FC236}">
                    <a16:creationId xmlns:a16="http://schemas.microsoft.com/office/drawing/2014/main" id="{E8B6436D-EAD4-40B4-9844-60700BB8847A}"/>
                  </a:ext>
                </a:extLst>
              </p:cNvPr>
              <p:cNvSpPr>
                <a:spLocks noChangeArrowheads="1"/>
              </p:cNvSpPr>
              <p:nvPr/>
            </p:nvSpPr>
            <p:spPr bwMode="auto">
              <a:xfrm>
                <a:off x="3595" y="32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50" name="Line 849">
                <a:extLst>
                  <a:ext uri="{FF2B5EF4-FFF2-40B4-BE49-F238E27FC236}">
                    <a16:creationId xmlns:a16="http://schemas.microsoft.com/office/drawing/2014/main" id="{6AC8C95B-25EF-4AAC-A78A-86184579FC69}"/>
                  </a:ext>
                </a:extLst>
              </p:cNvPr>
              <p:cNvSpPr>
                <a:spLocks noChangeShapeType="1"/>
              </p:cNvSpPr>
              <p:nvPr/>
            </p:nvSpPr>
            <p:spPr bwMode="auto">
              <a:xfrm>
                <a:off x="3595" y="32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51" name="Rectangle 850">
                <a:extLst>
                  <a:ext uri="{FF2B5EF4-FFF2-40B4-BE49-F238E27FC236}">
                    <a16:creationId xmlns:a16="http://schemas.microsoft.com/office/drawing/2014/main" id="{9E7923E2-9A3E-4705-9090-84C9237BF884}"/>
                  </a:ext>
                </a:extLst>
              </p:cNvPr>
              <p:cNvSpPr>
                <a:spLocks noChangeArrowheads="1"/>
              </p:cNvSpPr>
              <p:nvPr/>
            </p:nvSpPr>
            <p:spPr bwMode="auto">
              <a:xfrm>
                <a:off x="3974" y="32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52" name="Line 851">
                <a:extLst>
                  <a:ext uri="{FF2B5EF4-FFF2-40B4-BE49-F238E27FC236}">
                    <a16:creationId xmlns:a16="http://schemas.microsoft.com/office/drawing/2014/main" id="{C6004F73-745A-40D3-B029-BF0707B48A7F}"/>
                  </a:ext>
                </a:extLst>
              </p:cNvPr>
              <p:cNvSpPr>
                <a:spLocks noChangeShapeType="1"/>
              </p:cNvSpPr>
              <p:nvPr/>
            </p:nvSpPr>
            <p:spPr bwMode="auto">
              <a:xfrm>
                <a:off x="3974" y="32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53" name="Rectangle 852">
                <a:extLst>
                  <a:ext uri="{FF2B5EF4-FFF2-40B4-BE49-F238E27FC236}">
                    <a16:creationId xmlns:a16="http://schemas.microsoft.com/office/drawing/2014/main" id="{AF96F570-AF0F-4C60-A3AB-A1B8D2B7F79C}"/>
                  </a:ext>
                </a:extLst>
              </p:cNvPr>
              <p:cNvSpPr>
                <a:spLocks noChangeArrowheads="1"/>
              </p:cNvSpPr>
              <p:nvPr/>
            </p:nvSpPr>
            <p:spPr bwMode="auto">
              <a:xfrm>
                <a:off x="4349" y="3246"/>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54" name="Line 853">
                <a:extLst>
                  <a:ext uri="{FF2B5EF4-FFF2-40B4-BE49-F238E27FC236}">
                    <a16:creationId xmlns:a16="http://schemas.microsoft.com/office/drawing/2014/main" id="{4FA66E71-E5F0-4A8B-ADFD-1E4E91EB685C}"/>
                  </a:ext>
                </a:extLst>
              </p:cNvPr>
              <p:cNvSpPr>
                <a:spLocks noChangeShapeType="1"/>
              </p:cNvSpPr>
              <p:nvPr/>
            </p:nvSpPr>
            <p:spPr bwMode="auto">
              <a:xfrm>
                <a:off x="4349" y="3246"/>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55" name="Rectangle 854">
                <a:extLst>
                  <a:ext uri="{FF2B5EF4-FFF2-40B4-BE49-F238E27FC236}">
                    <a16:creationId xmlns:a16="http://schemas.microsoft.com/office/drawing/2014/main" id="{DD02C9C9-B2CB-4D28-A7B9-B86B096E3AFC}"/>
                  </a:ext>
                </a:extLst>
              </p:cNvPr>
              <p:cNvSpPr>
                <a:spLocks noChangeArrowheads="1"/>
              </p:cNvSpPr>
              <p:nvPr/>
            </p:nvSpPr>
            <p:spPr bwMode="auto">
              <a:xfrm>
                <a:off x="2969" y="3443"/>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a:t>
                </a:r>
                <a:endParaRPr lang="en-US" altLang="zh-CN" sz="2000" b="1" dirty="0">
                  <a:ea typeface="华文中宋" panose="02010600040101010101" pitchFamily="2" charset="-122"/>
                </a:endParaRPr>
              </a:p>
            </p:txBody>
          </p:sp>
          <p:sp>
            <p:nvSpPr>
              <p:cNvPr id="24656" name="Rectangle 855">
                <a:extLst>
                  <a:ext uri="{FF2B5EF4-FFF2-40B4-BE49-F238E27FC236}">
                    <a16:creationId xmlns:a16="http://schemas.microsoft.com/office/drawing/2014/main" id="{1830FA0E-0064-4C31-ACE0-1D1051CDF17B}"/>
                  </a:ext>
                </a:extLst>
              </p:cNvPr>
              <p:cNvSpPr>
                <a:spLocks noChangeArrowheads="1"/>
              </p:cNvSpPr>
              <p:nvPr/>
            </p:nvSpPr>
            <p:spPr bwMode="auto">
              <a:xfrm>
                <a:off x="1330" y="3424"/>
                <a:ext cx="38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57" name="Line 856">
                <a:extLst>
                  <a:ext uri="{FF2B5EF4-FFF2-40B4-BE49-F238E27FC236}">
                    <a16:creationId xmlns:a16="http://schemas.microsoft.com/office/drawing/2014/main" id="{8F6C3EEC-7995-47DD-B901-CD34776B7D34}"/>
                  </a:ext>
                </a:extLst>
              </p:cNvPr>
              <p:cNvSpPr>
                <a:spLocks noChangeShapeType="1"/>
              </p:cNvSpPr>
              <p:nvPr/>
            </p:nvSpPr>
            <p:spPr bwMode="auto">
              <a:xfrm>
                <a:off x="1330" y="3424"/>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58" name="Rectangle 857">
                <a:extLst>
                  <a:ext uri="{FF2B5EF4-FFF2-40B4-BE49-F238E27FC236}">
                    <a16:creationId xmlns:a16="http://schemas.microsoft.com/office/drawing/2014/main" id="{A527E331-CBA6-400D-A0E1-9628BEE2299D}"/>
                  </a:ext>
                </a:extLst>
              </p:cNvPr>
              <p:cNvSpPr>
                <a:spLocks noChangeArrowheads="1"/>
              </p:cNvSpPr>
              <p:nvPr/>
            </p:nvSpPr>
            <p:spPr bwMode="auto">
              <a:xfrm>
                <a:off x="1712" y="3424"/>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59" name="Line 858">
                <a:extLst>
                  <a:ext uri="{FF2B5EF4-FFF2-40B4-BE49-F238E27FC236}">
                    <a16:creationId xmlns:a16="http://schemas.microsoft.com/office/drawing/2014/main" id="{61443FA9-4EC0-40B1-B752-A50285E3BD51}"/>
                  </a:ext>
                </a:extLst>
              </p:cNvPr>
              <p:cNvSpPr>
                <a:spLocks noChangeShapeType="1"/>
              </p:cNvSpPr>
              <p:nvPr/>
            </p:nvSpPr>
            <p:spPr bwMode="auto">
              <a:xfrm>
                <a:off x="1712" y="34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60" name="Line 859">
                <a:extLst>
                  <a:ext uri="{FF2B5EF4-FFF2-40B4-BE49-F238E27FC236}">
                    <a16:creationId xmlns:a16="http://schemas.microsoft.com/office/drawing/2014/main" id="{08A16506-7625-4A26-94DA-5E0A3E4F48C0}"/>
                  </a:ext>
                </a:extLst>
              </p:cNvPr>
              <p:cNvSpPr>
                <a:spLocks noChangeShapeType="1"/>
              </p:cNvSpPr>
              <p:nvPr/>
            </p:nvSpPr>
            <p:spPr bwMode="auto">
              <a:xfrm>
                <a:off x="1712" y="34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61" name="Rectangle 860">
                <a:extLst>
                  <a:ext uri="{FF2B5EF4-FFF2-40B4-BE49-F238E27FC236}">
                    <a16:creationId xmlns:a16="http://schemas.microsoft.com/office/drawing/2014/main" id="{C5D31D30-31C0-4C8C-8F4D-8D0344AB369F}"/>
                  </a:ext>
                </a:extLst>
              </p:cNvPr>
              <p:cNvSpPr>
                <a:spLocks noChangeArrowheads="1"/>
              </p:cNvSpPr>
              <p:nvPr/>
            </p:nvSpPr>
            <p:spPr bwMode="auto">
              <a:xfrm>
                <a:off x="1719" y="3424"/>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62" name="Line 861">
                <a:extLst>
                  <a:ext uri="{FF2B5EF4-FFF2-40B4-BE49-F238E27FC236}">
                    <a16:creationId xmlns:a16="http://schemas.microsoft.com/office/drawing/2014/main" id="{9A1E9176-CB23-469A-8D26-EA308B0F393F}"/>
                  </a:ext>
                </a:extLst>
              </p:cNvPr>
              <p:cNvSpPr>
                <a:spLocks noChangeShapeType="1"/>
              </p:cNvSpPr>
              <p:nvPr/>
            </p:nvSpPr>
            <p:spPr bwMode="auto">
              <a:xfrm>
                <a:off x="1719" y="342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63" name="Rectangle 862">
                <a:extLst>
                  <a:ext uri="{FF2B5EF4-FFF2-40B4-BE49-F238E27FC236}">
                    <a16:creationId xmlns:a16="http://schemas.microsoft.com/office/drawing/2014/main" id="{450C3AAA-29C2-4DBD-8F34-187C90A5D9D4}"/>
                  </a:ext>
                </a:extLst>
              </p:cNvPr>
              <p:cNvSpPr>
                <a:spLocks noChangeArrowheads="1"/>
              </p:cNvSpPr>
              <p:nvPr/>
            </p:nvSpPr>
            <p:spPr bwMode="auto">
              <a:xfrm>
                <a:off x="2087" y="3424"/>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64" name="Line 863">
                <a:extLst>
                  <a:ext uri="{FF2B5EF4-FFF2-40B4-BE49-F238E27FC236}">
                    <a16:creationId xmlns:a16="http://schemas.microsoft.com/office/drawing/2014/main" id="{B2305665-BF3F-4E04-BD01-27AD45CCA8DD}"/>
                  </a:ext>
                </a:extLst>
              </p:cNvPr>
              <p:cNvSpPr>
                <a:spLocks noChangeShapeType="1"/>
              </p:cNvSpPr>
              <p:nvPr/>
            </p:nvSpPr>
            <p:spPr bwMode="auto">
              <a:xfrm>
                <a:off x="2087" y="34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65" name="Line 864">
                <a:extLst>
                  <a:ext uri="{FF2B5EF4-FFF2-40B4-BE49-F238E27FC236}">
                    <a16:creationId xmlns:a16="http://schemas.microsoft.com/office/drawing/2014/main" id="{367739F5-11BC-47D3-A305-BBDFA1A4E90D}"/>
                  </a:ext>
                </a:extLst>
              </p:cNvPr>
              <p:cNvSpPr>
                <a:spLocks noChangeShapeType="1"/>
              </p:cNvSpPr>
              <p:nvPr/>
            </p:nvSpPr>
            <p:spPr bwMode="auto">
              <a:xfrm>
                <a:off x="2087" y="34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66" name="Rectangle 865">
                <a:extLst>
                  <a:ext uri="{FF2B5EF4-FFF2-40B4-BE49-F238E27FC236}">
                    <a16:creationId xmlns:a16="http://schemas.microsoft.com/office/drawing/2014/main" id="{1C9CDFE6-2996-40EF-BDF3-F27F12470776}"/>
                  </a:ext>
                </a:extLst>
              </p:cNvPr>
              <p:cNvSpPr>
                <a:spLocks noChangeArrowheads="1"/>
              </p:cNvSpPr>
              <p:nvPr/>
            </p:nvSpPr>
            <p:spPr bwMode="auto">
              <a:xfrm>
                <a:off x="2094" y="3424"/>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67" name="Line 866">
                <a:extLst>
                  <a:ext uri="{FF2B5EF4-FFF2-40B4-BE49-F238E27FC236}">
                    <a16:creationId xmlns:a16="http://schemas.microsoft.com/office/drawing/2014/main" id="{9B853BE4-8188-40D6-A44C-E96B5957139E}"/>
                  </a:ext>
                </a:extLst>
              </p:cNvPr>
              <p:cNvSpPr>
                <a:spLocks noChangeShapeType="1"/>
              </p:cNvSpPr>
              <p:nvPr/>
            </p:nvSpPr>
            <p:spPr bwMode="auto">
              <a:xfrm>
                <a:off x="2094" y="342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68" name="Rectangle 867">
                <a:extLst>
                  <a:ext uri="{FF2B5EF4-FFF2-40B4-BE49-F238E27FC236}">
                    <a16:creationId xmlns:a16="http://schemas.microsoft.com/office/drawing/2014/main" id="{DFDF617D-F05B-4FB0-94DE-ED957E11EC97}"/>
                  </a:ext>
                </a:extLst>
              </p:cNvPr>
              <p:cNvSpPr>
                <a:spLocks noChangeArrowheads="1"/>
              </p:cNvSpPr>
              <p:nvPr/>
            </p:nvSpPr>
            <p:spPr bwMode="auto">
              <a:xfrm>
                <a:off x="2466" y="3424"/>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69" name="Line 868">
                <a:extLst>
                  <a:ext uri="{FF2B5EF4-FFF2-40B4-BE49-F238E27FC236}">
                    <a16:creationId xmlns:a16="http://schemas.microsoft.com/office/drawing/2014/main" id="{3EB41AE6-C059-4891-A8B6-CF06A1CFF64C}"/>
                  </a:ext>
                </a:extLst>
              </p:cNvPr>
              <p:cNvSpPr>
                <a:spLocks noChangeShapeType="1"/>
              </p:cNvSpPr>
              <p:nvPr/>
            </p:nvSpPr>
            <p:spPr bwMode="auto">
              <a:xfrm>
                <a:off x="2466" y="34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70" name="Line 869">
                <a:extLst>
                  <a:ext uri="{FF2B5EF4-FFF2-40B4-BE49-F238E27FC236}">
                    <a16:creationId xmlns:a16="http://schemas.microsoft.com/office/drawing/2014/main" id="{2BBF3F26-809A-4E46-B74F-CA94C3D7AB33}"/>
                  </a:ext>
                </a:extLst>
              </p:cNvPr>
              <p:cNvSpPr>
                <a:spLocks noChangeShapeType="1"/>
              </p:cNvSpPr>
              <p:nvPr/>
            </p:nvSpPr>
            <p:spPr bwMode="auto">
              <a:xfrm>
                <a:off x="2466" y="34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71" name="Rectangle 870">
                <a:extLst>
                  <a:ext uri="{FF2B5EF4-FFF2-40B4-BE49-F238E27FC236}">
                    <a16:creationId xmlns:a16="http://schemas.microsoft.com/office/drawing/2014/main" id="{FA308968-EFFC-4526-AF53-1D009AEBED57}"/>
                  </a:ext>
                </a:extLst>
              </p:cNvPr>
              <p:cNvSpPr>
                <a:spLocks noChangeArrowheads="1"/>
              </p:cNvSpPr>
              <p:nvPr/>
            </p:nvSpPr>
            <p:spPr bwMode="auto">
              <a:xfrm>
                <a:off x="2473" y="3424"/>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72" name="Line 871">
                <a:extLst>
                  <a:ext uri="{FF2B5EF4-FFF2-40B4-BE49-F238E27FC236}">
                    <a16:creationId xmlns:a16="http://schemas.microsoft.com/office/drawing/2014/main" id="{A8545992-AEB4-4E0C-8023-31E031E144F9}"/>
                  </a:ext>
                </a:extLst>
              </p:cNvPr>
              <p:cNvSpPr>
                <a:spLocks noChangeShapeType="1"/>
              </p:cNvSpPr>
              <p:nvPr/>
            </p:nvSpPr>
            <p:spPr bwMode="auto">
              <a:xfrm>
                <a:off x="2473" y="342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73" name="Rectangle 872">
                <a:extLst>
                  <a:ext uri="{FF2B5EF4-FFF2-40B4-BE49-F238E27FC236}">
                    <a16:creationId xmlns:a16="http://schemas.microsoft.com/office/drawing/2014/main" id="{DA210148-4FF7-4973-AE7C-47D3A346A307}"/>
                  </a:ext>
                </a:extLst>
              </p:cNvPr>
              <p:cNvSpPr>
                <a:spLocks noChangeArrowheads="1"/>
              </p:cNvSpPr>
              <p:nvPr/>
            </p:nvSpPr>
            <p:spPr bwMode="auto">
              <a:xfrm>
                <a:off x="2841" y="3424"/>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74" name="Line 873">
                <a:extLst>
                  <a:ext uri="{FF2B5EF4-FFF2-40B4-BE49-F238E27FC236}">
                    <a16:creationId xmlns:a16="http://schemas.microsoft.com/office/drawing/2014/main" id="{ADAC6E7F-72F5-4241-B83D-60244589C7B4}"/>
                  </a:ext>
                </a:extLst>
              </p:cNvPr>
              <p:cNvSpPr>
                <a:spLocks noChangeShapeType="1"/>
              </p:cNvSpPr>
              <p:nvPr/>
            </p:nvSpPr>
            <p:spPr bwMode="auto">
              <a:xfrm>
                <a:off x="2841" y="34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75" name="Line 874">
                <a:extLst>
                  <a:ext uri="{FF2B5EF4-FFF2-40B4-BE49-F238E27FC236}">
                    <a16:creationId xmlns:a16="http://schemas.microsoft.com/office/drawing/2014/main" id="{7B49830F-5733-4223-98BF-2F505FE94D89}"/>
                  </a:ext>
                </a:extLst>
              </p:cNvPr>
              <p:cNvSpPr>
                <a:spLocks noChangeShapeType="1"/>
              </p:cNvSpPr>
              <p:nvPr/>
            </p:nvSpPr>
            <p:spPr bwMode="auto">
              <a:xfrm>
                <a:off x="2841" y="34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76" name="Rectangle 875">
                <a:extLst>
                  <a:ext uri="{FF2B5EF4-FFF2-40B4-BE49-F238E27FC236}">
                    <a16:creationId xmlns:a16="http://schemas.microsoft.com/office/drawing/2014/main" id="{6B8C83A6-D73D-4F3B-965C-D3743B4E2D0C}"/>
                  </a:ext>
                </a:extLst>
              </p:cNvPr>
              <p:cNvSpPr>
                <a:spLocks noChangeArrowheads="1"/>
              </p:cNvSpPr>
              <p:nvPr/>
            </p:nvSpPr>
            <p:spPr bwMode="auto">
              <a:xfrm>
                <a:off x="2848" y="3424"/>
                <a:ext cx="39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77" name="Line 876">
                <a:extLst>
                  <a:ext uri="{FF2B5EF4-FFF2-40B4-BE49-F238E27FC236}">
                    <a16:creationId xmlns:a16="http://schemas.microsoft.com/office/drawing/2014/main" id="{41A0544C-F946-4E71-B26E-405D62ACB1F3}"/>
                  </a:ext>
                </a:extLst>
              </p:cNvPr>
              <p:cNvSpPr>
                <a:spLocks noChangeShapeType="1"/>
              </p:cNvSpPr>
              <p:nvPr/>
            </p:nvSpPr>
            <p:spPr bwMode="auto">
              <a:xfrm>
                <a:off x="2848" y="3424"/>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78" name="Rectangle 877">
                <a:extLst>
                  <a:ext uri="{FF2B5EF4-FFF2-40B4-BE49-F238E27FC236}">
                    <a16:creationId xmlns:a16="http://schemas.microsoft.com/office/drawing/2014/main" id="{C7945159-2962-4DE8-8F19-9A4BE8F0D8C7}"/>
                  </a:ext>
                </a:extLst>
              </p:cNvPr>
              <p:cNvSpPr>
                <a:spLocks noChangeArrowheads="1"/>
              </p:cNvSpPr>
              <p:nvPr/>
            </p:nvSpPr>
            <p:spPr bwMode="auto">
              <a:xfrm>
                <a:off x="3243" y="3424"/>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79" name="Line 878">
                <a:extLst>
                  <a:ext uri="{FF2B5EF4-FFF2-40B4-BE49-F238E27FC236}">
                    <a16:creationId xmlns:a16="http://schemas.microsoft.com/office/drawing/2014/main" id="{E9713C73-A1B2-4022-9ACE-7AD8771B9CED}"/>
                  </a:ext>
                </a:extLst>
              </p:cNvPr>
              <p:cNvSpPr>
                <a:spLocks noChangeShapeType="1"/>
              </p:cNvSpPr>
              <p:nvPr/>
            </p:nvSpPr>
            <p:spPr bwMode="auto">
              <a:xfrm>
                <a:off x="3243" y="34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80" name="Line 879">
                <a:extLst>
                  <a:ext uri="{FF2B5EF4-FFF2-40B4-BE49-F238E27FC236}">
                    <a16:creationId xmlns:a16="http://schemas.microsoft.com/office/drawing/2014/main" id="{1A1C776E-3373-475C-AFDE-A5EACE5FDB49}"/>
                  </a:ext>
                </a:extLst>
              </p:cNvPr>
              <p:cNvSpPr>
                <a:spLocks noChangeShapeType="1"/>
              </p:cNvSpPr>
              <p:nvPr/>
            </p:nvSpPr>
            <p:spPr bwMode="auto">
              <a:xfrm>
                <a:off x="3243" y="34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81" name="Rectangle 880">
                <a:extLst>
                  <a:ext uri="{FF2B5EF4-FFF2-40B4-BE49-F238E27FC236}">
                    <a16:creationId xmlns:a16="http://schemas.microsoft.com/office/drawing/2014/main" id="{714406E7-8A26-4A03-B34C-409E6E496B71}"/>
                  </a:ext>
                </a:extLst>
              </p:cNvPr>
              <p:cNvSpPr>
                <a:spLocks noChangeArrowheads="1"/>
              </p:cNvSpPr>
              <p:nvPr/>
            </p:nvSpPr>
            <p:spPr bwMode="auto">
              <a:xfrm>
                <a:off x="3250" y="3424"/>
                <a:ext cx="34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82" name="Line 881">
                <a:extLst>
                  <a:ext uri="{FF2B5EF4-FFF2-40B4-BE49-F238E27FC236}">
                    <a16:creationId xmlns:a16="http://schemas.microsoft.com/office/drawing/2014/main" id="{9089F589-13C0-4031-9343-EDD9D733D958}"/>
                  </a:ext>
                </a:extLst>
              </p:cNvPr>
              <p:cNvSpPr>
                <a:spLocks noChangeShapeType="1"/>
              </p:cNvSpPr>
              <p:nvPr/>
            </p:nvSpPr>
            <p:spPr bwMode="auto">
              <a:xfrm>
                <a:off x="3250" y="3424"/>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83" name="Rectangle 882">
                <a:extLst>
                  <a:ext uri="{FF2B5EF4-FFF2-40B4-BE49-F238E27FC236}">
                    <a16:creationId xmlns:a16="http://schemas.microsoft.com/office/drawing/2014/main" id="{FEBC0AA8-4BAE-4223-9039-6998F3A89DA6}"/>
                  </a:ext>
                </a:extLst>
              </p:cNvPr>
              <p:cNvSpPr>
                <a:spLocks noChangeArrowheads="1"/>
              </p:cNvSpPr>
              <p:nvPr/>
            </p:nvSpPr>
            <p:spPr bwMode="auto">
              <a:xfrm>
                <a:off x="3595" y="3424"/>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84" name="Line 883">
                <a:extLst>
                  <a:ext uri="{FF2B5EF4-FFF2-40B4-BE49-F238E27FC236}">
                    <a16:creationId xmlns:a16="http://schemas.microsoft.com/office/drawing/2014/main" id="{A5454D9E-7C4E-463F-9BB0-1DF298B22FDD}"/>
                  </a:ext>
                </a:extLst>
              </p:cNvPr>
              <p:cNvSpPr>
                <a:spLocks noChangeShapeType="1"/>
              </p:cNvSpPr>
              <p:nvPr/>
            </p:nvSpPr>
            <p:spPr bwMode="auto">
              <a:xfrm>
                <a:off x="3595" y="34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85" name="Line 884">
                <a:extLst>
                  <a:ext uri="{FF2B5EF4-FFF2-40B4-BE49-F238E27FC236}">
                    <a16:creationId xmlns:a16="http://schemas.microsoft.com/office/drawing/2014/main" id="{680893FC-742E-47DC-90A9-F2939CC6C39D}"/>
                  </a:ext>
                </a:extLst>
              </p:cNvPr>
              <p:cNvSpPr>
                <a:spLocks noChangeShapeType="1"/>
              </p:cNvSpPr>
              <p:nvPr/>
            </p:nvSpPr>
            <p:spPr bwMode="auto">
              <a:xfrm>
                <a:off x="3595" y="34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86" name="Rectangle 885">
                <a:extLst>
                  <a:ext uri="{FF2B5EF4-FFF2-40B4-BE49-F238E27FC236}">
                    <a16:creationId xmlns:a16="http://schemas.microsoft.com/office/drawing/2014/main" id="{C918C508-1551-4506-B7C7-C3920853021C}"/>
                  </a:ext>
                </a:extLst>
              </p:cNvPr>
              <p:cNvSpPr>
                <a:spLocks noChangeArrowheads="1"/>
              </p:cNvSpPr>
              <p:nvPr/>
            </p:nvSpPr>
            <p:spPr bwMode="auto">
              <a:xfrm>
                <a:off x="3602" y="3424"/>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87" name="Line 886">
                <a:extLst>
                  <a:ext uri="{FF2B5EF4-FFF2-40B4-BE49-F238E27FC236}">
                    <a16:creationId xmlns:a16="http://schemas.microsoft.com/office/drawing/2014/main" id="{0ECB637C-BD5B-4087-B46A-1D508296D1B3}"/>
                  </a:ext>
                </a:extLst>
              </p:cNvPr>
              <p:cNvSpPr>
                <a:spLocks noChangeShapeType="1"/>
              </p:cNvSpPr>
              <p:nvPr/>
            </p:nvSpPr>
            <p:spPr bwMode="auto">
              <a:xfrm>
                <a:off x="3602" y="3424"/>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88" name="Rectangle 887">
                <a:extLst>
                  <a:ext uri="{FF2B5EF4-FFF2-40B4-BE49-F238E27FC236}">
                    <a16:creationId xmlns:a16="http://schemas.microsoft.com/office/drawing/2014/main" id="{8014A18A-7957-4846-BCCD-C521D5CCC7DC}"/>
                  </a:ext>
                </a:extLst>
              </p:cNvPr>
              <p:cNvSpPr>
                <a:spLocks noChangeArrowheads="1"/>
              </p:cNvSpPr>
              <p:nvPr/>
            </p:nvSpPr>
            <p:spPr bwMode="auto">
              <a:xfrm>
                <a:off x="3974" y="3424"/>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89" name="Line 888">
                <a:extLst>
                  <a:ext uri="{FF2B5EF4-FFF2-40B4-BE49-F238E27FC236}">
                    <a16:creationId xmlns:a16="http://schemas.microsoft.com/office/drawing/2014/main" id="{B8A5BA3C-7CFE-4058-8D21-39F65E8EA0DA}"/>
                  </a:ext>
                </a:extLst>
              </p:cNvPr>
              <p:cNvSpPr>
                <a:spLocks noChangeShapeType="1"/>
              </p:cNvSpPr>
              <p:nvPr/>
            </p:nvSpPr>
            <p:spPr bwMode="auto">
              <a:xfrm>
                <a:off x="3974" y="34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90" name="Line 889">
                <a:extLst>
                  <a:ext uri="{FF2B5EF4-FFF2-40B4-BE49-F238E27FC236}">
                    <a16:creationId xmlns:a16="http://schemas.microsoft.com/office/drawing/2014/main" id="{31C8F391-EEEE-45EB-8E9C-F07DCFE9C123}"/>
                  </a:ext>
                </a:extLst>
              </p:cNvPr>
              <p:cNvSpPr>
                <a:spLocks noChangeShapeType="1"/>
              </p:cNvSpPr>
              <p:nvPr/>
            </p:nvSpPr>
            <p:spPr bwMode="auto">
              <a:xfrm>
                <a:off x="3974" y="34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91" name="Rectangle 890">
                <a:extLst>
                  <a:ext uri="{FF2B5EF4-FFF2-40B4-BE49-F238E27FC236}">
                    <a16:creationId xmlns:a16="http://schemas.microsoft.com/office/drawing/2014/main" id="{520F1CA3-838D-4BC4-8B7B-202B91496888}"/>
                  </a:ext>
                </a:extLst>
              </p:cNvPr>
              <p:cNvSpPr>
                <a:spLocks noChangeArrowheads="1"/>
              </p:cNvSpPr>
              <p:nvPr/>
            </p:nvSpPr>
            <p:spPr bwMode="auto">
              <a:xfrm>
                <a:off x="3981" y="3424"/>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92" name="Line 891">
                <a:extLst>
                  <a:ext uri="{FF2B5EF4-FFF2-40B4-BE49-F238E27FC236}">
                    <a16:creationId xmlns:a16="http://schemas.microsoft.com/office/drawing/2014/main" id="{3DA4704D-2C80-4353-915A-43039B38C074}"/>
                  </a:ext>
                </a:extLst>
              </p:cNvPr>
              <p:cNvSpPr>
                <a:spLocks noChangeShapeType="1"/>
              </p:cNvSpPr>
              <p:nvPr/>
            </p:nvSpPr>
            <p:spPr bwMode="auto">
              <a:xfrm>
                <a:off x="3981" y="342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93" name="Rectangle 892">
                <a:extLst>
                  <a:ext uri="{FF2B5EF4-FFF2-40B4-BE49-F238E27FC236}">
                    <a16:creationId xmlns:a16="http://schemas.microsoft.com/office/drawing/2014/main" id="{2D8AA132-B7E1-42F7-9E83-A4C56736FCDF}"/>
                  </a:ext>
                </a:extLst>
              </p:cNvPr>
              <p:cNvSpPr>
                <a:spLocks noChangeArrowheads="1"/>
              </p:cNvSpPr>
              <p:nvPr/>
            </p:nvSpPr>
            <p:spPr bwMode="auto">
              <a:xfrm>
                <a:off x="4349" y="3424"/>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94" name="Line 893">
                <a:extLst>
                  <a:ext uri="{FF2B5EF4-FFF2-40B4-BE49-F238E27FC236}">
                    <a16:creationId xmlns:a16="http://schemas.microsoft.com/office/drawing/2014/main" id="{85774F48-DED5-4E1B-9F9C-FB9F03033FC5}"/>
                  </a:ext>
                </a:extLst>
              </p:cNvPr>
              <p:cNvSpPr>
                <a:spLocks noChangeShapeType="1"/>
              </p:cNvSpPr>
              <p:nvPr/>
            </p:nvSpPr>
            <p:spPr bwMode="auto">
              <a:xfrm>
                <a:off x="4349" y="342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95" name="Line 894">
                <a:extLst>
                  <a:ext uri="{FF2B5EF4-FFF2-40B4-BE49-F238E27FC236}">
                    <a16:creationId xmlns:a16="http://schemas.microsoft.com/office/drawing/2014/main" id="{E3B816F8-70A5-430A-9E0A-EE1929375968}"/>
                  </a:ext>
                </a:extLst>
              </p:cNvPr>
              <p:cNvSpPr>
                <a:spLocks noChangeShapeType="1"/>
              </p:cNvSpPr>
              <p:nvPr/>
            </p:nvSpPr>
            <p:spPr bwMode="auto">
              <a:xfrm>
                <a:off x="4349" y="3424"/>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96" name="Rectangle 895">
                <a:extLst>
                  <a:ext uri="{FF2B5EF4-FFF2-40B4-BE49-F238E27FC236}">
                    <a16:creationId xmlns:a16="http://schemas.microsoft.com/office/drawing/2014/main" id="{1CB62C78-AC2E-4B77-BFED-CA417C92CDCE}"/>
                  </a:ext>
                </a:extLst>
              </p:cNvPr>
              <p:cNvSpPr>
                <a:spLocks noChangeArrowheads="1"/>
              </p:cNvSpPr>
              <p:nvPr/>
            </p:nvSpPr>
            <p:spPr bwMode="auto">
              <a:xfrm>
                <a:off x="4356" y="3424"/>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97" name="Line 896">
                <a:extLst>
                  <a:ext uri="{FF2B5EF4-FFF2-40B4-BE49-F238E27FC236}">
                    <a16:creationId xmlns:a16="http://schemas.microsoft.com/office/drawing/2014/main" id="{412A7C06-A000-4E76-82D6-B7BBC2F3B3D6}"/>
                  </a:ext>
                </a:extLst>
              </p:cNvPr>
              <p:cNvSpPr>
                <a:spLocks noChangeShapeType="1"/>
              </p:cNvSpPr>
              <p:nvPr/>
            </p:nvSpPr>
            <p:spPr bwMode="auto">
              <a:xfrm>
                <a:off x="4356" y="3424"/>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98" name="Rectangle 897">
                <a:extLst>
                  <a:ext uri="{FF2B5EF4-FFF2-40B4-BE49-F238E27FC236}">
                    <a16:creationId xmlns:a16="http://schemas.microsoft.com/office/drawing/2014/main" id="{5910C837-E17D-4E2D-A34A-82E076BEF01F}"/>
                  </a:ext>
                </a:extLst>
              </p:cNvPr>
              <p:cNvSpPr>
                <a:spLocks noChangeArrowheads="1"/>
              </p:cNvSpPr>
              <p:nvPr/>
            </p:nvSpPr>
            <p:spPr bwMode="auto">
              <a:xfrm>
                <a:off x="871" y="689"/>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699" name="Rectangle 898">
                <a:extLst>
                  <a:ext uri="{FF2B5EF4-FFF2-40B4-BE49-F238E27FC236}">
                    <a16:creationId xmlns:a16="http://schemas.microsoft.com/office/drawing/2014/main" id="{CFEF66E2-9ECE-44B4-B86C-21A5E84313EF}"/>
                  </a:ext>
                </a:extLst>
              </p:cNvPr>
              <p:cNvSpPr>
                <a:spLocks noChangeArrowheads="1"/>
              </p:cNvSpPr>
              <p:nvPr/>
            </p:nvSpPr>
            <p:spPr bwMode="auto">
              <a:xfrm>
                <a:off x="955" y="76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700" name="Rectangle 899">
                <a:extLst>
                  <a:ext uri="{FF2B5EF4-FFF2-40B4-BE49-F238E27FC236}">
                    <a16:creationId xmlns:a16="http://schemas.microsoft.com/office/drawing/2014/main" id="{48E833A4-52CC-4BFD-BCF6-AD5A6F054F24}"/>
                  </a:ext>
                </a:extLst>
              </p:cNvPr>
              <p:cNvSpPr>
                <a:spLocks noChangeArrowheads="1"/>
              </p:cNvSpPr>
              <p:nvPr/>
            </p:nvSpPr>
            <p:spPr bwMode="auto">
              <a:xfrm>
                <a:off x="1005" y="689"/>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01" name="Rectangle 900">
                <a:extLst>
                  <a:ext uri="{FF2B5EF4-FFF2-40B4-BE49-F238E27FC236}">
                    <a16:creationId xmlns:a16="http://schemas.microsoft.com/office/drawing/2014/main" id="{98BB6540-BB13-4F6E-847D-6DC0A1B43908}"/>
                  </a:ext>
                </a:extLst>
              </p:cNvPr>
              <p:cNvSpPr>
                <a:spLocks noChangeArrowheads="1"/>
              </p:cNvSpPr>
              <p:nvPr/>
            </p:nvSpPr>
            <p:spPr bwMode="auto">
              <a:xfrm>
                <a:off x="871" y="1045"/>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702" name="Rectangle 901">
                <a:extLst>
                  <a:ext uri="{FF2B5EF4-FFF2-40B4-BE49-F238E27FC236}">
                    <a16:creationId xmlns:a16="http://schemas.microsoft.com/office/drawing/2014/main" id="{6060BF28-54BF-4856-9D41-3EDD9E17B8B9}"/>
                  </a:ext>
                </a:extLst>
              </p:cNvPr>
              <p:cNvSpPr>
                <a:spLocks noChangeArrowheads="1"/>
              </p:cNvSpPr>
              <p:nvPr/>
            </p:nvSpPr>
            <p:spPr bwMode="auto">
              <a:xfrm>
                <a:off x="955" y="112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703" name="Rectangle 902">
                <a:extLst>
                  <a:ext uri="{FF2B5EF4-FFF2-40B4-BE49-F238E27FC236}">
                    <a16:creationId xmlns:a16="http://schemas.microsoft.com/office/drawing/2014/main" id="{1C47A768-23F7-4C01-97FD-F664BAF315DF}"/>
                  </a:ext>
                </a:extLst>
              </p:cNvPr>
              <p:cNvSpPr>
                <a:spLocks noChangeArrowheads="1"/>
              </p:cNvSpPr>
              <p:nvPr/>
            </p:nvSpPr>
            <p:spPr bwMode="auto">
              <a:xfrm>
                <a:off x="1005" y="1045"/>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04" name="Rectangle 903">
                <a:extLst>
                  <a:ext uri="{FF2B5EF4-FFF2-40B4-BE49-F238E27FC236}">
                    <a16:creationId xmlns:a16="http://schemas.microsoft.com/office/drawing/2014/main" id="{490E21CF-5D55-46FD-801E-4905902A26AC}"/>
                  </a:ext>
                </a:extLst>
              </p:cNvPr>
              <p:cNvSpPr>
                <a:spLocks noChangeArrowheads="1"/>
              </p:cNvSpPr>
              <p:nvPr/>
            </p:nvSpPr>
            <p:spPr bwMode="auto">
              <a:xfrm>
                <a:off x="871" y="1402"/>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705" name="Rectangle 904">
                <a:extLst>
                  <a:ext uri="{FF2B5EF4-FFF2-40B4-BE49-F238E27FC236}">
                    <a16:creationId xmlns:a16="http://schemas.microsoft.com/office/drawing/2014/main" id="{F5DA0640-0CB9-46CE-8681-C416834CE11B}"/>
                  </a:ext>
                </a:extLst>
              </p:cNvPr>
              <p:cNvSpPr>
                <a:spLocks noChangeArrowheads="1"/>
              </p:cNvSpPr>
              <p:nvPr/>
            </p:nvSpPr>
            <p:spPr bwMode="auto">
              <a:xfrm>
                <a:off x="955" y="147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706" name="Rectangle 905">
                <a:extLst>
                  <a:ext uri="{FF2B5EF4-FFF2-40B4-BE49-F238E27FC236}">
                    <a16:creationId xmlns:a16="http://schemas.microsoft.com/office/drawing/2014/main" id="{8744BEEA-4998-4745-B08E-04EFDA641230}"/>
                  </a:ext>
                </a:extLst>
              </p:cNvPr>
              <p:cNvSpPr>
                <a:spLocks noChangeArrowheads="1"/>
              </p:cNvSpPr>
              <p:nvPr/>
            </p:nvSpPr>
            <p:spPr bwMode="auto">
              <a:xfrm>
                <a:off x="1005" y="1402"/>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07" name="Rectangle 906">
                <a:extLst>
                  <a:ext uri="{FF2B5EF4-FFF2-40B4-BE49-F238E27FC236}">
                    <a16:creationId xmlns:a16="http://schemas.microsoft.com/office/drawing/2014/main" id="{3A74EE0B-9BDB-4E4E-BC0B-9692D2B2D053}"/>
                  </a:ext>
                </a:extLst>
              </p:cNvPr>
              <p:cNvSpPr>
                <a:spLocks noChangeArrowheads="1"/>
              </p:cNvSpPr>
              <p:nvPr/>
            </p:nvSpPr>
            <p:spPr bwMode="auto">
              <a:xfrm>
                <a:off x="871" y="1756"/>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708" name="Rectangle 907">
                <a:extLst>
                  <a:ext uri="{FF2B5EF4-FFF2-40B4-BE49-F238E27FC236}">
                    <a16:creationId xmlns:a16="http://schemas.microsoft.com/office/drawing/2014/main" id="{36C1CB85-5811-490E-9789-3241991946FC}"/>
                  </a:ext>
                </a:extLst>
              </p:cNvPr>
              <p:cNvSpPr>
                <a:spLocks noChangeArrowheads="1"/>
              </p:cNvSpPr>
              <p:nvPr/>
            </p:nvSpPr>
            <p:spPr bwMode="auto">
              <a:xfrm>
                <a:off x="955" y="1832"/>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709" name="Rectangle 908">
                <a:extLst>
                  <a:ext uri="{FF2B5EF4-FFF2-40B4-BE49-F238E27FC236}">
                    <a16:creationId xmlns:a16="http://schemas.microsoft.com/office/drawing/2014/main" id="{B2B43045-F31C-424D-A2CA-1196739E9AE4}"/>
                  </a:ext>
                </a:extLst>
              </p:cNvPr>
              <p:cNvSpPr>
                <a:spLocks noChangeArrowheads="1"/>
              </p:cNvSpPr>
              <p:nvPr/>
            </p:nvSpPr>
            <p:spPr bwMode="auto">
              <a:xfrm>
                <a:off x="1005" y="1756"/>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10" name="Rectangle 909">
                <a:extLst>
                  <a:ext uri="{FF2B5EF4-FFF2-40B4-BE49-F238E27FC236}">
                    <a16:creationId xmlns:a16="http://schemas.microsoft.com/office/drawing/2014/main" id="{63085690-90EB-46CA-8E30-4AF6F04997D4}"/>
                  </a:ext>
                </a:extLst>
              </p:cNvPr>
              <p:cNvSpPr>
                <a:spLocks noChangeArrowheads="1"/>
              </p:cNvSpPr>
              <p:nvPr/>
            </p:nvSpPr>
            <p:spPr bwMode="auto">
              <a:xfrm>
                <a:off x="871" y="2113"/>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711" name="Rectangle 910">
                <a:extLst>
                  <a:ext uri="{FF2B5EF4-FFF2-40B4-BE49-F238E27FC236}">
                    <a16:creationId xmlns:a16="http://schemas.microsoft.com/office/drawing/2014/main" id="{F8ACF87E-859D-45DD-96BD-F5EE15C71129}"/>
                  </a:ext>
                </a:extLst>
              </p:cNvPr>
              <p:cNvSpPr>
                <a:spLocks noChangeArrowheads="1"/>
              </p:cNvSpPr>
              <p:nvPr/>
            </p:nvSpPr>
            <p:spPr bwMode="auto">
              <a:xfrm>
                <a:off x="955" y="2188"/>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712" name="Rectangle 911">
                <a:extLst>
                  <a:ext uri="{FF2B5EF4-FFF2-40B4-BE49-F238E27FC236}">
                    <a16:creationId xmlns:a16="http://schemas.microsoft.com/office/drawing/2014/main" id="{A758AAF8-CA25-4566-A233-CB77FCA66EB9}"/>
                  </a:ext>
                </a:extLst>
              </p:cNvPr>
              <p:cNvSpPr>
                <a:spLocks noChangeArrowheads="1"/>
              </p:cNvSpPr>
              <p:nvPr/>
            </p:nvSpPr>
            <p:spPr bwMode="auto">
              <a:xfrm>
                <a:off x="1005" y="2113"/>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13" name="Rectangle 912">
                <a:extLst>
                  <a:ext uri="{FF2B5EF4-FFF2-40B4-BE49-F238E27FC236}">
                    <a16:creationId xmlns:a16="http://schemas.microsoft.com/office/drawing/2014/main" id="{71BC4833-B280-4E6C-8653-7C170DE8D1C6}"/>
                  </a:ext>
                </a:extLst>
              </p:cNvPr>
              <p:cNvSpPr>
                <a:spLocks noChangeArrowheads="1"/>
              </p:cNvSpPr>
              <p:nvPr/>
            </p:nvSpPr>
            <p:spPr bwMode="auto">
              <a:xfrm>
                <a:off x="871" y="2470"/>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714" name="Rectangle 913">
                <a:extLst>
                  <a:ext uri="{FF2B5EF4-FFF2-40B4-BE49-F238E27FC236}">
                    <a16:creationId xmlns:a16="http://schemas.microsoft.com/office/drawing/2014/main" id="{36998A7F-4348-4572-B19C-4EACFB6942F9}"/>
                  </a:ext>
                </a:extLst>
              </p:cNvPr>
              <p:cNvSpPr>
                <a:spLocks noChangeArrowheads="1"/>
              </p:cNvSpPr>
              <p:nvPr/>
            </p:nvSpPr>
            <p:spPr bwMode="auto">
              <a:xfrm>
                <a:off x="955" y="2546"/>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715" name="Rectangle 914">
                <a:extLst>
                  <a:ext uri="{FF2B5EF4-FFF2-40B4-BE49-F238E27FC236}">
                    <a16:creationId xmlns:a16="http://schemas.microsoft.com/office/drawing/2014/main" id="{86704667-75F9-452D-A140-15D51800CE57}"/>
                  </a:ext>
                </a:extLst>
              </p:cNvPr>
              <p:cNvSpPr>
                <a:spLocks noChangeArrowheads="1"/>
              </p:cNvSpPr>
              <p:nvPr/>
            </p:nvSpPr>
            <p:spPr bwMode="auto">
              <a:xfrm>
                <a:off x="1005" y="2470"/>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16" name="Rectangle 915">
                <a:extLst>
                  <a:ext uri="{FF2B5EF4-FFF2-40B4-BE49-F238E27FC236}">
                    <a16:creationId xmlns:a16="http://schemas.microsoft.com/office/drawing/2014/main" id="{4D8B0915-0A9E-4DF2-A0AB-8A13EC74B53B}"/>
                  </a:ext>
                </a:extLst>
              </p:cNvPr>
              <p:cNvSpPr>
                <a:spLocks noChangeArrowheads="1"/>
              </p:cNvSpPr>
              <p:nvPr/>
            </p:nvSpPr>
            <p:spPr bwMode="auto">
              <a:xfrm>
                <a:off x="871" y="2825"/>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717" name="Rectangle 916">
                <a:extLst>
                  <a:ext uri="{FF2B5EF4-FFF2-40B4-BE49-F238E27FC236}">
                    <a16:creationId xmlns:a16="http://schemas.microsoft.com/office/drawing/2014/main" id="{89C29000-3EC9-4449-8C6A-C6D64AB5C6E3}"/>
                  </a:ext>
                </a:extLst>
              </p:cNvPr>
              <p:cNvSpPr>
                <a:spLocks noChangeArrowheads="1"/>
              </p:cNvSpPr>
              <p:nvPr/>
            </p:nvSpPr>
            <p:spPr bwMode="auto">
              <a:xfrm>
                <a:off x="955" y="2901"/>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4718" name="Rectangle 917">
                <a:extLst>
                  <a:ext uri="{FF2B5EF4-FFF2-40B4-BE49-F238E27FC236}">
                    <a16:creationId xmlns:a16="http://schemas.microsoft.com/office/drawing/2014/main" id="{CE610337-09F8-43FE-8FBA-C587AE44CA96}"/>
                  </a:ext>
                </a:extLst>
              </p:cNvPr>
              <p:cNvSpPr>
                <a:spLocks noChangeArrowheads="1"/>
              </p:cNvSpPr>
              <p:nvPr/>
            </p:nvSpPr>
            <p:spPr bwMode="auto">
              <a:xfrm>
                <a:off x="1005" y="2825"/>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19" name="Rectangle 918">
                <a:extLst>
                  <a:ext uri="{FF2B5EF4-FFF2-40B4-BE49-F238E27FC236}">
                    <a16:creationId xmlns:a16="http://schemas.microsoft.com/office/drawing/2014/main" id="{C5373842-1237-444D-84BD-26729489A4CA}"/>
                  </a:ext>
                </a:extLst>
              </p:cNvPr>
              <p:cNvSpPr>
                <a:spLocks noChangeArrowheads="1"/>
              </p:cNvSpPr>
              <p:nvPr/>
            </p:nvSpPr>
            <p:spPr bwMode="auto">
              <a:xfrm>
                <a:off x="871" y="3180"/>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720" name="Rectangle 919">
                <a:extLst>
                  <a:ext uri="{FF2B5EF4-FFF2-40B4-BE49-F238E27FC236}">
                    <a16:creationId xmlns:a16="http://schemas.microsoft.com/office/drawing/2014/main" id="{FA66DEC0-1219-46AD-B422-CFB42B77D65D}"/>
                  </a:ext>
                </a:extLst>
              </p:cNvPr>
              <p:cNvSpPr>
                <a:spLocks noChangeArrowheads="1"/>
              </p:cNvSpPr>
              <p:nvPr/>
            </p:nvSpPr>
            <p:spPr bwMode="auto">
              <a:xfrm>
                <a:off x="955" y="3257"/>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2</a:t>
                </a:r>
                <a:endParaRPr lang="en-US" altLang="zh-CN" sz="2000" b="1" dirty="0">
                  <a:ea typeface="华文中宋" panose="02010600040101010101" pitchFamily="2" charset="-122"/>
                </a:endParaRPr>
              </a:p>
            </p:txBody>
          </p:sp>
          <p:sp>
            <p:nvSpPr>
              <p:cNvPr id="24721" name="Rectangle 920">
                <a:extLst>
                  <a:ext uri="{FF2B5EF4-FFF2-40B4-BE49-F238E27FC236}">
                    <a16:creationId xmlns:a16="http://schemas.microsoft.com/office/drawing/2014/main" id="{DDFBDE64-84D7-463B-9A9F-C7ECEECF585E}"/>
                  </a:ext>
                </a:extLst>
              </p:cNvPr>
              <p:cNvSpPr>
                <a:spLocks noChangeArrowheads="1"/>
              </p:cNvSpPr>
              <p:nvPr/>
            </p:nvSpPr>
            <p:spPr bwMode="auto">
              <a:xfrm>
                <a:off x="1005" y="3180"/>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22" name="Rectangle 921">
                <a:extLst>
                  <a:ext uri="{FF2B5EF4-FFF2-40B4-BE49-F238E27FC236}">
                    <a16:creationId xmlns:a16="http://schemas.microsoft.com/office/drawing/2014/main" id="{BCB89561-8046-4034-BAD2-5CE5A86F8BAA}"/>
                  </a:ext>
                </a:extLst>
              </p:cNvPr>
              <p:cNvSpPr>
                <a:spLocks noChangeArrowheads="1"/>
              </p:cNvSpPr>
              <p:nvPr/>
            </p:nvSpPr>
            <p:spPr bwMode="auto">
              <a:xfrm>
                <a:off x="871" y="3535"/>
                <a:ext cx="8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q</a:t>
                </a:r>
                <a:endParaRPr lang="en-US" altLang="zh-CN" sz="2000" b="1" dirty="0">
                  <a:ea typeface="华文中宋" panose="02010600040101010101" pitchFamily="2" charset="-122"/>
                </a:endParaRPr>
              </a:p>
            </p:txBody>
          </p:sp>
          <p:sp>
            <p:nvSpPr>
              <p:cNvPr id="24723" name="Rectangle 922">
                <a:extLst>
                  <a:ext uri="{FF2B5EF4-FFF2-40B4-BE49-F238E27FC236}">
                    <a16:creationId xmlns:a16="http://schemas.microsoft.com/office/drawing/2014/main" id="{36CD2E34-E5E6-4541-8BDC-45751B7BCB0A}"/>
                  </a:ext>
                </a:extLst>
              </p:cNvPr>
              <p:cNvSpPr>
                <a:spLocks noChangeArrowheads="1"/>
              </p:cNvSpPr>
              <p:nvPr/>
            </p:nvSpPr>
            <p:spPr bwMode="auto">
              <a:xfrm>
                <a:off x="955" y="3613"/>
                <a:ext cx="4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f</a:t>
                </a:r>
                <a:endParaRPr lang="en-US" altLang="zh-CN" sz="2000" b="1" dirty="0">
                  <a:ea typeface="华文中宋" panose="02010600040101010101" pitchFamily="2" charset="-122"/>
                </a:endParaRPr>
              </a:p>
            </p:txBody>
          </p:sp>
          <p:sp>
            <p:nvSpPr>
              <p:cNvPr id="24724" name="Rectangle 923">
                <a:extLst>
                  <a:ext uri="{FF2B5EF4-FFF2-40B4-BE49-F238E27FC236}">
                    <a16:creationId xmlns:a16="http://schemas.microsoft.com/office/drawing/2014/main" id="{95D6ADC2-7A0A-407B-8BB6-A5856F242C1C}"/>
                  </a:ext>
                </a:extLst>
              </p:cNvPr>
              <p:cNvSpPr>
                <a:spLocks noChangeArrowheads="1"/>
              </p:cNvSpPr>
              <p:nvPr/>
            </p:nvSpPr>
            <p:spPr bwMode="auto">
              <a:xfrm>
                <a:off x="1005" y="3535"/>
                <a:ext cx="140"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solidFill>
                      <a:srgbClr val="000000"/>
                    </a:solidFill>
                    <a:latin typeface="华文中宋" panose="02010600040101010101" pitchFamily="2" charset="-122"/>
                    <a:ea typeface="华文中宋" panose="02010600040101010101" pitchFamily="2" charset="-122"/>
                  </a:rPr>
                  <a:t>：</a:t>
                </a:r>
                <a:endParaRPr lang="zh-CN" altLang="en-US" sz="2000" b="1" dirty="0">
                  <a:ea typeface="华文中宋" panose="02010600040101010101" pitchFamily="2" charset="-122"/>
                </a:endParaRPr>
              </a:p>
            </p:txBody>
          </p:sp>
          <p:sp>
            <p:nvSpPr>
              <p:cNvPr id="24725" name="Rectangle 924">
                <a:extLst>
                  <a:ext uri="{FF2B5EF4-FFF2-40B4-BE49-F238E27FC236}">
                    <a16:creationId xmlns:a16="http://schemas.microsoft.com/office/drawing/2014/main" id="{58CC0128-9924-439E-846E-9EF47AC18148}"/>
                  </a:ext>
                </a:extLst>
              </p:cNvPr>
              <p:cNvSpPr>
                <a:spLocks noChangeArrowheads="1"/>
              </p:cNvSpPr>
              <p:nvPr/>
            </p:nvSpPr>
            <p:spPr bwMode="auto">
              <a:xfrm>
                <a:off x="1451" y="3629"/>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4726" name="Rectangle 925">
                <a:extLst>
                  <a:ext uri="{FF2B5EF4-FFF2-40B4-BE49-F238E27FC236}">
                    <a16:creationId xmlns:a16="http://schemas.microsoft.com/office/drawing/2014/main" id="{2F327CF1-CAEB-423A-BBB2-7316D9C6CEF3}"/>
                  </a:ext>
                </a:extLst>
              </p:cNvPr>
              <p:cNvSpPr>
                <a:spLocks noChangeArrowheads="1"/>
              </p:cNvSpPr>
              <p:nvPr/>
            </p:nvSpPr>
            <p:spPr bwMode="auto">
              <a:xfrm>
                <a:off x="1863" y="362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727" name="Rectangle 926">
                <a:extLst>
                  <a:ext uri="{FF2B5EF4-FFF2-40B4-BE49-F238E27FC236}">
                    <a16:creationId xmlns:a16="http://schemas.microsoft.com/office/drawing/2014/main" id="{2C4993CD-6484-4009-AEAC-963FF20DC56F}"/>
                  </a:ext>
                </a:extLst>
              </p:cNvPr>
              <p:cNvSpPr>
                <a:spLocks noChangeArrowheads="1"/>
              </p:cNvSpPr>
              <p:nvPr/>
            </p:nvSpPr>
            <p:spPr bwMode="auto">
              <a:xfrm>
                <a:off x="2242" y="362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4728" name="Rectangle 927">
                <a:extLst>
                  <a:ext uri="{FF2B5EF4-FFF2-40B4-BE49-F238E27FC236}">
                    <a16:creationId xmlns:a16="http://schemas.microsoft.com/office/drawing/2014/main" id="{FDDE04B0-F359-4807-9C9C-709249401E3D}"/>
                  </a:ext>
                </a:extLst>
              </p:cNvPr>
              <p:cNvSpPr>
                <a:spLocks noChangeArrowheads="1"/>
              </p:cNvSpPr>
              <p:nvPr/>
            </p:nvSpPr>
            <p:spPr bwMode="auto">
              <a:xfrm>
                <a:off x="2617" y="362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0</a:t>
                </a:r>
                <a:endParaRPr lang="en-US" altLang="zh-CN" sz="2000" b="1" dirty="0">
                  <a:ea typeface="华文中宋" panose="02010600040101010101" pitchFamily="2" charset="-122"/>
                </a:endParaRPr>
              </a:p>
            </p:txBody>
          </p:sp>
          <p:sp>
            <p:nvSpPr>
              <p:cNvPr id="24729" name="Rectangle 928">
                <a:extLst>
                  <a:ext uri="{FF2B5EF4-FFF2-40B4-BE49-F238E27FC236}">
                    <a16:creationId xmlns:a16="http://schemas.microsoft.com/office/drawing/2014/main" id="{99303AD7-1399-4357-92F0-D1DBCA20D5BE}"/>
                  </a:ext>
                </a:extLst>
              </p:cNvPr>
              <p:cNvSpPr>
                <a:spLocks noChangeArrowheads="1"/>
              </p:cNvSpPr>
              <p:nvPr/>
            </p:nvSpPr>
            <p:spPr bwMode="auto">
              <a:xfrm>
                <a:off x="3009" y="362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1</a:t>
                </a:r>
                <a:endParaRPr lang="en-US" altLang="zh-CN" sz="2000" b="1" dirty="0">
                  <a:ea typeface="华文中宋" panose="02010600040101010101" pitchFamily="2" charset="-122"/>
                </a:endParaRPr>
              </a:p>
            </p:txBody>
          </p:sp>
          <p:sp>
            <p:nvSpPr>
              <p:cNvPr id="24730" name="Rectangle 929">
                <a:extLst>
                  <a:ext uri="{FF2B5EF4-FFF2-40B4-BE49-F238E27FC236}">
                    <a16:creationId xmlns:a16="http://schemas.microsoft.com/office/drawing/2014/main" id="{2DD97A1A-81B8-44DE-9760-2E2A6AB19A3B}"/>
                  </a:ext>
                </a:extLst>
              </p:cNvPr>
              <p:cNvSpPr>
                <a:spLocks noChangeArrowheads="1"/>
              </p:cNvSpPr>
              <p:nvPr/>
            </p:nvSpPr>
            <p:spPr bwMode="auto">
              <a:xfrm>
                <a:off x="3388" y="362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731" name="Rectangle 930">
                <a:extLst>
                  <a:ext uri="{FF2B5EF4-FFF2-40B4-BE49-F238E27FC236}">
                    <a16:creationId xmlns:a16="http://schemas.microsoft.com/office/drawing/2014/main" id="{44B408C6-BB33-4E16-B115-68853008A06A}"/>
                  </a:ext>
                </a:extLst>
              </p:cNvPr>
              <p:cNvSpPr>
                <a:spLocks noChangeArrowheads="1"/>
              </p:cNvSpPr>
              <p:nvPr/>
            </p:nvSpPr>
            <p:spPr bwMode="auto">
              <a:xfrm>
                <a:off x="3749" y="3629"/>
                <a:ext cx="105"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732" name="Rectangle 931">
                <a:extLst>
                  <a:ext uri="{FF2B5EF4-FFF2-40B4-BE49-F238E27FC236}">
                    <a16:creationId xmlns:a16="http://schemas.microsoft.com/office/drawing/2014/main" id="{D5C7A6F3-D19F-4837-8708-5CFFAE069ACE}"/>
                  </a:ext>
                </a:extLst>
              </p:cNvPr>
              <p:cNvSpPr>
                <a:spLocks noChangeArrowheads="1"/>
              </p:cNvSpPr>
              <p:nvPr/>
            </p:nvSpPr>
            <p:spPr bwMode="auto">
              <a:xfrm>
                <a:off x="4125" y="3629"/>
                <a:ext cx="8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latin typeface="华文中宋" panose="02010600040101010101" pitchFamily="2" charset="-122"/>
                    <a:ea typeface="华文中宋" panose="02010600040101010101" pitchFamily="2" charset="-122"/>
                  </a:rPr>
                  <a:t>b</a:t>
                </a:r>
                <a:endParaRPr lang="en-US" altLang="zh-CN" sz="2000" b="1" dirty="0">
                  <a:ea typeface="华文中宋" panose="02010600040101010101" pitchFamily="2" charset="-122"/>
                </a:endParaRPr>
              </a:p>
            </p:txBody>
          </p:sp>
          <p:sp>
            <p:nvSpPr>
              <p:cNvPr id="24733" name="Rectangle 932">
                <a:extLst>
                  <a:ext uri="{FF2B5EF4-FFF2-40B4-BE49-F238E27FC236}">
                    <a16:creationId xmlns:a16="http://schemas.microsoft.com/office/drawing/2014/main" id="{A2ABB3AA-70FC-4F03-9D82-3F4B829F8878}"/>
                  </a:ext>
                </a:extLst>
              </p:cNvPr>
              <p:cNvSpPr>
                <a:spLocks noChangeArrowheads="1"/>
              </p:cNvSpPr>
              <p:nvPr/>
            </p:nvSpPr>
            <p:spPr bwMode="auto">
              <a:xfrm>
                <a:off x="4466" y="3629"/>
                <a:ext cx="141"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000000"/>
                    </a:solidFill>
                    <a:ea typeface="华文中宋" panose="02010600040101010101" pitchFamily="2" charset="-122"/>
                  </a:rPr>
                  <a:t>…</a:t>
                </a:r>
                <a:endParaRPr lang="en-US" altLang="zh-CN" sz="2000" b="1" dirty="0">
                  <a:ea typeface="华文中宋" panose="02010600040101010101" pitchFamily="2" charset="-122"/>
                </a:endParaRPr>
              </a:p>
            </p:txBody>
          </p:sp>
          <p:sp>
            <p:nvSpPr>
              <p:cNvPr id="24734" name="Rectangle 933">
                <a:extLst>
                  <a:ext uri="{FF2B5EF4-FFF2-40B4-BE49-F238E27FC236}">
                    <a16:creationId xmlns:a16="http://schemas.microsoft.com/office/drawing/2014/main" id="{5E3C8F15-1170-4195-8F24-D673198A2D04}"/>
                  </a:ext>
                </a:extLst>
              </p:cNvPr>
              <p:cNvSpPr>
                <a:spLocks noChangeArrowheads="1"/>
              </p:cNvSpPr>
              <p:nvPr/>
            </p:nvSpPr>
            <p:spPr bwMode="auto">
              <a:xfrm>
                <a:off x="1330" y="3607"/>
                <a:ext cx="38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35" name="Line 934">
                <a:extLst>
                  <a:ext uri="{FF2B5EF4-FFF2-40B4-BE49-F238E27FC236}">
                    <a16:creationId xmlns:a16="http://schemas.microsoft.com/office/drawing/2014/main" id="{47030B44-75E6-447A-A282-C1AF9A80CE8C}"/>
                  </a:ext>
                </a:extLst>
              </p:cNvPr>
              <p:cNvSpPr>
                <a:spLocks noChangeShapeType="1"/>
              </p:cNvSpPr>
              <p:nvPr/>
            </p:nvSpPr>
            <p:spPr bwMode="auto">
              <a:xfrm>
                <a:off x="1330" y="3607"/>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36" name="Rectangle 935">
                <a:extLst>
                  <a:ext uri="{FF2B5EF4-FFF2-40B4-BE49-F238E27FC236}">
                    <a16:creationId xmlns:a16="http://schemas.microsoft.com/office/drawing/2014/main" id="{A1B63D8B-40D8-411A-9019-F1012D3F47C0}"/>
                  </a:ext>
                </a:extLst>
              </p:cNvPr>
              <p:cNvSpPr>
                <a:spLocks noChangeArrowheads="1"/>
              </p:cNvSpPr>
              <p:nvPr/>
            </p:nvSpPr>
            <p:spPr bwMode="auto">
              <a:xfrm>
                <a:off x="1712" y="360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37" name="Line 936">
                <a:extLst>
                  <a:ext uri="{FF2B5EF4-FFF2-40B4-BE49-F238E27FC236}">
                    <a16:creationId xmlns:a16="http://schemas.microsoft.com/office/drawing/2014/main" id="{CE695663-9408-45A6-BD65-15EF434845BA}"/>
                  </a:ext>
                </a:extLst>
              </p:cNvPr>
              <p:cNvSpPr>
                <a:spLocks noChangeShapeType="1"/>
              </p:cNvSpPr>
              <p:nvPr/>
            </p:nvSpPr>
            <p:spPr bwMode="auto">
              <a:xfrm>
                <a:off x="1712" y="36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38" name="Line 937">
                <a:extLst>
                  <a:ext uri="{FF2B5EF4-FFF2-40B4-BE49-F238E27FC236}">
                    <a16:creationId xmlns:a16="http://schemas.microsoft.com/office/drawing/2014/main" id="{934FBA5A-48F7-4B7B-908F-0C674507B143}"/>
                  </a:ext>
                </a:extLst>
              </p:cNvPr>
              <p:cNvSpPr>
                <a:spLocks noChangeShapeType="1"/>
              </p:cNvSpPr>
              <p:nvPr/>
            </p:nvSpPr>
            <p:spPr bwMode="auto">
              <a:xfrm>
                <a:off x="1712" y="360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39" name="Rectangle 938">
                <a:extLst>
                  <a:ext uri="{FF2B5EF4-FFF2-40B4-BE49-F238E27FC236}">
                    <a16:creationId xmlns:a16="http://schemas.microsoft.com/office/drawing/2014/main" id="{D2FA0702-B4D6-4243-BE2A-AC88A87DA7DA}"/>
                  </a:ext>
                </a:extLst>
              </p:cNvPr>
              <p:cNvSpPr>
                <a:spLocks noChangeArrowheads="1"/>
              </p:cNvSpPr>
              <p:nvPr/>
            </p:nvSpPr>
            <p:spPr bwMode="auto">
              <a:xfrm>
                <a:off x="1719" y="360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40" name="Line 939">
                <a:extLst>
                  <a:ext uri="{FF2B5EF4-FFF2-40B4-BE49-F238E27FC236}">
                    <a16:creationId xmlns:a16="http://schemas.microsoft.com/office/drawing/2014/main" id="{1BE23EFD-63A4-40CB-9F22-912451AD1B22}"/>
                  </a:ext>
                </a:extLst>
              </p:cNvPr>
              <p:cNvSpPr>
                <a:spLocks noChangeShapeType="1"/>
              </p:cNvSpPr>
              <p:nvPr/>
            </p:nvSpPr>
            <p:spPr bwMode="auto">
              <a:xfrm>
                <a:off x="1719" y="360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41" name="Rectangle 940">
                <a:extLst>
                  <a:ext uri="{FF2B5EF4-FFF2-40B4-BE49-F238E27FC236}">
                    <a16:creationId xmlns:a16="http://schemas.microsoft.com/office/drawing/2014/main" id="{8D37BAE3-09DC-4D74-BBC0-36C57BC685CA}"/>
                  </a:ext>
                </a:extLst>
              </p:cNvPr>
              <p:cNvSpPr>
                <a:spLocks noChangeArrowheads="1"/>
              </p:cNvSpPr>
              <p:nvPr/>
            </p:nvSpPr>
            <p:spPr bwMode="auto">
              <a:xfrm>
                <a:off x="2087" y="360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42" name="Line 941">
                <a:extLst>
                  <a:ext uri="{FF2B5EF4-FFF2-40B4-BE49-F238E27FC236}">
                    <a16:creationId xmlns:a16="http://schemas.microsoft.com/office/drawing/2014/main" id="{7785B82C-EDE7-416E-A9D1-0D5D1662CDED}"/>
                  </a:ext>
                </a:extLst>
              </p:cNvPr>
              <p:cNvSpPr>
                <a:spLocks noChangeShapeType="1"/>
              </p:cNvSpPr>
              <p:nvPr/>
            </p:nvSpPr>
            <p:spPr bwMode="auto">
              <a:xfrm>
                <a:off x="2087" y="36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43" name="Line 942">
                <a:extLst>
                  <a:ext uri="{FF2B5EF4-FFF2-40B4-BE49-F238E27FC236}">
                    <a16:creationId xmlns:a16="http://schemas.microsoft.com/office/drawing/2014/main" id="{374C4A57-0623-473D-BD5E-7CD3224E9BAC}"/>
                  </a:ext>
                </a:extLst>
              </p:cNvPr>
              <p:cNvSpPr>
                <a:spLocks noChangeShapeType="1"/>
              </p:cNvSpPr>
              <p:nvPr/>
            </p:nvSpPr>
            <p:spPr bwMode="auto">
              <a:xfrm>
                <a:off x="2087" y="360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44" name="Rectangle 943">
                <a:extLst>
                  <a:ext uri="{FF2B5EF4-FFF2-40B4-BE49-F238E27FC236}">
                    <a16:creationId xmlns:a16="http://schemas.microsoft.com/office/drawing/2014/main" id="{CE9F775A-F78C-44B3-A912-6C2E105A0F5A}"/>
                  </a:ext>
                </a:extLst>
              </p:cNvPr>
              <p:cNvSpPr>
                <a:spLocks noChangeArrowheads="1"/>
              </p:cNvSpPr>
              <p:nvPr/>
            </p:nvSpPr>
            <p:spPr bwMode="auto">
              <a:xfrm>
                <a:off x="2094" y="3607"/>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45" name="Line 944">
                <a:extLst>
                  <a:ext uri="{FF2B5EF4-FFF2-40B4-BE49-F238E27FC236}">
                    <a16:creationId xmlns:a16="http://schemas.microsoft.com/office/drawing/2014/main" id="{162D2EAB-BE2A-44CA-A255-CB948CDD70A3}"/>
                  </a:ext>
                </a:extLst>
              </p:cNvPr>
              <p:cNvSpPr>
                <a:spLocks noChangeShapeType="1"/>
              </p:cNvSpPr>
              <p:nvPr/>
            </p:nvSpPr>
            <p:spPr bwMode="auto">
              <a:xfrm>
                <a:off x="2094" y="360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46" name="Rectangle 945">
                <a:extLst>
                  <a:ext uri="{FF2B5EF4-FFF2-40B4-BE49-F238E27FC236}">
                    <a16:creationId xmlns:a16="http://schemas.microsoft.com/office/drawing/2014/main" id="{0CA3F140-F713-4FBA-8EB7-0DE1A96A1007}"/>
                  </a:ext>
                </a:extLst>
              </p:cNvPr>
              <p:cNvSpPr>
                <a:spLocks noChangeArrowheads="1"/>
              </p:cNvSpPr>
              <p:nvPr/>
            </p:nvSpPr>
            <p:spPr bwMode="auto">
              <a:xfrm>
                <a:off x="2466" y="360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47" name="Line 946">
                <a:extLst>
                  <a:ext uri="{FF2B5EF4-FFF2-40B4-BE49-F238E27FC236}">
                    <a16:creationId xmlns:a16="http://schemas.microsoft.com/office/drawing/2014/main" id="{601C5018-FBAE-4C7A-A574-5E4EECFE2424}"/>
                  </a:ext>
                </a:extLst>
              </p:cNvPr>
              <p:cNvSpPr>
                <a:spLocks noChangeShapeType="1"/>
              </p:cNvSpPr>
              <p:nvPr/>
            </p:nvSpPr>
            <p:spPr bwMode="auto">
              <a:xfrm>
                <a:off x="2466" y="36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48" name="Line 947">
                <a:extLst>
                  <a:ext uri="{FF2B5EF4-FFF2-40B4-BE49-F238E27FC236}">
                    <a16:creationId xmlns:a16="http://schemas.microsoft.com/office/drawing/2014/main" id="{0937EEAD-3B96-4A5E-B8B9-8533DAB18BC4}"/>
                  </a:ext>
                </a:extLst>
              </p:cNvPr>
              <p:cNvSpPr>
                <a:spLocks noChangeShapeType="1"/>
              </p:cNvSpPr>
              <p:nvPr/>
            </p:nvSpPr>
            <p:spPr bwMode="auto">
              <a:xfrm>
                <a:off x="2466" y="360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49" name="Rectangle 948">
                <a:extLst>
                  <a:ext uri="{FF2B5EF4-FFF2-40B4-BE49-F238E27FC236}">
                    <a16:creationId xmlns:a16="http://schemas.microsoft.com/office/drawing/2014/main" id="{2DB8731D-F73E-45A2-89AA-D25BD0F5A99B}"/>
                  </a:ext>
                </a:extLst>
              </p:cNvPr>
              <p:cNvSpPr>
                <a:spLocks noChangeArrowheads="1"/>
              </p:cNvSpPr>
              <p:nvPr/>
            </p:nvSpPr>
            <p:spPr bwMode="auto">
              <a:xfrm>
                <a:off x="2473" y="360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50" name="Line 949">
                <a:extLst>
                  <a:ext uri="{FF2B5EF4-FFF2-40B4-BE49-F238E27FC236}">
                    <a16:creationId xmlns:a16="http://schemas.microsoft.com/office/drawing/2014/main" id="{1800DBD0-0109-409A-AB37-A0933749B260}"/>
                  </a:ext>
                </a:extLst>
              </p:cNvPr>
              <p:cNvSpPr>
                <a:spLocks noChangeShapeType="1"/>
              </p:cNvSpPr>
              <p:nvPr/>
            </p:nvSpPr>
            <p:spPr bwMode="auto">
              <a:xfrm>
                <a:off x="2473" y="360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51" name="Rectangle 950">
                <a:extLst>
                  <a:ext uri="{FF2B5EF4-FFF2-40B4-BE49-F238E27FC236}">
                    <a16:creationId xmlns:a16="http://schemas.microsoft.com/office/drawing/2014/main" id="{C05A4422-BE0F-4953-9999-3CE0B44AFFA0}"/>
                  </a:ext>
                </a:extLst>
              </p:cNvPr>
              <p:cNvSpPr>
                <a:spLocks noChangeArrowheads="1"/>
              </p:cNvSpPr>
              <p:nvPr/>
            </p:nvSpPr>
            <p:spPr bwMode="auto">
              <a:xfrm>
                <a:off x="2841" y="360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52" name="Line 951">
                <a:extLst>
                  <a:ext uri="{FF2B5EF4-FFF2-40B4-BE49-F238E27FC236}">
                    <a16:creationId xmlns:a16="http://schemas.microsoft.com/office/drawing/2014/main" id="{55DAB569-6984-4BC8-92D3-5A9F405C411E}"/>
                  </a:ext>
                </a:extLst>
              </p:cNvPr>
              <p:cNvSpPr>
                <a:spLocks noChangeShapeType="1"/>
              </p:cNvSpPr>
              <p:nvPr/>
            </p:nvSpPr>
            <p:spPr bwMode="auto">
              <a:xfrm>
                <a:off x="2841" y="36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53" name="Line 952">
                <a:extLst>
                  <a:ext uri="{FF2B5EF4-FFF2-40B4-BE49-F238E27FC236}">
                    <a16:creationId xmlns:a16="http://schemas.microsoft.com/office/drawing/2014/main" id="{B8884F03-A680-48F5-916D-CE0E1EF37D1D}"/>
                  </a:ext>
                </a:extLst>
              </p:cNvPr>
              <p:cNvSpPr>
                <a:spLocks noChangeShapeType="1"/>
              </p:cNvSpPr>
              <p:nvPr/>
            </p:nvSpPr>
            <p:spPr bwMode="auto">
              <a:xfrm>
                <a:off x="2841" y="360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54" name="Rectangle 953">
                <a:extLst>
                  <a:ext uri="{FF2B5EF4-FFF2-40B4-BE49-F238E27FC236}">
                    <a16:creationId xmlns:a16="http://schemas.microsoft.com/office/drawing/2014/main" id="{C4CD58FB-11EF-4D6A-831D-6A4E81AA48B3}"/>
                  </a:ext>
                </a:extLst>
              </p:cNvPr>
              <p:cNvSpPr>
                <a:spLocks noChangeArrowheads="1"/>
              </p:cNvSpPr>
              <p:nvPr/>
            </p:nvSpPr>
            <p:spPr bwMode="auto">
              <a:xfrm>
                <a:off x="2848" y="3607"/>
                <a:ext cx="39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55" name="Line 954">
                <a:extLst>
                  <a:ext uri="{FF2B5EF4-FFF2-40B4-BE49-F238E27FC236}">
                    <a16:creationId xmlns:a16="http://schemas.microsoft.com/office/drawing/2014/main" id="{80525A13-F461-45CD-89EB-FCD9E564E580}"/>
                  </a:ext>
                </a:extLst>
              </p:cNvPr>
              <p:cNvSpPr>
                <a:spLocks noChangeShapeType="1"/>
              </p:cNvSpPr>
              <p:nvPr/>
            </p:nvSpPr>
            <p:spPr bwMode="auto">
              <a:xfrm>
                <a:off x="2848" y="3607"/>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56" name="Rectangle 955">
                <a:extLst>
                  <a:ext uri="{FF2B5EF4-FFF2-40B4-BE49-F238E27FC236}">
                    <a16:creationId xmlns:a16="http://schemas.microsoft.com/office/drawing/2014/main" id="{853D2AF0-412A-45A2-8E91-6A16E6A7F0DB}"/>
                  </a:ext>
                </a:extLst>
              </p:cNvPr>
              <p:cNvSpPr>
                <a:spLocks noChangeArrowheads="1"/>
              </p:cNvSpPr>
              <p:nvPr/>
            </p:nvSpPr>
            <p:spPr bwMode="auto">
              <a:xfrm>
                <a:off x="3243" y="360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57" name="Line 956">
                <a:extLst>
                  <a:ext uri="{FF2B5EF4-FFF2-40B4-BE49-F238E27FC236}">
                    <a16:creationId xmlns:a16="http://schemas.microsoft.com/office/drawing/2014/main" id="{AA9540FF-F055-4E6D-939F-B17E2110732D}"/>
                  </a:ext>
                </a:extLst>
              </p:cNvPr>
              <p:cNvSpPr>
                <a:spLocks noChangeShapeType="1"/>
              </p:cNvSpPr>
              <p:nvPr/>
            </p:nvSpPr>
            <p:spPr bwMode="auto">
              <a:xfrm>
                <a:off x="3243" y="36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58" name="Line 957">
                <a:extLst>
                  <a:ext uri="{FF2B5EF4-FFF2-40B4-BE49-F238E27FC236}">
                    <a16:creationId xmlns:a16="http://schemas.microsoft.com/office/drawing/2014/main" id="{8E0EAF0A-D5FA-4CBD-8F5B-113BB45B4667}"/>
                  </a:ext>
                </a:extLst>
              </p:cNvPr>
              <p:cNvSpPr>
                <a:spLocks noChangeShapeType="1"/>
              </p:cNvSpPr>
              <p:nvPr/>
            </p:nvSpPr>
            <p:spPr bwMode="auto">
              <a:xfrm>
                <a:off x="3243" y="360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59" name="Rectangle 958">
                <a:extLst>
                  <a:ext uri="{FF2B5EF4-FFF2-40B4-BE49-F238E27FC236}">
                    <a16:creationId xmlns:a16="http://schemas.microsoft.com/office/drawing/2014/main" id="{24111F20-D0C7-4725-8DBF-DD150FF629D9}"/>
                  </a:ext>
                </a:extLst>
              </p:cNvPr>
              <p:cNvSpPr>
                <a:spLocks noChangeArrowheads="1"/>
              </p:cNvSpPr>
              <p:nvPr/>
            </p:nvSpPr>
            <p:spPr bwMode="auto">
              <a:xfrm>
                <a:off x="3250" y="3607"/>
                <a:ext cx="345"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60" name="Line 959">
                <a:extLst>
                  <a:ext uri="{FF2B5EF4-FFF2-40B4-BE49-F238E27FC236}">
                    <a16:creationId xmlns:a16="http://schemas.microsoft.com/office/drawing/2014/main" id="{CF1D28E4-C03D-4B83-9986-8F24990EBEA6}"/>
                  </a:ext>
                </a:extLst>
              </p:cNvPr>
              <p:cNvSpPr>
                <a:spLocks noChangeShapeType="1"/>
              </p:cNvSpPr>
              <p:nvPr/>
            </p:nvSpPr>
            <p:spPr bwMode="auto">
              <a:xfrm>
                <a:off x="3250" y="3607"/>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61" name="Rectangle 960">
                <a:extLst>
                  <a:ext uri="{FF2B5EF4-FFF2-40B4-BE49-F238E27FC236}">
                    <a16:creationId xmlns:a16="http://schemas.microsoft.com/office/drawing/2014/main" id="{268EFB59-3CEB-4123-B741-AA7830FC780F}"/>
                  </a:ext>
                </a:extLst>
              </p:cNvPr>
              <p:cNvSpPr>
                <a:spLocks noChangeArrowheads="1"/>
              </p:cNvSpPr>
              <p:nvPr/>
            </p:nvSpPr>
            <p:spPr bwMode="auto">
              <a:xfrm>
                <a:off x="3595" y="360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62" name="Line 961">
                <a:extLst>
                  <a:ext uri="{FF2B5EF4-FFF2-40B4-BE49-F238E27FC236}">
                    <a16:creationId xmlns:a16="http://schemas.microsoft.com/office/drawing/2014/main" id="{3B06D2A6-3AB3-4619-BD4C-769A00C07C20}"/>
                  </a:ext>
                </a:extLst>
              </p:cNvPr>
              <p:cNvSpPr>
                <a:spLocks noChangeShapeType="1"/>
              </p:cNvSpPr>
              <p:nvPr/>
            </p:nvSpPr>
            <p:spPr bwMode="auto">
              <a:xfrm>
                <a:off x="3595" y="36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63" name="Line 962">
                <a:extLst>
                  <a:ext uri="{FF2B5EF4-FFF2-40B4-BE49-F238E27FC236}">
                    <a16:creationId xmlns:a16="http://schemas.microsoft.com/office/drawing/2014/main" id="{2FB03C7F-B4B7-4B85-B7B5-F578E1287531}"/>
                  </a:ext>
                </a:extLst>
              </p:cNvPr>
              <p:cNvSpPr>
                <a:spLocks noChangeShapeType="1"/>
              </p:cNvSpPr>
              <p:nvPr/>
            </p:nvSpPr>
            <p:spPr bwMode="auto">
              <a:xfrm>
                <a:off x="3595" y="360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64" name="Rectangle 963">
                <a:extLst>
                  <a:ext uri="{FF2B5EF4-FFF2-40B4-BE49-F238E27FC236}">
                    <a16:creationId xmlns:a16="http://schemas.microsoft.com/office/drawing/2014/main" id="{2697F95B-6F5A-4C61-9685-142099AB0F04}"/>
                  </a:ext>
                </a:extLst>
              </p:cNvPr>
              <p:cNvSpPr>
                <a:spLocks noChangeArrowheads="1"/>
              </p:cNvSpPr>
              <p:nvPr/>
            </p:nvSpPr>
            <p:spPr bwMode="auto">
              <a:xfrm>
                <a:off x="3602" y="3607"/>
                <a:ext cx="372"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65" name="Line 964">
                <a:extLst>
                  <a:ext uri="{FF2B5EF4-FFF2-40B4-BE49-F238E27FC236}">
                    <a16:creationId xmlns:a16="http://schemas.microsoft.com/office/drawing/2014/main" id="{1ADF1B50-1D91-4F86-9380-A315C204DB70}"/>
                  </a:ext>
                </a:extLst>
              </p:cNvPr>
              <p:cNvSpPr>
                <a:spLocks noChangeShapeType="1"/>
              </p:cNvSpPr>
              <p:nvPr/>
            </p:nvSpPr>
            <p:spPr bwMode="auto">
              <a:xfrm>
                <a:off x="3602" y="3607"/>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66" name="Rectangle 965">
                <a:extLst>
                  <a:ext uri="{FF2B5EF4-FFF2-40B4-BE49-F238E27FC236}">
                    <a16:creationId xmlns:a16="http://schemas.microsoft.com/office/drawing/2014/main" id="{ECB24E62-FF5B-437B-8DF3-596B1793216D}"/>
                  </a:ext>
                </a:extLst>
              </p:cNvPr>
              <p:cNvSpPr>
                <a:spLocks noChangeArrowheads="1"/>
              </p:cNvSpPr>
              <p:nvPr/>
            </p:nvSpPr>
            <p:spPr bwMode="auto">
              <a:xfrm>
                <a:off x="3974" y="360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67" name="Line 966">
                <a:extLst>
                  <a:ext uri="{FF2B5EF4-FFF2-40B4-BE49-F238E27FC236}">
                    <a16:creationId xmlns:a16="http://schemas.microsoft.com/office/drawing/2014/main" id="{2F7363A3-20CF-4A99-A402-6DD7C55FBBCB}"/>
                  </a:ext>
                </a:extLst>
              </p:cNvPr>
              <p:cNvSpPr>
                <a:spLocks noChangeShapeType="1"/>
              </p:cNvSpPr>
              <p:nvPr/>
            </p:nvSpPr>
            <p:spPr bwMode="auto">
              <a:xfrm>
                <a:off x="3974" y="36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68" name="Line 967">
                <a:extLst>
                  <a:ext uri="{FF2B5EF4-FFF2-40B4-BE49-F238E27FC236}">
                    <a16:creationId xmlns:a16="http://schemas.microsoft.com/office/drawing/2014/main" id="{7BFB46B8-53F6-41CD-A30E-60298EECDDA3}"/>
                  </a:ext>
                </a:extLst>
              </p:cNvPr>
              <p:cNvSpPr>
                <a:spLocks noChangeShapeType="1"/>
              </p:cNvSpPr>
              <p:nvPr/>
            </p:nvSpPr>
            <p:spPr bwMode="auto">
              <a:xfrm>
                <a:off x="3974" y="360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69" name="Rectangle 968">
                <a:extLst>
                  <a:ext uri="{FF2B5EF4-FFF2-40B4-BE49-F238E27FC236}">
                    <a16:creationId xmlns:a16="http://schemas.microsoft.com/office/drawing/2014/main" id="{29F7623E-E5DC-40C6-8025-A2C166DDA6F6}"/>
                  </a:ext>
                </a:extLst>
              </p:cNvPr>
              <p:cNvSpPr>
                <a:spLocks noChangeArrowheads="1"/>
              </p:cNvSpPr>
              <p:nvPr/>
            </p:nvSpPr>
            <p:spPr bwMode="auto">
              <a:xfrm>
                <a:off x="3981" y="360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70" name="Line 969">
                <a:extLst>
                  <a:ext uri="{FF2B5EF4-FFF2-40B4-BE49-F238E27FC236}">
                    <a16:creationId xmlns:a16="http://schemas.microsoft.com/office/drawing/2014/main" id="{B384AFCD-3666-4F7F-B6D1-CAA1BC905401}"/>
                  </a:ext>
                </a:extLst>
              </p:cNvPr>
              <p:cNvSpPr>
                <a:spLocks noChangeShapeType="1"/>
              </p:cNvSpPr>
              <p:nvPr/>
            </p:nvSpPr>
            <p:spPr bwMode="auto">
              <a:xfrm>
                <a:off x="3981" y="360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71" name="Rectangle 970">
                <a:extLst>
                  <a:ext uri="{FF2B5EF4-FFF2-40B4-BE49-F238E27FC236}">
                    <a16:creationId xmlns:a16="http://schemas.microsoft.com/office/drawing/2014/main" id="{BD4ECCAE-B696-44D0-A180-A3CDDD9C79D4}"/>
                  </a:ext>
                </a:extLst>
              </p:cNvPr>
              <p:cNvSpPr>
                <a:spLocks noChangeArrowheads="1"/>
              </p:cNvSpPr>
              <p:nvPr/>
            </p:nvSpPr>
            <p:spPr bwMode="auto">
              <a:xfrm>
                <a:off x="4349" y="3607"/>
                <a:ext cx="7"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72" name="Line 971">
                <a:extLst>
                  <a:ext uri="{FF2B5EF4-FFF2-40B4-BE49-F238E27FC236}">
                    <a16:creationId xmlns:a16="http://schemas.microsoft.com/office/drawing/2014/main" id="{F7BA106C-E15B-4141-8D09-CE172B18F0CF}"/>
                  </a:ext>
                </a:extLst>
              </p:cNvPr>
              <p:cNvSpPr>
                <a:spLocks noChangeShapeType="1"/>
              </p:cNvSpPr>
              <p:nvPr/>
            </p:nvSpPr>
            <p:spPr bwMode="auto">
              <a:xfrm>
                <a:off x="4349" y="3607"/>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73" name="Line 972">
                <a:extLst>
                  <a:ext uri="{FF2B5EF4-FFF2-40B4-BE49-F238E27FC236}">
                    <a16:creationId xmlns:a16="http://schemas.microsoft.com/office/drawing/2014/main" id="{B58E3F5F-0D38-42FD-A0A7-6CC263289711}"/>
                  </a:ext>
                </a:extLst>
              </p:cNvPr>
              <p:cNvSpPr>
                <a:spLocks noChangeShapeType="1"/>
              </p:cNvSpPr>
              <p:nvPr/>
            </p:nvSpPr>
            <p:spPr bwMode="auto">
              <a:xfrm>
                <a:off x="4349" y="3607"/>
                <a:ext cx="1" cy="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74" name="Rectangle 973">
                <a:extLst>
                  <a:ext uri="{FF2B5EF4-FFF2-40B4-BE49-F238E27FC236}">
                    <a16:creationId xmlns:a16="http://schemas.microsoft.com/office/drawing/2014/main" id="{F7B72967-037E-4994-BA03-FFE24FF38F4D}"/>
                  </a:ext>
                </a:extLst>
              </p:cNvPr>
              <p:cNvSpPr>
                <a:spLocks noChangeArrowheads="1"/>
              </p:cNvSpPr>
              <p:nvPr/>
            </p:nvSpPr>
            <p:spPr bwMode="auto">
              <a:xfrm>
                <a:off x="4356" y="3607"/>
                <a:ext cx="368" cy="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75" name="Line 974">
                <a:extLst>
                  <a:ext uri="{FF2B5EF4-FFF2-40B4-BE49-F238E27FC236}">
                    <a16:creationId xmlns:a16="http://schemas.microsoft.com/office/drawing/2014/main" id="{ABB92D5C-A92C-44AC-8E78-76A3CA949698}"/>
                  </a:ext>
                </a:extLst>
              </p:cNvPr>
              <p:cNvSpPr>
                <a:spLocks noChangeShapeType="1"/>
              </p:cNvSpPr>
              <p:nvPr/>
            </p:nvSpPr>
            <p:spPr bwMode="auto">
              <a:xfrm>
                <a:off x="4356" y="3607"/>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76" name="Rectangle 975">
                <a:extLst>
                  <a:ext uri="{FF2B5EF4-FFF2-40B4-BE49-F238E27FC236}">
                    <a16:creationId xmlns:a16="http://schemas.microsoft.com/office/drawing/2014/main" id="{F090393F-26A1-497F-BF88-943B5BEEEF2D}"/>
                  </a:ext>
                </a:extLst>
              </p:cNvPr>
              <p:cNvSpPr>
                <a:spLocks noChangeArrowheads="1"/>
              </p:cNvSpPr>
              <p:nvPr/>
            </p:nvSpPr>
            <p:spPr bwMode="auto">
              <a:xfrm>
                <a:off x="1330" y="3791"/>
                <a:ext cx="38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77" name="Line 976">
                <a:extLst>
                  <a:ext uri="{FF2B5EF4-FFF2-40B4-BE49-F238E27FC236}">
                    <a16:creationId xmlns:a16="http://schemas.microsoft.com/office/drawing/2014/main" id="{6E93C33A-BE11-40E2-A461-C2CA2B75C167}"/>
                  </a:ext>
                </a:extLst>
              </p:cNvPr>
              <p:cNvSpPr>
                <a:spLocks noChangeShapeType="1"/>
              </p:cNvSpPr>
              <p:nvPr/>
            </p:nvSpPr>
            <p:spPr bwMode="auto">
              <a:xfrm>
                <a:off x="1330" y="3791"/>
                <a:ext cx="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78" name="Rectangle 977">
                <a:extLst>
                  <a:ext uri="{FF2B5EF4-FFF2-40B4-BE49-F238E27FC236}">
                    <a16:creationId xmlns:a16="http://schemas.microsoft.com/office/drawing/2014/main" id="{6BFC17FB-529D-4858-8980-F5D22C4625CF}"/>
                  </a:ext>
                </a:extLst>
              </p:cNvPr>
              <p:cNvSpPr>
                <a:spLocks noChangeArrowheads="1"/>
              </p:cNvSpPr>
              <p:nvPr/>
            </p:nvSpPr>
            <p:spPr bwMode="auto">
              <a:xfrm>
                <a:off x="1712" y="3613"/>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79" name="Line 978">
                <a:extLst>
                  <a:ext uri="{FF2B5EF4-FFF2-40B4-BE49-F238E27FC236}">
                    <a16:creationId xmlns:a16="http://schemas.microsoft.com/office/drawing/2014/main" id="{FDBB5EC5-0530-484F-B764-F8E4EBA0E89A}"/>
                  </a:ext>
                </a:extLst>
              </p:cNvPr>
              <p:cNvSpPr>
                <a:spLocks noChangeShapeType="1"/>
              </p:cNvSpPr>
              <p:nvPr/>
            </p:nvSpPr>
            <p:spPr bwMode="auto">
              <a:xfrm>
                <a:off x="1712" y="3613"/>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80" name="Rectangle 979">
                <a:extLst>
                  <a:ext uri="{FF2B5EF4-FFF2-40B4-BE49-F238E27FC236}">
                    <a16:creationId xmlns:a16="http://schemas.microsoft.com/office/drawing/2014/main" id="{1696CE38-9329-4CC3-AAE1-5C05814BAA69}"/>
                  </a:ext>
                </a:extLst>
              </p:cNvPr>
              <p:cNvSpPr>
                <a:spLocks noChangeArrowheads="1"/>
              </p:cNvSpPr>
              <p:nvPr/>
            </p:nvSpPr>
            <p:spPr bwMode="auto">
              <a:xfrm>
                <a:off x="1712" y="379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81" name="Line 980">
                <a:extLst>
                  <a:ext uri="{FF2B5EF4-FFF2-40B4-BE49-F238E27FC236}">
                    <a16:creationId xmlns:a16="http://schemas.microsoft.com/office/drawing/2014/main" id="{31A3BA70-78B2-4DBD-8B1B-80A352FF99D2}"/>
                  </a:ext>
                </a:extLst>
              </p:cNvPr>
              <p:cNvSpPr>
                <a:spLocks noChangeShapeType="1"/>
              </p:cNvSpPr>
              <p:nvPr/>
            </p:nvSpPr>
            <p:spPr bwMode="auto">
              <a:xfrm>
                <a:off x="1712" y="379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82" name="Line 981">
                <a:extLst>
                  <a:ext uri="{FF2B5EF4-FFF2-40B4-BE49-F238E27FC236}">
                    <a16:creationId xmlns:a16="http://schemas.microsoft.com/office/drawing/2014/main" id="{B0E702B6-87BB-4A47-BEE2-D6E197A86114}"/>
                  </a:ext>
                </a:extLst>
              </p:cNvPr>
              <p:cNvSpPr>
                <a:spLocks noChangeShapeType="1"/>
              </p:cNvSpPr>
              <p:nvPr/>
            </p:nvSpPr>
            <p:spPr bwMode="auto">
              <a:xfrm>
                <a:off x="1712" y="379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83" name="Rectangle 982">
                <a:extLst>
                  <a:ext uri="{FF2B5EF4-FFF2-40B4-BE49-F238E27FC236}">
                    <a16:creationId xmlns:a16="http://schemas.microsoft.com/office/drawing/2014/main" id="{C6913CCF-8146-4CD6-A8EA-426A46207E8C}"/>
                  </a:ext>
                </a:extLst>
              </p:cNvPr>
              <p:cNvSpPr>
                <a:spLocks noChangeArrowheads="1"/>
              </p:cNvSpPr>
              <p:nvPr/>
            </p:nvSpPr>
            <p:spPr bwMode="auto">
              <a:xfrm>
                <a:off x="1719" y="379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84" name="Line 983">
                <a:extLst>
                  <a:ext uri="{FF2B5EF4-FFF2-40B4-BE49-F238E27FC236}">
                    <a16:creationId xmlns:a16="http://schemas.microsoft.com/office/drawing/2014/main" id="{72B08CD4-EB8D-471C-9508-7B0E5D948663}"/>
                  </a:ext>
                </a:extLst>
              </p:cNvPr>
              <p:cNvSpPr>
                <a:spLocks noChangeShapeType="1"/>
              </p:cNvSpPr>
              <p:nvPr/>
            </p:nvSpPr>
            <p:spPr bwMode="auto">
              <a:xfrm>
                <a:off x="1719" y="379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85" name="Rectangle 984">
                <a:extLst>
                  <a:ext uri="{FF2B5EF4-FFF2-40B4-BE49-F238E27FC236}">
                    <a16:creationId xmlns:a16="http://schemas.microsoft.com/office/drawing/2014/main" id="{556A5FFA-29A1-4CED-B635-D3BEAEA5461A}"/>
                  </a:ext>
                </a:extLst>
              </p:cNvPr>
              <p:cNvSpPr>
                <a:spLocks noChangeArrowheads="1"/>
              </p:cNvSpPr>
              <p:nvPr/>
            </p:nvSpPr>
            <p:spPr bwMode="auto">
              <a:xfrm>
                <a:off x="2087" y="3613"/>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86" name="Line 985">
                <a:extLst>
                  <a:ext uri="{FF2B5EF4-FFF2-40B4-BE49-F238E27FC236}">
                    <a16:creationId xmlns:a16="http://schemas.microsoft.com/office/drawing/2014/main" id="{7EACAA75-EE95-4E84-B52C-003331C17A6E}"/>
                  </a:ext>
                </a:extLst>
              </p:cNvPr>
              <p:cNvSpPr>
                <a:spLocks noChangeShapeType="1"/>
              </p:cNvSpPr>
              <p:nvPr/>
            </p:nvSpPr>
            <p:spPr bwMode="auto">
              <a:xfrm>
                <a:off x="2087" y="3613"/>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87" name="Rectangle 986">
                <a:extLst>
                  <a:ext uri="{FF2B5EF4-FFF2-40B4-BE49-F238E27FC236}">
                    <a16:creationId xmlns:a16="http://schemas.microsoft.com/office/drawing/2014/main" id="{531F11F1-0D26-4891-AC93-3127E6F8578D}"/>
                  </a:ext>
                </a:extLst>
              </p:cNvPr>
              <p:cNvSpPr>
                <a:spLocks noChangeArrowheads="1"/>
              </p:cNvSpPr>
              <p:nvPr/>
            </p:nvSpPr>
            <p:spPr bwMode="auto">
              <a:xfrm>
                <a:off x="2087" y="379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88" name="Line 987">
                <a:extLst>
                  <a:ext uri="{FF2B5EF4-FFF2-40B4-BE49-F238E27FC236}">
                    <a16:creationId xmlns:a16="http://schemas.microsoft.com/office/drawing/2014/main" id="{CAAAA460-3370-4BA9-8E66-34DCF4CEB800}"/>
                  </a:ext>
                </a:extLst>
              </p:cNvPr>
              <p:cNvSpPr>
                <a:spLocks noChangeShapeType="1"/>
              </p:cNvSpPr>
              <p:nvPr/>
            </p:nvSpPr>
            <p:spPr bwMode="auto">
              <a:xfrm>
                <a:off x="2087" y="379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89" name="Line 988">
                <a:extLst>
                  <a:ext uri="{FF2B5EF4-FFF2-40B4-BE49-F238E27FC236}">
                    <a16:creationId xmlns:a16="http://schemas.microsoft.com/office/drawing/2014/main" id="{5663AC1C-90F1-452F-87BE-D43E3E9712A5}"/>
                  </a:ext>
                </a:extLst>
              </p:cNvPr>
              <p:cNvSpPr>
                <a:spLocks noChangeShapeType="1"/>
              </p:cNvSpPr>
              <p:nvPr/>
            </p:nvSpPr>
            <p:spPr bwMode="auto">
              <a:xfrm>
                <a:off x="2087" y="379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90" name="Rectangle 989">
                <a:extLst>
                  <a:ext uri="{FF2B5EF4-FFF2-40B4-BE49-F238E27FC236}">
                    <a16:creationId xmlns:a16="http://schemas.microsoft.com/office/drawing/2014/main" id="{936596A2-385D-4F31-B0E2-5989C2B071B1}"/>
                  </a:ext>
                </a:extLst>
              </p:cNvPr>
              <p:cNvSpPr>
                <a:spLocks noChangeArrowheads="1"/>
              </p:cNvSpPr>
              <p:nvPr/>
            </p:nvSpPr>
            <p:spPr bwMode="auto">
              <a:xfrm>
                <a:off x="2094" y="3791"/>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91" name="Line 990">
                <a:extLst>
                  <a:ext uri="{FF2B5EF4-FFF2-40B4-BE49-F238E27FC236}">
                    <a16:creationId xmlns:a16="http://schemas.microsoft.com/office/drawing/2014/main" id="{7801EDD3-E935-4F3B-B8E0-D22C64C512B6}"/>
                  </a:ext>
                </a:extLst>
              </p:cNvPr>
              <p:cNvSpPr>
                <a:spLocks noChangeShapeType="1"/>
              </p:cNvSpPr>
              <p:nvPr/>
            </p:nvSpPr>
            <p:spPr bwMode="auto">
              <a:xfrm>
                <a:off x="2094" y="3791"/>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92" name="Rectangle 991">
                <a:extLst>
                  <a:ext uri="{FF2B5EF4-FFF2-40B4-BE49-F238E27FC236}">
                    <a16:creationId xmlns:a16="http://schemas.microsoft.com/office/drawing/2014/main" id="{B3B72A2C-C2F0-4969-8868-C8B299BD7544}"/>
                  </a:ext>
                </a:extLst>
              </p:cNvPr>
              <p:cNvSpPr>
                <a:spLocks noChangeArrowheads="1"/>
              </p:cNvSpPr>
              <p:nvPr/>
            </p:nvSpPr>
            <p:spPr bwMode="auto">
              <a:xfrm>
                <a:off x="2466" y="3613"/>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93" name="Line 992">
                <a:extLst>
                  <a:ext uri="{FF2B5EF4-FFF2-40B4-BE49-F238E27FC236}">
                    <a16:creationId xmlns:a16="http://schemas.microsoft.com/office/drawing/2014/main" id="{C7A08EC1-B70B-4EA4-90C4-CE6AA5B07366}"/>
                  </a:ext>
                </a:extLst>
              </p:cNvPr>
              <p:cNvSpPr>
                <a:spLocks noChangeShapeType="1"/>
              </p:cNvSpPr>
              <p:nvPr/>
            </p:nvSpPr>
            <p:spPr bwMode="auto">
              <a:xfrm>
                <a:off x="2466" y="3613"/>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94" name="Rectangle 993">
                <a:extLst>
                  <a:ext uri="{FF2B5EF4-FFF2-40B4-BE49-F238E27FC236}">
                    <a16:creationId xmlns:a16="http://schemas.microsoft.com/office/drawing/2014/main" id="{7EC42199-CD49-488E-89C1-4756513049BC}"/>
                  </a:ext>
                </a:extLst>
              </p:cNvPr>
              <p:cNvSpPr>
                <a:spLocks noChangeArrowheads="1"/>
              </p:cNvSpPr>
              <p:nvPr/>
            </p:nvSpPr>
            <p:spPr bwMode="auto">
              <a:xfrm>
                <a:off x="2466" y="379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95" name="Line 994">
                <a:extLst>
                  <a:ext uri="{FF2B5EF4-FFF2-40B4-BE49-F238E27FC236}">
                    <a16:creationId xmlns:a16="http://schemas.microsoft.com/office/drawing/2014/main" id="{97898FC7-7C51-41E6-9AB8-C6D02C7D10D9}"/>
                  </a:ext>
                </a:extLst>
              </p:cNvPr>
              <p:cNvSpPr>
                <a:spLocks noChangeShapeType="1"/>
              </p:cNvSpPr>
              <p:nvPr/>
            </p:nvSpPr>
            <p:spPr bwMode="auto">
              <a:xfrm>
                <a:off x="2466" y="379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96" name="Line 995">
                <a:extLst>
                  <a:ext uri="{FF2B5EF4-FFF2-40B4-BE49-F238E27FC236}">
                    <a16:creationId xmlns:a16="http://schemas.microsoft.com/office/drawing/2014/main" id="{8292B2EF-0721-41E2-AE81-B3892E83CC2F}"/>
                  </a:ext>
                </a:extLst>
              </p:cNvPr>
              <p:cNvSpPr>
                <a:spLocks noChangeShapeType="1"/>
              </p:cNvSpPr>
              <p:nvPr/>
            </p:nvSpPr>
            <p:spPr bwMode="auto">
              <a:xfrm>
                <a:off x="2466" y="379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97" name="Rectangle 996">
                <a:extLst>
                  <a:ext uri="{FF2B5EF4-FFF2-40B4-BE49-F238E27FC236}">
                    <a16:creationId xmlns:a16="http://schemas.microsoft.com/office/drawing/2014/main" id="{3A6A24D0-BF67-4367-96BA-CBF750BBBC6B}"/>
                  </a:ext>
                </a:extLst>
              </p:cNvPr>
              <p:cNvSpPr>
                <a:spLocks noChangeArrowheads="1"/>
              </p:cNvSpPr>
              <p:nvPr/>
            </p:nvSpPr>
            <p:spPr bwMode="auto">
              <a:xfrm>
                <a:off x="2473" y="379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798" name="Line 997">
                <a:extLst>
                  <a:ext uri="{FF2B5EF4-FFF2-40B4-BE49-F238E27FC236}">
                    <a16:creationId xmlns:a16="http://schemas.microsoft.com/office/drawing/2014/main" id="{A063016F-D951-41C1-BDBE-EA5259006149}"/>
                  </a:ext>
                </a:extLst>
              </p:cNvPr>
              <p:cNvSpPr>
                <a:spLocks noChangeShapeType="1"/>
              </p:cNvSpPr>
              <p:nvPr/>
            </p:nvSpPr>
            <p:spPr bwMode="auto">
              <a:xfrm>
                <a:off x="2473" y="379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799" name="Rectangle 998">
                <a:extLst>
                  <a:ext uri="{FF2B5EF4-FFF2-40B4-BE49-F238E27FC236}">
                    <a16:creationId xmlns:a16="http://schemas.microsoft.com/office/drawing/2014/main" id="{098A7762-FEDD-484F-B225-D6E30DB2286E}"/>
                  </a:ext>
                </a:extLst>
              </p:cNvPr>
              <p:cNvSpPr>
                <a:spLocks noChangeArrowheads="1"/>
              </p:cNvSpPr>
              <p:nvPr/>
            </p:nvSpPr>
            <p:spPr bwMode="auto">
              <a:xfrm>
                <a:off x="2841" y="3613"/>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00" name="Line 999">
                <a:extLst>
                  <a:ext uri="{FF2B5EF4-FFF2-40B4-BE49-F238E27FC236}">
                    <a16:creationId xmlns:a16="http://schemas.microsoft.com/office/drawing/2014/main" id="{B51FF437-9C2A-48D3-9091-9305F1D43C69}"/>
                  </a:ext>
                </a:extLst>
              </p:cNvPr>
              <p:cNvSpPr>
                <a:spLocks noChangeShapeType="1"/>
              </p:cNvSpPr>
              <p:nvPr/>
            </p:nvSpPr>
            <p:spPr bwMode="auto">
              <a:xfrm>
                <a:off x="2841" y="3613"/>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01" name="Rectangle 1000">
                <a:extLst>
                  <a:ext uri="{FF2B5EF4-FFF2-40B4-BE49-F238E27FC236}">
                    <a16:creationId xmlns:a16="http://schemas.microsoft.com/office/drawing/2014/main" id="{0BDD485E-FAF6-435C-96F9-97C2C87CFF23}"/>
                  </a:ext>
                </a:extLst>
              </p:cNvPr>
              <p:cNvSpPr>
                <a:spLocks noChangeArrowheads="1"/>
              </p:cNvSpPr>
              <p:nvPr/>
            </p:nvSpPr>
            <p:spPr bwMode="auto">
              <a:xfrm>
                <a:off x="2841" y="379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02" name="Line 1001">
                <a:extLst>
                  <a:ext uri="{FF2B5EF4-FFF2-40B4-BE49-F238E27FC236}">
                    <a16:creationId xmlns:a16="http://schemas.microsoft.com/office/drawing/2014/main" id="{D05D4E6D-ABFA-4B54-926B-25091E674E5A}"/>
                  </a:ext>
                </a:extLst>
              </p:cNvPr>
              <p:cNvSpPr>
                <a:spLocks noChangeShapeType="1"/>
              </p:cNvSpPr>
              <p:nvPr/>
            </p:nvSpPr>
            <p:spPr bwMode="auto">
              <a:xfrm>
                <a:off x="2841" y="379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03" name="Line 1002">
                <a:extLst>
                  <a:ext uri="{FF2B5EF4-FFF2-40B4-BE49-F238E27FC236}">
                    <a16:creationId xmlns:a16="http://schemas.microsoft.com/office/drawing/2014/main" id="{A9CCB6A7-ADC3-48D9-AAC0-D7133461E92F}"/>
                  </a:ext>
                </a:extLst>
              </p:cNvPr>
              <p:cNvSpPr>
                <a:spLocks noChangeShapeType="1"/>
              </p:cNvSpPr>
              <p:nvPr/>
            </p:nvSpPr>
            <p:spPr bwMode="auto">
              <a:xfrm>
                <a:off x="2841" y="379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04" name="Rectangle 1003">
                <a:extLst>
                  <a:ext uri="{FF2B5EF4-FFF2-40B4-BE49-F238E27FC236}">
                    <a16:creationId xmlns:a16="http://schemas.microsoft.com/office/drawing/2014/main" id="{45958FAA-5DFE-4B6E-B25C-DDB0E2FDB47E}"/>
                  </a:ext>
                </a:extLst>
              </p:cNvPr>
              <p:cNvSpPr>
                <a:spLocks noChangeArrowheads="1"/>
              </p:cNvSpPr>
              <p:nvPr/>
            </p:nvSpPr>
            <p:spPr bwMode="auto">
              <a:xfrm>
                <a:off x="2848" y="3791"/>
                <a:ext cx="39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05" name="Line 1004">
                <a:extLst>
                  <a:ext uri="{FF2B5EF4-FFF2-40B4-BE49-F238E27FC236}">
                    <a16:creationId xmlns:a16="http://schemas.microsoft.com/office/drawing/2014/main" id="{D2C9098F-96D8-49D4-B7AB-467D2985B8A9}"/>
                  </a:ext>
                </a:extLst>
              </p:cNvPr>
              <p:cNvSpPr>
                <a:spLocks noChangeShapeType="1"/>
              </p:cNvSpPr>
              <p:nvPr/>
            </p:nvSpPr>
            <p:spPr bwMode="auto">
              <a:xfrm>
                <a:off x="2848" y="3791"/>
                <a:ext cx="39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06" name="Rectangle 1005">
                <a:extLst>
                  <a:ext uri="{FF2B5EF4-FFF2-40B4-BE49-F238E27FC236}">
                    <a16:creationId xmlns:a16="http://schemas.microsoft.com/office/drawing/2014/main" id="{745869BC-5A1E-4925-9C7E-5F222923437E}"/>
                  </a:ext>
                </a:extLst>
              </p:cNvPr>
              <p:cNvSpPr>
                <a:spLocks noChangeArrowheads="1"/>
              </p:cNvSpPr>
              <p:nvPr/>
            </p:nvSpPr>
            <p:spPr bwMode="auto">
              <a:xfrm>
                <a:off x="3243" y="3613"/>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07" name="Line 1006">
                <a:extLst>
                  <a:ext uri="{FF2B5EF4-FFF2-40B4-BE49-F238E27FC236}">
                    <a16:creationId xmlns:a16="http://schemas.microsoft.com/office/drawing/2014/main" id="{CB27F522-434C-4D08-B4AF-9CF09659A2F2}"/>
                  </a:ext>
                </a:extLst>
              </p:cNvPr>
              <p:cNvSpPr>
                <a:spLocks noChangeShapeType="1"/>
              </p:cNvSpPr>
              <p:nvPr/>
            </p:nvSpPr>
            <p:spPr bwMode="auto">
              <a:xfrm>
                <a:off x="3243" y="3613"/>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808" name="Rectangle 1007">
                <a:extLst>
                  <a:ext uri="{FF2B5EF4-FFF2-40B4-BE49-F238E27FC236}">
                    <a16:creationId xmlns:a16="http://schemas.microsoft.com/office/drawing/2014/main" id="{EE028732-9AA0-4E55-8808-84C11B5BE99B}"/>
                  </a:ext>
                </a:extLst>
              </p:cNvPr>
              <p:cNvSpPr>
                <a:spLocks noChangeArrowheads="1"/>
              </p:cNvSpPr>
              <p:nvPr/>
            </p:nvSpPr>
            <p:spPr bwMode="auto">
              <a:xfrm>
                <a:off x="3243" y="379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809" name="Line 1008">
                <a:extLst>
                  <a:ext uri="{FF2B5EF4-FFF2-40B4-BE49-F238E27FC236}">
                    <a16:creationId xmlns:a16="http://schemas.microsoft.com/office/drawing/2014/main" id="{C9B582C8-8190-454E-9F0E-F645CD0E6ABC}"/>
                  </a:ext>
                </a:extLst>
              </p:cNvPr>
              <p:cNvSpPr>
                <a:spLocks noChangeShapeType="1"/>
              </p:cNvSpPr>
              <p:nvPr/>
            </p:nvSpPr>
            <p:spPr bwMode="auto">
              <a:xfrm>
                <a:off x="3243" y="379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grpSp>
        <p:sp>
          <p:nvSpPr>
            <p:cNvPr id="24586" name="Line 1010">
              <a:extLst>
                <a:ext uri="{FF2B5EF4-FFF2-40B4-BE49-F238E27FC236}">
                  <a16:creationId xmlns:a16="http://schemas.microsoft.com/office/drawing/2014/main" id="{88CE6CBA-0C28-495C-92FD-37FC0BAAF1A4}"/>
                </a:ext>
              </a:extLst>
            </p:cNvPr>
            <p:cNvSpPr>
              <a:spLocks noChangeShapeType="1"/>
            </p:cNvSpPr>
            <p:nvPr/>
          </p:nvSpPr>
          <p:spPr bwMode="auto">
            <a:xfrm>
              <a:off x="3243" y="379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587" name="Rectangle 1011">
              <a:extLst>
                <a:ext uri="{FF2B5EF4-FFF2-40B4-BE49-F238E27FC236}">
                  <a16:creationId xmlns:a16="http://schemas.microsoft.com/office/drawing/2014/main" id="{581EBA61-7F11-4211-B2CD-EAE32B9A3FF5}"/>
                </a:ext>
              </a:extLst>
            </p:cNvPr>
            <p:cNvSpPr>
              <a:spLocks noChangeArrowheads="1"/>
            </p:cNvSpPr>
            <p:nvPr/>
          </p:nvSpPr>
          <p:spPr bwMode="auto">
            <a:xfrm>
              <a:off x="3250" y="3791"/>
              <a:ext cx="345"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588" name="Line 1012">
              <a:extLst>
                <a:ext uri="{FF2B5EF4-FFF2-40B4-BE49-F238E27FC236}">
                  <a16:creationId xmlns:a16="http://schemas.microsoft.com/office/drawing/2014/main" id="{33546AC9-AEF8-4544-9832-E8BD35A22776}"/>
                </a:ext>
              </a:extLst>
            </p:cNvPr>
            <p:cNvSpPr>
              <a:spLocks noChangeShapeType="1"/>
            </p:cNvSpPr>
            <p:nvPr/>
          </p:nvSpPr>
          <p:spPr bwMode="auto">
            <a:xfrm>
              <a:off x="3250" y="3791"/>
              <a:ext cx="345"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589" name="Rectangle 1013">
              <a:extLst>
                <a:ext uri="{FF2B5EF4-FFF2-40B4-BE49-F238E27FC236}">
                  <a16:creationId xmlns:a16="http://schemas.microsoft.com/office/drawing/2014/main" id="{80F9D1C8-F61D-4983-B29B-36597A5F2342}"/>
                </a:ext>
              </a:extLst>
            </p:cNvPr>
            <p:cNvSpPr>
              <a:spLocks noChangeArrowheads="1"/>
            </p:cNvSpPr>
            <p:nvPr/>
          </p:nvSpPr>
          <p:spPr bwMode="auto">
            <a:xfrm>
              <a:off x="3595" y="3613"/>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590" name="Line 1014">
              <a:extLst>
                <a:ext uri="{FF2B5EF4-FFF2-40B4-BE49-F238E27FC236}">
                  <a16:creationId xmlns:a16="http://schemas.microsoft.com/office/drawing/2014/main" id="{202313D3-724E-49AF-A044-1965A097C0D2}"/>
                </a:ext>
              </a:extLst>
            </p:cNvPr>
            <p:cNvSpPr>
              <a:spLocks noChangeShapeType="1"/>
            </p:cNvSpPr>
            <p:nvPr/>
          </p:nvSpPr>
          <p:spPr bwMode="auto">
            <a:xfrm>
              <a:off x="3595" y="3613"/>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591" name="Rectangle 1015">
              <a:extLst>
                <a:ext uri="{FF2B5EF4-FFF2-40B4-BE49-F238E27FC236}">
                  <a16:creationId xmlns:a16="http://schemas.microsoft.com/office/drawing/2014/main" id="{3D95CC37-2109-4B53-83B9-1CBCF77D8047}"/>
                </a:ext>
              </a:extLst>
            </p:cNvPr>
            <p:cNvSpPr>
              <a:spLocks noChangeArrowheads="1"/>
            </p:cNvSpPr>
            <p:nvPr/>
          </p:nvSpPr>
          <p:spPr bwMode="auto">
            <a:xfrm>
              <a:off x="3595" y="379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592" name="Line 1016">
              <a:extLst>
                <a:ext uri="{FF2B5EF4-FFF2-40B4-BE49-F238E27FC236}">
                  <a16:creationId xmlns:a16="http://schemas.microsoft.com/office/drawing/2014/main" id="{8D94E1E3-93CC-44C9-A64A-46F3920E7816}"/>
                </a:ext>
              </a:extLst>
            </p:cNvPr>
            <p:cNvSpPr>
              <a:spLocks noChangeShapeType="1"/>
            </p:cNvSpPr>
            <p:nvPr/>
          </p:nvSpPr>
          <p:spPr bwMode="auto">
            <a:xfrm>
              <a:off x="3595" y="379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593" name="Line 1017">
              <a:extLst>
                <a:ext uri="{FF2B5EF4-FFF2-40B4-BE49-F238E27FC236}">
                  <a16:creationId xmlns:a16="http://schemas.microsoft.com/office/drawing/2014/main" id="{AFAC8112-F94F-42A8-A56B-5EA8CE16682A}"/>
                </a:ext>
              </a:extLst>
            </p:cNvPr>
            <p:cNvSpPr>
              <a:spLocks noChangeShapeType="1"/>
            </p:cNvSpPr>
            <p:nvPr/>
          </p:nvSpPr>
          <p:spPr bwMode="auto">
            <a:xfrm>
              <a:off x="3595" y="379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594" name="Rectangle 1018">
              <a:extLst>
                <a:ext uri="{FF2B5EF4-FFF2-40B4-BE49-F238E27FC236}">
                  <a16:creationId xmlns:a16="http://schemas.microsoft.com/office/drawing/2014/main" id="{83D48B5A-F46A-42AB-ADDB-89050CF47972}"/>
                </a:ext>
              </a:extLst>
            </p:cNvPr>
            <p:cNvSpPr>
              <a:spLocks noChangeArrowheads="1"/>
            </p:cNvSpPr>
            <p:nvPr/>
          </p:nvSpPr>
          <p:spPr bwMode="auto">
            <a:xfrm>
              <a:off x="3602" y="3791"/>
              <a:ext cx="372"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595" name="Line 1019">
              <a:extLst>
                <a:ext uri="{FF2B5EF4-FFF2-40B4-BE49-F238E27FC236}">
                  <a16:creationId xmlns:a16="http://schemas.microsoft.com/office/drawing/2014/main" id="{BCFB364A-FB62-4BB6-9888-1CB53DB71B26}"/>
                </a:ext>
              </a:extLst>
            </p:cNvPr>
            <p:cNvSpPr>
              <a:spLocks noChangeShapeType="1"/>
            </p:cNvSpPr>
            <p:nvPr/>
          </p:nvSpPr>
          <p:spPr bwMode="auto">
            <a:xfrm>
              <a:off x="3602" y="3791"/>
              <a:ext cx="37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596" name="Rectangle 1020">
              <a:extLst>
                <a:ext uri="{FF2B5EF4-FFF2-40B4-BE49-F238E27FC236}">
                  <a16:creationId xmlns:a16="http://schemas.microsoft.com/office/drawing/2014/main" id="{9111ECC4-728B-42F9-8914-55F82FE17CDF}"/>
                </a:ext>
              </a:extLst>
            </p:cNvPr>
            <p:cNvSpPr>
              <a:spLocks noChangeArrowheads="1"/>
            </p:cNvSpPr>
            <p:nvPr/>
          </p:nvSpPr>
          <p:spPr bwMode="auto">
            <a:xfrm>
              <a:off x="3974" y="3613"/>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597" name="Line 1021">
              <a:extLst>
                <a:ext uri="{FF2B5EF4-FFF2-40B4-BE49-F238E27FC236}">
                  <a16:creationId xmlns:a16="http://schemas.microsoft.com/office/drawing/2014/main" id="{52FE14BE-0D9D-484B-89F0-E4B79E0DF22E}"/>
                </a:ext>
              </a:extLst>
            </p:cNvPr>
            <p:cNvSpPr>
              <a:spLocks noChangeShapeType="1"/>
            </p:cNvSpPr>
            <p:nvPr/>
          </p:nvSpPr>
          <p:spPr bwMode="auto">
            <a:xfrm>
              <a:off x="3974" y="3613"/>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598" name="Rectangle 1022">
              <a:extLst>
                <a:ext uri="{FF2B5EF4-FFF2-40B4-BE49-F238E27FC236}">
                  <a16:creationId xmlns:a16="http://schemas.microsoft.com/office/drawing/2014/main" id="{51EE54E1-5C60-401A-B405-C48657A0B5E8}"/>
                </a:ext>
              </a:extLst>
            </p:cNvPr>
            <p:cNvSpPr>
              <a:spLocks noChangeArrowheads="1"/>
            </p:cNvSpPr>
            <p:nvPr/>
          </p:nvSpPr>
          <p:spPr bwMode="auto">
            <a:xfrm>
              <a:off x="3974" y="379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599" name="Line 1023">
              <a:extLst>
                <a:ext uri="{FF2B5EF4-FFF2-40B4-BE49-F238E27FC236}">
                  <a16:creationId xmlns:a16="http://schemas.microsoft.com/office/drawing/2014/main" id="{FE4127A7-7FF9-4275-BEC1-DCA2377CA1FC}"/>
                </a:ext>
              </a:extLst>
            </p:cNvPr>
            <p:cNvSpPr>
              <a:spLocks noChangeShapeType="1"/>
            </p:cNvSpPr>
            <p:nvPr/>
          </p:nvSpPr>
          <p:spPr bwMode="auto">
            <a:xfrm>
              <a:off x="3974" y="379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00" name="Line 1024">
              <a:extLst>
                <a:ext uri="{FF2B5EF4-FFF2-40B4-BE49-F238E27FC236}">
                  <a16:creationId xmlns:a16="http://schemas.microsoft.com/office/drawing/2014/main" id="{465FB6D7-E39F-4411-85E8-31961A0EAF1B}"/>
                </a:ext>
              </a:extLst>
            </p:cNvPr>
            <p:cNvSpPr>
              <a:spLocks noChangeShapeType="1"/>
            </p:cNvSpPr>
            <p:nvPr/>
          </p:nvSpPr>
          <p:spPr bwMode="auto">
            <a:xfrm>
              <a:off x="3974" y="379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01" name="Rectangle 1025">
              <a:extLst>
                <a:ext uri="{FF2B5EF4-FFF2-40B4-BE49-F238E27FC236}">
                  <a16:creationId xmlns:a16="http://schemas.microsoft.com/office/drawing/2014/main" id="{CAABD518-5C61-4053-8020-5A919EBB3C52}"/>
                </a:ext>
              </a:extLst>
            </p:cNvPr>
            <p:cNvSpPr>
              <a:spLocks noChangeArrowheads="1"/>
            </p:cNvSpPr>
            <p:nvPr/>
          </p:nvSpPr>
          <p:spPr bwMode="auto">
            <a:xfrm>
              <a:off x="3981" y="379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02" name="Line 1026">
              <a:extLst>
                <a:ext uri="{FF2B5EF4-FFF2-40B4-BE49-F238E27FC236}">
                  <a16:creationId xmlns:a16="http://schemas.microsoft.com/office/drawing/2014/main" id="{358D5B9B-AE81-443F-9477-789AD11DF3BC}"/>
                </a:ext>
              </a:extLst>
            </p:cNvPr>
            <p:cNvSpPr>
              <a:spLocks noChangeShapeType="1"/>
            </p:cNvSpPr>
            <p:nvPr/>
          </p:nvSpPr>
          <p:spPr bwMode="auto">
            <a:xfrm>
              <a:off x="3981" y="379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03" name="Rectangle 1027">
              <a:extLst>
                <a:ext uri="{FF2B5EF4-FFF2-40B4-BE49-F238E27FC236}">
                  <a16:creationId xmlns:a16="http://schemas.microsoft.com/office/drawing/2014/main" id="{DBFC73CE-A5E6-46A1-9632-3EDF5726699B}"/>
                </a:ext>
              </a:extLst>
            </p:cNvPr>
            <p:cNvSpPr>
              <a:spLocks noChangeArrowheads="1"/>
            </p:cNvSpPr>
            <p:nvPr/>
          </p:nvSpPr>
          <p:spPr bwMode="auto">
            <a:xfrm>
              <a:off x="4349" y="3613"/>
              <a:ext cx="7" cy="178"/>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04" name="Line 1028">
              <a:extLst>
                <a:ext uri="{FF2B5EF4-FFF2-40B4-BE49-F238E27FC236}">
                  <a16:creationId xmlns:a16="http://schemas.microsoft.com/office/drawing/2014/main" id="{886FF920-1582-4D18-AC2C-4BEA94330503}"/>
                </a:ext>
              </a:extLst>
            </p:cNvPr>
            <p:cNvSpPr>
              <a:spLocks noChangeShapeType="1"/>
            </p:cNvSpPr>
            <p:nvPr/>
          </p:nvSpPr>
          <p:spPr bwMode="auto">
            <a:xfrm>
              <a:off x="4349" y="3613"/>
              <a:ext cx="1" cy="17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05" name="Rectangle 1029">
              <a:extLst>
                <a:ext uri="{FF2B5EF4-FFF2-40B4-BE49-F238E27FC236}">
                  <a16:creationId xmlns:a16="http://schemas.microsoft.com/office/drawing/2014/main" id="{3476D80B-F6FA-4582-882B-E42BEEFB3630}"/>
                </a:ext>
              </a:extLst>
            </p:cNvPr>
            <p:cNvSpPr>
              <a:spLocks noChangeArrowheads="1"/>
            </p:cNvSpPr>
            <p:nvPr/>
          </p:nvSpPr>
          <p:spPr bwMode="auto">
            <a:xfrm>
              <a:off x="4349" y="3791"/>
              <a:ext cx="7"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06" name="Line 1030">
              <a:extLst>
                <a:ext uri="{FF2B5EF4-FFF2-40B4-BE49-F238E27FC236}">
                  <a16:creationId xmlns:a16="http://schemas.microsoft.com/office/drawing/2014/main" id="{8FBA0E1B-DBD1-40F8-8816-F9DCBF3B22BB}"/>
                </a:ext>
              </a:extLst>
            </p:cNvPr>
            <p:cNvSpPr>
              <a:spLocks noChangeShapeType="1"/>
            </p:cNvSpPr>
            <p:nvPr/>
          </p:nvSpPr>
          <p:spPr bwMode="auto">
            <a:xfrm>
              <a:off x="4349" y="379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07" name="Line 1031">
              <a:extLst>
                <a:ext uri="{FF2B5EF4-FFF2-40B4-BE49-F238E27FC236}">
                  <a16:creationId xmlns:a16="http://schemas.microsoft.com/office/drawing/2014/main" id="{E4B5B25E-176F-4A69-A71A-7BE3A32D57B6}"/>
                </a:ext>
              </a:extLst>
            </p:cNvPr>
            <p:cNvSpPr>
              <a:spLocks noChangeShapeType="1"/>
            </p:cNvSpPr>
            <p:nvPr/>
          </p:nvSpPr>
          <p:spPr bwMode="auto">
            <a:xfrm>
              <a:off x="4349" y="3791"/>
              <a:ext cx="1" cy="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sp>
          <p:nvSpPr>
            <p:cNvPr id="24608" name="Rectangle 1032">
              <a:extLst>
                <a:ext uri="{FF2B5EF4-FFF2-40B4-BE49-F238E27FC236}">
                  <a16:creationId xmlns:a16="http://schemas.microsoft.com/office/drawing/2014/main" id="{61A47169-9392-4A39-A612-1A4375EF0699}"/>
                </a:ext>
              </a:extLst>
            </p:cNvPr>
            <p:cNvSpPr>
              <a:spLocks noChangeArrowheads="1"/>
            </p:cNvSpPr>
            <p:nvPr/>
          </p:nvSpPr>
          <p:spPr bwMode="auto">
            <a:xfrm>
              <a:off x="4356" y="3791"/>
              <a:ext cx="368" cy="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4609" name="Line 1033">
              <a:extLst>
                <a:ext uri="{FF2B5EF4-FFF2-40B4-BE49-F238E27FC236}">
                  <a16:creationId xmlns:a16="http://schemas.microsoft.com/office/drawing/2014/main" id="{C13B36CB-C795-45CB-95AB-8DE65F0FA9D7}"/>
                </a:ext>
              </a:extLst>
            </p:cNvPr>
            <p:cNvSpPr>
              <a:spLocks noChangeShapeType="1"/>
            </p:cNvSpPr>
            <p:nvPr/>
          </p:nvSpPr>
          <p:spPr bwMode="auto">
            <a:xfrm>
              <a:off x="4356" y="3791"/>
              <a:ext cx="36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dirty="0">
                <a:ea typeface="华文中宋" panose="02010600040101010101" pitchFamily="2" charset="-122"/>
              </a:endParaRPr>
            </a:p>
          </p:txBody>
        </p:sp>
      </p:grpSp>
      <p:sp>
        <p:nvSpPr>
          <p:cNvPr id="2" name="矩形 1">
            <a:extLst>
              <a:ext uri="{FF2B5EF4-FFF2-40B4-BE49-F238E27FC236}">
                <a16:creationId xmlns:a16="http://schemas.microsoft.com/office/drawing/2014/main" id="{92C4E609-2375-FBBF-7372-1C40633FF164}"/>
              </a:ext>
            </a:extLst>
          </p:cNvPr>
          <p:cNvSpPr/>
          <p:nvPr/>
        </p:nvSpPr>
        <p:spPr bwMode="auto">
          <a:xfrm>
            <a:off x="6228184" y="6165304"/>
            <a:ext cx="515193" cy="184272"/>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3" name="文本框 2">
            <a:extLst>
              <a:ext uri="{FF2B5EF4-FFF2-40B4-BE49-F238E27FC236}">
                <a16:creationId xmlns:a16="http://schemas.microsoft.com/office/drawing/2014/main" id="{9917E29F-8E94-F19E-F70F-2F53D522ACAF}"/>
              </a:ext>
            </a:extLst>
          </p:cNvPr>
          <p:cNvSpPr txBox="1"/>
          <p:nvPr/>
        </p:nvSpPr>
        <p:spPr>
          <a:xfrm>
            <a:off x="6295073" y="6026607"/>
            <a:ext cx="491282" cy="461665"/>
          </a:xfrm>
          <a:prstGeom prst="rect">
            <a:avLst/>
          </a:prstGeom>
          <a:noFill/>
        </p:spPr>
        <p:txBody>
          <a:bodyPr wrap="square" rtlCol="0">
            <a:spAutoFit/>
          </a:bodyPr>
          <a:lstStyle/>
          <a:p>
            <a:r>
              <a:rPr lang="en-US" altLang="zh-CN" dirty="0"/>
              <a:t>b</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259F3E8-368D-411F-8F62-CD0B35F977A3}"/>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000"/>
              <a:t>Turing</a:t>
            </a:r>
            <a:r>
              <a:rPr lang="zh-CN" altLang="en-US" sz="4000"/>
              <a:t>机及运行举例</a:t>
            </a:r>
          </a:p>
        </p:txBody>
      </p:sp>
      <p:sp>
        <p:nvSpPr>
          <p:cNvPr id="26627" name="Rectangle 3">
            <a:extLst>
              <a:ext uri="{FF2B5EF4-FFF2-40B4-BE49-F238E27FC236}">
                <a16:creationId xmlns:a16="http://schemas.microsoft.com/office/drawing/2014/main" id="{7EAFBA0C-9D57-475A-AA1F-B3E282D69B54}"/>
              </a:ext>
            </a:extLst>
          </p:cNvPr>
          <p:cNvSpPr>
            <a:spLocks noGrp="1" noChangeArrowheads="1"/>
          </p:cNvSpPr>
          <p:nvPr>
            <p:ph type="body" idx="1"/>
          </p:nvPr>
        </p:nvSpPr>
        <p:spPr bwMode="auto">
          <a:xfrm>
            <a:off x="323850" y="1196975"/>
            <a:ext cx="8229600" cy="4525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spcBef>
                <a:spcPct val="50000"/>
              </a:spcBef>
              <a:buFontTx/>
              <a:buNone/>
            </a:pPr>
            <a:r>
              <a:rPr lang="zh-CN" altLang="en-US" sz="2400" b="1" dirty="0"/>
              <a:t>给定图灵机</a:t>
            </a:r>
            <a:r>
              <a:rPr lang="en-US" altLang="zh-CN" sz="2400" b="1" dirty="0"/>
              <a:t>DTM  </a:t>
            </a:r>
          </a:p>
          <a:p>
            <a:pPr eaLnBrk="1" hangingPunct="1">
              <a:lnSpc>
                <a:spcPct val="110000"/>
              </a:lnSpc>
              <a:spcBef>
                <a:spcPct val="50000"/>
              </a:spcBef>
              <a:buFontTx/>
              <a:buNone/>
            </a:pPr>
            <a:r>
              <a:rPr lang="en-US" altLang="zh-CN" sz="2400" b="1" dirty="0"/>
              <a:t>M=</a:t>
            </a:r>
            <a:r>
              <a:rPr kumimoji="0" lang="en-US" altLang="zh-CN" sz="2400" b="1" dirty="0">
                <a:latin typeface="华文中宋" panose="02010600040101010101" pitchFamily="2" charset="-122"/>
                <a:ea typeface="华文中宋" panose="02010600040101010101" pitchFamily="2" charset="-122"/>
              </a:rPr>
              <a:t>(Q</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T</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I</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δ</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B</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q</a:t>
            </a:r>
            <a:r>
              <a:rPr kumimoji="0" lang="en-US" altLang="zh-CN" sz="2400" b="1" baseline="-30000" dirty="0">
                <a:latin typeface="华文中宋" panose="02010600040101010101" pitchFamily="2" charset="-122"/>
                <a:ea typeface="华文中宋" panose="02010600040101010101" pitchFamily="2" charset="-122"/>
              </a:rPr>
              <a:t>0</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err="1">
                <a:latin typeface="华文中宋" panose="02010600040101010101" pitchFamily="2" charset="-122"/>
                <a:ea typeface="华文中宋" panose="02010600040101010101" pitchFamily="2" charset="-122"/>
              </a:rPr>
              <a:t>q</a:t>
            </a:r>
            <a:r>
              <a:rPr kumimoji="0" lang="en-US" altLang="zh-CN" sz="2400" b="1" baseline="-30000" dirty="0" err="1">
                <a:latin typeface="华文中宋" panose="02010600040101010101" pitchFamily="2" charset="-122"/>
                <a:ea typeface="华文中宋" panose="02010600040101010101" pitchFamily="2" charset="-122"/>
              </a:rPr>
              <a:t>f</a:t>
            </a:r>
            <a:r>
              <a:rPr kumimoji="0" lang="en-US" altLang="zh-CN" sz="2400" b="1" dirty="0">
                <a:latin typeface="华文中宋" panose="02010600040101010101" pitchFamily="2" charset="-122"/>
                <a:ea typeface="华文中宋" panose="02010600040101010101" pitchFamily="2" charset="-122"/>
              </a:rPr>
              <a:t>)</a:t>
            </a:r>
            <a:endParaRPr lang="en-US" altLang="zh-CN" sz="2400" b="1" dirty="0"/>
          </a:p>
          <a:p>
            <a:pPr eaLnBrk="1" hangingPunct="1">
              <a:lnSpc>
                <a:spcPct val="110000"/>
              </a:lnSpc>
            </a:pPr>
            <a:r>
              <a:rPr lang="en-US" altLang="zh-CN" sz="2400" b="1" dirty="0"/>
              <a:t>Q = { </a:t>
            </a:r>
            <a:r>
              <a:rPr lang="en-US" altLang="zh-CN" sz="2400" b="1" dirty="0">
                <a:sym typeface="Symbol" panose="05050102010706020507" pitchFamily="18" charset="2"/>
              </a:rPr>
              <a:t>q</a:t>
            </a:r>
            <a:r>
              <a:rPr lang="en-US" altLang="zh-CN" sz="2400" b="1" baseline="-25000" dirty="0">
                <a:sym typeface="Symbol" panose="05050102010706020507" pitchFamily="18" charset="2"/>
              </a:rPr>
              <a:t>0</a:t>
            </a:r>
            <a:r>
              <a:rPr lang="en-US" altLang="zh-CN" sz="2400" b="1" dirty="0">
                <a:sym typeface="Symbol" panose="05050102010706020507" pitchFamily="18" charset="2"/>
              </a:rPr>
              <a:t>,</a:t>
            </a:r>
            <a:r>
              <a:rPr lang="en-US" altLang="zh-CN" sz="2400" b="1" baseline="-25000" dirty="0">
                <a:sym typeface="Symbol" panose="05050102010706020507" pitchFamily="18" charset="2"/>
              </a:rPr>
              <a:t>  </a:t>
            </a:r>
            <a:r>
              <a:rPr lang="en-US" altLang="zh-CN" sz="2400" b="1" dirty="0">
                <a:sym typeface="Symbol" panose="05050102010706020507" pitchFamily="18" charset="2"/>
              </a:rPr>
              <a:t>q</a:t>
            </a:r>
            <a:r>
              <a:rPr lang="en-US" altLang="zh-CN" sz="2400" b="1" baseline="-25000" dirty="0">
                <a:sym typeface="Symbol" panose="05050102010706020507" pitchFamily="18" charset="2"/>
              </a:rPr>
              <a:t>1</a:t>
            </a:r>
            <a:r>
              <a:rPr lang="en-US" altLang="zh-CN" sz="2400" b="1" dirty="0">
                <a:sym typeface="Symbol" panose="05050102010706020507" pitchFamily="18" charset="2"/>
              </a:rPr>
              <a:t>,</a:t>
            </a:r>
            <a:r>
              <a:rPr lang="en-US" altLang="zh-CN" sz="2400" b="1" baseline="-25000" dirty="0">
                <a:sym typeface="Symbol" panose="05050102010706020507" pitchFamily="18" charset="2"/>
              </a:rPr>
              <a:t>  </a:t>
            </a:r>
            <a:r>
              <a:rPr lang="en-US" altLang="zh-CN" sz="2400" b="1" dirty="0">
                <a:sym typeface="Symbol" panose="05050102010706020507" pitchFamily="18" charset="2"/>
              </a:rPr>
              <a:t>q</a:t>
            </a:r>
            <a:r>
              <a:rPr lang="en-US" altLang="zh-CN" sz="2400" b="1" baseline="-25000" dirty="0">
                <a:sym typeface="Symbol" panose="05050102010706020507" pitchFamily="18" charset="2"/>
              </a:rPr>
              <a:t>2</a:t>
            </a:r>
            <a:r>
              <a:rPr lang="en-US" altLang="zh-CN" sz="2400" b="1" dirty="0">
                <a:sym typeface="Symbol" panose="05050102010706020507" pitchFamily="18" charset="2"/>
              </a:rPr>
              <a:t>,  q</a:t>
            </a:r>
            <a:r>
              <a:rPr lang="en-US" altLang="zh-CN" sz="2400" b="1" baseline="-25000" dirty="0">
                <a:sym typeface="Symbol" panose="05050102010706020507" pitchFamily="18" charset="2"/>
              </a:rPr>
              <a:t>3 </a:t>
            </a:r>
            <a:r>
              <a:rPr lang="en-US" altLang="zh-CN" sz="2400" b="1" dirty="0">
                <a:sym typeface="Symbol" panose="05050102010706020507" pitchFamily="18" charset="2"/>
              </a:rPr>
              <a:t>, q</a:t>
            </a:r>
            <a:r>
              <a:rPr lang="en-US" altLang="zh-CN" sz="2400" b="1" baseline="-25000" dirty="0">
                <a:sym typeface="Symbol" panose="05050102010706020507" pitchFamily="18" charset="2"/>
              </a:rPr>
              <a:t>4 </a:t>
            </a:r>
            <a:r>
              <a:rPr lang="en-US" altLang="zh-CN" sz="2400" b="1" dirty="0">
                <a:sym typeface="Symbol" panose="05050102010706020507" pitchFamily="18" charset="2"/>
              </a:rPr>
              <a:t>}</a:t>
            </a:r>
          </a:p>
          <a:p>
            <a:pPr eaLnBrk="1" hangingPunct="1">
              <a:lnSpc>
                <a:spcPct val="110000"/>
              </a:lnSpc>
            </a:pPr>
            <a:r>
              <a:rPr lang="en-US" altLang="zh-CN" sz="2400" b="1" dirty="0">
                <a:sym typeface="Symbol" panose="05050102010706020507" pitchFamily="18" charset="2"/>
              </a:rPr>
              <a:t>T = { a, b,  s, t }</a:t>
            </a:r>
          </a:p>
          <a:p>
            <a:pPr eaLnBrk="1" hangingPunct="1">
              <a:lnSpc>
                <a:spcPct val="110000"/>
              </a:lnSpc>
            </a:pPr>
            <a:r>
              <a:rPr lang="en-US" altLang="zh-CN" sz="2400" b="1" dirty="0">
                <a:sym typeface="Symbol" panose="05050102010706020507" pitchFamily="18" charset="2"/>
              </a:rPr>
              <a:t>I= { a, b }</a:t>
            </a:r>
            <a:r>
              <a:rPr lang="en-US" altLang="zh-CN" sz="2400" b="1" dirty="0"/>
              <a:t> </a:t>
            </a:r>
          </a:p>
          <a:p>
            <a:pPr eaLnBrk="1" hangingPunct="1">
              <a:lnSpc>
                <a:spcPct val="110000"/>
              </a:lnSpc>
            </a:pPr>
            <a:r>
              <a:rPr lang="zh-CN" altLang="en-US" sz="2400" b="1" dirty="0"/>
              <a:t>初态 </a:t>
            </a:r>
            <a:r>
              <a:rPr lang="en-US" altLang="zh-CN" sz="2400" b="1" dirty="0">
                <a:sym typeface="Symbol" panose="05050102010706020507" pitchFamily="18" charset="2"/>
              </a:rPr>
              <a:t>q</a:t>
            </a:r>
            <a:r>
              <a:rPr lang="en-US" altLang="zh-CN" sz="2400" b="1" baseline="-25000" dirty="0">
                <a:sym typeface="Symbol" panose="05050102010706020507" pitchFamily="18" charset="2"/>
              </a:rPr>
              <a:t>0</a:t>
            </a:r>
          </a:p>
          <a:p>
            <a:pPr eaLnBrk="1" hangingPunct="1">
              <a:lnSpc>
                <a:spcPct val="110000"/>
              </a:lnSpc>
            </a:pPr>
            <a:r>
              <a:rPr lang="zh-CN" altLang="en-US" sz="2400" b="1" dirty="0"/>
              <a:t>接受状态  </a:t>
            </a:r>
            <a:r>
              <a:rPr lang="en-US" altLang="zh-CN" sz="2400" b="1" dirty="0">
                <a:sym typeface="Symbol" panose="05050102010706020507" pitchFamily="18" charset="2"/>
              </a:rPr>
              <a:t>q</a:t>
            </a:r>
            <a:r>
              <a:rPr lang="en-US" altLang="zh-CN" sz="2400" b="1" baseline="-25000" dirty="0">
                <a:sym typeface="Symbol" panose="05050102010706020507" pitchFamily="18" charset="2"/>
              </a:rPr>
              <a:t>4</a:t>
            </a:r>
            <a:endParaRPr lang="en-US" altLang="zh-CN" sz="2400" b="1" dirty="0">
              <a:sym typeface="Symbol" panose="05050102010706020507" pitchFamily="18" charset="2"/>
            </a:endParaRPr>
          </a:p>
        </p:txBody>
      </p:sp>
      <p:sp>
        <p:nvSpPr>
          <p:cNvPr id="26628" name="Text Box 4">
            <a:extLst>
              <a:ext uri="{FF2B5EF4-FFF2-40B4-BE49-F238E27FC236}">
                <a16:creationId xmlns:a16="http://schemas.microsoft.com/office/drawing/2014/main" id="{961F9DCF-A296-4A83-87D4-6B2518EF376B}"/>
              </a:ext>
            </a:extLst>
          </p:cNvPr>
          <p:cNvSpPr txBox="1">
            <a:spLocks noChangeArrowheads="1"/>
          </p:cNvSpPr>
          <p:nvPr/>
        </p:nvSpPr>
        <p:spPr bwMode="auto">
          <a:xfrm>
            <a:off x="4572000" y="1196975"/>
            <a:ext cx="4495800" cy="2768600"/>
          </a:xfrm>
          <a:prstGeom prst="rect">
            <a:avLst/>
          </a:prstGeom>
          <a:noFill/>
          <a:ln w="25400">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ea typeface="华文中宋" panose="02010600040101010101" pitchFamily="2" charset="-122"/>
                <a:sym typeface="Symbol" panose="05050102010706020507" pitchFamily="18" charset="2"/>
              </a:rPr>
              <a:t>转移函数如下边所示：</a:t>
            </a:r>
            <a:endParaRPr lang="zh-CN" altLang="en-US" sz="2000" b="1" dirty="0">
              <a:ea typeface="华文中宋" panose="02010600040101010101" pitchFamily="2" charset="-122"/>
              <a:sym typeface="Symbol" panose="05050102010706020507" pitchFamily="18" charset="2"/>
            </a:endParaRPr>
          </a:p>
          <a:p>
            <a:pPr eaLnBrk="1" hangingPunct="1">
              <a:spcBef>
                <a:spcPct val="50000"/>
              </a:spcBef>
            </a:pPr>
            <a:r>
              <a:rPr lang="zh-CN" altLang="en-US" sz="2000" b="1" dirty="0">
                <a:ea typeface="华文中宋" panose="02010600040101010101" pitchFamily="2" charset="-122"/>
                <a:sym typeface="Symbol" panose="05050102010706020507" pitchFamily="18" charset="2"/>
              </a:rPr>
              <a:t></a:t>
            </a: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0</a:t>
            </a:r>
            <a:r>
              <a:rPr lang="en-US" altLang="zh-CN" sz="2000" b="1" dirty="0">
                <a:ea typeface="华文中宋" panose="02010600040101010101" pitchFamily="2" charset="-122"/>
                <a:sym typeface="Symbol" panose="05050102010706020507" pitchFamily="18" charset="2"/>
              </a:rPr>
              <a:t>, a)= (q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s, R)     (q</a:t>
            </a:r>
            <a:r>
              <a:rPr lang="en-US" altLang="zh-CN" sz="2000" b="1" baseline="-25000" dirty="0">
                <a:ea typeface="华文中宋" panose="02010600040101010101" pitchFamily="2" charset="-122"/>
                <a:sym typeface="Symbol" panose="05050102010706020507" pitchFamily="18" charset="2"/>
              </a:rPr>
              <a:t>0</a:t>
            </a:r>
            <a:r>
              <a:rPr lang="en-US" altLang="zh-CN" sz="2000" b="1" dirty="0">
                <a:ea typeface="华文中宋" panose="02010600040101010101" pitchFamily="2" charset="-122"/>
                <a:sym typeface="Symbol" panose="05050102010706020507" pitchFamily="18" charset="2"/>
              </a:rPr>
              <a:t>,t )= (q</a:t>
            </a:r>
            <a:r>
              <a:rPr lang="en-US" altLang="zh-CN" sz="2000" b="1" baseline="-25000" dirty="0">
                <a:ea typeface="华文中宋" panose="02010600040101010101" pitchFamily="2" charset="-122"/>
                <a:sym typeface="Symbol" panose="05050102010706020507" pitchFamily="18" charset="2"/>
              </a:rPr>
              <a:t>3</a:t>
            </a:r>
            <a:r>
              <a:rPr lang="en-US" altLang="zh-CN" sz="2000" b="1" dirty="0">
                <a:ea typeface="华文中宋" panose="02010600040101010101" pitchFamily="2" charset="-122"/>
                <a:sym typeface="Symbol" panose="05050102010706020507" pitchFamily="18" charset="2"/>
              </a:rPr>
              <a:t>, t, R) </a:t>
            </a:r>
          </a:p>
          <a:p>
            <a:pPr eaLnBrk="1" hangingPunct="1">
              <a:spcBef>
                <a:spcPct val="50000"/>
              </a:spcBef>
            </a:pP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a)= (q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a, R)     (q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b)=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t, L)</a:t>
            </a:r>
          </a:p>
          <a:p>
            <a:pPr eaLnBrk="1" hangingPunct="1">
              <a:spcBef>
                <a:spcPct val="50000"/>
              </a:spcBef>
            </a:pP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,t )= (q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t, R)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a)=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a, L)</a:t>
            </a:r>
          </a:p>
          <a:p>
            <a:pPr eaLnBrk="1" hangingPunct="1">
              <a:spcBef>
                <a:spcPct val="50000"/>
              </a:spcBef>
            </a:pP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s)= (q</a:t>
            </a:r>
            <a:r>
              <a:rPr lang="en-US" altLang="zh-CN" sz="2000" b="1" baseline="-25000" dirty="0">
                <a:ea typeface="华文中宋" panose="02010600040101010101" pitchFamily="2" charset="-122"/>
                <a:sym typeface="Symbol" panose="05050102010706020507" pitchFamily="18" charset="2"/>
              </a:rPr>
              <a:t>0</a:t>
            </a:r>
            <a:r>
              <a:rPr lang="en-US" altLang="zh-CN" sz="2000" b="1" dirty="0">
                <a:ea typeface="华文中宋" panose="02010600040101010101" pitchFamily="2" charset="-122"/>
                <a:sym typeface="Symbol" panose="05050102010706020507" pitchFamily="18" charset="2"/>
              </a:rPr>
              <a:t>, s, R)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,t )=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t, L)</a:t>
            </a:r>
          </a:p>
          <a:p>
            <a:pPr eaLnBrk="1" hangingPunct="1">
              <a:spcBef>
                <a:spcPct val="50000"/>
              </a:spcBef>
            </a:pP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3</a:t>
            </a:r>
            <a:r>
              <a:rPr lang="en-US" altLang="zh-CN" sz="2000" b="1" dirty="0">
                <a:ea typeface="华文中宋" panose="02010600040101010101" pitchFamily="2" charset="-122"/>
                <a:sym typeface="Symbol" panose="05050102010706020507" pitchFamily="18" charset="2"/>
              </a:rPr>
              <a:t>, t)= (q</a:t>
            </a:r>
            <a:r>
              <a:rPr lang="en-US" altLang="zh-CN" sz="2000" b="1" baseline="-25000" dirty="0">
                <a:ea typeface="华文中宋" panose="02010600040101010101" pitchFamily="2" charset="-122"/>
                <a:sym typeface="Symbol" panose="05050102010706020507" pitchFamily="18" charset="2"/>
              </a:rPr>
              <a:t>3</a:t>
            </a:r>
            <a:r>
              <a:rPr lang="en-US" altLang="zh-CN" sz="2000" b="1" dirty="0">
                <a:ea typeface="华文中宋" panose="02010600040101010101" pitchFamily="2" charset="-122"/>
                <a:sym typeface="Symbol" panose="05050102010706020507" pitchFamily="18" charset="2"/>
              </a:rPr>
              <a:t>, t, R)      (q</a:t>
            </a:r>
            <a:r>
              <a:rPr lang="en-US" altLang="zh-CN" sz="2000" b="1" baseline="-25000" dirty="0">
                <a:ea typeface="华文中宋" panose="02010600040101010101" pitchFamily="2" charset="-122"/>
                <a:sym typeface="Symbol" panose="05050102010706020507" pitchFamily="18" charset="2"/>
              </a:rPr>
              <a:t>3</a:t>
            </a:r>
            <a:r>
              <a:rPr lang="en-US" altLang="zh-CN" sz="2000" b="1" dirty="0">
                <a:ea typeface="华文中宋" panose="02010600040101010101" pitchFamily="2" charset="-122"/>
                <a:sym typeface="Symbol" panose="05050102010706020507" pitchFamily="18" charset="2"/>
              </a:rPr>
              <a:t>, B)= (q</a:t>
            </a:r>
            <a:r>
              <a:rPr lang="en-US" altLang="zh-CN" sz="2000" b="1" baseline="-25000" dirty="0">
                <a:ea typeface="华文中宋" panose="02010600040101010101" pitchFamily="2" charset="-122"/>
                <a:sym typeface="Symbol" panose="05050102010706020507" pitchFamily="18" charset="2"/>
              </a:rPr>
              <a:t>4</a:t>
            </a:r>
            <a:r>
              <a:rPr lang="en-US" altLang="zh-CN" sz="2000" b="1" dirty="0">
                <a:ea typeface="华文中宋" panose="02010600040101010101" pitchFamily="2" charset="-122"/>
                <a:sym typeface="Symbol" panose="05050102010706020507" pitchFamily="18" charset="2"/>
              </a:rPr>
              <a:t>, B, R)</a:t>
            </a:r>
          </a:p>
        </p:txBody>
      </p:sp>
      <p:sp>
        <p:nvSpPr>
          <p:cNvPr id="26629" name="Rectangle 5">
            <a:extLst>
              <a:ext uri="{FF2B5EF4-FFF2-40B4-BE49-F238E27FC236}">
                <a16:creationId xmlns:a16="http://schemas.microsoft.com/office/drawing/2014/main" id="{FDD2E8BF-0DB7-474A-95DE-6D20B62DAA05}"/>
              </a:ext>
            </a:extLst>
          </p:cNvPr>
          <p:cNvSpPr>
            <a:spLocks noChangeArrowheads="1"/>
          </p:cNvSpPr>
          <p:nvPr/>
        </p:nvSpPr>
        <p:spPr bwMode="auto">
          <a:xfrm>
            <a:off x="755650" y="4941888"/>
            <a:ext cx="5329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ea typeface="华文中宋" panose="02010600040101010101" pitchFamily="2" charset="-122"/>
                <a:sym typeface="Symbol" panose="05050102010706020507" pitchFamily="18" charset="2"/>
              </a:rPr>
              <a:t>对输入</a:t>
            </a:r>
            <a:r>
              <a:rPr lang="en-US" altLang="zh-CN" b="1" dirty="0" err="1">
                <a:ea typeface="华文中宋" panose="02010600040101010101" pitchFamily="2" charset="-122"/>
                <a:sym typeface="Symbol" panose="05050102010706020507" pitchFamily="18" charset="2"/>
              </a:rPr>
              <a:t>aabb</a:t>
            </a:r>
            <a:r>
              <a:rPr lang="zh-CN" altLang="en-US" b="1" dirty="0">
                <a:ea typeface="华文中宋" panose="02010600040101010101" pitchFamily="2" charset="-122"/>
                <a:sym typeface="Symbol" panose="05050102010706020507" pitchFamily="18" charset="2"/>
              </a:rPr>
              <a:t>，写出计算过程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ACE5345-0184-4BC5-A22B-6E5902238B17}"/>
              </a:ext>
            </a:extLst>
          </p:cNvPr>
          <p:cNvSpPr>
            <a:spLocks noGrp="1" noChangeArrowheads="1"/>
          </p:cNvSpPr>
          <p:nvPr>
            <p:ph type="title"/>
          </p:nvPr>
        </p:nvSpPr>
        <p:spPr bwMode="auto">
          <a:xfrm>
            <a:off x="685800" y="1524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7</a:t>
            </a:r>
            <a:r>
              <a:rPr kumimoji="0" lang="zh-CN" altLang="en-US" sz="4000" b="1" dirty="0">
                <a:solidFill>
                  <a:schemeClr val="accent2"/>
                </a:solidFill>
                <a:latin typeface="华文中宋" panose="02010600040101010101" pitchFamily="2" charset="-122"/>
                <a:ea typeface="华文中宋" panose="02010600040101010101" pitchFamily="2" charset="-122"/>
              </a:rPr>
              <a:t>、</a:t>
            </a:r>
            <a:r>
              <a:rPr kumimoji="0" lang="en-US" altLang="zh-CN" sz="4000" b="1" dirty="0">
                <a:solidFill>
                  <a:schemeClr val="accent2"/>
                </a:solidFill>
                <a:latin typeface="华文中宋" panose="02010600040101010101" pitchFamily="2" charset="-122"/>
                <a:ea typeface="华文中宋" panose="02010600040101010101" pitchFamily="2" charset="-122"/>
              </a:rPr>
              <a:t>Turing</a:t>
            </a:r>
            <a:r>
              <a:rPr kumimoji="0" lang="zh-CN" altLang="en-US" sz="4000" b="1" dirty="0">
                <a:solidFill>
                  <a:schemeClr val="accent2"/>
                </a:solidFill>
                <a:latin typeface="华文中宋" panose="02010600040101010101" pitchFamily="2" charset="-122"/>
                <a:ea typeface="华文中宋" panose="02010600040101010101" pitchFamily="2" charset="-122"/>
              </a:rPr>
              <a:t>机工作原理</a:t>
            </a:r>
          </a:p>
        </p:txBody>
      </p:sp>
      <p:sp>
        <p:nvSpPr>
          <p:cNvPr id="70659" name="Rectangle 3">
            <a:extLst>
              <a:ext uri="{FF2B5EF4-FFF2-40B4-BE49-F238E27FC236}">
                <a16:creationId xmlns:a16="http://schemas.microsoft.com/office/drawing/2014/main" id="{238009C8-6249-423E-927F-D908B006D309}"/>
              </a:ext>
            </a:extLst>
          </p:cNvPr>
          <p:cNvSpPr>
            <a:spLocks noGrp="1" noChangeArrowheads="1"/>
          </p:cNvSpPr>
          <p:nvPr>
            <p:ph type="body" idx="1"/>
          </p:nvPr>
        </p:nvSpPr>
        <p:spPr bwMode="auto">
          <a:xfrm>
            <a:off x="381000" y="990600"/>
            <a:ext cx="8512175" cy="5562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33400" indent="-533400">
              <a:spcBef>
                <a:spcPct val="0"/>
              </a:spcBef>
              <a:buFontTx/>
              <a:buNone/>
            </a:pPr>
            <a:r>
              <a:rPr lang="zh-CN" altLang="en-US" sz="2800" b="1"/>
              <a:t>设： 有穷控制器当前状态是</a:t>
            </a:r>
            <a:r>
              <a:rPr lang="en-US" altLang="zh-CN" sz="2800" b="1"/>
              <a:t>q</a:t>
            </a:r>
            <a:r>
              <a:rPr lang="zh-CN" altLang="en-US" sz="2800" b="1"/>
              <a:t>，读</a:t>
            </a:r>
            <a:r>
              <a:rPr lang="en-US" altLang="zh-CN" sz="2800" b="1"/>
              <a:t>/</a:t>
            </a:r>
            <a:r>
              <a:rPr lang="zh-CN" altLang="en-US" sz="2800" b="1"/>
              <a:t>写头读入当前字符</a:t>
            </a:r>
            <a:r>
              <a:rPr lang="en-US" altLang="zh-CN" sz="2800" b="1"/>
              <a:t>a</a:t>
            </a:r>
            <a:r>
              <a:rPr lang="zh-CN" altLang="en-US" sz="2800" b="1"/>
              <a:t>。有穷控制器每步完成以下操作：</a:t>
            </a:r>
          </a:p>
          <a:p>
            <a:pPr marL="533400" indent="-533400">
              <a:spcBef>
                <a:spcPct val="50000"/>
              </a:spcBef>
              <a:buFontTx/>
              <a:buNone/>
            </a:pPr>
            <a:r>
              <a:rPr lang="zh-CN" altLang="en-US" sz="2800" b="1"/>
              <a:t>（</a:t>
            </a:r>
            <a:r>
              <a:rPr lang="en-US" altLang="zh-CN" sz="2800" b="1"/>
              <a:t>1</a:t>
            </a:r>
            <a:r>
              <a:rPr lang="zh-CN" altLang="en-US" sz="2800" b="1"/>
              <a:t>）</a:t>
            </a:r>
            <a:r>
              <a:rPr lang="zh-CN" altLang="en-US" sz="2800" b="1">
                <a:solidFill>
                  <a:schemeClr val="tx2"/>
                </a:solidFill>
              </a:rPr>
              <a:t>有穷控制器</a:t>
            </a:r>
            <a:r>
              <a:rPr lang="zh-CN" altLang="en-US" sz="2800" b="1"/>
              <a:t>进入新状态</a:t>
            </a:r>
            <a:r>
              <a:rPr lang="en-US" altLang="zh-CN" sz="2800" b="1"/>
              <a:t>q’ </a:t>
            </a:r>
            <a:r>
              <a:rPr lang="zh-CN" altLang="en-US" sz="2800" b="1"/>
              <a:t>。</a:t>
            </a:r>
          </a:p>
          <a:p>
            <a:pPr marL="533400" indent="-533400">
              <a:spcBef>
                <a:spcPct val="50000"/>
              </a:spcBef>
              <a:buFontTx/>
              <a:buNone/>
            </a:pPr>
            <a:r>
              <a:rPr lang="zh-CN" altLang="en-US" sz="2800" b="1"/>
              <a:t>（</a:t>
            </a:r>
            <a:r>
              <a:rPr lang="en-US" altLang="zh-CN" sz="2800" b="1"/>
              <a:t>2</a:t>
            </a:r>
            <a:r>
              <a:rPr lang="zh-CN" altLang="en-US" sz="2800" b="1"/>
              <a:t>）根据（</a:t>
            </a:r>
            <a:r>
              <a:rPr lang="en-US" altLang="zh-CN" sz="2800" b="1"/>
              <a:t>q,a)</a:t>
            </a:r>
            <a:r>
              <a:rPr lang="zh-CN" altLang="en-US" sz="2800" b="1"/>
              <a:t>的值，</a:t>
            </a:r>
            <a:r>
              <a:rPr lang="zh-CN" altLang="en-US" sz="2800" b="1">
                <a:solidFill>
                  <a:schemeClr val="tx2"/>
                </a:solidFill>
              </a:rPr>
              <a:t>读</a:t>
            </a:r>
            <a:r>
              <a:rPr lang="en-US" altLang="zh-CN" sz="2800" b="1">
                <a:solidFill>
                  <a:schemeClr val="tx2"/>
                </a:solidFill>
              </a:rPr>
              <a:t>/</a:t>
            </a:r>
            <a:r>
              <a:rPr lang="zh-CN" altLang="en-US" sz="2800" b="1">
                <a:solidFill>
                  <a:schemeClr val="tx2"/>
                </a:solidFill>
              </a:rPr>
              <a:t>写头</a:t>
            </a:r>
            <a:r>
              <a:rPr lang="zh-CN" altLang="en-US" sz="2800" b="1"/>
              <a:t>完成以下操作：</a:t>
            </a:r>
          </a:p>
          <a:p>
            <a:pPr marL="533400" indent="-533400">
              <a:spcBef>
                <a:spcPct val="50000"/>
              </a:spcBef>
              <a:buFontTx/>
              <a:buNone/>
            </a:pPr>
            <a:r>
              <a:rPr lang="zh-CN" altLang="en-US" sz="2800" b="1"/>
              <a:t>         </a:t>
            </a:r>
            <a:r>
              <a:rPr lang="zh-CN" altLang="en-US" sz="2800" b="1">
                <a:sym typeface="Symbol" panose="05050102010706020507" pitchFamily="18" charset="2"/>
              </a:rPr>
              <a:t></a:t>
            </a:r>
            <a:r>
              <a:rPr lang="zh-CN" altLang="en-US" sz="2800" b="1"/>
              <a:t> </a:t>
            </a:r>
            <a:r>
              <a:rPr lang="zh-CN" altLang="en-US" sz="2800" b="1">
                <a:cs typeface="Times New Roman" panose="02020603050405020304" pitchFamily="18" charset="0"/>
              </a:rPr>
              <a:t> </a:t>
            </a:r>
            <a:r>
              <a:rPr lang="zh-CN" altLang="en-US" sz="2800" b="1"/>
              <a:t>在当前字符位置上写一个字符</a:t>
            </a:r>
            <a:r>
              <a:rPr lang="en-US" altLang="zh-CN" sz="2800" b="1"/>
              <a:t>x</a:t>
            </a:r>
            <a:r>
              <a:rPr lang="zh-CN" altLang="en-US" sz="2800" b="1"/>
              <a:t>（</a:t>
            </a:r>
            <a:r>
              <a:rPr lang="en-US" altLang="zh-CN" sz="2800" b="1"/>
              <a:t>x</a:t>
            </a:r>
            <a:r>
              <a:rPr lang="zh-CN" altLang="en-US" sz="2800" b="1"/>
              <a:t>可为空</a:t>
            </a:r>
            <a:r>
              <a:rPr lang="zh-CN" altLang="en-US" sz="2800" b="1">
                <a:sym typeface="Symbol" panose="05050102010706020507" pitchFamily="18" charset="2"/>
              </a:rPr>
              <a:t></a:t>
            </a:r>
            <a:r>
              <a:rPr lang="en-US" altLang="zh-CN" sz="2800" b="1">
                <a:sym typeface="Symbol" panose="05050102010706020507" pitchFamily="18" charset="2"/>
              </a:rPr>
              <a:t>)</a:t>
            </a:r>
            <a:r>
              <a:rPr lang="zh-CN" altLang="en-US" sz="2800" b="1"/>
              <a:t>。</a:t>
            </a:r>
          </a:p>
          <a:p>
            <a:pPr marL="533400" indent="-533400">
              <a:spcBef>
                <a:spcPct val="50000"/>
              </a:spcBef>
              <a:buFontTx/>
              <a:buNone/>
            </a:pPr>
            <a:r>
              <a:rPr lang="zh-CN" altLang="en-US" sz="2800" b="1"/>
              <a:t>         </a:t>
            </a:r>
            <a:r>
              <a:rPr lang="zh-CN" altLang="en-US" sz="2800" b="1">
                <a:sym typeface="Symbol" panose="05050102010706020507" pitchFamily="18" charset="2"/>
              </a:rPr>
              <a:t>  左移或右移一个字符位置、或不动。</a:t>
            </a:r>
          </a:p>
          <a:p>
            <a:pPr marL="533400" indent="-533400">
              <a:spcBef>
                <a:spcPct val="50000"/>
              </a:spcBef>
              <a:buFontTx/>
              <a:buNone/>
            </a:pPr>
            <a:r>
              <a:rPr lang="zh-CN" altLang="en-US" sz="2800" b="1"/>
              <a:t>     仅当有穷控制器所进入新状态</a:t>
            </a:r>
            <a:r>
              <a:rPr lang="en-US" altLang="zh-CN" sz="2800" b="1"/>
              <a:t>p</a:t>
            </a:r>
            <a:r>
              <a:rPr lang="zh-CN" altLang="en-US" sz="2800" b="1"/>
              <a:t>属于停机状态时，</a:t>
            </a:r>
            <a:r>
              <a:rPr lang="en-US" altLang="zh-CN" sz="2800" b="1"/>
              <a:t>TM</a:t>
            </a:r>
            <a:r>
              <a:rPr lang="zh-CN" altLang="en-US" sz="2800" b="1"/>
              <a:t>停止操作</a:t>
            </a:r>
          </a:p>
          <a:p>
            <a:pPr marL="533400" indent="-533400">
              <a:spcBef>
                <a:spcPct val="50000"/>
              </a:spcBef>
              <a:buFontTx/>
              <a:buNone/>
            </a:pPr>
            <a:r>
              <a:rPr lang="zh-CN" altLang="en-US" sz="2800" b="1">
                <a:solidFill>
                  <a:srgbClr val="FF0000"/>
                </a:solidFill>
              </a:rPr>
              <a:t>注：</a:t>
            </a:r>
            <a:r>
              <a:rPr lang="en-US" altLang="zh-CN" sz="2800" b="1">
                <a:solidFill>
                  <a:srgbClr val="FF0000"/>
                </a:solidFill>
              </a:rPr>
              <a:t>TM</a:t>
            </a:r>
            <a:r>
              <a:rPr lang="zh-CN" altLang="en-US" sz="2800" b="1">
                <a:solidFill>
                  <a:srgbClr val="FF0000"/>
                </a:solidFill>
              </a:rPr>
              <a:t>的上述操作可能永不停止！</a:t>
            </a:r>
            <a:endParaRPr lang="zh-CN" altLang="en-US" sz="2800" b="1">
              <a:solidFill>
                <a:srgbClr val="FF0000"/>
              </a:solidFill>
              <a:sym typeface="Symbol" panose="05050102010706020507" pitchFamily="18" charset="2"/>
            </a:endParaRPr>
          </a:p>
          <a:p>
            <a:pPr marL="533400" indent="-533400">
              <a:spcBef>
                <a:spcPct val="0"/>
              </a:spcBef>
              <a:buFontTx/>
              <a:buNone/>
            </a:pPr>
            <a:endParaRPr lang="en-US" altLang="zh-CN" sz="28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659">
                                            <p:txEl>
                                              <p:pRg st="1" end="1"/>
                                            </p:txEl>
                                          </p:spTgt>
                                        </p:tgtEl>
                                        <p:attrNameLst>
                                          <p:attrName>style.visibility</p:attrName>
                                        </p:attrNameLst>
                                      </p:cBhvr>
                                      <p:to>
                                        <p:strVal val="visible"/>
                                      </p:to>
                                    </p:set>
                                    <p:anim calcmode="lin" valueType="num">
                                      <p:cBhvr additive="base">
                                        <p:cTn id="13" dur="500" fill="hold"/>
                                        <p:tgtEl>
                                          <p:spTgt spid="706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06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0659">
                                            <p:txEl>
                                              <p:pRg st="2" end="2"/>
                                            </p:txEl>
                                          </p:spTgt>
                                        </p:tgtEl>
                                        <p:attrNameLst>
                                          <p:attrName>style.visibility</p:attrName>
                                        </p:attrNameLst>
                                      </p:cBhvr>
                                      <p:to>
                                        <p:strVal val="visible"/>
                                      </p:to>
                                    </p:set>
                                    <p:anim calcmode="lin" valueType="num">
                                      <p:cBhvr additive="base">
                                        <p:cTn id="19" dur="500" fill="hold"/>
                                        <p:tgtEl>
                                          <p:spTgt spid="706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06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0659">
                                            <p:txEl>
                                              <p:pRg st="3" end="3"/>
                                            </p:txEl>
                                          </p:spTgt>
                                        </p:tgtEl>
                                        <p:attrNameLst>
                                          <p:attrName>style.visibility</p:attrName>
                                        </p:attrNameLst>
                                      </p:cBhvr>
                                      <p:to>
                                        <p:strVal val="visible"/>
                                      </p:to>
                                    </p:set>
                                    <p:anim calcmode="lin" valueType="num">
                                      <p:cBhvr additive="base">
                                        <p:cTn id="25" dur="500" fill="hold"/>
                                        <p:tgtEl>
                                          <p:spTgt spid="706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06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0659">
                                            <p:txEl>
                                              <p:pRg st="4" end="4"/>
                                            </p:txEl>
                                          </p:spTgt>
                                        </p:tgtEl>
                                        <p:attrNameLst>
                                          <p:attrName>style.visibility</p:attrName>
                                        </p:attrNameLst>
                                      </p:cBhvr>
                                      <p:to>
                                        <p:strVal val="visible"/>
                                      </p:to>
                                    </p:set>
                                    <p:anim calcmode="lin" valueType="num">
                                      <p:cBhvr additive="base">
                                        <p:cTn id="31" dur="500" fill="hold"/>
                                        <p:tgtEl>
                                          <p:spTgt spid="706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06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0659">
                                            <p:txEl>
                                              <p:pRg st="5" end="5"/>
                                            </p:txEl>
                                          </p:spTgt>
                                        </p:tgtEl>
                                        <p:attrNameLst>
                                          <p:attrName>style.visibility</p:attrName>
                                        </p:attrNameLst>
                                      </p:cBhvr>
                                      <p:to>
                                        <p:strVal val="visible"/>
                                      </p:to>
                                    </p:set>
                                    <p:anim calcmode="lin" valueType="num">
                                      <p:cBhvr additive="base">
                                        <p:cTn id="37" dur="500" fill="hold"/>
                                        <p:tgtEl>
                                          <p:spTgt spid="7065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06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0659">
                                            <p:txEl>
                                              <p:pRg st="6" end="6"/>
                                            </p:txEl>
                                          </p:spTgt>
                                        </p:tgtEl>
                                        <p:attrNameLst>
                                          <p:attrName>style.visibility</p:attrName>
                                        </p:attrNameLst>
                                      </p:cBhvr>
                                      <p:to>
                                        <p:strVal val="visible"/>
                                      </p:to>
                                    </p:set>
                                    <p:anim calcmode="lin" valueType="num">
                                      <p:cBhvr additive="base">
                                        <p:cTn id="43" dur="500" fill="hold"/>
                                        <p:tgtEl>
                                          <p:spTgt spid="7065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065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9BF3812-1B55-4C9C-B01B-A3616F0098BF}"/>
              </a:ext>
            </a:extLst>
          </p:cNvPr>
          <p:cNvSpPr>
            <a:spLocks noGrp="1" noChangeArrowheads="1"/>
          </p:cNvSpPr>
          <p:nvPr>
            <p:ph type="title"/>
          </p:nvPr>
        </p:nvSpPr>
        <p:spPr bwMode="auto">
          <a:xfrm>
            <a:off x="609600" y="3048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8. </a:t>
            </a:r>
            <a:r>
              <a:rPr kumimoji="0" lang="zh-CN" altLang="en-US" sz="4000" b="1" dirty="0">
                <a:solidFill>
                  <a:schemeClr val="accent2"/>
                </a:solidFill>
                <a:latin typeface="华文中宋" panose="02010600040101010101" pitchFamily="2" charset="-122"/>
                <a:ea typeface="华文中宋" panose="02010600040101010101" pitchFamily="2" charset="-122"/>
              </a:rPr>
              <a:t>图灵机接受的语言 </a:t>
            </a:r>
          </a:p>
        </p:txBody>
      </p:sp>
      <p:sp>
        <p:nvSpPr>
          <p:cNvPr id="102403" name="Rectangle 3">
            <a:extLst>
              <a:ext uri="{FF2B5EF4-FFF2-40B4-BE49-F238E27FC236}">
                <a16:creationId xmlns:a16="http://schemas.microsoft.com/office/drawing/2014/main" id="{C97F0B53-7247-4266-9353-231BDA52AB14}"/>
              </a:ext>
            </a:extLst>
          </p:cNvPr>
          <p:cNvSpPr>
            <a:spLocks noGrp="1" noChangeArrowheads="1"/>
          </p:cNvSpPr>
          <p:nvPr>
            <p:ph type="body" idx="1"/>
          </p:nvPr>
        </p:nvSpPr>
        <p:spPr bwMode="auto">
          <a:xfrm>
            <a:off x="107950" y="914400"/>
            <a:ext cx="8736013" cy="5410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buFontTx/>
              <a:buNone/>
            </a:pPr>
            <a:r>
              <a:rPr kumimoji="0" lang="zh-CN" altLang="en-US" sz="2400" b="1" dirty="0">
                <a:latin typeface="华文中宋" panose="02010600040101010101" pitchFamily="2" charset="-122"/>
              </a:rPr>
              <a:t>把</a:t>
            </a:r>
            <a:r>
              <a:rPr kumimoji="0" lang="en-US" altLang="zh-CN" sz="2400" b="1" dirty="0">
                <a:latin typeface="华文中宋" panose="02010600040101010101" pitchFamily="2" charset="-122"/>
              </a:rPr>
              <a:t>TM</a:t>
            </a:r>
            <a:r>
              <a:rPr kumimoji="0" lang="zh-CN" altLang="en-US" sz="2400" b="1" dirty="0">
                <a:latin typeface="华文中宋" panose="02010600040101010101" pitchFamily="2" charset="-122"/>
              </a:rPr>
              <a:t>当作一个语言接受器：</a:t>
            </a:r>
          </a:p>
          <a:p>
            <a:pPr eaLnBrk="1" hangingPunct="1">
              <a:lnSpc>
                <a:spcPct val="130000"/>
              </a:lnSpc>
              <a:spcBef>
                <a:spcPct val="0"/>
              </a:spcBef>
              <a:buFontTx/>
              <a:buNone/>
            </a:pPr>
            <a:r>
              <a:rPr kumimoji="0" lang="zh-CN" altLang="en-US" sz="2400" b="1" dirty="0">
                <a:latin typeface="华文中宋" panose="02010600040101010101" pitchFamily="2" charset="-122"/>
              </a:rPr>
              <a:t>	（</a:t>
            </a:r>
            <a:r>
              <a:rPr kumimoji="0" lang="en-US" altLang="zh-CN" sz="2400" b="1" dirty="0">
                <a:latin typeface="华文中宋" panose="02010600040101010101" pitchFamily="2" charset="-122"/>
              </a:rPr>
              <a:t>1</a:t>
            </a:r>
            <a:r>
              <a:rPr kumimoji="0" lang="zh-CN" altLang="en-US" sz="2400" b="1" dirty="0">
                <a:latin typeface="华文中宋" panose="02010600040101010101" pitchFamily="2" charset="-122"/>
              </a:rPr>
              <a:t>）将字符串</a:t>
            </a:r>
            <a:r>
              <a:rPr kumimoji="0" lang="en-US" altLang="zh-CN" sz="2400" b="1" dirty="0">
                <a:latin typeface="华文中宋" panose="02010600040101010101" pitchFamily="2" charset="-122"/>
              </a:rPr>
              <a:t>x=a</a:t>
            </a:r>
            <a:r>
              <a:rPr kumimoji="0" lang="en-US" altLang="zh-CN" sz="2400" b="1" baseline="-30000" dirty="0">
                <a:latin typeface="华文中宋" panose="02010600040101010101" pitchFamily="2" charset="-122"/>
              </a:rPr>
              <a:t>1</a:t>
            </a:r>
            <a:r>
              <a:rPr kumimoji="0" lang="en-US" altLang="zh-CN" sz="2400" b="1" dirty="0">
                <a:latin typeface="华文中宋" panose="02010600040101010101" pitchFamily="2" charset="-122"/>
              </a:rPr>
              <a:t>a</a:t>
            </a:r>
            <a:r>
              <a:rPr kumimoji="0" lang="en-US" altLang="zh-CN" sz="2400" b="1" baseline="-30000" dirty="0">
                <a:latin typeface="华文中宋" panose="02010600040101010101" pitchFamily="2" charset="-122"/>
              </a:rPr>
              <a:t>2</a:t>
            </a:r>
            <a:r>
              <a:rPr kumimoji="0" lang="en-US" altLang="zh-CN" sz="2400" b="1" dirty="0"/>
              <a:t>…</a:t>
            </a:r>
            <a:r>
              <a:rPr kumimoji="0" lang="en-US" altLang="zh-CN" sz="2400" b="1" dirty="0">
                <a:latin typeface="华文中宋" panose="02010600040101010101" pitchFamily="2" charset="-122"/>
              </a:rPr>
              <a:t>a</a:t>
            </a:r>
            <a:r>
              <a:rPr kumimoji="0" lang="en-US" altLang="zh-CN" sz="2400" b="1" baseline="-30000" dirty="0">
                <a:latin typeface="华文中宋" panose="02010600040101010101" pitchFamily="2" charset="-122"/>
              </a:rPr>
              <a:t>n</a:t>
            </a:r>
            <a:r>
              <a:rPr kumimoji="0" lang="zh-CN" altLang="en-US" sz="2400" b="1" dirty="0">
                <a:latin typeface="华文中宋" panose="02010600040101010101" pitchFamily="2" charset="-122"/>
              </a:rPr>
              <a:t>放在输入带上。在输入带的第</a:t>
            </a:r>
            <a:r>
              <a:rPr kumimoji="0" lang="en-US" altLang="zh-CN" sz="2400" b="1" dirty="0">
                <a:latin typeface="华文中宋" panose="02010600040101010101" pitchFamily="2" charset="-122"/>
              </a:rPr>
              <a:t>1</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2</a:t>
            </a:r>
            <a:r>
              <a:rPr kumimoji="0" lang="zh-CN" altLang="en-US" sz="2400" b="1" dirty="0">
                <a:latin typeface="华文中宋" panose="02010600040101010101" pitchFamily="2" charset="-122"/>
              </a:rPr>
              <a:t>、</a:t>
            </a:r>
            <a:r>
              <a:rPr kumimoji="0" lang="en-US" altLang="zh-CN" sz="2400" b="1" dirty="0"/>
              <a:t>…</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n</a:t>
            </a:r>
            <a:r>
              <a:rPr kumimoji="0" lang="zh-CN" altLang="en-US" sz="2400" b="1" dirty="0">
                <a:latin typeface="华文中宋" panose="02010600040101010101" pitchFamily="2" charset="-122"/>
              </a:rPr>
              <a:t>个方格中依次放入符号</a:t>
            </a:r>
            <a:r>
              <a:rPr kumimoji="0" lang="en-US" altLang="zh-CN" sz="2400" b="1" dirty="0">
                <a:latin typeface="华文中宋" panose="02010600040101010101" pitchFamily="2" charset="-122"/>
              </a:rPr>
              <a:t>a</a:t>
            </a:r>
            <a:r>
              <a:rPr kumimoji="0" lang="en-US" altLang="zh-CN" sz="2400" b="1" baseline="-30000" dirty="0">
                <a:latin typeface="华文中宋" panose="02010600040101010101" pitchFamily="2" charset="-122"/>
              </a:rPr>
              <a:t>1</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a</a:t>
            </a:r>
            <a:r>
              <a:rPr kumimoji="0" lang="en-US" altLang="zh-CN" sz="2400" b="1" baseline="-30000" dirty="0">
                <a:latin typeface="华文中宋" panose="02010600040101010101" pitchFamily="2" charset="-122"/>
              </a:rPr>
              <a:t>2</a:t>
            </a:r>
            <a:r>
              <a:rPr kumimoji="0" lang="en-US" altLang="zh-CN" sz="2400" b="1" dirty="0">
                <a:latin typeface="华文中宋" panose="02010600040101010101" pitchFamily="2" charset="-122"/>
              </a:rPr>
              <a:t> </a:t>
            </a:r>
            <a:r>
              <a:rPr kumimoji="0" lang="zh-CN" altLang="en-US" sz="2400" b="1" dirty="0">
                <a:latin typeface="华文中宋" panose="02010600040101010101" pitchFamily="2" charset="-122"/>
              </a:rPr>
              <a:t>，</a:t>
            </a:r>
            <a:r>
              <a:rPr kumimoji="0" lang="en-US" altLang="zh-CN" sz="2400" b="1" dirty="0"/>
              <a:t>…</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a</a:t>
            </a:r>
            <a:r>
              <a:rPr kumimoji="0" lang="en-US" altLang="zh-CN" sz="2400" b="1" baseline="-30000" dirty="0">
                <a:latin typeface="华文中宋" panose="02010600040101010101" pitchFamily="2" charset="-122"/>
              </a:rPr>
              <a:t>n</a:t>
            </a:r>
            <a:r>
              <a:rPr kumimoji="0" lang="zh-CN" altLang="en-US" sz="2400" b="1" dirty="0">
                <a:latin typeface="华文中宋" panose="02010600040101010101" pitchFamily="2" charset="-122"/>
              </a:rPr>
              <a:t>。然后在其余方格中放入</a:t>
            </a:r>
            <a:r>
              <a:rPr kumimoji="0" lang="en-US" altLang="zh-CN" sz="2400" b="1" dirty="0">
                <a:latin typeface="华文中宋" panose="02010600040101010101" pitchFamily="2" charset="-122"/>
              </a:rPr>
              <a:t>b</a:t>
            </a:r>
            <a:r>
              <a:rPr kumimoji="0" lang="zh-CN" altLang="en-US" sz="2400" b="1" dirty="0">
                <a:latin typeface="华文中宋" panose="02010600040101010101" pitchFamily="2" charset="-122"/>
              </a:rPr>
              <a:t>，</a:t>
            </a:r>
            <a:r>
              <a:rPr kumimoji="0" lang="zh-CN" altLang="en-US" sz="2400" b="1" dirty="0">
                <a:solidFill>
                  <a:srgbClr val="FF0000"/>
                </a:solidFill>
                <a:latin typeface="华文中宋" panose="02010600040101010101" pitchFamily="2" charset="-122"/>
              </a:rPr>
              <a:t>其他各带空白</a:t>
            </a:r>
            <a:r>
              <a:rPr kumimoji="0" lang="zh-CN" altLang="en-US" sz="2400" b="1" dirty="0">
                <a:latin typeface="华文中宋" panose="02010600040101010101" pitchFamily="2" charset="-122"/>
              </a:rPr>
              <a:t>。读写头在各带左端第一个方格上。</a:t>
            </a:r>
          </a:p>
          <a:p>
            <a:pPr eaLnBrk="1" hangingPunct="1">
              <a:lnSpc>
                <a:spcPct val="130000"/>
              </a:lnSpc>
              <a:spcBef>
                <a:spcPct val="0"/>
              </a:spcBef>
              <a:buFontTx/>
              <a:buNone/>
            </a:pPr>
            <a:r>
              <a:rPr kumimoji="0" lang="zh-CN" altLang="en-US" sz="2400" b="1" dirty="0">
                <a:latin typeface="华文中宋" panose="02010600040101010101" pitchFamily="2" charset="-122"/>
              </a:rPr>
              <a:t> （</a:t>
            </a:r>
            <a:r>
              <a:rPr kumimoji="0" lang="en-US" altLang="zh-CN" sz="2400" b="1" dirty="0">
                <a:latin typeface="华文中宋" panose="02010600040101010101" pitchFamily="2" charset="-122"/>
              </a:rPr>
              <a:t>2</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x</a:t>
            </a:r>
            <a:r>
              <a:rPr kumimoji="0" lang="zh-CN" altLang="en-US" sz="2400" b="1" dirty="0">
                <a:latin typeface="华文中宋" panose="02010600040101010101" pitchFamily="2" charset="-122"/>
              </a:rPr>
              <a:t>被图灵机接受：从</a:t>
            </a:r>
            <a:r>
              <a:rPr kumimoji="0" lang="en-US" altLang="zh-CN" sz="2400" b="1" dirty="0">
                <a:latin typeface="华文中宋" panose="02010600040101010101" pitchFamily="2" charset="-122"/>
              </a:rPr>
              <a:t>q</a:t>
            </a:r>
            <a:r>
              <a:rPr kumimoji="0" lang="en-US" altLang="zh-CN" sz="2400" b="1" baseline="-30000" dirty="0">
                <a:latin typeface="华文中宋" panose="02010600040101010101" pitchFamily="2" charset="-122"/>
              </a:rPr>
              <a:t>0</a:t>
            </a:r>
            <a:r>
              <a:rPr kumimoji="0" lang="zh-CN" altLang="en-US" sz="2400" b="1" dirty="0">
                <a:latin typeface="华文中宋" panose="02010600040101010101" pitchFamily="2" charset="-122"/>
              </a:rPr>
              <a:t>开始，经过一系列计算步骤后，最终进入终止状态</a:t>
            </a:r>
            <a:r>
              <a:rPr kumimoji="0" lang="en-US" altLang="zh-CN" sz="2400" b="1" dirty="0" err="1">
                <a:latin typeface="华文中宋" panose="02010600040101010101" pitchFamily="2" charset="-122"/>
              </a:rPr>
              <a:t>q</a:t>
            </a:r>
            <a:r>
              <a:rPr kumimoji="0" lang="en-US" altLang="zh-CN" sz="2400" b="1" baseline="-30000" dirty="0" err="1">
                <a:latin typeface="华文中宋" panose="02010600040101010101" pitchFamily="2" charset="-122"/>
              </a:rPr>
              <a:t>f</a:t>
            </a:r>
            <a:r>
              <a:rPr kumimoji="0" lang="en-US" altLang="zh-CN" sz="2400" b="1" dirty="0">
                <a:latin typeface="华文中宋" panose="02010600040101010101" pitchFamily="2" charset="-122"/>
              </a:rPr>
              <a:t>, </a:t>
            </a:r>
            <a:r>
              <a:rPr kumimoji="0" lang="zh-CN" altLang="en-US" sz="2400" b="1" dirty="0">
                <a:latin typeface="华文中宋" panose="02010600040101010101" pitchFamily="2" charset="-122"/>
              </a:rPr>
              <a:t>就说</a:t>
            </a:r>
            <a:r>
              <a:rPr kumimoji="0" lang="en-US" altLang="zh-CN" sz="2400" b="1" dirty="0">
                <a:latin typeface="华文中宋" panose="02010600040101010101" pitchFamily="2" charset="-122"/>
              </a:rPr>
              <a:t>TM</a:t>
            </a:r>
            <a:r>
              <a:rPr kumimoji="0" lang="zh-CN" altLang="en-US" sz="2400" b="1" dirty="0">
                <a:latin typeface="华文中宋" panose="02010600040101010101" pitchFamily="2" charset="-122"/>
              </a:rPr>
              <a:t>接受字符串</a:t>
            </a:r>
            <a:r>
              <a:rPr kumimoji="0" lang="en-US" altLang="zh-CN" sz="2400" b="1" dirty="0">
                <a:latin typeface="华文中宋" panose="02010600040101010101" pitchFamily="2" charset="-122"/>
              </a:rPr>
              <a:t>x</a:t>
            </a:r>
            <a:r>
              <a:rPr kumimoji="0" lang="zh-CN" altLang="en-US" sz="2400" b="1" dirty="0">
                <a:latin typeface="华文中宋" panose="02010600040101010101" pitchFamily="2" charset="-122"/>
              </a:rPr>
              <a:t>。</a:t>
            </a:r>
          </a:p>
          <a:p>
            <a:pPr eaLnBrk="1" hangingPunct="1">
              <a:lnSpc>
                <a:spcPct val="130000"/>
              </a:lnSpc>
              <a:spcBef>
                <a:spcPct val="0"/>
              </a:spcBef>
              <a:buFontTx/>
              <a:buNone/>
            </a:pPr>
            <a:r>
              <a:rPr kumimoji="0" lang="zh-CN" altLang="en-US" sz="2400" b="1" dirty="0">
                <a:latin typeface="华文中宋" panose="02010600040101010101" pitchFamily="2" charset="-122"/>
              </a:rPr>
              <a:t> （</a:t>
            </a:r>
            <a:r>
              <a:rPr kumimoji="0" lang="en-US" altLang="zh-CN" sz="2400" b="1" dirty="0">
                <a:latin typeface="华文中宋" panose="02010600040101010101" pitchFamily="2" charset="-122"/>
              </a:rPr>
              <a:t>3</a:t>
            </a:r>
            <a:r>
              <a:rPr kumimoji="0" lang="zh-CN" altLang="en-US" sz="2400" b="1" dirty="0">
                <a:latin typeface="华文中宋" panose="02010600040101010101" pitchFamily="2" charset="-122"/>
              </a:rPr>
              <a:t>）被图灵机</a:t>
            </a:r>
            <a:r>
              <a:rPr kumimoji="0" lang="en-US" altLang="zh-CN" sz="2400" b="1" dirty="0">
                <a:latin typeface="华文中宋" panose="02010600040101010101" pitchFamily="2" charset="-122"/>
              </a:rPr>
              <a:t>TM</a:t>
            </a:r>
            <a:r>
              <a:rPr kumimoji="0" lang="zh-CN" altLang="en-US" sz="2400" b="1" dirty="0">
                <a:latin typeface="华文中宋" panose="02010600040101010101" pitchFamily="2" charset="-122"/>
              </a:rPr>
              <a:t>接受的语言：能被</a:t>
            </a:r>
            <a:r>
              <a:rPr kumimoji="0" lang="en-US" altLang="zh-CN" sz="2400" b="1" dirty="0">
                <a:latin typeface="华文中宋" panose="02010600040101010101" pitchFamily="2" charset="-122"/>
              </a:rPr>
              <a:t>TM</a:t>
            </a:r>
            <a:r>
              <a:rPr kumimoji="0" lang="zh-CN" altLang="en-US" sz="2400" b="1" dirty="0">
                <a:latin typeface="华文中宋" panose="02010600040101010101" pitchFamily="2" charset="-122"/>
              </a:rPr>
              <a:t>接受的所有字符串的集合。</a:t>
            </a:r>
          </a:p>
          <a:p>
            <a:pPr eaLnBrk="1" hangingPunct="1">
              <a:lnSpc>
                <a:spcPct val="130000"/>
              </a:lnSpc>
              <a:spcBef>
                <a:spcPct val="0"/>
              </a:spcBef>
              <a:buFontTx/>
              <a:buNone/>
            </a:pPr>
            <a:r>
              <a:rPr kumimoji="0" lang="zh-CN" altLang="en-US" sz="2400" b="1" dirty="0">
                <a:latin typeface="华文中宋" panose="02010600040101010101" pitchFamily="2" charset="-122"/>
              </a:rPr>
              <a:t> （</a:t>
            </a:r>
            <a:r>
              <a:rPr kumimoji="0" lang="en-US" altLang="zh-CN" sz="2400" b="1" dirty="0">
                <a:latin typeface="华文中宋" panose="02010600040101010101" pitchFamily="2" charset="-122"/>
              </a:rPr>
              <a:t>4</a:t>
            </a:r>
            <a:r>
              <a:rPr kumimoji="0" lang="zh-CN" altLang="en-US" sz="2400" b="1" dirty="0">
                <a:latin typeface="华文中宋" panose="02010600040101010101" pitchFamily="2" charset="-122"/>
              </a:rPr>
              <a:t>）语言</a:t>
            </a:r>
            <a:r>
              <a:rPr kumimoji="0" lang="en-US" altLang="zh-CN" sz="2400" b="1" dirty="0">
                <a:latin typeface="华文中宋" panose="02010600040101010101" pitchFamily="2" charset="-122"/>
              </a:rPr>
              <a:t>L</a:t>
            </a:r>
            <a:r>
              <a:rPr kumimoji="0" lang="zh-CN" altLang="en-US" sz="2400" b="1" dirty="0">
                <a:latin typeface="华文中宋" panose="02010600040101010101" pitchFamily="2" charset="-122"/>
              </a:rPr>
              <a:t>可被判定：有一个图灵机</a:t>
            </a:r>
            <a:r>
              <a:rPr kumimoji="0" lang="en-US" altLang="zh-CN" sz="2400" b="1" dirty="0">
                <a:latin typeface="华文中宋" panose="02010600040101010101" pitchFamily="2" charset="-122"/>
              </a:rPr>
              <a:t>M</a:t>
            </a:r>
            <a:r>
              <a:rPr kumimoji="0" lang="zh-CN" altLang="en-US" sz="2400" b="1" dirty="0">
                <a:latin typeface="华文中宋" panose="02010600040101010101" pitchFamily="2" charset="-122"/>
              </a:rPr>
              <a:t>，使</a:t>
            </a:r>
            <a:r>
              <a:rPr kumimoji="0" lang="en-US" altLang="zh-CN" sz="2400" b="1" dirty="0">
                <a:latin typeface="华文中宋" panose="02010600040101010101" pitchFamily="2" charset="-122"/>
              </a:rPr>
              <a:t>L</a:t>
            </a:r>
            <a:r>
              <a:rPr kumimoji="0" lang="zh-CN" altLang="en-US" sz="2400" b="1" dirty="0">
                <a:latin typeface="华文中宋" panose="02010600040101010101" pitchFamily="2" charset="-122"/>
              </a:rPr>
              <a:t>可被</a:t>
            </a:r>
            <a:r>
              <a:rPr kumimoji="0" lang="en-US" altLang="zh-CN" sz="2400" b="1" dirty="0">
                <a:latin typeface="华文中宋" panose="02010600040101010101" pitchFamily="2" charset="-122"/>
              </a:rPr>
              <a:t>M</a:t>
            </a:r>
            <a:r>
              <a:rPr kumimoji="0" lang="zh-CN" altLang="en-US" sz="2400" b="1" dirty="0">
                <a:latin typeface="华文中宋" panose="02010600040101010101" pitchFamily="2" charset="-122"/>
              </a:rPr>
              <a:t>接受。</a:t>
            </a:r>
          </a:p>
          <a:p>
            <a:pPr eaLnBrk="1" hangingPunct="1">
              <a:lnSpc>
                <a:spcPct val="130000"/>
              </a:lnSpc>
              <a:spcBef>
                <a:spcPct val="0"/>
              </a:spcBef>
              <a:buFontTx/>
              <a:buNone/>
            </a:pPr>
            <a:r>
              <a:rPr kumimoji="0" lang="zh-CN" altLang="en-US" sz="2400" b="1" dirty="0">
                <a:latin typeface="华文中宋" panose="02010600040101010101" pitchFamily="2" charset="-122"/>
              </a:rPr>
              <a:t> （</a:t>
            </a:r>
            <a:r>
              <a:rPr kumimoji="0" lang="en-US" altLang="zh-CN" sz="2400" b="1" dirty="0">
                <a:latin typeface="华文中宋" panose="02010600040101010101" pitchFamily="2" charset="-122"/>
              </a:rPr>
              <a:t>5</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M</a:t>
            </a:r>
            <a:r>
              <a:rPr kumimoji="0" lang="zh-CN" altLang="en-US" sz="2400" b="1" dirty="0">
                <a:latin typeface="华文中宋" panose="02010600040101010101" pitchFamily="2" charset="-122"/>
              </a:rPr>
              <a:t>可识别</a:t>
            </a:r>
            <a:r>
              <a:rPr kumimoji="0" lang="en-US" altLang="zh-CN" sz="2400" b="1" dirty="0">
                <a:latin typeface="华文中宋" panose="02010600040101010101" pitchFamily="2" charset="-122"/>
              </a:rPr>
              <a:t>L</a:t>
            </a:r>
            <a:r>
              <a:rPr kumimoji="0" lang="zh-CN" altLang="en-US" sz="2400" b="1" dirty="0">
                <a:latin typeface="华文中宋" panose="02010600040101010101" pitchFamily="2" charset="-122"/>
              </a:rPr>
              <a:t>：对任何</a:t>
            </a:r>
            <a:r>
              <a:rPr kumimoji="0" lang="en-US" altLang="zh-CN" sz="2400" b="1" dirty="0">
                <a:latin typeface="华文中宋" panose="02010600040101010101" pitchFamily="2" charset="-122"/>
              </a:rPr>
              <a:t>L</a:t>
            </a:r>
            <a:r>
              <a:rPr kumimoji="0" lang="zh-CN" altLang="en-US" sz="2400" b="1" dirty="0">
                <a:latin typeface="华文中宋" panose="02010600040101010101" pitchFamily="2" charset="-122"/>
              </a:rPr>
              <a:t>中任何</a:t>
            </a:r>
            <a:r>
              <a:rPr kumimoji="0" lang="en-US" altLang="zh-CN" sz="2400" b="1" dirty="0">
                <a:latin typeface="华文中宋" panose="02010600040101010101" pitchFamily="2" charset="-122"/>
              </a:rPr>
              <a:t>x</a:t>
            </a:r>
            <a:r>
              <a:rPr kumimoji="0" lang="zh-CN" altLang="en-US" sz="2400" b="1" dirty="0">
                <a:latin typeface="华文中宋" panose="02010600040101010101" pitchFamily="2" charset="-122"/>
              </a:rPr>
              <a:t>，</a:t>
            </a:r>
            <a:r>
              <a:rPr kumimoji="0" lang="en-US" altLang="zh-CN" sz="2400" b="1" dirty="0">
                <a:latin typeface="华文中宋" panose="02010600040101010101" pitchFamily="2" charset="-122"/>
              </a:rPr>
              <a:t>M</a:t>
            </a:r>
            <a:r>
              <a:rPr kumimoji="0" lang="zh-CN" altLang="en-US" sz="2400" b="1" dirty="0">
                <a:latin typeface="华文中宋" panose="02010600040101010101" pitchFamily="2" charset="-122"/>
              </a:rPr>
              <a:t>输出</a:t>
            </a:r>
            <a:r>
              <a:rPr kumimoji="0" lang="en-US" altLang="zh-CN" sz="2400" b="1" dirty="0">
                <a:latin typeface="华文中宋" panose="02010600040101010101" pitchFamily="2" charset="-122"/>
              </a:rPr>
              <a:t>x</a:t>
            </a:r>
            <a:r>
              <a:rPr kumimoji="0" lang="zh-CN" altLang="en-US" sz="2400" b="1" dirty="0">
                <a:latin typeface="华文中宋" panose="02010600040101010101" pitchFamily="2" charset="-122"/>
              </a:rPr>
              <a:t>并停机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2403">
                                            <p:txEl>
                                              <p:pRg st="0" end="0"/>
                                            </p:txEl>
                                          </p:spTgt>
                                        </p:tgtEl>
                                        <p:attrNameLst>
                                          <p:attrName>style.visibility</p:attrName>
                                        </p:attrNameLst>
                                      </p:cBhvr>
                                      <p:to>
                                        <p:strVal val="visible"/>
                                      </p:to>
                                    </p:set>
                                    <p:anim calcmode="lin" valueType="num">
                                      <p:cBhvr additive="base">
                                        <p:cTn id="7" dur="500" fill="hold"/>
                                        <p:tgtEl>
                                          <p:spTgt spid="10240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24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2403">
                                            <p:txEl>
                                              <p:pRg st="1" end="1"/>
                                            </p:txEl>
                                          </p:spTgt>
                                        </p:tgtEl>
                                        <p:attrNameLst>
                                          <p:attrName>style.visibility</p:attrName>
                                        </p:attrNameLst>
                                      </p:cBhvr>
                                      <p:to>
                                        <p:strVal val="visible"/>
                                      </p:to>
                                    </p:set>
                                    <p:anim calcmode="lin" valueType="num">
                                      <p:cBhvr additive="base">
                                        <p:cTn id="13" dur="500" fill="hold"/>
                                        <p:tgtEl>
                                          <p:spTgt spid="10240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240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2403">
                                            <p:txEl>
                                              <p:pRg st="2" end="2"/>
                                            </p:txEl>
                                          </p:spTgt>
                                        </p:tgtEl>
                                        <p:attrNameLst>
                                          <p:attrName>style.visibility</p:attrName>
                                        </p:attrNameLst>
                                      </p:cBhvr>
                                      <p:to>
                                        <p:strVal val="visible"/>
                                      </p:to>
                                    </p:set>
                                    <p:anim calcmode="lin" valueType="num">
                                      <p:cBhvr additive="base">
                                        <p:cTn id="19" dur="500" fill="hold"/>
                                        <p:tgtEl>
                                          <p:spTgt spid="10240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240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2403">
                                            <p:txEl>
                                              <p:pRg st="3" end="3"/>
                                            </p:txEl>
                                          </p:spTgt>
                                        </p:tgtEl>
                                        <p:attrNameLst>
                                          <p:attrName>style.visibility</p:attrName>
                                        </p:attrNameLst>
                                      </p:cBhvr>
                                      <p:to>
                                        <p:strVal val="visible"/>
                                      </p:to>
                                    </p:set>
                                    <p:anim calcmode="lin" valueType="num">
                                      <p:cBhvr additive="base">
                                        <p:cTn id="25" dur="500" fill="hold"/>
                                        <p:tgtEl>
                                          <p:spTgt spid="10240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240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02403">
                                            <p:txEl>
                                              <p:pRg st="4" end="4"/>
                                            </p:txEl>
                                          </p:spTgt>
                                        </p:tgtEl>
                                        <p:attrNameLst>
                                          <p:attrName>style.visibility</p:attrName>
                                        </p:attrNameLst>
                                      </p:cBhvr>
                                      <p:to>
                                        <p:strVal val="visible"/>
                                      </p:to>
                                    </p:set>
                                    <p:anim calcmode="lin" valueType="num">
                                      <p:cBhvr additive="base">
                                        <p:cTn id="31" dur="500" fill="hold"/>
                                        <p:tgtEl>
                                          <p:spTgt spid="10240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024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02403">
                                            <p:txEl>
                                              <p:pRg st="5" end="5"/>
                                            </p:txEl>
                                          </p:spTgt>
                                        </p:tgtEl>
                                        <p:attrNameLst>
                                          <p:attrName>style.visibility</p:attrName>
                                        </p:attrNameLst>
                                      </p:cBhvr>
                                      <p:to>
                                        <p:strVal val="visible"/>
                                      </p:to>
                                    </p:set>
                                    <p:anim calcmode="lin" valueType="num">
                                      <p:cBhvr additive="base">
                                        <p:cTn id="37" dur="500" fill="hold"/>
                                        <p:tgtEl>
                                          <p:spTgt spid="10240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0240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3"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8" name="Rectangle 3">
            <a:extLst>
              <a:ext uri="{FF2B5EF4-FFF2-40B4-BE49-F238E27FC236}">
                <a16:creationId xmlns:a16="http://schemas.microsoft.com/office/drawing/2014/main" id="{ADAE03D2-0B95-4F5D-9946-6DE40288648C}"/>
              </a:ext>
            </a:extLst>
          </p:cNvPr>
          <p:cNvSpPr>
            <a:spLocks noGrp="1" noChangeArrowheads="1"/>
          </p:cNvSpPr>
          <p:nvPr>
            <p:ph type="body" idx="1"/>
          </p:nvPr>
        </p:nvSpPr>
        <p:spPr bwMode="auto">
          <a:xfrm>
            <a:off x="381000" y="304800"/>
            <a:ext cx="44196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spcBef>
                <a:spcPct val="50000"/>
              </a:spcBef>
              <a:buFontTx/>
              <a:buNone/>
            </a:pPr>
            <a:r>
              <a:rPr lang="en-US" altLang="zh-CN" sz="2400" b="1" dirty="0"/>
              <a:t>1</a:t>
            </a:r>
            <a:r>
              <a:rPr lang="zh-CN" altLang="en-US" sz="2400" b="1" dirty="0"/>
              <a:t>、（续）给定图灵机</a:t>
            </a:r>
            <a:r>
              <a:rPr lang="en-US" altLang="zh-CN" sz="2400" b="1" dirty="0"/>
              <a:t>DTM  </a:t>
            </a:r>
          </a:p>
          <a:p>
            <a:pPr eaLnBrk="1" hangingPunct="1">
              <a:lnSpc>
                <a:spcPct val="110000"/>
              </a:lnSpc>
              <a:spcBef>
                <a:spcPct val="50000"/>
              </a:spcBef>
              <a:buFontTx/>
              <a:buNone/>
            </a:pPr>
            <a:r>
              <a:rPr lang="en-US" altLang="zh-CN" sz="2400" b="1" dirty="0"/>
              <a:t>M=</a:t>
            </a:r>
            <a:r>
              <a:rPr kumimoji="0" lang="en-US" altLang="zh-CN" sz="2400" b="1" dirty="0">
                <a:latin typeface="华文中宋" panose="02010600040101010101" pitchFamily="2" charset="-122"/>
                <a:ea typeface="华文中宋" panose="02010600040101010101" pitchFamily="2" charset="-122"/>
              </a:rPr>
              <a:t>(Q</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T</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I</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δ</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B</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a:latin typeface="华文中宋" panose="02010600040101010101" pitchFamily="2" charset="-122"/>
                <a:ea typeface="华文中宋" panose="02010600040101010101" pitchFamily="2" charset="-122"/>
              </a:rPr>
              <a:t>q</a:t>
            </a:r>
            <a:r>
              <a:rPr kumimoji="0" lang="en-US" altLang="zh-CN" sz="2400" b="1" baseline="-30000" dirty="0">
                <a:latin typeface="华文中宋" panose="02010600040101010101" pitchFamily="2" charset="-122"/>
                <a:ea typeface="华文中宋" panose="02010600040101010101" pitchFamily="2" charset="-122"/>
              </a:rPr>
              <a:t>0</a:t>
            </a:r>
            <a:r>
              <a:rPr kumimoji="0" lang="zh-CN" altLang="en-US" sz="2400" b="1" dirty="0">
                <a:latin typeface="华文中宋" panose="02010600040101010101" pitchFamily="2" charset="-122"/>
                <a:ea typeface="华文中宋" panose="02010600040101010101" pitchFamily="2" charset="-122"/>
              </a:rPr>
              <a:t>，</a:t>
            </a:r>
            <a:r>
              <a:rPr kumimoji="0" lang="en-US" altLang="zh-CN" sz="2400" b="1" dirty="0" err="1">
                <a:latin typeface="华文中宋" panose="02010600040101010101" pitchFamily="2" charset="-122"/>
                <a:ea typeface="华文中宋" panose="02010600040101010101" pitchFamily="2" charset="-122"/>
              </a:rPr>
              <a:t>q</a:t>
            </a:r>
            <a:r>
              <a:rPr kumimoji="0" lang="en-US" altLang="zh-CN" sz="2400" b="1" baseline="-30000" dirty="0" err="1">
                <a:latin typeface="华文中宋" panose="02010600040101010101" pitchFamily="2" charset="-122"/>
                <a:ea typeface="华文中宋" panose="02010600040101010101" pitchFamily="2" charset="-122"/>
              </a:rPr>
              <a:t>f</a:t>
            </a:r>
            <a:r>
              <a:rPr kumimoji="0" lang="en-US" altLang="zh-CN" sz="2400" b="1" dirty="0">
                <a:latin typeface="华文中宋" panose="02010600040101010101" pitchFamily="2" charset="-122"/>
                <a:ea typeface="华文中宋" panose="02010600040101010101" pitchFamily="2" charset="-122"/>
              </a:rPr>
              <a:t>)</a:t>
            </a:r>
            <a:endParaRPr lang="en-US" altLang="zh-CN" sz="2400" b="1" dirty="0"/>
          </a:p>
          <a:p>
            <a:pPr eaLnBrk="1" hangingPunct="1">
              <a:lnSpc>
                <a:spcPct val="110000"/>
              </a:lnSpc>
            </a:pPr>
            <a:r>
              <a:rPr lang="en-US" altLang="zh-CN" sz="2400" b="1" dirty="0"/>
              <a:t>Q = { </a:t>
            </a:r>
            <a:r>
              <a:rPr lang="en-US" altLang="zh-CN" sz="2400" b="1" dirty="0">
                <a:sym typeface="Symbol" panose="05050102010706020507" pitchFamily="18" charset="2"/>
              </a:rPr>
              <a:t>q</a:t>
            </a:r>
            <a:r>
              <a:rPr lang="en-US" altLang="zh-CN" sz="2400" b="1" baseline="-25000" dirty="0">
                <a:sym typeface="Symbol" panose="05050102010706020507" pitchFamily="18" charset="2"/>
              </a:rPr>
              <a:t>0</a:t>
            </a:r>
            <a:r>
              <a:rPr lang="en-US" altLang="zh-CN" sz="2400" b="1" dirty="0">
                <a:sym typeface="Symbol" panose="05050102010706020507" pitchFamily="18" charset="2"/>
              </a:rPr>
              <a:t>,</a:t>
            </a:r>
            <a:r>
              <a:rPr lang="en-US" altLang="zh-CN" sz="2400" b="1" baseline="-25000" dirty="0">
                <a:sym typeface="Symbol" panose="05050102010706020507" pitchFamily="18" charset="2"/>
              </a:rPr>
              <a:t>  </a:t>
            </a:r>
            <a:r>
              <a:rPr lang="en-US" altLang="zh-CN" sz="2400" b="1" dirty="0">
                <a:sym typeface="Symbol" panose="05050102010706020507" pitchFamily="18" charset="2"/>
              </a:rPr>
              <a:t>q</a:t>
            </a:r>
            <a:r>
              <a:rPr lang="en-US" altLang="zh-CN" sz="2400" b="1" baseline="-25000" dirty="0">
                <a:sym typeface="Symbol" panose="05050102010706020507" pitchFamily="18" charset="2"/>
              </a:rPr>
              <a:t>1</a:t>
            </a:r>
            <a:r>
              <a:rPr lang="en-US" altLang="zh-CN" sz="2400" b="1" dirty="0">
                <a:sym typeface="Symbol" panose="05050102010706020507" pitchFamily="18" charset="2"/>
              </a:rPr>
              <a:t>,</a:t>
            </a:r>
            <a:r>
              <a:rPr lang="en-US" altLang="zh-CN" sz="2400" b="1" baseline="-25000" dirty="0">
                <a:sym typeface="Symbol" panose="05050102010706020507" pitchFamily="18" charset="2"/>
              </a:rPr>
              <a:t>  </a:t>
            </a:r>
            <a:r>
              <a:rPr lang="en-US" altLang="zh-CN" sz="2400" b="1" dirty="0">
                <a:sym typeface="Symbol" panose="05050102010706020507" pitchFamily="18" charset="2"/>
              </a:rPr>
              <a:t>q</a:t>
            </a:r>
            <a:r>
              <a:rPr lang="en-US" altLang="zh-CN" sz="2400" b="1" baseline="-25000" dirty="0">
                <a:sym typeface="Symbol" panose="05050102010706020507" pitchFamily="18" charset="2"/>
              </a:rPr>
              <a:t>2</a:t>
            </a:r>
            <a:r>
              <a:rPr lang="en-US" altLang="zh-CN" sz="2400" b="1" dirty="0">
                <a:sym typeface="Symbol" panose="05050102010706020507" pitchFamily="18" charset="2"/>
              </a:rPr>
              <a:t>,  q</a:t>
            </a:r>
            <a:r>
              <a:rPr lang="en-US" altLang="zh-CN" sz="2400" b="1" baseline="-25000" dirty="0">
                <a:sym typeface="Symbol" panose="05050102010706020507" pitchFamily="18" charset="2"/>
              </a:rPr>
              <a:t>3 </a:t>
            </a:r>
            <a:r>
              <a:rPr lang="en-US" altLang="zh-CN" sz="2400" b="1" dirty="0">
                <a:sym typeface="Symbol" panose="05050102010706020507" pitchFamily="18" charset="2"/>
              </a:rPr>
              <a:t>, q</a:t>
            </a:r>
            <a:r>
              <a:rPr lang="en-US" altLang="zh-CN" sz="2400" b="1" baseline="-25000" dirty="0">
                <a:sym typeface="Symbol" panose="05050102010706020507" pitchFamily="18" charset="2"/>
              </a:rPr>
              <a:t>4 </a:t>
            </a:r>
            <a:r>
              <a:rPr lang="en-US" altLang="zh-CN" sz="2400" b="1" dirty="0">
                <a:sym typeface="Symbol" panose="05050102010706020507" pitchFamily="18" charset="2"/>
              </a:rPr>
              <a:t>}</a:t>
            </a:r>
          </a:p>
          <a:p>
            <a:pPr eaLnBrk="1" hangingPunct="1">
              <a:lnSpc>
                <a:spcPct val="110000"/>
              </a:lnSpc>
            </a:pPr>
            <a:r>
              <a:rPr lang="en-US" altLang="zh-CN" sz="2400" b="1" dirty="0">
                <a:sym typeface="Symbol" panose="05050102010706020507" pitchFamily="18" charset="2"/>
              </a:rPr>
              <a:t>T = { a, b,  s, t }</a:t>
            </a:r>
          </a:p>
          <a:p>
            <a:pPr eaLnBrk="1" hangingPunct="1">
              <a:lnSpc>
                <a:spcPct val="110000"/>
              </a:lnSpc>
            </a:pPr>
            <a:r>
              <a:rPr lang="en-US" altLang="zh-CN" sz="2400" b="1" dirty="0">
                <a:sym typeface="Symbol" panose="05050102010706020507" pitchFamily="18" charset="2"/>
              </a:rPr>
              <a:t>I= { a, b }</a:t>
            </a:r>
            <a:r>
              <a:rPr lang="en-US" altLang="zh-CN" sz="2400" b="1" dirty="0"/>
              <a:t> </a:t>
            </a:r>
          </a:p>
          <a:p>
            <a:pPr eaLnBrk="1" hangingPunct="1">
              <a:lnSpc>
                <a:spcPct val="110000"/>
              </a:lnSpc>
            </a:pPr>
            <a:r>
              <a:rPr lang="zh-CN" altLang="en-US" sz="2400" b="1" dirty="0"/>
              <a:t>初态 </a:t>
            </a:r>
            <a:r>
              <a:rPr lang="en-US" altLang="zh-CN" sz="2400" b="1" dirty="0">
                <a:sym typeface="Symbol" panose="05050102010706020507" pitchFamily="18" charset="2"/>
              </a:rPr>
              <a:t>q</a:t>
            </a:r>
            <a:r>
              <a:rPr lang="en-US" altLang="zh-CN" sz="2400" b="1" baseline="-25000" dirty="0">
                <a:sym typeface="Symbol" panose="05050102010706020507" pitchFamily="18" charset="2"/>
              </a:rPr>
              <a:t>0</a:t>
            </a:r>
          </a:p>
          <a:p>
            <a:pPr eaLnBrk="1" hangingPunct="1">
              <a:lnSpc>
                <a:spcPct val="110000"/>
              </a:lnSpc>
            </a:pPr>
            <a:r>
              <a:rPr lang="zh-CN" altLang="en-US" sz="2400" b="1" dirty="0"/>
              <a:t>接受状态  </a:t>
            </a:r>
            <a:r>
              <a:rPr lang="en-US" altLang="zh-CN" sz="2400" b="1" dirty="0">
                <a:sym typeface="Symbol" panose="05050102010706020507" pitchFamily="18" charset="2"/>
              </a:rPr>
              <a:t>q</a:t>
            </a:r>
            <a:r>
              <a:rPr lang="en-US" altLang="zh-CN" sz="2400" b="1" baseline="-25000" dirty="0">
                <a:sym typeface="Symbol" panose="05050102010706020507" pitchFamily="18" charset="2"/>
              </a:rPr>
              <a:t>4</a:t>
            </a:r>
            <a:endParaRPr lang="en-US" altLang="zh-CN" sz="2400" b="1" dirty="0">
              <a:sym typeface="Symbol" panose="05050102010706020507" pitchFamily="18" charset="2"/>
            </a:endParaRPr>
          </a:p>
        </p:txBody>
      </p:sp>
      <p:sp>
        <p:nvSpPr>
          <p:cNvPr id="1029" name="Text Box 4">
            <a:extLst>
              <a:ext uri="{FF2B5EF4-FFF2-40B4-BE49-F238E27FC236}">
                <a16:creationId xmlns:a16="http://schemas.microsoft.com/office/drawing/2014/main" id="{5A490C53-9BFA-4911-9FC3-898A585F95F8}"/>
              </a:ext>
            </a:extLst>
          </p:cNvPr>
          <p:cNvSpPr txBox="1">
            <a:spLocks noChangeArrowheads="1"/>
          </p:cNvSpPr>
          <p:nvPr/>
        </p:nvSpPr>
        <p:spPr bwMode="auto">
          <a:xfrm>
            <a:off x="4495800" y="1371600"/>
            <a:ext cx="4495800" cy="2768600"/>
          </a:xfrm>
          <a:prstGeom prst="rect">
            <a:avLst/>
          </a:prstGeom>
          <a:noFill/>
          <a:ln w="25400">
            <a:solidFill>
              <a:srgbClr val="FF99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ea typeface="华文中宋" panose="02010600040101010101" pitchFamily="2" charset="-122"/>
                <a:sym typeface="Symbol" panose="05050102010706020507" pitchFamily="18" charset="2"/>
              </a:rPr>
              <a:t>转移函数如下边所示：</a:t>
            </a:r>
            <a:endParaRPr lang="zh-CN" altLang="en-US" sz="2000" b="1" dirty="0">
              <a:ea typeface="华文中宋" panose="02010600040101010101" pitchFamily="2" charset="-122"/>
              <a:sym typeface="Symbol" panose="05050102010706020507" pitchFamily="18" charset="2"/>
            </a:endParaRPr>
          </a:p>
          <a:p>
            <a:pPr eaLnBrk="1" hangingPunct="1">
              <a:spcBef>
                <a:spcPct val="50000"/>
              </a:spcBef>
            </a:pPr>
            <a:r>
              <a:rPr lang="zh-CN" altLang="en-US" sz="2000" b="1" dirty="0">
                <a:ea typeface="华文中宋" panose="02010600040101010101" pitchFamily="2" charset="-122"/>
                <a:sym typeface="Symbol" panose="05050102010706020507" pitchFamily="18" charset="2"/>
              </a:rPr>
              <a:t></a:t>
            </a: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0</a:t>
            </a:r>
            <a:r>
              <a:rPr lang="en-US" altLang="zh-CN" sz="2000" b="1" dirty="0">
                <a:ea typeface="华文中宋" panose="02010600040101010101" pitchFamily="2" charset="-122"/>
                <a:sym typeface="Symbol" panose="05050102010706020507" pitchFamily="18" charset="2"/>
              </a:rPr>
              <a:t>, a)= (q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s, R)     (q</a:t>
            </a:r>
            <a:r>
              <a:rPr lang="en-US" altLang="zh-CN" sz="2000" b="1" baseline="-25000" dirty="0">
                <a:ea typeface="华文中宋" panose="02010600040101010101" pitchFamily="2" charset="-122"/>
                <a:sym typeface="Symbol" panose="05050102010706020507" pitchFamily="18" charset="2"/>
              </a:rPr>
              <a:t>0</a:t>
            </a:r>
            <a:r>
              <a:rPr lang="en-US" altLang="zh-CN" sz="2000" b="1" dirty="0">
                <a:ea typeface="华文中宋" panose="02010600040101010101" pitchFamily="2" charset="-122"/>
                <a:sym typeface="Symbol" panose="05050102010706020507" pitchFamily="18" charset="2"/>
              </a:rPr>
              <a:t>,t )= (q</a:t>
            </a:r>
            <a:r>
              <a:rPr lang="en-US" altLang="zh-CN" sz="2000" b="1" baseline="-25000" dirty="0">
                <a:ea typeface="华文中宋" panose="02010600040101010101" pitchFamily="2" charset="-122"/>
                <a:sym typeface="Symbol" panose="05050102010706020507" pitchFamily="18" charset="2"/>
              </a:rPr>
              <a:t>3</a:t>
            </a:r>
            <a:r>
              <a:rPr lang="en-US" altLang="zh-CN" sz="2000" b="1" dirty="0">
                <a:ea typeface="华文中宋" panose="02010600040101010101" pitchFamily="2" charset="-122"/>
                <a:sym typeface="Symbol" panose="05050102010706020507" pitchFamily="18" charset="2"/>
              </a:rPr>
              <a:t>, t, R) </a:t>
            </a:r>
          </a:p>
          <a:p>
            <a:pPr eaLnBrk="1" hangingPunct="1">
              <a:spcBef>
                <a:spcPct val="50000"/>
              </a:spcBef>
            </a:pP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a)= (q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a, R)     (q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b)=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t, L)</a:t>
            </a:r>
          </a:p>
          <a:p>
            <a:pPr eaLnBrk="1" hangingPunct="1">
              <a:spcBef>
                <a:spcPct val="50000"/>
              </a:spcBef>
            </a:pP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,t )= (q</a:t>
            </a:r>
            <a:r>
              <a:rPr lang="en-US" altLang="zh-CN" sz="2000" b="1" baseline="-25000" dirty="0">
                <a:ea typeface="华文中宋" panose="02010600040101010101" pitchFamily="2" charset="-122"/>
                <a:sym typeface="Symbol" panose="05050102010706020507" pitchFamily="18" charset="2"/>
              </a:rPr>
              <a:t>1</a:t>
            </a:r>
            <a:r>
              <a:rPr lang="en-US" altLang="zh-CN" sz="2000" b="1" dirty="0">
                <a:ea typeface="华文中宋" panose="02010600040101010101" pitchFamily="2" charset="-122"/>
                <a:sym typeface="Symbol" panose="05050102010706020507" pitchFamily="18" charset="2"/>
              </a:rPr>
              <a:t>, t, R)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a)=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a, L)</a:t>
            </a:r>
          </a:p>
          <a:p>
            <a:pPr eaLnBrk="1" hangingPunct="1">
              <a:spcBef>
                <a:spcPct val="50000"/>
              </a:spcBef>
            </a:pP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s)= (q</a:t>
            </a:r>
            <a:r>
              <a:rPr lang="en-US" altLang="zh-CN" sz="2000" b="1" baseline="-25000" dirty="0">
                <a:ea typeface="华文中宋" panose="02010600040101010101" pitchFamily="2" charset="-122"/>
                <a:sym typeface="Symbol" panose="05050102010706020507" pitchFamily="18" charset="2"/>
              </a:rPr>
              <a:t>0</a:t>
            </a:r>
            <a:r>
              <a:rPr lang="en-US" altLang="zh-CN" sz="2000" b="1" dirty="0">
                <a:ea typeface="华文中宋" panose="02010600040101010101" pitchFamily="2" charset="-122"/>
                <a:sym typeface="Symbol" panose="05050102010706020507" pitchFamily="18" charset="2"/>
              </a:rPr>
              <a:t>, s, R)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,t )= (q</a:t>
            </a:r>
            <a:r>
              <a:rPr lang="en-US" altLang="zh-CN" sz="2000" b="1" baseline="-25000" dirty="0">
                <a:ea typeface="华文中宋" panose="02010600040101010101" pitchFamily="2" charset="-122"/>
                <a:sym typeface="Symbol" panose="05050102010706020507" pitchFamily="18" charset="2"/>
              </a:rPr>
              <a:t>2</a:t>
            </a:r>
            <a:r>
              <a:rPr lang="en-US" altLang="zh-CN" sz="2000" b="1" dirty="0">
                <a:ea typeface="华文中宋" panose="02010600040101010101" pitchFamily="2" charset="-122"/>
                <a:sym typeface="Symbol" panose="05050102010706020507" pitchFamily="18" charset="2"/>
              </a:rPr>
              <a:t>, t, L)</a:t>
            </a:r>
          </a:p>
          <a:p>
            <a:pPr eaLnBrk="1" hangingPunct="1">
              <a:spcBef>
                <a:spcPct val="50000"/>
              </a:spcBef>
            </a:pPr>
            <a:r>
              <a:rPr lang="en-US" altLang="zh-CN" sz="2000" b="1" dirty="0">
                <a:ea typeface="华文中宋" panose="02010600040101010101" pitchFamily="2" charset="-122"/>
                <a:sym typeface="Symbol" panose="05050102010706020507" pitchFamily="18" charset="2"/>
              </a:rPr>
              <a:t>(q</a:t>
            </a:r>
            <a:r>
              <a:rPr lang="en-US" altLang="zh-CN" sz="2000" b="1" baseline="-25000" dirty="0">
                <a:ea typeface="华文中宋" panose="02010600040101010101" pitchFamily="2" charset="-122"/>
                <a:sym typeface="Symbol" panose="05050102010706020507" pitchFamily="18" charset="2"/>
              </a:rPr>
              <a:t>3</a:t>
            </a:r>
            <a:r>
              <a:rPr lang="en-US" altLang="zh-CN" sz="2000" b="1" dirty="0">
                <a:ea typeface="华文中宋" panose="02010600040101010101" pitchFamily="2" charset="-122"/>
                <a:sym typeface="Symbol" panose="05050102010706020507" pitchFamily="18" charset="2"/>
              </a:rPr>
              <a:t>, t)= (q</a:t>
            </a:r>
            <a:r>
              <a:rPr lang="en-US" altLang="zh-CN" sz="2000" b="1" baseline="-25000" dirty="0">
                <a:ea typeface="华文中宋" panose="02010600040101010101" pitchFamily="2" charset="-122"/>
                <a:sym typeface="Symbol" panose="05050102010706020507" pitchFamily="18" charset="2"/>
              </a:rPr>
              <a:t>3</a:t>
            </a:r>
            <a:r>
              <a:rPr lang="en-US" altLang="zh-CN" sz="2000" b="1" dirty="0">
                <a:ea typeface="华文中宋" panose="02010600040101010101" pitchFamily="2" charset="-122"/>
                <a:sym typeface="Symbol" panose="05050102010706020507" pitchFamily="18" charset="2"/>
              </a:rPr>
              <a:t>, t, R)      (q</a:t>
            </a:r>
            <a:r>
              <a:rPr lang="en-US" altLang="zh-CN" sz="2000" b="1" baseline="-25000" dirty="0">
                <a:ea typeface="华文中宋" panose="02010600040101010101" pitchFamily="2" charset="-122"/>
                <a:sym typeface="Symbol" panose="05050102010706020507" pitchFamily="18" charset="2"/>
              </a:rPr>
              <a:t>3</a:t>
            </a:r>
            <a:r>
              <a:rPr lang="en-US" altLang="zh-CN" sz="2000" b="1" dirty="0">
                <a:ea typeface="华文中宋" panose="02010600040101010101" pitchFamily="2" charset="-122"/>
                <a:sym typeface="Symbol" panose="05050102010706020507" pitchFamily="18" charset="2"/>
              </a:rPr>
              <a:t>, B)= (q</a:t>
            </a:r>
            <a:r>
              <a:rPr lang="en-US" altLang="zh-CN" sz="2000" b="1" baseline="-25000" dirty="0">
                <a:ea typeface="华文中宋" panose="02010600040101010101" pitchFamily="2" charset="-122"/>
                <a:sym typeface="Symbol" panose="05050102010706020507" pitchFamily="18" charset="2"/>
              </a:rPr>
              <a:t>4</a:t>
            </a:r>
            <a:r>
              <a:rPr lang="en-US" altLang="zh-CN" sz="2000" b="1" dirty="0">
                <a:ea typeface="华文中宋" panose="02010600040101010101" pitchFamily="2" charset="-122"/>
                <a:sym typeface="Symbol" panose="05050102010706020507" pitchFamily="18" charset="2"/>
              </a:rPr>
              <a:t>, B, R)</a:t>
            </a:r>
          </a:p>
        </p:txBody>
      </p:sp>
      <p:sp>
        <p:nvSpPr>
          <p:cNvPr id="1030" name="Rectangle 5">
            <a:extLst>
              <a:ext uri="{FF2B5EF4-FFF2-40B4-BE49-F238E27FC236}">
                <a16:creationId xmlns:a16="http://schemas.microsoft.com/office/drawing/2014/main" id="{997DCB78-443A-4E45-BBDA-95EF5CCC2139}"/>
              </a:ext>
            </a:extLst>
          </p:cNvPr>
          <p:cNvSpPr>
            <a:spLocks noChangeArrowheads="1"/>
          </p:cNvSpPr>
          <p:nvPr/>
        </p:nvSpPr>
        <p:spPr bwMode="auto">
          <a:xfrm>
            <a:off x="776288" y="4343400"/>
            <a:ext cx="7910512" cy="1000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pPr>
            <a:r>
              <a:rPr lang="zh-CN" altLang="en-US" b="1" dirty="0">
                <a:ea typeface="华文中宋" panose="02010600040101010101" pitchFamily="2" charset="-122"/>
                <a:sym typeface="Symbol" panose="05050102010706020507" pitchFamily="18" charset="2"/>
              </a:rPr>
              <a:t>你的任务：作句子</a:t>
            </a:r>
            <a:r>
              <a:rPr lang="en-US" altLang="zh-CN" b="1" dirty="0" err="1">
                <a:ea typeface="华文中宋" panose="02010600040101010101" pitchFamily="2" charset="-122"/>
                <a:sym typeface="Symbol" panose="05050102010706020507" pitchFamily="18" charset="2"/>
              </a:rPr>
              <a:t>aabb</a:t>
            </a:r>
            <a:r>
              <a:rPr lang="zh-CN" altLang="en-US" b="1" dirty="0">
                <a:ea typeface="华文中宋" panose="02010600040101010101" pitchFamily="2" charset="-122"/>
                <a:sym typeface="Symbol" panose="05050102010706020507" pitchFamily="18" charset="2"/>
              </a:rPr>
              <a:t>的计算过程，判定它是否被</a:t>
            </a:r>
            <a:r>
              <a:rPr lang="en-US" altLang="zh-CN" b="1" dirty="0">
                <a:ea typeface="华文中宋" panose="02010600040101010101" pitchFamily="2" charset="-122"/>
                <a:sym typeface="Symbol" panose="05050102010706020507" pitchFamily="18" charset="2"/>
              </a:rPr>
              <a:t>M</a:t>
            </a:r>
            <a:r>
              <a:rPr lang="zh-CN" altLang="en-US" b="1" dirty="0">
                <a:ea typeface="华文中宋" panose="02010600040101010101" pitchFamily="2" charset="-122"/>
                <a:sym typeface="Symbol" panose="05050102010706020507" pitchFamily="18" charset="2"/>
              </a:rPr>
              <a:t>接受；</a:t>
            </a:r>
            <a:r>
              <a:rPr lang="en-US" altLang="zh-CN" b="1" dirty="0" err="1">
                <a:ea typeface="华文中宋" panose="02010600040101010101" pitchFamily="2" charset="-122"/>
                <a:sym typeface="Symbol" panose="05050102010706020507" pitchFamily="18" charset="2"/>
              </a:rPr>
              <a:t>abab</a:t>
            </a:r>
            <a:r>
              <a:rPr lang="zh-CN" altLang="en-US" b="1" dirty="0">
                <a:ea typeface="华文中宋" panose="02010600040101010101" pitchFamily="2" charset="-122"/>
                <a:sym typeface="Symbol" panose="05050102010706020507" pitchFamily="18" charset="2"/>
              </a:rPr>
              <a:t>能被</a:t>
            </a:r>
            <a:r>
              <a:rPr lang="en-US" altLang="zh-CN" b="1" dirty="0">
                <a:ea typeface="华文中宋" panose="02010600040101010101" pitchFamily="2" charset="-122"/>
                <a:sym typeface="Symbol" panose="05050102010706020507" pitchFamily="18" charset="2"/>
              </a:rPr>
              <a:t>M</a:t>
            </a:r>
            <a:r>
              <a:rPr lang="zh-CN" altLang="en-US" b="1" dirty="0">
                <a:ea typeface="华文中宋" panose="02010600040101010101" pitchFamily="2" charset="-122"/>
                <a:sym typeface="Symbol" panose="05050102010706020507" pitchFamily="18" charset="2"/>
              </a:rPr>
              <a:t>接受吗？你能猜测</a:t>
            </a:r>
            <a:r>
              <a:rPr lang="en-US" altLang="zh-CN" b="1" dirty="0">
                <a:ea typeface="华文中宋" panose="02010600040101010101" pitchFamily="2" charset="-122"/>
                <a:sym typeface="Symbol" panose="05050102010706020507" pitchFamily="18" charset="2"/>
              </a:rPr>
              <a:t>M</a:t>
            </a:r>
            <a:r>
              <a:rPr lang="zh-CN" altLang="en-US" b="1" dirty="0">
                <a:ea typeface="华文中宋" panose="02010600040101010101" pitchFamily="2" charset="-122"/>
                <a:sym typeface="Symbol" panose="05050102010706020507" pitchFamily="18" charset="2"/>
              </a:rPr>
              <a:t>接受的是什么语言？</a:t>
            </a:r>
          </a:p>
        </p:txBody>
      </p:sp>
      <p:sp>
        <p:nvSpPr>
          <p:cNvPr id="1031" name="Rectangle 6">
            <a:extLst>
              <a:ext uri="{FF2B5EF4-FFF2-40B4-BE49-F238E27FC236}">
                <a16:creationId xmlns:a16="http://schemas.microsoft.com/office/drawing/2014/main" id="{07C5FB23-0D46-433B-A4D5-B18C4B9120E0}"/>
              </a:ext>
            </a:extLst>
          </p:cNvPr>
          <p:cNvSpPr>
            <a:spLocks noChangeArrowheads="1"/>
          </p:cNvSpPr>
          <p:nvPr/>
        </p:nvSpPr>
        <p:spPr bwMode="auto">
          <a:xfrm>
            <a:off x="395288" y="5410200"/>
            <a:ext cx="7834312" cy="520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20000"/>
              </a:spcBef>
            </a:pPr>
            <a:r>
              <a:rPr lang="en-US" altLang="zh-CN" b="1" dirty="0">
                <a:ea typeface="华文中宋" panose="02010600040101010101" pitchFamily="2" charset="-122"/>
                <a:sym typeface="Symbol" panose="05050102010706020507" pitchFamily="18" charset="2"/>
              </a:rPr>
              <a:t>2</a:t>
            </a:r>
            <a:r>
              <a:rPr lang="zh-CN" altLang="en-US" b="1" dirty="0">
                <a:ea typeface="华文中宋" panose="02010600040101010101" pitchFamily="2" charset="-122"/>
                <a:sym typeface="Symbol" panose="05050102010706020507" pitchFamily="18" charset="2"/>
              </a:rPr>
              <a:t>、设计一个图灵机</a:t>
            </a:r>
            <a:r>
              <a:rPr lang="en-US" altLang="zh-CN" b="1" dirty="0">
                <a:ea typeface="华文中宋" panose="02010600040101010101" pitchFamily="2" charset="-122"/>
                <a:sym typeface="Symbol" panose="05050102010706020507" pitchFamily="18" charset="2"/>
              </a:rPr>
              <a:t>TM</a:t>
            </a:r>
            <a:r>
              <a:rPr lang="zh-CN" altLang="en-US" b="1" dirty="0">
                <a:ea typeface="华文中宋" panose="02010600040101010101" pitchFamily="2" charset="-122"/>
                <a:sym typeface="Symbol" panose="05050102010706020507" pitchFamily="18" charset="2"/>
              </a:rPr>
              <a:t>，使它能识别回文串语言集合</a:t>
            </a:r>
          </a:p>
        </p:txBody>
      </p:sp>
      <p:graphicFrame>
        <p:nvGraphicFramePr>
          <p:cNvPr id="1026" name="Object 7">
            <a:extLst>
              <a:ext uri="{FF2B5EF4-FFF2-40B4-BE49-F238E27FC236}">
                <a16:creationId xmlns:a16="http://schemas.microsoft.com/office/drawing/2014/main" id="{BACAD27C-83BA-46D9-ADC0-20954D84AD3C}"/>
              </a:ext>
            </a:extLst>
          </p:cNvPr>
          <p:cNvGraphicFramePr>
            <a:graphicFrameLocks noChangeAspect="1"/>
          </p:cNvGraphicFramePr>
          <p:nvPr/>
        </p:nvGraphicFramePr>
        <p:xfrm>
          <a:off x="1371600" y="5959475"/>
          <a:ext cx="2590800" cy="593725"/>
        </p:xfrm>
        <a:graphic>
          <a:graphicData uri="http://schemas.openxmlformats.org/presentationml/2006/ole">
            <mc:AlternateContent xmlns:mc="http://schemas.openxmlformats.org/markup-compatibility/2006">
              <mc:Choice xmlns:v="urn:schemas-microsoft-com:vml" Requires="v">
                <p:oleObj name="Equation" r:id="rId2" imgW="1054080" imgH="241200" progId="Equation.3">
                  <p:embed/>
                </p:oleObj>
              </mc:Choice>
              <mc:Fallback>
                <p:oleObj name="Equation" r:id="rId2" imgW="1054080" imgH="2412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5959475"/>
                        <a:ext cx="2590800"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2" name="AutoShape 8">
            <a:extLst>
              <a:ext uri="{FF2B5EF4-FFF2-40B4-BE49-F238E27FC236}">
                <a16:creationId xmlns:a16="http://schemas.microsoft.com/office/drawing/2014/main" id="{DA817140-FA89-406D-81E5-A507E82C0D95}"/>
              </a:ext>
            </a:extLst>
          </p:cNvPr>
          <p:cNvSpPr>
            <a:spLocks noChangeArrowheads="1"/>
          </p:cNvSpPr>
          <p:nvPr/>
        </p:nvSpPr>
        <p:spPr bwMode="auto">
          <a:xfrm>
            <a:off x="5076825" y="260350"/>
            <a:ext cx="1981200" cy="762000"/>
          </a:xfrm>
          <a:prstGeom prst="wedgeRoundRectCallout">
            <a:avLst>
              <a:gd name="adj1" fmla="val -73477"/>
              <a:gd name="adj2" fmla="val -5625"/>
              <a:gd name="adj3" fmla="val 16667"/>
            </a:avLst>
          </a:prstGeom>
          <a:solidFill>
            <a:schemeClr val="accent1"/>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4000" dirty="0">
                <a:solidFill>
                  <a:schemeClr val="tx2"/>
                </a:solidFill>
                <a:ea typeface="华文中宋" panose="02010600040101010101" pitchFamily="2" charset="-122"/>
              </a:rPr>
              <a:t>练习题</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30BC42B-9A44-4D8F-B8EC-0C6407F5C5E0}"/>
              </a:ext>
            </a:extLst>
          </p:cNvPr>
          <p:cNvSpPr>
            <a:spLocks noGrp="1" noChangeArrowheads="1"/>
          </p:cNvSpPr>
          <p:nvPr>
            <p:ph type="title"/>
          </p:nvPr>
        </p:nvSpPr>
        <p:spPr bwMode="auto">
          <a:xfrm>
            <a:off x="685800" y="457200"/>
            <a:ext cx="80010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9.</a:t>
            </a:r>
            <a:r>
              <a:rPr kumimoji="0" lang="zh-CN" altLang="en-US" sz="4000" b="1" dirty="0">
                <a:solidFill>
                  <a:schemeClr val="accent2"/>
                </a:solidFill>
                <a:latin typeface="华文中宋" panose="02010600040101010101" pitchFamily="2" charset="-122"/>
                <a:ea typeface="华文中宋" panose="02010600040101010101" pitchFamily="2" charset="-122"/>
              </a:rPr>
              <a:t>图灵机也可作为计算函数的装置</a:t>
            </a:r>
          </a:p>
        </p:txBody>
      </p:sp>
      <p:sp>
        <p:nvSpPr>
          <p:cNvPr id="103427" name="Rectangle 3">
            <a:extLst>
              <a:ext uri="{FF2B5EF4-FFF2-40B4-BE49-F238E27FC236}">
                <a16:creationId xmlns:a16="http://schemas.microsoft.com/office/drawing/2014/main" id="{EC624159-9F64-45E0-8A40-63B2E40A8321}"/>
              </a:ext>
            </a:extLst>
          </p:cNvPr>
          <p:cNvSpPr>
            <a:spLocks noGrp="1" noChangeArrowheads="1"/>
          </p:cNvSpPr>
          <p:nvPr>
            <p:ph type="body" idx="1"/>
          </p:nvPr>
        </p:nvSpPr>
        <p:spPr bwMode="auto">
          <a:xfrm>
            <a:off x="609600" y="1524000"/>
            <a:ext cx="7848600" cy="2743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spcBef>
                <a:spcPct val="0"/>
              </a:spcBef>
              <a:buFontTx/>
              <a:buNone/>
            </a:pPr>
            <a:r>
              <a:rPr kumimoji="0" lang="en-US" altLang="zh-CN" sz="2800" b="1" dirty="0">
                <a:latin typeface="华文中宋" panose="02010600040101010101" pitchFamily="2" charset="-122"/>
              </a:rPr>
              <a:t>  </a:t>
            </a:r>
            <a:r>
              <a:rPr kumimoji="0" lang="zh-CN" altLang="en-US" sz="2800" b="1" dirty="0">
                <a:latin typeface="华文中宋" panose="02010600040101010101" pitchFamily="2" charset="-122"/>
              </a:rPr>
              <a:t>若一个</a:t>
            </a:r>
            <a:r>
              <a:rPr kumimoji="0" lang="en-US" altLang="zh-CN" sz="2800" b="1" dirty="0">
                <a:latin typeface="华文中宋" panose="02010600040101010101" pitchFamily="2" charset="-122"/>
              </a:rPr>
              <a:t>TM</a:t>
            </a:r>
            <a:r>
              <a:rPr kumimoji="0" lang="zh-CN" altLang="en-US" sz="2800" b="1" dirty="0">
                <a:latin typeface="华文中宋" panose="02010600040101010101" pitchFamily="2" charset="-122"/>
              </a:rPr>
              <a:t>总是从输入带前</a:t>
            </a:r>
            <a:r>
              <a:rPr kumimoji="0" lang="en-US" altLang="zh-CN" sz="2800" b="1" dirty="0">
                <a:latin typeface="华文中宋" panose="02010600040101010101" pitchFamily="2" charset="-122"/>
              </a:rPr>
              <a:t>n</a:t>
            </a:r>
            <a:r>
              <a:rPr kumimoji="0" lang="zh-CN" altLang="en-US" sz="2800" b="1" dirty="0">
                <a:latin typeface="华文中宋" panose="02010600040101010101" pitchFamily="2" charset="-122"/>
              </a:rPr>
              <a:t>个方格中读入</a:t>
            </a:r>
            <a:r>
              <a:rPr kumimoji="0" lang="en-US" altLang="zh-CN" sz="2800" b="1" dirty="0">
                <a:latin typeface="华文中宋" panose="02010600040101010101" pitchFamily="2" charset="-122"/>
              </a:rPr>
              <a:t>n</a:t>
            </a:r>
            <a:r>
              <a:rPr kumimoji="0" lang="zh-CN" altLang="en-US" sz="2800" b="1" dirty="0">
                <a:latin typeface="华文中宋" panose="02010600040101010101" pitchFamily="2" charset="-122"/>
              </a:rPr>
              <a:t>个经过编码的字符串</a:t>
            </a:r>
            <a:r>
              <a:rPr kumimoji="0" lang="en-US" altLang="zh-CN" sz="2800" b="1" dirty="0">
                <a:latin typeface="华文中宋" panose="02010600040101010101" pitchFamily="2" charset="-122"/>
              </a:rPr>
              <a:t>x</a:t>
            </a:r>
            <a:r>
              <a:rPr kumimoji="0" lang="zh-CN" altLang="en-US" sz="2800" b="1" dirty="0">
                <a:latin typeface="华文中宋" panose="02010600040101010101" pitchFamily="2" charset="-122"/>
              </a:rPr>
              <a:t>，并且在输出带输出一个整数</a:t>
            </a:r>
            <a:r>
              <a:rPr kumimoji="0" lang="en-US" altLang="zh-CN" sz="2800" b="1" dirty="0">
                <a:latin typeface="华文中宋" panose="02010600040101010101" pitchFamily="2" charset="-122"/>
              </a:rPr>
              <a:t>y</a:t>
            </a:r>
            <a:r>
              <a:rPr kumimoji="0" lang="zh-CN" altLang="en-US" sz="2800" b="1" dirty="0">
                <a:latin typeface="华文中宋" panose="02010600040101010101" pitchFamily="2" charset="-122"/>
              </a:rPr>
              <a:t>（编码后）后停机，那么就说</a:t>
            </a:r>
            <a:r>
              <a:rPr kumimoji="0" lang="en-US" altLang="zh-CN" sz="2800" b="1" dirty="0">
                <a:latin typeface="华文中宋" panose="02010600040101010101" pitchFamily="2" charset="-122"/>
              </a:rPr>
              <a:t>TM</a:t>
            </a:r>
            <a:r>
              <a:rPr kumimoji="0" lang="zh-CN" altLang="en-US" sz="2800" b="1" dirty="0">
                <a:latin typeface="华文中宋" panose="02010600040101010101" pitchFamily="2" charset="-122"/>
              </a:rPr>
              <a:t>计算了函数</a:t>
            </a:r>
            <a:r>
              <a:rPr kumimoji="0" lang="en-US" altLang="zh-CN" sz="2800" b="1" dirty="0">
                <a:latin typeface="华文中宋" panose="02010600040101010101" pitchFamily="2" charset="-122"/>
              </a:rPr>
              <a:t>f(x)=y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3427">
                                            <p:txEl>
                                              <p:pRg st="0" end="0"/>
                                            </p:txEl>
                                          </p:spTgt>
                                        </p:tgtEl>
                                        <p:attrNameLst>
                                          <p:attrName>style.visibility</p:attrName>
                                        </p:attrNameLst>
                                      </p:cBhvr>
                                      <p:to>
                                        <p:strVal val="visible"/>
                                      </p:to>
                                    </p:set>
                                    <p:anim calcmode="lin" valueType="num">
                                      <p:cBhvr additive="base">
                                        <p:cTn id="7" dur="500" fill="hold"/>
                                        <p:tgtEl>
                                          <p:spTgt spid="10342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342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7"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1746" name="Rectangle 1026">
            <a:extLst>
              <a:ext uri="{FF2B5EF4-FFF2-40B4-BE49-F238E27FC236}">
                <a16:creationId xmlns:a16="http://schemas.microsoft.com/office/drawing/2014/main" id="{D22C3008-72B6-46CB-B972-BFD667A2250E}"/>
              </a:ext>
            </a:extLst>
          </p:cNvPr>
          <p:cNvSpPr>
            <a:spLocks noGrp="1" noChangeArrowheads="1"/>
          </p:cNvSpPr>
          <p:nvPr>
            <p:ph type="title"/>
          </p:nvPr>
        </p:nvSpPr>
        <p:spPr bwMode="auto">
          <a:xfrm>
            <a:off x="685800" y="1524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solidFill>
                  <a:schemeClr val="accent2"/>
                </a:solidFill>
                <a:latin typeface="华文中宋" panose="02010600040101010101" pitchFamily="2" charset="-122"/>
                <a:ea typeface="华文中宋" panose="02010600040101010101" pitchFamily="2" charset="-122"/>
              </a:rPr>
              <a:t>10</a:t>
            </a:r>
            <a:r>
              <a:rPr kumimoji="0" lang="zh-CN" altLang="en-US" sz="4000" b="1" dirty="0">
                <a:solidFill>
                  <a:schemeClr val="accent2"/>
                </a:solidFill>
                <a:latin typeface="华文中宋" panose="02010600040101010101" pitchFamily="2" charset="-122"/>
                <a:ea typeface="华文中宋" panose="02010600040101010101" pitchFamily="2" charset="-122"/>
              </a:rPr>
              <a:t>、图灵机</a:t>
            </a:r>
            <a:r>
              <a:rPr kumimoji="0" lang="en-US" altLang="zh-CN" sz="4000" b="1" dirty="0">
                <a:solidFill>
                  <a:schemeClr val="accent2"/>
                </a:solidFill>
                <a:latin typeface="华文中宋" panose="02010600040101010101" pitchFamily="2" charset="-122"/>
                <a:ea typeface="华文中宋" panose="02010600040101010101" pitchFamily="2" charset="-122"/>
              </a:rPr>
              <a:t>TM</a:t>
            </a:r>
            <a:r>
              <a:rPr kumimoji="0" lang="zh-CN" altLang="en-US" sz="4000" b="1" dirty="0">
                <a:solidFill>
                  <a:schemeClr val="accent2"/>
                </a:solidFill>
                <a:latin typeface="华文中宋" panose="02010600040101010101" pitchFamily="2" charset="-122"/>
                <a:ea typeface="华文中宋" panose="02010600040101010101" pitchFamily="2" charset="-122"/>
              </a:rPr>
              <a:t>的时间复杂性</a:t>
            </a:r>
          </a:p>
        </p:txBody>
      </p:sp>
      <p:sp>
        <p:nvSpPr>
          <p:cNvPr id="104451" name="Rectangle 1027">
            <a:extLst>
              <a:ext uri="{FF2B5EF4-FFF2-40B4-BE49-F238E27FC236}">
                <a16:creationId xmlns:a16="http://schemas.microsoft.com/office/drawing/2014/main" id="{3E48F7F0-340B-4C61-8909-4FDD283DFB47}"/>
              </a:ext>
            </a:extLst>
          </p:cNvPr>
          <p:cNvSpPr>
            <a:spLocks noGrp="1" noChangeArrowheads="1"/>
          </p:cNvSpPr>
          <p:nvPr>
            <p:ph type="body" idx="1"/>
          </p:nvPr>
        </p:nvSpPr>
        <p:spPr bwMode="auto">
          <a:xfrm>
            <a:off x="381000" y="990600"/>
            <a:ext cx="8458200" cy="5638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30000"/>
              </a:lnSpc>
              <a:spcBef>
                <a:spcPct val="0"/>
              </a:spcBef>
              <a:buFontTx/>
              <a:buNone/>
            </a:pPr>
            <a:r>
              <a:rPr kumimoji="0" lang="zh-CN" altLang="en-US" sz="2800" b="1" dirty="0">
                <a:solidFill>
                  <a:srgbClr val="FF0000"/>
                </a:solidFill>
                <a:latin typeface="华文中宋" panose="02010600040101010101" pitchFamily="2" charset="-122"/>
                <a:ea typeface="华文中宋" panose="02010600040101010101" pitchFamily="2" charset="-122"/>
              </a:rPr>
              <a:t>图灵机</a:t>
            </a:r>
            <a:r>
              <a:rPr kumimoji="0" lang="en-US" altLang="zh-CN" sz="2800" b="1" dirty="0">
                <a:solidFill>
                  <a:srgbClr val="FF0000"/>
                </a:solidFill>
                <a:latin typeface="华文中宋" panose="02010600040101010101" pitchFamily="2" charset="-122"/>
                <a:ea typeface="华文中宋" panose="02010600040101010101" pitchFamily="2" charset="-122"/>
              </a:rPr>
              <a:t>TM</a:t>
            </a:r>
            <a:r>
              <a:rPr kumimoji="0" lang="zh-CN" altLang="en-US" sz="2800" b="1" dirty="0">
                <a:solidFill>
                  <a:srgbClr val="FF0000"/>
                </a:solidFill>
                <a:latin typeface="华文中宋" panose="02010600040101010101" pitchFamily="2" charset="-122"/>
                <a:ea typeface="华文中宋" panose="02010600040101010101" pitchFamily="2" charset="-122"/>
              </a:rPr>
              <a:t>的时间复杂性</a:t>
            </a:r>
          </a:p>
          <a:p>
            <a:pPr>
              <a:lnSpc>
                <a:spcPct val="130000"/>
              </a:lnSpc>
              <a:spcBef>
                <a:spcPct val="0"/>
              </a:spcBef>
            </a:pPr>
            <a:r>
              <a:rPr kumimoji="0" lang="zh-CN" altLang="en-US" sz="2800" b="1" dirty="0">
                <a:latin typeface="华文中宋" panose="02010600040101010101" pitchFamily="2" charset="-122"/>
                <a:ea typeface="华文中宋" panose="02010600040101010101" pitchFamily="2" charset="-122"/>
              </a:rPr>
              <a:t>图灵机</a:t>
            </a:r>
            <a:r>
              <a:rPr kumimoji="0" lang="en-US" altLang="zh-CN" sz="2800" b="1" dirty="0">
                <a:latin typeface="华文中宋" panose="02010600040101010101" pitchFamily="2" charset="-122"/>
                <a:ea typeface="华文中宋" panose="02010600040101010101" pitchFamily="2" charset="-122"/>
              </a:rPr>
              <a:t>TM</a:t>
            </a:r>
            <a:r>
              <a:rPr kumimoji="0" lang="zh-CN" altLang="en-US" sz="2800" b="1" dirty="0">
                <a:latin typeface="华文中宋" panose="02010600040101010101" pitchFamily="2" charset="-122"/>
                <a:ea typeface="华文中宋" panose="02010600040101010101" pitchFamily="2" charset="-122"/>
              </a:rPr>
              <a:t>对输入</a:t>
            </a:r>
            <a:r>
              <a:rPr kumimoji="0" lang="en-US" altLang="zh-CN" sz="2800" b="1" dirty="0">
                <a:latin typeface="华文中宋" panose="02010600040101010101" pitchFamily="2" charset="-122"/>
                <a:ea typeface="华文中宋" panose="02010600040101010101" pitchFamily="2" charset="-122"/>
              </a:rPr>
              <a:t>x</a:t>
            </a:r>
            <a:r>
              <a:rPr kumimoji="0" lang="zh-CN" altLang="en-US" sz="2800" b="1" dirty="0">
                <a:latin typeface="华文中宋" panose="02010600040101010101" pitchFamily="2" charset="-122"/>
                <a:ea typeface="华文中宋" panose="02010600040101010101" pitchFamily="2" charset="-122"/>
              </a:rPr>
              <a:t>的时间复杂性：从初态到终态的计算步数</a:t>
            </a:r>
          </a:p>
          <a:p>
            <a:pPr>
              <a:lnSpc>
                <a:spcPct val="130000"/>
              </a:lnSpc>
              <a:spcBef>
                <a:spcPct val="0"/>
              </a:spcBef>
            </a:pPr>
            <a:r>
              <a:rPr kumimoji="0" lang="zh-CN" altLang="en-US" sz="2800" b="1" dirty="0">
                <a:latin typeface="华文中宋" panose="02010600040101010101" pitchFamily="2" charset="-122"/>
                <a:ea typeface="华文中宋" panose="02010600040101010101" pitchFamily="2" charset="-122"/>
              </a:rPr>
              <a:t>图灵机</a:t>
            </a:r>
            <a:r>
              <a:rPr kumimoji="0" lang="en-US" altLang="zh-CN" sz="2800" b="1" dirty="0">
                <a:latin typeface="华文中宋" panose="02010600040101010101" pitchFamily="2" charset="-122"/>
                <a:ea typeface="华文中宋" panose="02010600040101010101" pitchFamily="2" charset="-122"/>
              </a:rPr>
              <a:t>TM</a:t>
            </a:r>
            <a:r>
              <a:rPr kumimoji="0" lang="zh-CN" altLang="en-US" sz="2800" b="1" dirty="0">
                <a:latin typeface="华文中宋" panose="02010600040101010101" pitchFamily="2" charset="-122"/>
                <a:ea typeface="华文中宋" panose="02010600040101010101" pitchFamily="2" charset="-122"/>
              </a:rPr>
              <a:t>的时间复杂性</a:t>
            </a:r>
            <a:r>
              <a:rPr kumimoji="0" lang="en-US" altLang="zh-CN" sz="2800" b="1" dirty="0">
                <a:latin typeface="华文中宋" panose="02010600040101010101" pitchFamily="2" charset="-122"/>
                <a:ea typeface="华文中宋" panose="02010600040101010101" pitchFamily="2" charset="-122"/>
              </a:rPr>
              <a:t>T(n)</a:t>
            </a:r>
            <a:r>
              <a:rPr kumimoji="0" lang="zh-CN" altLang="en-US" sz="2800" b="1" dirty="0">
                <a:latin typeface="华文中宋" panose="02010600040101010101" pitchFamily="2" charset="-122"/>
                <a:ea typeface="华文中宋" panose="02010600040101010101" pitchFamily="2" charset="-122"/>
              </a:rPr>
              <a:t>：是它处理所有长度为</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的输入所需的最大计算步数。如果对某个长度为</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的输入，图灵机不停机，</a:t>
            </a:r>
            <a:r>
              <a:rPr kumimoji="0" lang="en-US" altLang="zh-CN" sz="2800" b="1" dirty="0">
                <a:latin typeface="华文中宋" panose="02010600040101010101" pitchFamily="2" charset="-122"/>
                <a:ea typeface="华文中宋" panose="02010600040101010101" pitchFamily="2" charset="-122"/>
              </a:rPr>
              <a:t>T(n)</a:t>
            </a:r>
            <a:r>
              <a:rPr kumimoji="0" lang="zh-CN" altLang="en-US" sz="2800" b="1" dirty="0">
                <a:latin typeface="华文中宋" panose="02010600040101010101" pitchFamily="2" charset="-122"/>
                <a:ea typeface="华文中宋" panose="02010600040101010101" pitchFamily="2" charset="-122"/>
              </a:rPr>
              <a:t>对这个</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值无定义。（</a:t>
            </a:r>
            <a:r>
              <a:rPr lang="zh-CN" altLang="en-US" sz="2800" b="1" dirty="0"/>
              <a:t>最坏情况）</a:t>
            </a:r>
          </a:p>
          <a:p>
            <a:pPr>
              <a:lnSpc>
                <a:spcPct val="130000"/>
              </a:lnSpc>
              <a:spcBef>
                <a:spcPct val="0"/>
              </a:spcBef>
            </a:pPr>
            <a:r>
              <a:rPr kumimoji="0" lang="zh-CN" altLang="en-US" sz="2800" b="1" dirty="0">
                <a:latin typeface="华文中宋" panose="02010600040101010101" pitchFamily="2" charset="-122"/>
                <a:ea typeface="华文中宋" panose="02010600040101010101" pitchFamily="2" charset="-122"/>
              </a:rPr>
              <a:t>平均情况：在输入字符串长度为</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的情况下，所有输入上的运行时间的平均值。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anim calcmode="lin" valueType="num">
                                      <p:cBhvr additive="base">
                                        <p:cTn id="7" dur="500" fill="hold"/>
                                        <p:tgtEl>
                                          <p:spTgt spid="10445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044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4451">
                                            <p:txEl>
                                              <p:pRg st="1" end="1"/>
                                            </p:txEl>
                                          </p:spTgt>
                                        </p:tgtEl>
                                        <p:attrNameLst>
                                          <p:attrName>style.visibility</p:attrName>
                                        </p:attrNameLst>
                                      </p:cBhvr>
                                      <p:to>
                                        <p:strVal val="visible"/>
                                      </p:to>
                                    </p:set>
                                    <p:anim calcmode="lin" valueType="num">
                                      <p:cBhvr additive="base">
                                        <p:cTn id="13" dur="500" fill="hold"/>
                                        <p:tgtEl>
                                          <p:spTgt spid="10445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044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04451">
                                            <p:txEl>
                                              <p:pRg st="2" end="2"/>
                                            </p:txEl>
                                          </p:spTgt>
                                        </p:tgtEl>
                                        <p:attrNameLst>
                                          <p:attrName>style.visibility</p:attrName>
                                        </p:attrNameLst>
                                      </p:cBhvr>
                                      <p:to>
                                        <p:strVal val="visible"/>
                                      </p:to>
                                    </p:set>
                                    <p:anim calcmode="lin" valueType="num">
                                      <p:cBhvr additive="base">
                                        <p:cTn id="19" dur="500" fill="hold"/>
                                        <p:tgtEl>
                                          <p:spTgt spid="10445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044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04451">
                                            <p:txEl>
                                              <p:pRg st="3" end="3"/>
                                            </p:txEl>
                                          </p:spTgt>
                                        </p:tgtEl>
                                        <p:attrNameLst>
                                          <p:attrName>style.visibility</p:attrName>
                                        </p:attrNameLst>
                                      </p:cBhvr>
                                      <p:to>
                                        <p:strVal val="visible"/>
                                      </p:to>
                                    </p:set>
                                    <p:anim calcmode="lin" valueType="num">
                                      <p:cBhvr additive="base">
                                        <p:cTn id="25" dur="500" fill="hold"/>
                                        <p:tgtEl>
                                          <p:spTgt spid="10445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0445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3E8674E-E403-4C0E-9EB3-1A93A1AF2E4D}"/>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dirty="0">
                <a:latin typeface="华文中宋" panose="02010600040101010101" pitchFamily="2" charset="-122"/>
                <a:ea typeface="华文中宋" panose="02010600040101010101" pitchFamily="2" charset="-122"/>
              </a:rPr>
              <a:t>图灵机</a:t>
            </a:r>
            <a:r>
              <a:rPr kumimoji="0" lang="en-US" altLang="zh-CN" sz="4000" b="1" dirty="0">
                <a:latin typeface="华文中宋" panose="02010600040101010101" pitchFamily="2" charset="-122"/>
                <a:ea typeface="华文中宋" panose="02010600040101010101" pitchFamily="2" charset="-122"/>
              </a:rPr>
              <a:t>TM</a:t>
            </a:r>
            <a:r>
              <a:rPr kumimoji="0" lang="zh-CN" altLang="en-US" sz="4000" b="1" dirty="0">
                <a:latin typeface="华文中宋" panose="02010600040101010101" pitchFamily="2" charset="-122"/>
                <a:ea typeface="华文中宋" panose="02010600040101010101" pitchFamily="2" charset="-122"/>
              </a:rPr>
              <a:t>的空间复杂性</a:t>
            </a:r>
          </a:p>
        </p:txBody>
      </p:sp>
      <p:sp>
        <p:nvSpPr>
          <p:cNvPr id="195587" name="Rectangle 3">
            <a:extLst>
              <a:ext uri="{FF2B5EF4-FFF2-40B4-BE49-F238E27FC236}">
                <a16:creationId xmlns:a16="http://schemas.microsoft.com/office/drawing/2014/main" id="{C534625D-FE58-4A9D-A78B-B2A9BA863638}"/>
              </a:ext>
            </a:extLst>
          </p:cNvPr>
          <p:cNvSpPr>
            <a:spLocks noGrp="1" noChangeArrowheads="1"/>
          </p:cNvSpPr>
          <p:nvPr>
            <p:ph type="body" idx="1"/>
          </p:nvPr>
        </p:nvSpPr>
        <p:spPr bwMode="auto">
          <a:xfrm>
            <a:off x="457200" y="1600200"/>
            <a:ext cx="80010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spcBef>
                <a:spcPct val="0"/>
              </a:spcBef>
              <a:buFontTx/>
              <a:buNone/>
            </a:pPr>
            <a:r>
              <a:rPr kumimoji="0" lang="zh-CN" altLang="en-US" sz="2800" b="1" dirty="0">
                <a:solidFill>
                  <a:srgbClr val="FF0000"/>
                </a:solidFill>
                <a:latin typeface="华文中宋" panose="02010600040101010101" pitchFamily="2" charset="-122"/>
                <a:ea typeface="华文中宋" panose="02010600040101010101" pitchFamily="2" charset="-122"/>
              </a:rPr>
              <a:t>图灵机</a:t>
            </a:r>
            <a:r>
              <a:rPr kumimoji="0" lang="en-US" altLang="zh-CN" sz="2800" b="1" dirty="0">
                <a:solidFill>
                  <a:srgbClr val="FF0000"/>
                </a:solidFill>
                <a:latin typeface="华文中宋" panose="02010600040101010101" pitchFamily="2" charset="-122"/>
                <a:ea typeface="华文中宋" panose="02010600040101010101" pitchFamily="2" charset="-122"/>
              </a:rPr>
              <a:t>TM</a:t>
            </a:r>
            <a:r>
              <a:rPr kumimoji="0" lang="zh-CN" altLang="en-US" sz="2800" b="1" dirty="0">
                <a:solidFill>
                  <a:srgbClr val="FF0000"/>
                </a:solidFill>
                <a:latin typeface="华文中宋" panose="02010600040101010101" pitchFamily="2" charset="-122"/>
                <a:ea typeface="华文中宋" panose="02010600040101010101" pitchFamily="2" charset="-122"/>
              </a:rPr>
              <a:t>的空间复杂性</a:t>
            </a:r>
            <a:endParaRPr kumimoji="0" lang="zh-CN" altLang="en-US" sz="2800" b="1" dirty="0">
              <a:latin typeface="华文中宋" panose="02010600040101010101" pitchFamily="2" charset="-122"/>
              <a:ea typeface="华文中宋" panose="02010600040101010101" pitchFamily="2" charset="-122"/>
            </a:endParaRPr>
          </a:p>
          <a:p>
            <a:pPr eaLnBrk="1" hangingPunct="1">
              <a:lnSpc>
                <a:spcPct val="120000"/>
              </a:lnSpc>
              <a:spcBef>
                <a:spcPct val="0"/>
              </a:spcBef>
            </a:pPr>
            <a:r>
              <a:rPr kumimoji="0" lang="zh-CN" altLang="en-US" sz="2800" b="1" dirty="0">
                <a:latin typeface="华文中宋" panose="02010600040101010101" pitchFamily="2" charset="-122"/>
                <a:ea typeface="华文中宋" panose="02010600040101010101" pitchFamily="2" charset="-122"/>
              </a:rPr>
              <a:t>图灵机对输入</a:t>
            </a:r>
            <a:r>
              <a:rPr kumimoji="0" lang="en-US" altLang="zh-CN" sz="2800" b="1" dirty="0">
                <a:latin typeface="华文中宋" panose="02010600040101010101" pitchFamily="2" charset="-122"/>
                <a:ea typeface="华文中宋" panose="02010600040101010101" pitchFamily="2" charset="-122"/>
              </a:rPr>
              <a:t>x</a:t>
            </a:r>
            <a:r>
              <a:rPr kumimoji="0" lang="zh-CN" altLang="en-US" sz="2800" b="1" dirty="0">
                <a:latin typeface="华文中宋" panose="02010600040101010101" pitchFamily="2" charset="-122"/>
                <a:ea typeface="华文中宋" panose="02010600040101010101" pitchFamily="2" charset="-122"/>
              </a:rPr>
              <a:t>的空间复杂性：计算</a:t>
            </a:r>
            <a:r>
              <a:rPr kumimoji="0" lang="en-US" altLang="zh-CN" sz="2800" b="1" dirty="0">
                <a:latin typeface="华文中宋" panose="02010600040101010101" pitchFamily="2" charset="-122"/>
                <a:ea typeface="华文中宋" panose="02010600040101010101" pitchFamily="2" charset="-122"/>
              </a:rPr>
              <a:t>x</a:t>
            </a:r>
            <a:r>
              <a:rPr kumimoji="0" lang="zh-CN" altLang="en-US" sz="2800" b="1" dirty="0">
                <a:latin typeface="华文中宋" panose="02010600040101010101" pitchFamily="2" charset="-122"/>
                <a:ea typeface="华文中宋" panose="02010600040101010101" pitchFamily="2" charset="-122"/>
              </a:rPr>
              <a:t>时，</a:t>
            </a:r>
            <a:r>
              <a:rPr kumimoji="0" lang="en-US" altLang="zh-CN" sz="2800" b="1"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条带上所有方格数的总和</a:t>
            </a:r>
          </a:p>
          <a:p>
            <a:pPr eaLnBrk="1" hangingPunct="1">
              <a:lnSpc>
                <a:spcPct val="120000"/>
              </a:lnSpc>
              <a:spcBef>
                <a:spcPct val="0"/>
              </a:spcBef>
            </a:pPr>
            <a:r>
              <a:rPr kumimoji="0" lang="zh-CN" altLang="en-US" sz="2800" b="1" dirty="0">
                <a:latin typeface="华文中宋" panose="02010600040101010101" pitchFamily="2" charset="-122"/>
                <a:ea typeface="华文中宋" panose="02010600040101010101" pitchFamily="2" charset="-122"/>
              </a:rPr>
              <a:t>图灵机的空间复杂性</a:t>
            </a:r>
            <a:r>
              <a:rPr kumimoji="0" lang="en-US" altLang="zh-CN" sz="2800" b="1" dirty="0">
                <a:latin typeface="华文中宋" panose="02010600040101010101" pitchFamily="2" charset="-122"/>
                <a:ea typeface="华文中宋" panose="02010600040101010101" pitchFamily="2" charset="-122"/>
              </a:rPr>
              <a:t>S(n)</a:t>
            </a:r>
            <a:r>
              <a:rPr kumimoji="0" lang="zh-CN" altLang="en-US" sz="2800" b="1" dirty="0">
                <a:latin typeface="华文中宋" panose="02010600040101010101" pitchFamily="2" charset="-122"/>
                <a:ea typeface="华文中宋" panose="02010600040101010101" pitchFamily="2" charset="-122"/>
              </a:rPr>
              <a:t>是它处理所有长度为</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的输入时，在</a:t>
            </a:r>
            <a:r>
              <a:rPr kumimoji="0" lang="en-US" altLang="zh-CN" sz="2800" b="1"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条带上所使用过的方格数的总和。如果某个读写头无限地向右移动而不停机，</a:t>
            </a:r>
            <a:r>
              <a:rPr kumimoji="0" lang="en-US" altLang="zh-CN" sz="2800" b="1" dirty="0">
                <a:latin typeface="华文中宋" panose="02010600040101010101" pitchFamily="2" charset="-122"/>
                <a:ea typeface="华文中宋" panose="02010600040101010101" pitchFamily="2" charset="-122"/>
              </a:rPr>
              <a:t>S(n)</a:t>
            </a:r>
            <a:r>
              <a:rPr kumimoji="0" lang="zh-CN" altLang="en-US" sz="2800" b="1" dirty="0">
                <a:latin typeface="华文中宋" panose="02010600040101010101" pitchFamily="2" charset="-122"/>
                <a:ea typeface="华文中宋" panose="02010600040101010101" pitchFamily="2" charset="-122"/>
              </a:rPr>
              <a:t>也无定义。 </a:t>
            </a:r>
          </a:p>
          <a:p>
            <a:pPr eaLnBrk="1" hangingPunct="1">
              <a:lnSpc>
                <a:spcPct val="120000"/>
              </a:lnSpc>
            </a:pPr>
            <a:endParaRPr kumimoji="0" lang="en-US" altLang="zh-CN" sz="2800" b="1" dirty="0">
              <a:latin typeface="华文中宋"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5587">
                                            <p:txEl>
                                              <p:pRg st="0" end="0"/>
                                            </p:txEl>
                                          </p:spTgt>
                                        </p:tgtEl>
                                        <p:attrNameLst>
                                          <p:attrName>style.visibility</p:attrName>
                                        </p:attrNameLst>
                                      </p:cBhvr>
                                      <p:to>
                                        <p:strVal val="visible"/>
                                      </p:to>
                                    </p:set>
                                    <p:anim calcmode="lin" valueType="num">
                                      <p:cBhvr additive="base">
                                        <p:cTn id="7" dur="500" fill="hold"/>
                                        <p:tgtEl>
                                          <p:spTgt spid="1955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55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5587">
                                            <p:txEl>
                                              <p:pRg st="1" end="1"/>
                                            </p:txEl>
                                          </p:spTgt>
                                        </p:tgtEl>
                                        <p:attrNameLst>
                                          <p:attrName>style.visibility</p:attrName>
                                        </p:attrNameLst>
                                      </p:cBhvr>
                                      <p:to>
                                        <p:strVal val="visible"/>
                                      </p:to>
                                    </p:set>
                                    <p:anim calcmode="lin" valueType="num">
                                      <p:cBhvr additive="base">
                                        <p:cTn id="13" dur="500" fill="hold"/>
                                        <p:tgtEl>
                                          <p:spTgt spid="19558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558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5587">
                                            <p:txEl>
                                              <p:pRg st="2" end="2"/>
                                            </p:txEl>
                                          </p:spTgt>
                                        </p:tgtEl>
                                        <p:attrNameLst>
                                          <p:attrName>style.visibility</p:attrName>
                                        </p:attrNameLst>
                                      </p:cBhvr>
                                      <p:to>
                                        <p:strVal val="visible"/>
                                      </p:to>
                                    </p:set>
                                    <p:anim calcmode="lin" valueType="num">
                                      <p:cBhvr additive="base">
                                        <p:cTn id="19" dur="500" fill="hold"/>
                                        <p:tgtEl>
                                          <p:spTgt spid="195587">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5587">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1026">
            <a:extLst>
              <a:ext uri="{FF2B5EF4-FFF2-40B4-BE49-F238E27FC236}">
                <a16:creationId xmlns:a16="http://schemas.microsoft.com/office/drawing/2014/main" id="{C876571D-10FE-413F-8755-5BC611456654}"/>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a:solidFill>
                  <a:srgbClr val="FF0000"/>
                </a:solidFill>
              </a:rPr>
              <a:t>TM</a:t>
            </a:r>
            <a:r>
              <a:rPr kumimoji="0" lang="zh-CN" altLang="en-US" sz="4000" b="1">
                <a:solidFill>
                  <a:srgbClr val="FF0000"/>
                </a:solidFill>
              </a:rPr>
              <a:t>功能很强大</a:t>
            </a:r>
          </a:p>
        </p:txBody>
      </p:sp>
      <p:sp>
        <p:nvSpPr>
          <p:cNvPr id="33795" name="Rectangle 1027">
            <a:extLst>
              <a:ext uri="{FF2B5EF4-FFF2-40B4-BE49-F238E27FC236}">
                <a16:creationId xmlns:a16="http://schemas.microsoft.com/office/drawing/2014/main" id="{A10F2048-F0E6-4BCC-BA64-E7ABDADB324D}"/>
              </a:ext>
            </a:extLst>
          </p:cNvPr>
          <p:cNvSpPr>
            <a:spLocks noGrp="1" noChangeArrowheads="1"/>
          </p:cNvSpPr>
          <p:nvPr>
            <p:ph type="body" idx="1"/>
          </p:nvPr>
        </p:nvSpPr>
        <p:spPr bwMode="auto">
          <a:xfrm>
            <a:off x="457200" y="1676400"/>
            <a:ext cx="80010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pPr>
            <a:r>
              <a:rPr kumimoji="0" lang="zh-CN" altLang="en-US" sz="2800" b="1" dirty="0"/>
              <a:t>许多</a:t>
            </a:r>
            <a:r>
              <a:rPr kumimoji="0" lang="en-US" altLang="zh-CN" sz="2800" b="1" dirty="0"/>
              <a:t>TM</a:t>
            </a:r>
            <a:r>
              <a:rPr kumimoji="0" lang="zh-CN" altLang="en-US" sz="2800" b="1" dirty="0"/>
              <a:t>能够完成</a:t>
            </a:r>
            <a:r>
              <a:rPr kumimoji="0" lang="zh-CN" altLang="en-US" sz="2800" b="1" dirty="0">
                <a:latin typeface="华文中宋" panose="02010600040101010101" pitchFamily="2" charset="-122"/>
              </a:rPr>
              <a:t>复杂的工作。虽然</a:t>
            </a:r>
            <a:r>
              <a:rPr kumimoji="0" lang="en-US" altLang="zh-CN" sz="2800" b="1" dirty="0">
                <a:latin typeface="华文中宋" panose="02010600040101010101" pitchFamily="2" charset="-122"/>
              </a:rPr>
              <a:t>TM</a:t>
            </a:r>
            <a:r>
              <a:rPr kumimoji="0" lang="zh-CN" altLang="en-US" sz="2800" b="1" dirty="0">
                <a:latin typeface="华文中宋" panose="02010600040101010101" pitchFamily="2" charset="-122"/>
              </a:rPr>
              <a:t>只有一条（或</a:t>
            </a:r>
            <a:r>
              <a:rPr kumimoji="0" lang="en-US" altLang="zh-CN" sz="2800" b="1" dirty="0">
                <a:latin typeface="华文中宋" panose="02010600040101010101" pitchFamily="2" charset="-122"/>
              </a:rPr>
              <a:t>k</a:t>
            </a:r>
            <a:r>
              <a:rPr kumimoji="0" lang="zh-CN" altLang="en-US" sz="2800" b="1" dirty="0">
                <a:latin typeface="华文中宋" panose="02010600040101010101" pitchFamily="2" charset="-122"/>
              </a:rPr>
              <a:t>条）连续的带，在每一步也只能完成非常有限的工作。但是，可以设计出</a:t>
            </a:r>
            <a:r>
              <a:rPr kumimoji="0" lang="en-US" altLang="zh-CN" sz="2800" b="1" dirty="0">
                <a:latin typeface="华文中宋" panose="02010600040101010101" pitchFamily="2" charset="-122"/>
              </a:rPr>
              <a:t>TM</a:t>
            </a:r>
            <a:r>
              <a:rPr kumimoji="0" lang="zh-CN" altLang="en-US" sz="2800" b="1" dirty="0">
                <a:latin typeface="华文中宋" panose="02010600040101010101" pitchFamily="2" charset="-122"/>
              </a:rPr>
              <a:t>完成在普通计算机上能够完成的任何计算，尽管可能要慢得多。</a:t>
            </a:r>
            <a:endParaRPr kumimoji="0" lang="en-US" altLang="zh-CN" sz="2800" b="1" dirty="0">
              <a:latin typeface="华文中宋" panose="02010600040101010101" pitchFamily="2" charset="-122"/>
            </a:endParaRPr>
          </a:p>
          <a:p>
            <a:pPr eaLnBrk="1" hangingPunct="1">
              <a:lnSpc>
                <a:spcPct val="130000"/>
              </a:lnSpc>
            </a:pPr>
            <a:endParaRPr kumimoji="0" lang="en-US" altLang="zh-CN" sz="2800" b="1" dirty="0">
              <a:latin typeface="华文中宋" panose="02010600040101010101" pitchFamily="2" charset="-122"/>
            </a:endParaRPr>
          </a:p>
          <a:p>
            <a:pPr eaLnBrk="1" hangingPunct="1">
              <a:lnSpc>
                <a:spcPct val="130000"/>
              </a:lnSpc>
            </a:pPr>
            <a:r>
              <a:rPr kumimoji="0" lang="zh-CN" altLang="en-US" sz="2800" b="1" dirty="0">
                <a:latin typeface="华文中宋" panose="02010600040101010101" pitchFamily="2" charset="-122"/>
              </a:rPr>
              <a:t>思考：如何定义一个</a:t>
            </a:r>
            <a:r>
              <a:rPr kumimoji="0" lang="en-US" altLang="zh-CN" sz="2800" b="1" dirty="0">
                <a:latin typeface="华文中宋" panose="02010600040101010101" pitchFamily="2" charset="-122"/>
              </a:rPr>
              <a:t>δ</a:t>
            </a:r>
            <a:r>
              <a:rPr kumimoji="0" lang="zh-CN" altLang="en-US" sz="2800" b="1" dirty="0">
                <a:latin typeface="华文中宋" panose="02010600040101010101" pitchFamily="2" charset="-122"/>
              </a:rPr>
              <a:t>使其完成两个整数相加</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C62CFECA-2338-4533-A9CF-AB14C9D16109}"/>
              </a:ext>
            </a:extLst>
          </p:cNvPr>
          <p:cNvSpPr>
            <a:spLocks noGrp="1" noChangeArrowheads="1"/>
          </p:cNvSpPr>
          <p:nvPr>
            <p:ph type="title"/>
          </p:nvPr>
        </p:nvSpPr>
        <p:spPr bwMode="auto">
          <a:xfrm>
            <a:off x="685800" y="457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3600" b="1" dirty="0"/>
              <a:t>*</a:t>
            </a:r>
            <a:r>
              <a:rPr lang="en-US" altLang="zh-CN" sz="3600" b="1" dirty="0"/>
              <a:t>1.2  </a:t>
            </a:r>
            <a:r>
              <a:rPr lang="zh-CN" altLang="en-US" sz="3600" b="1" dirty="0">
                <a:latin typeface="华文中宋" panose="02010600040101010101" pitchFamily="2" charset="-122"/>
                <a:ea typeface="华文中宋" panose="02010600040101010101" pitchFamily="2" charset="-122"/>
              </a:rPr>
              <a:t>随机存取机</a:t>
            </a:r>
            <a:r>
              <a:rPr lang="en-US" altLang="zh-CN" sz="3600" b="1" dirty="0">
                <a:latin typeface="华文中宋" panose="02010600040101010101" pitchFamily="2" charset="-122"/>
                <a:ea typeface="华文中宋" panose="02010600040101010101" pitchFamily="2" charset="-122"/>
              </a:rPr>
              <a:t>RAM</a:t>
            </a:r>
          </a:p>
        </p:txBody>
      </p:sp>
      <p:sp>
        <p:nvSpPr>
          <p:cNvPr id="34819" name="Rectangle 3">
            <a:extLst>
              <a:ext uri="{FF2B5EF4-FFF2-40B4-BE49-F238E27FC236}">
                <a16:creationId xmlns:a16="http://schemas.microsoft.com/office/drawing/2014/main" id="{260101FC-2A4E-49CB-B932-9A68CDE693C2}"/>
              </a:ext>
            </a:extLst>
          </p:cNvPr>
          <p:cNvSpPr>
            <a:spLocks noGrp="1" noChangeArrowheads="1"/>
          </p:cNvSpPr>
          <p:nvPr>
            <p:ph type="body" idx="1"/>
          </p:nvPr>
        </p:nvSpPr>
        <p:spPr bwMode="auto">
          <a:xfrm>
            <a:off x="685800" y="11430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b="1" dirty="0">
                <a:solidFill>
                  <a:schemeClr val="accent2"/>
                </a:solidFill>
                <a:ea typeface="黑体" panose="02010609060101010101" pitchFamily="49" charset="-122"/>
              </a:rPr>
              <a:t>1</a:t>
            </a:r>
            <a:r>
              <a:rPr kumimoji="0" lang="zh-CN" altLang="en-US" b="1" dirty="0">
                <a:solidFill>
                  <a:schemeClr val="accent2"/>
                </a:solidFill>
                <a:ea typeface="黑体" panose="02010609060101010101" pitchFamily="49" charset="-122"/>
              </a:rPr>
              <a:t>、</a:t>
            </a:r>
            <a:r>
              <a:rPr kumimoji="0" lang="en-US" altLang="zh-CN" b="1" dirty="0">
                <a:solidFill>
                  <a:schemeClr val="accent2"/>
                </a:solidFill>
                <a:latin typeface="华文中宋" panose="02010600040101010101" pitchFamily="2" charset="-122"/>
                <a:ea typeface="华文中宋" panose="02010600040101010101" pitchFamily="2" charset="-122"/>
              </a:rPr>
              <a:t>RAM</a:t>
            </a:r>
            <a:r>
              <a:rPr kumimoji="0" lang="zh-CN" altLang="en-US" b="1" dirty="0">
                <a:solidFill>
                  <a:schemeClr val="accent2"/>
                </a:solidFill>
                <a:latin typeface="华文中宋" panose="02010600040101010101" pitchFamily="2" charset="-122"/>
                <a:ea typeface="华文中宋" panose="02010600040101010101" pitchFamily="2" charset="-122"/>
              </a:rPr>
              <a:t>的结构</a:t>
            </a:r>
          </a:p>
        </p:txBody>
      </p:sp>
      <p:pic>
        <p:nvPicPr>
          <p:cNvPr id="186372" name="Picture 4" descr="t81">
            <a:extLst>
              <a:ext uri="{FF2B5EF4-FFF2-40B4-BE49-F238E27FC236}">
                <a16:creationId xmlns:a16="http://schemas.microsoft.com/office/drawing/2014/main" id="{111EF686-38FC-4151-BCCC-60BBE7A868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764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373" name="AutoShape 5">
            <a:extLst>
              <a:ext uri="{FF2B5EF4-FFF2-40B4-BE49-F238E27FC236}">
                <a16:creationId xmlns:a16="http://schemas.microsoft.com/office/drawing/2014/main" id="{4FBD6501-298A-41EE-8E43-63791C89D202}"/>
              </a:ext>
            </a:extLst>
          </p:cNvPr>
          <p:cNvSpPr>
            <a:spLocks noChangeArrowheads="1"/>
          </p:cNvSpPr>
          <p:nvPr/>
        </p:nvSpPr>
        <p:spPr bwMode="auto">
          <a:xfrm>
            <a:off x="7620000" y="5943600"/>
            <a:ext cx="1524000" cy="533400"/>
          </a:xfrm>
          <a:prstGeom prst="wedgeRoundRectCallout">
            <a:avLst>
              <a:gd name="adj1" fmla="val -92917"/>
              <a:gd name="adj2" fmla="val -317264"/>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rgbClr val="FF0000"/>
                </a:solidFill>
                <a:ea typeface="华文中宋" panose="02010600040101010101" pitchFamily="2" charset="-122"/>
              </a:rPr>
              <a:t>寄存器</a:t>
            </a:r>
          </a:p>
        </p:txBody>
      </p:sp>
      <p:sp>
        <p:nvSpPr>
          <p:cNvPr id="186374" name="AutoShape 6">
            <a:extLst>
              <a:ext uri="{FF2B5EF4-FFF2-40B4-BE49-F238E27FC236}">
                <a16:creationId xmlns:a16="http://schemas.microsoft.com/office/drawing/2014/main" id="{DE274E8A-C67A-4143-AC73-934BB43F74C8}"/>
              </a:ext>
            </a:extLst>
          </p:cNvPr>
          <p:cNvSpPr>
            <a:spLocks noChangeArrowheads="1"/>
          </p:cNvSpPr>
          <p:nvPr/>
        </p:nvSpPr>
        <p:spPr bwMode="auto">
          <a:xfrm>
            <a:off x="228600" y="1752600"/>
            <a:ext cx="1524000" cy="533400"/>
          </a:xfrm>
          <a:prstGeom prst="wedgeRoundRectCallout">
            <a:avLst>
              <a:gd name="adj1" fmla="val 192500"/>
              <a:gd name="adj2" fmla="val 82736"/>
              <a:gd name="adj3" fmla="val 16667"/>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solidFill>
                  <a:srgbClr val="FF0000"/>
                </a:solidFill>
                <a:ea typeface="华文中宋" panose="02010600040101010101" pitchFamily="2" charset="-122"/>
              </a:rPr>
              <a:t>读写头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86372"/>
                                        </p:tgtEl>
                                        <p:attrNameLst>
                                          <p:attrName>style.visibility</p:attrName>
                                        </p:attrNameLst>
                                      </p:cBhvr>
                                      <p:to>
                                        <p:strVal val="visible"/>
                                      </p:to>
                                    </p:set>
                                    <p:animEffect transition="in" filter="checkerboard(across)">
                                      <p:cBhvr>
                                        <p:cTn id="7" dur="500"/>
                                        <p:tgtEl>
                                          <p:spTgt spid="1863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86373"/>
                                        </p:tgtEl>
                                        <p:attrNameLst>
                                          <p:attrName>style.visibility</p:attrName>
                                        </p:attrNameLst>
                                      </p:cBhvr>
                                      <p:to>
                                        <p:strVal val="visible"/>
                                      </p:to>
                                    </p:set>
                                    <p:anim calcmode="lin" valueType="num">
                                      <p:cBhvr additive="base">
                                        <p:cTn id="12" dur="500" fill="hold"/>
                                        <p:tgtEl>
                                          <p:spTgt spid="186373"/>
                                        </p:tgtEl>
                                        <p:attrNameLst>
                                          <p:attrName>ppt_x</p:attrName>
                                        </p:attrNameLst>
                                      </p:cBhvr>
                                      <p:tavLst>
                                        <p:tav tm="0">
                                          <p:val>
                                            <p:strVal val="0-#ppt_w/2"/>
                                          </p:val>
                                        </p:tav>
                                        <p:tav tm="100000">
                                          <p:val>
                                            <p:strVal val="#ppt_x"/>
                                          </p:val>
                                        </p:tav>
                                      </p:tavLst>
                                    </p:anim>
                                    <p:anim calcmode="lin" valueType="num">
                                      <p:cBhvr additive="base">
                                        <p:cTn id="13" dur="500" fill="hold"/>
                                        <p:tgtEl>
                                          <p:spTgt spid="186373"/>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186374"/>
                                        </p:tgtEl>
                                        <p:attrNameLst>
                                          <p:attrName>style.visibility</p:attrName>
                                        </p:attrNameLst>
                                      </p:cBhvr>
                                      <p:to>
                                        <p:strVal val="visible"/>
                                      </p:to>
                                    </p:set>
                                    <p:anim calcmode="lin" valueType="num">
                                      <p:cBhvr additive="base">
                                        <p:cTn id="18" dur="500" fill="hold"/>
                                        <p:tgtEl>
                                          <p:spTgt spid="186374"/>
                                        </p:tgtEl>
                                        <p:attrNameLst>
                                          <p:attrName>ppt_x</p:attrName>
                                        </p:attrNameLst>
                                      </p:cBhvr>
                                      <p:tavLst>
                                        <p:tav tm="0">
                                          <p:val>
                                            <p:strVal val="0-#ppt_w/2"/>
                                          </p:val>
                                        </p:tav>
                                        <p:tav tm="100000">
                                          <p:val>
                                            <p:strVal val="#ppt_x"/>
                                          </p:val>
                                        </p:tav>
                                      </p:tavLst>
                                    </p:anim>
                                    <p:anim calcmode="lin" valueType="num">
                                      <p:cBhvr additive="base">
                                        <p:cTn id="19" dur="500" fill="hold"/>
                                        <p:tgtEl>
                                          <p:spTgt spid="18637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3" grpId="0" animBg="1" autoUpdateAnimBg="0"/>
      <p:bldP spid="186374"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BB92987D-E7EA-42A6-9988-73CFA2C48C1F}"/>
              </a:ext>
            </a:extLst>
          </p:cNvPr>
          <p:cNvSpPr>
            <a:spLocks noGrp="1" noChangeArrowheads="1"/>
          </p:cNvSpPr>
          <p:nvPr>
            <p:ph type="title"/>
          </p:nvPr>
        </p:nvSpPr>
        <p:spPr bwMode="auto">
          <a:xfrm>
            <a:off x="685800" y="3810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dirty="0">
                <a:solidFill>
                  <a:schemeClr val="accent2"/>
                </a:solidFill>
                <a:latin typeface="华文中宋" panose="02010600040101010101" pitchFamily="2" charset="-122"/>
                <a:ea typeface="华文中宋" panose="02010600040101010101" pitchFamily="2" charset="-122"/>
              </a:rPr>
              <a:t>*</a:t>
            </a:r>
            <a:r>
              <a:rPr kumimoji="0" lang="en-US" altLang="zh-CN" sz="4000" b="1" dirty="0">
                <a:solidFill>
                  <a:schemeClr val="accent2"/>
                </a:solidFill>
                <a:latin typeface="华文中宋" panose="02010600040101010101" pitchFamily="2" charset="-122"/>
                <a:ea typeface="华文中宋" panose="02010600040101010101" pitchFamily="2" charset="-122"/>
              </a:rPr>
              <a:t>2.</a:t>
            </a:r>
            <a:r>
              <a:rPr kumimoji="0" lang="zh-CN" altLang="en-US" sz="4000" b="1" dirty="0">
                <a:solidFill>
                  <a:schemeClr val="accent2"/>
                </a:solidFill>
                <a:latin typeface="华文中宋" panose="02010600040101010101" pitchFamily="2" charset="-122"/>
                <a:ea typeface="华文中宋" panose="02010600040101010101" pitchFamily="2" charset="-122"/>
              </a:rPr>
              <a:t>概念</a:t>
            </a:r>
          </a:p>
        </p:txBody>
      </p:sp>
      <p:sp>
        <p:nvSpPr>
          <p:cNvPr id="35843" name="Rectangle 3">
            <a:extLst>
              <a:ext uri="{FF2B5EF4-FFF2-40B4-BE49-F238E27FC236}">
                <a16:creationId xmlns:a16="http://schemas.microsoft.com/office/drawing/2014/main" id="{50A1550C-9DF8-4EF9-80D8-4CC8EC0D07D4}"/>
              </a:ext>
            </a:extLst>
          </p:cNvPr>
          <p:cNvSpPr>
            <a:spLocks noGrp="1" noChangeArrowheads="1"/>
          </p:cNvSpPr>
          <p:nvPr>
            <p:ph type="body" idx="1"/>
          </p:nvPr>
        </p:nvSpPr>
        <p:spPr bwMode="auto">
          <a:xfrm>
            <a:off x="381000" y="1196975"/>
            <a:ext cx="8458200" cy="464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t>内存（寄存器）：累加器、一般寄存器</a:t>
            </a:r>
          </a:p>
          <a:p>
            <a:pPr eaLnBrk="1" hangingPunct="1"/>
            <a:r>
              <a:rPr lang="zh-CN" altLang="en-US" sz="2800" b="1"/>
              <a:t>寄存器数量不限，</a:t>
            </a:r>
            <a:r>
              <a:rPr lang="zh-CN" altLang="en-US" sz="2800" b="1">
                <a:solidFill>
                  <a:srgbClr val="FF0000"/>
                </a:solidFill>
              </a:rPr>
              <a:t>每个可存放任意大小的整数</a:t>
            </a:r>
          </a:p>
          <a:p>
            <a:pPr eaLnBrk="1" hangingPunct="1"/>
            <a:r>
              <a:rPr lang="zh-CN" altLang="en-US" sz="2800" b="1"/>
              <a:t>所有计算在累加器</a:t>
            </a:r>
            <a:r>
              <a:rPr lang="en-US" altLang="zh-CN" sz="2800" b="1"/>
              <a:t>r</a:t>
            </a:r>
            <a:r>
              <a:rPr lang="en-US" altLang="zh-CN" sz="2800" b="1" baseline="-25000"/>
              <a:t>0</a:t>
            </a:r>
            <a:r>
              <a:rPr lang="zh-CN" altLang="en-US" sz="2800" b="1"/>
              <a:t>中进行</a:t>
            </a:r>
          </a:p>
          <a:p>
            <a:pPr eaLnBrk="1" hangingPunct="1"/>
            <a:r>
              <a:rPr lang="zh-CN" altLang="en-US" sz="2800" b="1"/>
              <a:t>程序不放在内存中</a:t>
            </a:r>
          </a:p>
          <a:p>
            <a:pPr eaLnBrk="1" hangingPunct="1"/>
            <a:r>
              <a:rPr lang="en-US" altLang="zh-CN" sz="2800" b="1"/>
              <a:t>RAM</a:t>
            </a:r>
            <a:r>
              <a:rPr lang="zh-CN" altLang="en-US" sz="2800" b="1"/>
              <a:t>指令由操作码和操作数两部分组成</a:t>
            </a:r>
          </a:p>
          <a:p>
            <a:pPr eaLnBrk="1" hangingPunct="1"/>
            <a:r>
              <a:rPr lang="zh-CN" altLang="en-US" sz="2800" b="1"/>
              <a:t>操作数：</a:t>
            </a:r>
            <a:r>
              <a:rPr lang="en-US" altLang="zh-CN" sz="2800" b="1"/>
              <a:t>(1)  =i     </a:t>
            </a:r>
            <a:r>
              <a:rPr lang="zh-CN" altLang="en-US" sz="2800" b="1"/>
              <a:t>整数</a:t>
            </a:r>
            <a:r>
              <a:rPr lang="en-US" altLang="zh-CN" sz="2800" b="1"/>
              <a:t>i</a:t>
            </a:r>
            <a:r>
              <a:rPr lang="zh-CN" altLang="en-US" sz="2800" b="1"/>
              <a:t>本身</a:t>
            </a:r>
          </a:p>
          <a:p>
            <a:pPr eaLnBrk="1" hangingPunct="1">
              <a:buFontTx/>
              <a:buNone/>
            </a:pPr>
            <a:r>
              <a:rPr lang="zh-CN" altLang="en-US" sz="2800" b="1"/>
              <a:t>                    </a:t>
            </a:r>
            <a:r>
              <a:rPr lang="en-US" altLang="zh-CN" sz="2800" b="1"/>
              <a:t>(2)   i      </a:t>
            </a:r>
            <a:r>
              <a:rPr lang="zh-CN" altLang="en-US" sz="2800" b="1"/>
              <a:t>直接寻址</a:t>
            </a:r>
            <a:r>
              <a:rPr lang="en-US" altLang="zh-CN" sz="2800" b="1"/>
              <a:t>--</a:t>
            </a:r>
            <a:r>
              <a:rPr lang="zh-CN" altLang="en-US" sz="2800" b="1"/>
              <a:t>寄存器</a:t>
            </a:r>
            <a:r>
              <a:rPr lang="en-US" altLang="zh-CN" sz="2800" b="1"/>
              <a:t>r</a:t>
            </a:r>
            <a:r>
              <a:rPr lang="en-US" altLang="zh-CN" sz="2800" b="1" baseline="-25000"/>
              <a:t>i</a:t>
            </a:r>
            <a:r>
              <a:rPr lang="zh-CN" altLang="en-US" sz="2800" b="1"/>
              <a:t>的内容</a:t>
            </a:r>
          </a:p>
          <a:p>
            <a:pPr eaLnBrk="1" hangingPunct="1">
              <a:buFontTx/>
              <a:buNone/>
            </a:pPr>
            <a:r>
              <a:rPr lang="zh-CN" altLang="en-US" sz="2800" b="1"/>
              <a:t>                    </a:t>
            </a:r>
            <a:r>
              <a:rPr lang="en-US" altLang="zh-CN" sz="2800" b="1"/>
              <a:t>(3)  *i     </a:t>
            </a:r>
            <a:r>
              <a:rPr lang="zh-CN" altLang="en-US" sz="2800" b="1"/>
              <a:t>间接寻址</a:t>
            </a:r>
            <a:r>
              <a:rPr lang="en-US" altLang="zh-CN" sz="2800" b="1"/>
              <a:t>--</a:t>
            </a:r>
            <a:r>
              <a:rPr lang="zh-CN" altLang="en-US" sz="2800" b="1"/>
              <a:t>以寄存器</a:t>
            </a:r>
            <a:r>
              <a:rPr lang="en-US" altLang="zh-CN" sz="2800" b="1"/>
              <a:t>r</a:t>
            </a:r>
            <a:r>
              <a:rPr lang="en-US" altLang="zh-CN" sz="2800" b="1" baseline="-25000"/>
              <a:t>i</a:t>
            </a:r>
            <a:r>
              <a:rPr lang="zh-CN" altLang="en-US" sz="2800" b="1"/>
              <a:t>的内容</a:t>
            </a:r>
            <a:r>
              <a:rPr lang="en-US" altLang="zh-CN" sz="2800" b="1"/>
              <a:t>j</a:t>
            </a:r>
            <a:r>
              <a:rPr lang="zh-CN" altLang="en-US" sz="2800" b="1"/>
              <a:t>为地址，求得寄存器</a:t>
            </a:r>
            <a:r>
              <a:rPr lang="en-US" altLang="zh-CN" sz="2800" b="1"/>
              <a:t>r</a:t>
            </a:r>
            <a:r>
              <a:rPr lang="en-US" altLang="zh-CN" sz="2800" b="1" baseline="-25000"/>
              <a:t>j</a:t>
            </a:r>
            <a:r>
              <a:rPr lang="en-US" altLang="zh-CN" sz="2800" b="1"/>
              <a:t> </a:t>
            </a:r>
            <a:r>
              <a:rPr lang="zh-CN" altLang="en-US" sz="2800" b="1"/>
              <a:t>的内容</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B58F2CC5-3C3C-49CA-8F0E-4DDFF69D883E}"/>
              </a:ext>
            </a:extLst>
          </p:cNvPr>
          <p:cNvSpPr>
            <a:spLocks noGrp="1" noChangeArrowheads="1"/>
          </p:cNvSpPr>
          <p:nvPr>
            <p:ph type="title"/>
          </p:nvPr>
        </p:nvSpPr>
        <p:spPr bwMode="auto">
          <a:xfrm>
            <a:off x="685800" y="2286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dirty="0">
                <a:solidFill>
                  <a:schemeClr val="accent2"/>
                </a:solidFill>
                <a:latin typeface="华文中宋" panose="02010600040101010101" pitchFamily="2" charset="-122"/>
                <a:ea typeface="华文中宋" panose="02010600040101010101" pitchFamily="2" charset="-122"/>
              </a:rPr>
              <a:t>*</a:t>
            </a:r>
            <a:r>
              <a:rPr kumimoji="0" lang="en-US" altLang="zh-CN" sz="4000" b="1" dirty="0">
                <a:solidFill>
                  <a:schemeClr val="accent2"/>
                </a:solidFill>
                <a:latin typeface="华文中宋" panose="02010600040101010101" pitchFamily="2" charset="-122"/>
                <a:ea typeface="华文中宋" panose="02010600040101010101" pitchFamily="2" charset="-122"/>
              </a:rPr>
              <a:t>3.RAM</a:t>
            </a:r>
            <a:r>
              <a:rPr kumimoji="0" lang="zh-CN" altLang="en-US" sz="4000" b="1" dirty="0">
                <a:solidFill>
                  <a:schemeClr val="accent2"/>
                </a:solidFill>
                <a:latin typeface="华文中宋" panose="02010600040101010101" pitchFamily="2" charset="-122"/>
                <a:ea typeface="华文中宋" panose="02010600040101010101" pitchFamily="2" charset="-122"/>
              </a:rPr>
              <a:t>指令</a:t>
            </a:r>
          </a:p>
        </p:txBody>
      </p:sp>
      <p:sp>
        <p:nvSpPr>
          <p:cNvPr id="36867" name="Rectangle 3">
            <a:extLst>
              <a:ext uri="{FF2B5EF4-FFF2-40B4-BE49-F238E27FC236}">
                <a16:creationId xmlns:a16="http://schemas.microsoft.com/office/drawing/2014/main" id="{CDB6D069-E73D-4E65-9FF7-E0F3414FCD69}"/>
              </a:ext>
            </a:extLst>
          </p:cNvPr>
          <p:cNvSpPr>
            <a:spLocks noGrp="1" noChangeArrowheads="1"/>
          </p:cNvSpPr>
          <p:nvPr>
            <p:ph type="body" idx="1"/>
          </p:nvPr>
        </p:nvSpPr>
        <p:spPr bwMode="auto">
          <a:xfrm>
            <a:off x="685800" y="1066800"/>
            <a:ext cx="3886200" cy="3505200"/>
          </a:xfr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eaLnBrk="1" hangingPunct="1">
              <a:buFontTx/>
              <a:buNone/>
            </a:pPr>
            <a:r>
              <a:rPr lang="en-US" altLang="zh-CN" sz="2800"/>
              <a:t>Load      =i / i /*i</a:t>
            </a:r>
          </a:p>
          <a:p>
            <a:pPr eaLnBrk="1" hangingPunct="1">
              <a:buFontTx/>
              <a:buNone/>
            </a:pPr>
            <a:r>
              <a:rPr lang="en-US" altLang="zh-CN" sz="2800"/>
              <a:t>Store       i /*i</a:t>
            </a:r>
          </a:p>
          <a:p>
            <a:pPr eaLnBrk="1" hangingPunct="1">
              <a:buFontTx/>
              <a:buNone/>
            </a:pPr>
            <a:r>
              <a:rPr lang="en-US" altLang="zh-CN" sz="2800"/>
              <a:t>Add        =i / i /*i</a:t>
            </a:r>
          </a:p>
          <a:p>
            <a:pPr eaLnBrk="1" hangingPunct="1">
              <a:buFontTx/>
              <a:buNone/>
            </a:pPr>
            <a:r>
              <a:rPr lang="en-US" altLang="zh-CN" sz="2800"/>
              <a:t>Sub         =i / i /*i</a:t>
            </a:r>
          </a:p>
          <a:p>
            <a:pPr eaLnBrk="1" hangingPunct="1">
              <a:buFontTx/>
              <a:buNone/>
            </a:pPr>
            <a:r>
              <a:rPr lang="en-US" altLang="zh-CN" sz="2800"/>
              <a:t>Mult       =i / i /*i</a:t>
            </a:r>
          </a:p>
          <a:p>
            <a:pPr eaLnBrk="1" hangingPunct="1">
              <a:buFontTx/>
              <a:buNone/>
            </a:pPr>
            <a:r>
              <a:rPr lang="en-US" altLang="zh-CN" sz="2800"/>
              <a:t>Div         =i / i /*i</a:t>
            </a:r>
          </a:p>
        </p:txBody>
      </p:sp>
      <p:sp>
        <p:nvSpPr>
          <p:cNvPr id="36868" name="Rectangle 4">
            <a:extLst>
              <a:ext uri="{FF2B5EF4-FFF2-40B4-BE49-F238E27FC236}">
                <a16:creationId xmlns:a16="http://schemas.microsoft.com/office/drawing/2014/main" id="{C27729BB-37CE-4CBF-8D6B-7224DA2F1612}"/>
              </a:ext>
            </a:extLst>
          </p:cNvPr>
          <p:cNvSpPr>
            <a:spLocks noChangeArrowheads="1"/>
          </p:cNvSpPr>
          <p:nvPr/>
        </p:nvSpPr>
        <p:spPr bwMode="auto">
          <a:xfrm>
            <a:off x="4724400" y="1066800"/>
            <a:ext cx="3886200" cy="3505200"/>
          </a:xfrm>
          <a:prstGeom prst="rect">
            <a:avLst/>
          </a:prstGeom>
          <a:noFill/>
          <a:ln w="28575">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en-US" altLang="zh-CN" sz="2800" dirty="0">
                <a:ea typeface="华文中宋" panose="02010600040101010101" pitchFamily="2" charset="-122"/>
              </a:rPr>
              <a:t>Read         </a:t>
            </a:r>
            <a:r>
              <a:rPr lang="en-US" altLang="zh-CN" sz="2800" dirty="0" err="1">
                <a:ea typeface="华文中宋" panose="02010600040101010101" pitchFamily="2" charset="-122"/>
              </a:rPr>
              <a:t>i</a:t>
            </a:r>
            <a:r>
              <a:rPr lang="en-US" altLang="zh-CN" sz="2800" dirty="0">
                <a:ea typeface="华文中宋" panose="02010600040101010101" pitchFamily="2" charset="-122"/>
              </a:rPr>
              <a:t> /*</a:t>
            </a:r>
            <a:r>
              <a:rPr lang="en-US" altLang="zh-CN" sz="2800" dirty="0" err="1">
                <a:ea typeface="华文中宋" panose="02010600040101010101" pitchFamily="2" charset="-122"/>
              </a:rPr>
              <a:t>i</a:t>
            </a:r>
            <a:endParaRPr lang="en-US" altLang="zh-CN" sz="2800" dirty="0">
              <a:ea typeface="华文中宋" panose="02010600040101010101" pitchFamily="2" charset="-122"/>
            </a:endParaRPr>
          </a:p>
          <a:p>
            <a:pPr eaLnBrk="1" hangingPunct="1">
              <a:spcBef>
                <a:spcPct val="20000"/>
              </a:spcBef>
            </a:pPr>
            <a:r>
              <a:rPr lang="en-US" altLang="zh-CN" sz="2800" dirty="0">
                <a:ea typeface="华文中宋" panose="02010600040101010101" pitchFamily="2" charset="-122"/>
              </a:rPr>
              <a:t>Write     =</a:t>
            </a:r>
            <a:r>
              <a:rPr lang="en-US" altLang="zh-CN" sz="2800" dirty="0" err="1">
                <a:ea typeface="华文中宋" panose="02010600040101010101" pitchFamily="2" charset="-122"/>
              </a:rPr>
              <a:t>i</a:t>
            </a:r>
            <a:r>
              <a:rPr lang="en-US" altLang="zh-CN" sz="2800" dirty="0">
                <a:ea typeface="华文中宋" panose="02010600040101010101" pitchFamily="2" charset="-122"/>
              </a:rPr>
              <a:t> / </a:t>
            </a:r>
            <a:r>
              <a:rPr lang="en-US" altLang="zh-CN" sz="2800" dirty="0" err="1">
                <a:ea typeface="华文中宋" panose="02010600040101010101" pitchFamily="2" charset="-122"/>
              </a:rPr>
              <a:t>i</a:t>
            </a:r>
            <a:r>
              <a:rPr lang="en-US" altLang="zh-CN" sz="2800" dirty="0">
                <a:ea typeface="华文中宋" panose="02010600040101010101" pitchFamily="2" charset="-122"/>
              </a:rPr>
              <a:t> /*</a:t>
            </a:r>
            <a:r>
              <a:rPr lang="en-US" altLang="zh-CN" sz="2800" dirty="0" err="1">
                <a:ea typeface="华文中宋" panose="02010600040101010101" pitchFamily="2" charset="-122"/>
              </a:rPr>
              <a:t>i</a:t>
            </a:r>
            <a:r>
              <a:rPr lang="en-US" altLang="zh-CN" sz="2800" dirty="0">
                <a:ea typeface="华文中宋" panose="02010600040101010101" pitchFamily="2" charset="-122"/>
              </a:rPr>
              <a:t>  </a:t>
            </a:r>
          </a:p>
          <a:p>
            <a:pPr eaLnBrk="1" hangingPunct="1">
              <a:spcBef>
                <a:spcPct val="20000"/>
              </a:spcBef>
            </a:pPr>
            <a:r>
              <a:rPr lang="en-US" altLang="zh-CN" sz="2800" dirty="0">
                <a:ea typeface="华文中宋" panose="02010600040101010101" pitchFamily="2" charset="-122"/>
              </a:rPr>
              <a:t>Jump      </a:t>
            </a:r>
            <a:r>
              <a:rPr lang="zh-CN" altLang="en-US" sz="2800" dirty="0">
                <a:ea typeface="华文中宋" panose="02010600040101010101" pitchFamily="2" charset="-122"/>
              </a:rPr>
              <a:t>标号</a:t>
            </a:r>
          </a:p>
          <a:p>
            <a:pPr eaLnBrk="1" hangingPunct="1">
              <a:spcBef>
                <a:spcPct val="20000"/>
              </a:spcBef>
            </a:pPr>
            <a:r>
              <a:rPr lang="en-US" altLang="zh-CN" sz="2800" dirty="0" err="1">
                <a:ea typeface="华文中宋" panose="02010600040101010101" pitchFamily="2" charset="-122"/>
              </a:rPr>
              <a:t>Jgtz</a:t>
            </a:r>
            <a:r>
              <a:rPr lang="en-US" altLang="zh-CN" sz="2800" dirty="0">
                <a:ea typeface="华文中宋" panose="02010600040101010101" pitchFamily="2" charset="-122"/>
              </a:rPr>
              <a:t>        </a:t>
            </a:r>
            <a:r>
              <a:rPr lang="zh-CN" altLang="en-US" sz="2800" dirty="0">
                <a:ea typeface="华文中宋" panose="02010600040101010101" pitchFamily="2" charset="-122"/>
              </a:rPr>
              <a:t>标号</a:t>
            </a:r>
          </a:p>
          <a:p>
            <a:pPr eaLnBrk="1" hangingPunct="1">
              <a:spcBef>
                <a:spcPct val="20000"/>
              </a:spcBef>
            </a:pPr>
            <a:r>
              <a:rPr lang="en-US" altLang="zh-CN" sz="2800" dirty="0" err="1">
                <a:ea typeface="华文中宋" panose="02010600040101010101" pitchFamily="2" charset="-122"/>
              </a:rPr>
              <a:t>Jzero</a:t>
            </a:r>
            <a:r>
              <a:rPr lang="en-US" altLang="zh-CN" sz="2800" dirty="0">
                <a:ea typeface="华文中宋" panose="02010600040101010101" pitchFamily="2" charset="-122"/>
              </a:rPr>
              <a:t>      </a:t>
            </a:r>
            <a:r>
              <a:rPr lang="zh-CN" altLang="en-US" sz="2800" dirty="0">
                <a:ea typeface="华文中宋" panose="02010600040101010101" pitchFamily="2" charset="-122"/>
              </a:rPr>
              <a:t>标号</a:t>
            </a:r>
          </a:p>
          <a:p>
            <a:pPr eaLnBrk="1" hangingPunct="1">
              <a:spcBef>
                <a:spcPct val="20000"/>
              </a:spcBef>
            </a:pPr>
            <a:r>
              <a:rPr lang="en-US" altLang="zh-CN" sz="2800" dirty="0">
                <a:ea typeface="华文中宋" panose="02010600040101010101" pitchFamily="2" charset="-122"/>
              </a:rPr>
              <a:t>Halt </a:t>
            </a:r>
          </a:p>
        </p:txBody>
      </p:sp>
      <p:sp>
        <p:nvSpPr>
          <p:cNvPr id="36869" name="Text Box 5">
            <a:extLst>
              <a:ext uri="{FF2B5EF4-FFF2-40B4-BE49-F238E27FC236}">
                <a16:creationId xmlns:a16="http://schemas.microsoft.com/office/drawing/2014/main" id="{3A3DF46D-AC15-461E-A5B6-2548BF233DE8}"/>
              </a:ext>
            </a:extLst>
          </p:cNvPr>
          <p:cNvSpPr txBox="1">
            <a:spLocks noChangeArrowheads="1"/>
          </p:cNvSpPr>
          <p:nvPr/>
        </p:nvSpPr>
        <p:spPr bwMode="auto">
          <a:xfrm>
            <a:off x="609600" y="4800600"/>
            <a:ext cx="80010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ea typeface="华文中宋" panose="02010600040101010101" pitchFamily="2" charset="-122"/>
              </a:rPr>
              <a:t>区别：</a:t>
            </a:r>
            <a:r>
              <a:rPr lang="en-US" altLang="zh-CN" b="1" dirty="0">
                <a:ea typeface="华文中宋" panose="02010600040101010101" pitchFamily="2" charset="-122"/>
              </a:rPr>
              <a:t>load </a:t>
            </a:r>
            <a:r>
              <a:rPr lang="zh-CN" altLang="en-US" b="1" dirty="0">
                <a:ea typeface="华文中宋" panose="02010600040101010101" pitchFamily="2" charset="-122"/>
              </a:rPr>
              <a:t>进累加器   </a:t>
            </a:r>
            <a:r>
              <a:rPr lang="en-US" altLang="zh-CN" b="1" dirty="0">
                <a:ea typeface="华文中宋" panose="02010600040101010101" pitchFamily="2" charset="-122"/>
              </a:rPr>
              <a:t>store </a:t>
            </a:r>
            <a:r>
              <a:rPr lang="zh-CN" altLang="en-US" b="1" dirty="0">
                <a:ea typeface="华文中宋" panose="02010600040101010101" pitchFamily="2" charset="-122"/>
              </a:rPr>
              <a:t>将累加器内容保存</a:t>
            </a:r>
          </a:p>
          <a:p>
            <a:pPr eaLnBrk="1" hangingPunct="1">
              <a:spcBef>
                <a:spcPct val="50000"/>
              </a:spcBef>
            </a:pPr>
            <a:r>
              <a:rPr lang="zh-CN" altLang="en-US" b="1" dirty="0">
                <a:ea typeface="华文中宋" panose="02010600040101010101" pitchFamily="2" charset="-122"/>
              </a:rPr>
              <a:t>            </a:t>
            </a:r>
            <a:r>
              <a:rPr lang="en-US" altLang="zh-CN" b="1" dirty="0">
                <a:ea typeface="华文中宋" panose="02010600040101010101" pitchFamily="2" charset="-122"/>
              </a:rPr>
              <a:t>read </a:t>
            </a:r>
            <a:r>
              <a:rPr lang="zh-CN" altLang="en-US" b="1" dirty="0">
                <a:ea typeface="华文中宋" panose="02010600040101010101" pitchFamily="2" charset="-122"/>
              </a:rPr>
              <a:t>外面读入   </a:t>
            </a:r>
            <a:r>
              <a:rPr lang="en-US" altLang="zh-CN" b="1" dirty="0">
                <a:ea typeface="华文中宋" panose="02010600040101010101" pitchFamily="2" charset="-122"/>
              </a:rPr>
              <a:t>write </a:t>
            </a:r>
            <a:r>
              <a:rPr lang="zh-CN" altLang="en-US" b="1" dirty="0">
                <a:ea typeface="华文中宋" panose="02010600040101010101" pitchFamily="2" charset="-122"/>
              </a:rPr>
              <a:t>输出</a:t>
            </a:r>
          </a:p>
          <a:p>
            <a:pPr eaLnBrk="1" hangingPunct="1">
              <a:spcBef>
                <a:spcPct val="50000"/>
              </a:spcBef>
            </a:pPr>
            <a:r>
              <a:rPr lang="zh-CN" altLang="en-US" b="1" dirty="0">
                <a:ea typeface="华文中宋" panose="02010600040101010101" pitchFamily="2" charset="-122"/>
              </a:rPr>
              <a:t>计算在累加器</a:t>
            </a:r>
            <a:r>
              <a:rPr lang="en-US" altLang="zh-CN" b="1" dirty="0">
                <a:ea typeface="华文中宋" panose="02010600040101010101" pitchFamily="2" charset="-122"/>
              </a:rPr>
              <a:t>r</a:t>
            </a:r>
            <a:r>
              <a:rPr lang="en-US" altLang="zh-CN" b="1" baseline="-25000" dirty="0">
                <a:ea typeface="华文中宋" panose="02010600040101010101" pitchFamily="2" charset="-122"/>
              </a:rPr>
              <a:t>0</a:t>
            </a:r>
            <a:r>
              <a:rPr lang="zh-CN" altLang="en-US" b="1" dirty="0">
                <a:ea typeface="华文中宋" panose="02010600040101010101" pitchFamily="2" charset="-122"/>
              </a:rPr>
              <a:t>中进行</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F00CEFA-C3A8-411D-B712-079C96F05894}"/>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a:t>*</a:t>
            </a:r>
            <a:r>
              <a:rPr lang="en-US" altLang="zh-CN" b="1"/>
              <a:t>12</a:t>
            </a:r>
            <a:r>
              <a:rPr lang="zh-CN" altLang="en-US" b="1"/>
              <a:t>条</a:t>
            </a:r>
            <a:r>
              <a:rPr lang="en-US" altLang="zh-CN" b="1"/>
              <a:t>RAM</a:t>
            </a:r>
            <a:r>
              <a:rPr lang="zh-CN" altLang="en-US" b="1"/>
              <a:t>指令                      </a:t>
            </a:r>
          </a:p>
        </p:txBody>
      </p:sp>
      <p:sp>
        <p:nvSpPr>
          <p:cNvPr id="37891" name="Rectangle 3">
            <a:extLst>
              <a:ext uri="{FF2B5EF4-FFF2-40B4-BE49-F238E27FC236}">
                <a16:creationId xmlns:a16="http://schemas.microsoft.com/office/drawing/2014/main" id="{BD1EAA98-BE0F-46AC-9D3C-9CA4B3B1C292}"/>
              </a:ext>
            </a:extLst>
          </p:cNvPr>
          <p:cNvSpPr>
            <a:spLocks noGrp="1" noChangeArrowheads="1"/>
          </p:cNvSpPr>
          <p:nvPr>
            <p:ph type="body" idx="1"/>
          </p:nvPr>
        </p:nvSpPr>
        <p:spPr bwMode="auto">
          <a:xfrm>
            <a:off x="685800" y="1676400"/>
            <a:ext cx="7772400" cy="441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800" b="1"/>
              <a:t>前</a:t>
            </a:r>
            <a:r>
              <a:rPr lang="en-US" altLang="zh-CN" sz="2800" b="1"/>
              <a:t>8</a:t>
            </a:r>
            <a:r>
              <a:rPr lang="zh-CN" altLang="en-US" sz="2800" b="1"/>
              <a:t>条每执行一次，计数器加</a:t>
            </a:r>
            <a:r>
              <a:rPr lang="en-US" altLang="zh-CN" sz="2800" b="1"/>
              <a:t>1</a:t>
            </a:r>
          </a:p>
          <a:p>
            <a:pPr eaLnBrk="1" hangingPunct="1"/>
            <a:r>
              <a:rPr lang="zh-CN" altLang="en-US" sz="2800" b="1"/>
              <a:t>指令</a:t>
            </a:r>
            <a:r>
              <a:rPr lang="en-US" altLang="zh-CN" sz="2800" b="1"/>
              <a:t>9-11</a:t>
            </a:r>
            <a:r>
              <a:rPr lang="zh-CN" altLang="en-US" sz="2800" b="1"/>
              <a:t>是跳转</a:t>
            </a:r>
          </a:p>
          <a:p>
            <a:pPr eaLnBrk="1" hangingPunct="1"/>
            <a:r>
              <a:rPr lang="zh-CN" altLang="en-US" sz="2800" b="1"/>
              <a:t>指令</a:t>
            </a:r>
            <a:r>
              <a:rPr lang="en-US" altLang="zh-CN" sz="2800" b="1"/>
              <a:t>12</a:t>
            </a:r>
            <a:r>
              <a:rPr lang="zh-CN" altLang="en-US" sz="2800" b="1"/>
              <a:t>的</a:t>
            </a:r>
            <a:r>
              <a:rPr lang="en-US" altLang="zh-CN" sz="2800" b="1"/>
              <a:t>HALT</a:t>
            </a:r>
            <a:r>
              <a:rPr lang="zh-CN" altLang="en-US" sz="2800" b="1"/>
              <a:t>是停机指令</a:t>
            </a:r>
          </a:p>
          <a:p>
            <a:pPr eaLnBrk="1" hangingPunct="1"/>
            <a:r>
              <a:rPr lang="en-US" altLang="zh-CN" sz="2800" b="1"/>
              <a:t>RAM </a:t>
            </a:r>
            <a:r>
              <a:rPr lang="zh-CN" altLang="en-US" sz="2800" b="1"/>
              <a:t>程序编写与运行类似于汇编程序</a:t>
            </a:r>
          </a:p>
          <a:p>
            <a:pPr eaLnBrk="1" hangingPunct="1"/>
            <a:r>
              <a:rPr lang="en-US" altLang="zh-CN" sz="2800" b="1"/>
              <a:t>RAM</a:t>
            </a:r>
            <a:r>
              <a:rPr lang="zh-CN" altLang="en-US" sz="2800" b="1"/>
              <a:t>程序定义了从输入带到输出带的一个映射。</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C5E9E7C1-7E11-428D-BD39-BA359BFE279B}"/>
              </a:ext>
            </a:extLst>
          </p:cNvPr>
          <p:cNvSpPr>
            <a:spLocks noGrp="1" noChangeArrowheads="1"/>
          </p:cNvSpPr>
          <p:nvPr>
            <p:ph type="title"/>
          </p:nvPr>
        </p:nvSpPr>
        <p:spPr bwMode="auto">
          <a:xfrm>
            <a:off x="685800" y="6096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4000" b="1" dirty="0">
                <a:solidFill>
                  <a:schemeClr val="accent2"/>
                </a:solidFill>
                <a:latin typeface="华文中宋" panose="02010600040101010101" pitchFamily="2" charset="-122"/>
                <a:ea typeface="华文中宋" panose="02010600040101010101" pitchFamily="2" charset="-122"/>
              </a:rPr>
              <a:t>*</a:t>
            </a:r>
            <a:r>
              <a:rPr kumimoji="0" lang="en-US" altLang="zh-CN" sz="4000" b="1" dirty="0">
                <a:solidFill>
                  <a:schemeClr val="accent2"/>
                </a:solidFill>
                <a:latin typeface="华文中宋" panose="02010600040101010101" pitchFamily="2" charset="-122"/>
                <a:ea typeface="华文中宋" panose="02010600040101010101" pitchFamily="2" charset="-122"/>
              </a:rPr>
              <a:t>4.</a:t>
            </a:r>
            <a:r>
              <a:rPr kumimoji="0" lang="zh-CN" altLang="en-US" sz="4000" b="1" dirty="0">
                <a:solidFill>
                  <a:schemeClr val="accent2"/>
                </a:solidFill>
                <a:latin typeface="华文中宋" panose="02010600040101010101" pitchFamily="2" charset="-122"/>
                <a:ea typeface="华文中宋" panose="02010600040101010101" pitchFamily="2" charset="-122"/>
              </a:rPr>
              <a:t>举例</a:t>
            </a:r>
          </a:p>
        </p:txBody>
      </p:sp>
      <p:sp>
        <p:nvSpPr>
          <p:cNvPr id="38915" name="Rectangle 3">
            <a:extLst>
              <a:ext uri="{FF2B5EF4-FFF2-40B4-BE49-F238E27FC236}">
                <a16:creationId xmlns:a16="http://schemas.microsoft.com/office/drawing/2014/main" id="{92625176-7BD5-4C6D-AAAA-0DF4DB7425F8}"/>
              </a:ext>
            </a:extLst>
          </p:cNvPr>
          <p:cNvSpPr>
            <a:spLocks noGrp="1" noChangeArrowheads="1"/>
          </p:cNvSpPr>
          <p:nvPr>
            <p:ph type="body" idx="1"/>
          </p:nvPr>
        </p:nvSpPr>
        <p:spPr bwMode="auto">
          <a:xfrm>
            <a:off x="685800" y="1600200"/>
            <a:ext cx="7772400" cy="3962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609600" indent="-609600" eaLnBrk="1" hangingPunct="1">
              <a:buFontTx/>
              <a:buNone/>
            </a:pPr>
            <a:r>
              <a:rPr lang="zh-CN" altLang="en-US" b="1"/>
              <a:t>用</a:t>
            </a:r>
            <a:r>
              <a:rPr lang="en-US" altLang="zh-CN" b="1"/>
              <a:t>RAM</a:t>
            </a:r>
            <a:r>
              <a:rPr lang="zh-CN" altLang="en-US" b="1"/>
              <a:t>指令实现下列计算</a:t>
            </a:r>
          </a:p>
          <a:p>
            <a:pPr marL="609600" indent="-609600" eaLnBrk="1" hangingPunct="1">
              <a:buFontTx/>
              <a:buNone/>
            </a:pPr>
            <a:r>
              <a:rPr lang="zh-CN" altLang="en-US" b="1"/>
              <a:t>例</a:t>
            </a:r>
            <a:r>
              <a:rPr lang="en-US" altLang="zh-CN" b="1"/>
              <a:t>1</a:t>
            </a:r>
            <a:r>
              <a:rPr lang="zh-CN" altLang="en-US" b="1"/>
              <a:t>：计算</a:t>
            </a:r>
            <a:r>
              <a:rPr lang="en-US" altLang="zh-CN" b="1"/>
              <a:t>m+n</a:t>
            </a:r>
            <a:r>
              <a:rPr lang="zh-CN" altLang="en-US" b="1"/>
              <a:t>，分别将</a:t>
            </a:r>
          </a:p>
          <a:p>
            <a:pPr marL="990600" lvl="1" indent="-533400" eaLnBrk="1" hangingPunct="1">
              <a:buFontTx/>
              <a:buAutoNum type="arabicPeriod"/>
            </a:pPr>
            <a:r>
              <a:rPr lang="en-US" altLang="zh-CN" b="1"/>
              <a:t>m</a:t>
            </a:r>
            <a:r>
              <a:rPr lang="zh-CN" altLang="en-US" b="1"/>
              <a:t>、</a:t>
            </a:r>
            <a:r>
              <a:rPr lang="en-US" altLang="zh-CN" b="1"/>
              <a:t>n</a:t>
            </a:r>
            <a:r>
              <a:rPr lang="zh-CN" altLang="en-US" b="1"/>
              <a:t>从外面读入</a:t>
            </a:r>
          </a:p>
          <a:p>
            <a:pPr marL="990600" lvl="1" indent="-533400" eaLnBrk="1" hangingPunct="1">
              <a:buFontTx/>
              <a:buAutoNum type="arabicPeriod"/>
            </a:pPr>
            <a:r>
              <a:rPr lang="en-US" altLang="zh-CN" b="1"/>
              <a:t>m</a:t>
            </a:r>
            <a:r>
              <a:rPr lang="zh-CN" altLang="en-US" b="1"/>
              <a:t>、</a:t>
            </a:r>
            <a:r>
              <a:rPr lang="en-US" altLang="zh-CN" b="1"/>
              <a:t>n</a:t>
            </a:r>
            <a:r>
              <a:rPr lang="zh-CN" altLang="en-US" b="1"/>
              <a:t>从内存读入</a:t>
            </a:r>
          </a:p>
          <a:p>
            <a:pPr marL="609600" indent="-609600" eaLnBrk="1" hangingPunct="1">
              <a:buFontTx/>
              <a:buNone/>
            </a:pPr>
            <a:r>
              <a:rPr lang="zh-CN" altLang="en-US" b="1"/>
              <a:t>例</a:t>
            </a:r>
            <a:r>
              <a:rPr lang="en-US" altLang="zh-CN" b="1"/>
              <a:t>2</a:t>
            </a:r>
            <a:r>
              <a:rPr lang="zh-CN" altLang="en-US" b="1"/>
              <a:t>：计算</a:t>
            </a:r>
            <a:r>
              <a:rPr lang="en-US" altLang="zh-CN" b="1"/>
              <a:t>2</a:t>
            </a:r>
            <a:r>
              <a:rPr lang="en-US" altLang="zh-CN" b="1" baseline="30000"/>
              <a:t>n</a:t>
            </a:r>
          </a:p>
          <a:p>
            <a:pPr marL="609600" indent="-609600" eaLnBrk="1" hangingPunct="1"/>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3A085C5-B8F4-43CE-8E0C-4D32AA0B637D}"/>
              </a:ext>
            </a:extLst>
          </p:cNvPr>
          <p:cNvSpPr>
            <a:spLocks noGrp="1" noChangeArrowheads="1"/>
          </p:cNvSpPr>
          <p:nvPr>
            <p:ph type="title"/>
          </p:nvPr>
        </p:nvSpPr>
        <p:spPr bwMode="auto">
          <a:xfrm>
            <a:off x="685800" y="1905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pPr>
            <a:r>
              <a:rPr lang="en-US" altLang="zh-CN" b="1" dirty="0">
                <a:solidFill>
                  <a:srgbClr val="FF0000"/>
                </a:solidFill>
                <a:ea typeface="华文中宋" panose="02010600040101010101" pitchFamily="2" charset="-122"/>
              </a:rPr>
              <a:t>§</a:t>
            </a:r>
            <a:r>
              <a:rPr lang="en-US" altLang="zh-CN" b="1" dirty="0">
                <a:solidFill>
                  <a:srgbClr val="FF0000"/>
                </a:solidFill>
              </a:rPr>
              <a:t>2	 </a:t>
            </a:r>
            <a:r>
              <a:rPr lang="en-US" altLang="zh-CN" b="1" dirty="0">
                <a:solidFill>
                  <a:srgbClr val="FF0000"/>
                </a:solidFill>
                <a:ea typeface="华文中宋" panose="02010600040101010101" pitchFamily="2" charset="-122"/>
              </a:rPr>
              <a:t>P</a:t>
            </a:r>
            <a:r>
              <a:rPr lang="zh-CN" altLang="en-US" b="1" dirty="0">
                <a:solidFill>
                  <a:srgbClr val="FF0000"/>
                </a:solidFill>
                <a:ea typeface="华文中宋" panose="02010600040101010101" pitchFamily="2" charset="-122"/>
              </a:rPr>
              <a:t>类与</a:t>
            </a:r>
            <a:r>
              <a:rPr lang="en-US" altLang="zh-CN" b="1" dirty="0">
                <a:solidFill>
                  <a:srgbClr val="FF0000"/>
                </a:solidFill>
                <a:ea typeface="华文中宋" panose="02010600040101010101" pitchFamily="2" charset="-122"/>
              </a:rPr>
              <a:t>NP</a:t>
            </a:r>
            <a:r>
              <a:rPr lang="zh-CN" altLang="en-US" b="1" dirty="0">
                <a:solidFill>
                  <a:srgbClr val="FF0000"/>
                </a:solidFill>
                <a:ea typeface="华文中宋" panose="02010600040101010101" pitchFamily="2" charset="-122"/>
              </a:rPr>
              <a:t>类问题</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86F58A3-94AF-47C2-AC6B-7DDAFDD76399}"/>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pPr>
            <a:r>
              <a:rPr lang="zh-CN" altLang="en-US" b="1"/>
              <a:t>停机问题</a:t>
            </a:r>
          </a:p>
        </p:txBody>
      </p:sp>
      <p:sp>
        <p:nvSpPr>
          <p:cNvPr id="40963" name="Rectangle 3">
            <a:extLst>
              <a:ext uri="{FF2B5EF4-FFF2-40B4-BE49-F238E27FC236}">
                <a16:creationId xmlns:a16="http://schemas.microsoft.com/office/drawing/2014/main" id="{3136D89A-0B69-43F2-B522-E4639D47C9C8}"/>
              </a:ext>
            </a:extLst>
          </p:cNvPr>
          <p:cNvSpPr>
            <a:spLocks noGrp="1" noChangeArrowheads="1"/>
          </p:cNvSpPr>
          <p:nvPr>
            <p:ph type="body" idx="1"/>
          </p:nvPr>
        </p:nvSpPr>
        <p:spPr bwMode="auto">
          <a:xfrm>
            <a:off x="395288" y="1981200"/>
            <a:ext cx="8353425" cy="2895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30000"/>
              </a:lnSpc>
              <a:spcBef>
                <a:spcPct val="50000"/>
              </a:spcBef>
              <a:buFontTx/>
              <a:buNone/>
            </a:pPr>
            <a:r>
              <a:rPr lang="en-US" altLang="zh-CN" b="1"/>
              <a:t>    </a:t>
            </a:r>
            <a:r>
              <a:rPr lang="zh-CN" altLang="en-US" b="1"/>
              <a:t>能否设计一个程序</a:t>
            </a:r>
            <a:r>
              <a:rPr lang="en-US" altLang="zh-CN" b="1"/>
              <a:t>P</a:t>
            </a:r>
            <a:r>
              <a:rPr lang="zh-CN" altLang="en-US" b="1"/>
              <a:t>（通用的），对于用</a:t>
            </a:r>
            <a:r>
              <a:rPr lang="zh-CN" altLang="en-US" b="1">
                <a:solidFill>
                  <a:schemeClr val="tx2"/>
                </a:solidFill>
              </a:rPr>
              <a:t>语言编写的程序</a:t>
            </a:r>
            <a:r>
              <a:rPr lang="en-US" altLang="zh-CN" b="1">
                <a:solidFill>
                  <a:schemeClr val="tx2"/>
                </a:solidFill>
              </a:rPr>
              <a:t>A</a:t>
            </a:r>
            <a:r>
              <a:rPr lang="zh-CN" altLang="en-US" b="1"/>
              <a:t>及其一个输入</a:t>
            </a:r>
            <a:r>
              <a:rPr lang="en-US" altLang="zh-CN" b="1"/>
              <a:t>I</a:t>
            </a:r>
            <a:r>
              <a:rPr lang="zh-CN" altLang="en-US" b="1"/>
              <a:t>，判定</a:t>
            </a:r>
            <a:r>
              <a:rPr lang="zh-CN" altLang="en-US" b="1">
                <a:solidFill>
                  <a:schemeClr val="tx2"/>
                </a:solidFill>
              </a:rPr>
              <a:t>语言程序</a:t>
            </a:r>
            <a:r>
              <a:rPr lang="en-US" altLang="zh-CN" b="1">
                <a:solidFill>
                  <a:schemeClr val="tx2"/>
                </a:solidFill>
              </a:rPr>
              <a:t>A</a:t>
            </a:r>
            <a:r>
              <a:rPr lang="zh-CN" altLang="en-US" b="1"/>
              <a:t>相对该输入</a:t>
            </a:r>
            <a:r>
              <a:rPr lang="en-US" altLang="zh-CN" b="1"/>
              <a:t>I</a:t>
            </a:r>
            <a:r>
              <a:rPr lang="zh-CN" altLang="en-US" b="1"/>
              <a:t>是否停机？</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C9376CB7-8974-44A7-AD69-4C3CD42E2718}"/>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ct val="50000"/>
              </a:spcBef>
            </a:pPr>
            <a:r>
              <a:rPr lang="en-US" altLang="zh-CN" b="1"/>
              <a:t>Church-Turing</a:t>
            </a:r>
            <a:r>
              <a:rPr lang="zh-CN" altLang="en-US" b="1"/>
              <a:t>论题</a:t>
            </a:r>
          </a:p>
        </p:txBody>
      </p:sp>
      <p:sp>
        <p:nvSpPr>
          <p:cNvPr id="41987" name="Rectangle 3">
            <a:extLst>
              <a:ext uri="{FF2B5EF4-FFF2-40B4-BE49-F238E27FC236}">
                <a16:creationId xmlns:a16="http://schemas.microsoft.com/office/drawing/2014/main" id="{D351D69F-CDAE-4426-A5D5-7F3204B0EB78}"/>
              </a:ext>
            </a:extLst>
          </p:cNvPr>
          <p:cNvSpPr>
            <a:spLocks noGrp="1" noChangeArrowheads="1"/>
          </p:cNvSpPr>
          <p:nvPr>
            <p:ph type="body" idx="1"/>
          </p:nvPr>
        </p:nvSpPr>
        <p:spPr bwMode="auto">
          <a:xfrm>
            <a:off x="539750" y="1700213"/>
            <a:ext cx="8229600" cy="16637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ct val="50000"/>
              </a:spcBef>
              <a:buFontTx/>
              <a:buNone/>
            </a:pPr>
            <a:r>
              <a:rPr lang="zh-CN" altLang="en-US" b="1"/>
              <a:t>（直觉上）</a:t>
            </a:r>
            <a:r>
              <a:rPr lang="zh-CN" altLang="en-US" b="1">
                <a:solidFill>
                  <a:schemeClr val="tx2"/>
                </a:solidFill>
              </a:rPr>
              <a:t>“算法”</a:t>
            </a:r>
            <a:r>
              <a:rPr lang="zh-CN" altLang="en-US" b="1"/>
              <a:t> </a:t>
            </a:r>
            <a:r>
              <a:rPr lang="en-US" altLang="zh-CN" b="1"/>
              <a:t>A</a:t>
            </a:r>
            <a:r>
              <a:rPr lang="zh-CN" altLang="en-US" b="1"/>
              <a:t>就等同于</a:t>
            </a:r>
            <a:endParaRPr lang="zh-CN" altLang="en-US" b="1">
              <a:solidFill>
                <a:schemeClr val="tx2"/>
              </a:solidFill>
            </a:endParaRPr>
          </a:p>
          <a:p>
            <a:pPr>
              <a:spcBef>
                <a:spcPct val="50000"/>
              </a:spcBef>
              <a:buFontTx/>
              <a:buNone/>
            </a:pPr>
            <a:r>
              <a:rPr lang="zh-CN" altLang="en-US" b="1"/>
              <a:t>        在所有输入上</a:t>
            </a:r>
            <a:r>
              <a:rPr lang="zh-CN" altLang="en-US" b="1">
                <a:solidFill>
                  <a:srgbClr val="FF0000"/>
                </a:solidFill>
              </a:rPr>
              <a:t>停机</a:t>
            </a:r>
            <a:r>
              <a:rPr lang="zh-CN" altLang="en-US" b="1">
                <a:solidFill>
                  <a:schemeClr val="tx2"/>
                </a:solidFill>
              </a:rPr>
              <a:t>的某个</a:t>
            </a:r>
            <a:r>
              <a:rPr lang="en-US" altLang="zh-CN" b="1">
                <a:solidFill>
                  <a:schemeClr val="tx2"/>
                </a:solidFill>
              </a:rPr>
              <a:t>Turing </a:t>
            </a:r>
            <a:r>
              <a:rPr lang="zh-CN" altLang="en-US" b="1">
                <a:solidFill>
                  <a:schemeClr val="tx2"/>
                </a:solidFill>
              </a:rPr>
              <a:t>机</a:t>
            </a:r>
          </a:p>
        </p:txBody>
      </p:sp>
      <p:sp>
        <p:nvSpPr>
          <p:cNvPr id="41988" name="Text Box 4">
            <a:extLst>
              <a:ext uri="{FF2B5EF4-FFF2-40B4-BE49-F238E27FC236}">
                <a16:creationId xmlns:a16="http://schemas.microsoft.com/office/drawing/2014/main" id="{FCD3E6A7-DD27-48E0-9034-B520508269D2}"/>
              </a:ext>
            </a:extLst>
          </p:cNvPr>
          <p:cNvSpPr txBox="1">
            <a:spLocks noChangeArrowheads="1"/>
          </p:cNvSpPr>
          <p:nvPr/>
        </p:nvSpPr>
        <p:spPr bwMode="auto">
          <a:xfrm>
            <a:off x="1476375" y="3213100"/>
            <a:ext cx="51847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dirty="0">
                <a:solidFill>
                  <a:srgbClr val="FF0000"/>
                </a:solidFill>
                <a:ea typeface="华文中宋" panose="02010600040101010101" pitchFamily="2" charset="-122"/>
              </a:rPr>
              <a:t>算法</a:t>
            </a:r>
            <a:r>
              <a:rPr lang="en-US" altLang="zh-CN" sz="3200" b="1" dirty="0">
                <a:solidFill>
                  <a:srgbClr val="FF0000"/>
                </a:solidFill>
                <a:ea typeface="华文中宋" panose="02010600040101010101" pitchFamily="2" charset="-122"/>
              </a:rPr>
              <a:t>A = </a:t>
            </a:r>
            <a:r>
              <a:rPr lang="zh-CN" altLang="en-US" sz="3200" b="1" dirty="0">
                <a:solidFill>
                  <a:srgbClr val="FF0000"/>
                </a:solidFill>
                <a:ea typeface="华文中宋" panose="02010600040101010101" pitchFamily="2" charset="-122"/>
              </a:rPr>
              <a:t>某个</a:t>
            </a:r>
            <a:r>
              <a:rPr lang="en-US" altLang="zh-CN" sz="3200" b="1" dirty="0">
                <a:solidFill>
                  <a:srgbClr val="FF0000"/>
                </a:solidFill>
                <a:ea typeface="华文中宋" panose="02010600040101010101" pitchFamily="2" charset="-122"/>
              </a:rPr>
              <a:t>Turing</a:t>
            </a:r>
            <a:r>
              <a:rPr lang="zh-CN" altLang="en-US" sz="3200" b="1" dirty="0">
                <a:solidFill>
                  <a:srgbClr val="FF0000"/>
                </a:solidFill>
                <a:ea typeface="华文中宋" panose="02010600040101010101" pitchFamily="2" charset="-122"/>
              </a:rPr>
              <a:t>机</a:t>
            </a:r>
            <a:r>
              <a:rPr lang="en-US" altLang="zh-CN" sz="3200" b="1" dirty="0">
                <a:solidFill>
                  <a:srgbClr val="FF0000"/>
                </a:solidFill>
                <a:ea typeface="华文中宋" panose="02010600040101010101" pitchFamily="2" charset="-122"/>
              </a:rPr>
              <a:t>TM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5C3B2287-2C97-4462-AAAA-19E271DB4A4B}"/>
              </a:ext>
            </a:extLst>
          </p:cNvPr>
          <p:cNvSpPr>
            <a:spLocks noGrp="1" noChangeArrowheads="1"/>
          </p:cNvSpPr>
          <p:nvPr>
            <p:ph type="title"/>
          </p:nvPr>
        </p:nvSpPr>
        <p:spPr bwMode="auto">
          <a:xfrm>
            <a:off x="685800" y="1371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dirty="0">
                <a:solidFill>
                  <a:srgbClr val="FF0000"/>
                </a:solidFill>
              </a:rPr>
              <a:t>2.1  </a:t>
            </a:r>
            <a:r>
              <a:rPr lang="zh-CN" altLang="en-US" b="1" dirty="0">
                <a:solidFill>
                  <a:srgbClr val="FF0000"/>
                </a:solidFill>
                <a:latin typeface="华文中宋" panose="02010600040101010101" pitchFamily="2" charset="-122"/>
                <a:ea typeface="华文中宋" panose="02010600040101010101" pitchFamily="2" charset="-122"/>
              </a:rPr>
              <a:t>非确定性图灵机</a:t>
            </a:r>
          </a:p>
        </p:txBody>
      </p:sp>
      <p:sp>
        <p:nvSpPr>
          <p:cNvPr id="43011" name="Rectangle 3">
            <a:extLst>
              <a:ext uri="{FF2B5EF4-FFF2-40B4-BE49-F238E27FC236}">
                <a16:creationId xmlns:a16="http://schemas.microsoft.com/office/drawing/2014/main" id="{DBC1226D-F2C6-4360-B909-8C25675F3467}"/>
              </a:ext>
            </a:extLst>
          </p:cNvPr>
          <p:cNvSpPr>
            <a:spLocks noGrp="1" noChangeArrowheads="1"/>
          </p:cNvSpPr>
          <p:nvPr>
            <p:ph type="body" idx="1"/>
          </p:nvPr>
        </p:nvSpPr>
        <p:spPr bwMode="auto">
          <a:xfrm>
            <a:off x="685800" y="19812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endParaRPr lang="zh-CN" altLang="zh-CN" dirty="0">
              <a:latin typeface="华文中宋" panose="02010600040101010101" pitchFamily="2" charset="-122"/>
              <a:ea typeface="华文中宋" panose="0201060004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43EC8D66-362D-4744-B88C-E6C7496B19AB}"/>
              </a:ext>
            </a:extLst>
          </p:cNvPr>
          <p:cNvSpPr>
            <a:spLocks noGrp="1" noChangeArrowheads="1"/>
          </p:cNvSpPr>
          <p:nvPr>
            <p:ph type="title"/>
          </p:nvPr>
        </p:nvSpPr>
        <p:spPr bwMode="auto">
          <a:xfrm>
            <a:off x="685800" y="609600"/>
            <a:ext cx="7772400" cy="83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3600" b="1" dirty="0">
                <a:solidFill>
                  <a:schemeClr val="accent2"/>
                </a:solidFill>
                <a:latin typeface="华文中宋" panose="02010600040101010101" pitchFamily="2" charset="-122"/>
                <a:ea typeface="华文中宋" panose="02010600040101010101" pitchFamily="2" charset="-122"/>
              </a:rPr>
              <a:t>1</a:t>
            </a:r>
            <a:r>
              <a:rPr kumimoji="0" lang="zh-CN" altLang="en-US" sz="3600" b="1" dirty="0">
                <a:solidFill>
                  <a:schemeClr val="accent2"/>
                </a:solidFill>
                <a:latin typeface="华文中宋" panose="02010600040101010101" pitchFamily="2" charset="-122"/>
                <a:ea typeface="华文中宋" panose="02010600040101010101" pitchFamily="2" charset="-122"/>
              </a:rPr>
              <a:t>、确定性图灵机</a:t>
            </a:r>
          </a:p>
        </p:txBody>
      </p:sp>
      <p:sp>
        <p:nvSpPr>
          <p:cNvPr id="202755" name="Rectangle 3">
            <a:extLst>
              <a:ext uri="{FF2B5EF4-FFF2-40B4-BE49-F238E27FC236}">
                <a16:creationId xmlns:a16="http://schemas.microsoft.com/office/drawing/2014/main" id="{59C999C7-D238-4C3F-8CB8-9F9E81638EBF}"/>
              </a:ext>
            </a:extLst>
          </p:cNvPr>
          <p:cNvSpPr>
            <a:spLocks noGrp="1" noChangeArrowheads="1"/>
          </p:cNvSpPr>
          <p:nvPr>
            <p:ph type="body" idx="1"/>
          </p:nvPr>
        </p:nvSpPr>
        <p:spPr bwMode="auto">
          <a:xfrm>
            <a:off x="457200" y="1752600"/>
            <a:ext cx="8077200" cy="3657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pPr>
            <a:r>
              <a:rPr kumimoji="0" lang="zh-CN" altLang="en-US" sz="2800" b="1" dirty="0">
                <a:solidFill>
                  <a:schemeClr val="accent2"/>
                </a:solidFill>
                <a:latin typeface="华文中宋" panose="02010600040101010101" pitchFamily="2" charset="-122"/>
                <a:ea typeface="华文中宋" panose="02010600040101010101" pitchFamily="2" charset="-122"/>
              </a:rPr>
              <a:t>确定性图灵机</a:t>
            </a:r>
            <a:r>
              <a:rPr kumimoji="0" lang="en-US" altLang="zh-CN" sz="2800" b="1" dirty="0">
                <a:latin typeface="华文中宋" panose="02010600040101010101" pitchFamily="2" charset="-122"/>
                <a:ea typeface="华文中宋" panose="02010600040101010101" pitchFamily="2" charset="-122"/>
              </a:rPr>
              <a:t>DTM</a:t>
            </a:r>
            <a:r>
              <a:rPr kumimoji="0" lang="en-US" altLang="zh-CN" sz="2800" b="1" dirty="0">
                <a:solidFill>
                  <a:schemeClr val="accent2"/>
                </a:solidFill>
                <a:latin typeface="华文中宋" panose="02010600040101010101" pitchFamily="2" charset="-122"/>
                <a:ea typeface="华文中宋" panose="02010600040101010101" pitchFamily="2" charset="-122"/>
              </a:rPr>
              <a:t> </a:t>
            </a:r>
            <a:r>
              <a:rPr kumimoji="0" lang="zh-CN" altLang="en-US" sz="2800" b="1" dirty="0">
                <a:solidFill>
                  <a:schemeClr val="accent2"/>
                </a:solidFill>
                <a:latin typeface="华文中宋" panose="02010600040101010101" pitchFamily="2" charset="-122"/>
                <a:ea typeface="华文中宋" panose="02010600040101010101" pitchFamily="2" charset="-122"/>
              </a:rPr>
              <a:t>：</a:t>
            </a:r>
          </a:p>
          <a:p>
            <a:pPr eaLnBrk="1" hangingPunct="1">
              <a:lnSpc>
                <a:spcPct val="140000"/>
              </a:lnSpc>
              <a:buFontTx/>
              <a:buNone/>
            </a:pPr>
            <a:r>
              <a:rPr kumimoji="0" lang="zh-CN" altLang="en-US" sz="2800" b="1" dirty="0">
                <a:latin typeface="华文中宋" panose="02010600040101010101" pitchFamily="2" charset="-122"/>
                <a:ea typeface="华文中宋" panose="02010600040101010101" pitchFamily="2" charset="-122"/>
              </a:rPr>
              <a:t>  在图灵机计算模型中，若迁移函数</a:t>
            </a:r>
            <a:r>
              <a:rPr kumimoji="0" lang="en-US" altLang="zh-CN" sz="2800" b="1" dirty="0">
                <a:latin typeface="华文中宋" panose="02010600040101010101" pitchFamily="2" charset="-122"/>
                <a:ea typeface="华文中宋" panose="02010600040101010101" pitchFamily="2" charset="-122"/>
              </a:rPr>
              <a:t>δ</a:t>
            </a:r>
            <a:r>
              <a:rPr kumimoji="0" lang="zh-CN" altLang="en-US" sz="2800" b="1" dirty="0">
                <a:latin typeface="华文中宋" panose="02010600040101010101" pitchFamily="2" charset="-122"/>
                <a:ea typeface="华文中宋" panose="02010600040101010101" pitchFamily="2" charset="-122"/>
              </a:rPr>
              <a:t>是单值的，即</a:t>
            </a:r>
            <a:r>
              <a:rPr kumimoji="0" lang="en-US" altLang="zh-CN" sz="2800" b="1" dirty="0">
                <a:latin typeface="华文中宋" panose="02010600040101010101" pitchFamily="2" charset="-122"/>
                <a:ea typeface="华文中宋" panose="02010600040101010101" pitchFamily="2" charset="-122"/>
              </a:rPr>
              <a:t>δ</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err="1">
                <a:latin typeface="华文中宋" panose="02010600040101010101" pitchFamily="2" charset="-122"/>
                <a:ea typeface="华文中宋" panose="02010600040101010101" pitchFamily="2" charset="-122"/>
              </a:rPr>
              <a:t>D</a:t>
            </a:r>
            <a:r>
              <a:rPr kumimoji="0" lang="en-US" altLang="zh-CN" sz="2800" b="1" dirty="0" err="1">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err="1">
                <a:latin typeface="华文中宋" panose="02010600040101010101" pitchFamily="2" charset="-122"/>
                <a:ea typeface="华文中宋" panose="02010600040101010101" pitchFamily="2" charset="-122"/>
              </a:rPr>
              <a:t>Q</a:t>
            </a:r>
            <a:r>
              <a:rPr kumimoji="0" lang="en-US" altLang="zh-CN" sz="2800" b="1" dirty="0" err="1">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err="1">
                <a:latin typeface="华文中宋" panose="02010600040101010101" pitchFamily="2" charset="-122"/>
                <a:ea typeface="华文中宋" panose="02010600040101010101" pitchFamily="2" charset="-122"/>
              </a:rPr>
              <a:t>T</a:t>
            </a:r>
            <a:r>
              <a:rPr kumimoji="0" lang="en-US" altLang="zh-CN" sz="2800" b="1" baseline="30000" dirty="0" err="1">
                <a:latin typeface="华文中宋" panose="02010600040101010101" pitchFamily="2" charset="-122"/>
                <a:ea typeface="华文中宋" panose="02010600040101010101" pitchFamily="2" charset="-122"/>
              </a:rPr>
              <a:t>k</a:t>
            </a:r>
            <a:r>
              <a:rPr kumimoji="0" lang="en-US" altLang="zh-CN" sz="2800" b="1" dirty="0" err="1">
                <a:latin typeface="华文中宋" panose="02010600040101010101" pitchFamily="2" charset="-122"/>
                <a:ea typeface="华文中宋" panose="02010600040101010101" pitchFamily="2" charset="-122"/>
                <a:sym typeface="Wingdings" panose="05000000000000000000" pitchFamily="2" charset="2"/>
              </a:rPr>
              <a:t></a:t>
            </a:r>
            <a:r>
              <a:rPr kumimoji="0" lang="en-US" altLang="zh-CN" sz="2800" b="1" dirty="0" err="1">
                <a:latin typeface="华文中宋" panose="02010600040101010101" pitchFamily="2" charset="-122"/>
                <a:ea typeface="华文中宋" panose="02010600040101010101" pitchFamily="2" charset="-122"/>
              </a:rPr>
              <a:t>Q</a:t>
            </a:r>
            <a:r>
              <a:rPr kumimoji="0" lang="en-US" altLang="zh-CN"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(T</a:t>
            </a:r>
            <a:r>
              <a:rPr kumimoji="0" lang="en-US" altLang="zh-CN"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{L</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R</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S})</a:t>
            </a:r>
            <a:r>
              <a:rPr kumimoji="0" lang="en-US" altLang="zh-CN" sz="2800" b="1" baseline="30000"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是单值的，</a:t>
            </a:r>
            <a:r>
              <a:rPr kumimoji="0" lang="en-US" altLang="zh-CN" sz="2800" b="1" dirty="0">
                <a:latin typeface="华文中宋" panose="02010600040101010101" pitchFamily="2" charset="-122"/>
                <a:ea typeface="华文中宋" panose="02010600040101010101" pitchFamily="2" charset="-122"/>
              </a:rPr>
              <a:t>D</a:t>
            </a:r>
            <a:r>
              <a:rPr kumimoji="0" lang="zh-CN" altLang="en-US" sz="2800" b="1" dirty="0">
                <a:latin typeface="华文中宋" panose="02010600040101010101" pitchFamily="2" charset="-122"/>
                <a:ea typeface="华文中宋" panose="02010600040101010101" pitchFamily="2" charset="-122"/>
              </a:rPr>
              <a:t>是定义域，称这种图灵机为</a:t>
            </a:r>
            <a:r>
              <a:rPr kumimoji="0" lang="zh-CN" altLang="en-US" sz="2800" b="1" dirty="0">
                <a:solidFill>
                  <a:schemeClr val="accent2"/>
                </a:solidFill>
                <a:latin typeface="华文中宋" panose="02010600040101010101" pitchFamily="2" charset="-122"/>
                <a:ea typeface="华文中宋" panose="02010600040101010101" pitchFamily="2" charset="-122"/>
              </a:rPr>
              <a:t>确定性图灵机</a:t>
            </a:r>
          </a:p>
          <a:p>
            <a:pPr eaLnBrk="1" hangingPunct="1">
              <a:lnSpc>
                <a:spcPct val="140000"/>
              </a:lnSpc>
              <a:buFontTx/>
              <a:buNone/>
            </a:pPr>
            <a:r>
              <a:rPr kumimoji="0" lang="zh-CN" altLang="en-US" sz="2800" b="1" dirty="0">
                <a:solidFill>
                  <a:schemeClr val="accent2"/>
                </a:solidFill>
                <a:latin typeface="华文中宋" panose="02010600040101010101" pitchFamily="2" charset="-122"/>
                <a:ea typeface="华文中宋" panose="02010600040101010101" pitchFamily="2" charset="-122"/>
              </a:rPr>
              <a:t>注：</a:t>
            </a:r>
            <a:r>
              <a:rPr kumimoji="0" lang="en-US" altLang="zh-CN" sz="2800" b="1" dirty="0">
                <a:solidFill>
                  <a:schemeClr val="accent2"/>
                </a:solidFill>
                <a:latin typeface="华文中宋" panose="02010600040101010101" pitchFamily="2" charset="-122"/>
                <a:ea typeface="华文中宋" panose="02010600040101010101" pitchFamily="2" charset="-122"/>
              </a:rPr>
              <a:t>k=1</a:t>
            </a:r>
            <a:r>
              <a:rPr kumimoji="0" lang="zh-CN" altLang="en-US" sz="2800" b="1" dirty="0">
                <a:solidFill>
                  <a:schemeClr val="accent2"/>
                </a:solidFill>
                <a:latin typeface="华文中宋" panose="02010600040101010101" pitchFamily="2" charset="-122"/>
                <a:ea typeface="华文中宋" panose="02010600040101010101" pitchFamily="2" charset="-122"/>
              </a:rPr>
              <a:t>时是单带</a:t>
            </a:r>
            <a:r>
              <a:rPr kumimoji="0" lang="zh-CN" altLang="en-US" sz="2800" b="1" dirty="0">
                <a:latin typeface="华文中宋" panose="02010600040101010101" pitchFamily="2" charset="-122"/>
                <a:ea typeface="华文中宋" panose="02010600040101010101" pitchFamily="2" charset="-122"/>
              </a:rPr>
              <a:t>图灵机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2755">
                                            <p:txEl>
                                              <p:pRg st="0" end="0"/>
                                            </p:txEl>
                                          </p:spTgt>
                                        </p:tgtEl>
                                        <p:attrNameLst>
                                          <p:attrName>style.visibility</p:attrName>
                                        </p:attrNameLst>
                                      </p:cBhvr>
                                      <p:to>
                                        <p:strVal val="visible"/>
                                      </p:to>
                                    </p:set>
                                    <p:anim calcmode="lin" valueType="num">
                                      <p:cBhvr additive="base">
                                        <p:cTn id="7" dur="500" fill="hold"/>
                                        <p:tgtEl>
                                          <p:spTgt spid="20275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275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2755">
                                            <p:txEl>
                                              <p:pRg st="1" end="1"/>
                                            </p:txEl>
                                          </p:spTgt>
                                        </p:tgtEl>
                                        <p:attrNameLst>
                                          <p:attrName>style.visibility</p:attrName>
                                        </p:attrNameLst>
                                      </p:cBhvr>
                                      <p:to>
                                        <p:strVal val="visible"/>
                                      </p:to>
                                    </p:set>
                                    <p:anim calcmode="lin" valueType="num">
                                      <p:cBhvr additive="base">
                                        <p:cTn id="13" dur="500" fill="hold"/>
                                        <p:tgtEl>
                                          <p:spTgt spid="20275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2755">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32355C8-B4F8-490A-9D5F-136705B8563B}"/>
              </a:ext>
            </a:extLst>
          </p:cNvPr>
          <p:cNvSpPr>
            <a:spLocks noGrp="1" noChangeArrowheads="1"/>
          </p:cNvSpPr>
          <p:nvPr>
            <p:ph type="title"/>
          </p:nvPr>
        </p:nvSpPr>
        <p:spPr bwMode="auto">
          <a:xfrm>
            <a:off x="685800" y="3810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dirty="0"/>
              <a:t>2</a:t>
            </a:r>
            <a:r>
              <a:rPr lang="zh-CN" altLang="en-US" dirty="0"/>
              <a:t>、</a:t>
            </a:r>
            <a:r>
              <a:rPr kumimoji="0" lang="zh-CN" altLang="en-US" sz="3600" b="1" dirty="0">
                <a:solidFill>
                  <a:schemeClr val="accent2"/>
                </a:solidFill>
                <a:latin typeface="华文中宋" panose="02010600040101010101" pitchFamily="2" charset="-122"/>
                <a:ea typeface="华文中宋" panose="02010600040101010101" pitchFamily="2" charset="-122"/>
              </a:rPr>
              <a:t>非确定性图灵机</a:t>
            </a:r>
          </a:p>
        </p:txBody>
      </p:sp>
      <p:sp>
        <p:nvSpPr>
          <p:cNvPr id="45059" name="Rectangle 3">
            <a:extLst>
              <a:ext uri="{FF2B5EF4-FFF2-40B4-BE49-F238E27FC236}">
                <a16:creationId xmlns:a16="http://schemas.microsoft.com/office/drawing/2014/main" id="{8B0D48E7-316D-433A-8064-35E8FC4A0845}"/>
              </a:ext>
            </a:extLst>
          </p:cNvPr>
          <p:cNvSpPr>
            <a:spLocks noGrp="1" noChangeArrowheads="1"/>
          </p:cNvSpPr>
          <p:nvPr>
            <p:ph type="body" idx="1"/>
          </p:nvPr>
        </p:nvSpPr>
        <p:spPr bwMode="auto">
          <a:xfrm>
            <a:off x="76200" y="1295400"/>
            <a:ext cx="8915400" cy="5257800"/>
          </a:xfrm>
          <a:noFill/>
          <a:ln>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eaLnBrk="1" hangingPunct="1"/>
            <a:r>
              <a:rPr kumimoji="0" lang="zh-CN" altLang="en-US" sz="2800" b="1" dirty="0">
                <a:solidFill>
                  <a:schemeClr val="accent2"/>
                </a:solidFill>
                <a:latin typeface="华文中宋" panose="02010600040101010101" pitchFamily="2" charset="-122"/>
                <a:ea typeface="华文中宋" panose="02010600040101010101" pitchFamily="2" charset="-122"/>
              </a:rPr>
              <a:t>非确定性图灵机</a:t>
            </a:r>
            <a:r>
              <a:rPr kumimoji="0" lang="en-US" altLang="zh-CN" sz="2800" b="1" dirty="0">
                <a:latin typeface="华文中宋" panose="02010600040101010101" pitchFamily="2" charset="-122"/>
                <a:ea typeface="华文中宋" panose="02010600040101010101" pitchFamily="2" charset="-122"/>
              </a:rPr>
              <a:t>NDTM</a:t>
            </a:r>
            <a:r>
              <a:rPr kumimoji="0" lang="zh-CN" altLang="en-US" sz="2800" b="1" dirty="0">
                <a:latin typeface="华文中宋" panose="02010600040101010101" pitchFamily="2" charset="-122"/>
                <a:ea typeface="华文中宋" panose="02010600040101010101" pitchFamily="2" charset="-122"/>
              </a:rPr>
              <a:t>：</a:t>
            </a:r>
          </a:p>
          <a:p>
            <a:pPr eaLnBrk="1" hangingPunct="1">
              <a:buFontTx/>
              <a:buNone/>
            </a:pPr>
            <a:r>
              <a:rPr kumimoji="0" lang="zh-CN" altLang="en-US" sz="2800" b="1" dirty="0">
                <a:latin typeface="华文中宋" panose="02010600040101010101" pitchFamily="2" charset="-122"/>
                <a:ea typeface="华文中宋" panose="02010600040101010101" pitchFamily="2" charset="-122"/>
              </a:rPr>
              <a:t>  一个</a:t>
            </a:r>
            <a:r>
              <a:rPr kumimoji="0" lang="en-US" altLang="zh-CN" sz="2800" b="1"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带的非确定性图灵机</a:t>
            </a:r>
            <a:r>
              <a:rPr kumimoji="0" lang="en-US" altLang="zh-CN" sz="2800" b="1" dirty="0">
                <a:latin typeface="华文中宋" panose="02010600040101010101" pitchFamily="2" charset="-122"/>
                <a:ea typeface="华文中宋" panose="02010600040101010101" pitchFamily="2" charset="-122"/>
              </a:rPr>
              <a:t>M</a:t>
            </a:r>
            <a:r>
              <a:rPr kumimoji="0" lang="zh-CN" altLang="en-US" sz="2800" b="1" dirty="0">
                <a:latin typeface="华文中宋" panose="02010600040101010101" pitchFamily="2" charset="-122"/>
                <a:ea typeface="华文中宋" panose="02010600040101010101" pitchFamily="2" charset="-122"/>
              </a:rPr>
              <a:t>是一个</a:t>
            </a:r>
            <a:r>
              <a:rPr kumimoji="0" lang="en-US" altLang="zh-CN" sz="2800" b="1" dirty="0">
                <a:latin typeface="华文中宋" panose="02010600040101010101" pitchFamily="2" charset="-122"/>
                <a:ea typeface="华文中宋" panose="02010600040101010101" pitchFamily="2" charset="-122"/>
              </a:rPr>
              <a:t>7</a:t>
            </a:r>
            <a:r>
              <a:rPr kumimoji="0" lang="zh-CN" altLang="en-US" sz="2800" b="1" dirty="0">
                <a:latin typeface="华文中宋" panose="02010600040101010101" pitchFamily="2" charset="-122"/>
                <a:ea typeface="华文中宋" panose="02010600040101010101" pitchFamily="2" charset="-122"/>
              </a:rPr>
              <a:t>元组：</a:t>
            </a:r>
          </a:p>
          <a:p>
            <a:pPr eaLnBrk="1" hangingPunct="1">
              <a:buFontTx/>
              <a:buNone/>
            </a:pPr>
            <a:r>
              <a:rPr kumimoji="0" lang="zh-CN" altLang="en-US" sz="2800" b="1" dirty="0">
                <a:latin typeface="华文中宋" panose="02010600040101010101" pitchFamily="2" charset="-122"/>
                <a:ea typeface="华文中宋" panose="02010600040101010101" pitchFamily="2" charset="-122"/>
              </a:rPr>
              <a:t>           </a:t>
            </a:r>
            <a:r>
              <a:rPr kumimoji="0" lang="en-US" altLang="zh-CN" sz="2800" b="1" dirty="0">
                <a:solidFill>
                  <a:srgbClr val="FF0000"/>
                </a:solidFill>
                <a:latin typeface="华文中宋" panose="02010600040101010101" pitchFamily="2" charset="-122"/>
                <a:ea typeface="华文中宋" panose="02010600040101010101" pitchFamily="2" charset="-122"/>
              </a:rPr>
              <a:t>(Q</a:t>
            </a:r>
            <a:r>
              <a:rPr kumimoji="0" lang="zh-CN" altLang="en-US" sz="2800" b="1" dirty="0">
                <a:solidFill>
                  <a:srgbClr val="FF0000"/>
                </a:solidFill>
                <a:latin typeface="华文中宋" panose="02010600040101010101" pitchFamily="2" charset="-122"/>
                <a:ea typeface="华文中宋" panose="02010600040101010101" pitchFamily="2" charset="-122"/>
              </a:rPr>
              <a:t>，</a:t>
            </a:r>
            <a:r>
              <a:rPr kumimoji="0" lang="en-US" altLang="zh-CN" sz="2800" b="1" dirty="0">
                <a:solidFill>
                  <a:srgbClr val="FF0000"/>
                </a:solidFill>
                <a:latin typeface="华文中宋" panose="02010600040101010101" pitchFamily="2" charset="-122"/>
                <a:ea typeface="华文中宋" panose="02010600040101010101" pitchFamily="2" charset="-122"/>
              </a:rPr>
              <a:t>T</a:t>
            </a:r>
            <a:r>
              <a:rPr kumimoji="0" lang="zh-CN" altLang="en-US" sz="2800" b="1" dirty="0">
                <a:solidFill>
                  <a:srgbClr val="FF0000"/>
                </a:solidFill>
                <a:latin typeface="华文中宋" panose="02010600040101010101" pitchFamily="2" charset="-122"/>
                <a:ea typeface="华文中宋" panose="02010600040101010101" pitchFamily="2" charset="-122"/>
              </a:rPr>
              <a:t>，</a:t>
            </a:r>
            <a:r>
              <a:rPr kumimoji="0" lang="en-US" altLang="zh-CN" sz="2800" b="1" dirty="0">
                <a:solidFill>
                  <a:srgbClr val="FF0000"/>
                </a:solidFill>
                <a:latin typeface="华文中宋" panose="02010600040101010101" pitchFamily="2" charset="-122"/>
                <a:ea typeface="华文中宋" panose="02010600040101010101" pitchFamily="2" charset="-122"/>
              </a:rPr>
              <a:t>I</a:t>
            </a:r>
            <a:r>
              <a:rPr kumimoji="0" lang="zh-CN" altLang="en-US" sz="2800" b="1" dirty="0">
                <a:solidFill>
                  <a:srgbClr val="FF0000"/>
                </a:solidFill>
                <a:latin typeface="华文中宋" panose="02010600040101010101" pitchFamily="2" charset="-122"/>
                <a:ea typeface="华文中宋" panose="02010600040101010101" pitchFamily="2" charset="-122"/>
              </a:rPr>
              <a:t>，</a:t>
            </a:r>
            <a:r>
              <a:rPr kumimoji="0" lang="en-US" altLang="zh-CN" sz="2800" b="1" dirty="0">
                <a:solidFill>
                  <a:srgbClr val="FF0000"/>
                </a:solidFill>
                <a:latin typeface="华文中宋" panose="02010600040101010101" pitchFamily="2" charset="-122"/>
                <a:ea typeface="华文中宋" panose="02010600040101010101" pitchFamily="2" charset="-122"/>
              </a:rPr>
              <a:t>δ</a:t>
            </a:r>
            <a:r>
              <a:rPr kumimoji="0" lang="zh-CN" altLang="en-US" sz="2800" b="1" dirty="0">
                <a:solidFill>
                  <a:srgbClr val="FF0000"/>
                </a:solidFill>
                <a:latin typeface="华文中宋" panose="02010600040101010101" pitchFamily="2" charset="-122"/>
                <a:ea typeface="华文中宋" panose="02010600040101010101" pitchFamily="2" charset="-122"/>
              </a:rPr>
              <a:t>，</a:t>
            </a:r>
            <a:r>
              <a:rPr kumimoji="0" lang="en-US" altLang="zh-CN" sz="2800" b="1" dirty="0">
                <a:solidFill>
                  <a:srgbClr val="FF0000"/>
                </a:solidFill>
                <a:latin typeface="华文中宋" panose="02010600040101010101" pitchFamily="2" charset="-122"/>
                <a:ea typeface="华文中宋" panose="02010600040101010101" pitchFamily="2" charset="-122"/>
              </a:rPr>
              <a:t>b</a:t>
            </a:r>
            <a:r>
              <a:rPr kumimoji="0" lang="zh-CN" altLang="en-US" sz="2800" b="1" dirty="0">
                <a:solidFill>
                  <a:srgbClr val="FF0000"/>
                </a:solidFill>
                <a:latin typeface="华文中宋" panose="02010600040101010101" pitchFamily="2" charset="-122"/>
                <a:ea typeface="华文中宋" panose="02010600040101010101" pitchFamily="2" charset="-122"/>
              </a:rPr>
              <a:t>，</a:t>
            </a:r>
            <a:r>
              <a:rPr kumimoji="0" lang="en-US" altLang="zh-CN" sz="2800" b="1" dirty="0">
                <a:solidFill>
                  <a:srgbClr val="FF0000"/>
                </a:solidFill>
                <a:latin typeface="华文中宋" panose="02010600040101010101" pitchFamily="2" charset="-122"/>
                <a:ea typeface="华文中宋" panose="02010600040101010101" pitchFamily="2" charset="-122"/>
              </a:rPr>
              <a:t>q</a:t>
            </a:r>
            <a:r>
              <a:rPr kumimoji="0" lang="en-US" altLang="zh-CN" sz="2800" b="1" baseline="-30000" dirty="0">
                <a:solidFill>
                  <a:srgbClr val="FF0000"/>
                </a:solidFill>
                <a:latin typeface="华文中宋" panose="02010600040101010101" pitchFamily="2" charset="-122"/>
                <a:ea typeface="华文中宋" panose="02010600040101010101" pitchFamily="2" charset="-122"/>
              </a:rPr>
              <a:t>0</a:t>
            </a:r>
            <a:r>
              <a:rPr kumimoji="0" lang="zh-CN" altLang="en-US" sz="2800" b="1" dirty="0">
                <a:solidFill>
                  <a:srgbClr val="FF0000"/>
                </a:solidFill>
                <a:latin typeface="华文中宋" panose="02010600040101010101" pitchFamily="2" charset="-122"/>
                <a:ea typeface="华文中宋" panose="02010600040101010101" pitchFamily="2" charset="-122"/>
              </a:rPr>
              <a:t>，</a:t>
            </a:r>
            <a:r>
              <a:rPr kumimoji="0" lang="en-US" altLang="zh-CN" sz="2800" b="1" dirty="0" err="1">
                <a:solidFill>
                  <a:srgbClr val="FF0000"/>
                </a:solidFill>
                <a:latin typeface="华文中宋" panose="02010600040101010101" pitchFamily="2" charset="-122"/>
                <a:ea typeface="华文中宋" panose="02010600040101010101" pitchFamily="2" charset="-122"/>
              </a:rPr>
              <a:t>q</a:t>
            </a:r>
            <a:r>
              <a:rPr kumimoji="0" lang="en-US" altLang="zh-CN" sz="2800" b="1" baseline="-30000" dirty="0" err="1">
                <a:solidFill>
                  <a:srgbClr val="FF0000"/>
                </a:solidFill>
                <a:latin typeface="华文中宋" panose="02010600040101010101" pitchFamily="2" charset="-122"/>
                <a:ea typeface="华文中宋" panose="02010600040101010101" pitchFamily="2" charset="-122"/>
              </a:rPr>
              <a:t>f</a:t>
            </a:r>
            <a:r>
              <a:rPr kumimoji="0" lang="en-US" altLang="zh-CN" sz="2800" b="1" dirty="0">
                <a:solidFill>
                  <a:srgbClr val="FF0000"/>
                </a:solidFill>
                <a:latin typeface="华文中宋" panose="02010600040101010101" pitchFamily="2" charset="-122"/>
                <a:ea typeface="华文中宋" panose="02010600040101010101" pitchFamily="2" charset="-122"/>
              </a:rPr>
              <a:t>)</a:t>
            </a:r>
          </a:p>
          <a:p>
            <a:pPr eaLnBrk="1" hangingPunct="1">
              <a:buFontTx/>
              <a:buNone/>
            </a:pPr>
            <a:r>
              <a:rPr kumimoji="0" lang="en-US" altLang="zh-CN" sz="2800" b="1" dirty="0">
                <a:latin typeface="华文中宋" panose="02010600040101010101" pitchFamily="2" charset="-122"/>
                <a:ea typeface="华文中宋" panose="02010600040101010101" pitchFamily="2" charset="-122"/>
              </a:rPr>
              <a:t>  NDTM</a:t>
            </a:r>
            <a:r>
              <a:rPr kumimoji="0" lang="zh-CN" altLang="en-US" sz="2800" b="1" dirty="0">
                <a:latin typeface="华文中宋" panose="02010600040101010101" pitchFamily="2" charset="-122"/>
                <a:ea typeface="华文中宋" panose="02010600040101010101" pitchFamily="2" charset="-122"/>
              </a:rPr>
              <a:t>与</a:t>
            </a:r>
            <a:r>
              <a:rPr kumimoji="0" lang="en-US" altLang="zh-CN" sz="2800" b="1" dirty="0">
                <a:latin typeface="华文中宋" panose="02010600040101010101" pitchFamily="2" charset="-122"/>
                <a:ea typeface="华文中宋" panose="02010600040101010101" pitchFamily="2" charset="-122"/>
              </a:rPr>
              <a:t>DTM</a:t>
            </a:r>
            <a:r>
              <a:rPr kumimoji="0" lang="zh-CN" altLang="en-US" sz="2800" b="1" dirty="0">
                <a:latin typeface="华文中宋" panose="02010600040101010101" pitchFamily="2" charset="-122"/>
                <a:ea typeface="华文中宋" panose="02010600040101010101" pitchFamily="2" charset="-122"/>
              </a:rPr>
              <a:t>结构基本相同； </a:t>
            </a:r>
          </a:p>
          <a:p>
            <a:pPr eaLnBrk="1" hangingPunct="1">
              <a:buFontTx/>
              <a:buNone/>
            </a:pPr>
            <a:r>
              <a:rPr kumimoji="0" lang="zh-CN" altLang="en-US" sz="2800" b="1" dirty="0">
                <a:latin typeface="华文中宋" panose="02010600040101010101" pitchFamily="2" charset="-122"/>
                <a:ea typeface="华文中宋" panose="02010600040101010101" pitchFamily="2" charset="-122"/>
              </a:rPr>
              <a:t>  </a:t>
            </a:r>
            <a:r>
              <a:rPr kumimoji="0" lang="en-US" altLang="zh-CN" sz="2800" b="1" dirty="0">
                <a:latin typeface="华文中宋" panose="02010600040101010101" pitchFamily="2" charset="-122"/>
                <a:ea typeface="华文中宋" panose="02010600040101010101" pitchFamily="2" charset="-122"/>
              </a:rPr>
              <a:t>NDTM</a:t>
            </a:r>
            <a:r>
              <a:rPr kumimoji="0" lang="zh-CN" altLang="en-US" sz="2800" b="1" dirty="0">
                <a:latin typeface="华文中宋" panose="02010600040101010101" pitchFamily="2" charset="-122"/>
                <a:ea typeface="华文中宋" panose="02010600040101010101" pitchFamily="2" charset="-122"/>
              </a:rPr>
              <a:t>与</a:t>
            </a:r>
            <a:r>
              <a:rPr kumimoji="0" lang="en-US" altLang="zh-CN" sz="2800" b="1" dirty="0">
                <a:latin typeface="华文中宋" panose="02010600040101010101" pitchFamily="2" charset="-122"/>
                <a:ea typeface="华文中宋" panose="02010600040101010101" pitchFamily="2" charset="-122"/>
              </a:rPr>
              <a:t>DTM</a:t>
            </a:r>
            <a:r>
              <a:rPr kumimoji="0" lang="zh-CN" altLang="en-US" sz="2800" b="1" dirty="0">
                <a:latin typeface="华文中宋" panose="02010600040101010101" pitchFamily="2" charset="-122"/>
                <a:ea typeface="华文中宋" panose="02010600040101010101" pitchFamily="2" charset="-122"/>
              </a:rPr>
              <a:t>最大不同：</a:t>
            </a:r>
            <a:r>
              <a:rPr kumimoji="0" lang="en-US" altLang="zh-CN" sz="2800" b="1" dirty="0">
                <a:latin typeface="华文中宋" panose="02010600040101010101" pitchFamily="2" charset="-122"/>
                <a:ea typeface="华文中宋" panose="02010600040101010101" pitchFamily="2" charset="-122"/>
              </a:rPr>
              <a:t>NDTM</a:t>
            </a:r>
            <a:r>
              <a:rPr kumimoji="0" lang="zh-CN" altLang="en-US" sz="2800" b="1" dirty="0">
                <a:latin typeface="华文中宋" panose="02010600040101010101" pitchFamily="2" charset="-122"/>
                <a:ea typeface="华文中宋" panose="02010600040101010101" pitchFamily="2" charset="-122"/>
              </a:rPr>
              <a:t>允许</a:t>
            </a:r>
            <a:r>
              <a:rPr kumimoji="0" lang="en-US" altLang="zh-CN" sz="2800" b="1" dirty="0">
                <a:latin typeface="华文中宋" panose="02010600040101010101" pitchFamily="2" charset="-122"/>
                <a:ea typeface="华文中宋" panose="02010600040101010101" pitchFamily="2" charset="-122"/>
              </a:rPr>
              <a:t>δ</a:t>
            </a:r>
            <a:r>
              <a:rPr kumimoji="0" lang="zh-CN" altLang="en-US" sz="2800" b="1" dirty="0">
                <a:latin typeface="华文中宋" panose="02010600040101010101" pitchFamily="2" charset="-122"/>
                <a:ea typeface="华文中宋" panose="02010600040101010101" pitchFamily="2" charset="-122"/>
              </a:rPr>
              <a:t>具有不确定性，即</a:t>
            </a:r>
            <a:r>
              <a:rPr kumimoji="0" lang="zh-CN" altLang="en-US"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(q;x</a:t>
            </a:r>
            <a:r>
              <a:rPr kumimoji="0" lang="en-US" altLang="zh-CN" sz="2800" b="1" baseline="-30000" dirty="0">
                <a:latin typeface="华文中宋" panose="02010600040101010101" pitchFamily="2" charset="-122"/>
                <a:ea typeface="华文中宋" panose="02010600040101010101" pitchFamily="2" charset="-122"/>
              </a:rPr>
              <a:t>1</a:t>
            </a:r>
            <a:r>
              <a:rPr kumimoji="0" lang="en-US" altLang="zh-CN" sz="2800" b="1" dirty="0">
                <a:latin typeface="华文中宋" panose="02010600040101010101" pitchFamily="2" charset="-122"/>
                <a:ea typeface="华文中宋" panose="02010600040101010101" pitchFamily="2" charset="-122"/>
              </a:rPr>
              <a:t>,x</a:t>
            </a:r>
            <a:r>
              <a:rPr kumimoji="0" lang="en-US" altLang="zh-CN" sz="2800" b="1" baseline="-30000" dirty="0">
                <a:latin typeface="华文中宋" panose="02010600040101010101" pitchFamily="2" charset="-122"/>
                <a:ea typeface="华文中宋" panose="02010600040101010101" pitchFamily="2" charset="-122"/>
              </a:rPr>
              <a:t>2</a:t>
            </a:r>
            <a:r>
              <a:rPr kumimoji="0" lang="en-US" altLang="zh-CN" sz="2800" b="1" dirty="0">
                <a:latin typeface="华文中宋" panose="02010600040101010101" pitchFamily="2" charset="-122"/>
                <a:ea typeface="华文中宋" panose="02010600040101010101" pitchFamily="2" charset="-122"/>
              </a:rPr>
              <a:t>,</a:t>
            </a:r>
            <a:r>
              <a:rPr kumimoji="0" lang="en-US" altLang="zh-CN" sz="2800" b="1" dirty="0">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a:t>
            </a:r>
            <a:r>
              <a:rPr kumimoji="0" lang="en-US" altLang="zh-CN" sz="2800" b="1" dirty="0" err="1">
                <a:latin typeface="华文中宋" panose="02010600040101010101" pitchFamily="2" charset="-122"/>
                <a:ea typeface="华文中宋" panose="02010600040101010101" pitchFamily="2" charset="-122"/>
              </a:rPr>
              <a:t>x</a:t>
            </a:r>
            <a:r>
              <a:rPr kumimoji="0" lang="en-US" altLang="zh-CN" sz="2800" b="1" baseline="-30000" dirty="0" err="1">
                <a:latin typeface="华文中宋" panose="02010600040101010101" pitchFamily="2" charset="-122"/>
                <a:ea typeface="华文中宋" panose="02010600040101010101" pitchFamily="2" charset="-122"/>
              </a:rPr>
              <a:t>k</a:t>
            </a:r>
            <a:r>
              <a:rPr kumimoji="0" lang="en-US" altLang="zh-CN"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err="1">
                <a:latin typeface="华文中宋" panose="02010600040101010101" pitchFamily="2" charset="-122"/>
                <a:ea typeface="华文中宋" panose="02010600040101010101" pitchFamily="2" charset="-122"/>
              </a:rPr>
              <a:t>Q</a:t>
            </a:r>
            <a:r>
              <a:rPr kumimoji="0" lang="en-US" altLang="zh-CN" sz="2800" b="1" dirty="0" err="1">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err="1">
                <a:latin typeface="华文中宋" panose="02010600040101010101" pitchFamily="2" charset="-122"/>
                <a:ea typeface="华文中宋" panose="02010600040101010101" pitchFamily="2" charset="-122"/>
              </a:rPr>
              <a:t>T</a:t>
            </a:r>
            <a:r>
              <a:rPr kumimoji="0" lang="en-US" altLang="zh-CN" sz="2800" b="1" baseline="30000" dirty="0" err="1">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，如果它属于</a:t>
            </a:r>
            <a:r>
              <a:rPr kumimoji="0" lang="en-US" altLang="zh-CN" sz="2800" b="1" dirty="0">
                <a:latin typeface="华文中宋" panose="02010600040101010101" pitchFamily="2" charset="-122"/>
                <a:ea typeface="华文中宋" panose="02010600040101010101" pitchFamily="2" charset="-122"/>
              </a:rPr>
              <a:t>δ</a:t>
            </a:r>
            <a:r>
              <a:rPr kumimoji="0" lang="zh-CN" altLang="en-US" sz="2800" b="1" dirty="0">
                <a:latin typeface="华文中宋" panose="02010600040101010101" pitchFamily="2" charset="-122"/>
                <a:ea typeface="华文中宋" panose="02010600040101010101" pitchFamily="2" charset="-122"/>
              </a:rPr>
              <a:t>的定义域，那么 </a:t>
            </a:r>
            <a:r>
              <a:rPr kumimoji="0" lang="zh-CN" altLang="en-US" sz="2800" b="1" dirty="0">
                <a:latin typeface="华文中宋" panose="02010600040101010101" pitchFamily="2" charset="-122"/>
                <a:ea typeface="华文中宋" panose="02010600040101010101" pitchFamily="2" charset="-122"/>
                <a:sym typeface="Symbol" panose="05050102010706020507" pitchFamily="18" charset="2"/>
              </a:rPr>
              <a:t></a:t>
            </a:r>
            <a:r>
              <a:rPr kumimoji="0" lang="zh-CN" altLang="en-US" sz="2800" b="1" dirty="0">
                <a:latin typeface="华文中宋" panose="02010600040101010101" pitchFamily="2" charset="-122"/>
                <a:ea typeface="华文中宋" panose="02010600040101010101" pitchFamily="2" charset="-122"/>
              </a:rPr>
              <a:t>唯一一个</a:t>
            </a:r>
            <a:r>
              <a:rPr kumimoji="0" lang="zh-CN" altLang="en-US" sz="2800" b="1" dirty="0">
                <a:solidFill>
                  <a:srgbClr val="FF0000"/>
                </a:solidFill>
                <a:latin typeface="华文中宋" panose="02010600040101010101" pitchFamily="2" charset="-122"/>
                <a:ea typeface="华文中宋" panose="02010600040101010101" pitchFamily="2" charset="-122"/>
              </a:rPr>
              <a:t>子集 </a:t>
            </a:r>
            <a:r>
              <a:rPr kumimoji="0" lang="en-US" altLang="zh-CN" sz="2800" b="1" dirty="0">
                <a:solidFill>
                  <a:srgbClr val="FF0000"/>
                </a:solidFill>
                <a:latin typeface="华文中宋" panose="02010600040101010101" pitchFamily="2" charset="-122"/>
                <a:ea typeface="华文中宋" panose="02010600040101010101" pitchFamily="2" charset="-122"/>
              </a:rPr>
              <a:t>Y</a:t>
            </a:r>
            <a:r>
              <a:rPr kumimoji="0" lang="en-US" altLang="zh-CN" sz="2800" b="1" dirty="0">
                <a:solidFill>
                  <a:srgbClr val="FF0000"/>
                </a:solidFill>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Q</a:t>
            </a:r>
            <a:r>
              <a:rPr kumimoji="0" lang="en-US" altLang="zh-CN"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(T</a:t>
            </a:r>
            <a:r>
              <a:rPr kumimoji="0" lang="en-US" altLang="zh-CN"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{L</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R</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S})</a:t>
            </a:r>
            <a:r>
              <a:rPr kumimoji="0" lang="en-US" altLang="zh-CN" sz="2800" b="1" baseline="30000"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中使</a:t>
            </a:r>
            <a:r>
              <a:rPr kumimoji="0" lang="en-US" altLang="zh-CN" sz="2800" b="1" dirty="0">
                <a:latin typeface="华文中宋" panose="02010600040101010101" pitchFamily="2" charset="-122"/>
                <a:ea typeface="华文中宋" panose="02010600040101010101" pitchFamily="2" charset="-122"/>
              </a:rPr>
              <a:t>Y=δ(q;x</a:t>
            </a:r>
            <a:r>
              <a:rPr kumimoji="0" lang="en-US" altLang="zh-CN" sz="2800" b="1" baseline="-30000" dirty="0">
                <a:latin typeface="华文中宋" panose="02010600040101010101" pitchFamily="2" charset="-122"/>
                <a:ea typeface="华文中宋" panose="02010600040101010101" pitchFamily="2" charset="-122"/>
              </a:rPr>
              <a:t>1</a:t>
            </a:r>
            <a:r>
              <a:rPr kumimoji="0" lang="en-US" altLang="zh-CN" sz="2800" b="1" dirty="0">
                <a:latin typeface="华文中宋" panose="02010600040101010101" pitchFamily="2" charset="-122"/>
                <a:ea typeface="华文中宋" panose="02010600040101010101" pitchFamily="2" charset="-122"/>
              </a:rPr>
              <a:t>,x</a:t>
            </a:r>
            <a:r>
              <a:rPr kumimoji="0" lang="en-US" altLang="zh-CN" sz="2800" b="1" baseline="-30000" dirty="0">
                <a:latin typeface="华文中宋" panose="02010600040101010101" pitchFamily="2" charset="-122"/>
                <a:ea typeface="华文中宋" panose="02010600040101010101" pitchFamily="2" charset="-122"/>
              </a:rPr>
              <a:t>2</a:t>
            </a:r>
            <a:r>
              <a:rPr kumimoji="0" lang="en-US" altLang="zh-CN" sz="2800" b="1" dirty="0">
                <a:latin typeface="华文中宋" panose="02010600040101010101" pitchFamily="2" charset="-122"/>
                <a:ea typeface="华文中宋" panose="02010600040101010101" pitchFamily="2" charset="-122"/>
              </a:rPr>
              <a:t>,</a:t>
            </a:r>
            <a:r>
              <a:rPr kumimoji="0" lang="en-US" altLang="zh-CN" sz="2800" b="1" dirty="0">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a:t>
            </a:r>
            <a:r>
              <a:rPr kumimoji="0" lang="en-US" altLang="zh-CN" sz="2800" b="1" dirty="0" err="1">
                <a:latin typeface="华文中宋" panose="02010600040101010101" pitchFamily="2" charset="-122"/>
                <a:ea typeface="华文中宋" panose="02010600040101010101" pitchFamily="2" charset="-122"/>
              </a:rPr>
              <a:t>x</a:t>
            </a:r>
            <a:r>
              <a:rPr kumimoji="0" lang="en-US" altLang="zh-CN" sz="2800" b="1" baseline="-30000" dirty="0" err="1">
                <a:latin typeface="华文中宋" panose="02010600040101010101" pitchFamily="2" charset="-122"/>
                <a:ea typeface="华文中宋" panose="02010600040101010101" pitchFamily="2" charset="-122"/>
              </a:rPr>
              <a:t>k</a:t>
            </a:r>
            <a:r>
              <a:rPr kumimoji="0" lang="en-US" altLang="zh-CN" sz="2800" b="1" dirty="0">
                <a:latin typeface="华文中宋" panose="02010600040101010101" pitchFamily="2" charset="-122"/>
                <a:ea typeface="华文中宋" panose="02010600040101010101" pitchFamily="2" charset="-122"/>
              </a:rPr>
              <a:t>)</a:t>
            </a:r>
            <a:r>
              <a:rPr kumimoji="0" lang="zh-CN" altLang="en-US" sz="2800" b="1" dirty="0">
                <a:latin typeface="华文中宋" panose="02010600040101010101" pitchFamily="2" charset="-122"/>
                <a:ea typeface="华文中宋" panose="02010600040101010101" pitchFamily="2" charset="-122"/>
              </a:rPr>
              <a:t>。</a:t>
            </a:r>
          </a:p>
          <a:p>
            <a:pPr eaLnBrk="1" hangingPunct="1">
              <a:buFontTx/>
              <a:buNone/>
            </a:pPr>
            <a:r>
              <a:rPr kumimoji="0" lang="zh-CN" altLang="en-US" sz="2800" b="1" dirty="0">
                <a:latin typeface="华文中宋" panose="02010600040101010101" pitchFamily="2" charset="-122"/>
                <a:ea typeface="华文中宋" panose="02010600040101010101" pitchFamily="2" charset="-122"/>
              </a:rPr>
              <a:t>    运行时可以在集合</a:t>
            </a:r>
            <a:r>
              <a:rPr kumimoji="0" lang="en-US" altLang="zh-CN" sz="2800" b="1" dirty="0">
                <a:latin typeface="华文中宋" panose="02010600040101010101" pitchFamily="2" charset="-122"/>
                <a:ea typeface="华文中宋" panose="02010600040101010101" pitchFamily="2" charset="-122"/>
              </a:rPr>
              <a:t>δ(q;x</a:t>
            </a:r>
            <a:r>
              <a:rPr kumimoji="0" lang="en-US" altLang="zh-CN" sz="2800" b="1" baseline="-30000" dirty="0">
                <a:latin typeface="华文中宋" panose="02010600040101010101" pitchFamily="2" charset="-122"/>
                <a:ea typeface="华文中宋" panose="02010600040101010101" pitchFamily="2" charset="-122"/>
              </a:rPr>
              <a:t>1</a:t>
            </a:r>
            <a:r>
              <a:rPr kumimoji="0" lang="en-US" altLang="zh-CN" sz="2800" b="1" dirty="0">
                <a:latin typeface="华文中宋" panose="02010600040101010101" pitchFamily="2" charset="-122"/>
                <a:ea typeface="华文中宋" panose="02010600040101010101" pitchFamily="2" charset="-122"/>
              </a:rPr>
              <a:t>,x</a:t>
            </a:r>
            <a:r>
              <a:rPr kumimoji="0" lang="en-US" altLang="zh-CN" sz="2800" b="1" baseline="-30000" dirty="0">
                <a:latin typeface="华文中宋" panose="02010600040101010101" pitchFamily="2" charset="-122"/>
                <a:ea typeface="华文中宋" panose="02010600040101010101" pitchFamily="2" charset="-122"/>
              </a:rPr>
              <a:t>2</a:t>
            </a:r>
            <a:r>
              <a:rPr kumimoji="0" lang="en-US" altLang="zh-CN" sz="2800" b="1" dirty="0">
                <a:latin typeface="华文中宋" panose="02010600040101010101" pitchFamily="2" charset="-122"/>
                <a:ea typeface="华文中宋" panose="02010600040101010101" pitchFamily="2" charset="-122"/>
              </a:rPr>
              <a:t>,</a:t>
            </a:r>
            <a:r>
              <a:rPr kumimoji="0" lang="en-US" altLang="zh-CN" sz="2800" b="1" dirty="0">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a:t>
            </a:r>
            <a:r>
              <a:rPr kumimoji="0" lang="en-US" altLang="zh-CN" sz="2800" b="1" dirty="0" err="1">
                <a:latin typeface="华文中宋" panose="02010600040101010101" pitchFamily="2" charset="-122"/>
                <a:ea typeface="华文中宋" panose="02010600040101010101" pitchFamily="2" charset="-122"/>
              </a:rPr>
              <a:t>x</a:t>
            </a:r>
            <a:r>
              <a:rPr kumimoji="0" lang="en-US" altLang="zh-CN" sz="2800" b="1" baseline="-30000" dirty="0" err="1">
                <a:latin typeface="华文中宋" panose="02010600040101010101" pitchFamily="2" charset="-122"/>
                <a:ea typeface="华文中宋" panose="02010600040101010101" pitchFamily="2" charset="-122"/>
              </a:rPr>
              <a:t>k</a:t>
            </a:r>
            <a:r>
              <a:rPr kumimoji="0" lang="en-US" altLang="zh-CN" sz="2800" b="1" dirty="0">
                <a:latin typeface="华文中宋" panose="02010600040101010101" pitchFamily="2" charset="-122"/>
                <a:ea typeface="华文中宋" panose="02010600040101010101" pitchFamily="2" charset="-122"/>
              </a:rPr>
              <a:t>)</a:t>
            </a:r>
            <a:r>
              <a:rPr kumimoji="0" lang="zh-CN" altLang="en-US" sz="2800" b="1" dirty="0">
                <a:latin typeface="华文中宋" panose="02010600040101010101" pitchFamily="2" charset="-122"/>
                <a:ea typeface="华文中宋" panose="02010600040101010101" pitchFamily="2" charset="-122"/>
              </a:rPr>
              <a:t>中</a:t>
            </a:r>
            <a:r>
              <a:rPr kumimoji="0" lang="zh-CN" altLang="en-US" sz="2800" b="1" dirty="0">
                <a:solidFill>
                  <a:srgbClr val="FF0000"/>
                </a:solidFill>
                <a:latin typeface="华文中宋" panose="02010600040101010101" pitchFamily="2" charset="-122"/>
                <a:ea typeface="华文中宋" panose="02010600040101010101" pitchFamily="2" charset="-122"/>
              </a:rPr>
              <a:t>随意选定</a:t>
            </a:r>
            <a:r>
              <a:rPr kumimoji="0" lang="zh-CN" altLang="en-US" sz="2800" b="1" dirty="0">
                <a:latin typeface="华文中宋" panose="02010600040101010101" pitchFamily="2" charset="-122"/>
                <a:ea typeface="华文中宋" panose="02010600040101010101" pitchFamily="2" charset="-122"/>
              </a:rPr>
              <a:t>一个值作为它的转移。</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4D709E7A-93E7-4227-B2B8-59263C930467}"/>
              </a:ext>
            </a:extLst>
          </p:cNvPr>
          <p:cNvSpPr>
            <a:spLocks noGrp="1" noChangeArrowheads="1"/>
          </p:cNvSpPr>
          <p:nvPr>
            <p:ph type="title"/>
          </p:nvPr>
        </p:nvSpPr>
        <p:spPr bwMode="auto">
          <a:xfrm>
            <a:off x="685800" y="304800"/>
            <a:ext cx="7772400" cy="914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3600" b="1" dirty="0">
                <a:solidFill>
                  <a:schemeClr val="accent2"/>
                </a:solidFill>
                <a:latin typeface="华文中宋" panose="02010600040101010101" pitchFamily="2" charset="-122"/>
                <a:ea typeface="华文中宋" panose="02010600040101010101" pitchFamily="2" charset="-122"/>
              </a:rPr>
              <a:t>3. </a:t>
            </a:r>
            <a:r>
              <a:rPr kumimoji="0" lang="zh-CN" altLang="en-US" sz="3600" b="1" dirty="0">
                <a:solidFill>
                  <a:schemeClr val="accent2"/>
                </a:solidFill>
                <a:latin typeface="华文中宋" panose="02010600040101010101" pitchFamily="2" charset="-122"/>
                <a:ea typeface="华文中宋" panose="02010600040101010101" pitchFamily="2" charset="-122"/>
              </a:rPr>
              <a:t>非确定性图灵机接受的语言</a:t>
            </a:r>
          </a:p>
        </p:txBody>
      </p:sp>
      <p:sp>
        <p:nvSpPr>
          <p:cNvPr id="46083" name="Rectangle 3">
            <a:extLst>
              <a:ext uri="{FF2B5EF4-FFF2-40B4-BE49-F238E27FC236}">
                <a16:creationId xmlns:a16="http://schemas.microsoft.com/office/drawing/2014/main" id="{E9D96233-12D3-4CB5-8095-B6DFDB7DAA18}"/>
              </a:ext>
            </a:extLst>
          </p:cNvPr>
          <p:cNvSpPr>
            <a:spLocks noGrp="1" noChangeArrowheads="1"/>
          </p:cNvSpPr>
          <p:nvPr>
            <p:ph type="body" idx="1"/>
          </p:nvPr>
        </p:nvSpPr>
        <p:spPr bwMode="auto">
          <a:xfrm>
            <a:off x="685800" y="1219200"/>
            <a:ext cx="8001000" cy="4648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30000"/>
              </a:lnSpc>
              <a:spcBef>
                <a:spcPct val="0"/>
              </a:spcBef>
              <a:buFontTx/>
              <a:buNone/>
            </a:pP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1</a:t>
            </a: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x</a:t>
            </a:r>
            <a:r>
              <a:rPr kumimoji="0" lang="zh-CN" altLang="en-US" sz="2800" b="1" dirty="0">
                <a:latin typeface="华文中宋" panose="02010600040101010101" pitchFamily="2" charset="-122"/>
              </a:rPr>
              <a:t>被非确定性图灵机接受，当且仅当，</a:t>
            </a:r>
            <a:r>
              <a:rPr kumimoji="0" lang="zh-CN" altLang="en-US" sz="2800" b="1" dirty="0">
                <a:solidFill>
                  <a:srgbClr val="FF0000"/>
                </a:solidFill>
                <a:latin typeface="华文中宋" panose="02010600040101010101" pitchFamily="2" charset="-122"/>
              </a:rPr>
              <a:t>存在一个计算步骤，</a:t>
            </a:r>
            <a:r>
              <a:rPr kumimoji="0" lang="zh-CN" altLang="en-US" sz="2800" b="1" dirty="0">
                <a:latin typeface="华文中宋" panose="02010600040101010101" pitchFamily="2" charset="-122"/>
              </a:rPr>
              <a:t>使从</a:t>
            </a:r>
            <a:r>
              <a:rPr kumimoji="0" lang="en-US" altLang="zh-CN" sz="2800" b="1" dirty="0">
                <a:latin typeface="华文中宋" panose="02010600040101010101" pitchFamily="2" charset="-122"/>
              </a:rPr>
              <a:t>q</a:t>
            </a:r>
            <a:r>
              <a:rPr kumimoji="0" lang="en-US" altLang="zh-CN" sz="2800" b="1" baseline="-30000" dirty="0">
                <a:latin typeface="华文中宋" panose="02010600040101010101" pitchFamily="2" charset="-122"/>
              </a:rPr>
              <a:t>0</a:t>
            </a:r>
            <a:r>
              <a:rPr kumimoji="0" lang="zh-CN" altLang="en-US" sz="2800" b="1" dirty="0">
                <a:latin typeface="华文中宋" panose="02010600040101010101" pitchFamily="2" charset="-122"/>
              </a:rPr>
              <a:t>开始，经过一系列计算步骤后，最终进入终止状态</a:t>
            </a:r>
            <a:r>
              <a:rPr kumimoji="0" lang="en-US" altLang="zh-CN" sz="2800" b="1" dirty="0" err="1">
                <a:latin typeface="华文中宋" panose="02010600040101010101" pitchFamily="2" charset="-122"/>
              </a:rPr>
              <a:t>q</a:t>
            </a:r>
            <a:r>
              <a:rPr kumimoji="0" lang="en-US" altLang="zh-CN" sz="2800" b="1" baseline="-30000" dirty="0" err="1">
                <a:latin typeface="华文中宋" panose="02010600040101010101" pitchFamily="2" charset="-122"/>
              </a:rPr>
              <a:t>f</a:t>
            </a:r>
            <a:r>
              <a:rPr kumimoji="0" lang="en-US" altLang="zh-CN" sz="2800" b="1" dirty="0">
                <a:latin typeface="华文中宋" panose="02010600040101010101" pitchFamily="2" charset="-122"/>
              </a:rPr>
              <a:t>, </a:t>
            </a:r>
            <a:r>
              <a:rPr kumimoji="0" lang="zh-CN" altLang="en-US" sz="2800" b="1" dirty="0">
                <a:latin typeface="华文中宋" panose="02010600040101010101" pitchFamily="2" charset="-122"/>
              </a:rPr>
              <a:t>就说</a:t>
            </a:r>
            <a:r>
              <a:rPr kumimoji="0" lang="en-US" altLang="zh-CN" sz="2800" b="1" dirty="0">
                <a:latin typeface="华文中宋" panose="02010600040101010101" pitchFamily="2" charset="-122"/>
              </a:rPr>
              <a:t>TM</a:t>
            </a:r>
            <a:r>
              <a:rPr kumimoji="0" lang="zh-CN" altLang="en-US" sz="2800" b="1" dirty="0">
                <a:latin typeface="华文中宋" panose="02010600040101010101" pitchFamily="2" charset="-122"/>
              </a:rPr>
              <a:t>接受字符串</a:t>
            </a:r>
            <a:r>
              <a:rPr kumimoji="0" lang="en-US" altLang="zh-CN" sz="2800" b="1" dirty="0">
                <a:latin typeface="华文中宋" panose="02010600040101010101" pitchFamily="2" charset="-122"/>
              </a:rPr>
              <a:t>x</a:t>
            </a:r>
            <a:r>
              <a:rPr kumimoji="0" lang="zh-CN" altLang="en-US" sz="2800" b="1" dirty="0">
                <a:latin typeface="华文中宋" panose="02010600040101010101" pitchFamily="2" charset="-122"/>
              </a:rPr>
              <a:t>。</a:t>
            </a:r>
          </a:p>
          <a:p>
            <a:pPr eaLnBrk="1" hangingPunct="1">
              <a:lnSpc>
                <a:spcPct val="130000"/>
              </a:lnSpc>
              <a:spcBef>
                <a:spcPct val="0"/>
              </a:spcBef>
              <a:buFontTx/>
              <a:buNone/>
            </a:pPr>
            <a:r>
              <a:rPr kumimoji="0" lang="zh-CN" altLang="en-US" sz="2800" b="1" dirty="0">
                <a:latin typeface="华文中宋" panose="02010600040101010101" pitchFamily="2" charset="-122"/>
              </a:rPr>
              <a:t>（</a:t>
            </a:r>
            <a:r>
              <a:rPr kumimoji="0" lang="en-US" altLang="zh-CN" sz="2800" b="1" dirty="0">
                <a:latin typeface="华文中宋" panose="02010600040101010101" pitchFamily="2" charset="-122"/>
              </a:rPr>
              <a:t>2</a:t>
            </a:r>
            <a:r>
              <a:rPr kumimoji="0" lang="zh-CN" altLang="en-US" sz="2800" b="1" dirty="0">
                <a:latin typeface="华文中宋" panose="02010600040101010101" pitchFamily="2" charset="-122"/>
              </a:rPr>
              <a:t>）被非确定性图灵机</a:t>
            </a:r>
            <a:r>
              <a:rPr kumimoji="0" lang="en-US" altLang="zh-CN" sz="2800" b="1" dirty="0">
                <a:latin typeface="华文中宋" panose="02010600040101010101" pitchFamily="2" charset="-122"/>
              </a:rPr>
              <a:t>NDTM M</a:t>
            </a:r>
            <a:r>
              <a:rPr kumimoji="0" lang="zh-CN" altLang="en-US" sz="2800" b="1" dirty="0">
                <a:latin typeface="华文中宋" panose="02010600040101010101" pitchFamily="2" charset="-122"/>
              </a:rPr>
              <a:t>接受的语言：能被</a:t>
            </a:r>
            <a:r>
              <a:rPr kumimoji="0" lang="en-US" altLang="zh-CN" sz="2800" b="1" dirty="0">
                <a:latin typeface="华文中宋" panose="02010600040101010101" pitchFamily="2" charset="-122"/>
              </a:rPr>
              <a:t>NDTM</a:t>
            </a:r>
            <a:r>
              <a:rPr kumimoji="0" lang="zh-CN" altLang="en-US" sz="2800" b="1" dirty="0">
                <a:latin typeface="华文中宋" panose="02010600040101010101" pitchFamily="2" charset="-122"/>
              </a:rPr>
              <a:t>接受的所有字符串的集合，记作</a:t>
            </a:r>
            <a:r>
              <a:rPr kumimoji="0" lang="en-US" altLang="zh-CN" sz="2800" b="1" dirty="0">
                <a:latin typeface="华文中宋" panose="02010600040101010101" pitchFamily="2" charset="-122"/>
              </a:rPr>
              <a:t>L(M)</a:t>
            </a:r>
            <a:r>
              <a:rPr kumimoji="0" lang="zh-CN" altLang="en-US" sz="2800" b="1" dirty="0">
                <a:latin typeface="华文中宋" panose="02010600040101010101" pitchFamily="2" charset="-122"/>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F8A9DD94-8137-4F62-8F59-469E850443D9}"/>
              </a:ext>
            </a:extLst>
          </p:cNvPr>
          <p:cNvSpPr>
            <a:spLocks noGrp="1" noChangeArrowheads="1"/>
          </p:cNvSpPr>
          <p:nvPr>
            <p:ph type="title"/>
          </p:nvPr>
        </p:nvSpPr>
        <p:spPr bwMode="auto">
          <a:xfrm>
            <a:off x="381000" y="304800"/>
            <a:ext cx="83058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1" compatLnSpc="1">
            <a:prstTxWarp prst="textNoShape">
              <a:avLst/>
            </a:prstTxWarp>
          </a:bodyPr>
          <a:lstStyle/>
          <a:p>
            <a:pPr eaLnBrk="1" hangingPunct="1"/>
            <a:r>
              <a:rPr kumimoji="0" lang="en-US" altLang="zh-CN" sz="3600" b="1" dirty="0">
                <a:latin typeface="华文中宋" panose="02010600040101010101" pitchFamily="2" charset="-122"/>
                <a:ea typeface="华文中宋" panose="02010600040101010101" pitchFamily="2" charset="-122"/>
              </a:rPr>
              <a:t>4</a:t>
            </a:r>
            <a:r>
              <a:rPr kumimoji="0" lang="zh-CN" altLang="en-US" sz="3600" b="1" dirty="0">
                <a:latin typeface="华文中宋" panose="02010600040101010101" pitchFamily="2" charset="-122"/>
                <a:ea typeface="华文中宋" panose="02010600040101010101" pitchFamily="2" charset="-122"/>
              </a:rPr>
              <a:t>、非确定性图灵机</a:t>
            </a:r>
            <a:r>
              <a:rPr kumimoji="0" lang="en-US" altLang="zh-CN" sz="3600" b="1" dirty="0">
                <a:latin typeface="华文中宋" panose="02010600040101010101" pitchFamily="2" charset="-122"/>
                <a:ea typeface="华文中宋" panose="02010600040101010101" pitchFamily="2" charset="-122"/>
              </a:rPr>
              <a:t>NDTM</a:t>
            </a:r>
            <a:r>
              <a:rPr kumimoji="0" lang="zh-CN" altLang="en-US" sz="3600" b="1" dirty="0">
                <a:latin typeface="华文中宋" panose="02010600040101010101" pitchFamily="2" charset="-122"/>
                <a:ea typeface="华文中宋" panose="02010600040101010101" pitchFamily="2" charset="-122"/>
              </a:rPr>
              <a:t>的时间复杂性</a:t>
            </a:r>
          </a:p>
        </p:txBody>
      </p:sp>
      <p:sp>
        <p:nvSpPr>
          <p:cNvPr id="47107" name="Rectangle 3">
            <a:extLst>
              <a:ext uri="{FF2B5EF4-FFF2-40B4-BE49-F238E27FC236}">
                <a16:creationId xmlns:a16="http://schemas.microsoft.com/office/drawing/2014/main" id="{09463CB2-54C8-48CB-9553-130FFD628E59}"/>
              </a:ext>
            </a:extLst>
          </p:cNvPr>
          <p:cNvSpPr>
            <a:spLocks noGrp="1" noChangeArrowheads="1"/>
          </p:cNvSpPr>
          <p:nvPr>
            <p:ph type="body" idx="1"/>
          </p:nvPr>
        </p:nvSpPr>
        <p:spPr bwMode="auto">
          <a:xfrm>
            <a:off x="685800" y="1524000"/>
            <a:ext cx="7772400" cy="457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nSpc>
                <a:spcPct val="130000"/>
              </a:lnSpc>
              <a:spcBef>
                <a:spcPct val="0"/>
              </a:spcBef>
            </a:pPr>
            <a:r>
              <a:rPr kumimoji="0" lang="en-US" altLang="zh-CN" sz="2800" b="1" dirty="0">
                <a:latin typeface="华文中宋" panose="02010600040101010101" pitchFamily="2" charset="-122"/>
                <a:ea typeface="华文中宋" panose="02010600040101010101" pitchFamily="2" charset="-122"/>
              </a:rPr>
              <a:t>NDTM</a:t>
            </a:r>
            <a:r>
              <a:rPr kumimoji="0" lang="zh-CN" altLang="en-US" sz="2800" b="1" dirty="0">
                <a:latin typeface="华文中宋" panose="02010600040101010101" pitchFamily="2" charset="-122"/>
                <a:ea typeface="华文中宋" panose="02010600040101010101" pitchFamily="2" charset="-122"/>
              </a:rPr>
              <a:t>对输入</a:t>
            </a:r>
            <a:r>
              <a:rPr kumimoji="0" lang="en-US" altLang="zh-CN" sz="2800" b="1" dirty="0">
                <a:latin typeface="华文中宋" panose="02010600040101010101" pitchFamily="2" charset="-122"/>
                <a:ea typeface="华文中宋" panose="02010600040101010101" pitchFamily="2" charset="-122"/>
              </a:rPr>
              <a:t>x</a:t>
            </a:r>
            <a:r>
              <a:rPr kumimoji="0" lang="zh-CN" altLang="en-US" sz="2800" b="1" dirty="0">
                <a:latin typeface="华文中宋" panose="02010600040101010101" pitchFamily="2" charset="-122"/>
                <a:ea typeface="华文中宋" panose="02010600040101010101" pitchFamily="2" charset="-122"/>
              </a:rPr>
              <a:t>的时间复杂性：</a:t>
            </a:r>
            <a:r>
              <a:rPr kumimoji="0" lang="zh-CN" altLang="en-US" sz="2800" b="1" dirty="0">
                <a:solidFill>
                  <a:srgbClr val="FF0000"/>
                </a:solidFill>
                <a:latin typeface="华文中宋" panose="02010600040101010101" pitchFamily="2" charset="-122"/>
                <a:ea typeface="华文中宋" panose="02010600040101010101" pitchFamily="2" charset="-122"/>
              </a:rPr>
              <a:t>有计算步骤</a:t>
            </a:r>
            <a:r>
              <a:rPr kumimoji="0" lang="zh-CN" altLang="en-US" sz="2800" b="1" dirty="0">
                <a:latin typeface="华文中宋" panose="02010600040101010101" pitchFamily="2" charset="-122"/>
                <a:ea typeface="华文中宋" panose="02010600040101010101" pitchFamily="2" charset="-122"/>
              </a:rPr>
              <a:t>，从初态到终态的计算步数</a:t>
            </a:r>
          </a:p>
          <a:p>
            <a:pPr>
              <a:lnSpc>
                <a:spcPct val="130000"/>
              </a:lnSpc>
              <a:spcBef>
                <a:spcPct val="0"/>
              </a:spcBef>
            </a:pPr>
            <a:r>
              <a:rPr kumimoji="0" lang="en-US" altLang="zh-CN" sz="2800" b="1" dirty="0">
                <a:latin typeface="华文中宋" panose="02010600040101010101" pitchFamily="2" charset="-122"/>
                <a:ea typeface="华文中宋" panose="02010600040101010101" pitchFamily="2" charset="-122"/>
              </a:rPr>
              <a:t>NDTM</a:t>
            </a:r>
            <a:r>
              <a:rPr kumimoji="0" lang="zh-CN" altLang="en-US" sz="2800" b="1" dirty="0">
                <a:latin typeface="华文中宋" panose="02010600040101010101" pitchFamily="2" charset="-122"/>
                <a:ea typeface="华文中宋" panose="02010600040101010101" pitchFamily="2" charset="-122"/>
              </a:rPr>
              <a:t>的时间复杂性</a:t>
            </a:r>
            <a:r>
              <a:rPr kumimoji="0" lang="en-US" altLang="zh-CN" sz="2800" b="1" dirty="0">
                <a:latin typeface="华文中宋" panose="02010600040101010101" pitchFamily="2" charset="-122"/>
                <a:ea typeface="华文中宋" panose="02010600040101010101" pitchFamily="2" charset="-122"/>
              </a:rPr>
              <a:t>T(n)</a:t>
            </a:r>
            <a:r>
              <a:rPr kumimoji="0" lang="zh-CN" altLang="en-US" sz="2800" b="1" dirty="0">
                <a:latin typeface="华文中宋" panose="02010600040101010101" pitchFamily="2" charset="-122"/>
                <a:ea typeface="华文中宋" panose="02010600040101010101" pitchFamily="2" charset="-122"/>
              </a:rPr>
              <a:t>：是它处理所有长度为</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的输入</a:t>
            </a:r>
            <a:r>
              <a:rPr kumimoji="0" lang="en-US" altLang="zh-CN" sz="2800" b="1" dirty="0">
                <a:latin typeface="华文中宋" panose="02010600040101010101" pitchFamily="2" charset="-122"/>
                <a:ea typeface="华文中宋" panose="02010600040101010101" pitchFamily="2" charset="-122"/>
              </a:rPr>
              <a:t>x</a:t>
            </a:r>
            <a:r>
              <a:rPr kumimoji="0" lang="zh-CN" altLang="en-US" sz="2800" b="1" dirty="0">
                <a:latin typeface="华文中宋" panose="02010600040101010101" pitchFamily="2" charset="-122"/>
                <a:ea typeface="华文中宋" panose="02010600040101010101" pitchFamily="2" charset="-122"/>
              </a:rPr>
              <a:t>，</a:t>
            </a:r>
            <a:r>
              <a:rPr kumimoji="0" lang="zh-CN" altLang="en-US" sz="2800" b="1" dirty="0">
                <a:solidFill>
                  <a:srgbClr val="FF0000"/>
                </a:solidFill>
                <a:latin typeface="华文中宋" panose="02010600040101010101" pitchFamily="2" charset="-122"/>
                <a:ea typeface="华文中宋" panose="02010600040101010101" pitchFamily="2" charset="-122"/>
              </a:rPr>
              <a:t>有计算步骤</a:t>
            </a:r>
            <a:r>
              <a:rPr kumimoji="0" lang="zh-CN" altLang="en-US" sz="2800" b="1" dirty="0">
                <a:latin typeface="华文中宋" panose="02010600040101010101" pitchFamily="2" charset="-122"/>
                <a:ea typeface="华文中宋" panose="02010600040101010101" pitchFamily="2" charset="-122"/>
              </a:rPr>
              <a:t>，使</a:t>
            </a:r>
            <a:r>
              <a:rPr kumimoji="0" lang="en-US" altLang="zh-CN" sz="2800" b="1" dirty="0">
                <a:latin typeface="华文中宋" panose="02010600040101010101" pitchFamily="2" charset="-122"/>
                <a:ea typeface="华文中宋" panose="02010600040101010101" pitchFamily="2" charset="-122"/>
              </a:rPr>
              <a:t>NDTM</a:t>
            </a:r>
            <a:r>
              <a:rPr kumimoji="0" lang="zh-CN" altLang="en-US" sz="2800" b="1" dirty="0">
                <a:latin typeface="华文中宋" panose="02010600040101010101" pitchFamily="2" charset="-122"/>
                <a:ea typeface="华文中宋" panose="02010600040101010101" pitchFamily="2" charset="-122"/>
              </a:rPr>
              <a:t>接受</a:t>
            </a:r>
            <a:r>
              <a:rPr kumimoji="0" lang="en-US" altLang="zh-CN" sz="2800" b="1" dirty="0">
                <a:latin typeface="华文中宋" panose="02010600040101010101" pitchFamily="2" charset="-122"/>
                <a:ea typeface="华文中宋" panose="02010600040101010101" pitchFamily="2" charset="-122"/>
              </a:rPr>
              <a:t>x</a:t>
            </a:r>
            <a:r>
              <a:rPr kumimoji="0" lang="zh-CN" altLang="en-US" sz="2800" b="1" dirty="0">
                <a:latin typeface="华文中宋" panose="02010600040101010101" pitchFamily="2" charset="-122"/>
                <a:ea typeface="华文中宋" panose="02010600040101010101" pitchFamily="2" charset="-122"/>
              </a:rPr>
              <a:t>，其所需的最大计算步数。如果对某个长度为</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的输入，图灵机不停机，</a:t>
            </a:r>
            <a:r>
              <a:rPr kumimoji="0" lang="en-US" altLang="zh-CN" sz="2800" b="1" dirty="0">
                <a:latin typeface="华文中宋" panose="02010600040101010101" pitchFamily="2" charset="-122"/>
                <a:ea typeface="华文中宋" panose="02010600040101010101" pitchFamily="2" charset="-122"/>
              </a:rPr>
              <a:t>T(n)</a:t>
            </a:r>
            <a:r>
              <a:rPr kumimoji="0" lang="zh-CN" altLang="en-US" sz="2800" b="1" dirty="0">
                <a:latin typeface="华文中宋" panose="02010600040101010101" pitchFamily="2" charset="-122"/>
                <a:ea typeface="华文中宋" panose="02010600040101010101" pitchFamily="2" charset="-122"/>
              </a:rPr>
              <a:t>对这个</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值无定义。</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096E580F-F8DE-4496-B082-809B57D06DA3}"/>
              </a:ext>
            </a:extLst>
          </p:cNvPr>
          <p:cNvSpPr>
            <a:spLocks noGrp="1" noChangeArrowheads="1"/>
          </p:cNvSpPr>
          <p:nvPr>
            <p:ph type="title"/>
          </p:nvPr>
        </p:nvSpPr>
        <p:spPr bwMode="auto">
          <a:xfrm>
            <a:off x="683568" y="2924944"/>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b="1" dirty="0">
                <a:solidFill>
                  <a:srgbClr val="FF0000"/>
                </a:solidFill>
                <a:latin typeface="Palatino Linotype" panose="02040502050505030304" pitchFamily="18" charset="0"/>
              </a:rPr>
              <a:t>2.2  P</a:t>
            </a:r>
            <a:r>
              <a:rPr lang="zh-CN" altLang="en-US" b="1" dirty="0">
                <a:solidFill>
                  <a:srgbClr val="FF0000"/>
                </a:solidFill>
                <a:latin typeface="Palatino Linotype" panose="02040502050505030304" pitchFamily="18" charset="0"/>
              </a:rPr>
              <a:t>类与</a:t>
            </a:r>
            <a:r>
              <a:rPr lang="en-US" altLang="zh-CN" b="1" dirty="0">
                <a:solidFill>
                  <a:srgbClr val="FF0000"/>
                </a:solidFill>
                <a:latin typeface="Palatino Linotype" panose="02040502050505030304" pitchFamily="18" charset="0"/>
              </a:rPr>
              <a:t>NP</a:t>
            </a:r>
            <a:r>
              <a:rPr lang="zh-CN" altLang="en-US" b="1" dirty="0">
                <a:solidFill>
                  <a:srgbClr val="FF0000"/>
                </a:solidFill>
                <a:latin typeface="Palatino Linotype" panose="02040502050505030304" pitchFamily="18" charset="0"/>
              </a:rPr>
              <a:t>类语言</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31A436B-9502-4469-958C-EB4ACE5C9F19}"/>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zh-CN" dirty="0"/>
              <a:t>1</a:t>
            </a:r>
            <a:r>
              <a:rPr lang="zh-CN" altLang="en-US" dirty="0"/>
              <a:t>、 </a:t>
            </a:r>
            <a:r>
              <a:rPr lang="en-US" altLang="zh-CN" dirty="0">
                <a:latin typeface="华文中宋" panose="02010600040101010101" pitchFamily="2" charset="-122"/>
                <a:ea typeface="华文中宋" panose="02010600040101010101" pitchFamily="2" charset="-122"/>
              </a:rPr>
              <a:t>P</a:t>
            </a:r>
            <a:r>
              <a:rPr lang="zh-CN" altLang="en-US" dirty="0">
                <a:latin typeface="华文中宋" panose="02010600040101010101" pitchFamily="2" charset="-122"/>
                <a:ea typeface="华文中宋" panose="02010600040101010101" pitchFamily="2" charset="-122"/>
              </a:rPr>
              <a:t>类与</a:t>
            </a:r>
            <a:r>
              <a:rPr lang="en-US" altLang="zh-CN" dirty="0">
                <a:latin typeface="华文中宋" panose="02010600040101010101" pitchFamily="2" charset="-122"/>
                <a:ea typeface="华文中宋" panose="02010600040101010101" pitchFamily="2" charset="-122"/>
              </a:rPr>
              <a:t>NP</a:t>
            </a:r>
            <a:r>
              <a:rPr lang="zh-CN" altLang="en-US" dirty="0">
                <a:latin typeface="华文中宋" panose="02010600040101010101" pitchFamily="2" charset="-122"/>
                <a:ea typeface="华文中宋" panose="02010600040101010101" pitchFamily="2" charset="-122"/>
              </a:rPr>
              <a:t>类语言</a:t>
            </a:r>
          </a:p>
        </p:txBody>
      </p:sp>
      <p:sp>
        <p:nvSpPr>
          <p:cNvPr id="49155" name="Rectangle 3">
            <a:extLst>
              <a:ext uri="{FF2B5EF4-FFF2-40B4-BE49-F238E27FC236}">
                <a16:creationId xmlns:a16="http://schemas.microsoft.com/office/drawing/2014/main" id="{BF908785-B7C3-48CC-B3AD-34844AC44D2C}"/>
              </a:ext>
            </a:extLst>
          </p:cNvPr>
          <p:cNvSpPr>
            <a:spLocks noGrp="1" noChangeArrowheads="1"/>
          </p:cNvSpPr>
          <p:nvPr>
            <p:ph type="body" idx="1"/>
          </p:nvPr>
        </p:nvSpPr>
        <p:spPr bwMode="auto">
          <a:xfrm>
            <a:off x="685800" y="1447800"/>
            <a:ext cx="7772400" cy="2667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10000"/>
              </a:lnSpc>
              <a:spcBef>
                <a:spcPct val="0"/>
              </a:spcBef>
              <a:buFontTx/>
              <a:buNone/>
            </a:pPr>
            <a:r>
              <a:rPr kumimoji="0" lang="en-US" altLang="zh-CN" sz="2800" b="1" dirty="0">
                <a:latin typeface="华文中宋" panose="02010600040101010101" pitchFamily="2" charset="-122"/>
                <a:ea typeface="华文中宋" panose="02010600040101010101" pitchFamily="2" charset="-122"/>
              </a:rPr>
              <a:t>P</a:t>
            </a:r>
            <a:r>
              <a:rPr kumimoji="0" lang="zh-CN" altLang="en-US" sz="2800" b="1" dirty="0">
                <a:latin typeface="华文中宋" panose="02010600040101010101" pitchFamily="2" charset="-122"/>
                <a:ea typeface="华文中宋" panose="02010600040101010101" pitchFamily="2" charset="-122"/>
              </a:rPr>
              <a:t>类和</a:t>
            </a:r>
            <a:r>
              <a:rPr kumimoji="0" lang="en-US" altLang="zh-CN" sz="2800" b="1" dirty="0">
                <a:latin typeface="华文中宋" panose="02010600040101010101" pitchFamily="2" charset="-122"/>
                <a:ea typeface="华文中宋" panose="02010600040101010101" pitchFamily="2" charset="-122"/>
              </a:rPr>
              <a:t>NP</a:t>
            </a:r>
            <a:r>
              <a:rPr kumimoji="0" lang="zh-CN" altLang="en-US" sz="2800" b="1" dirty="0">
                <a:latin typeface="华文中宋" panose="02010600040101010101" pitchFamily="2" charset="-122"/>
                <a:ea typeface="华文中宋" panose="02010600040101010101" pitchFamily="2" charset="-122"/>
              </a:rPr>
              <a:t>类语言的定义：</a:t>
            </a:r>
          </a:p>
          <a:p>
            <a:pPr eaLnBrk="1" hangingPunct="1">
              <a:lnSpc>
                <a:spcPct val="110000"/>
              </a:lnSpc>
              <a:spcBef>
                <a:spcPct val="0"/>
              </a:spcBef>
              <a:buFontTx/>
              <a:buNone/>
            </a:pPr>
            <a:r>
              <a:rPr kumimoji="0" lang="zh-CN" altLang="en-US" sz="2800" b="1" dirty="0">
                <a:latin typeface="华文中宋" panose="02010600040101010101" pitchFamily="2" charset="-122"/>
                <a:ea typeface="华文中宋" panose="02010600040101010101" pitchFamily="2" charset="-122"/>
              </a:rPr>
              <a:t>    </a:t>
            </a:r>
            <a:r>
              <a:rPr kumimoji="0" lang="en-US" altLang="zh-CN" sz="2800" b="1" dirty="0">
                <a:latin typeface="华文中宋" panose="02010600040101010101" pitchFamily="2" charset="-122"/>
                <a:ea typeface="华文中宋" panose="02010600040101010101" pitchFamily="2" charset="-122"/>
              </a:rPr>
              <a:t>P={L|L</a:t>
            </a:r>
            <a:r>
              <a:rPr kumimoji="0" lang="zh-CN" altLang="en-US" sz="2800" b="1" dirty="0">
                <a:latin typeface="华文中宋" panose="02010600040101010101" pitchFamily="2" charset="-122"/>
                <a:ea typeface="华文中宋" panose="02010600040101010101" pitchFamily="2" charset="-122"/>
              </a:rPr>
              <a:t>是一个能在</a:t>
            </a:r>
            <a:r>
              <a:rPr kumimoji="0" lang="zh-CN" altLang="en-US" sz="2800" b="1" dirty="0">
                <a:solidFill>
                  <a:srgbClr val="FF0000"/>
                </a:solidFill>
                <a:latin typeface="华文中宋" panose="02010600040101010101" pitchFamily="2" charset="-122"/>
                <a:ea typeface="华文中宋" panose="02010600040101010101" pitchFamily="2" charset="-122"/>
              </a:rPr>
              <a:t>多项式时间</a:t>
            </a:r>
            <a:r>
              <a:rPr kumimoji="0" lang="zh-CN" altLang="en-US" sz="2800" b="1" dirty="0">
                <a:latin typeface="华文中宋" panose="02010600040101010101" pitchFamily="2" charset="-122"/>
                <a:ea typeface="华文中宋" panose="02010600040101010101" pitchFamily="2" charset="-122"/>
              </a:rPr>
              <a:t>内被一台</a:t>
            </a:r>
            <a:r>
              <a:rPr kumimoji="0" lang="en-US" altLang="zh-CN" sz="2800" b="1" dirty="0">
                <a:solidFill>
                  <a:srgbClr val="FF0000"/>
                </a:solidFill>
                <a:latin typeface="华文中宋" panose="02010600040101010101" pitchFamily="2" charset="-122"/>
                <a:ea typeface="华文中宋" panose="02010600040101010101" pitchFamily="2" charset="-122"/>
              </a:rPr>
              <a:t>DTM</a:t>
            </a:r>
            <a:r>
              <a:rPr kumimoji="0" lang="zh-CN" altLang="en-US" sz="2800" b="1" dirty="0">
                <a:latin typeface="华文中宋" panose="02010600040101010101" pitchFamily="2" charset="-122"/>
                <a:ea typeface="华文中宋" panose="02010600040101010101" pitchFamily="2" charset="-122"/>
              </a:rPr>
              <a:t>所接受的语言</a:t>
            </a:r>
            <a:r>
              <a:rPr kumimoji="0" lang="en-US" altLang="zh-CN" sz="2800" b="1" dirty="0">
                <a:latin typeface="华文中宋" panose="02010600040101010101" pitchFamily="2" charset="-122"/>
                <a:ea typeface="华文中宋" panose="02010600040101010101" pitchFamily="2" charset="-122"/>
              </a:rPr>
              <a:t>} </a:t>
            </a:r>
          </a:p>
          <a:p>
            <a:pPr eaLnBrk="1" hangingPunct="1">
              <a:lnSpc>
                <a:spcPct val="110000"/>
              </a:lnSpc>
              <a:spcBef>
                <a:spcPct val="0"/>
              </a:spcBef>
              <a:buFontTx/>
              <a:buNone/>
            </a:pPr>
            <a:r>
              <a:rPr kumimoji="0" lang="en-US" altLang="zh-CN" sz="2800" b="1" dirty="0">
                <a:latin typeface="华文中宋" panose="02010600040101010101" pitchFamily="2" charset="-122"/>
                <a:ea typeface="华文中宋" panose="02010600040101010101" pitchFamily="2" charset="-122"/>
              </a:rPr>
              <a:t>    NP={L|L</a:t>
            </a:r>
            <a:r>
              <a:rPr kumimoji="0" lang="zh-CN" altLang="en-US" sz="2800" b="1" dirty="0">
                <a:latin typeface="华文中宋" panose="02010600040101010101" pitchFamily="2" charset="-122"/>
                <a:ea typeface="华文中宋" panose="02010600040101010101" pitchFamily="2" charset="-122"/>
              </a:rPr>
              <a:t>是一个能在</a:t>
            </a:r>
            <a:r>
              <a:rPr kumimoji="0" lang="zh-CN" altLang="en-US" sz="2800" b="1" dirty="0">
                <a:solidFill>
                  <a:srgbClr val="FF0000"/>
                </a:solidFill>
                <a:latin typeface="华文中宋" panose="02010600040101010101" pitchFamily="2" charset="-122"/>
                <a:ea typeface="华文中宋" panose="02010600040101010101" pitchFamily="2" charset="-122"/>
              </a:rPr>
              <a:t>多项式时间</a:t>
            </a:r>
            <a:r>
              <a:rPr kumimoji="0" lang="zh-CN" altLang="en-US" sz="2800" b="1" dirty="0">
                <a:latin typeface="华文中宋" panose="02010600040101010101" pitchFamily="2" charset="-122"/>
                <a:ea typeface="华文中宋" panose="02010600040101010101" pitchFamily="2" charset="-122"/>
              </a:rPr>
              <a:t>内被一台</a:t>
            </a:r>
            <a:r>
              <a:rPr kumimoji="0" lang="en-US" altLang="zh-CN" sz="2800" b="1" dirty="0">
                <a:solidFill>
                  <a:srgbClr val="FF0000"/>
                </a:solidFill>
                <a:latin typeface="华文中宋" panose="02010600040101010101" pitchFamily="2" charset="-122"/>
                <a:ea typeface="华文中宋" panose="02010600040101010101" pitchFamily="2" charset="-122"/>
              </a:rPr>
              <a:t>NDTM</a:t>
            </a:r>
            <a:r>
              <a:rPr kumimoji="0" lang="zh-CN" altLang="en-US" sz="2800" b="1" dirty="0">
                <a:latin typeface="华文中宋" panose="02010600040101010101" pitchFamily="2" charset="-122"/>
                <a:ea typeface="华文中宋" panose="02010600040101010101" pitchFamily="2" charset="-122"/>
              </a:rPr>
              <a:t>所接受的语言</a:t>
            </a:r>
            <a:r>
              <a:rPr kumimoji="0" lang="en-US" altLang="zh-CN" sz="2800" b="1" dirty="0">
                <a:latin typeface="华文中宋" panose="02010600040101010101" pitchFamily="2" charset="-122"/>
                <a:ea typeface="华文中宋" panose="02010600040101010101" pitchFamily="2" charset="-122"/>
              </a:rPr>
              <a:t>}</a:t>
            </a:r>
          </a:p>
        </p:txBody>
      </p:sp>
      <p:sp>
        <p:nvSpPr>
          <p:cNvPr id="206852" name="Rectangle 4">
            <a:extLst>
              <a:ext uri="{FF2B5EF4-FFF2-40B4-BE49-F238E27FC236}">
                <a16:creationId xmlns:a16="http://schemas.microsoft.com/office/drawing/2014/main" id="{F57AF1DF-6B74-4863-9462-ED806D977771}"/>
              </a:ext>
            </a:extLst>
          </p:cNvPr>
          <p:cNvSpPr>
            <a:spLocks noChangeArrowheads="1"/>
          </p:cNvSpPr>
          <p:nvPr/>
        </p:nvSpPr>
        <p:spPr bwMode="auto">
          <a:xfrm>
            <a:off x="539750" y="4076700"/>
            <a:ext cx="6477000" cy="1895475"/>
          </a:xfrm>
          <a:prstGeom prst="rect">
            <a:avLst/>
          </a:prstGeom>
          <a:solidFill>
            <a:schemeClr val="hlink"/>
          </a:solidFill>
          <a:ln w="50800">
            <a:solidFill>
              <a:srgbClr val="FF6600"/>
            </a:solidFill>
            <a:miter lim="800000"/>
            <a:headEnd/>
            <a:tailEnd/>
          </a:ln>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kumimoji="0" lang="en-US" altLang="zh-CN" b="1" dirty="0">
                <a:latin typeface="华文中宋" panose="02010600040101010101" pitchFamily="2" charset="-122"/>
                <a:ea typeface="华文中宋" panose="02010600040101010101" pitchFamily="2" charset="-122"/>
              </a:rPr>
              <a:t> P </a:t>
            </a:r>
            <a:r>
              <a:rPr kumimoji="0" lang="en-US" altLang="zh-CN"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b="1" dirty="0">
                <a:latin typeface="华文中宋" panose="02010600040101010101" pitchFamily="2" charset="-122"/>
                <a:ea typeface="华文中宋" panose="02010600040101010101" pitchFamily="2" charset="-122"/>
              </a:rPr>
              <a:t> NP</a:t>
            </a:r>
            <a:r>
              <a:rPr kumimoji="0" lang="zh-CN" altLang="en-US" b="1" dirty="0">
                <a:latin typeface="华文中宋" panose="02010600040101010101" pitchFamily="2" charset="-122"/>
                <a:ea typeface="华文中宋" panose="02010600040101010101" pitchFamily="2" charset="-122"/>
              </a:rPr>
              <a:t>：由于一台确定性</a:t>
            </a:r>
            <a:r>
              <a:rPr kumimoji="0" lang="en-US" altLang="zh-CN" b="1" dirty="0">
                <a:latin typeface="华文中宋" panose="02010600040101010101" pitchFamily="2" charset="-122"/>
                <a:ea typeface="华文中宋" panose="02010600040101010101" pitchFamily="2" charset="-122"/>
              </a:rPr>
              <a:t>TM</a:t>
            </a:r>
            <a:r>
              <a:rPr kumimoji="0" lang="zh-CN" altLang="en-US" b="1" dirty="0">
                <a:latin typeface="华文中宋" panose="02010600040101010101" pitchFamily="2" charset="-122"/>
                <a:ea typeface="华文中宋" panose="02010600040101010101" pitchFamily="2" charset="-122"/>
              </a:rPr>
              <a:t>可看作是非确定性</a:t>
            </a:r>
            <a:r>
              <a:rPr kumimoji="0" lang="en-US" altLang="zh-CN" b="1" dirty="0">
                <a:latin typeface="华文中宋" panose="02010600040101010101" pitchFamily="2" charset="-122"/>
                <a:ea typeface="华文中宋" panose="02010600040101010101" pitchFamily="2" charset="-122"/>
              </a:rPr>
              <a:t>TM</a:t>
            </a:r>
            <a:r>
              <a:rPr kumimoji="0" lang="zh-CN" altLang="en-US" b="1" dirty="0">
                <a:latin typeface="华文中宋" panose="02010600040101010101" pitchFamily="2" charset="-122"/>
                <a:ea typeface="华文中宋" panose="02010600040101010101" pitchFamily="2" charset="-122"/>
              </a:rPr>
              <a:t>的特例，所以可在多项式时间内被确定性图灵机接受的语言也可在多项式时间内被非确定性图灵机接受。故</a:t>
            </a:r>
            <a:r>
              <a:rPr kumimoji="0" lang="en-US" altLang="zh-CN" b="1" dirty="0">
                <a:latin typeface="华文中宋" panose="02010600040101010101" pitchFamily="2" charset="-122"/>
                <a:ea typeface="华文中宋" panose="02010600040101010101" pitchFamily="2" charset="-122"/>
              </a:rPr>
              <a:t>P </a:t>
            </a:r>
            <a:r>
              <a:rPr kumimoji="0" lang="en-US" altLang="zh-CN"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b="1" dirty="0">
                <a:latin typeface="华文中宋" panose="02010600040101010101" pitchFamily="2" charset="-122"/>
                <a:ea typeface="华文中宋" panose="02010600040101010101" pitchFamily="2" charset="-122"/>
              </a:rPr>
              <a:t> NP</a:t>
            </a:r>
            <a:r>
              <a:rPr kumimoji="0" lang="zh-CN" altLang="en-US" b="1" dirty="0">
                <a:latin typeface="华文中宋" panose="02010600040101010101" pitchFamily="2" charset="-122"/>
                <a:ea typeface="华文中宋" panose="02010600040101010101" pitchFamily="2" charset="-122"/>
              </a:rPr>
              <a:t>。</a:t>
            </a:r>
            <a:r>
              <a:rPr kumimoji="0" lang="zh-CN" altLang="en-US" b="1" dirty="0">
                <a:latin typeface="Arial" panose="020B0604020202020204" pitchFamily="34" charset="0"/>
                <a:ea typeface="华文中宋" panose="02010600040101010101" pitchFamily="2" charset="-122"/>
              </a:rPr>
              <a:t> </a:t>
            </a:r>
          </a:p>
        </p:txBody>
      </p:sp>
      <p:sp>
        <p:nvSpPr>
          <p:cNvPr id="206853" name="Oval 5">
            <a:extLst>
              <a:ext uri="{FF2B5EF4-FFF2-40B4-BE49-F238E27FC236}">
                <a16:creationId xmlns:a16="http://schemas.microsoft.com/office/drawing/2014/main" id="{0011612F-8D99-422B-A772-65EB94698571}"/>
              </a:ext>
            </a:extLst>
          </p:cNvPr>
          <p:cNvSpPr>
            <a:spLocks noChangeArrowheads="1"/>
          </p:cNvSpPr>
          <p:nvPr/>
        </p:nvSpPr>
        <p:spPr bwMode="auto">
          <a:xfrm>
            <a:off x="7162800" y="4114800"/>
            <a:ext cx="1828800" cy="1752600"/>
          </a:xfrm>
          <a:prstGeom prst="ellipse">
            <a:avLst/>
          </a:prstGeom>
          <a:solidFill>
            <a:schemeClr val="accent1"/>
          </a:solidFill>
          <a:ln w="9525">
            <a:solidFill>
              <a:schemeClr val="tx1"/>
            </a:solidFill>
            <a:round/>
            <a:headEnd/>
            <a:tailEnd/>
          </a:ln>
        </p:spPr>
        <p:txBody>
          <a:bodyPr wrap="none"/>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NP</a:t>
            </a:r>
          </a:p>
        </p:txBody>
      </p:sp>
      <p:sp>
        <p:nvSpPr>
          <p:cNvPr id="206854" name="Oval 6">
            <a:extLst>
              <a:ext uri="{FF2B5EF4-FFF2-40B4-BE49-F238E27FC236}">
                <a16:creationId xmlns:a16="http://schemas.microsoft.com/office/drawing/2014/main" id="{176E5F1C-019C-4E4D-AB7E-F2D40B076AA9}"/>
              </a:ext>
            </a:extLst>
          </p:cNvPr>
          <p:cNvSpPr>
            <a:spLocks noChangeArrowheads="1"/>
          </p:cNvSpPr>
          <p:nvPr/>
        </p:nvSpPr>
        <p:spPr bwMode="auto">
          <a:xfrm>
            <a:off x="7315200" y="4953000"/>
            <a:ext cx="1447800" cy="609600"/>
          </a:xfrm>
          <a:prstGeom prst="ellipse">
            <a:avLst/>
          </a:prstGeom>
          <a:solidFill>
            <a:srgbClr val="FF0000"/>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6852"/>
                                        </p:tgtEl>
                                        <p:attrNameLst>
                                          <p:attrName>style.visibility</p:attrName>
                                        </p:attrNameLst>
                                      </p:cBhvr>
                                      <p:to>
                                        <p:strVal val="visible"/>
                                      </p:to>
                                    </p:set>
                                    <p:anim calcmode="lin" valueType="num">
                                      <p:cBhvr additive="base">
                                        <p:cTn id="7" dur="500" fill="hold"/>
                                        <p:tgtEl>
                                          <p:spTgt spid="206852"/>
                                        </p:tgtEl>
                                        <p:attrNameLst>
                                          <p:attrName>ppt_x</p:attrName>
                                        </p:attrNameLst>
                                      </p:cBhvr>
                                      <p:tavLst>
                                        <p:tav tm="0">
                                          <p:val>
                                            <p:strVal val="#ppt_x"/>
                                          </p:val>
                                        </p:tav>
                                        <p:tav tm="100000">
                                          <p:val>
                                            <p:strVal val="#ppt_x"/>
                                          </p:val>
                                        </p:tav>
                                      </p:tavLst>
                                    </p:anim>
                                    <p:anim calcmode="lin" valueType="num">
                                      <p:cBhvr additive="base">
                                        <p:cTn id="8" dur="500" fill="hold"/>
                                        <p:tgtEl>
                                          <p:spTgt spid="20685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06853"/>
                                        </p:tgtEl>
                                        <p:attrNameLst>
                                          <p:attrName>style.visibility</p:attrName>
                                        </p:attrNameLst>
                                      </p:cBhvr>
                                      <p:to>
                                        <p:strVal val="visible"/>
                                      </p:to>
                                    </p:set>
                                    <p:anim calcmode="lin" valueType="num">
                                      <p:cBhvr additive="base">
                                        <p:cTn id="12" dur="500" fill="hold"/>
                                        <p:tgtEl>
                                          <p:spTgt spid="206853"/>
                                        </p:tgtEl>
                                        <p:attrNameLst>
                                          <p:attrName>ppt_x</p:attrName>
                                        </p:attrNameLst>
                                      </p:cBhvr>
                                      <p:tavLst>
                                        <p:tav tm="0">
                                          <p:val>
                                            <p:strVal val="0-#ppt_w/2"/>
                                          </p:val>
                                        </p:tav>
                                        <p:tav tm="100000">
                                          <p:val>
                                            <p:strVal val="#ppt_x"/>
                                          </p:val>
                                        </p:tav>
                                      </p:tavLst>
                                    </p:anim>
                                    <p:anim calcmode="lin" valueType="num">
                                      <p:cBhvr additive="base">
                                        <p:cTn id="13" dur="500" fill="hold"/>
                                        <p:tgtEl>
                                          <p:spTgt spid="20685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206854"/>
                                        </p:tgtEl>
                                        <p:attrNameLst>
                                          <p:attrName>style.visibility</p:attrName>
                                        </p:attrNameLst>
                                      </p:cBhvr>
                                      <p:to>
                                        <p:strVal val="visible"/>
                                      </p:to>
                                    </p:set>
                                    <p:anim calcmode="lin" valueType="num">
                                      <p:cBhvr additive="base">
                                        <p:cTn id="17" dur="500" fill="hold"/>
                                        <p:tgtEl>
                                          <p:spTgt spid="206854"/>
                                        </p:tgtEl>
                                        <p:attrNameLst>
                                          <p:attrName>ppt_x</p:attrName>
                                        </p:attrNameLst>
                                      </p:cBhvr>
                                      <p:tavLst>
                                        <p:tav tm="0">
                                          <p:val>
                                            <p:strVal val="0-#ppt_w/2"/>
                                          </p:val>
                                        </p:tav>
                                        <p:tav tm="100000">
                                          <p:val>
                                            <p:strVal val="#ppt_x"/>
                                          </p:val>
                                        </p:tav>
                                      </p:tavLst>
                                    </p:anim>
                                    <p:anim calcmode="lin" valueType="num">
                                      <p:cBhvr additive="base">
                                        <p:cTn id="18" dur="500" fill="hold"/>
                                        <p:tgtEl>
                                          <p:spTgt spid="20685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52" grpId="0" animBg="1" autoUpdateAnimBg="0"/>
      <p:bldP spid="206853" grpId="0" animBg="1" autoUpdateAnimBg="0"/>
      <p:bldP spid="206854"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416EDFF-2B46-4B33-96CD-AFC9C8A9D044}"/>
              </a:ext>
            </a:extLst>
          </p:cNvPr>
          <p:cNvSpPr>
            <a:spLocks noGrp="1" noChangeArrowheads="1"/>
          </p:cNvSpPr>
          <p:nvPr>
            <p:ph type="title"/>
          </p:nvPr>
        </p:nvSpPr>
        <p:spPr bwMode="auto">
          <a:xfrm>
            <a:off x="685800" y="609600"/>
            <a:ext cx="80772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a:t>2</a:t>
            </a:r>
            <a:r>
              <a:rPr lang="zh-CN" altLang="en-US"/>
              <a:t>、计算复杂性理论中</a:t>
            </a:r>
            <a:br>
              <a:rPr lang="zh-CN" altLang="en-US"/>
            </a:br>
            <a:r>
              <a:rPr lang="zh-CN" altLang="en-US"/>
              <a:t>的核心问题</a:t>
            </a:r>
          </a:p>
        </p:txBody>
      </p:sp>
      <p:sp>
        <p:nvSpPr>
          <p:cNvPr id="50179" name="Rectangle 3">
            <a:extLst>
              <a:ext uri="{FF2B5EF4-FFF2-40B4-BE49-F238E27FC236}">
                <a16:creationId xmlns:a16="http://schemas.microsoft.com/office/drawing/2014/main" id="{5FF21EEE-162A-4431-BEE2-989A2C8F70BB}"/>
              </a:ext>
            </a:extLst>
          </p:cNvPr>
          <p:cNvSpPr>
            <a:spLocks noGrp="1" noChangeArrowheads="1"/>
          </p:cNvSpPr>
          <p:nvPr>
            <p:ph type="body" idx="1"/>
          </p:nvPr>
        </p:nvSpPr>
        <p:spPr bwMode="auto">
          <a:xfrm>
            <a:off x="685800" y="25146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ctr" eaLnBrk="1" hangingPunct="1">
              <a:buFontTx/>
              <a:buNone/>
            </a:pPr>
            <a:r>
              <a:rPr lang="en-US" altLang="zh-CN" sz="4000">
                <a:solidFill>
                  <a:srgbClr val="FF0000"/>
                </a:solidFill>
              </a:rPr>
              <a:t>P=NP</a:t>
            </a:r>
            <a:r>
              <a:rPr lang="zh-CN" altLang="en-US" sz="4000">
                <a:solidFill>
                  <a:srgbClr val="FF0000"/>
                </a:solidFill>
              </a:rPr>
              <a:t>？</a:t>
            </a:r>
          </a:p>
        </p:txBody>
      </p:sp>
      <p:sp>
        <p:nvSpPr>
          <p:cNvPr id="207876" name="Oval 4">
            <a:extLst>
              <a:ext uri="{FF2B5EF4-FFF2-40B4-BE49-F238E27FC236}">
                <a16:creationId xmlns:a16="http://schemas.microsoft.com/office/drawing/2014/main" id="{66DD71F4-DD38-4387-9AEA-4A054639F03C}"/>
              </a:ext>
            </a:extLst>
          </p:cNvPr>
          <p:cNvSpPr>
            <a:spLocks noChangeArrowheads="1"/>
          </p:cNvSpPr>
          <p:nvPr/>
        </p:nvSpPr>
        <p:spPr bwMode="auto">
          <a:xfrm>
            <a:off x="4495800" y="3505200"/>
            <a:ext cx="1828800" cy="1752600"/>
          </a:xfrm>
          <a:prstGeom prst="ellipse">
            <a:avLst/>
          </a:prstGeom>
          <a:solidFill>
            <a:schemeClr val="accent1"/>
          </a:solidFill>
          <a:ln w="9525">
            <a:solidFill>
              <a:schemeClr val="tx1"/>
            </a:solidFill>
            <a:round/>
            <a:headEnd/>
            <a:tailEnd/>
          </a:ln>
        </p:spPr>
        <p:txBody>
          <a:bodyPr wrap="none"/>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NP</a:t>
            </a:r>
          </a:p>
        </p:txBody>
      </p:sp>
      <p:sp>
        <p:nvSpPr>
          <p:cNvPr id="207877" name="Oval 5">
            <a:extLst>
              <a:ext uri="{FF2B5EF4-FFF2-40B4-BE49-F238E27FC236}">
                <a16:creationId xmlns:a16="http://schemas.microsoft.com/office/drawing/2014/main" id="{CE4A5BDA-6A4F-474F-9E19-82EB8C5D8054}"/>
              </a:ext>
            </a:extLst>
          </p:cNvPr>
          <p:cNvSpPr>
            <a:spLocks noChangeArrowheads="1"/>
          </p:cNvSpPr>
          <p:nvPr/>
        </p:nvSpPr>
        <p:spPr bwMode="auto">
          <a:xfrm>
            <a:off x="4724400" y="4191000"/>
            <a:ext cx="1447800" cy="1066800"/>
          </a:xfrm>
          <a:prstGeom prst="ellipse">
            <a:avLst/>
          </a:prstGeom>
          <a:solidFill>
            <a:srgbClr val="FF0000"/>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7876"/>
                                        </p:tgtEl>
                                        <p:attrNameLst>
                                          <p:attrName>style.visibility</p:attrName>
                                        </p:attrNameLst>
                                      </p:cBhvr>
                                      <p:to>
                                        <p:strVal val="visible"/>
                                      </p:to>
                                    </p:set>
                                    <p:anim calcmode="lin" valueType="num">
                                      <p:cBhvr additive="base">
                                        <p:cTn id="7" dur="500" fill="hold"/>
                                        <p:tgtEl>
                                          <p:spTgt spid="207876"/>
                                        </p:tgtEl>
                                        <p:attrNameLst>
                                          <p:attrName>ppt_x</p:attrName>
                                        </p:attrNameLst>
                                      </p:cBhvr>
                                      <p:tavLst>
                                        <p:tav tm="0">
                                          <p:val>
                                            <p:strVal val="0-#ppt_w/2"/>
                                          </p:val>
                                        </p:tav>
                                        <p:tav tm="100000">
                                          <p:val>
                                            <p:strVal val="#ppt_x"/>
                                          </p:val>
                                        </p:tav>
                                      </p:tavLst>
                                    </p:anim>
                                    <p:anim calcmode="lin" valueType="num">
                                      <p:cBhvr additive="base">
                                        <p:cTn id="8" dur="500" fill="hold"/>
                                        <p:tgtEl>
                                          <p:spTgt spid="20787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07877"/>
                                        </p:tgtEl>
                                        <p:attrNameLst>
                                          <p:attrName>style.visibility</p:attrName>
                                        </p:attrNameLst>
                                      </p:cBhvr>
                                      <p:to>
                                        <p:strVal val="visible"/>
                                      </p:to>
                                    </p:set>
                                    <p:anim calcmode="lin" valueType="num">
                                      <p:cBhvr additive="base">
                                        <p:cTn id="12" dur="500" fill="hold"/>
                                        <p:tgtEl>
                                          <p:spTgt spid="207877"/>
                                        </p:tgtEl>
                                        <p:attrNameLst>
                                          <p:attrName>ppt_x</p:attrName>
                                        </p:attrNameLst>
                                      </p:cBhvr>
                                      <p:tavLst>
                                        <p:tav tm="0">
                                          <p:val>
                                            <p:strVal val="0-#ppt_w/2"/>
                                          </p:val>
                                        </p:tav>
                                        <p:tav tm="100000">
                                          <p:val>
                                            <p:strVal val="#ppt_x"/>
                                          </p:val>
                                        </p:tav>
                                      </p:tavLst>
                                    </p:anim>
                                    <p:anim calcmode="lin" valueType="num">
                                      <p:cBhvr additive="base">
                                        <p:cTn id="13" dur="500" fill="hold"/>
                                        <p:tgtEl>
                                          <p:spTgt spid="20787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6" grpId="0" animBg="1" autoUpdateAnimBg="0"/>
      <p:bldP spid="207877"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69D7547-F7A5-4727-9A7B-25899839EA60}"/>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4000" b="1" dirty="0">
                <a:latin typeface="华文中宋" panose="02010600040101010101" pitchFamily="2" charset="-122"/>
                <a:ea typeface="华文中宋" panose="02010600040101010101" pitchFamily="2" charset="-122"/>
              </a:rPr>
              <a:t>3</a:t>
            </a:r>
            <a:r>
              <a:rPr kumimoji="0" lang="zh-CN" altLang="en-US" sz="4000" b="1" dirty="0">
                <a:latin typeface="华文中宋" panose="02010600040101010101" pitchFamily="2" charset="-122"/>
                <a:ea typeface="华文中宋" panose="02010600040101010101" pitchFamily="2" charset="-122"/>
              </a:rPr>
              <a:t>、非确定性图灵机的操作方式</a:t>
            </a:r>
          </a:p>
        </p:txBody>
      </p:sp>
      <p:sp>
        <p:nvSpPr>
          <p:cNvPr id="51203" name="Rectangle 3">
            <a:extLst>
              <a:ext uri="{FF2B5EF4-FFF2-40B4-BE49-F238E27FC236}">
                <a16:creationId xmlns:a16="http://schemas.microsoft.com/office/drawing/2014/main" id="{70239F09-D234-405B-88EF-AD42CDC12249}"/>
              </a:ext>
            </a:extLst>
          </p:cNvPr>
          <p:cNvSpPr>
            <a:spLocks noGrp="1" noChangeArrowheads="1"/>
          </p:cNvSpPr>
          <p:nvPr>
            <p:ph type="body" idx="1"/>
          </p:nvPr>
        </p:nvSpPr>
        <p:spPr bwMode="auto">
          <a:xfrm>
            <a:off x="357188" y="1981200"/>
            <a:ext cx="8429625"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pPr>
            <a:r>
              <a:rPr lang="zh-CN" altLang="en-US" sz="2800" b="1">
                <a:solidFill>
                  <a:srgbClr val="0000CC"/>
                </a:solidFill>
              </a:rPr>
              <a:t>猜测阶段：猜测路径（或解、点集）</a:t>
            </a:r>
          </a:p>
          <a:p>
            <a:pPr eaLnBrk="1" hangingPunct="1">
              <a:lnSpc>
                <a:spcPct val="140000"/>
              </a:lnSpc>
            </a:pPr>
            <a:r>
              <a:rPr lang="zh-CN" altLang="en-US" sz="2800" b="1">
                <a:solidFill>
                  <a:srgbClr val="0000CC"/>
                </a:solidFill>
              </a:rPr>
              <a:t>验证阶段：验证路径或解是否为多项式时间</a:t>
            </a:r>
            <a:endParaRPr lang="en-US" altLang="zh-CN" sz="2800" b="1">
              <a:solidFill>
                <a:srgbClr val="0000CC"/>
              </a:solidFill>
            </a:endParaRPr>
          </a:p>
          <a:p>
            <a:pPr eaLnBrk="1" hangingPunct="1">
              <a:lnSpc>
                <a:spcPct val="140000"/>
              </a:lnSpc>
            </a:pPr>
            <a:r>
              <a:rPr lang="zh-CN" altLang="en-US" sz="2800" b="1">
                <a:solidFill>
                  <a:srgbClr val="0000CC"/>
                </a:solidFill>
              </a:rPr>
              <a:t>例：旅行商问题：给定带权图</a:t>
            </a:r>
            <a:r>
              <a:rPr lang="en-US" altLang="zh-CN" sz="2800" b="1">
                <a:solidFill>
                  <a:srgbClr val="0000CC"/>
                </a:solidFill>
              </a:rPr>
              <a:t>G</a:t>
            </a:r>
            <a:r>
              <a:rPr lang="zh-CN" altLang="en-US" sz="2800" b="1">
                <a:solidFill>
                  <a:srgbClr val="0000CC"/>
                </a:solidFill>
              </a:rPr>
              <a:t>和正数</a:t>
            </a:r>
            <a:r>
              <a:rPr lang="en-US" altLang="zh-CN" sz="2800" b="1">
                <a:solidFill>
                  <a:srgbClr val="0000CC"/>
                </a:solidFill>
              </a:rPr>
              <a:t>d</a:t>
            </a:r>
            <a:r>
              <a:rPr lang="zh-CN" altLang="en-US" sz="2800" b="1">
                <a:solidFill>
                  <a:srgbClr val="0000CC"/>
                </a:solidFill>
              </a:rPr>
              <a:t>，判定是否存在一个总费用不超过的的周游路线</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26587538-ED92-4D3A-9C11-BC8A092B0E55}"/>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3600" b="1" dirty="0">
                <a:solidFill>
                  <a:schemeClr val="tx1"/>
                </a:solidFill>
                <a:latin typeface="华文中宋" panose="02010600040101010101" pitchFamily="2" charset="-122"/>
                <a:ea typeface="华文中宋" panose="02010600040101010101" pitchFamily="2" charset="-122"/>
              </a:rPr>
              <a:t>4</a:t>
            </a:r>
            <a:r>
              <a:rPr kumimoji="0" lang="zh-CN" altLang="en-US" sz="3600" b="1" dirty="0">
                <a:solidFill>
                  <a:schemeClr val="tx1"/>
                </a:solidFill>
                <a:latin typeface="华文中宋" panose="02010600040101010101" pitchFamily="2" charset="-122"/>
                <a:ea typeface="华文中宋" panose="02010600040101010101" pitchFamily="2" charset="-122"/>
              </a:rPr>
              <a:t>、</a:t>
            </a:r>
            <a:r>
              <a:rPr kumimoji="0" lang="en-US" altLang="zh-CN" sz="3600" b="1" dirty="0">
                <a:solidFill>
                  <a:schemeClr val="tx1"/>
                </a:solidFill>
                <a:latin typeface="华文中宋" panose="02010600040101010101" pitchFamily="2" charset="-122"/>
                <a:ea typeface="华文中宋" panose="02010600040101010101" pitchFamily="2" charset="-122"/>
              </a:rPr>
              <a:t>NP</a:t>
            </a:r>
            <a:r>
              <a:rPr kumimoji="0" lang="zh-CN" altLang="en-US" sz="3600" b="1" dirty="0">
                <a:solidFill>
                  <a:schemeClr val="tx1"/>
                </a:solidFill>
                <a:latin typeface="华文中宋" panose="02010600040101010101" pitchFamily="2" charset="-122"/>
                <a:ea typeface="华文中宋" panose="02010600040101010101" pitchFamily="2" charset="-122"/>
              </a:rPr>
              <a:t>类语言举例</a:t>
            </a:r>
            <a:r>
              <a:rPr kumimoji="0" lang="en-US" altLang="zh-CN" sz="3600" b="1" dirty="0">
                <a:solidFill>
                  <a:schemeClr val="tx1"/>
                </a:solidFill>
                <a:ea typeface="华文中宋" panose="02010600040101010101" pitchFamily="2" charset="-122"/>
              </a:rPr>
              <a:t>——</a:t>
            </a:r>
            <a:r>
              <a:rPr kumimoji="0" lang="zh-CN" altLang="en-US" sz="3600" b="1" dirty="0">
                <a:solidFill>
                  <a:schemeClr val="tx1"/>
                </a:solidFill>
                <a:latin typeface="华文中宋" panose="02010600040101010101" pitchFamily="2" charset="-122"/>
                <a:ea typeface="华文中宋" panose="02010600040101010101" pitchFamily="2" charset="-122"/>
              </a:rPr>
              <a:t>无向图的团问题</a:t>
            </a:r>
          </a:p>
        </p:txBody>
      </p:sp>
      <p:sp>
        <p:nvSpPr>
          <p:cNvPr id="52227" name="Rectangle 3">
            <a:extLst>
              <a:ext uri="{FF2B5EF4-FFF2-40B4-BE49-F238E27FC236}">
                <a16:creationId xmlns:a16="http://schemas.microsoft.com/office/drawing/2014/main" id="{F138FB26-97B4-4344-9B58-034D1F073B74}"/>
              </a:ext>
            </a:extLst>
          </p:cNvPr>
          <p:cNvSpPr>
            <a:spLocks noGrp="1" noChangeArrowheads="1"/>
          </p:cNvSpPr>
          <p:nvPr>
            <p:ph type="body" idx="1"/>
          </p:nvPr>
        </p:nvSpPr>
        <p:spPr bwMode="auto">
          <a:xfrm>
            <a:off x="457200" y="1371600"/>
            <a:ext cx="8305800" cy="1981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20000"/>
              </a:lnSpc>
            </a:pPr>
            <a:r>
              <a:rPr kumimoji="0" lang="zh-CN" altLang="en-US" sz="2800" b="1" dirty="0">
                <a:latin typeface="华文中宋" panose="02010600040101010101" pitchFamily="2" charset="-122"/>
                <a:ea typeface="华文中宋" panose="02010600040101010101" pitchFamily="2" charset="-122"/>
              </a:rPr>
              <a:t>该问题的输入是一个有</a:t>
            </a:r>
            <a:r>
              <a:rPr kumimoji="0" lang="en-US" altLang="zh-CN" sz="2800" b="1" dirty="0">
                <a:latin typeface="华文中宋" panose="02010600040101010101" pitchFamily="2" charset="-122"/>
                <a:ea typeface="华文中宋" panose="02010600040101010101" pitchFamily="2" charset="-122"/>
              </a:rPr>
              <a:t>n</a:t>
            </a:r>
            <a:r>
              <a:rPr kumimoji="0" lang="zh-CN" altLang="en-US" sz="2800" b="1" dirty="0">
                <a:latin typeface="华文中宋" panose="02010600040101010101" pitchFamily="2" charset="-122"/>
                <a:ea typeface="华文中宋" panose="02010600040101010101" pitchFamily="2" charset="-122"/>
              </a:rPr>
              <a:t>个顶点的无向图</a:t>
            </a:r>
            <a:r>
              <a:rPr kumimoji="0" lang="en-US" altLang="zh-CN" sz="2800" b="1" dirty="0">
                <a:latin typeface="华文中宋" panose="02010600040101010101" pitchFamily="2" charset="-122"/>
                <a:ea typeface="华文中宋" panose="02010600040101010101" pitchFamily="2" charset="-122"/>
              </a:rPr>
              <a:t>G=(V</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E)</a:t>
            </a:r>
            <a:r>
              <a:rPr kumimoji="0" lang="zh-CN" altLang="en-US" sz="2800" b="1" dirty="0">
                <a:latin typeface="华文中宋" panose="02010600040101010101" pitchFamily="2" charset="-122"/>
                <a:ea typeface="华文中宋" panose="02010600040101010101" pitchFamily="2" charset="-122"/>
              </a:rPr>
              <a:t>和一个整数</a:t>
            </a:r>
            <a:r>
              <a:rPr kumimoji="0" lang="en-US" altLang="zh-CN" sz="2800" b="1"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a:t>
            </a:r>
            <a:r>
              <a:rPr kumimoji="0" lang="zh-CN" altLang="en-US" sz="2800" b="1" dirty="0">
                <a:solidFill>
                  <a:srgbClr val="FF0000"/>
                </a:solidFill>
                <a:latin typeface="华文中宋" panose="02010600040101010101" pitchFamily="2" charset="-122"/>
                <a:ea typeface="华文中宋" panose="02010600040101010101" pitchFamily="2" charset="-122"/>
              </a:rPr>
              <a:t>要求判定图</a:t>
            </a:r>
            <a:r>
              <a:rPr kumimoji="0" lang="en-US" altLang="zh-CN" sz="2800" b="1" dirty="0">
                <a:solidFill>
                  <a:srgbClr val="FF0000"/>
                </a:solidFill>
                <a:latin typeface="华文中宋" panose="02010600040101010101" pitchFamily="2" charset="-122"/>
                <a:ea typeface="华文中宋" panose="02010600040101010101" pitchFamily="2" charset="-122"/>
              </a:rPr>
              <a:t>G</a:t>
            </a:r>
            <a:r>
              <a:rPr kumimoji="0" lang="zh-CN" altLang="en-US" sz="2800" b="1" dirty="0">
                <a:solidFill>
                  <a:srgbClr val="FF0000"/>
                </a:solidFill>
                <a:latin typeface="华文中宋" panose="02010600040101010101" pitchFamily="2" charset="-122"/>
                <a:ea typeface="华文中宋" panose="02010600040101010101" pitchFamily="2" charset="-122"/>
              </a:rPr>
              <a:t>是否包含一个有</a:t>
            </a:r>
            <a:r>
              <a:rPr kumimoji="0" lang="en-US" altLang="zh-CN" sz="2800" b="1" dirty="0">
                <a:solidFill>
                  <a:srgbClr val="FF0000"/>
                </a:solidFill>
                <a:latin typeface="华文中宋" panose="02010600040101010101" pitchFamily="2" charset="-122"/>
                <a:ea typeface="华文中宋" panose="02010600040101010101" pitchFamily="2" charset="-122"/>
              </a:rPr>
              <a:t>k</a:t>
            </a:r>
            <a:r>
              <a:rPr kumimoji="0" lang="zh-CN" altLang="en-US" sz="2800" b="1" dirty="0">
                <a:solidFill>
                  <a:srgbClr val="FF0000"/>
                </a:solidFill>
                <a:latin typeface="华文中宋" panose="02010600040101010101" pitchFamily="2" charset="-122"/>
                <a:ea typeface="华文中宋" panose="02010600040101010101" pitchFamily="2" charset="-122"/>
              </a:rPr>
              <a:t>个顶点的完全子图</a:t>
            </a:r>
            <a:r>
              <a:rPr kumimoji="0" lang="en-US" altLang="zh-CN" sz="2800" b="1" dirty="0">
                <a:solidFill>
                  <a:srgbClr val="FF0000"/>
                </a:solidFill>
                <a:latin typeface="华文中宋" panose="02010600040101010101" pitchFamily="2" charset="-122"/>
                <a:ea typeface="华文中宋" panose="02010600040101010101" pitchFamily="2" charset="-122"/>
              </a:rPr>
              <a:t>(</a:t>
            </a:r>
            <a:r>
              <a:rPr kumimoji="0" lang="zh-CN" altLang="en-US" sz="2800" b="1" dirty="0">
                <a:solidFill>
                  <a:srgbClr val="FF0000"/>
                </a:solidFill>
                <a:latin typeface="华文中宋" panose="02010600040101010101" pitchFamily="2" charset="-122"/>
                <a:ea typeface="华文中宋" panose="02010600040101010101" pitchFamily="2" charset="-122"/>
              </a:rPr>
              <a:t>团</a:t>
            </a:r>
            <a:r>
              <a:rPr kumimoji="0" lang="en-US" altLang="zh-CN" sz="2800" b="1" dirty="0">
                <a:solidFill>
                  <a:srgbClr val="FF0000"/>
                </a:solidFill>
                <a:latin typeface="华文中宋" panose="02010600040101010101" pitchFamily="2" charset="-122"/>
                <a:ea typeface="华文中宋" panose="02010600040101010101" pitchFamily="2" charset="-122"/>
              </a:rPr>
              <a:t>)</a:t>
            </a:r>
            <a:r>
              <a:rPr kumimoji="0" lang="zh-CN" altLang="en-US" sz="2800" b="1" dirty="0">
                <a:solidFill>
                  <a:srgbClr val="FF0000"/>
                </a:solidFill>
                <a:latin typeface="华文中宋" panose="02010600040101010101" pitchFamily="2" charset="-122"/>
                <a:ea typeface="华文中宋" panose="02010600040101010101" pitchFamily="2" charset="-122"/>
              </a:rPr>
              <a:t>，</a:t>
            </a:r>
            <a:r>
              <a:rPr kumimoji="0" lang="zh-CN" altLang="en-US" sz="2800" b="1" dirty="0">
                <a:latin typeface="华文中宋" panose="02010600040101010101" pitchFamily="2" charset="-122"/>
                <a:ea typeface="华文中宋" panose="02010600040101010101" pitchFamily="2" charset="-122"/>
              </a:rPr>
              <a:t>即判定是否存在</a:t>
            </a:r>
            <a:r>
              <a:rPr kumimoji="0" lang="en-US" altLang="zh-CN" sz="2800" b="1" dirty="0">
                <a:latin typeface="华文中宋" panose="02010600040101010101" pitchFamily="2" charset="-122"/>
                <a:ea typeface="华文中宋" panose="02010600040101010101" pitchFamily="2" charset="-122"/>
              </a:rPr>
              <a:t>V</a:t>
            </a:r>
            <a:r>
              <a:rPr kumimoji="0" lang="en-US" altLang="zh-CN" sz="2800" b="1" dirty="0">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V</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|V</a:t>
            </a:r>
            <a:r>
              <a:rPr kumimoji="0" lang="en-US" altLang="zh-CN" sz="2800" b="1" dirty="0">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，且对于所有的</a:t>
            </a:r>
            <a:r>
              <a:rPr kumimoji="0" lang="en-US" altLang="zh-CN" sz="2800" b="1" dirty="0">
                <a:latin typeface="华文中宋" panose="02010600040101010101" pitchFamily="2" charset="-122"/>
                <a:ea typeface="华文中宋" panose="02010600040101010101" pitchFamily="2" charset="-122"/>
              </a:rPr>
              <a:t>u</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err="1">
                <a:latin typeface="华文中宋" panose="02010600040101010101" pitchFamily="2" charset="-122"/>
                <a:ea typeface="华文中宋" panose="02010600040101010101" pitchFamily="2" charset="-122"/>
              </a:rPr>
              <a:t>v∈V</a:t>
            </a:r>
            <a:r>
              <a:rPr kumimoji="0" lang="en-US" altLang="zh-CN" sz="2800" b="1" dirty="0">
                <a:ea typeface="华文中宋" panose="02010600040101010101" pitchFamily="2" charset="-122"/>
              </a:rPr>
              <a:t>’</a:t>
            </a:r>
            <a:r>
              <a:rPr kumimoji="0" lang="zh-CN" altLang="en-US" sz="2800" b="1" dirty="0">
                <a:latin typeface="华文中宋" panose="02010600040101010101" pitchFamily="2" charset="-122"/>
                <a:ea typeface="华文中宋" panose="02010600040101010101" pitchFamily="2" charset="-122"/>
              </a:rPr>
              <a:t>，有</a:t>
            </a:r>
            <a:r>
              <a:rPr kumimoji="0" lang="en-US" altLang="zh-CN" sz="2800" b="1" dirty="0">
                <a:latin typeface="华文中宋" panose="02010600040101010101" pitchFamily="2" charset="-122"/>
                <a:ea typeface="华文中宋" panose="02010600040101010101" pitchFamily="2" charset="-122"/>
              </a:rPr>
              <a:t>(u</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v)∈E</a:t>
            </a:r>
            <a:r>
              <a:rPr kumimoji="0" lang="zh-CN" altLang="en-US" sz="2800" b="1" dirty="0">
                <a:latin typeface="华文中宋" panose="02010600040101010101" pitchFamily="2" charset="-122"/>
                <a:ea typeface="华文中宋" panose="02010600040101010101" pitchFamily="2" charset="-122"/>
              </a:rPr>
              <a:t>。</a:t>
            </a:r>
          </a:p>
        </p:txBody>
      </p:sp>
      <p:sp>
        <p:nvSpPr>
          <p:cNvPr id="52228" name="Rectangle 4">
            <a:extLst>
              <a:ext uri="{FF2B5EF4-FFF2-40B4-BE49-F238E27FC236}">
                <a16:creationId xmlns:a16="http://schemas.microsoft.com/office/drawing/2014/main" id="{353CF33C-61C1-47D6-9271-AA7749BFD4C2}"/>
              </a:ext>
            </a:extLst>
          </p:cNvPr>
          <p:cNvSpPr>
            <a:spLocks noChangeArrowheads="1"/>
          </p:cNvSpPr>
          <p:nvPr/>
        </p:nvSpPr>
        <p:spPr bwMode="auto">
          <a:xfrm>
            <a:off x="457200" y="3581400"/>
            <a:ext cx="83820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0000"/>
              </a:spcBef>
              <a:buFontTx/>
              <a:buChar char="•"/>
            </a:pPr>
            <a:r>
              <a:rPr kumimoji="0" lang="zh-CN" altLang="en-US" sz="2800" b="1" dirty="0">
                <a:solidFill>
                  <a:srgbClr val="FF0000"/>
                </a:solidFill>
                <a:latin typeface="华文中宋" panose="02010600040101010101" pitchFamily="2" charset="-122"/>
                <a:ea typeface="华文中宋" panose="02010600040101010101" pitchFamily="2" charset="-122"/>
              </a:rPr>
              <a:t>输入的表示：</a:t>
            </a:r>
            <a:r>
              <a:rPr kumimoji="0" lang="zh-CN" altLang="en-US" sz="2800" b="1" dirty="0">
                <a:latin typeface="华文中宋" panose="02010600040101010101" pitchFamily="2" charset="-122"/>
                <a:ea typeface="华文中宋" panose="02010600040101010101" pitchFamily="2" charset="-122"/>
              </a:rPr>
              <a:t>用邻接矩阵表示图</a:t>
            </a:r>
            <a:r>
              <a:rPr kumimoji="0" lang="en-US" altLang="zh-CN" sz="2800" b="1" dirty="0">
                <a:latin typeface="华文中宋" panose="02010600040101010101" pitchFamily="2" charset="-122"/>
                <a:ea typeface="华文中宋" panose="02010600040101010101" pitchFamily="2" charset="-122"/>
              </a:rPr>
              <a:t>G</a:t>
            </a:r>
            <a:r>
              <a:rPr kumimoji="0" lang="zh-CN" altLang="en-US" sz="2800" b="1" dirty="0">
                <a:latin typeface="华文中宋" panose="02010600040101010101" pitchFamily="2" charset="-122"/>
                <a:ea typeface="华文中宋" panose="02010600040101010101" pitchFamily="2" charset="-122"/>
              </a:rPr>
              <a:t>，用二进制串表示整数</a:t>
            </a:r>
            <a:r>
              <a:rPr kumimoji="0" lang="en-US" altLang="zh-CN" sz="2800" b="1"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，则团问题的一个实例可用长度为</a:t>
            </a:r>
            <a:r>
              <a:rPr kumimoji="0" lang="en-US" altLang="zh-CN" sz="2800" b="1" dirty="0">
                <a:latin typeface="华文中宋" panose="02010600040101010101" pitchFamily="2" charset="-122"/>
                <a:ea typeface="华文中宋" panose="02010600040101010101" pitchFamily="2" charset="-122"/>
              </a:rPr>
              <a:t>n</a:t>
            </a:r>
            <a:r>
              <a:rPr kumimoji="0" lang="en-US" altLang="zh-CN" sz="2800" b="1" baseline="30000" dirty="0">
                <a:latin typeface="华文中宋" panose="02010600040101010101" pitchFamily="2" charset="-122"/>
                <a:ea typeface="华文中宋" panose="02010600040101010101" pitchFamily="2" charset="-122"/>
              </a:rPr>
              <a:t>2</a:t>
            </a:r>
            <a:r>
              <a:rPr kumimoji="0" lang="en-US" altLang="zh-CN" sz="2800" b="1" dirty="0">
                <a:latin typeface="华文中宋" panose="02010600040101010101" pitchFamily="2" charset="-122"/>
                <a:ea typeface="华文中宋" panose="02010600040101010101" pitchFamily="2" charset="-122"/>
              </a:rPr>
              <a:t>+(log k)+1</a:t>
            </a:r>
            <a:r>
              <a:rPr kumimoji="0" lang="zh-CN" altLang="en-US" sz="2800" b="1" dirty="0">
                <a:latin typeface="华文中宋" panose="02010600040101010101" pitchFamily="2" charset="-122"/>
                <a:ea typeface="华文中宋" panose="02010600040101010101" pitchFamily="2" charset="-122"/>
              </a:rPr>
              <a:t>的二进位串表示。</a:t>
            </a:r>
          </a:p>
          <a:p>
            <a:pPr eaLnBrk="1" hangingPunct="1">
              <a:lnSpc>
                <a:spcPct val="120000"/>
              </a:lnSpc>
              <a:spcBef>
                <a:spcPct val="20000"/>
              </a:spcBef>
              <a:buFontTx/>
              <a:buChar char="•"/>
            </a:pPr>
            <a:r>
              <a:rPr kumimoji="0" lang="zh-CN" altLang="en-US" sz="2800" b="1" dirty="0">
                <a:latin typeface="华文中宋" panose="02010600040101010101" pitchFamily="2" charset="-122"/>
                <a:ea typeface="华文中宋" panose="02010600040101010101" pitchFamily="2" charset="-122"/>
              </a:rPr>
              <a:t>邻接矩阵中的元素是</a:t>
            </a:r>
            <a:r>
              <a:rPr kumimoji="0" lang="en-US" altLang="zh-CN" sz="2800" b="1" dirty="0">
                <a:latin typeface="华文中宋" panose="02010600040101010101" pitchFamily="2" charset="-122"/>
                <a:ea typeface="华文中宋" panose="02010600040101010101" pitchFamily="2" charset="-122"/>
              </a:rPr>
              <a:t>0</a:t>
            </a:r>
            <a:r>
              <a:rPr kumimoji="0" lang="zh-CN" altLang="en-US" sz="2800" b="1" dirty="0">
                <a:latin typeface="华文中宋" panose="02010600040101010101" pitchFamily="2" charset="-122"/>
                <a:ea typeface="华文中宋" panose="02010600040101010101" pitchFamily="2" charset="-122"/>
              </a:rPr>
              <a:t>或</a:t>
            </a:r>
            <a:r>
              <a:rPr kumimoji="0" lang="en-US" altLang="zh-CN" sz="2800" b="1" dirty="0">
                <a:latin typeface="华文中宋" panose="02010600040101010101" pitchFamily="2" charset="-122"/>
                <a:ea typeface="华文中宋" panose="02010600040101010101" pitchFamily="2" charset="-122"/>
              </a:rPr>
              <a:t>1</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2" name="Rectangle 2">
            <a:extLst>
              <a:ext uri="{FF2B5EF4-FFF2-40B4-BE49-F238E27FC236}">
                <a16:creationId xmlns:a16="http://schemas.microsoft.com/office/drawing/2014/main" id="{D3BA540E-9976-43C9-B7E7-C63024A9912C}"/>
              </a:ext>
            </a:extLst>
          </p:cNvPr>
          <p:cNvSpPr>
            <a:spLocks noGrp="1" noChangeArrowheads="1"/>
          </p:cNvSpPr>
          <p:nvPr>
            <p:ph type="title"/>
          </p:nvPr>
        </p:nvSpPr>
        <p:spPr bwMode="auto">
          <a:xfrm>
            <a:off x="685800" y="4572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zh-CN" altLang="en-US" sz="3600" b="1" dirty="0">
                <a:solidFill>
                  <a:schemeClr val="tx1"/>
                </a:solidFill>
                <a:latin typeface="华文中宋" panose="02010600040101010101" pitchFamily="2" charset="-122"/>
                <a:ea typeface="华文中宋" panose="02010600040101010101" pitchFamily="2" charset="-122"/>
              </a:rPr>
              <a:t>非确定性的图灵机</a:t>
            </a:r>
            <a:r>
              <a:rPr kumimoji="0" lang="en-US" altLang="zh-CN" sz="3600" b="1" dirty="0">
                <a:solidFill>
                  <a:schemeClr val="tx1"/>
                </a:solidFill>
                <a:latin typeface="华文中宋" panose="02010600040101010101" pitchFamily="2" charset="-122"/>
                <a:ea typeface="华文中宋" panose="02010600040101010101" pitchFamily="2" charset="-122"/>
              </a:rPr>
              <a:t>NDTM</a:t>
            </a:r>
            <a:r>
              <a:rPr kumimoji="0" lang="zh-CN" altLang="en-US" sz="3600" b="1" dirty="0">
                <a:solidFill>
                  <a:schemeClr val="tx1"/>
                </a:solidFill>
                <a:latin typeface="华文中宋" panose="02010600040101010101" pitchFamily="2" charset="-122"/>
                <a:ea typeface="华文中宋" panose="02010600040101010101" pitchFamily="2" charset="-122"/>
              </a:rPr>
              <a:t>的实现</a:t>
            </a:r>
          </a:p>
        </p:txBody>
      </p:sp>
      <p:sp>
        <p:nvSpPr>
          <p:cNvPr id="2053" name="Rectangle 3">
            <a:extLst>
              <a:ext uri="{FF2B5EF4-FFF2-40B4-BE49-F238E27FC236}">
                <a16:creationId xmlns:a16="http://schemas.microsoft.com/office/drawing/2014/main" id="{75D90A2E-728D-4752-96EE-C622212A777A}"/>
              </a:ext>
            </a:extLst>
          </p:cNvPr>
          <p:cNvSpPr>
            <a:spLocks noGrp="1" noChangeArrowheads="1"/>
          </p:cNvSpPr>
          <p:nvPr>
            <p:ph type="body" idx="1"/>
          </p:nvPr>
        </p:nvSpPr>
        <p:spPr bwMode="auto">
          <a:xfrm>
            <a:off x="457200" y="2971800"/>
            <a:ext cx="8291513" cy="32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lnSpc>
                <a:spcPct val="140000"/>
              </a:lnSpc>
            </a:pPr>
            <a:r>
              <a:rPr lang="zh-CN" altLang="en-US" sz="2800" b="1" dirty="0">
                <a:solidFill>
                  <a:srgbClr val="0000CC"/>
                </a:solidFill>
              </a:rPr>
              <a:t>猜测路径（或解、点集）：</a:t>
            </a:r>
            <a:r>
              <a:rPr kumimoji="0" lang="zh-CN" altLang="en-US" sz="2800" b="1" dirty="0">
                <a:latin typeface="华文中宋" panose="02010600040101010101" pitchFamily="2" charset="-122"/>
                <a:ea typeface="华文中宋" panose="02010600040101010101" pitchFamily="2" charset="-122"/>
              </a:rPr>
              <a:t>用非确定性选择指令选出包含</a:t>
            </a:r>
            <a:r>
              <a:rPr kumimoji="0" lang="en-US" altLang="zh-CN" sz="2800" b="1"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个顶点的候选顶点子集</a:t>
            </a:r>
            <a:r>
              <a:rPr kumimoji="0" lang="en-US" altLang="zh-CN" sz="2800" b="1" dirty="0">
                <a:latin typeface="华文中宋" panose="02010600040101010101" pitchFamily="2" charset="-122"/>
                <a:ea typeface="华文中宋" panose="02010600040101010101" pitchFamily="2" charset="-122"/>
              </a:rPr>
              <a:t>V</a:t>
            </a:r>
            <a:r>
              <a:rPr kumimoji="0" lang="en-US" altLang="zh-CN" sz="2800" b="1" dirty="0">
                <a:ea typeface="华文中宋" panose="02010600040101010101" pitchFamily="2" charset="-122"/>
              </a:rPr>
              <a:t>’</a:t>
            </a:r>
            <a:r>
              <a:rPr kumimoji="0" lang="zh-CN" altLang="en-US" sz="2800" b="1" dirty="0">
                <a:latin typeface="华文中宋" panose="02010600040101010101" pitchFamily="2" charset="-122"/>
                <a:ea typeface="华文中宋" panose="02010600040101010101" pitchFamily="2" charset="-122"/>
              </a:rPr>
              <a:t>，用时间</a:t>
            </a:r>
            <a:r>
              <a:rPr kumimoji="0" lang="en-US" altLang="zh-CN" sz="2800" b="1" dirty="0">
                <a:latin typeface="华文中宋" panose="02010600040101010101" pitchFamily="2" charset="-122"/>
                <a:ea typeface="华文中宋" panose="02010600040101010101" pitchFamily="2" charset="-122"/>
              </a:rPr>
              <a:t>O(n)</a:t>
            </a:r>
            <a:endParaRPr lang="en-US" altLang="zh-CN" sz="2800" b="1" dirty="0">
              <a:solidFill>
                <a:srgbClr val="0000CC"/>
              </a:solidFill>
            </a:endParaRPr>
          </a:p>
          <a:p>
            <a:pPr eaLnBrk="1" hangingPunct="1">
              <a:lnSpc>
                <a:spcPct val="140000"/>
              </a:lnSpc>
            </a:pPr>
            <a:r>
              <a:rPr lang="zh-CN" altLang="en-US" sz="2800" b="1" dirty="0">
                <a:solidFill>
                  <a:srgbClr val="0000CC"/>
                </a:solidFill>
              </a:rPr>
              <a:t>验证路径或解：</a:t>
            </a:r>
            <a:r>
              <a:rPr kumimoji="0" lang="zh-CN" altLang="en-US" sz="2800" b="1" dirty="0">
                <a:latin typeface="华文中宋" panose="02010600040101010101" pitchFamily="2" charset="-122"/>
                <a:ea typeface="华文中宋" panose="02010600040101010101" pitchFamily="2" charset="-122"/>
              </a:rPr>
              <a:t>确定性地检查该子集</a:t>
            </a:r>
            <a:r>
              <a:rPr kumimoji="0" lang="en-US" altLang="zh-CN" sz="2800" b="1" dirty="0">
                <a:latin typeface="华文中宋" panose="02010600040101010101" pitchFamily="2" charset="-122"/>
                <a:ea typeface="华文中宋" panose="02010600040101010101" pitchFamily="2" charset="-122"/>
              </a:rPr>
              <a:t>V</a:t>
            </a:r>
            <a:r>
              <a:rPr kumimoji="0" lang="en-US" altLang="zh-CN" sz="2800" b="1" dirty="0">
                <a:ea typeface="华文中宋" panose="02010600040101010101" pitchFamily="2" charset="-122"/>
              </a:rPr>
              <a:t>’</a:t>
            </a:r>
            <a:r>
              <a:rPr kumimoji="0" lang="zh-CN" altLang="en-US" sz="2800" b="1" dirty="0">
                <a:latin typeface="华文中宋" panose="02010600040101010101" pitchFamily="2" charset="-122"/>
                <a:ea typeface="华文中宋" panose="02010600040101010101" pitchFamily="2" charset="-122"/>
              </a:rPr>
              <a:t>是否是团问题的一个解。若</a:t>
            </a:r>
            <a:r>
              <a:rPr kumimoji="0" lang="en-US" altLang="zh-CN" sz="2800" b="1" dirty="0">
                <a:latin typeface="华文中宋" panose="02010600040101010101" pitchFamily="2" charset="-122"/>
                <a:ea typeface="华文中宋" panose="02010600040101010101" pitchFamily="2" charset="-122"/>
              </a:rPr>
              <a:t>V</a:t>
            </a:r>
            <a:r>
              <a:rPr kumimoji="0" lang="en-US" altLang="zh-CN" sz="2800" b="1" dirty="0">
                <a:ea typeface="华文中宋" panose="02010600040101010101" pitchFamily="2" charset="-122"/>
              </a:rPr>
              <a:t>’</a:t>
            </a:r>
            <a:r>
              <a:rPr kumimoji="0" lang="zh-CN" altLang="en-US" sz="2800" b="1" dirty="0">
                <a:latin typeface="华文中宋" panose="02010600040101010101" pitchFamily="2" charset="-122"/>
                <a:ea typeface="华文中宋" panose="02010600040101010101" pitchFamily="2" charset="-122"/>
              </a:rPr>
              <a:t>是一个团则接受输入，否则拒绝输入。这显然可以在</a:t>
            </a:r>
            <a:r>
              <a:rPr kumimoji="0" lang="en-US" altLang="zh-CN" sz="2800" b="1" dirty="0">
                <a:latin typeface="华文中宋" panose="02010600040101010101" pitchFamily="2" charset="-122"/>
                <a:ea typeface="华文中宋" panose="02010600040101010101" pitchFamily="2" charset="-122"/>
              </a:rPr>
              <a:t>O(n</a:t>
            </a:r>
            <a:r>
              <a:rPr kumimoji="0" lang="en-US" altLang="zh-CN" sz="2800" b="1" baseline="30000" dirty="0">
                <a:latin typeface="华文中宋" panose="02010600040101010101" pitchFamily="2" charset="-122"/>
                <a:ea typeface="华文中宋" panose="02010600040101010101" pitchFamily="2" charset="-122"/>
              </a:rPr>
              <a:t>4</a:t>
            </a:r>
            <a:r>
              <a:rPr kumimoji="0" lang="en-US" altLang="zh-CN" sz="2800" b="1" dirty="0">
                <a:latin typeface="华文中宋" panose="02010600040101010101" pitchFamily="2" charset="-122"/>
                <a:ea typeface="华文中宋" panose="02010600040101010101" pitchFamily="2" charset="-122"/>
              </a:rPr>
              <a:t>)</a:t>
            </a:r>
            <a:r>
              <a:rPr kumimoji="0" lang="zh-CN" altLang="en-US" sz="2800" b="1" dirty="0">
                <a:latin typeface="华文中宋" panose="02010600040101010101" pitchFamily="2" charset="-122"/>
                <a:ea typeface="华文中宋" panose="02010600040101010101" pitchFamily="2" charset="-122"/>
              </a:rPr>
              <a:t>时间内完成。</a:t>
            </a:r>
          </a:p>
        </p:txBody>
      </p:sp>
      <p:grpSp>
        <p:nvGrpSpPr>
          <p:cNvPr id="2054" name="Group 4">
            <a:extLst>
              <a:ext uri="{FF2B5EF4-FFF2-40B4-BE49-F238E27FC236}">
                <a16:creationId xmlns:a16="http://schemas.microsoft.com/office/drawing/2014/main" id="{783812AA-4E2C-48B2-B954-47533CC6AB24}"/>
              </a:ext>
            </a:extLst>
          </p:cNvPr>
          <p:cNvGrpSpPr>
            <a:grpSpLocks/>
          </p:cNvGrpSpPr>
          <p:nvPr/>
        </p:nvGrpSpPr>
        <p:grpSpPr bwMode="auto">
          <a:xfrm>
            <a:off x="685800" y="1274763"/>
            <a:ext cx="8077200" cy="1800225"/>
            <a:chOff x="432" y="803"/>
            <a:chExt cx="5088" cy="1134"/>
          </a:xfrm>
        </p:grpSpPr>
        <p:sp>
          <p:nvSpPr>
            <p:cNvPr id="2055" name="Text Box 5">
              <a:extLst>
                <a:ext uri="{FF2B5EF4-FFF2-40B4-BE49-F238E27FC236}">
                  <a16:creationId xmlns:a16="http://schemas.microsoft.com/office/drawing/2014/main" id="{5A7ED77D-A32B-4F0A-A6F8-28BC9A261ECB}"/>
                </a:ext>
              </a:extLst>
            </p:cNvPr>
            <p:cNvSpPr txBox="1">
              <a:spLocks noChangeArrowheads="1"/>
            </p:cNvSpPr>
            <p:nvPr/>
          </p:nvSpPr>
          <p:spPr bwMode="auto">
            <a:xfrm>
              <a:off x="432" y="803"/>
              <a:ext cx="5088"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kumimoji="0" lang="zh-CN" altLang="en-US" sz="2800" b="1" dirty="0">
                  <a:solidFill>
                    <a:srgbClr val="0000CC"/>
                  </a:solidFill>
                  <a:latin typeface="华文中宋" panose="02010600040101010101" pitchFamily="2" charset="-122"/>
                  <a:ea typeface="华文中宋" panose="02010600040101010101" pitchFamily="2" charset="-122"/>
                </a:rPr>
                <a:t>初始化：</a:t>
              </a:r>
              <a:r>
                <a:rPr kumimoji="0" lang="zh-CN" altLang="en-US" sz="2800" b="1" dirty="0">
                  <a:latin typeface="华文中宋" panose="02010600040101010101" pitchFamily="2" charset="-122"/>
                  <a:ea typeface="华文中宋" panose="02010600040101010101" pitchFamily="2" charset="-122"/>
                </a:rPr>
                <a:t>算法的第一阶段将输入串</a:t>
              </a:r>
              <a:r>
                <a:rPr kumimoji="0" lang="en-US" altLang="zh-CN" sz="2800" b="1" dirty="0" err="1">
                  <a:latin typeface="华文中宋" panose="02010600040101010101" pitchFamily="2" charset="-122"/>
                  <a:ea typeface="华文中宋" panose="02010600040101010101" pitchFamily="2" charset="-122"/>
                </a:rPr>
                <a:t>w#v</a:t>
              </a:r>
              <a:r>
                <a:rPr kumimoji="0" lang="zh-CN" altLang="en-US" sz="2800" b="1" dirty="0">
                  <a:latin typeface="华文中宋" panose="02010600040101010101" pitchFamily="2" charset="-122"/>
                  <a:ea typeface="华文中宋" panose="02010600040101010101" pitchFamily="2" charset="-122"/>
                </a:rPr>
                <a:t>分解，并计算出</a:t>
              </a:r>
              <a:r>
                <a:rPr kumimoji="0" lang="en-US" altLang="zh-CN" sz="2800" b="1" dirty="0">
                  <a:latin typeface="华文中宋" panose="02010600040101010101" pitchFamily="2" charset="-122"/>
                  <a:ea typeface="华文中宋" panose="02010600040101010101" pitchFamily="2" charset="-122"/>
                </a:rPr>
                <a:t>n=      </a:t>
              </a:r>
              <a:r>
                <a:rPr kumimoji="0" lang="zh-CN" altLang="en-US" sz="2800" b="1" dirty="0">
                  <a:latin typeface="华文中宋" panose="02010600040101010101" pitchFamily="2" charset="-122"/>
                  <a:ea typeface="华文中宋" panose="02010600040101010101" pitchFamily="2" charset="-122"/>
                </a:rPr>
                <a:t>，以及用</a:t>
              </a:r>
              <a:r>
                <a:rPr kumimoji="0" lang="en-US" altLang="zh-CN" sz="2800" b="1" dirty="0">
                  <a:latin typeface="华文中宋" panose="02010600040101010101" pitchFamily="2" charset="-122"/>
                  <a:ea typeface="华文中宋" panose="02010600040101010101" pitchFamily="2" charset="-122"/>
                </a:rPr>
                <a:t>v</a:t>
              </a:r>
              <a:r>
                <a:rPr kumimoji="0" lang="zh-CN" altLang="en-US" sz="2800" b="1" dirty="0">
                  <a:latin typeface="华文中宋" panose="02010600040101010101" pitchFamily="2" charset="-122"/>
                  <a:ea typeface="华文中宋" panose="02010600040101010101" pitchFamily="2" charset="-122"/>
                </a:rPr>
                <a:t>表示的整数</a:t>
              </a:r>
              <a:r>
                <a:rPr kumimoji="0" lang="en-US" altLang="zh-CN" sz="2800" b="1" dirty="0">
                  <a:latin typeface="华文中宋" panose="02010600040101010101" pitchFamily="2" charset="-122"/>
                  <a:ea typeface="华文中宋" panose="02010600040101010101" pitchFamily="2" charset="-122"/>
                </a:rPr>
                <a:t>k</a:t>
              </a:r>
              <a:r>
                <a:rPr kumimoji="0" lang="zh-CN" altLang="en-US" sz="2800" b="1" dirty="0">
                  <a:latin typeface="华文中宋" panose="02010600040101010101" pitchFamily="2" charset="-122"/>
                  <a:ea typeface="华文中宋" panose="02010600040101010101" pitchFamily="2" charset="-122"/>
                </a:rPr>
                <a:t>。若输入不具有形式</a:t>
              </a:r>
              <a:r>
                <a:rPr kumimoji="0" lang="en-US" altLang="zh-CN" sz="2800" b="1" dirty="0" err="1">
                  <a:latin typeface="华文中宋" panose="02010600040101010101" pitchFamily="2" charset="-122"/>
                  <a:ea typeface="华文中宋" panose="02010600040101010101" pitchFamily="2" charset="-122"/>
                </a:rPr>
                <a:t>w#v</a:t>
              </a:r>
              <a:r>
                <a:rPr kumimoji="0" lang="zh-CN" altLang="en-US" sz="2800" b="1" dirty="0">
                  <a:latin typeface="华文中宋" panose="02010600040101010101" pitchFamily="2" charset="-122"/>
                  <a:ea typeface="华文中宋" panose="02010600040101010101" pitchFamily="2" charset="-122"/>
                </a:rPr>
                <a:t>或</a:t>
              </a:r>
              <a:r>
                <a:rPr kumimoji="0" lang="en-US" altLang="zh-CN" sz="2800" b="1" dirty="0">
                  <a:latin typeface="华文中宋" panose="02010600040101010101" pitchFamily="2" charset="-122"/>
                  <a:ea typeface="华文中宋" panose="02010600040101010101" pitchFamily="2" charset="-122"/>
                </a:rPr>
                <a:t>|w|</a:t>
              </a:r>
              <a:r>
                <a:rPr kumimoji="0" lang="zh-CN" altLang="en-US" sz="2800" b="1" dirty="0">
                  <a:latin typeface="华文中宋" panose="02010600040101010101" pitchFamily="2" charset="-122"/>
                  <a:ea typeface="华文中宋" panose="02010600040101010101" pitchFamily="2" charset="-122"/>
                </a:rPr>
                <a:t>不是一个平方数就拒绝该输入。显而易见，第一阶段可在     时间内完成。</a:t>
              </a:r>
            </a:p>
          </p:txBody>
        </p:sp>
        <p:graphicFrame>
          <p:nvGraphicFramePr>
            <p:cNvPr id="2050" name="Object 0">
              <a:extLst>
                <a:ext uri="{FF2B5EF4-FFF2-40B4-BE49-F238E27FC236}">
                  <a16:creationId xmlns:a16="http://schemas.microsoft.com/office/drawing/2014/main" id="{2185ECC6-1A9A-4768-A00E-BC3721EECE9D}"/>
                </a:ext>
              </a:extLst>
            </p:cNvPr>
            <p:cNvGraphicFramePr>
              <a:graphicFrameLocks noChangeAspect="1"/>
            </p:cNvGraphicFramePr>
            <p:nvPr>
              <p:extLst>
                <p:ext uri="{D42A27DB-BD31-4B8C-83A1-F6EECF244321}">
                  <p14:modId xmlns:p14="http://schemas.microsoft.com/office/powerpoint/2010/main" val="2380472533"/>
                </p:ext>
              </p:extLst>
            </p:nvPr>
          </p:nvGraphicFramePr>
          <p:xfrm>
            <a:off x="1383" y="1091"/>
            <a:ext cx="543" cy="300"/>
          </p:xfrm>
          <a:graphic>
            <a:graphicData uri="http://schemas.openxmlformats.org/presentationml/2006/ole">
              <mc:AlternateContent xmlns:mc="http://schemas.openxmlformats.org/markup-compatibility/2006">
                <mc:Choice xmlns:v="urn:schemas-microsoft-com:vml" Requires="v">
                  <p:oleObj r:id="rId2" imgW="368140" imgH="253890" progId="Equation.3">
                    <p:embed/>
                  </p:oleObj>
                </mc:Choice>
                <mc:Fallback>
                  <p:oleObj r:id="rId2" imgW="368140" imgH="253890" progId="Equation.3">
                    <p:embed/>
                    <p:pic>
                      <p:nvPicPr>
                        <p:cNvPr id="0" name="Object 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3" y="1091"/>
                          <a:ext cx="543" cy="300"/>
                        </a:xfrm>
                        <a:prstGeom prst="rect">
                          <a:avLst/>
                        </a:prstGeom>
                        <a:noFill/>
                      </p:spPr>
                    </p:pic>
                  </p:oleObj>
                </mc:Fallback>
              </mc:AlternateContent>
            </a:graphicData>
          </a:graphic>
        </p:graphicFrame>
        <p:graphicFrame>
          <p:nvGraphicFramePr>
            <p:cNvPr id="2051" name="Object 1">
              <a:extLst>
                <a:ext uri="{FF2B5EF4-FFF2-40B4-BE49-F238E27FC236}">
                  <a16:creationId xmlns:a16="http://schemas.microsoft.com/office/drawing/2014/main" id="{23C7A5B1-E8CA-4A45-BE03-B3AF209495AD}"/>
                </a:ext>
              </a:extLst>
            </p:cNvPr>
            <p:cNvGraphicFramePr>
              <a:graphicFrameLocks noChangeAspect="1"/>
            </p:cNvGraphicFramePr>
            <p:nvPr/>
          </p:nvGraphicFramePr>
          <p:xfrm>
            <a:off x="2736" y="1639"/>
            <a:ext cx="528" cy="281"/>
          </p:xfrm>
          <a:graphic>
            <a:graphicData uri="http://schemas.openxmlformats.org/presentationml/2006/ole">
              <mc:AlternateContent xmlns:mc="http://schemas.openxmlformats.org/markup-compatibility/2006">
                <mc:Choice xmlns:v="urn:schemas-microsoft-com:vml" Requires="v">
                  <p:oleObj r:id="rId4" imgW="431613" imgH="228501" progId="Equation.3">
                    <p:embed/>
                  </p:oleObj>
                </mc:Choice>
                <mc:Fallback>
                  <p:oleObj r:id="rId4" imgW="431613" imgH="228501" progId="Equation.3">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36" y="1639"/>
                          <a:ext cx="528"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404A2AEC-584A-4203-BC06-C63818C1792B}"/>
              </a:ext>
            </a:extLst>
          </p:cNvPr>
          <p:cNvSpPr>
            <a:spLocks noGrp="1" noChangeArrowheads="1"/>
          </p:cNvSpPr>
          <p:nvPr>
            <p:ph type="title"/>
          </p:nvPr>
        </p:nvSpPr>
        <p:spPr bwMode="auto">
          <a:xfrm>
            <a:off x="685800" y="1752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b="1" dirty="0">
                <a:solidFill>
                  <a:srgbClr val="FF0000"/>
                </a:solidFill>
                <a:ea typeface="华文中宋" panose="02010600040101010101" pitchFamily="2" charset="-122"/>
              </a:rPr>
              <a:t>*</a:t>
            </a:r>
            <a:r>
              <a:rPr lang="en-US" altLang="zh-CN" b="1" dirty="0">
                <a:solidFill>
                  <a:srgbClr val="FF0000"/>
                </a:solidFill>
                <a:ea typeface="华文中宋" panose="02010600040101010101" pitchFamily="2" charset="-122"/>
              </a:rPr>
              <a:t>§</a:t>
            </a:r>
            <a:r>
              <a:rPr lang="en-US" altLang="zh-CN" b="1" dirty="0">
                <a:solidFill>
                  <a:srgbClr val="FF0000"/>
                </a:solidFill>
              </a:rPr>
              <a:t>3	  </a:t>
            </a:r>
            <a:r>
              <a:rPr lang="en-US" altLang="zh-CN" b="1" dirty="0">
                <a:solidFill>
                  <a:srgbClr val="FF0000"/>
                </a:solidFill>
                <a:ea typeface="华文中宋" panose="02010600040101010101" pitchFamily="2" charset="-122"/>
              </a:rPr>
              <a:t>NP</a:t>
            </a:r>
            <a:r>
              <a:rPr lang="zh-CN" altLang="en-US" b="1" dirty="0">
                <a:solidFill>
                  <a:srgbClr val="FF0000"/>
                </a:solidFill>
                <a:ea typeface="华文中宋" panose="02010600040101010101" pitchFamily="2" charset="-122"/>
              </a:rPr>
              <a:t>完全问题</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84" name="Rectangle 2">
            <a:extLst>
              <a:ext uri="{FF2B5EF4-FFF2-40B4-BE49-F238E27FC236}">
                <a16:creationId xmlns:a16="http://schemas.microsoft.com/office/drawing/2014/main" id="{DB7D694F-49A2-4103-852A-4FE63AFDD43F}"/>
              </a:ext>
            </a:extLst>
          </p:cNvPr>
          <p:cNvSpPr>
            <a:spLocks noGrp="1" noChangeArrowheads="1"/>
          </p:cNvSpPr>
          <p:nvPr>
            <p:ph type="title"/>
          </p:nvPr>
        </p:nvSpPr>
        <p:spPr bwMode="auto">
          <a:xfrm>
            <a:off x="685800" y="304800"/>
            <a:ext cx="7772400" cy="609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dirty="0">
                <a:latin typeface="华文中宋" panose="02010600040101010101" pitchFamily="2" charset="-122"/>
                <a:ea typeface="华文中宋" panose="02010600040101010101" pitchFamily="2" charset="-122"/>
              </a:rPr>
              <a:t>1</a:t>
            </a:r>
            <a:r>
              <a:rPr lang="zh-CN" altLang="en-US" sz="3600" dirty="0">
                <a:latin typeface="华文中宋" panose="02010600040101010101" pitchFamily="2" charset="-122"/>
                <a:ea typeface="华文中宋" panose="02010600040101010101" pitchFamily="2" charset="-122"/>
              </a:rPr>
              <a:t>、多项式时间变换定义</a:t>
            </a:r>
          </a:p>
        </p:txBody>
      </p:sp>
      <p:sp>
        <p:nvSpPr>
          <p:cNvPr id="217091" name="Rectangle 3">
            <a:extLst>
              <a:ext uri="{FF2B5EF4-FFF2-40B4-BE49-F238E27FC236}">
                <a16:creationId xmlns:a16="http://schemas.microsoft.com/office/drawing/2014/main" id="{BBCC7FF3-B45F-4709-9FDE-579BE545782D}"/>
              </a:ext>
            </a:extLst>
          </p:cNvPr>
          <p:cNvSpPr>
            <a:spLocks noGrp="1" noChangeArrowheads="1"/>
          </p:cNvSpPr>
          <p:nvPr>
            <p:ph type="body" idx="1"/>
          </p:nvPr>
        </p:nvSpPr>
        <p:spPr bwMode="auto">
          <a:xfrm>
            <a:off x="685800" y="1066800"/>
            <a:ext cx="7772400" cy="53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zh-CN" altLang="en-US" sz="2400" b="1" dirty="0">
                <a:solidFill>
                  <a:srgbClr val="FF0000"/>
                </a:solidFill>
                <a:latin typeface="华文中宋" panose="02010600040101010101" pitchFamily="2" charset="-122"/>
                <a:ea typeface="华文中宋" panose="02010600040101010101" pitchFamily="2" charset="-122"/>
              </a:rPr>
              <a:t>多项式时间变换定义</a:t>
            </a:r>
          </a:p>
          <a:p>
            <a:pPr eaLnBrk="1" hangingPunct="1"/>
            <a:endParaRPr lang="zh-CN" altLang="en-US" sz="2400" b="1" dirty="0">
              <a:solidFill>
                <a:srgbClr val="FF0000"/>
              </a:solidFill>
              <a:latin typeface="华文中宋" panose="02010600040101010101" pitchFamily="2" charset="-122"/>
              <a:ea typeface="华文中宋" panose="02010600040101010101" pitchFamily="2" charset="-122"/>
            </a:endParaRPr>
          </a:p>
          <a:p>
            <a:pPr eaLnBrk="1" hangingPunct="1"/>
            <a:endParaRPr lang="zh-CN" altLang="en-US" sz="2400" b="1" dirty="0">
              <a:solidFill>
                <a:srgbClr val="FF0000"/>
              </a:solidFill>
              <a:latin typeface="华文中宋" panose="02010600040101010101" pitchFamily="2" charset="-122"/>
              <a:ea typeface="华文中宋" panose="02010600040101010101" pitchFamily="2" charset="-122"/>
            </a:endParaRPr>
          </a:p>
          <a:p>
            <a:pPr eaLnBrk="1" hangingPunct="1"/>
            <a:endParaRPr lang="en-US" altLang="zh-CN" sz="2400" b="1" dirty="0">
              <a:solidFill>
                <a:srgbClr val="FF0000"/>
              </a:solidFill>
              <a:latin typeface="华文中宋" panose="02010600040101010101" pitchFamily="2" charset="-122"/>
              <a:ea typeface="华文中宋" panose="02010600040101010101" pitchFamily="2" charset="-122"/>
            </a:endParaRPr>
          </a:p>
        </p:txBody>
      </p:sp>
      <p:grpSp>
        <p:nvGrpSpPr>
          <p:cNvPr id="2" name="Group 4">
            <a:extLst>
              <a:ext uri="{FF2B5EF4-FFF2-40B4-BE49-F238E27FC236}">
                <a16:creationId xmlns:a16="http://schemas.microsoft.com/office/drawing/2014/main" id="{D8315770-7966-4E6F-A2A7-4623716ED32B}"/>
              </a:ext>
            </a:extLst>
          </p:cNvPr>
          <p:cNvGrpSpPr>
            <a:grpSpLocks/>
          </p:cNvGrpSpPr>
          <p:nvPr/>
        </p:nvGrpSpPr>
        <p:grpSpPr bwMode="auto">
          <a:xfrm>
            <a:off x="152400" y="1600201"/>
            <a:ext cx="8839200" cy="1570038"/>
            <a:chOff x="96" y="1200"/>
            <a:chExt cx="5568" cy="989"/>
          </a:xfrm>
        </p:grpSpPr>
        <p:sp>
          <p:nvSpPr>
            <p:cNvPr id="3095" name="Text Box 5">
              <a:extLst>
                <a:ext uri="{FF2B5EF4-FFF2-40B4-BE49-F238E27FC236}">
                  <a16:creationId xmlns:a16="http://schemas.microsoft.com/office/drawing/2014/main" id="{EA0B82B3-8BC2-41A8-B6BC-3C9ECBA4ACFC}"/>
                </a:ext>
              </a:extLst>
            </p:cNvPr>
            <p:cNvSpPr txBox="1">
              <a:spLocks noChangeArrowheads="1"/>
            </p:cNvSpPr>
            <p:nvPr/>
          </p:nvSpPr>
          <p:spPr bwMode="auto">
            <a:xfrm>
              <a:off x="96" y="1200"/>
              <a:ext cx="5568"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dirty="0">
                  <a:latin typeface="华文中宋" panose="02010600040101010101" pitchFamily="2" charset="-122"/>
                  <a:ea typeface="华文中宋" panose="02010600040101010101" pitchFamily="2" charset="-122"/>
                </a:rPr>
                <a:t>    </a:t>
              </a:r>
              <a:r>
                <a:rPr kumimoji="0" lang="zh-CN" altLang="en-US" b="1" dirty="0">
                  <a:latin typeface="华文中宋" panose="02010600040101010101" pitchFamily="2" charset="-122"/>
                  <a:ea typeface="华文中宋" panose="02010600040101010101" pitchFamily="2" charset="-122"/>
                </a:rPr>
                <a:t>设             ，          是</a:t>
              </a:r>
              <a:r>
                <a:rPr kumimoji="0" lang="en-US" altLang="zh-CN" b="1" dirty="0">
                  <a:latin typeface="华文中宋" panose="02010600040101010101" pitchFamily="2" charset="-122"/>
                  <a:ea typeface="华文中宋" panose="02010600040101010101" pitchFamily="2" charset="-122"/>
                </a:rPr>
                <a:t>2</a:t>
              </a:r>
              <a:r>
                <a:rPr kumimoji="0" lang="zh-CN" altLang="en-US" b="1" dirty="0">
                  <a:latin typeface="华文中宋" panose="02010600040101010101" pitchFamily="2" charset="-122"/>
                  <a:ea typeface="华文中宋" panose="02010600040101010101" pitchFamily="2" charset="-122"/>
                </a:rPr>
                <a:t>个语言。所谓语言  能在多项式时间内变换为语言   </a:t>
              </a:r>
              <a:r>
                <a:rPr kumimoji="0" lang="en-US" altLang="zh-CN" b="1" dirty="0">
                  <a:latin typeface="华文中宋" panose="02010600040101010101" pitchFamily="2" charset="-122"/>
                  <a:ea typeface="华文中宋" panose="02010600040101010101" pitchFamily="2" charset="-122"/>
                </a:rPr>
                <a:t>(</a:t>
              </a:r>
              <a:r>
                <a:rPr kumimoji="0" lang="zh-CN" altLang="en-US" b="1" dirty="0">
                  <a:latin typeface="华文中宋" panose="02010600040101010101" pitchFamily="2" charset="-122"/>
                  <a:ea typeface="华文中宋" panose="02010600040101010101" pitchFamily="2" charset="-122"/>
                </a:rPr>
                <a:t>简记为  ∝</a:t>
              </a:r>
              <a:r>
                <a:rPr kumimoji="0" lang="en-US" altLang="zh-CN" b="1" baseline="-30000" dirty="0">
                  <a:latin typeface="华文中宋" panose="02010600040101010101" pitchFamily="2" charset="-122"/>
                  <a:ea typeface="华文中宋" panose="02010600040101010101" pitchFamily="2" charset="-122"/>
                </a:rPr>
                <a:t>p    </a:t>
              </a:r>
              <a:r>
                <a:rPr kumimoji="0" lang="en-US" altLang="zh-CN" b="1" dirty="0">
                  <a:latin typeface="华文中宋" panose="02010600040101010101" pitchFamily="2" charset="-122"/>
                  <a:ea typeface="华文中宋" panose="02010600040101010101" pitchFamily="2" charset="-122"/>
                </a:rPr>
                <a:t>)</a:t>
              </a:r>
              <a:r>
                <a:rPr kumimoji="0" lang="zh-CN" altLang="en-US" b="1" dirty="0">
                  <a:latin typeface="华文中宋" panose="02010600040101010101" pitchFamily="2" charset="-122"/>
                  <a:ea typeface="华文中宋" panose="02010600040101010101" pitchFamily="2" charset="-122"/>
                </a:rPr>
                <a:t>是指存在映身</a:t>
              </a:r>
              <a:r>
                <a:rPr kumimoji="0" lang="en-US" altLang="zh-CN" b="1" dirty="0">
                  <a:latin typeface="华文中宋" panose="02010600040101010101" pitchFamily="2" charset="-122"/>
                  <a:ea typeface="华文中宋" panose="02010600040101010101" pitchFamily="2" charset="-122"/>
                </a:rPr>
                <a:t>f:           </a:t>
              </a:r>
              <a:r>
                <a:rPr kumimoji="0" lang="zh-CN" altLang="en-US" b="1" dirty="0">
                  <a:latin typeface="华文中宋" panose="02010600040101010101" pitchFamily="2" charset="-122"/>
                  <a:ea typeface="华文中宋" panose="02010600040101010101" pitchFamily="2" charset="-122"/>
                </a:rPr>
                <a:t>，且</a:t>
              </a:r>
              <a:r>
                <a:rPr kumimoji="0" lang="en-US" altLang="zh-CN" b="1" dirty="0">
                  <a:latin typeface="华文中宋" panose="02010600040101010101" pitchFamily="2" charset="-122"/>
                  <a:ea typeface="华文中宋" panose="02010600040101010101" pitchFamily="2" charset="-122"/>
                </a:rPr>
                <a:t>f</a:t>
              </a:r>
              <a:r>
                <a:rPr kumimoji="0" lang="zh-CN" altLang="en-US" b="1" dirty="0">
                  <a:latin typeface="华文中宋" panose="02010600040101010101" pitchFamily="2" charset="-122"/>
                  <a:ea typeface="华文中宋" panose="02010600040101010101" pitchFamily="2" charset="-122"/>
                </a:rPr>
                <a:t>满足： </a:t>
              </a:r>
            </a:p>
            <a:p>
              <a:pPr eaLnBrk="1" hangingPunct="1"/>
              <a:r>
                <a:rPr kumimoji="0" lang="zh-CN" altLang="en-US" b="1" dirty="0">
                  <a:latin typeface="华文中宋" panose="02010600040101010101" pitchFamily="2" charset="-122"/>
                  <a:ea typeface="华文中宋" panose="02010600040101010101" pitchFamily="2" charset="-122"/>
                </a:rPr>
                <a:t>    </a:t>
              </a:r>
              <a:r>
                <a:rPr kumimoji="0" lang="en-US" altLang="zh-CN" b="1" dirty="0">
                  <a:latin typeface="华文中宋" panose="02010600040101010101" pitchFamily="2" charset="-122"/>
                  <a:ea typeface="华文中宋" panose="02010600040101010101" pitchFamily="2" charset="-122"/>
                </a:rPr>
                <a:t>(1)</a:t>
              </a:r>
              <a:r>
                <a:rPr kumimoji="0" lang="zh-CN" altLang="en-US" b="1" dirty="0">
                  <a:solidFill>
                    <a:srgbClr val="FF0000"/>
                  </a:solidFill>
                  <a:latin typeface="华文中宋" panose="02010600040101010101" pitchFamily="2" charset="-122"/>
                  <a:ea typeface="华文中宋" panose="02010600040101010101" pitchFamily="2" charset="-122"/>
                </a:rPr>
                <a:t>有一个计算</a:t>
              </a:r>
              <a:r>
                <a:rPr kumimoji="0" lang="en-US" altLang="zh-CN" b="1" dirty="0">
                  <a:solidFill>
                    <a:srgbClr val="FF0000"/>
                  </a:solidFill>
                  <a:latin typeface="华文中宋" panose="02010600040101010101" pitchFamily="2" charset="-122"/>
                  <a:ea typeface="华文中宋" panose="02010600040101010101" pitchFamily="2" charset="-122"/>
                </a:rPr>
                <a:t>f</a:t>
              </a:r>
              <a:r>
                <a:rPr kumimoji="0" lang="zh-CN" altLang="en-US" b="1" dirty="0">
                  <a:solidFill>
                    <a:srgbClr val="FF0000"/>
                  </a:solidFill>
                  <a:latin typeface="华文中宋" panose="02010600040101010101" pitchFamily="2" charset="-122"/>
                  <a:ea typeface="华文中宋" panose="02010600040101010101" pitchFamily="2" charset="-122"/>
                </a:rPr>
                <a:t>的多项式时间确定性图灵机；</a:t>
              </a:r>
            </a:p>
            <a:p>
              <a:pPr eaLnBrk="1" hangingPunct="1"/>
              <a:r>
                <a:rPr kumimoji="0" lang="zh-CN" altLang="en-US" b="1" dirty="0">
                  <a:latin typeface="华文中宋" panose="02010600040101010101" pitchFamily="2" charset="-122"/>
                  <a:ea typeface="华文中宋" panose="02010600040101010101" pitchFamily="2" charset="-122"/>
                </a:rPr>
                <a:t>    </a:t>
              </a:r>
              <a:r>
                <a:rPr kumimoji="0" lang="en-US" altLang="zh-CN" b="1" dirty="0">
                  <a:latin typeface="华文中宋" panose="02010600040101010101" pitchFamily="2" charset="-122"/>
                  <a:ea typeface="华文中宋" panose="02010600040101010101" pitchFamily="2" charset="-122"/>
                </a:rPr>
                <a:t>(2)</a:t>
              </a:r>
              <a:r>
                <a:rPr kumimoji="0" lang="zh-CN" altLang="en-US" b="1" dirty="0">
                  <a:latin typeface="华文中宋" panose="02010600040101010101" pitchFamily="2" charset="-122"/>
                  <a:ea typeface="华文中宋" panose="02010600040101010101" pitchFamily="2" charset="-122"/>
                </a:rPr>
                <a:t>对于所有</a:t>
              </a:r>
              <a:r>
                <a:rPr kumimoji="0" lang="en-US" altLang="zh-CN" b="1" dirty="0">
                  <a:latin typeface="华文中宋" panose="02010600040101010101" pitchFamily="2" charset="-122"/>
                  <a:ea typeface="华文中宋" panose="02010600040101010101" pitchFamily="2" charset="-122"/>
                </a:rPr>
                <a:t>x∈  </a:t>
              </a:r>
              <a:r>
                <a:rPr kumimoji="0" lang="zh-CN" altLang="en-US" b="1" dirty="0">
                  <a:latin typeface="华文中宋" panose="02010600040101010101" pitchFamily="2" charset="-122"/>
                  <a:ea typeface="华文中宋" panose="02010600040101010101" pitchFamily="2" charset="-122"/>
                </a:rPr>
                <a:t>，</a:t>
              </a:r>
              <a:r>
                <a:rPr kumimoji="0" lang="en-US" altLang="zh-CN" b="1" dirty="0">
                  <a:latin typeface="华文中宋" panose="02010600040101010101" pitchFamily="2" charset="-122"/>
                  <a:ea typeface="华文中宋" panose="02010600040101010101" pitchFamily="2" charset="-122"/>
                </a:rPr>
                <a:t>x∈  </a:t>
              </a:r>
              <a:r>
                <a:rPr kumimoji="0" lang="zh-CN" altLang="en-US" b="1" dirty="0">
                  <a:latin typeface="华文中宋" panose="02010600040101010101" pitchFamily="2" charset="-122"/>
                  <a:ea typeface="华文中宋" panose="02010600040101010101" pitchFamily="2" charset="-122"/>
                </a:rPr>
                <a:t>，当且仅当</a:t>
              </a:r>
              <a:r>
                <a:rPr kumimoji="0" lang="en-US" altLang="zh-CN" b="1" dirty="0">
                  <a:latin typeface="华文中宋" panose="02010600040101010101" pitchFamily="2" charset="-122"/>
                  <a:ea typeface="华文中宋" panose="02010600040101010101" pitchFamily="2" charset="-122"/>
                </a:rPr>
                <a:t>f(x)∈  </a:t>
              </a:r>
              <a:r>
                <a:rPr kumimoji="0" lang="zh-CN" altLang="en-US" b="1" dirty="0">
                  <a:latin typeface="华文中宋" panose="02010600040101010101" pitchFamily="2" charset="-122"/>
                  <a:ea typeface="华文中宋" panose="02010600040101010101" pitchFamily="2" charset="-122"/>
                </a:rPr>
                <a:t>。 </a:t>
              </a:r>
            </a:p>
          </p:txBody>
        </p:sp>
        <p:graphicFrame>
          <p:nvGraphicFramePr>
            <p:cNvPr id="3074" name="Object 6">
              <a:extLst>
                <a:ext uri="{FF2B5EF4-FFF2-40B4-BE49-F238E27FC236}">
                  <a16:creationId xmlns:a16="http://schemas.microsoft.com/office/drawing/2014/main" id="{E2756D7F-4A6A-4D80-8198-B11ECD579AC1}"/>
                </a:ext>
              </a:extLst>
            </p:cNvPr>
            <p:cNvGraphicFramePr>
              <a:graphicFrameLocks noChangeAspect="1"/>
            </p:cNvGraphicFramePr>
            <p:nvPr>
              <p:extLst>
                <p:ext uri="{D42A27DB-BD31-4B8C-83A1-F6EECF244321}">
                  <p14:modId xmlns:p14="http://schemas.microsoft.com/office/powerpoint/2010/main" val="2230776380"/>
                </p:ext>
              </p:extLst>
            </p:nvPr>
          </p:nvGraphicFramePr>
          <p:xfrm>
            <a:off x="576" y="1200"/>
            <a:ext cx="864" cy="240"/>
          </p:xfrm>
          <a:graphic>
            <a:graphicData uri="http://schemas.openxmlformats.org/presentationml/2006/ole">
              <mc:AlternateContent xmlns:mc="http://schemas.openxmlformats.org/markup-compatibility/2006">
                <mc:Choice xmlns:v="urn:schemas-microsoft-com:vml" Requires="v">
                  <p:oleObj r:id="rId2" imgW="520700" imgH="228600" progId="Equation.3">
                    <p:embed/>
                  </p:oleObj>
                </mc:Choice>
                <mc:Fallback>
                  <p:oleObj r:id="rId2" imgW="520700" imgH="22860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 y="1200"/>
                          <a:ext cx="864"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7">
              <a:extLst>
                <a:ext uri="{FF2B5EF4-FFF2-40B4-BE49-F238E27FC236}">
                  <a16:creationId xmlns:a16="http://schemas.microsoft.com/office/drawing/2014/main" id="{56E82ACF-2819-4113-8479-5A16DE9202C9}"/>
                </a:ext>
              </a:extLst>
            </p:cNvPr>
            <p:cNvGraphicFramePr>
              <a:graphicFrameLocks noChangeAspect="1"/>
            </p:cNvGraphicFramePr>
            <p:nvPr>
              <p:extLst>
                <p:ext uri="{D42A27DB-BD31-4B8C-83A1-F6EECF244321}">
                  <p14:modId xmlns:p14="http://schemas.microsoft.com/office/powerpoint/2010/main" val="3267975400"/>
                </p:ext>
              </p:extLst>
            </p:nvPr>
          </p:nvGraphicFramePr>
          <p:xfrm>
            <a:off x="1522" y="1227"/>
            <a:ext cx="672" cy="235"/>
          </p:xfrm>
          <a:graphic>
            <a:graphicData uri="http://schemas.openxmlformats.org/presentationml/2006/ole">
              <mc:AlternateContent xmlns:mc="http://schemas.openxmlformats.org/markup-compatibility/2006">
                <mc:Choice xmlns:v="urn:schemas-microsoft-com:vml" Requires="v">
                  <p:oleObj r:id="rId4" imgW="545863" imgH="228501" progId="Equation.3">
                    <p:embed/>
                  </p:oleObj>
                </mc:Choice>
                <mc:Fallback>
                  <p:oleObj r:id="rId4" imgW="545863" imgH="228501"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2" y="1227"/>
                          <a:ext cx="672" cy="2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8">
              <a:extLst>
                <a:ext uri="{FF2B5EF4-FFF2-40B4-BE49-F238E27FC236}">
                  <a16:creationId xmlns:a16="http://schemas.microsoft.com/office/drawing/2014/main" id="{B6E7F106-FF15-4EDD-B6A2-41BEC2D1F68B}"/>
                </a:ext>
              </a:extLst>
            </p:cNvPr>
            <p:cNvGraphicFramePr>
              <a:graphicFrameLocks noChangeAspect="1"/>
            </p:cNvGraphicFramePr>
            <p:nvPr>
              <p:extLst>
                <p:ext uri="{D42A27DB-BD31-4B8C-83A1-F6EECF244321}">
                  <p14:modId xmlns:p14="http://schemas.microsoft.com/office/powerpoint/2010/main" val="1178365361"/>
                </p:ext>
              </p:extLst>
            </p:nvPr>
          </p:nvGraphicFramePr>
          <p:xfrm>
            <a:off x="4036" y="1232"/>
            <a:ext cx="198" cy="240"/>
          </p:xfrm>
          <a:graphic>
            <a:graphicData uri="http://schemas.openxmlformats.org/presentationml/2006/ole">
              <mc:AlternateContent xmlns:mc="http://schemas.openxmlformats.org/markup-compatibility/2006">
                <mc:Choice xmlns:v="urn:schemas-microsoft-com:vml" Requires="v">
                  <p:oleObj r:id="rId6" imgW="177569" imgH="215619" progId="Equation.3">
                    <p:embed/>
                  </p:oleObj>
                </mc:Choice>
                <mc:Fallback>
                  <p:oleObj r:id="rId6" imgW="177569" imgH="215619"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6" y="1232"/>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9">
              <a:extLst>
                <a:ext uri="{FF2B5EF4-FFF2-40B4-BE49-F238E27FC236}">
                  <a16:creationId xmlns:a16="http://schemas.microsoft.com/office/drawing/2014/main" id="{E436449C-2F98-41E7-8286-49B9E408F0CA}"/>
                </a:ext>
              </a:extLst>
            </p:cNvPr>
            <p:cNvGraphicFramePr>
              <a:graphicFrameLocks noChangeAspect="1"/>
            </p:cNvGraphicFramePr>
            <p:nvPr>
              <p:extLst>
                <p:ext uri="{D42A27DB-BD31-4B8C-83A1-F6EECF244321}">
                  <p14:modId xmlns:p14="http://schemas.microsoft.com/office/powerpoint/2010/main" val="1173289192"/>
                </p:ext>
              </p:extLst>
            </p:nvPr>
          </p:nvGraphicFramePr>
          <p:xfrm>
            <a:off x="1281" y="1460"/>
            <a:ext cx="209" cy="240"/>
          </p:xfrm>
          <a:graphic>
            <a:graphicData uri="http://schemas.openxmlformats.org/presentationml/2006/ole">
              <mc:AlternateContent xmlns:mc="http://schemas.openxmlformats.org/markup-compatibility/2006">
                <mc:Choice xmlns:v="urn:schemas-microsoft-com:vml" Requires="v">
                  <p:oleObj r:id="rId8" imgW="190335" imgH="215713" progId="Equation.3">
                    <p:embed/>
                  </p:oleObj>
                </mc:Choice>
                <mc:Fallback>
                  <p:oleObj r:id="rId8" imgW="190335" imgH="215713"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81" y="1460"/>
                          <a:ext cx="209"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8" name="Object 10">
              <a:extLst>
                <a:ext uri="{FF2B5EF4-FFF2-40B4-BE49-F238E27FC236}">
                  <a16:creationId xmlns:a16="http://schemas.microsoft.com/office/drawing/2014/main" id="{795EBF25-A65E-448E-BF2A-B50D42E2C7F8}"/>
                </a:ext>
              </a:extLst>
            </p:cNvPr>
            <p:cNvGraphicFramePr>
              <a:graphicFrameLocks noChangeAspect="1"/>
            </p:cNvGraphicFramePr>
            <p:nvPr>
              <p:extLst>
                <p:ext uri="{D42A27DB-BD31-4B8C-83A1-F6EECF244321}">
                  <p14:modId xmlns:p14="http://schemas.microsoft.com/office/powerpoint/2010/main" val="1577044324"/>
                </p:ext>
              </p:extLst>
            </p:nvPr>
          </p:nvGraphicFramePr>
          <p:xfrm>
            <a:off x="2524" y="1448"/>
            <a:ext cx="198" cy="240"/>
          </p:xfrm>
          <a:graphic>
            <a:graphicData uri="http://schemas.openxmlformats.org/presentationml/2006/ole">
              <mc:AlternateContent xmlns:mc="http://schemas.openxmlformats.org/markup-compatibility/2006">
                <mc:Choice xmlns:v="urn:schemas-microsoft-com:vml" Requires="v">
                  <p:oleObj r:id="rId10" imgW="177569" imgH="215619" progId="Equation.3">
                    <p:embed/>
                  </p:oleObj>
                </mc:Choice>
                <mc:Fallback>
                  <p:oleObj r:id="rId10" imgW="177569" imgH="215619"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4" y="1448"/>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9" name="Object 11">
              <a:extLst>
                <a:ext uri="{FF2B5EF4-FFF2-40B4-BE49-F238E27FC236}">
                  <a16:creationId xmlns:a16="http://schemas.microsoft.com/office/drawing/2014/main" id="{96CFE138-77B8-4CD7-A90E-DF9A50C153FA}"/>
                </a:ext>
              </a:extLst>
            </p:cNvPr>
            <p:cNvGraphicFramePr>
              <a:graphicFrameLocks noChangeAspect="1"/>
            </p:cNvGraphicFramePr>
            <p:nvPr>
              <p:extLst>
                <p:ext uri="{D42A27DB-BD31-4B8C-83A1-F6EECF244321}">
                  <p14:modId xmlns:p14="http://schemas.microsoft.com/office/powerpoint/2010/main" val="2327172924"/>
                </p:ext>
              </p:extLst>
            </p:nvPr>
          </p:nvGraphicFramePr>
          <p:xfrm>
            <a:off x="2109" y="1460"/>
            <a:ext cx="209" cy="240"/>
          </p:xfrm>
          <a:graphic>
            <a:graphicData uri="http://schemas.openxmlformats.org/presentationml/2006/ole">
              <mc:AlternateContent xmlns:mc="http://schemas.openxmlformats.org/markup-compatibility/2006">
                <mc:Choice xmlns:v="urn:schemas-microsoft-com:vml" Requires="v">
                  <p:oleObj r:id="rId11" imgW="190335" imgH="215713" progId="Equation.3">
                    <p:embed/>
                  </p:oleObj>
                </mc:Choice>
                <mc:Fallback>
                  <p:oleObj r:id="rId11" imgW="190335" imgH="215713"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09" y="1460"/>
                          <a:ext cx="209"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0" name="Object 12">
              <a:extLst>
                <a:ext uri="{FF2B5EF4-FFF2-40B4-BE49-F238E27FC236}">
                  <a16:creationId xmlns:a16="http://schemas.microsoft.com/office/drawing/2014/main" id="{27AE93BE-9D75-4AF8-8F9C-A00C0E8B9D83}"/>
                </a:ext>
              </a:extLst>
            </p:cNvPr>
            <p:cNvGraphicFramePr>
              <a:graphicFrameLocks noChangeAspect="1"/>
            </p:cNvGraphicFramePr>
            <p:nvPr>
              <p:extLst>
                <p:ext uri="{D42A27DB-BD31-4B8C-83A1-F6EECF244321}">
                  <p14:modId xmlns:p14="http://schemas.microsoft.com/office/powerpoint/2010/main" val="961233765"/>
                </p:ext>
              </p:extLst>
            </p:nvPr>
          </p:nvGraphicFramePr>
          <p:xfrm>
            <a:off x="4019" y="1448"/>
            <a:ext cx="672" cy="264"/>
          </p:xfrm>
          <a:graphic>
            <a:graphicData uri="http://schemas.openxmlformats.org/presentationml/2006/ole">
              <mc:AlternateContent xmlns:mc="http://schemas.openxmlformats.org/markup-compatibility/2006">
                <mc:Choice xmlns:v="urn:schemas-microsoft-com:vml" Requires="v">
                  <p:oleObj r:id="rId12" imgW="583947" imgH="228501" progId="Equation.3">
                    <p:embed/>
                  </p:oleObj>
                </mc:Choice>
                <mc:Fallback>
                  <p:oleObj r:id="rId12" imgW="583947" imgH="228501" progId="Equation.3">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19" y="1448"/>
                          <a:ext cx="672"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1" name="Object 13">
              <a:extLst>
                <a:ext uri="{FF2B5EF4-FFF2-40B4-BE49-F238E27FC236}">
                  <a16:creationId xmlns:a16="http://schemas.microsoft.com/office/drawing/2014/main" id="{34ECDBDA-BD6E-42ED-8275-8F6D0B902908}"/>
                </a:ext>
              </a:extLst>
            </p:cNvPr>
            <p:cNvGraphicFramePr>
              <a:graphicFrameLocks noChangeAspect="1"/>
            </p:cNvGraphicFramePr>
            <p:nvPr>
              <p:extLst>
                <p:ext uri="{D42A27DB-BD31-4B8C-83A1-F6EECF244321}">
                  <p14:modId xmlns:p14="http://schemas.microsoft.com/office/powerpoint/2010/main" val="3773004025"/>
                </p:ext>
              </p:extLst>
            </p:nvPr>
          </p:nvGraphicFramePr>
          <p:xfrm>
            <a:off x="2315" y="1940"/>
            <a:ext cx="198" cy="240"/>
          </p:xfrm>
          <a:graphic>
            <a:graphicData uri="http://schemas.openxmlformats.org/presentationml/2006/ole">
              <mc:AlternateContent xmlns:mc="http://schemas.openxmlformats.org/markup-compatibility/2006">
                <mc:Choice xmlns:v="urn:schemas-microsoft-com:vml" Requires="v">
                  <p:oleObj r:id="rId14" imgW="177569" imgH="215619" progId="Equation.3">
                    <p:embed/>
                  </p:oleObj>
                </mc:Choice>
                <mc:Fallback>
                  <p:oleObj r:id="rId14" imgW="177569" imgH="215619" progId="Equation.3">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5" y="1940"/>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2" name="Object 14">
              <a:extLst>
                <a:ext uri="{FF2B5EF4-FFF2-40B4-BE49-F238E27FC236}">
                  <a16:creationId xmlns:a16="http://schemas.microsoft.com/office/drawing/2014/main" id="{100CEBE2-A0C0-436C-8215-8B1ED312E96C}"/>
                </a:ext>
              </a:extLst>
            </p:cNvPr>
            <p:cNvGraphicFramePr>
              <a:graphicFrameLocks noChangeAspect="1"/>
            </p:cNvGraphicFramePr>
            <p:nvPr>
              <p:extLst>
                <p:ext uri="{D42A27DB-BD31-4B8C-83A1-F6EECF244321}">
                  <p14:modId xmlns:p14="http://schemas.microsoft.com/office/powerpoint/2010/main" val="1733793899"/>
                </p:ext>
              </p:extLst>
            </p:nvPr>
          </p:nvGraphicFramePr>
          <p:xfrm>
            <a:off x="3833" y="1929"/>
            <a:ext cx="209" cy="240"/>
          </p:xfrm>
          <a:graphic>
            <a:graphicData uri="http://schemas.openxmlformats.org/presentationml/2006/ole">
              <mc:AlternateContent xmlns:mc="http://schemas.openxmlformats.org/markup-compatibility/2006">
                <mc:Choice xmlns:v="urn:schemas-microsoft-com:vml" Requires="v">
                  <p:oleObj r:id="rId15" imgW="190335" imgH="215713" progId="Equation.3">
                    <p:embed/>
                  </p:oleObj>
                </mc:Choice>
                <mc:Fallback>
                  <p:oleObj r:id="rId15" imgW="190335" imgH="215713"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33" y="1929"/>
                          <a:ext cx="209"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83" name="Object 15">
              <a:extLst>
                <a:ext uri="{FF2B5EF4-FFF2-40B4-BE49-F238E27FC236}">
                  <a16:creationId xmlns:a16="http://schemas.microsoft.com/office/drawing/2014/main" id="{3ACF4513-53E0-4185-A189-08524F7E39AB}"/>
                </a:ext>
              </a:extLst>
            </p:cNvPr>
            <p:cNvGraphicFramePr>
              <a:graphicFrameLocks noChangeAspect="1"/>
            </p:cNvGraphicFramePr>
            <p:nvPr>
              <p:extLst>
                <p:ext uri="{D42A27DB-BD31-4B8C-83A1-F6EECF244321}">
                  <p14:modId xmlns:p14="http://schemas.microsoft.com/office/powerpoint/2010/main" val="4273525187"/>
                </p:ext>
              </p:extLst>
            </p:nvPr>
          </p:nvGraphicFramePr>
          <p:xfrm>
            <a:off x="1694" y="1929"/>
            <a:ext cx="200" cy="240"/>
          </p:xfrm>
          <a:graphic>
            <a:graphicData uri="http://schemas.openxmlformats.org/presentationml/2006/ole">
              <mc:AlternateContent xmlns:mc="http://schemas.openxmlformats.org/markup-compatibility/2006">
                <mc:Choice xmlns:v="urn:schemas-microsoft-com:vml" Requires="v">
                  <p:oleObj r:id="rId16" imgW="190500" imgH="228600" progId="Equation.3">
                    <p:embed/>
                  </p:oleObj>
                </mc:Choice>
                <mc:Fallback>
                  <p:oleObj r:id="rId16" imgW="190500" imgH="228600" progId="Equation.3">
                    <p:embed/>
                    <p:pic>
                      <p:nvPicPr>
                        <p:cNvPr id="0" name="Object 1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94" y="1929"/>
                          <a:ext cx="200"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7104" name="Oval 16">
            <a:extLst>
              <a:ext uri="{FF2B5EF4-FFF2-40B4-BE49-F238E27FC236}">
                <a16:creationId xmlns:a16="http://schemas.microsoft.com/office/drawing/2014/main" id="{92FB1D29-97BB-44EB-878E-CC7F3482E7D3}"/>
              </a:ext>
            </a:extLst>
          </p:cNvPr>
          <p:cNvSpPr>
            <a:spLocks noChangeArrowheads="1"/>
          </p:cNvSpPr>
          <p:nvPr/>
        </p:nvSpPr>
        <p:spPr bwMode="auto">
          <a:xfrm>
            <a:off x="1371600" y="4191000"/>
            <a:ext cx="1524000" cy="990600"/>
          </a:xfrm>
          <a:prstGeom prst="ellipse">
            <a:avLst/>
          </a:prstGeom>
          <a:solidFill>
            <a:schemeClr val="accent1"/>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17105" name="Oval 17">
            <a:extLst>
              <a:ext uri="{FF2B5EF4-FFF2-40B4-BE49-F238E27FC236}">
                <a16:creationId xmlns:a16="http://schemas.microsoft.com/office/drawing/2014/main" id="{AA6056E7-C05C-466D-8F74-5CC1897A880B}"/>
              </a:ext>
            </a:extLst>
          </p:cNvPr>
          <p:cNvSpPr>
            <a:spLocks noChangeArrowheads="1"/>
          </p:cNvSpPr>
          <p:nvPr/>
        </p:nvSpPr>
        <p:spPr bwMode="auto">
          <a:xfrm>
            <a:off x="4114800" y="3886200"/>
            <a:ext cx="1600200" cy="1371600"/>
          </a:xfrm>
          <a:prstGeom prst="ellipse">
            <a:avLst/>
          </a:prstGeom>
          <a:solidFill>
            <a:srgbClr val="FF00FF"/>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dirty="0">
              <a:solidFill>
                <a:srgbClr val="FF0000"/>
              </a:solidFill>
              <a:ea typeface="华文中宋" panose="02010600040101010101" pitchFamily="2" charset="-122"/>
            </a:endParaRPr>
          </a:p>
        </p:txBody>
      </p:sp>
      <p:sp>
        <p:nvSpPr>
          <p:cNvPr id="217106" name="AutoShape 18">
            <a:extLst>
              <a:ext uri="{FF2B5EF4-FFF2-40B4-BE49-F238E27FC236}">
                <a16:creationId xmlns:a16="http://schemas.microsoft.com/office/drawing/2014/main" id="{9FC5D825-58C7-4336-BAB4-6F227400E4E9}"/>
              </a:ext>
            </a:extLst>
          </p:cNvPr>
          <p:cNvSpPr>
            <a:spLocks noChangeArrowheads="1"/>
          </p:cNvSpPr>
          <p:nvPr/>
        </p:nvSpPr>
        <p:spPr bwMode="auto">
          <a:xfrm>
            <a:off x="3048000" y="4572000"/>
            <a:ext cx="914400" cy="152400"/>
          </a:xfrm>
          <a:prstGeom prst="rightArrow">
            <a:avLst>
              <a:gd name="adj1" fmla="val 50000"/>
              <a:gd name="adj2" fmla="val 150000"/>
            </a:avLst>
          </a:prstGeom>
          <a:solidFill>
            <a:srgbClr val="FF66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217107" name="Text Box 19">
            <a:extLst>
              <a:ext uri="{FF2B5EF4-FFF2-40B4-BE49-F238E27FC236}">
                <a16:creationId xmlns:a16="http://schemas.microsoft.com/office/drawing/2014/main" id="{CF310212-0185-4165-9C76-7573D1C846A2}"/>
              </a:ext>
            </a:extLst>
          </p:cNvPr>
          <p:cNvSpPr txBox="1">
            <a:spLocks noChangeArrowheads="1"/>
          </p:cNvSpPr>
          <p:nvPr/>
        </p:nvSpPr>
        <p:spPr bwMode="auto">
          <a:xfrm>
            <a:off x="1905000" y="434340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L</a:t>
            </a:r>
            <a:r>
              <a:rPr lang="en-US" altLang="zh-CN" baseline="-25000" dirty="0">
                <a:ea typeface="华文中宋" panose="02010600040101010101" pitchFamily="2" charset="-122"/>
              </a:rPr>
              <a:t>1</a:t>
            </a:r>
          </a:p>
        </p:txBody>
      </p:sp>
      <p:sp>
        <p:nvSpPr>
          <p:cNvPr id="217108" name="Text Box 20">
            <a:extLst>
              <a:ext uri="{FF2B5EF4-FFF2-40B4-BE49-F238E27FC236}">
                <a16:creationId xmlns:a16="http://schemas.microsoft.com/office/drawing/2014/main" id="{1754A12C-274C-4758-8841-E95A5D207379}"/>
              </a:ext>
            </a:extLst>
          </p:cNvPr>
          <p:cNvSpPr txBox="1">
            <a:spLocks noChangeArrowheads="1"/>
          </p:cNvSpPr>
          <p:nvPr/>
        </p:nvSpPr>
        <p:spPr bwMode="auto">
          <a:xfrm>
            <a:off x="4648200" y="43434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L</a:t>
            </a:r>
            <a:r>
              <a:rPr lang="en-US" altLang="zh-CN" baseline="-25000" dirty="0">
                <a:ea typeface="华文中宋" panose="02010600040101010101" pitchFamily="2" charset="-122"/>
              </a:rPr>
              <a:t>2</a:t>
            </a:r>
          </a:p>
        </p:txBody>
      </p:sp>
      <p:sp>
        <p:nvSpPr>
          <p:cNvPr id="217109" name="Text Box 21">
            <a:extLst>
              <a:ext uri="{FF2B5EF4-FFF2-40B4-BE49-F238E27FC236}">
                <a16:creationId xmlns:a16="http://schemas.microsoft.com/office/drawing/2014/main" id="{29CD1090-4583-49F3-9E71-AED1260C2090}"/>
              </a:ext>
            </a:extLst>
          </p:cNvPr>
          <p:cNvSpPr txBox="1">
            <a:spLocks noChangeArrowheads="1"/>
          </p:cNvSpPr>
          <p:nvPr/>
        </p:nvSpPr>
        <p:spPr bwMode="auto">
          <a:xfrm>
            <a:off x="3352800" y="41910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f</a:t>
            </a:r>
          </a:p>
        </p:txBody>
      </p:sp>
      <p:sp>
        <p:nvSpPr>
          <p:cNvPr id="217110" name="AutoShape 22">
            <a:extLst>
              <a:ext uri="{FF2B5EF4-FFF2-40B4-BE49-F238E27FC236}">
                <a16:creationId xmlns:a16="http://schemas.microsoft.com/office/drawing/2014/main" id="{1E96DC2D-38BE-4B77-812F-5E12AA39B764}"/>
              </a:ext>
            </a:extLst>
          </p:cNvPr>
          <p:cNvSpPr>
            <a:spLocks noChangeArrowheads="1"/>
          </p:cNvSpPr>
          <p:nvPr/>
        </p:nvSpPr>
        <p:spPr bwMode="auto">
          <a:xfrm>
            <a:off x="3962400" y="5486400"/>
            <a:ext cx="1676400" cy="838200"/>
          </a:xfrm>
          <a:prstGeom prst="wedgeRoundRectCallout">
            <a:avLst>
              <a:gd name="adj1" fmla="val -75282"/>
              <a:gd name="adj2" fmla="val -119699"/>
              <a:gd name="adj3" fmla="val 16667"/>
            </a:avLst>
          </a:prstGeom>
          <a:solidFill>
            <a:srgbClr val="FFFF00"/>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b="1" dirty="0">
                <a:latin typeface="华文中宋" panose="02010600040101010101" pitchFamily="2" charset="-122"/>
                <a:ea typeface="华文中宋" panose="02010600040101010101" pitchFamily="2" charset="-122"/>
              </a:rPr>
              <a:t>f</a:t>
            </a:r>
            <a:r>
              <a:rPr lang="zh-CN" altLang="en-US" b="1" dirty="0">
                <a:latin typeface="华文中宋" panose="02010600040101010101" pitchFamily="2" charset="-122"/>
                <a:ea typeface="华文中宋" panose="02010600040101010101" pitchFamily="2" charset="-122"/>
              </a:rPr>
              <a:t>未必是</a:t>
            </a:r>
            <a:r>
              <a:rPr kumimoji="0" lang="zh-CN" altLang="en-US" b="1" dirty="0">
                <a:latin typeface="华文中宋" panose="02010600040101010101" pitchFamily="2" charset="-122"/>
                <a:ea typeface="华文中宋" panose="02010600040101010101" pitchFamily="2" charset="-122"/>
              </a:rPr>
              <a:t>多项式</a:t>
            </a:r>
          </a:p>
        </p:txBody>
      </p:sp>
      <p:sp>
        <p:nvSpPr>
          <p:cNvPr id="3094" name="AutoShape 23">
            <a:extLst>
              <a:ext uri="{FF2B5EF4-FFF2-40B4-BE49-F238E27FC236}">
                <a16:creationId xmlns:a16="http://schemas.microsoft.com/office/drawing/2014/main" id="{B4FF0348-8C5E-4AB2-BAA3-A7C183C9C161}"/>
              </a:ext>
            </a:extLst>
          </p:cNvPr>
          <p:cNvSpPr>
            <a:spLocks noChangeArrowheads="1"/>
          </p:cNvSpPr>
          <p:nvPr/>
        </p:nvSpPr>
        <p:spPr bwMode="auto">
          <a:xfrm>
            <a:off x="6577556" y="3009900"/>
            <a:ext cx="2438400" cy="838200"/>
          </a:xfrm>
          <a:prstGeom prst="wedgeRoundRectCallout">
            <a:avLst>
              <a:gd name="adj1" fmla="val -55144"/>
              <a:gd name="adj2" fmla="val -92046"/>
              <a:gd name="adj3" fmla="val 16667"/>
            </a:avLst>
          </a:prstGeom>
          <a:solidFill>
            <a:srgbClr val="FF9900"/>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b="1" dirty="0">
                <a:ea typeface="华文中宋" panose="02010600040101010101" pitchFamily="2" charset="-122"/>
              </a:rPr>
              <a:t>计算</a:t>
            </a:r>
            <a:r>
              <a:rPr lang="en-US" altLang="zh-CN" b="1" dirty="0">
                <a:ea typeface="华文中宋" panose="02010600040101010101" pitchFamily="2" charset="-122"/>
              </a:rPr>
              <a:t>f(x)</a:t>
            </a:r>
            <a:r>
              <a:rPr lang="zh-CN" altLang="en-US" b="1" dirty="0">
                <a:ea typeface="华文中宋" panose="02010600040101010101" pitchFamily="2" charset="-122"/>
              </a:rPr>
              <a:t>时用某个多项式时间</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7091">
                                            <p:txEl>
                                              <p:pRg st="0" end="0"/>
                                            </p:txEl>
                                          </p:spTgt>
                                        </p:tgtEl>
                                        <p:attrNameLst>
                                          <p:attrName>style.visibility</p:attrName>
                                        </p:attrNameLst>
                                      </p:cBhvr>
                                      <p:to>
                                        <p:strVal val="visible"/>
                                      </p:to>
                                    </p:set>
                                    <p:anim calcmode="lin" valueType="num">
                                      <p:cBhvr additive="base">
                                        <p:cTn id="7" dur="500" fill="hold"/>
                                        <p:tgtEl>
                                          <p:spTgt spid="21709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7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7104"/>
                                        </p:tgtEl>
                                        <p:attrNameLst>
                                          <p:attrName>style.visibility</p:attrName>
                                        </p:attrNameLst>
                                      </p:cBhvr>
                                      <p:to>
                                        <p:strVal val="visible"/>
                                      </p:to>
                                    </p:set>
                                    <p:anim calcmode="lin" valueType="num">
                                      <p:cBhvr additive="base">
                                        <p:cTn id="19" dur="500" fill="hold"/>
                                        <p:tgtEl>
                                          <p:spTgt spid="217104"/>
                                        </p:tgtEl>
                                        <p:attrNameLst>
                                          <p:attrName>ppt_x</p:attrName>
                                        </p:attrNameLst>
                                      </p:cBhvr>
                                      <p:tavLst>
                                        <p:tav tm="0">
                                          <p:val>
                                            <p:strVal val="0-#ppt_w/2"/>
                                          </p:val>
                                        </p:tav>
                                        <p:tav tm="100000">
                                          <p:val>
                                            <p:strVal val="#ppt_x"/>
                                          </p:val>
                                        </p:tav>
                                      </p:tavLst>
                                    </p:anim>
                                    <p:anim calcmode="lin" valueType="num">
                                      <p:cBhvr additive="base">
                                        <p:cTn id="20" dur="500" fill="hold"/>
                                        <p:tgtEl>
                                          <p:spTgt spid="21710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17107"/>
                                        </p:tgtEl>
                                        <p:attrNameLst>
                                          <p:attrName>style.visibility</p:attrName>
                                        </p:attrNameLst>
                                      </p:cBhvr>
                                      <p:to>
                                        <p:strVal val="visible"/>
                                      </p:to>
                                    </p:set>
                                    <p:anim calcmode="lin" valueType="num">
                                      <p:cBhvr additive="base">
                                        <p:cTn id="25" dur="500" fill="hold"/>
                                        <p:tgtEl>
                                          <p:spTgt spid="217107"/>
                                        </p:tgtEl>
                                        <p:attrNameLst>
                                          <p:attrName>ppt_x</p:attrName>
                                        </p:attrNameLst>
                                      </p:cBhvr>
                                      <p:tavLst>
                                        <p:tav tm="0">
                                          <p:val>
                                            <p:strVal val="0-#ppt_w/2"/>
                                          </p:val>
                                        </p:tav>
                                        <p:tav tm="100000">
                                          <p:val>
                                            <p:strVal val="#ppt_x"/>
                                          </p:val>
                                        </p:tav>
                                      </p:tavLst>
                                    </p:anim>
                                    <p:anim calcmode="lin" valueType="num">
                                      <p:cBhvr additive="base">
                                        <p:cTn id="26" dur="500" fill="hold"/>
                                        <p:tgtEl>
                                          <p:spTgt spid="21710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17105"/>
                                        </p:tgtEl>
                                        <p:attrNameLst>
                                          <p:attrName>style.visibility</p:attrName>
                                        </p:attrNameLst>
                                      </p:cBhvr>
                                      <p:to>
                                        <p:strVal val="visible"/>
                                      </p:to>
                                    </p:set>
                                    <p:anim calcmode="lin" valueType="num">
                                      <p:cBhvr additive="base">
                                        <p:cTn id="31" dur="500" fill="hold"/>
                                        <p:tgtEl>
                                          <p:spTgt spid="217105"/>
                                        </p:tgtEl>
                                        <p:attrNameLst>
                                          <p:attrName>ppt_x</p:attrName>
                                        </p:attrNameLst>
                                      </p:cBhvr>
                                      <p:tavLst>
                                        <p:tav tm="0">
                                          <p:val>
                                            <p:strVal val="0-#ppt_w/2"/>
                                          </p:val>
                                        </p:tav>
                                        <p:tav tm="100000">
                                          <p:val>
                                            <p:strVal val="#ppt_x"/>
                                          </p:val>
                                        </p:tav>
                                      </p:tavLst>
                                    </p:anim>
                                    <p:anim calcmode="lin" valueType="num">
                                      <p:cBhvr additive="base">
                                        <p:cTn id="32" dur="500" fill="hold"/>
                                        <p:tgtEl>
                                          <p:spTgt spid="217105"/>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17108"/>
                                        </p:tgtEl>
                                        <p:attrNameLst>
                                          <p:attrName>style.visibility</p:attrName>
                                        </p:attrNameLst>
                                      </p:cBhvr>
                                      <p:to>
                                        <p:strVal val="visible"/>
                                      </p:to>
                                    </p:set>
                                    <p:anim calcmode="lin" valueType="num">
                                      <p:cBhvr additive="base">
                                        <p:cTn id="37" dur="500" fill="hold"/>
                                        <p:tgtEl>
                                          <p:spTgt spid="217108"/>
                                        </p:tgtEl>
                                        <p:attrNameLst>
                                          <p:attrName>ppt_x</p:attrName>
                                        </p:attrNameLst>
                                      </p:cBhvr>
                                      <p:tavLst>
                                        <p:tav tm="0">
                                          <p:val>
                                            <p:strVal val="0-#ppt_w/2"/>
                                          </p:val>
                                        </p:tav>
                                        <p:tav tm="100000">
                                          <p:val>
                                            <p:strVal val="#ppt_x"/>
                                          </p:val>
                                        </p:tav>
                                      </p:tavLst>
                                    </p:anim>
                                    <p:anim calcmode="lin" valueType="num">
                                      <p:cBhvr additive="base">
                                        <p:cTn id="38" dur="500" fill="hold"/>
                                        <p:tgtEl>
                                          <p:spTgt spid="217108"/>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17106"/>
                                        </p:tgtEl>
                                        <p:attrNameLst>
                                          <p:attrName>style.visibility</p:attrName>
                                        </p:attrNameLst>
                                      </p:cBhvr>
                                      <p:to>
                                        <p:strVal val="visible"/>
                                      </p:to>
                                    </p:set>
                                    <p:anim calcmode="lin" valueType="num">
                                      <p:cBhvr additive="base">
                                        <p:cTn id="43" dur="500" fill="hold"/>
                                        <p:tgtEl>
                                          <p:spTgt spid="217106"/>
                                        </p:tgtEl>
                                        <p:attrNameLst>
                                          <p:attrName>ppt_x</p:attrName>
                                        </p:attrNameLst>
                                      </p:cBhvr>
                                      <p:tavLst>
                                        <p:tav tm="0">
                                          <p:val>
                                            <p:strVal val="0-#ppt_w/2"/>
                                          </p:val>
                                        </p:tav>
                                        <p:tav tm="100000">
                                          <p:val>
                                            <p:strVal val="#ppt_x"/>
                                          </p:val>
                                        </p:tav>
                                      </p:tavLst>
                                    </p:anim>
                                    <p:anim calcmode="lin" valueType="num">
                                      <p:cBhvr additive="base">
                                        <p:cTn id="44" dur="500" fill="hold"/>
                                        <p:tgtEl>
                                          <p:spTgt spid="217106"/>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17109"/>
                                        </p:tgtEl>
                                        <p:attrNameLst>
                                          <p:attrName>style.visibility</p:attrName>
                                        </p:attrNameLst>
                                      </p:cBhvr>
                                      <p:to>
                                        <p:strVal val="visible"/>
                                      </p:to>
                                    </p:set>
                                    <p:anim calcmode="lin" valueType="num">
                                      <p:cBhvr additive="base">
                                        <p:cTn id="49" dur="500" fill="hold"/>
                                        <p:tgtEl>
                                          <p:spTgt spid="217109"/>
                                        </p:tgtEl>
                                        <p:attrNameLst>
                                          <p:attrName>ppt_x</p:attrName>
                                        </p:attrNameLst>
                                      </p:cBhvr>
                                      <p:tavLst>
                                        <p:tav tm="0">
                                          <p:val>
                                            <p:strVal val="0-#ppt_w/2"/>
                                          </p:val>
                                        </p:tav>
                                        <p:tav tm="100000">
                                          <p:val>
                                            <p:strVal val="#ppt_x"/>
                                          </p:val>
                                        </p:tav>
                                      </p:tavLst>
                                    </p:anim>
                                    <p:anim calcmode="lin" valueType="num">
                                      <p:cBhvr additive="base">
                                        <p:cTn id="50" dur="500" fill="hold"/>
                                        <p:tgtEl>
                                          <p:spTgt spid="217109"/>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17110"/>
                                        </p:tgtEl>
                                        <p:attrNameLst>
                                          <p:attrName>style.visibility</p:attrName>
                                        </p:attrNameLst>
                                      </p:cBhvr>
                                      <p:to>
                                        <p:strVal val="visible"/>
                                      </p:to>
                                    </p:set>
                                    <p:anim calcmode="lin" valueType="num">
                                      <p:cBhvr additive="base">
                                        <p:cTn id="55" dur="500" fill="hold"/>
                                        <p:tgtEl>
                                          <p:spTgt spid="217110"/>
                                        </p:tgtEl>
                                        <p:attrNameLst>
                                          <p:attrName>ppt_x</p:attrName>
                                        </p:attrNameLst>
                                      </p:cBhvr>
                                      <p:tavLst>
                                        <p:tav tm="0">
                                          <p:val>
                                            <p:strVal val="0-#ppt_w/2"/>
                                          </p:val>
                                        </p:tav>
                                        <p:tav tm="100000">
                                          <p:val>
                                            <p:strVal val="#ppt_x"/>
                                          </p:val>
                                        </p:tav>
                                      </p:tavLst>
                                    </p:anim>
                                    <p:anim calcmode="lin" valueType="num">
                                      <p:cBhvr additive="base">
                                        <p:cTn id="56" dur="500" fill="hold"/>
                                        <p:tgtEl>
                                          <p:spTgt spid="2171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build="p" autoUpdateAnimBg="0"/>
      <p:bldP spid="217104" grpId="0" animBg="1"/>
      <p:bldP spid="217105" grpId="0" animBg="1" autoUpdateAnimBg="0"/>
      <p:bldP spid="217106" grpId="0" animBg="1"/>
      <p:bldP spid="217107" grpId="0" autoUpdateAnimBg="0"/>
      <p:bldP spid="217108" grpId="0" autoUpdateAnimBg="0"/>
      <p:bldP spid="217109" grpId="0" autoUpdateAnimBg="0"/>
      <p:bldP spid="217110"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38C15E1E-C70E-4B28-88BD-4BE7C949B10A}"/>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dirty="0">
                <a:latin typeface="华文中宋" panose="02010600040101010101" pitchFamily="2" charset="-122"/>
                <a:ea typeface="华文中宋" panose="02010600040101010101" pitchFamily="2" charset="-122"/>
              </a:rPr>
              <a:t>2</a:t>
            </a:r>
            <a:r>
              <a:rPr lang="zh-CN" altLang="en-US" sz="3600" dirty="0">
                <a:latin typeface="华文中宋" panose="02010600040101010101" pitchFamily="2" charset="-122"/>
                <a:ea typeface="华文中宋" panose="02010600040101010101" pitchFamily="2" charset="-122"/>
              </a:rPr>
              <a:t>、</a:t>
            </a:r>
            <a:r>
              <a:rPr lang="en-US" altLang="zh-CN" sz="3600" dirty="0">
                <a:latin typeface="华文中宋" panose="02010600040101010101" pitchFamily="2" charset="-122"/>
                <a:ea typeface="华文中宋" panose="02010600040101010101" pitchFamily="2" charset="-122"/>
              </a:rPr>
              <a:t>NP</a:t>
            </a:r>
            <a:r>
              <a:rPr lang="zh-CN" altLang="en-US" sz="3600" dirty="0">
                <a:latin typeface="华文中宋" panose="02010600040101010101" pitchFamily="2" charset="-122"/>
                <a:ea typeface="华文中宋" panose="02010600040101010101" pitchFamily="2" charset="-122"/>
              </a:rPr>
              <a:t>完全语言类定义</a:t>
            </a:r>
          </a:p>
        </p:txBody>
      </p:sp>
      <p:sp>
        <p:nvSpPr>
          <p:cNvPr id="55299" name="Rectangle 3">
            <a:extLst>
              <a:ext uri="{FF2B5EF4-FFF2-40B4-BE49-F238E27FC236}">
                <a16:creationId xmlns:a16="http://schemas.microsoft.com/office/drawing/2014/main" id="{DB0D9341-7659-4750-8C03-01E81341A968}"/>
              </a:ext>
            </a:extLst>
          </p:cNvPr>
          <p:cNvSpPr>
            <a:spLocks noGrp="1" noChangeArrowheads="1"/>
          </p:cNvSpPr>
          <p:nvPr>
            <p:ph type="body" idx="1"/>
          </p:nvPr>
        </p:nvSpPr>
        <p:spPr bwMode="auto">
          <a:xfrm>
            <a:off x="533400" y="1295400"/>
            <a:ext cx="8077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buFontTx/>
              <a:buNone/>
            </a:pPr>
            <a:r>
              <a:rPr kumimoji="0" lang="zh-CN" altLang="en-US" sz="2800" b="1" dirty="0">
                <a:latin typeface="华文中宋" panose="02010600040101010101" pitchFamily="2" charset="-122"/>
                <a:ea typeface="华文中宋" panose="02010600040101010101" pitchFamily="2" charset="-122"/>
              </a:rPr>
              <a:t>定义：</a:t>
            </a:r>
            <a:r>
              <a:rPr kumimoji="0" lang="zh-CN" altLang="en-US" sz="2800" b="1" dirty="0">
                <a:solidFill>
                  <a:srgbClr val="FF0000"/>
                </a:solidFill>
                <a:latin typeface="华文中宋" panose="02010600040101010101" pitchFamily="2" charset="-122"/>
                <a:ea typeface="华文中宋" panose="02010600040101010101" pitchFamily="2" charset="-122"/>
              </a:rPr>
              <a:t>语言</a:t>
            </a:r>
            <a:r>
              <a:rPr kumimoji="0" lang="en-US" altLang="zh-CN" sz="2800" b="1" dirty="0">
                <a:solidFill>
                  <a:srgbClr val="FF0000"/>
                </a:solidFill>
                <a:latin typeface="华文中宋" panose="02010600040101010101" pitchFamily="2" charset="-122"/>
                <a:ea typeface="华文中宋" panose="02010600040101010101" pitchFamily="2" charset="-122"/>
              </a:rPr>
              <a:t>L</a:t>
            </a:r>
            <a:r>
              <a:rPr kumimoji="0" lang="zh-CN" altLang="en-US" sz="2800" b="1" dirty="0">
                <a:solidFill>
                  <a:srgbClr val="FF0000"/>
                </a:solidFill>
                <a:latin typeface="华文中宋" panose="02010600040101010101" pitchFamily="2" charset="-122"/>
                <a:ea typeface="华文中宋" panose="02010600040101010101" pitchFamily="2" charset="-122"/>
              </a:rPr>
              <a:t>是</a:t>
            </a:r>
            <a:r>
              <a:rPr kumimoji="0" lang="en-US" altLang="zh-CN" sz="2800" b="1" dirty="0">
                <a:solidFill>
                  <a:srgbClr val="FF0000"/>
                </a:solidFill>
                <a:latin typeface="华文中宋" panose="02010600040101010101" pitchFamily="2" charset="-122"/>
                <a:ea typeface="华文中宋" panose="02010600040101010101" pitchFamily="2" charset="-122"/>
              </a:rPr>
              <a:t>NP</a:t>
            </a:r>
            <a:r>
              <a:rPr kumimoji="0" lang="zh-CN" altLang="en-US" sz="2800" b="1" dirty="0">
                <a:solidFill>
                  <a:srgbClr val="FF0000"/>
                </a:solidFill>
                <a:latin typeface="华文中宋" panose="02010600040101010101" pitchFamily="2" charset="-122"/>
                <a:ea typeface="华文中宋" panose="02010600040101010101" pitchFamily="2" charset="-122"/>
              </a:rPr>
              <a:t>完全的</a:t>
            </a:r>
            <a:r>
              <a:rPr kumimoji="0" lang="zh-CN" altLang="en-US" sz="2800" b="1" dirty="0">
                <a:latin typeface="华文中宋" panose="02010600040101010101" pitchFamily="2" charset="-122"/>
                <a:ea typeface="华文中宋" panose="02010600040101010101" pitchFamily="2" charset="-122"/>
              </a:rPr>
              <a:t>当且仅当</a:t>
            </a:r>
          </a:p>
          <a:p>
            <a:pPr algn="just" eaLnBrk="1" hangingPunct="1">
              <a:spcBef>
                <a:spcPct val="0"/>
              </a:spcBef>
              <a:buFontTx/>
              <a:buNone/>
            </a:pPr>
            <a:r>
              <a:rPr kumimoji="0" lang="zh-CN" altLang="en-US" sz="2800" b="1" dirty="0">
                <a:latin typeface="华文中宋" panose="02010600040101010101" pitchFamily="2" charset="-122"/>
                <a:ea typeface="华文中宋" panose="02010600040101010101" pitchFamily="2" charset="-122"/>
              </a:rPr>
              <a:t>  </a:t>
            </a:r>
            <a:r>
              <a:rPr kumimoji="0" lang="en-US" altLang="zh-CN" sz="2800" b="1" dirty="0">
                <a:latin typeface="华文中宋" panose="02010600040101010101" pitchFamily="2" charset="-122"/>
                <a:ea typeface="华文中宋" panose="02010600040101010101" pitchFamily="2" charset="-122"/>
              </a:rPr>
              <a:t>(1)L∈NP</a:t>
            </a:r>
            <a:r>
              <a:rPr kumimoji="0" lang="zh-CN" altLang="en-US" sz="2800" b="1" dirty="0">
                <a:latin typeface="华文中宋" panose="02010600040101010101" pitchFamily="2" charset="-122"/>
                <a:ea typeface="华文中宋" panose="02010600040101010101" pitchFamily="2" charset="-122"/>
              </a:rPr>
              <a:t>；</a:t>
            </a:r>
          </a:p>
          <a:p>
            <a:pPr algn="just" eaLnBrk="1" hangingPunct="1">
              <a:spcBef>
                <a:spcPct val="0"/>
              </a:spcBef>
              <a:buFontTx/>
              <a:buNone/>
            </a:pPr>
            <a:r>
              <a:rPr kumimoji="0" lang="zh-CN" altLang="en-US" sz="2800" b="1" dirty="0">
                <a:latin typeface="华文中宋" panose="02010600040101010101" pitchFamily="2" charset="-122"/>
                <a:ea typeface="华文中宋" panose="02010600040101010101" pitchFamily="2" charset="-122"/>
              </a:rPr>
              <a:t>  </a:t>
            </a:r>
            <a:r>
              <a:rPr kumimoji="0" lang="en-US" altLang="zh-CN" sz="2800" b="1" dirty="0">
                <a:latin typeface="华文中宋" panose="02010600040101010101" pitchFamily="2" charset="-122"/>
                <a:ea typeface="华文中宋" panose="02010600040101010101" pitchFamily="2" charset="-122"/>
              </a:rPr>
              <a:t>(2)</a:t>
            </a:r>
            <a:r>
              <a:rPr kumimoji="0" lang="zh-CN" altLang="en-US" sz="2800" b="1" dirty="0">
                <a:latin typeface="华文中宋" panose="02010600040101010101" pitchFamily="2" charset="-122"/>
                <a:ea typeface="华文中宋" panose="02010600040101010101" pitchFamily="2" charset="-122"/>
              </a:rPr>
              <a:t>对于所有</a:t>
            </a:r>
            <a:r>
              <a:rPr kumimoji="0" lang="en-US" altLang="zh-CN" sz="2800" b="1" dirty="0">
                <a:latin typeface="华文中宋" panose="02010600040101010101" pitchFamily="2" charset="-122"/>
                <a:ea typeface="华文中宋" panose="02010600040101010101" pitchFamily="2" charset="-122"/>
              </a:rPr>
              <a:t>L</a:t>
            </a:r>
            <a:r>
              <a:rPr kumimoji="0" lang="en-US" altLang="zh-CN"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∈NP</a:t>
            </a:r>
            <a:r>
              <a:rPr kumimoji="0" lang="zh-CN" altLang="en-US" sz="2800" b="1" dirty="0">
                <a:latin typeface="华文中宋" panose="02010600040101010101" pitchFamily="2" charset="-122"/>
                <a:ea typeface="华文中宋" panose="02010600040101010101" pitchFamily="2" charset="-122"/>
              </a:rPr>
              <a:t>，有</a:t>
            </a:r>
            <a:r>
              <a:rPr kumimoji="0" lang="en-US" altLang="zh-CN" sz="2800" b="1" dirty="0">
                <a:latin typeface="华文中宋" panose="02010600040101010101" pitchFamily="2" charset="-122"/>
                <a:ea typeface="华文中宋" panose="02010600040101010101" pitchFamily="2" charset="-122"/>
              </a:rPr>
              <a:t>L</a:t>
            </a:r>
            <a:r>
              <a:rPr kumimoji="0" lang="en-US" altLang="zh-CN" sz="2800" b="1" dirty="0">
                <a:latin typeface="华文中宋" panose="02010600040101010101" pitchFamily="2" charset="-122"/>
                <a:ea typeface="华文中宋" panose="02010600040101010101" pitchFamily="2" charset="-122"/>
                <a:sym typeface="Symbol" panose="05050102010706020507" pitchFamily="18" charset="2"/>
              </a:rPr>
              <a:t></a:t>
            </a:r>
            <a:r>
              <a:rPr kumimoji="0" lang="en-US" altLang="zh-CN" sz="2800" b="1" dirty="0">
                <a:latin typeface="华文中宋" panose="02010600040101010101" pitchFamily="2" charset="-122"/>
                <a:ea typeface="华文中宋" panose="02010600040101010101" pitchFamily="2" charset="-122"/>
              </a:rPr>
              <a:t>∝</a:t>
            </a:r>
            <a:r>
              <a:rPr kumimoji="0" lang="en-US" altLang="zh-CN" sz="2800" b="1" baseline="-30000" dirty="0">
                <a:latin typeface="华文中宋" panose="02010600040101010101" pitchFamily="2" charset="-122"/>
                <a:ea typeface="华文中宋" panose="02010600040101010101" pitchFamily="2" charset="-122"/>
              </a:rPr>
              <a:t>p</a:t>
            </a:r>
            <a:r>
              <a:rPr kumimoji="0" lang="en-US" altLang="zh-CN" sz="2800" b="1" dirty="0">
                <a:latin typeface="华文中宋" panose="02010600040101010101" pitchFamily="2" charset="-122"/>
                <a:ea typeface="华文中宋" panose="02010600040101010101" pitchFamily="2" charset="-122"/>
              </a:rPr>
              <a:t> L</a:t>
            </a:r>
            <a:r>
              <a:rPr kumimoji="0" lang="zh-CN" altLang="en-US" sz="2800" b="1" dirty="0">
                <a:latin typeface="华文中宋" panose="02010600040101010101" pitchFamily="2" charset="-122"/>
                <a:ea typeface="华文中宋" panose="02010600040101010101" pitchFamily="2" charset="-122"/>
              </a:rPr>
              <a:t>。</a:t>
            </a:r>
          </a:p>
          <a:p>
            <a:pPr eaLnBrk="1" hangingPunct="1">
              <a:spcBef>
                <a:spcPct val="0"/>
              </a:spcBef>
              <a:buFontTx/>
              <a:buNone/>
            </a:pPr>
            <a:r>
              <a:rPr kumimoji="0" lang="zh-CN" altLang="en-US" sz="2800" b="1" dirty="0">
                <a:latin typeface="华文中宋" panose="02010600040101010101" pitchFamily="2" charset="-122"/>
                <a:ea typeface="华文中宋" panose="02010600040101010101" pitchFamily="2" charset="-122"/>
              </a:rPr>
              <a:t>    </a:t>
            </a:r>
          </a:p>
          <a:p>
            <a:pPr eaLnBrk="1" hangingPunct="1">
              <a:spcBef>
                <a:spcPct val="0"/>
              </a:spcBef>
              <a:buFontTx/>
              <a:buNone/>
            </a:pPr>
            <a:r>
              <a:rPr kumimoji="0" lang="zh-CN" altLang="en-US" sz="2800" b="1" dirty="0">
                <a:latin typeface="华文中宋" panose="02010600040101010101" pitchFamily="2" charset="-122"/>
                <a:ea typeface="华文中宋" panose="02010600040101010101" pitchFamily="2" charset="-122"/>
              </a:rPr>
              <a:t>定义：</a:t>
            </a:r>
            <a:r>
              <a:rPr kumimoji="0" lang="zh-CN" altLang="en-US" sz="2800" b="1" dirty="0">
                <a:solidFill>
                  <a:srgbClr val="FF0000"/>
                </a:solidFill>
                <a:latin typeface="华文中宋" panose="02010600040101010101" pitchFamily="2" charset="-122"/>
                <a:ea typeface="华文中宋" panose="02010600040101010101" pitchFamily="2" charset="-122"/>
              </a:rPr>
              <a:t>语言</a:t>
            </a:r>
            <a:r>
              <a:rPr kumimoji="0" lang="en-US" altLang="zh-CN" sz="2800" b="1" dirty="0">
                <a:solidFill>
                  <a:srgbClr val="FF0000"/>
                </a:solidFill>
                <a:latin typeface="华文中宋" panose="02010600040101010101" pitchFamily="2" charset="-122"/>
                <a:ea typeface="华文中宋" panose="02010600040101010101" pitchFamily="2" charset="-122"/>
              </a:rPr>
              <a:t>L</a:t>
            </a:r>
            <a:r>
              <a:rPr kumimoji="0" lang="zh-CN" altLang="en-US" sz="2800" b="1" dirty="0">
                <a:solidFill>
                  <a:srgbClr val="FF0000"/>
                </a:solidFill>
                <a:latin typeface="华文中宋" panose="02010600040101010101" pitchFamily="2" charset="-122"/>
                <a:ea typeface="华文中宋" panose="02010600040101010101" pitchFamily="2" charset="-122"/>
              </a:rPr>
              <a:t>是</a:t>
            </a:r>
            <a:r>
              <a:rPr kumimoji="0" lang="en-US" altLang="zh-CN" sz="2800" b="1" dirty="0">
                <a:solidFill>
                  <a:srgbClr val="FF0000"/>
                </a:solidFill>
                <a:latin typeface="华文中宋" panose="02010600040101010101" pitchFamily="2" charset="-122"/>
                <a:ea typeface="华文中宋" panose="02010600040101010101" pitchFamily="2" charset="-122"/>
              </a:rPr>
              <a:t>NP</a:t>
            </a:r>
            <a:r>
              <a:rPr kumimoji="0" lang="zh-CN" altLang="en-US" sz="2800" b="1" dirty="0">
                <a:solidFill>
                  <a:srgbClr val="FF0000"/>
                </a:solidFill>
                <a:latin typeface="华文中宋" panose="02010600040101010101" pitchFamily="2" charset="-122"/>
                <a:ea typeface="华文中宋" panose="02010600040101010101" pitchFamily="2" charset="-122"/>
              </a:rPr>
              <a:t>难的</a:t>
            </a:r>
            <a:r>
              <a:rPr kumimoji="0" lang="zh-CN" altLang="en-US" sz="2800" b="1" dirty="0">
                <a:latin typeface="华文中宋" panose="02010600040101010101" pitchFamily="2" charset="-122"/>
                <a:ea typeface="华文中宋" panose="02010600040101010101" pitchFamily="2" charset="-122"/>
              </a:rPr>
              <a:t>，如果语言</a:t>
            </a:r>
            <a:r>
              <a:rPr kumimoji="0" lang="en-US" altLang="zh-CN" sz="2800" b="1" dirty="0">
                <a:latin typeface="华文中宋" panose="02010600040101010101" pitchFamily="2" charset="-122"/>
                <a:ea typeface="华文中宋" panose="02010600040101010101" pitchFamily="2" charset="-122"/>
              </a:rPr>
              <a:t>L</a:t>
            </a:r>
            <a:r>
              <a:rPr kumimoji="0" lang="zh-CN" altLang="en-US" sz="2800" b="1" dirty="0">
                <a:latin typeface="华文中宋" panose="02010600040101010101" pitchFamily="2" charset="-122"/>
                <a:ea typeface="华文中宋" panose="02010600040101010101" pitchFamily="2" charset="-122"/>
              </a:rPr>
              <a:t>满足上述性质</a:t>
            </a:r>
            <a:r>
              <a:rPr kumimoji="0" lang="en-US" altLang="zh-CN" sz="2800" b="1" dirty="0">
                <a:latin typeface="华文中宋" panose="02010600040101010101" pitchFamily="2" charset="-122"/>
                <a:ea typeface="华文中宋" panose="02010600040101010101" pitchFamily="2" charset="-122"/>
              </a:rPr>
              <a:t>(2)</a:t>
            </a:r>
            <a:r>
              <a:rPr kumimoji="0" lang="zh-CN" altLang="en-US" sz="2800" b="1" dirty="0">
                <a:latin typeface="华文中宋" panose="02010600040101010101" pitchFamily="2" charset="-122"/>
                <a:ea typeface="华文中宋" panose="02010600040101010101" pitchFamily="2" charset="-122"/>
              </a:rPr>
              <a:t>，但不一定满足性质</a:t>
            </a:r>
            <a:r>
              <a:rPr kumimoji="0" lang="en-US" altLang="zh-CN" sz="2800" b="1" dirty="0">
                <a:latin typeface="华文中宋" panose="02010600040101010101" pitchFamily="2" charset="-122"/>
                <a:ea typeface="华文中宋" panose="02010600040101010101" pitchFamily="2" charset="-122"/>
              </a:rPr>
              <a:t>(1)</a:t>
            </a:r>
          </a:p>
          <a:p>
            <a:pPr eaLnBrk="1" hangingPunct="1">
              <a:spcBef>
                <a:spcPct val="0"/>
              </a:spcBef>
              <a:buFontTx/>
              <a:buNone/>
            </a:pPr>
            <a:endParaRPr kumimoji="0" lang="en-US" altLang="zh-CN" sz="2800" b="1" dirty="0">
              <a:latin typeface="华文中宋" panose="02010600040101010101" pitchFamily="2" charset="-122"/>
              <a:ea typeface="华文中宋" panose="02010600040101010101" pitchFamily="2" charset="-122"/>
            </a:endParaRPr>
          </a:p>
          <a:p>
            <a:pPr eaLnBrk="1" hangingPunct="1">
              <a:spcBef>
                <a:spcPct val="0"/>
              </a:spcBef>
              <a:buFontTx/>
              <a:buNone/>
            </a:pPr>
            <a:r>
              <a:rPr kumimoji="0" lang="zh-CN" altLang="en-US" sz="2800" b="1" dirty="0">
                <a:latin typeface="华文中宋" panose="02010600040101010101" pitchFamily="2" charset="-122"/>
                <a:ea typeface="华文中宋" panose="02010600040101010101" pitchFamily="2" charset="-122"/>
              </a:rPr>
              <a:t>定义：所有</a:t>
            </a:r>
            <a:r>
              <a:rPr kumimoji="0" lang="en-US" altLang="zh-CN" sz="2800" b="1" dirty="0">
                <a:latin typeface="华文中宋" panose="02010600040101010101" pitchFamily="2" charset="-122"/>
                <a:ea typeface="华文中宋" panose="02010600040101010101" pitchFamily="2" charset="-122"/>
              </a:rPr>
              <a:t>NP</a:t>
            </a:r>
            <a:r>
              <a:rPr kumimoji="0" lang="zh-CN" altLang="en-US" sz="2800" b="1" dirty="0">
                <a:latin typeface="华文中宋" panose="02010600040101010101" pitchFamily="2" charset="-122"/>
                <a:ea typeface="华文中宋" panose="02010600040101010101" pitchFamily="2" charset="-122"/>
              </a:rPr>
              <a:t>完全语言构成的语言类称为</a:t>
            </a:r>
            <a:r>
              <a:rPr kumimoji="0" lang="en-US" altLang="zh-CN" sz="2800" b="1" dirty="0">
                <a:latin typeface="华文中宋" panose="02010600040101010101" pitchFamily="2" charset="-122"/>
                <a:ea typeface="华文中宋" panose="02010600040101010101" pitchFamily="2" charset="-122"/>
              </a:rPr>
              <a:t>NP</a:t>
            </a:r>
            <a:r>
              <a:rPr kumimoji="0" lang="zh-CN" altLang="en-US" sz="2800" b="1" dirty="0">
                <a:latin typeface="华文中宋" panose="02010600040101010101" pitchFamily="2" charset="-122"/>
                <a:ea typeface="华文中宋" panose="02010600040101010101" pitchFamily="2" charset="-122"/>
              </a:rPr>
              <a:t>完全语言类，记为</a:t>
            </a:r>
            <a:r>
              <a:rPr kumimoji="0" lang="en-US" altLang="zh-CN" sz="2800" b="1" dirty="0">
                <a:latin typeface="华文中宋" panose="02010600040101010101" pitchFamily="2" charset="-122"/>
                <a:ea typeface="华文中宋" panose="02010600040101010101" pitchFamily="2" charset="-122"/>
              </a:rPr>
              <a:t>NPC</a:t>
            </a:r>
            <a:r>
              <a:rPr kumimoji="0" lang="zh-CN" altLang="en-US" sz="2800" b="1" dirty="0">
                <a:latin typeface="华文中宋" panose="02010600040101010101" pitchFamily="2" charset="-122"/>
                <a:ea typeface="华文中宋" panose="02010600040101010101" pitchFamily="2" charset="-122"/>
              </a:rPr>
              <a:t>。 </a:t>
            </a:r>
          </a:p>
          <a:p>
            <a:pPr eaLnBrk="1" hangingPunct="1"/>
            <a:endParaRPr lang="en-US" altLang="zh-CN" sz="2800" b="1" dirty="0"/>
          </a:p>
        </p:txBody>
      </p:sp>
      <p:grpSp>
        <p:nvGrpSpPr>
          <p:cNvPr id="55300" name="Group 4">
            <a:extLst>
              <a:ext uri="{FF2B5EF4-FFF2-40B4-BE49-F238E27FC236}">
                <a16:creationId xmlns:a16="http://schemas.microsoft.com/office/drawing/2014/main" id="{E4149333-FA24-4A67-B6C7-7C23B18FCF3A}"/>
              </a:ext>
            </a:extLst>
          </p:cNvPr>
          <p:cNvGrpSpPr>
            <a:grpSpLocks/>
          </p:cNvGrpSpPr>
          <p:nvPr/>
        </p:nvGrpSpPr>
        <p:grpSpPr bwMode="auto">
          <a:xfrm>
            <a:off x="3962400" y="4953000"/>
            <a:ext cx="2895600" cy="1752600"/>
            <a:chOff x="2496" y="3024"/>
            <a:chExt cx="1824" cy="1104"/>
          </a:xfrm>
        </p:grpSpPr>
        <p:sp>
          <p:nvSpPr>
            <p:cNvPr id="55301" name="Oval 5">
              <a:extLst>
                <a:ext uri="{FF2B5EF4-FFF2-40B4-BE49-F238E27FC236}">
                  <a16:creationId xmlns:a16="http://schemas.microsoft.com/office/drawing/2014/main" id="{2B61A7CC-015A-45EF-BD02-80DF1D54D79D}"/>
                </a:ext>
              </a:extLst>
            </p:cNvPr>
            <p:cNvSpPr>
              <a:spLocks noChangeArrowheads="1"/>
            </p:cNvSpPr>
            <p:nvPr/>
          </p:nvSpPr>
          <p:spPr bwMode="auto">
            <a:xfrm>
              <a:off x="2496" y="3024"/>
              <a:ext cx="1824" cy="1104"/>
            </a:xfrm>
            <a:prstGeom prst="ellipse">
              <a:avLst/>
            </a:prstGeom>
            <a:solidFill>
              <a:schemeClr val="accent1"/>
            </a:solidFill>
            <a:ln w="9525">
              <a:solidFill>
                <a:schemeClr val="tx1"/>
              </a:solidFill>
              <a:round/>
              <a:headEnd/>
              <a:tailEnd/>
            </a:ln>
          </p:spPr>
          <p:txBody>
            <a:bodyPr wrap="none"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NP</a:t>
              </a:r>
            </a:p>
          </p:txBody>
        </p:sp>
        <p:sp>
          <p:nvSpPr>
            <p:cNvPr id="55302" name="Oval 6">
              <a:extLst>
                <a:ext uri="{FF2B5EF4-FFF2-40B4-BE49-F238E27FC236}">
                  <a16:creationId xmlns:a16="http://schemas.microsoft.com/office/drawing/2014/main" id="{B5F4E666-BC2A-4ACA-B008-40A83D10D1E9}"/>
                </a:ext>
              </a:extLst>
            </p:cNvPr>
            <p:cNvSpPr>
              <a:spLocks noChangeArrowheads="1"/>
            </p:cNvSpPr>
            <p:nvPr/>
          </p:nvSpPr>
          <p:spPr bwMode="auto">
            <a:xfrm>
              <a:off x="3504" y="3312"/>
              <a:ext cx="576" cy="528"/>
            </a:xfrm>
            <a:prstGeom prst="ellipse">
              <a:avLst/>
            </a:prstGeom>
            <a:solidFill>
              <a:srgbClr val="CCFFFF"/>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NPC</a:t>
              </a:r>
            </a:p>
          </p:txBody>
        </p:sp>
        <p:sp>
          <p:nvSpPr>
            <p:cNvPr id="55303" name="Oval 7">
              <a:extLst>
                <a:ext uri="{FF2B5EF4-FFF2-40B4-BE49-F238E27FC236}">
                  <a16:creationId xmlns:a16="http://schemas.microsoft.com/office/drawing/2014/main" id="{14815F82-E985-4D29-A723-F608C8DF915B}"/>
                </a:ext>
              </a:extLst>
            </p:cNvPr>
            <p:cNvSpPr>
              <a:spLocks noChangeArrowheads="1"/>
            </p:cNvSpPr>
            <p:nvPr/>
          </p:nvSpPr>
          <p:spPr bwMode="auto">
            <a:xfrm>
              <a:off x="2688" y="3312"/>
              <a:ext cx="624" cy="624"/>
            </a:xfrm>
            <a:prstGeom prst="ellipse">
              <a:avLst/>
            </a:prstGeom>
            <a:solidFill>
              <a:srgbClr val="FF6600"/>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P</a:t>
              </a:r>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7FB08953-D2F3-494E-8BE9-AB271D1537C8}"/>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dirty="0">
                <a:latin typeface="华文中宋" panose="02010600040101010101" pitchFamily="2" charset="-122"/>
                <a:ea typeface="华文中宋" panose="02010600040101010101" pitchFamily="2" charset="-122"/>
              </a:rPr>
              <a:t>3</a:t>
            </a:r>
            <a:r>
              <a:rPr lang="zh-CN" altLang="en-US" sz="3600" dirty="0">
                <a:latin typeface="华文中宋" panose="02010600040101010101" pitchFamily="2" charset="-122"/>
                <a:ea typeface="华文中宋" panose="02010600040101010101" pitchFamily="2" charset="-122"/>
              </a:rPr>
              <a:t>、引理与性质</a:t>
            </a:r>
          </a:p>
        </p:txBody>
      </p:sp>
      <p:sp>
        <p:nvSpPr>
          <p:cNvPr id="56323" name="Rectangle 3">
            <a:extLst>
              <a:ext uri="{FF2B5EF4-FFF2-40B4-BE49-F238E27FC236}">
                <a16:creationId xmlns:a16="http://schemas.microsoft.com/office/drawing/2014/main" id="{BFF5B221-2546-45B0-BBDB-A00E7359D7E1}"/>
              </a:ext>
            </a:extLst>
          </p:cNvPr>
          <p:cNvSpPr>
            <a:spLocks noGrp="1" noChangeArrowheads="1"/>
          </p:cNvSpPr>
          <p:nvPr>
            <p:ph type="body" idx="1"/>
          </p:nvPr>
        </p:nvSpPr>
        <p:spPr bwMode="auto">
          <a:xfrm>
            <a:off x="685800" y="1447800"/>
            <a:ext cx="7772400" cy="76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buFontTx/>
              <a:buNone/>
            </a:pPr>
            <a:r>
              <a:rPr kumimoji="0" lang="zh-CN" altLang="en-US" sz="2800" b="1" dirty="0">
                <a:latin typeface="华文中宋" panose="02010600040101010101" pitchFamily="2" charset="-122"/>
                <a:ea typeface="华文中宋" panose="02010600040101010101" pitchFamily="2" charset="-122"/>
              </a:rPr>
              <a:t>引理</a:t>
            </a:r>
            <a:r>
              <a:rPr kumimoji="0" lang="zh-CN" altLang="en-US" sz="2800" dirty="0">
                <a:latin typeface="华文中宋" panose="02010600040101010101" pitchFamily="2" charset="-122"/>
                <a:ea typeface="华文中宋" panose="02010600040101010101" pitchFamily="2" charset="-122"/>
              </a:rPr>
              <a:t>：若</a:t>
            </a:r>
            <a:r>
              <a:rPr kumimoji="0" lang="en-US" altLang="zh-CN" sz="2800" dirty="0">
                <a:latin typeface="华文中宋" panose="02010600040101010101" pitchFamily="2" charset="-122"/>
                <a:ea typeface="华文中宋" panose="02010600040101010101" pitchFamily="2" charset="-122"/>
              </a:rPr>
              <a:t>A∝</a:t>
            </a:r>
            <a:r>
              <a:rPr kumimoji="0" lang="en-US" altLang="zh-CN" sz="2800" baseline="-30000" dirty="0">
                <a:latin typeface="华文中宋" panose="02010600040101010101" pitchFamily="2" charset="-122"/>
                <a:ea typeface="华文中宋" panose="02010600040101010101" pitchFamily="2" charset="-122"/>
              </a:rPr>
              <a:t>P</a:t>
            </a:r>
            <a:r>
              <a:rPr kumimoji="0" lang="en-US" altLang="zh-CN" sz="2800" dirty="0">
                <a:latin typeface="华文中宋" panose="02010600040101010101" pitchFamily="2" charset="-122"/>
                <a:ea typeface="华文中宋" panose="02010600040101010101" pitchFamily="2" charset="-122"/>
              </a:rPr>
              <a:t>B</a:t>
            </a:r>
            <a:r>
              <a:rPr kumimoji="0" lang="zh-CN" altLang="en-US" sz="2800" dirty="0">
                <a:latin typeface="华文中宋" panose="02010600040101010101" pitchFamily="2" charset="-122"/>
                <a:ea typeface="华文中宋" panose="02010600040101010101" pitchFamily="2" charset="-122"/>
              </a:rPr>
              <a:t>，且</a:t>
            </a:r>
            <a:r>
              <a:rPr kumimoji="0" lang="en-US" altLang="zh-CN" sz="2800" dirty="0">
                <a:latin typeface="华文中宋" panose="02010600040101010101" pitchFamily="2" charset="-122"/>
                <a:ea typeface="华文中宋" panose="02010600040101010101" pitchFamily="2" charset="-122"/>
              </a:rPr>
              <a:t>B∈P</a:t>
            </a:r>
            <a:r>
              <a:rPr kumimoji="0" lang="zh-CN" altLang="en-US" sz="2800" dirty="0">
                <a:latin typeface="华文中宋" panose="02010600040101010101" pitchFamily="2" charset="-122"/>
                <a:ea typeface="华文中宋" panose="02010600040101010101" pitchFamily="2" charset="-122"/>
              </a:rPr>
              <a:t>，则</a:t>
            </a:r>
            <a:r>
              <a:rPr kumimoji="0" lang="en-US" altLang="zh-CN" sz="2800" dirty="0">
                <a:latin typeface="华文中宋" panose="02010600040101010101" pitchFamily="2" charset="-122"/>
                <a:ea typeface="华文中宋" panose="02010600040101010101" pitchFamily="2" charset="-122"/>
              </a:rPr>
              <a:t>A∈P    </a:t>
            </a:r>
            <a:endParaRPr lang="en-US" altLang="zh-CN" dirty="0"/>
          </a:p>
        </p:txBody>
      </p:sp>
      <p:grpSp>
        <p:nvGrpSpPr>
          <p:cNvPr id="2" name="Group 4">
            <a:extLst>
              <a:ext uri="{FF2B5EF4-FFF2-40B4-BE49-F238E27FC236}">
                <a16:creationId xmlns:a16="http://schemas.microsoft.com/office/drawing/2014/main" id="{D9C63C6F-9EE7-4F8C-9916-6EC857AA9FC8}"/>
              </a:ext>
            </a:extLst>
          </p:cNvPr>
          <p:cNvGrpSpPr>
            <a:grpSpLocks/>
          </p:cNvGrpSpPr>
          <p:nvPr/>
        </p:nvGrpSpPr>
        <p:grpSpPr bwMode="auto">
          <a:xfrm>
            <a:off x="762000" y="2209800"/>
            <a:ext cx="7391400" cy="2590800"/>
            <a:chOff x="480" y="1392"/>
            <a:chExt cx="4656" cy="1632"/>
          </a:xfrm>
        </p:grpSpPr>
        <p:sp>
          <p:nvSpPr>
            <p:cNvPr id="56327" name="Oval 5">
              <a:extLst>
                <a:ext uri="{FF2B5EF4-FFF2-40B4-BE49-F238E27FC236}">
                  <a16:creationId xmlns:a16="http://schemas.microsoft.com/office/drawing/2014/main" id="{81DBE973-EF82-4EC6-8716-645100BC4CFC}"/>
                </a:ext>
              </a:extLst>
            </p:cNvPr>
            <p:cNvSpPr>
              <a:spLocks noChangeArrowheads="1"/>
            </p:cNvSpPr>
            <p:nvPr/>
          </p:nvSpPr>
          <p:spPr bwMode="auto">
            <a:xfrm>
              <a:off x="1056" y="1584"/>
              <a:ext cx="960" cy="624"/>
            </a:xfrm>
            <a:prstGeom prst="ellipse">
              <a:avLst/>
            </a:prstGeom>
            <a:solidFill>
              <a:schemeClr val="accent1"/>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6328" name="Oval 6">
              <a:extLst>
                <a:ext uri="{FF2B5EF4-FFF2-40B4-BE49-F238E27FC236}">
                  <a16:creationId xmlns:a16="http://schemas.microsoft.com/office/drawing/2014/main" id="{C0ACAE61-6648-4761-9621-93936B6D67E4}"/>
                </a:ext>
              </a:extLst>
            </p:cNvPr>
            <p:cNvSpPr>
              <a:spLocks noChangeArrowheads="1"/>
            </p:cNvSpPr>
            <p:nvPr/>
          </p:nvSpPr>
          <p:spPr bwMode="auto">
            <a:xfrm>
              <a:off x="2784" y="1392"/>
              <a:ext cx="1008" cy="864"/>
            </a:xfrm>
            <a:prstGeom prst="ellipse">
              <a:avLst/>
            </a:prstGeom>
            <a:solidFill>
              <a:srgbClr val="FF00FF"/>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dirty="0">
                <a:solidFill>
                  <a:srgbClr val="FF0000"/>
                </a:solidFill>
                <a:ea typeface="华文中宋" panose="02010600040101010101" pitchFamily="2" charset="-122"/>
              </a:endParaRPr>
            </a:p>
          </p:txBody>
        </p:sp>
        <p:sp>
          <p:nvSpPr>
            <p:cNvPr id="56329" name="AutoShape 7">
              <a:extLst>
                <a:ext uri="{FF2B5EF4-FFF2-40B4-BE49-F238E27FC236}">
                  <a16:creationId xmlns:a16="http://schemas.microsoft.com/office/drawing/2014/main" id="{EE0CA203-1095-4301-A6B6-0E838E58F1BE}"/>
                </a:ext>
              </a:extLst>
            </p:cNvPr>
            <p:cNvSpPr>
              <a:spLocks noChangeArrowheads="1"/>
            </p:cNvSpPr>
            <p:nvPr/>
          </p:nvSpPr>
          <p:spPr bwMode="auto">
            <a:xfrm>
              <a:off x="2112" y="1824"/>
              <a:ext cx="576" cy="96"/>
            </a:xfrm>
            <a:prstGeom prst="rightArrow">
              <a:avLst>
                <a:gd name="adj1" fmla="val 50000"/>
                <a:gd name="adj2" fmla="val 150000"/>
              </a:avLst>
            </a:prstGeom>
            <a:solidFill>
              <a:srgbClr val="FF6600"/>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6330" name="Text Box 8">
              <a:extLst>
                <a:ext uri="{FF2B5EF4-FFF2-40B4-BE49-F238E27FC236}">
                  <a16:creationId xmlns:a16="http://schemas.microsoft.com/office/drawing/2014/main" id="{143692B6-7655-4AA7-B7E3-D05C1F9A1F4D}"/>
                </a:ext>
              </a:extLst>
            </p:cNvPr>
            <p:cNvSpPr txBox="1">
              <a:spLocks noChangeArrowheads="1"/>
            </p:cNvSpPr>
            <p:nvPr/>
          </p:nvSpPr>
          <p:spPr bwMode="auto">
            <a:xfrm>
              <a:off x="1392" y="1680"/>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A</a:t>
              </a:r>
              <a:endParaRPr lang="en-US" altLang="zh-CN" baseline="-25000" dirty="0">
                <a:ea typeface="华文中宋" panose="02010600040101010101" pitchFamily="2" charset="-122"/>
              </a:endParaRPr>
            </a:p>
          </p:txBody>
        </p:sp>
        <p:sp>
          <p:nvSpPr>
            <p:cNvPr id="56331" name="Text Box 9">
              <a:extLst>
                <a:ext uri="{FF2B5EF4-FFF2-40B4-BE49-F238E27FC236}">
                  <a16:creationId xmlns:a16="http://schemas.microsoft.com/office/drawing/2014/main" id="{10C85C81-41A3-4743-8D7E-9CD219C35025}"/>
                </a:ext>
              </a:extLst>
            </p:cNvPr>
            <p:cNvSpPr txBox="1">
              <a:spLocks noChangeArrowheads="1"/>
            </p:cNvSpPr>
            <p:nvPr/>
          </p:nvSpPr>
          <p:spPr bwMode="auto">
            <a:xfrm>
              <a:off x="3120" y="168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B</a:t>
              </a:r>
              <a:endParaRPr lang="en-US" altLang="zh-CN" baseline="-25000" dirty="0">
                <a:ea typeface="华文中宋" panose="02010600040101010101" pitchFamily="2" charset="-122"/>
              </a:endParaRPr>
            </a:p>
          </p:txBody>
        </p:sp>
        <p:sp>
          <p:nvSpPr>
            <p:cNvPr id="56332" name="Text Box 10">
              <a:extLst>
                <a:ext uri="{FF2B5EF4-FFF2-40B4-BE49-F238E27FC236}">
                  <a16:creationId xmlns:a16="http://schemas.microsoft.com/office/drawing/2014/main" id="{5DFBDA09-46C3-4A1B-9F32-F7F41D8FCF85}"/>
                </a:ext>
              </a:extLst>
            </p:cNvPr>
            <p:cNvSpPr txBox="1">
              <a:spLocks noChangeArrowheads="1"/>
            </p:cNvSpPr>
            <p:nvPr/>
          </p:nvSpPr>
          <p:spPr bwMode="auto">
            <a:xfrm>
              <a:off x="2304" y="158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f</a:t>
              </a:r>
            </a:p>
          </p:txBody>
        </p:sp>
        <p:sp>
          <p:nvSpPr>
            <p:cNvPr id="56333" name="Oval 11">
              <a:extLst>
                <a:ext uri="{FF2B5EF4-FFF2-40B4-BE49-F238E27FC236}">
                  <a16:creationId xmlns:a16="http://schemas.microsoft.com/office/drawing/2014/main" id="{0ECCDC43-41D9-45B1-9EBB-5CD34FE90117}"/>
                </a:ext>
              </a:extLst>
            </p:cNvPr>
            <p:cNvSpPr>
              <a:spLocks noChangeArrowheads="1"/>
            </p:cNvSpPr>
            <p:nvPr/>
          </p:nvSpPr>
          <p:spPr bwMode="auto">
            <a:xfrm>
              <a:off x="1584" y="2016"/>
              <a:ext cx="48" cy="48"/>
            </a:xfrm>
            <a:prstGeom prst="ellipse">
              <a:avLst/>
            </a:prstGeom>
            <a:solidFill>
              <a:srgbClr val="FF0000"/>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6334" name="Oval 12">
              <a:extLst>
                <a:ext uri="{FF2B5EF4-FFF2-40B4-BE49-F238E27FC236}">
                  <a16:creationId xmlns:a16="http://schemas.microsoft.com/office/drawing/2014/main" id="{D2C14D6B-E5B7-4F07-97DB-E09B7FB34B19}"/>
                </a:ext>
              </a:extLst>
            </p:cNvPr>
            <p:cNvSpPr>
              <a:spLocks noChangeArrowheads="1"/>
            </p:cNvSpPr>
            <p:nvPr/>
          </p:nvSpPr>
          <p:spPr bwMode="auto">
            <a:xfrm>
              <a:off x="3264" y="2016"/>
              <a:ext cx="48" cy="48"/>
            </a:xfrm>
            <a:prstGeom prst="ellipse">
              <a:avLst/>
            </a:prstGeom>
            <a:solidFill>
              <a:srgbClr val="FF0000"/>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6335" name="Text Box 13">
              <a:extLst>
                <a:ext uri="{FF2B5EF4-FFF2-40B4-BE49-F238E27FC236}">
                  <a16:creationId xmlns:a16="http://schemas.microsoft.com/office/drawing/2014/main" id="{7CEA1875-FA6C-4CBA-9F79-6085010F94E4}"/>
                </a:ext>
              </a:extLst>
            </p:cNvPr>
            <p:cNvSpPr txBox="1">
              <a:spLocks noChangeArrowheads="1"/>
            </p:cNvSpPr>
            <p:nvPr/>
          </p:nvSpPr>
          <p:spPr bwMode="auto">
            <a:xfrm>
              <a:off x="1584" y="1920"/>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x</a:t>
              </a:r>
              <a:endParaRPr lang="en-US" altLang="zh-CN" baseline="-25000" dirty="0">
                <a:ea typeface="华文中宋" panose="02010600040101010101" pitchFamily="2" charset="-122"/>
              </a:endParaRPr>
            </a:p>
          </p:txBody>
        </p:sp>
        <p:sp>
          <p:nvSpPr>
            <p:cNvPr id="56336" name="Text Box 14">
              <a:extLst>
                <a:ext uri="{FF2B5EF4-FFF2-40B4-BE49-F238E27FC236}">
                  <a16:creationId xmlns:a16="http://schemas.microsoft.com/office/drawing/2014/main" id="{6AA6D783-82AF-4871-956D-76981BB61A6E}"/>
                </a:ext>
              </a:extLst>
            </p:cNvPr>
            <p:cNvSpPr txBox="1">
              <a:spLocks noChangeArrowheads="1"/>
            </p:cNvSpPr>
            <p:nvPr/>
          </p:nvSpPr>
          <p:spPr bwMode="auto">
            <a:xfrm>
              <a:off x="3264"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f(x)</a:t>
              </a:r>
              <a:endParaRPr lang="en-US" altLang="zh-CN" baseline="-25000" dirty="0">
                <a:ea typeface="华文中宋" panose="02010600040101010101" pitchFamily="2" charset="-122"/>
              </a:endParaRPr>
            </a:p>
          </p:txBody>
        </p:sp>
        <p:cxnSp>
          <p:nvCxnSpPr>
            <p:cNvPr id="56337" name="AutoShape 15">
              <a:extLst>
                <a:ext uri="{FF2B5EF4-FFF2-40B4-BE49-F238E27FC236}">
                  <a16:creationId xmlns:a16="http://schemas.microsoft.com/office/drawing/2014/main" id="{3AE5DEE0-A80E-403F-9860-BFAEBBD929DB}"/>
                </a:ext>
              </a:extLst>
            </p:cNvPr>
            <p:cNvCxnSpPr>
              <a:cxnSpLocks noChangeShapeType="1"/>
              <a:stCxn id="56335" idx="1"/>
              <a:endCxn id="56334" idx="3"/>
            </p:cNvCxnSpPr>
            <p:nvPr/>
          </p:nvCxnSpPr>
          <p:spPr bwMode="auto">
            <a:xfrm rot="10800000" flipH="1">
              <a:off x="1584" y="2057"/>
              <a:ext cx="1687" cy="7"/>
            </a:xfrm>
            <a:prstGeom prst="curvedConnector4">
              <a:avLst>
                <a:gd name="adj1" fmla="val -8537"/>
                <a:gd name="adj2" fmla="val -4114287"/>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6338" name="Rectangle 16">
              <a:extLst>
                <a:ext uri="{FF2B5EF4-FFF2-40B4-BE49-F238E27FC236}">
                  <a16:creationId xmlns:a16="http://schemas.microsoft.com/office/drawing/2014/main" id="{3E76F6D8-07F4-4B59-BF40-6836FE4EFC4C}"/>
                </a:ext>
              </a:extLst>
            </p:cNvPr>
            <p:cNvSpPr>
              <a:spLocks noChangeArrowheads="1"/>
            </p:cNvSpPr>
            <p:nvPr/>
          </p:nvSpPr>
          <p:spPr bwMode="auto">
            <a:xfrm>
              <a:off x="4272" y="1632"/>
              <a:ext cx="864" cy="528"/>
            </a:xfrm>
            <a:prstGeom prst="rect">
              <a:avLst/>
            </a:prstGeom>
            <a:solidFill>
              <a:schemeClr val="accent1"/>
            </a:solidFill>
            <a:ln w="9525">
              <a:solidFill>
                <a:schemeClr val="tx1"/>
              </a:solidFill>
              <a:miter lim="800000"/>
              <a:headEnd/>
              <a:tailEnd/>
            </a:ln>
          </p:spPr>
          <p:txBody>
            <a:bodyPr wrap="none" anchor="b" anchorCtr="1"/>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华文中宋" panose="02010600040101010101" pitchFamily="2" charset="-122"/>
                </a:rPr>
                <a:t>N</a:t>
              </a:r>
            </a:p>
          </p:txBody>
        </p:sp>
        <p:sp>
          <p:nvSpPr>
            <p:cNvPr id="56339" name="Oval 17">
              <a:extLst>
                <a:ext uri="{FF2B5EF4-FFF2-40B4-BE49-F238E27FC236}">
                  <a16:creationId xmlns:a16="http://schemas.microsoft.com/office/drawing/2014/main" id="{7F5E78B3-AF70-40D9-B9B8-F93C3D6FF565}"/>
                </a:ext>
              </a:extLst>
            </p:cNvPr>
            <p:cNvSpPr>
              <a:spLocks noChangeArrowheads="1"/>
            </p:cNvSpPr>
            <p:nvPr/>
          </p:nvSpPr>
          <p:spPr bwMode="auto">
            <a:xfrm>
              <a:off x="4464" y="1920"/>
              <a:ext cx="48" cy="48"/>
            </a:xfrm>
            <a:prstGeom prst="ellipse">
              <a:avLst/>
            </a:prstGeom>
            <a:solidFill>
              <a:srgbClr val="FF0000"/>
            </a:solidFill>
            <a:ln w="9525">
              <a:solidFill>
                <a:schemeClr val="tx1"/>
              </a:solidFill>
              <a:round/>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sp>
          <p:nvSpPr>
            <p:cNvPr id="56340" name="Text Box 18">
              <a:extLst>
                <a:ext uri="{FF2B5EF4-FFF2-40B4-BE49-F238E27FC236}">
                  <a16:creationId xmlns:a16="http://schemas.microsoft.com/office/drawing/2014/main" id="{DC2F220F-0C26-4BAA-9734-4059E737AC14}"/>
                </a:ext>
              </a:extLst>
            </p:cNvPr>
            <p:cNvSpPr txBox="1">
              <a:spLocks noChangeArrowheads="1"/>
            </p:cNvSpPr>
            <p:nvPr/>
          </p:nvSpPr>
          <p:spPr bwMode="auto">
            <a:xfrm>
              <a:off x="2448" y="230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g(n)</a:t>
              </a:r>
              <a:endParaRPr lang="en-US" altLang="zh-CN" baseline="-25000" dirty="0">
                <a:ea typeface="华文中宋" panose="02010600040101010101" pitchFamily="2" charset="-122"/>
              </a:endParaRPr>
            </a:p>
          </p:txBody>
        </p:sp>
        <p:sp>
          <p:nvSpPr>
            <p:cNvPr id="56341" name="AutoShape 19">
              <a:extLst>
                <a:ext uri="{FF2B5EF4-FFF2-40B4-BE49-F238E27FC236}">
                  <a16:creationId xmlns:a16="http://schemas.microsoft.com/office/drawing/2014/main" id="{07CC61BC-F6D6-4F88-B29F-EB10156B6E88}"/>
                </a:ext>
              </a:extLst>
            </p:cNvPr>
            <p:cNvSpPr>
              <a:spLocks noChangeArrowheads="1"/>
            </p:cNvSpPr>
            <p:nvPr/>
          </p:nvSpPr>
          <p:spPr bwMode="auto">
            <a:xfrm>
              <a:off x="480" y="2784"/>
              <a:ext cx="1440" cy="240"/>
            </a:xfrm>
            <a:prstGeom prst="wedgeRectCallout">
              <a:avLst>
                <a:gd name="adj1" fmla="val 79583"/>
                <a:gd name="adj2" fmla="val -467500"/>
              </a:avLst>
            </a:prstGeom>
            <a:solidFill>
              <a:srgbClr val="FF99CC"/>
            </a:solidFill>
            <a:ln w="9525">
              <a:solidFill>
                <a:schemeClr val="tx1"/>
              </a:solidFill>
              <a:miter lim="800000"/>
              <a:headEnd/>
              <a:tailEnd/>
            </a:ln>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dirty="0">
                  <a:ea typeface="华文中宋" panose="02010600040101010101" pitchFamily="2" charset="-122"/>
                </a:rPr>
                <a:t>f(x)</a:t>
              </a:r>
              <a:r>
                <a:rPr lang="zh-CN" altLang="en-US" sz="2000" dirty="0">
                  <a:ea typeface="华文中宋" panose="02010600040101010101" pitchFamily="2" charset="-122"/>
                </a:rPr>
                <a:t>未必是多项式</a:t>
              </a:r>
            </a:p>
          </p:txBody>
        </p:sp>
        <p:sp>
          <p:nvSpPr>
            <p:cNvPr id="56342" name="Text Box 20">
              <a:extLst>
                <a:ext uri="{FF2B5EF4-FFF2-40B4-BE49-F238E27FC236}">
                  <a16:creationId xmlns:a16="http://schemas.microsoft.com/office/drawing/2014/main" id="{737B3BDE-3902-4E04-B6F2-386100BCA15A}"/>
                </a:ext>
              </a:extLst>
            </p:cNvPr>
            <p:cNvSpPr txBox="1">
              <a:spLocks noChangeArrowheads="1"/>
            </p:cNvSpPr>
            <p:nvPr/>
          </p:nvSpPr>
          <p:spPr bwMode="auto">
            <a:xfrm>
              <a:off x="4080" y="220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dirty="0">
                  <a:ea typeface="华文中宋" panose="02010600040101010101" pitchFamily="2" charset="-122"/>
                </a:rPr>
                <a:t>h(n)</a:t>
              </a:r>
              <a:endParaRPr lang="en-US" altLang="zh-CN" baseline="-25000" dirty="0">
                <a:ea typeface="华文中宋" panose="02010600040101010101" pitchFamily="2" charset="-122"/>
              </a:endParaRPr>
            </a:p>
          </p:txBody>
        </p:sp>
        <p:sp>
          <p:nvSpPr>
            <p:cNvPr id="56343" name="AutoShape 21">
              <a:extLst>
                <a:ext uri="{FF2B5EF4-FFF2-40B4-BE49-F238E27FC236}">
                  <a16:creationId xmlns:a16="http://schemas.microsoft.com/office/drawing/2014/main" id="{8E8C56D3-56F8-4379-BAB8-62E5BD2ADE2F}"/>
                </a:ext>
              </a:extLst>
            </p:cNvPr>
            <p:cNvSpPr>
              <a:spLocks noChangeArrowheads="1"/>
            </p:cNvSpPr>
            <p:nvPr/>
          </p:nvSpPr>
          <p:spPr bwMode="auto">
            <a:xfrm>
              <a:off x="3888" y="1872"/>
              <a:ext cx="528" cy="578"/>
            </a:xfrm>
            <a:prstGeom prst="rightArrow">
              <a:avLst>
                <a:gd name="adj1" fmla="val 50000"/>
                <a:gd name="adj2" fmla="val 275000"/>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dirty="0">
                <a:ea typeface="华文中宋" panose="02010600040101010101" pitchFamily="2" charset="-122"/>
              </a:endParaRPr>
            </a:p>
          </p:txBody>
        </p:sp>
      </p:grpSp>
      <p:sp>
        <p:nvSpPr>
          <p:cNvPr id="219158" name="Rectangle 22">
            <a:extLst>
              <a:ext uri="{FF2B5EF4-FFF2-40B4-BE49-F238E27FC236}">
                <a16:creationId xmlns:a16="http://schemas.microsoft.com/office/drawing/2014/main" id="{D01B986B-3148-4866-B4FD-37F4509100F3}"/>
              </a:ext>
            </a:extLst>
          </p:cNvPr>
          <p:cNvSpPr>
            <a:spLocks noChangeArrowheads="1"/>
          </p:cNvSpPr>
          <p:nvPr/>
        </p:nvSpPr>
        <p:spPr bwMode="auto">
          <a:xfrm>
            <a:off x="685800" y="4953000"/>
            <a:ext cx="7772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dirty="0">
                <a:latin typeface="华文中宋" panose="02010600040101010101" pitchFamily="2" charset="-122"/>
                <a:ea typeface="华文中宋" panose="02010600040101010101" pitchFamily="2" charset="-122"/>
              </a:rPr>
              <a:t>性质：（</a:t>
            </a:r>
            <a:r>
              <a:rPr kumimoji="0" lang="en-US" altLang="zh-CN" sz="2800" dirty="0">
                <a:latin typeface="华文中宋" panose="02010600040101010101" pitchFamily="2" charset="-122"/>
                <a:ea typeface="华文中宋" panose="02010600040101010101" pitchFamily="2" charset="-122"/>
              </a:rPr>
              <a:t>1</a:t>
            </a:r>
            <a:r>
              <a:rPr kumimoji="0" lang="zh-CN" altLang="en-US" sz="2800" dirty="0">
                <a:latin typeface="华文中宋" panose="02010600040101010101" pitchFamily="2" charset="-122"/>
                <a:ea typeface="华文中宋" panose="02010600040101010101" pitchFamily="2" charset="-122"/>
              </a:rPr>
              <a:t>）</a:t>
            </a:r>
            <a:r>
              <a:rPr kumimoji="0" lang="en-US" altLang="zh-CN" sz="2800" dirty="0">
                <a:latin typeface="华文中宋" panose="02010600040101010101" pitchFamily="2" charset="-122"/>
                <a:ea typeface="华文中宋" panose="02010600040101010101" pitchFamily="2" charset="-122"/>
              </a:rPr>
              <a:t>A∝</a:t>
            </a:r>
            <a:r>
              <a:rPr kumimoji="0" lang="en-US" altLang="zh-CN" sz="2800" baseline="-30000" dirty="0">
                <a:latin typeface="华文中宋" panose="02010600040101010101" pitchFamily="2" charset="-122"/>
                <a:ea typeface="华文中宋" panose="02010600040101010101" pitchFamily="2" charset="-122"/>
              </a:rPr>
              <a:t>P</a:t>
            </a:r>
            <a:r>
              <a:rPr kumimoji="0" lang="en-US" altLang="zh-CN" sz="2800" dirty="0">
                <a:latin typeface="华文中宋" panose="02010600040101010101" pitchFamily="2" charset="-122"/>
                <a:ea typeface="华文中宋" panose="02010600040101010101" pitchFamily="2" charset="-122"/>
              </a:rPr>
              <a:t>A</a:t>
            </a:r>
            <a:r>
              <a:rPr kumimoji="0" lang="zh-CN" altLang="en-US" sz="2800" dirty="0">
                <a:latin typeface="华文中宋" panose="02010600040101010101" pitchFamily="2" charset="-122"/>
                <a:ea typeface="华文中宋" panose="02010600040101010101" pitchFamily="2" charset="-122"/>
              </a:rPr>
              <a:t>，</a:t>
            </a:r>
          </a:p>
          <a:p>
            <a:pPr eaLnBrk="1" hangingPunct="1"/>
            <a:r>
              <a:rPr kumimoji="0" lang="zh-CN" altLang="en-US" sz="2800" dirty="0">
                <a:latin typeface="华文中宋" panose="02010600040101010101" pitchFamily="2" charset="-122"/>
                <a:ea typeface="华文中宋" panose="02010600040101010101" pitchFamily="2" charset="-122"/>
              </a:rPr>
              <a:t>      （</a:t>
            </a:r>
            <a:r>
              <a:rPr kumimoji="0" lang="en-US" altLang="zh-CN" sz="2800" dirty="0">
                <a:latin typeface="华文中宋" panose="02010600040101010101" pitchFamily="2" charset="-122"/>
                <a:ea typeface="华文中宋" panose="02010600040101010101" pitchFamily="2" charset="-122"/>
              </a:rPr>
              <a:t>2</a:t>
            </a:r>
            <a:r>
              <a:rPr kumimoji="0" lang="zh-CN" altLang="en-US" sz="2800" dirty="0">
                <a:latin typeface="华文中宋" panose="02010600040101010101" pitchFamily="2" charset="-122"/>
                <a:ea typeface="华文中宋" panose="02010600040101010101" pitchFamily="2" charset="-122"/>
              </a:rPr>
              <a:t>）若</a:t>
            </a:r>
            <a:r>
              <a:rPr kumimoji="0" lang="en-US" altLang="zh-CN" sz="2800" dirty="0">
                <a:latin typeface="华文中宋" panose="02010600040101010101" pitchFamily="2" charset="-122"/>
                <a:ea typeface="华文中宋" panose="02010600040101010101" pitchFamily="2" charset="-122"/>
              </a:rPr>
              <a:t>A∝</a:t>
            </a:r>
            <a:r>
              <a:rPr kumimoji="0" lang="en-US" altLang="zh-CN" sz="2800" baseline="-30000" dirty="0">
                <a:latin typeface="华文中宋" panose="02010600040101010101" pitchFamily="2" charset="-122"/>
                <a:ea typeface="华文中宋" panose="02010600040101010101" pitchFamily="2" charset="-122"/>
              </a:rPr>
              <a:t>P</a:t>
            </a:r>
            <a:r>
              <a:rPr kumimoji="0" lang="en-US" altLang="zh-CN" sz="2800" dirty="0">
                <a:latin typeface="华文中宋" panose="02010600040101010101" pitchFamily="2" charset="-122"/>
                <a:ea typeface="华文中宋" panose="02010600040101010101" pitchFamily="2" charset="-122"/>
              </a:rPr>
              <a:t>B</a:t>
            </a:r>
            <a:r>
              <a:rPr kumimoji="0" lang="zh-CN" altLang="en-US" sz="2800" dirty="0">
                <a:latin typeface="华文中宋" panose="02010600040101010101" pitchFamily="2" charset="-122"/>
                <a:ea typeface="华文中宋" panose="02010600040101010101" pitchFamily="2" charset="-122"/>
              </a:rPr>
              <a:t>，</a:t>
            </a:r>
            <a:r>
              <a:rPr kumimoji="0" lang="en-US" altLang="zh-CN" sz="2800" dirty="0">
                <a:latin typeface="华文中宋" panose="02010600040101010101" pitchFamily="2" charset="-122"/>
                <a:ea typeface="华文中宋" panose="02010600040101010101" pitchFamily="2" charset="-122"/>
              </a:rPr>
              <a:t>B∝</a:t>
            </a:r>
            <a:r>
              <a:rPr kumimoji="0" lang="en-US" altLang="zh-CN" sz="2800" baseline="-30000" dirty="0">
                <a:latin typeface="华文中宋" panose="02010600040101010101" pitchFamily="2" charset="-122"/>
                <a:ea typeface="华文中宋" panose="02010600040101010101" pitchFamily="2" charset="-122"/>
              </a:rPr>
              <a:t>P</a:t>
            </a:r>
            <a:r>
              <a:rPr kumimoji="0" lang="en-US" altLang="zh-CN" sz="2800" dirty="0">
                <a:latin typeface="华文中宋" panose="02010600040101010101" pitchFamily="2" charset="-122"/>
                <a:ea typeface="华文中宋" panose="02010600040101010101" pitchFamily="2" charset="-122"/>
              </a:rPr>
              <a:t>C</a:t>
            </a:r>
            <a:r>
              <a:rPr kumimoji="0" lang="zh-CN" altLang="en-US" sz="2800" dirty="0">
                <a:latin typeface="华文中宋" panose="02010600040101010101" pitchFamily="2" charset="-122"/>
                <a:ea typeface="华文中宋" panose="02010600040101010101" pitchFamily="2" charset="-122"/>
              </a:rPr>
              <a:t>，则</a:t>
            </a:r>
            <a:r>
              <a:rPr kumimoji="0" lang="en-US" altLang="zh-CN" sz="2800" dirty="0">
                <a:latin typeface="华文中宋" panose="02010600040101010101" pitchFamily="2" charset="-122"/>
                <a:ea typeface="华文中宋" panose="02010600040101010101" pitchFamily="2" charset="-122"/>
              </a:rPr>
              <a:t>A∝</a:t>
            </a:r>
            <a:r>
              <a:rPr kumimoji="0" lang="en-US" altLang="zh-CN" sz="2800" baseline="-30000" dirty="0">
                <a:latin typeface="华文中宋" panose="02010600040101010101" pitchFamily="2" charset="-122"/>
                <a:ea typeface="华文中宋" panose="02010600040101010101" pitchFamily="2" charset="-122"/>
              </a:rPr>
              <a:t>P</a:t>
            </a:r>
            <a:r>
              <a:rPr kumimoji="0" lang="en-US" altLang="zh-CN" sz="2800" dirty="0">
                <a:latin typeface="华文中宋" panose="02010600040101010101" pitchFamily="2" charset="-122"/>
                <a:ea typeface="华文中宋" panose="02010600040101010101" pitchFamily="2" charset="-122"/>
              </a:rPr>
              <a:t>C</a:t>
            </a:r>
          </a:p>
        </p:txBody>
      </p:sp>
      <p:sp>
        <p:nvSpPr>
          <p:cNvPr id="219159" name="Text Box 23">
            <a:extLst>
              <a:ext uri="{FF2B5EF4-FFF2-40B4-BE49-F238E27FC236}">
                <a16:creationId xmlns:a16="http://schemas.microsoft.com/office/drawing/2014/main" id="{1687DAD4-BD4A-4714-9714-6E35F7E77C08}"/>
              </a:ext>
            </a:extLst>
          </p:cNvPr>
          <p:cNvSpPr txBox="1">
            <a:spLocks noChangeArrowheads="1"/>
          </p:cNvSpPr>
          <p:nvPr/>
        </p:nvSpPr>
        <p:spPr bwMode="auto">
          <a:xfrm>
            <a:off x="7772400" y="4695825"/>
            <a:ext cx="685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solidFill>
                  <a:schemeClr val="tx2"/>
                </a:solidFill>
                <a:latin typeface="华文中宋" panose="02010600040101010101" pitchFamily="2" charset="-122"/>
                <a:ea typeface="华文中宋" panose="02010600040101010101" pitchFamily="2" charset="-122"/>
              </a:rPr>
              <a:t>记住结论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19158"/>
                                        </p:tgtEl>
                                        <p:attrNameLst>
                                          <p:attrName>style.visibility</p:attrName>
                                        </p:attrNameLst>
                                      </p:cBhvr>
                                      <p:to>
                                        <p:strVal val="visible"/>
                                      </p:to>
                                    </p:set>
                                    <p:anim calcmode="lin" valueType="num">
                                      <p:cBhvr additive="base">
                                        <p:cTn id="13" dur="500" fill="hold"/>
                                        <p:tgtEl>
                                          <p:spTgt spid="219158"/>
                                        </p:tgtEl>
                                        <p:attrNameLst>
                                          <p:attrName>ppt_x</p:attrName>
                                        </p:attrNameLst>
                                      </p:cBhvr>
                                      <p:tavLst>
                                        <p:tav tm="0">
                                          <p:val>
                                            <p:strVal val="0-#ppt_w/2"/>
                                          </p:val>
                                        </p:tav>
                                        <p:tav tm="100000">
                                          <p:val>
                                            <p:strVal val="#ppt_x"/>
                                          </p:val>
                                        </p:tav>
                                      </p:tavLst>
                                    </p:anim>
                                    <p:anim calcmode="lin" valueType="num">
                                      <p:cBhvr additive="base">
                                        <p:cTn id="14" dur="500" fill="hold"/>
                                        <p:tgtEl>
                                          <p:spTgt spid="219158"/>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19159"/>
                                        </p:tgtEl>
                                        <p:attrNameLst>
                                          <p:attrName>style.visibility</p:attrName>
                                        </p:attrNameLst>
                                      </p:cBhvr>
                                      <p:to>
                                        <p:strVal val="visible"/>
                                      </p:to>
                                    </p:set>
                                    <p:anim calcmode="lin" valueType="num">
                                      <p:cBhvr additive="base">
                                        <p:cTn id="19" dur="500" fill="hold"/>
                                        <p:tgtEl>
                                          <p:spTgt spid="219159"/>
                                        </p:tgtEl>
                                        <p:attrNameLst>
                                          <p:attrName>ppt_x</p:attrName>
                                        </p:attrNameLst>
                                      </p:cBhvr>
                                      <p:tavLst>
                                        <p:tav tm="0">
                                          <p:val>
                                            <p:strVal val="0-#ppt_w/2"/>
                                          </p:val>
                                        </p:tav>
                                        <p:tav tm="100000">
                                          <p:val>
                                            <p:strVal val="#ppt_x"/>
                                          </p:val>
                                        </p:tav>
                                      </p:tavLst>
                                    </p:anim>
                                    <p:anim calcmode="lin" valueType="num">
                                      <p:cBhvr additive="base">
                                        <p:cTn id="20" dur="500" fill="hold"/>
                                        <p:tgtEl>
                                          <p:spTgt spid="21915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58" grpId="0" autoUpdateAnimBg="0"/>
      <p:bldP spid="219159"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01" name="Rectangle 2">
            <a:extLst>
              <a:ext uri="{FF2B5EF4-FFF2-40B4-BE49-F238E27FC236}">
                <a16:creationId xmlns:a16="http://schemas.microsoft.com/office/drawing/2014/main" id="{1C325979-E4A5-41A2-80A3-E82C79D0AA2D}"/>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3600" dirty="0">
                <a:latin typeface="华文中宋" panose="02010600040101010101" pitchFamily="2" charset="-122"/>
                <a:ea typeface="华文中宋" panose="02010600040101010101" pitchFamily="2" charset="-122"/>
              </a:rPr>
              <a:t>4</a:t>
            </a:r>
            <a:r>
              <a:rPr lang="zh-CN" altLang="en-US" sz="3600" dirty="0">
                <a:latin typeface="华文中宋" panose="02010600040101010101" pitchFamily="2" charset="-122"/>
                <a:ea typeface="华文中宋" panose="02010600040101010101" pitchFamily="2" charset="-122"/>
              </a:rPr>
              <a:t>、多项式时间变换的有关定理</a:t>
            </a:r>
          </a:p>
        </p:txBody>
      </p:sp>
      <p:grpSp>
        <p:nvGrpSpPr>
          <p:cNvPr id="2" name="Group 4">
            <a:extLst>
              <a:ext uri="{FF2B5EF4-FFF2-40B4-BE49-F238E27FC236}">
                <a16:creationId xmlns:a16="http://schemas.microsoft.com/office/drawing/2014/main" id="{7B834B33-897F-45B6-9DEB-493F544694D5}"/>
              </a:ext>
            </a:extLst>
          </p:cNvPr>
          <p:cNvGrpSpPr>
            <a:grpSpLocks/>
          </p:cNvGrpSpPr>
          <p:nvPr/>
        </p:nvGrpSpPr>
        <p:grpSpPr bwMode="auto">
          <a:xfrm>
            <a:off x="228600" y="2055813"/>
            <a:ext cx="8839200" cy="1373187"/>
            <a:chOff x="96" y="1344"/>
            <a:chExt cx="5568" cy="865"/>
          </a:xfrm>
        </p:grpSpPr>
        <p:sp>
          <p:nvSpPr>
            <p:cNvPr id="4105" name="Text Box 5">
              <a:extLst>
                <a:ext uri="{FF2B5EF4-FFF2-40B4-BE49-F238E27FC236}">
                  <a16:creationId xmlns:a16="http://schemas.microsoft.com/office/drawing/2014/main" id="{BB50205D-5E7A-44B4-9A81-9CB95AFF982F}"/>
                </a:ext>
              </a:extLst>
            </p:cNvPr>
            <p:cNvSpPr txBox="1">
              <a:spLocks noChangeArrowheads="1"/>
            </p:cNvSpPr>
            <p:nvPr/>
          </p:nvSpPr>
          <p:spPr bwMode="auto">
            <a:xfrm>
              <a:off x="96" y="1344"/>
              <a:ext cx="5568"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en-US" altLang="zh-CN" b="1" dirty="0">
                  <a:latin typeface="华文中宋" panose="02010600040101010101" pitchFamily="2" charset="-122"/>
                  <a:ea typeface="华文中宋" panose="02010600040101010101" pitchFamily="2" charset="-122"/>
                </a:rPr>
                <a:t>    </a:t>
              </a:r>
              <a:r>
                <a:rPr kumimoji="0" lang="zh-CN" altLang="en-US" sz="2800" b="1" dirty="0">
                  <a:latin typeface="华文中宋" panose="02010600040101010101" pitchFamily="2" charset="-122"/>
                  <a:ea typeface="华文中宋" panose="02010600040101010101" pitchFamily="2" charset="-122"/>
                </a:rPr>
                <a:t>定理</a:t>
              </a:r>
              <a:r>
                <a:rPr kumimoji="0" lang="en-US" altLang="zh-CN" sz="2800" b="1" dirty="0">
                  <a:latin typeface="华文中宋" panose="02010600040101010101" pitchFamily="2" charset="-122"/>
                  <a:ea typeface="华文中宋" panose="02010600040101010101" pitchFamily="2" charset="-122"/>
                </a:rPr>
                <a:t>9-2</a:t>
              </a:r>
              <a:r>
                <a:rPr kumimoji="0" lang="zh-CN" altLang="en-US" sz="2800" dirty="0">
                  <a:latin typeface="华文中宋" panose="02010600040101010101" pitchFamily="2" charset="-122"/>
                  <a:ea typeface="华文中宋" panose="02010600040101010101" pitchFamily="2" charset="-122"/>
                </a:rPr>
                <a:t>：设</a:t>
              </a:r>
              <a:r>
                <a:rPr kumimoji="0" lang="en-US" altLang="zh-CN" sz="2800" dirty="0">
                  <a:latin typeface="华文中宋" panose="02010600040101010101" pitchFamily="2" charset="-122"/>
                  <a:ea typeface="华文中宋" panose="02010600040101010101" pitchFamily="2" charset="-122"/>
                </a:rPr>
                <a:t>L</a:t>
              </a:r>
              <a:r>
                <a:rPr kumimoji="0" lang="zh-CN" altLang="en-US" sz="2800" dirty="0">
                  <a:latin typeface="华文中宋" panose="02010600040101010101" pitchFamily="2" charset="-122"/>
                  <a:ea typeface="华文中宋" panose="02010600040101010101" pitchFamily="2" charset="-122"/>
                </a:rPr>
                <a:t>是</a:t>
              </a:r>
              <a:r>
                <a:rPr kumimoji="0" lang="en-US" altLang="zh-CN" sz="2800" dirty="0">
                  <a:latin typeface="华文中宋" panose="02010600040101010101" pitchFamily="2" charset="-122"/>
                  <a:ea typeface="华文中宋" panose="02010600040101010101" pitchFamily="2" charset="-122"/>
                </a:rPr>
                <a:t>NP</a:t>
              </a:r>
              <a:r>
                <a:rPr kumimoji="0" lang="zh-CN" altLang="en-US" sz="2800" dirty="0">
                  <a:latin typeface="华文中宋" panose="02010600040101010101" pitchFamily="2" charset="-122"/>
                  <a:ea typeface="华文中宋" panose="02010600040101010101" pitchFamily="2" charset="-122"/>
                </a:rPr>
                <a:t>完全的，即</a:t>
              </a:r>
              <a:r>
                <a:rPr kumimoji="0" lang="en-US" altLang="zh-CN" sz="2800" dirty="0">
                  <a:latin typeface="华文中宋" panose="02010600040101010101" pitchFamily="2" charset="-122"/>
                  <a:ea typeface="华文中宋" panose="02010600040101010101" pitchFamily="2" charset="-122"/>
                </a:rPr>
                <a:t>L</a:t>
              </a:r>
              <a:r>
                <a:rPr kumimoji="0" lang="en-US" altLang="zh-CN" sz="2800" b="1" dirty="0">
                  <a:latin typeface="华文中宋" panose="02010600040101010101" pitchFamily="2" charset="-122"/>
                  <a:ea typeface="华文中宋" panose="02010600040101010101" pitchFamily="2" charset="-122"/>
                </a:rPr>
                <a:t>∈NPC</a:t>
              </a:r>
              <a:r>
                <a:rPr kumimoji="0" lang="zh-CN" altLang="en-US" sz="2800" b="1" dirty="0">
                  <a:latin typeface="华文中宋" panose="02010600040101010101" pitchFamily="2" charset="-122"/>
                  <a:ea typeface="华文中宋" panose="02010600040101010101" pitchFamily="2" charset="-122"/>
                </a:rPr>
                <a:t>，</a:t>
              </a:r>
              <a:r>
                <a:rPr kumimoji="0" lang="zh-CN" altLang="en-US" sz="2800" dirty="0">
                  <a:latin typeface="华文中宋" panose="02010600040101010101" pitchFamily="2" charset="-122"/>
                  <a:ea typeface="华文中宋" panose="02010600040101010101" pitchFamily="2" charset="-122"/>
                </a:rPr>
                <a:t>则</a:t>
              </a:r>
            </a:p>
            <a:p>
              <a:pPr eaLnBrk="1" hangingPunct="1"/>
              <a:r>
                <a:rPr kumimoji="0" lang="zh-CN" altLang="en-US" sz="2800" dirty="0">
                  <a:latin typeface="华文中宋" panose="02010600040101010101" pitchFamily="2" charset="-122"/>
                  <a:ea typeface="华文中宋" panose="02010600040101010101" pitchFamily="2" charset="-122"/>
                </a:rPr>
                <a:t>    </a:t>
              </a:r>
              <a:r>
                <a:rPr kumimoji="0" lang="en-US" altLang="zh-CN" sz="2800" dirty="0">
                  <a:latin typeface="华文中宋" panose="02010600040101010101" pitchFamily="2" charset="-122"/>
                  <a:ea typeface="华文中宋" panose="02010600040101010101" pitchFamily="2" charset="-122"/>
                </a:rPr>
                <a:t>(1)L∈P</a:t>
              </a:r>
              <a:r>
                <a:rPr kumimoji="0" lang="zh-CN" altLang="en-US" sz="2800" dirty="0">
                  <a:latin typeface="华文中宋" panose="02010600040101010101" pitchFamily="2" charset="-122"/>
                  <a:ea typeface="华文中宋" panose="02010600040101010101" pitchFamily="2" charset="-122"/>
                </a:rPr>
                <a:t>当且仅当</a:t>
              </a:r>
              <a:r>
                <a:rPr kumimoji="0" lang="en-US" altLang="zh-CN" sz="2800" dirty="0">
                  <a:latin typeface="华文中宋" panose="02010600040101010101" pitchFamily="2" charset="-122"/>
                  <a:ea typeface="华文中宋" panose="02010600040101010101" pitchFamily="2" charset="-122"/>
                </a:rPr>
                <a:t>P</a:t>
              </a:r>
              <a:r>
                <a:rPr kumimoji="0" lang="zh-CN" altLang="en-US" sz="2800" dirty="0">
                  <a:latin typeface="华文中宋" panose="02010600040101010101" pitchFamily="2" charset="-122"/>
                  <a:ea typeface="华文中宋" panose="02010600040101010101" pitchFamily="2" charset="-122"/>
                </a:rPr>
                <a:t>＝</a:t>
              </a:r>
              <a:r>
                <a:rPr kumimoji="0" lang="en-US" altLang="zh-CN" sz="2800" dirty="0">
                  <a:latin typeface="华文中宋" panose="02010600040101010101" pitchFamily="2" charset="-122"/>
                  <a:ea typeface="华文中宋" panose="02010600040101010101" pitchFamily="2" charset="-122"/>
                </a:rPr>
                <a:t>NP</a:t>
              </a:r>
              <a:r>
                <a:rPr kumimoji="0" lang="zh-CN" altLang="en-US" sz="2800" dirty="0">
                  <a:latin typeface="华文中宋" panose="02010600040101010101" pitchFamily="2" charset="-122"/>
                  <a:ea typeface="华文中宋" panose="02010600040101010101" pitchFamily="2" charset="-122"/>
                </a:rPr>
                <a:t>；</a:t>
              </a:r>
            </a:p>
            <a:p>
              <a:pPr eaLnBrk="1" hangingPunct="1"/>
              <a:r>
                <a:rPr kumimoji="0" lang="zh-CN" altLang="en-US" sz="2800" dirty="0">
                  <a:latin typeface="华文中宋" panose="02010600040101010101" pitchFamily="2" charset="-122"/>
                  <a:ea typeface="华文中宋" panose="02010600040101010101" pitchFamily="2" charset="-122"/>
                </a:rPr>
                <a:t>    </a:t>
              </a:r>
              <a:r>
                <a:rPr kumimoji="0" lang="en-US" altLang="zh-CN" sz="2800" dirty="0">
                  <a:latin typeface="华文中宋" panose="02010600040101010101" pitchFamily="2" charset="-122"/>
                  <a:ea typeface="华文中宋" panose="02010600040101010101" pitchFamily="2" charset="-122"/>
                </a:rPr>
                <a:t>(2)</a:t>
              </a:r>
              <a:r>
                <a:rPr kumimoji="0" lang="zh-CN" altLang="en-US" sz="2800" dirty="0">
                  <a:latin typeface="华文中宋" panose="02010600040101010101" pitchFamily="2" charset="-122"/>
                  <a:ea typeface="华文中宋" panose="02010600040101010101" pitchFamily="2" charset="-122"/>
                </a:rPr>
                <a:t>若</a:t>
              </a:r>
              <a:r>
                <a:rPr kumimoji="0" lang="en-US" altLang="zh-CN" sz="2800" dirty="0" err="1">
                  <a:latin typeface="华文中宋" panose="02010600040101010101" pitchFamily="2" charset="-122"/>
                  <a:ea typeface="华文中宋" panose="02010600040101010101" pitchFamily="2" charset="-122"/>
                </a:rPr>
                <a:t>L∝</a:t>
              </a:r>
              <a:r>
                <a:rPr kumimoji="0" lang="en-US" altLang="zh-CN" sz="2800" baseline="-30000" dirty="0" err="1">
                  <a:latin typeface="华文中宋" panose="02010600040101010101" pitchFamily="2" charset="-122"/>
                  <a:ea typeface="华文中宋" panose="02010600040101010101" pitchFamily="2" charset="-122"/>
                </a:rPr>
                <a:t>p</a:t>
              </a:r>
              <a:r>
                <a:rPr kumimoji="0" lang="en-US" altLang="zh-CN" sz="2800" baseline="-30000" dirty="0">
                  <a:latin typeface="华文中宋" panose="02010600040101010101" pitchFamily="2" charset="-122"/>
                  <a:ea typeface="华文中宋" panose="02010600040101010101" pitchFamily="2" charset="-122"/>
                </a:rPr>
                <a:t>   </a:t>
              </a:r>
              <a:r>
                <a:rPr kumimoji="0" lang="zh-CN" altLang="en-US" sz="2800" dirty="0">
                  <a:latin typeface="华文中宋" panose="02010600040101010101" pitchFamily="2" charset="-122"/>
                  <a:ea typeface="华文中宋" panose="02010600040101010101" pitchFamily="2" charset="-122"/>
                </a:rPr>
                <a:t>，且  ∈</a:t>
              </a:r>
              <a:r>
                <a:rPr kumimoji="0" lang="en-US" altLang="zh-CN" sz="2800" dirty="0">
                  <a:latin typeface="华文中宋" panose="02010600040101010101" pitchFamily="2" charset="-122"/>
                  <a:ea typeface="华文中宋" panose="02010600040101010101" pitchFamily="2" charset="-122"/>
                </a:rPr>
                <a:t>NP</a:t>
              </a:r>
              <a:r>
                <a:rPr kumimoji="0" lang="zh-CN" altLang="en-US" sz="2800" dirty="0">
                  <a:latin typeface="华文中宋" panose="02010600040101010101" pitchFamily="2" charset="-122"/>
                  <a:ea typeface="华文中宋" panose="02010600040101010101" pitchFamily="2" charset="-122"/>
                </a:rPr>
                <a:t>，则  是</a:t>
              </a:r>
              <a:r>
                <a:rPr kumimoji="0" lang="en-US" altLang="zh-CN" sz="2800" dirty="0">
                  <a:latin typeface="华文中宋" panose="02010600040101010101" pitchFamily="2" charset="-122"/>
                  <a:ea typeface="华文中宋" panose="02010600040101010101" pitchFamily="2" charset="-122"/>
                </a:rPr>
                <a:t>NP</a:t>
              </a:r>
              <a:r>
                <a:rPr kumimoji="0" lang="zh-CN" altLang="en-US" sz="2800" dirty="0">
                  <a:latin typeface="华文中宋" panose="02010600040101010101" pitchFamily="2" charset="-122"/>
                  <a:ea typeface="华文中宋" panose="02010600040101010101" pitchFamily="2" charset="-122"/>
                </a:rPr>
                <a:t>完全的。 </a:t>
              </a:r>
            </a:p>
          </p:txBody>
        </p:sp>
        <p:graphicFrame>
          <p:nvGraphicFramePr>
            <p:cNvPr id="4098" name="Object 6">
              <a:extLst>
                <a:ext uri="{FF2B5EF4-FFF2-40B4-BE49-F238E27FC236}">
                  <a16:creationId xmlns:a16="http://schemas.microsoft.com/office/drawing/2014/main" id="{79E29282-4B5A-4924-9803-0528CAA37C0F}"/>
                </a:ext>
              </a:extLst>
            </p:cNvPr>
            <p:cNvGraphicFramePr>
              <a:graphicFrameLocks noChangeAspect="1"/>
            </p:cNvGraphicFramePr>
            <p:nvPr>
              <p:extLst>
                <p:ext uri="{D42A27DB-BD31-4B8C-83A1-F6EECF244321}">
                  <p14:modId xmlns:p14="http://schemas.microsoft.com/office/powerpoint/2010/main" val="2596554259"/>
                </p:ext>
              </p:extLst>
            </p:nvPr>
          </p:nvGraphicFramePr>
          <p:xfrm>
            <a:off x="1385" y="1937"/>
            <a:ext cx="198" cy="240"/>
          </p:xfrm>
          <a:graphic>
            <a:graphicData uri="http://schemas.openxmlformats.org/presentationml/2006/ole">
              <mc:AlternateContent xmlns:mc="http://schemas.openxmlformats.org/markup-compatibility/2006">
                <mc:Choice xmlns:v="urn:schemas-microsoft-com:vml" Requires="v">
                  <p:oleObj r:id="rId2" imgW="177569" imgH="215619" progId="Equation.3">
                    <p:embed/>
                  </p:oleObj>
                </mc:Choice>
                <mc:Fallback>
                  <p:oleObj r:id="rId2" imgW="177569" imgH="215619"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5" y="1937"/>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7">
              <a:extLst>
                <a:ext uri="{FF2B5EF4-FFF2-40B4-BE49-F238E27FC236}">
                  <a16:creationId xmlns:a16="http://schemas.microsoft.com/office/drawing/2014/main" id="{653EC286-89C1-456F-B215-0C5CD3C47016}"/>
                </a:ext>
              </a:extLst>
            </p:cNvPr>
            <p:cNvGraphicFramePr>
              <a:graphicFrameLocks noChangeAspect="1"/>
            </p:cNvGraphicFramePr>
            <p:nvPr>
              <p:extLst>
                <p:ext uri="{D42A27DB-BD31-4B8C-83A1-F6EECF244321}">
                  <p14:modId xmlns:p14="http://schemas.microsoft.com/office/powerpoint/2010/main" val="1061427958"/>
                </p:ext>
              </p:extLst>
            </p:nvPr>
          </p:nvGraphicFramePr>
          <p:xfrm>
            <a:off x="1970" y="1924"/>
            <a:ext cx="198" cy="240"/>
          </p:xfrm>
          <a:graphic>
            <a:graphicData uri="http://schemas.openxmlformats.org/presentationml/2006/ole">
              <mc:AlternateContent xmlns:mc="http://schemas.openxmlformats.org/markup-compatibility/2006">
                <mc:Choice xmlns:v="urn:schemas-microsoft-com:vml" Requires="v">
                  <p:oleObj r:id="rId4" imgW="177569" imgH="215619" progId="Equation.3">
                    <p:embed/>
                  </p:oleObj>
                </mc:Choice>
                <mc:Fallback>
                  <p:oleObj r:id="rId4" imgW="177569" imgH="215619"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 y="1924"/>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8">
              <a:extLst>
                <a:ext uri="{FF2B5EF4-FFF2-40B4-BE49-F238E27FC236}">
                  <a16:creationId xmlns:a16="http://schemas.microsoft.com/office/drawing/2014/main" id="{48EF822A-4CFB-4694-9684-DC10E12ACFCE}"/>
                </a:ext>
              </a:extLst>
            </p:cNvPr>
            <p:cNvGraphicFramePr>
              <a:graphicFrameLocks noChangeAspect="1"/>
            </p:cNvGraphicFramePr>
            <p:nvPr>
              <p:extLst>
                <p:ext uri="{D42A27DB-BD31-4B8C-83A1-F6EECF244321}">
                  <p14:modId xmlns:p14="http://schemas.microsoft.com/office/powerpoint/2010/main" val="1675900255"/>
                </p:ext>
              </p:extLst>
            </p:nvPr>
          </p:nvGraphicFramePr>
          <p:xfrm>
            <a:off x="3104" y="1937"/>
            <a:ext cx="198" cy="240"/>
          </p:xfrm>
          <a:graphic>
            <a:graphicData uri="http://schemas.openxmlformats.org/presentationml/2006/ole">
              <mc:AlternateContent xmlns:mc="http://schemas.openxmlformats.org/markup-compatibility/2006">
                <mc:Choice xmlns:v="urn:schemas-microsoft-com:vml" Requires="v">
                  <p:oleObj r:id="rId5" imgW="177569" imgH="215619" progId="Equation.3">
                    <p:embed/>
                  </p:oleObj>
                </mc:Choice>
                <mc:Fallback>
                  <p:oleObj r:id="rId5" imgW="177569" imgH="215619"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4" y="1937"/>
                          <a:ext cx="19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20169" name="AutoShape 9">
            <a:extLst>
              <a:ext uri="{FF2B5EF4-FFF2-40B4-BE49-F238E27FC236}">
                <a16:creationId xmlns:a16="http://schemas.microsoft.com/office/drawing/2014/main" id="{FF51DF58-BE12-4B63-9506-621F98227686}"/>
              </a:ext>
            </a:extLst>
          </p:cNvPr>
          <p:cNvSpPr>
            <a:spLocks noChangeArrowheads="1"/>
          </p:cNvSpPr>
          <p:nvPr/>
        </p:nvSpPr>
        <p:spPr bwMode="auto">
          <a:xfrm>
            <a:off x="3581400" y="4191000"/>
            <a:ext cx="2438400" cy="2057400"/>
          </a:xfrm>
          <a:prstGeom prst="wedgeRoundRectCallout">
            <a:avLst>
              <a:gd name="adj1" fmla="val -31056"/>
              <a:gd name="adj2" fmla="val -74769"/>
              <a:gd name="adj3" fmla="val 16667"/>
            </a:avLst>
          </a:prstGeom>
          <a:solidFill>
            <a:srgbClr val="FFFF00"/>
          </a:solidFill>
          <a:ln w="6350">
            <a:solidFill>
              <a:schemeClr val="hlink"/>
            </a:solidFill>
            <a:miter lim="800000"/>
            <a:headEnd/>
            <a:tailEnd/>
          </a:ln>
        </p:spPr>
        <p:txBody>
          <a:bodyPr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000" b="1" dirty="0">
                <a:solidFill>
                  <a:schemeClr val="accent2"/>
                </a:solidFill>
                <a:latin typeface="华文中宋" panose="02010600040101010101" pitchFamily="2" charset="-122"/>
                <a:ea typeface="华文中宋" panose="02010600040101010101" pitchFamily="2" charset="-122"/>
              </a:rPr>
              <a:t>定理</a:t>
            </a:r>
            <a:r>
              <a:rPr kumimoji="0" lang="en-US" altLang="zh-CN" sz="2000" b="1" dirty="0">
                <a:solidFill>
                  <a:schemeClr val="accent2"/>
                </a:solidFill>
                <a:latin typeface="华文中宋" panose="02010600040101010101" pitchFamily="2" charset="-122"/>
                <a:ea typeface="华文中宋" panose="02010600040101010101" pitchFamily="2" charset="-122"/>
              </a:rPr>
              <a:t>9-2</a:t>
            </a:r>
            <a:r>
              <a:rPr kumimoji="0" lang="zh-CN" altLang="en-US" sz="2000" b="1" dirty="0">
                <a:solidFill>
                  <a:schemeClr val="accent2"/>
                </a:solidFill>
                <a:latin typeface="华文中宋" panose="02010600040101010101" pitchFamily="2" charset="-122"/>
                <a:ea typeface="华文中宋" panose="02010600040101010101" pitchFamily="2" charset="-122"/>
              </a:rPr>
              <a:t>的</a:t>
            </a:r>
            <a:r>
              <a:rPr kumimoji="0" lang="en-US" altLang="zh-CN" sz="2000" b="1" dirty="0">
                <a:solidFill>
                  <a:schemeClr val="accent2"/>
                </a:solidFill>
                <a:latin typeface="华文中宋" panose="02010600040101010101" pitchFamily="2" charset="-122"/>
                <a:ea typeface="华文中宋" panose="02010600040101010101" pitchFamily="2" charset="-122"/>
              </a:rPr>
              <a:t>(2)</a:t>
            </a:r>
            <a:r>
              <a:rPr kumimoji="0" lang="zh-CN" altLang="en-US" sz="2000" b="1" dirty="0">
                <a:solidFill>
                  <a:schemeClr val="accent2"/>
                </a:solidFill>
                <a:latin typeface="华文中宋" panose="02010600040101010101" pitchFamily="2" charset="-122"/>
                <a:ea typeface="华文中宋" panose="02010600040101010101" pitchFamily="2" charset="-122"/>
              </a:rPr>
              <a:t>可用来证明问题的</a:t>
            </a:r>
            <a:r>
              <a:rPr kumimoji="0" lang="en-US" altLang="zh-CN" sz="2000" b="1" dirty="0">
                <a:solidFill>
                  <a:schemeClr val="accent2"/>
                </a:solidFill>
                <a:latin typeface="华文中宋" panose="02010600040101010101" pitchFamily="2" charset="-122"/>
                <a:ea typeface="华文中宋" panose="02010600040101010101" pitchFamily="2" charset="-122"/>
              </a:rPr>
              <a:t>NP</a:t>
            </a:r>
            <a:r>
              <a:rPr kumimoji="0" lang="zh-CN" altLang="en-US" sz="2000" b="1" dirty="0">
                <a:solidFill>
                  <a:schemeClr val="accent2"/>
                </a:solidFill>
                <a:latin typeface="华文中宋" panose="02010600040101010101" pitchFamily="2" charset="-122"/>
                <a:ea typeface="华文中宋" panose="02010600040101010101" pitchFamily="2" charset="-122"/>
              </a:rPr>
              <a:t>完全性。但前提是：要有第一个</a:t>
            </a:r>
            <a:r>
              <a:rPr kumimoji="0" lang="en-US" altLang="zh-CN" sz="2000" b="1" dirty="0">
                <a:solidFill>
                  <a:schemeClr val="accent2"/>
                </a:solidFill>
                <a:latin typeface="华文中宋" panose="02010600040101010101" pitchFamily="2" charset="-122"/>
                <a:ea typeface="华文中宋" panose="02010600040101010101" pitchFamily="2" charset="-122"/>
              </a:rPr>
              <a:t>NP</a:t>
            </a:r>
            <a:r>
              <a:rPr kumimoji="0" lang="zh-CN" altLang="en-US" sz="2000" b="1" dirty="0">
                <a:solidFill>
                  <a:schemeClr val="accent2"/>
                </a:solidFill>
                <a:latin typeface="华文中宋" panose="02010600040101010101" pitchFamily="2" charset="-122"/>
                <a:ea typeface="华文中宋" panose="02010600040101010101" pitchFamily="2" charset="-122"/>
              </a:rPr>
              <a:t>完全问题</a:t>
            </a:r>
            <a:r>
              <a:rPr kumimoji="0" lang="en-US" altLang="zh-CN" sz="2000" b="1" dirty="0">
                <a:solidFill>
                  <a:schemeClr val="accent2"/>
                </a:solidFill>
                <a:latin typeface="华文中宋" panose="02010600040101010101" pitchFamily="2" charset="-122"/>
                <a:ea typeface="华文中宋" panose="02010600040101010101" pitchFamily="2" charset="-122"/>
              </a:rPr>
              <a:t>L</a:t>
            </a:r>
            <a:r>
              <a:rPr kumimoji="0" lang="zh-CN" altLang="en-US" sz="2000" b="1" dirty="0">
                <a:solidFill>
                  <a:schemeClr val="accent2"/>
                </a:solidFill>
                <a:latin typeface="华文中宋" panose="02010600040101010101" pitchFamily="2" charset="-122"/>
                <a:ea typeface="华文中宋" panose="020106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20169"/>
                                        </p:tgtEl>
                                        <p:attrNameLst>
                                          <p:attrName>style.visibility</p:attrName>
                                        </p:attrNameLst>
                                      </p:cBhvr>
                                      <p:to>
                                        <p:strVal val="visible"/>
                                      </p:to>
                                    </p:set>
                                    <p:anim calcmode="lin" valueType="num">
                                      <p:cBhvr additive="base">
                                        <p:cTn id="12" dur="500" fill="hold"/>
                                        <p:tgtEl>
                                          <p:spTgt spid="220169"/>
                                        </p:tgtEl>
                                        <p:attrNameLst>
                                          <p:attrName>ppt_x</p:attrName>
                                        </p:attrNameLst>
                                      </p:cBhvr>
                                      <p:tavLst>
                                        <p:tav tm="0">
                                          <p:val>
                                            <p:strVal val="#ppt_x"/>
                                          </p:val>
                                        </p:tav>
                                        <p:tav tm="100000">
                                          <p:val>
                                            <p:strVal val="#ppt_x"/>
                                          </p:val>
                                        </p:tav>
                                      </p:tavLst>
                                    </p:anim>
                                    <p:anim calcmode="lin" valueType="num">
                                      <p:cBhvr additive="base">
                                        <p:cTn id="13" dur="500" fill="hold"/>
                                        <p:tgtEl>
                                          <p:spTgt spid="22016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9"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8F6FB0AA-4DF4-4A26-9088-BDD75071A810}"/>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kumimoji="0" lang="en-US" altLang="zh-CN" sz="3600" b="1" dirty="0">
                <a:latin typeface="华文中宋" panose="02010600040101010101" pitchFamily="2" charset="-122"/>
                <a:ea typeface="华文中宋" panose="02010600040101010101" pitchFamily="2" charset="-122"/>
              </a:rPr>
              <a:t>NP</a:t>
            </a:r>
            <a:r>
              <a:rPr kumimoji="0" lang="zh-CN" altLang="en-US" sz="3600" b="1" dirty="0">
                <a:latin typeface="华文中宋" panose="02010600040101010101" pitchFamily="2" charset="-122"/>
                <a:ea typeface="华文中宋" panose="02010600040101010101" pitchFamily="2" charset="-122"/>
              </a:rPr>
              <a:t>完全语言类</a:t>
            </a:r>
            <a:r>
              <a:rPr kumimoji="0" lang="en-US" altLang="zh-CN" sz="3600" b="1" dirty="0">
                <a:latin typeface="华文中宋" panose="02010600040101010101" pitchFamily="2" charset="-122"/>
                <a:ea typeface="华文中宋" panose="02010600040101010101" pitchFamily="2" charset="-122"/>
              </a:rPr>
              <a:t>NPC</a:t>
            </a:r>
            <a:endParaRPr kumimoji="0" lang="en-US" altLang="zh-CN" sz="3600" dirty="0">
              <a:latin typeface="华文中宋" panose="02010600040101010101" pitchFamily="2" charset="-122"/>
              <a:ea typeface="华文中宋" panose="02010600040101010101" pitchFamily="2" charset="-122"/>
            </a:endParaRPr>
          </a:p>
        </p:txBody>
      </p:sp>
      <p:sp>
        <p:nvSpPr>
          <p:cNvPr id="221187" name="Rectangle 3">
            <a:extLst>
              <a:ext uri="{FF2B5EF4-FFF2-40B4-BE49-F238E27FC236}">
                <a16:creationId xmlns:a16="http://schemas.microsoft.com/office/drawing/2014/main" id="{AA9B85F1-BCBC-46B8-9DD3-0B280D198C50}"/>
              </a:ext>
            </a:extLst>
          </p:cNvPr>
          <p:cNvSpPr>
            <a:spLocks noGrp="1" noChangeArrowheads="1"/>
          </p:cNvSpPr>
          <p:nvPr>
            <p:ph type="body" idx="1"/>
          </p:nvPr>
        </p:nvSpPr>
        <p:spPr bwMode="auto">
          <a:xfrm>
            <a:off x="685800" y="1524000"/>
            <a:ext cx="7772400" cy="685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spcBef>
                <a:spcPct val="0"/>
              </a:spcBef>
              <a:buFontTx/>
              <a:buNone/>
            </a:pPr>
            <a:r>
              <a:rPr kumimoji="0" lang="en-US" altLang="zh-CN" sz="2800" b="1" dirty="0">
                <a:latin typeface="华文中宋" panose="02010600040101010101" pitchFamily="2" charset="-122"/>
                <a:ea typeface="华文中宋" panose="02010600040101010101" pitchFamily="2" charset="-122"/>
              </a:rPr>
              <a:t>NPC={C</a:t>
            </a:r>
            <a:r>
              <a:rPr kumimoji="0" lang="zh-CN" altLang="en-US" sz="2800" b="1" dirty="0">
                <a:latin typeface="华文中宋" panose="02010600040101010101" pitchFamily="2" charset="-122"/>
                <a:ea typeface="华文中宋" panose="02010600040101010101" pitchFamily="2" charset="-122"/>
              </a:rPr>
              <a:t>：</a:t>
            </a:r>
            <a:r>
              <a:rPr kumimoji="0" lang="en-US" altLang="zh-CN" sz="2800" b="1" dirty="0">
                <a:latin typeface="华文中宋" panose="02010600040101010101" pitchFamily="2" charset="-122"/>
                <a:ea typeface="华文中宋" panose="02010600040101010101" pitchFamily="2" charset="-122"/>
              </a:rPr>
              <a:t>C∈NP</a:t>
            </a:r>
            <a:r>
              <a:rPr kumimoji="0" lang="zh-CN" altLang="en-US" sz="2800" b="1" dirty="0">
                <a:latin typeface="华文中宋" panose="02010600040101010101" pitchFamily="2" charset="-122"/>
                <a:ea typeface="华文中宋" panose="02010600040101010101" pitchFamily="2" charset="-122"/>
              </a:rPr>
              <a:t>，有</a:t>
            </a:r>
            <a:r>
              <a:rPr kumimoji="0" lang="en-US" altLang="zh-CN" sz="2800" b="1" dirty="0">
                <a:latin typeface="华文中宋" panose="02010600040101010101" pitchFamily="2" charset="-122"/>
                <a:ea typeface="华文中宋" panose="02010600040101010101" pitchFamily="2" charset="-122"/>
              </a:rPr>
              <a:t>L∈NP</a:t>
            </a:r>
            <a:r>
              <a:rPr kumimoji="0" lang="zh-CN" altLang="en-US" sz="2800" b="1" dirty="0">
                <a:latin typeface="华文中宋" panose="02010600040101010101" pitchFamily="2" charset="-122"/>
                <a:ea typeface="华文中宋" panose="02010600040101010101" pitchFamily="2" charset="-122"/>
              </a:rPr>
              <a:t>，且 </a:t>
            </a:r>
            <a:r>
              <a:rPr kumimoji="0" lang="en-US" altLang="zh-CN" sz="2800" b="1" dirty="0" err="1">
                <a:latin typeface="华文中宋" panose="02010600040101010101" pitchFamily="2" charset="-122"/>
                <a:ea typeface="华文中宋" panose="02010600040101010101" pitchFamily="2" charset="-122"/>
              </a:rPr>
              <a:t>L∝</a:t>
            </a:r>
            <a:r>
              <a:rPr kumimoji="0" lang="en-US" altLang="zh-CN" sz="2800" b="1" baseline="-30000" dirty="0" err="1">
                <a:latin typeface="华文中宋" panose="02010600040101010101" pitchFamily="2" charset="-122"/>
                <a:ea typeface="华文中宋" panose="02010600040101010101" pitchFamily="2" charset="-122"/>
              </a:rPr>
              <a:t>p</a:t>
            </a:r>
            <a:r>
              <a:rPr kumimoji="0" lang="en-US" altLang="zh-CN" sz="2800" b="1" dirty="0" err="1">
                <a:latin typeface="华文中宋" panose="02010600040101010101" pitchFamily="2" charset="-122"/>
                <a:ea typeface="华文中宋" panose="02010600040101010101" pitchFamily="2" charset="-122"/>
              </a:rPr>
              <a:t>C</a:t>
            </a:r>
            <a:r>
              <a:rPr kumimoji="0" lang="en-US" altLang="zh-CN" sz="2800" b="1" dirty="0">
                <a:latin typeface="华文中宋" panose="02010600040101010101" pitchFamily="2" charset="-122"/>
                <a:ea typeface="华文中宋" panose="02010600040101010101" pitchFamily="2" charset="-122"/>
              </a:rPr>
              <a:t> }</a:t>
            </a:r>
          </a:p>
        </p:txBody>
      </p:sp>
      <p:sp>
        <p:nvSpPr>
          <p:cNvPr id="221188" name="Rectangle 4">
            <a:extLst>
              <a:ext uri="{FF2B5EF4-FFF2-40B4-BE49-F238E27FC236}">
                <a16:creationId xmlns:a16="http://schemas.microsoft.com/office/drawing/2014/main" id="{4F7454C9-3BE6-4239-8089-B849843A763F}"/>
              </a:ext>
            </a:extLst>
          </p:cNvPr>
          <p:cNvSpPr>
            <a:spLocks noChangeArrowheads="1"/>
          </p:cNvSpPr>
          <p:nvPr/>
        </p:nvSpPr>
        <p:spPr bwMode="auto">
          <a:xfrm>
            <a:off x="685800" y="2286000"/>
            <a:ext cx="7772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sz="2800" b="1" dirty="0">
                <a:latin typeface="华文中宋" panose="02010600040101010101" pitchFamily="2" charset="-122"/>
                <a:ea typeface="华文中宋" panose="02010600040101010101" pitchFamily="2" charset="-122"/>
              </a:rPr>
              <a:t>注意</a:t>
            </a:r>
          </a:p>
          <a:p>
            <a:pPr eaLnBrk="1" hangingPunct="1">
              <a:buFontTx/>
              <a:buChar char="•"/>
            </a:pPr>
            <a:r>
              <a:rPr kumimoji="0" lang="zh-CN" altLang="en-US" sz="2800" b="1" dirty="0">
                <a:latin typeface="华文中宋" panose="02010600040101010101" pitchFamily="2" charset="-122"/>
                <a:ea typeface="华文中宋" panose="02010600040101010101" pitchFamily="2" charset="-122"/>
              </a:rPr>
              <a:t>某个</a:t>
            </a:r>
            <a:r>
              <a:rPr kumimoji="0" lang="en-US" altLang="zh-CN" sz="2800" b="1" dirty="0">
                <a:latin typeface="华文中宋" panose="02010600040101010101" pitchFamily="2" charset="-122"/>
                <a:ea typeface="华文中宋" panose="02010600040101010101" pitchFamily="2" charset="-122"/>
              </a:rPr>
              <a:t>L ∈ NPC</a:t>
            </a:r>
            <a:r>
              <a:rPr kumimoji="0" lang="zh-CN" altLang="en-US" sz="2800" b="1" dirty="0">
                <a:latin typeface="华文中宋" panose="02010600040101010101" pitchFamily="2" charset="-122"/>
                <a:ea typeface="华文中宋" panose="02010600040101010101" pitchFamily="2" charset="-122"/>
              </a:rPr>
              <a:t>的条件</a:t>
            </a:r>
          </a:p>
          <a:p>
            <a:pPr eaLnBrk="1" hangingPunct="1">
              <a:buFontTx/>
              <a:buChar char="•"/>
            </a:pPr>
            <a:r>
              <a:rPr kumimoji="0" lang="zh-CN" altLang="en-US" sz="2800" b="1" dirty="0">
                <a:latin typeface="华文中宋" panose="02010600040101010101" pitchFamily="2" charset="-122"/>
                <a:ea typeface="华文中宋" panose="02010600040101010101" pitchFamily="2" charset="-122"/>
              </a:rPr>
              <a:t>对某个</a:t>
            </a:r>
            <a:r>
              <a:rPr kumimoji="0" lang="en-US" altLang="zh-CN" sz="2800" b="1" dirty="0">
                <a:latin typeface="华文中宋" panose="02010600040101010101" pitchFamily="2" charset="-122"/>
                <a:ea typeface="华文中宋" panose="02010600040101010101" pitchFamily="2" charset="-122"/>
              </a:rPr>
              <a:t>NP</a:t>
            </a:r>
            <a:r>
              <a:rPr kumimoji="0" lang="zh-CN" altLang="en-US" sz="2800" b="1" dirty="0">
                <a:latin typeface="华文中宋" panose="02010600040101010101" pitchFamily="2" charset="-122"/>
                <a:ea typeface="华文中宋" panose="02010600040101010101" pitchFamily="2" charset="-122"/>
              </a:rPr>
              <a:t>完全的</a:t>
            </a:r>
            <a:r>
              <a:rPr kumimoji="0" lang="en-US" altLang="zh-CN" sz="2800" b="1" dirty="0">
                <a:latin typeface="华文中宋" panose="02010600040101010101" pitchFamily="2" charset="-122"/>
                <a:ea typeface="华文中宋" panose="02010600040101010101" pitchFamily="2" charset="-122"/>
              </a:rPr>
              <a:t>L</a:t>
            </a:r>
            <a:r>
              <a:rPr kumimoji="0" lang="zh-CN" altLang="en-US" sz="2800" b="1" dirty="0">
                <a:latin typeface="华文中宋" panose="02010600040101010101" pitchFamily="2" charset="-122"/>
                <a:ea typeface="华文中宋" panose="02010600040101010101" pitchFamily="2" charset="-122"/>
              </a:rPr>
              <a:t>（即</a:t>
            </a:r>
            <a:r>
              <a:rPr kumimoji="0" lang="en-US" altLang="zh-CN" sz="2800" b="1" dirty="0">
                <a:latin typeface="华文中宋" panose="02010600040101010101" pitchFamily="2" charset="-122"/>
                <a:ea typeface="华文中宋" panose="02010600040101010101" pitchFamily="2" charset="-122"/>
              </a:rPr>
              <a:t>L∈NPC</a:t>
            </a:r>
            <a:r>
              <a:rPr kumimoji="0" lang="zh-CN" altLang="en-US" sz="2800" b="1" dirty="0">
                <a:latin typeface="华文中宋" panose="02010600040101010101" pitchFamily="2" charset="-122"/>
                <a:ea typeface="华文中宋" panose="02010600040101010101" pitchFamily="2" charset="-122"/>
              </a:rPr>
              <a:t>），如果</a:t>
            </a:r>
            <a:r>
              <a:rPr kumimoji="0" lang="en-US" altLang="zh-CN" sz="2800" b="1" dirty="0">
                <a:latin typeface="华文中宋" panose="02010600040101010101" pitchFamily="2" charset="-122"/>
                <a:ea typeface="华文中宋" panose="02010600040101010101" pitchFamily="2" charset="-122"/>
              </a:rPr>
              <a:t>L</a:t>
            </a:r>
            <a:r>
              <a:rPr kumimoji="0" lang="zh-CN" altLang="en-US" sz="2800" b="1" dirty="0">
                <a:latin typeface="华文中宋" panose="02010600040101010101" pitchFamily="2" charset="-122"/>
                <a:ea typeface="华文中宋" panose="02010600040101010101" pitchFamily="2" charset="-122"/>
              </a:rPr>
              <a:t>有多项式时间解，那么 </a:t>
            </a:r>
            <a:r>
              <a:rPr kumimoji="0" lang="en-US" altLang="zh-CN" sz="2800" b="1" dirty="0">
                <a:latin typeface="华文中宋" panose="02010600040101010101" pitchFamily="2" charset="-122"/>
                <a:ea typeface="华文中宋" panose="02010600040101010101" pitchFamily="2" charset="-122"/>
              </a:rPr>
              <a:t>P=NP</a:t>
            </a:r>
          </a:p>
          <a:p>
            <a:pPr eaLnBrk="1" hangingPunct="1">
              <a:buFontTx/>
              <a:buChar char="•"/>
            </a:pPr>
            <a:r>
              <a:rPr kumimoji="0" lang="en-US" altLang="zh-CN" sz="2800" b="1" dirty="0">
                <a:latin typeface="华文中宋" panose="02010600040101010101" pitchFamily="2" charset="-122"/>
                <a:ea typeface="华文中宋" panose="02010600040101010101" pitchFamily="2" charset="-122"/>
              </a:rPr>
              <a:t>NPC</a:t>
            </a:r>
            <a:r>
              <a:rPr kumimoji="0" lang="zh-CN" altLang="en-US" sz="2800" b="1" dirty="0">
                <a:latin typeface="华文中宋" panose="02010600040101010101" pitchFamily="2" charset="-122"/>
                <a:ea typeface="华文中宋" panose="02010600040101010101" pitchFamily="2" charset="-122"/>
              </a:rPr>
              <a:t>类中的问题是</a:t>
            </a:r>
            <a:r>
              <a:rPr kumimoji="0" lang="en-US" altLang="zh-CN" sz="2800" b="1" dirty="0">
                <a:latin typeface="华文中宋" panose="02010600040101010101" pitchFamily="2" charset="-122"/>
                <a:ea typeface="华文中宋" panose="02010600040101010101" pitchFamily="2" charset="-122"/>
              </a:rPr>
              <a:t>NP</a:t>
            </a:r>
            <a:r>
              <a:rPr kumimoji="0" lang="zh-CN" altLang="en-US" sz="2800" b="1" dirty="0">
                <a:latin typeface="华文中宋" panose="02010600040101010101" pitchFamily="2" charset="-122"/>
                <a:ea typeface="华文中宋" panose="02010600040101010101" pitchFamily="2" charset="-122"/>
              </a:rPr>
              <a:t>类中最难的问题。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 calcmode="lin" valueType="num">
                                      <p:cBhvr additive="base">
                                        <p:cTn id="7" dur="500" fill="hold"/>
                                        <p:tgtEl>
                                          <p:spTgt spid="22118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2118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1188"/>
                                        </p:tgtEl>
                                        <p:attrNameLst>
                                          <p:attrName>style.visibility</p:attrName>
                                        </p:attrNameLst>
                                      </p:cBhvr>
                                      <p:to>
                                        <p:strVal val="visible"/>
                                      </p:to>
                                    </p:set>
                                    <p:anim calcmode="lin" valueType="num">
                                      <p:cBhvr additive="base">
                                        <p:cTn id="13" dur="500" fill="hold"/>
                                        <p:tgtEl>
                                          <p:spTgt spid="221188"/>
                                        </p:tgtEl>
                                        <p:attrNameLst>
                                          <p:attrName>ppt_x</p:attrName>
                                        </p:attrNameLst>
                                      </p:cBhvr>
                                      <p:tavLst>
                                        <p:tav tm="0">
                                          <p:val>
                                            <p:strVal val="0-#ppt_w/2"/>
                                          </p:val>
                                        </p:tav>
                                        <p:tav tm="100000">
                                          <p:val>
                                            <p:strVal val="#ppt_x"/>
                                          </p:val>
                                        </p:tav>
                                      </p:tavLst>
                                    </p:anim>
                                    <p:anim calcmode="lin" valueType="num">
                                      <p:cBhvr additive="base">
                                        <p:cTn id="14" dur="500" fill="hold"/>
                                        <p:tgtEl>
                                          <p:spTgt spid="22118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autoUpdateAnimBg="0"/>
      <p:bldP spid="221188"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14262DA4-8C11-4C80-820B-8771418F9B46}"/>
              </a:ext>
            </a:extLst>
          </p:cNvPr>
          <p:cNvSpPr>
            <a:spLocks noGrp="1" noChangeArrowheads="1"/>
          </p:cNvSpPr>
          <p:nvPr>
            <p:ph type="title"/>
          </p:nvPr>
        </p:nvSpPr>
        <p:spPr bwMode="auto">
          <a:xfrm>
            <a:off x="685800" y="609600"/>
            <a:ext cx="7772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zh-CN" sz="4000" dirty="0"/>
              <a:t>3.2 </a:t>
            </a:r>
            <a:r>
              <a:rPr lang="zh-CN" altLang="en-US" sz="4000" dirty="0"/>
              <a:t>一些典型的</a:t>
            </a:r>
            <a:r>
              <a:rPr lang="en-US" altLang="zh-CN" sz="4000" dirty="0">
                <a:ea typeface="华文中宋" panose="02010600040101010101" pitchFamily="2" charset="-122"/>
              </a:rPr>
              <a:t>NP</a:t>
            </a:r>
            <a:r>
              <a:rPr lang="zh-CN" altLang="en-US" sz="4000" dirty="0">
                <a:ea typeface="华文中宋" panose="02010600040101010101" pitchFamily="2" charset="-122"/>
              </a:rPr>
              <a:t>完全问题</a:t>
            </a:r>
          </a:p>
        </p:txBody>
      </p:sp>
      <p:sp>
        <p:nvSpPr>
          <p:cNvPr id="58371" name="Rectangle 3">
            <a:extLst>
              <a:ext uri="{FF2B5EF4-FFF2-40B4-BE49-F238E27FC236}">
                <a16:creationId xmlns:a16="http://schemas.microsoft.com/office/drawing/2014/main" id="{B5D2329C-7821-46FD-AE2A-910732CEC715}"/>
              </a:ext>
            </a:extLst>
          </p:cNvPr>
          <p:cNvSpPr>
            <a:spLocks noGrp="1" noChangeArrowheads="1"/>
          </p:cNvSpPr>
          <p:nvPr>
            <p:ph type="body" idx="1"/>
          </p:nvPr>
        </p:nvSpPr>
        <p:spPr bwMode="auto">
          <a:xfrm>
            <a:off x="685800" y="1981200"/>
            <a:ext cx="7772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endParaRPr lang="zh-CN" altLang="zh-CN"/>
          </a:p>
        </p:txBody>
      </p:sp>
      <p:grpSp>
        <p:nvGrpSpPr>
          <p:cNvPr id="2" name="Group 4">
            <a:extLst>
              <a:ext uri="{FF2B5EF4-FFF2-40B4-BE49-F238E27FC236}">
                <a16:creationId xmlns:a16="http://schemas.microsoft.com/office/drawing/2014/main" id="{473213BC-5BED-4B09-8C53-D30FBA0D8120}"/>
              </a:ext>
            </a:extLst>
          </p:cNvPr>
          <p:cNvGrpSpPr>
            <a:grpSpLocks/>
          </p:cNvGrpSpPr>
          <p:nvPr/>
        </p:nvGrpSpPr>
        <p:grpSpPr bwMode="auto">
          <a:xfrm>
            <a:off x="1752600" y="1524000"/>
            <a:ext cx="5181600" cy="4572000"/>
            <a:chOff x="1056" y="1104"/>
            <a:chExt cx="3264" cy="2880"/>
          </a:xfrm>
        </p:grpSpPr>
        <p:pic>
          <p:nvPicPr>
            <p:cNvPr id="58373" name="Picture 5" descr="t85">
              <a:extLst>
                <a:ext uri="{FF2B5EF4-FFF2-40B4-BE49-F238E27FC236}">
                  <a16:creationId xmlns:a16="http://schemas.microsoft.com/office/drawing/2014/main" id="{1E94777D-46A6-427A-A791-13F55FFAD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1104"/>
              <a:ext cx="3264" cy="2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4" name="Text Box 6">
              <a:extLst>
                <a:ext uri="{FF2B5EF4-FFF2-40B4-BE49-F238E27FC236}">
                  <a16:creationId xmlns:a16="http://schemas.microsoft.com/office/drawing/2014/main" id="{EB35B3EE-7953-4475-A463-E58CE67ABB41}"/>
                </a:ext>
              </a:extLst>
            </p:cNvPr>
            <p:cNvSpPr txBox="1">
              <a:spLocks noChangeArrowheads="1"/>
            </p:cNvSpPr>
            <p:nvPr/>
          </p:nvSpPr>
          <p:spPr bwMode="auto">
            <a:xfrm>
              <a:off x="1728" y="3696"/>
              <a:ext cx="23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kumimoji="0" lang="zh-CN" altLang="en-US" dirty="0">
                  <a:latin typeface="华文中宋" panose="02010600040101010101" pitchFamily="2" charset="-122"/>
                  <a:ea typeface="华文中宋" panose="02010600040101010101" pitchFamily="2" charset="-122"/>
                </a:rPr>
                <a:t>部分</a:t>
              </a:r>
              <a:r>
                <a:rPr kumimoji="0" lang="en-US" altLang="zh-CN" dirty="0">
                  <a:latin typeface="华文中宋" panose="02010600040101010101" pitchFamily="2" charset="-122"/>
                  <a:ea typeface="华文中宋" panose="02010600040101010101" pitchFamily="2" charset="-122"/>
                </a:rPr>
                <a:t>NP</a:t>
              </a:r>
              <a:r>
                <a:rPr kumimoji="0" lang="zh-CN" altLang="en-US" dirty="0">
                  <a:latin typeface="华文中宋" panose="02010600040101010101" pitchFamily="2" charset="-122"/>
                  <a:ea typeface="华文中宋" panose="02010600040101010101" pitchFamily="2" charset="-122"/>
                </a:rPr>
                <a:t>完全问题树</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9E8AA-705B-41FF-B81D-4A919C41E8D6}"/>
              </a:ext>
            </a:extLst>
          </p:cNvPr>
          <p:cNvSpPr>
            <a:spLocks noGrp="1"/>
          </p:cNvSpPr>
          <p:nvPr>
            <p:ph type="title"/>
          </p:nvPr>
        </p:nvSpPr>
        <p:spPr/>
        <p:txBody>
          <a:bodyPr/>
          <a:lstStyle/>
          <a:p>
            <a:r>
              <a:rPr lang="zh-CN" altLang="en-US" dirty="0"/>
              <a:t>子集和问题</a:t>
            </a:r>
          </a:p>
        </p:txBody>
      </p:sp>
      <p:sp>
        <p:nvSpPr>
          <p:cNvPr id="3" name="内容占位符 2">
            <a:extLst>
              <a:ext uri="{FF2B5EF4-FFF2-40B4-BE49-F238E27FC236}">
                <a16:creationId xmlns:a16="http://schemas.microsoft.com/office/drawing/2014/main" id="{DA8043CA-DE5A-4FE8-B289-7B5C881470F8}"/>
              </a:ext>
            </a:extLst>
          </p:cNvPr>
          <p:cNvSpPr>
            <a:spLocks noGrp="1"/>
          </p:cNvSpPr>
          <p:nvPr>
            <p:ph idx="1"/>
          </p:nvPr>
        </p:nvSpPr>
        <p:spPr/>
        <p:txBody>
          <a:bodyPr/>
          <a:lstStyle/>
          <a:p>
            <a:r>
              <a:rPr lang="zh-CN" altLang="en-US" dirty="0"/>
              <a:t>可描述如下：给定</a:t>
            </a:r>
            <a:r>
              <a:rPr lang="en-US" altLang="zh-CN" dirty="0"/>
              <a:t>n</a:t>
            </a:r>
            <a:r>
              <a:rPr lang="zh-CN" altLang="en-US" dirty="0"/>
              <a:t>个正整数</a:t>
            </a:r>
            <a:r>
              <a:rPr lang="en-US" altLang="zh-CN" dirty="0"/>
              <a:t>W=(w</a:t>
            </a:r>
            <a:r>
              <a:rPr lang="en-US" altLang="zh-CN" sz="1400" dirty="0"/>
              <a:t>1</a:t>
            </a:r>
            <a:r>
              <a:rPr lang="en-US" altLang="zh-CN" dirty="0"/>
              <a:t>, w</a:t>
            </a:r>
            <a:r>
              <a:rPr lang="en-US" altLang="zh-CN" sz="1400" dirty="0"/>
              <a:t>2</a:t>
            </a:r>
            <a:r>
              <a:rPr lang="en-US" altLang="zh-CN" dirty="0"/>
              <a:t>, …, </a:t>
            </a:r>
            <a:r>
              <a:rPr lang="en-US" altLang="zh-CN" dirty="0" err="1"/>
              <a:t>w</a:t>
            </a:r>
            <a:r>
              <a:rPr lang="en-US" altLang="zh-CN" sz="1400" dirty="0" err="1"/>
              <a:t>n</a:t>
            </a:r>
            <a:r>
              <a:rPr lang="en-US" altLang="zh-CN" dirty="0"/>
              <a:t>)</a:t>
            </a:r>
            <a:r>
              <a:rPr lang="zh-CN" altLang="en-US" dirty="0"/>
              <a:t>和正整数</a:t>
            </a:r>
            <a:r>
              <a:rPr lang="en-US" altLang="zh-CN" dirty="0"/>
              <a:t>M</a:t>
            </a:r>
            <a:r>
              <a:rPr lang="zh-CN" altLang="en-US" dirty="0"/>
              <a:t>，要求寻找这样一个子集</a:t>
            </a:r>
            <a:r>
              <a:rPr lang="en-US" altLang="zh-CN" dirty="0"/>
              <a:t>I⊆{1, 2, 3, ..., n},</a:t>
            </a:r>
            <a:r>
              <a:rPr lang="zh-CN" altLang="en-US" dirty="0"/>
              <a:t>使得 ∑</a:t>
            </a:r>
            <a:r>
              <a:rPr lang="en-US" altLang="zh-CN" dirty="0" err="1"/>
              <a:t>w</a:t>
            </a:r>
            <a:r>
              <a:rPr lang="en-US" altLang="zh-CN" sz="1400" dirty="0" err="1"/>
              <a:t>i</a:t>
            </a:r>
            <a:r>
              <a:rPr lang="en-US" altLang="zh-CN" dirty="0"/>
              <a:t>=M, </a:t>
            </a:r>
            <a:r>
              <a:rPr lang="en-US" altLang="zh-CN" dirty="0" err="1"/>
              <a:t>i∈I</a:t>
            </a:r>
            <a:r>
              <a:rPr lang="zh-CN" altLang="en-US" dirty="0"/>
              <a:t>。</a:t>
            </a:r>
          </a:p>
        </p:txBody>
      </p:sp>
    </p:spTree>
    <p:extLst>
      <p:ext uri="{BB962C8B-B14F-4D97-AF65-F5344CB8AC3E}">
        <p14:creationId xmlns:p14="http://schemas.microsoft.com/office/powerpoint/2010/main" val="2399181707"/>
      </p:ext>
    </p:extLst>
  </p:cSld>
  <p:clrMapOvr>
    <a:masterClrMapping/>
  </p:clrMapOvr>
</p:sld>
</file>

<file path=ppt/theme/theme1.xml><?xml version="1.0" encoding="utf-8"?>
<a:theme xmlns:a="http://schemas.openxmlformats.org/drawingml/2006/main" name="cloudbkgd">
  <a:themeElements>
    <a:clrScheme name="cloudbkg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loudbkgd">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cloudbkg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loudbkg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loudbkg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loudbkg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loudbkg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loudbkg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loudbkg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C:\Documents and Settings\Administrator\Application Data\Microsoft\Templates\cloudbkgd.pot</Template>
  <TotalTime>5148</TotalTime>
  <Words>4170</Words>
  <Application>Microsoft Office PowerPoint</Application>
  <PresentationFormat>全屏显示(4:3)</PresentationFormat>
  <Paragraphs>489</Paragraphs>
  <Slides>54</Slides>
  <Notes>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54</vt:i4>
      </vt:variant>
    </vt:vector>
  </HeadingPairs>
  <TitlesOfParts>
    <vt:vector size="64" baseType="lpstr">
      <vt:lpstr>等线</vt:lpstr>
      <vt:lpstr>华文中宋</vt:lpstr>
      <vt:lpstr>Arial</vt:lpstr>
      <vt:lpstr>Input</vt:lpstr>
      <vt:lpstr>Palatino Linotype</vt:lpstr>
      <vt:lpstr>Times New Roman</vt:lpstr>
      <vt:lpstr>Wingdings</vt:lpstr>
      <vt:lpstr>cloudbkgd</vt:lpstr>
      <vt:lpstr>Equation</vt:lpstr>
      <vt:lpstr>Equation.3</vt:lpstr>
      <vt:lpstr>PowerPoint 演示文稿</vt:lpstr>
      <vt:lpstr>主要内容</vt:lpstr>
      <vt:lpstr>主要知识点</vt:lpstr>
      <vt:lpstr> 有关时间复杂性问题的初步探讨</vt:lpstr>
      <vt:lpstr>0.1、何为“好的”、“易的”算法？</vt:lpstr>
      <vt:lpstr>0.1、何为“好的”、“易的”算法？</vt:lpstr>
      <vt:lpstr>0.2、有效算法初步概念</vt:lpstr>
      <vt:lpstr>P类、NP类</vt:lpstr>
      <vt:lpstr>§1、计算模型</vt:lpstr>
      <vt:lpstr>1.0 计算模型概述</vt:lpstr>
      <vt:lpstr>1.1  图灵机</vt:lpstr>
      <vt:lpstr>1. 单带图灵机</vt:lpstr>
      <vt:lpstr>2. 多带图灵机</vt:lpstr>
      <vt:lpstr>3、图灵机结构特点</vt:lpstr>
      <vt:lpstr>4、有限状态控制器的作用</vt:lpstr>
      <vt:lpstr>5、确定性单带图灵机定义</vt:lpstr>
      <vt:lpstr>5、确定性k带图灵机</vt:lpstr>
      <vt:lpstr>6、Turing机 举例</vt:lpstr>
      <vt:lpstr>运行</vt:lpstr>
      <vt:lpstr>Turing机及运行举例</vt:lpstr>
      <vt:lpstr>7、Turing机工作原理</vt:lpstr>
      <vt:lpstr>8. 图灵机接受的语言 </vt:lpstr>
      <vt:lpstr>PowerPoint 演示文稿</vt:lpstr>
      <vt:lpstr>9.图灵机也可作为计算函数的装置</vt:lpstr>
      <vt:lpstr>10、图灵机TM的时间复杂性</vt:lpstr>
      <vt:lpstr>图灵机TM的空间复杂性</vt:lpstr>
      <vt:lpstr>TM功能很强大</vt:lpstr>
      <vt:lpstr>*1.2  随机存取机RAM</vt:lpstr>
      <vt:lpstr>*2.概念</vt:lpstr>
      <vt:lpstr>*3.RAM指令</vt:lpstr>
      <vt:lpstr>*12条RAM指令                      </vt:lpstr>
      <vt:lpstr>*4.举例</vt:lpstr>
      <vt:lpstr>§2  P类与NP类问题</vt:lpstr>
      <vt:lpstr>停机问题</vt:lpstr>
      <vt:lpstr>Church-Turing论题</vt:lpstr>
      <vt:lpstr>2.1  非确定性图灵机</vt:lpstr>
      <vt:lpstr>1、确定性图灵机</vt:lpstr>
      <vt:lpstr>2、非确定性图灵机</vt:lpstr>
      <vt:lpstr>3. 非确定性图灵机接受的语言</vt:lpstr>
      <vt:lpstr>4、非确定性图灵机NDTM的时间复杂性</vt:lpstr>
      <vt:lpstr>2.2  P类与NP类语言</vt:lpstr>
      <vt:lpstr>1、 P类与NP类语言</vt:lpstr>
      <vt:lpstr>2、计算复杂性理论中 的核心问题</vt:lpstr>
      <vt:lpstr>3、非确定性图灵机的操作方式</vt:lpstr>
      <vt:lpstr>4、NP类语言举例——无向图的团问题</vt:lpstr>
      <vt:lpstr>非确定性的图灵机NDTM的实现</vt:lpstr>
      <vt:lpstr>*§3   NP完全问题</vt:lpstr>
      <vt:lpstr>1、多项式时间变换定义</vt:lpstr>
      <vt:lpstr>2、NP完全语言类定义</vt:lpstr>
      <vt:lpstr>3、引理与性质</vt:lpstr>
      <vt:lpstr>4、多项式时间变换的有关定理</vt:lpstr>
      <vt:lpstr>NP完全语言类NPC</vt:lpstr>
      <vt:lpstr>3.2 一些典型的NP完全问题</vt:lpstr>
      <vt:lpstr>子集和问题</vt:lpstr>
    </vt:vector>
  </TitlesOfParts>
  <Company>shu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csshu</dc:creator>
  <cp:lastModifiedBy>LI Jiangtao</cp:lastModifiedBy>
  <cp:revision>329</cp:revision>
  <dcterms:created xsi:type="dcterms:W3CDTF">2003-09-20T00:20:09Z</dcterms:created>
  <dcterms:modified xsi:type="dcterms:W3CDTF">2022-09-05T09:45:58Z</dcterms:modified>
</cp:coreProperties>
</file>