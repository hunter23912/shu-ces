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ink/ink7.xml" ContentType="application/inkml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8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ink/ink9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9.xml" ContentType="application/vnd.openxmlformats-officedocument.presentationml.notesSlide+xml"/>
  <Override PartName="/ppt/ink/ink12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15.xml" ContentType="application/vnd.openxmlformats-officedocument.presentationml.notesSlide+xml"/>
  <Override PartName="/ppt/ink/ink15.xml" ContentType="application/inkml+xml"/>
  <Override PartName="/ppt/notesSlides/notesSlide16.xml" ContentType="application/vnd.openxmlformats-officedocument.presentationml.notesSlide+xml"/>
  <Override PartName="/ppt/ink/ink16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7.xml" ContentType="application/inkml+xml"/>
  <Override PartName="/ppt/notesSlides/notesSlide19.xml" ContentType="application/vnd.openxmlformats-officedocument.presentationml.notesSlide+xml"/>
  <Override PartName="/ppt/ink/ink18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22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8"/>
  </p:notesMasterIdLst>
  <p:sldIdLst>
    <p:sldId id="256" r:id="rId2"/>
    <p:sldId id="257" r:id="rId3"/>
    <p:sldId id="363" r:id="rId4"/>
    <p:sldId id="302" r:id="rId5"/>
    <p:sldId id="303" r:id="rId6"/>
    <p:sldId id="305" r:id="rId7"/>
    <p:sldId id="399" r:id="rId8"/>
    <p:sldId id="400" r:id="rId9"/>
    <p:sldId id="401" r:id="rId10"/>
    <p:sldId id="306" r:id="rId11"/>
    <p:sldId id="307" r:id="rId12"/>
    <p:sldId id="308" r:id="rId13"/>
    <p:sldId id="403" r:id="rId14"/>
    <p:sldId id="367" r:id="rId15"/>
    <p:sldId id="309" r:id="rId16"/>
    <p:sldId id="310" r:id="rId17"/>
    <p:sldId id="381" r:id="rId18"/>
    <p:sldId id="311" r:id="rId19"/>
    <p:sldId id="312" r:id="rId20"/>
    <p:sldId id="259" r:id="rId21"/>
    <p:sldId id="372" r:id="rId22"/>
    <p:sldId id="404" r:id="rId23"/>
    <p:sldId id="368" r:id="rId24"/>
    <p:sldId id="260" r:id="rId25"/>
    <p:sldId id="313" r:id="rId26"/>
    <p:sldId id="407" r:id="rId27"/>
    <p:sldId id="258" r:id="rId28"/>
    <p:sldId id="408" r:id="rId29"/>
    <p:sldId id="409" r:id="rId30"/>
    <p:sldId id="410" r:id="rId31"/>
    <p:sldId id="262" r:id="rId32"/>
    <p:sldId id="411" r:id="rId33"/>
    <p:sldId id="264" r:id="rId34"/>
    <p:sldId id="412" r:id="rId35"/>
    <p:sldId id="369" r:id="rId36"/>
    <p:sldId id="314" r:id="rId37"/>
    <p:sldId id="315" r:id="rId38"/>
    <p:sldId id="317" r:id="rId39"/>
    <p:sldId id="387" r:id="rId40"/>
    <p:sldId id="405" r:id="rId41"/>
    <p:sldId id="319" r:id="rId42"/>
    <p:sldId id="324" r:id="rId43"/>
    <p:sldId id="266" r:id="rId44"/>
    <p:sldId id="267" r:id="rId45"/>
    <p:sldId id="373" r:id="rId46"/>
    <p:sldId id="374" r:id="rId47"/>
    <p:sldId id="268" r:id="rId48"/>
    <p:sldId id="269" r:id="rId49"/>
    <p:sldId id="375" r:id="rId50"/>
    <p:sldId id="376" r:id="rId51"/>
    <p:sldId id="326" r:id="rId52"/>
    <p:sldId id="327" r:id="rId53"/>
    <p:sldId id="385" r:id="rId54"/>
    <p:sldId id="328" r:id="rId55"/>
    <p:sldId id="377" r:id="rId56"/>
    <p:sldId id="329" r:id="rId57"/>
    <p:sldId id="330" r:id="rId58"/>
    <p:sldId id="331" r:id="rId59"/>
    <p:sldId id="333" r:id="rId60"/>
    <p:sldId id="334" r:id="rId61"/>
    <p:sldId id="335" r:id="rId62"/>
    <p:sldId id="332" r:id="rId63"/>
    <p:sldId id="336" r:id="rId64"/>
    <p:sldId id="337" r:id="rId65"/>
    <p:sldId id="338" r:id="rId66"/>
    <p:sldId id="378" r:id="rId67"/>
    <p:sldId id="339" r:id="rId68"/>
    <p:sldId id="345" r:id="rId69"/>
    <p:sldId id="346" r:id="rId70"/>
    <p:sldId id="347" r:id="rId71"/>
    <p:sldId id="348" r:id="rId72"/>
    <p:sldId id="349" r:id="rId73"/>
    <p:sldId id="293" r:id="rId74"/>
    <p:sldId id="294" r:id="rId75"/>
    <p:sldId id="295" r:id="rId76"/>
    <p:sldId id="379" r:id="rId77"/>
    <p:sldId id="261" r:id="rId78"/>
    <p:sldId id="263" r:id="rId79"/>
    <p:sldId id="265" r:id="rId80"/>
    <p:sldId id="350" r:id="rId81"/>
    <p:sldId id="384" r:id="rId82"/>
    <p:sldId id="382" r:id="rId83"/>
    <p:sldId id="383" r:id="rId84"/>
    <p:sldId id="296" r:id="rId85"/>
    <p:sldId id="297" r:id="rId86"/>
    <p:sldId id="298" r:id="rId87"/>
    <p:sldId id="299" r:id="rId88"/>
    <p:sldId id="300" r:id="rId89"/>
    <p:sldId id="301" r:id="rId90"/>
    <p:sldId id="351" r:id="rId91"/>
    <p:sldId id="352" r:id="rId92"/>
    <p:sldId id="353" r:id="rId93"/>
    <p:sldId id="355" r:id="rId94"/>
    <p:sldId id="354" r:id="rId95"/>
    <p:sldId id="356" r:id="rId96"/>
    <p:sldId id="357" r:id="rId97"/>
    <p:sldId id="358" r:id="rId98"/>
    <p:sldId id="359" r:id="rId99"/>
    <p:sldId id="360" r:id="rId100"/>
    <p:sldId id="361" r:id="rId101"/>
    <p:sldId id="340" r:id="rId102"/>
    <p:sldId id="362" r:id="rId103"/>
    <p:sldId id="341" r:id="rId104"/>
    <p:sldId id="342" r:id="rId105"/>
    <p:sldId id="343" r:id="rId106"/>
    <p:sldId id="388" r:id="rId107"/>
  </p:sldIdLst>
  <p:sldSz cx="9144000" cy="6858000" type="screen4x3"/>
  <p:notesSz cx="7104063" cy="10234613"/>
  <p:embeddedFontLst>
    <p:embeddedFont>
      <p:font typeface="Cambria Math" panose="02040503050406030204" pitchFamily="18" charset="0"/>
      <p:regular r:id="rId109"/>
    </p:embeddedFont>
    <p:embeddedFont>
      <p:font typeface="Input" panose="02000506020000090004" pitchFamily="2" charset="0"/>
      <p:regular r:id="rId110"/>
      <p:bold r:id="rId111"/>
      <p:italic r:id="rId112"/>
      <p:boldItalic r:id="rId113"/>
    </p:embeddedFont>
    <p:embeddedFont>
      <p:font typeface="Palatino Linotype" panose="02040502050505030304" pitchFamily="18" charset="0"/>
      <p:regular r:id="rId114"/>
      <p:bold r:id="rId115"/>
      <p:italic r:id="rId116"/>
      <p:boldItalic r:id="rId117"/>
    </p:embeddedFont>
    <p:embeddedFont>
      <p:font typeface="等线" panose="02010600030101010101" pitchFamily="2" charset="-122"/>
      <p:regular r:id="rId118"/>
      <p:bold r:id="rId119"/>
    </p:embeddedFont>
    <p:embeddedFont>
      <p:font typeface="华文中宋" panose="02010600040101010101" pitchFamily="2" charset="-122"/>
      <p:regular r:id="rId120"/>
    </p:embeddedFont>
  </p:embeddedFont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4400" kern="1200">
        <a:solidFill>
          <a:schemeClr val="tx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2F36"/>
    <a:srgbClr val="0000CC"/>
    <a:srgbClr val="3333CC"/>
    <a:srgbClr val="002B36"/>
    <a:srgbClr val="7375CD"/>
    <a:srgbClr val="1B6EA1"/>
    <a:srgbClr val="5E767B"/>
    <a:srgbClr val="CA4B16"/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2" autoAdjust="0"/>
    <p:restoredTop sz="92848" autoAdjust="0"/>
  </p:normalViewPr>
  <p:slideViewPr>
    <p:cSldViewPr>
      <p:cViewPr varScale="1">
        <p:scale>
          <a:sx n="83" d="100"/>
          <a:sy n="83" d="100"/>
        </p:scale>
        <p:origin x="1050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117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719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9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font" Target="fonts/font4.fntdata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5.fntdata"/><Relationship Id="rId118" Type="http://schemas.openxmlformats.org/officeDocument/2006/relationships/font" Target="fonts/font10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6.fntdata"/><Relationship Id="rId119" Type="http://schemas.openxmlformats.org/officeDocument/2006/relationships/font" Target="fonts/font11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1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1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2.fntdata"/><Relationship Id="rId115" Type="http://schemas.openxmlformats.org/officeDocument/2006/relationships/font" Target="fonts/font7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3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04T10:57:05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4039 17203 22111 0,'0'0'1968'0,"0"0"-1584"0,0 0-384 0,-6-7 0 16,6 7 208-16,-3-11-32 0,1 0-16 0,4 0 0 16,-2 11 64-16,5-13 16 0,-2 0 0 0,2 2 0 31,-5 11-960-31,6-10-192 0,-6 10-48 0,8-10 0 15,-8 10-224-15,0 0-48 0,0 0-16 0,11-8 0 0,-11 8 1376 0,12-8 288 0,-3 0 48 0,-9 8 16 16,0 0 1344-16,11-6 272 0,-11 6 48 0,0 0 16 16,0 0-816-16,0 0-176 0,0 0-16 0,0 0-16 15,0 0-112-15,0 0-32 0,0 0 0 0,0 0 0 16,0 0-96-16,0 0-32 0,0 0 0 0,0 0 0 16,0 0-144-16,0 0-16 0,0 0-16 0,0 0 0 15,0 0-320-15,0 0-64 0,5 13-16 0,-2 1 0 16,-3 2-128-16,0 7-32 0,-3 1 0 0,0 1 0 0,0 3 48 0,1 2 0 15,-1 1 0-15,1 1 0 0,-1 2-32 16,2 1 0-16,-1-1 0 0,2-1 0 0,0-1-144 0,2 0 0 16,-2-1 0-16,0-1 128 0,-2 3-128 0,0-1 0 15,-1-2 0-15,0 1 0 0,0-2 0 0,0-1 0 16,-2 0 0-16,0-1 0 0,-1-1-192 0,-1-1-32 16,1 1 0-16,-1-2 0 0,1-1-16 0,1-1 0 15,2-3 0-15,1-1 0 0,2 0 240 0,3-4 0 16,-3-14 0-16,10 15 0 0,0-6 0 0,3-1 160 15,1-3-32-15,0-3 0 0,1-4 0 0,-1-1 0 16,2-2 0-16,2-1 0 0,0-4-128 0,-1-1 128 0,1-2-128 16,0 0 128-16,-1 0-128 0,2 0 0 15,2-1 0-15,2-1-176 0,-2 1 48 0,0 1 0 0,-2 0 0 0,2 2 0 16,1 5-32-16,2-1 0 0,0 2 0 0,2 4 0 16,0-2 160-16,-1 3-160 0,3 4 160 0,-1 0-160 15,2 0 160-15,0 3-192 0,1-1 192 0,2 4-192 16,2-2 192-16,1 0 0 0,1 2-144 0,0-1 144 15,1 1 0-15,2-2 0 0,-1 0 0 0,4 0 0 16,0 0 0-16,1 0 0 0,1-2 192 0,2 1-64 16,2-1 352-16,2-3 64 0,3 4 16 0,1-2 0 15,1-2-192-15,1 0-48 0,-1 2 0 0,-1 0 0 16,1 0-192-16,3-1-128 0,1 1 160 0,4 2-160 16,-1-3 0-16,6 1 128 0,2-2-128 0,2 1 0 15,1-4 0-15,2 0 0 0,1-2 0 0,1-1 0 16,0-4 0-16,3 3 0 0,0-4 0 0,0 1 0 0,-1-1 0 0,-4 2 0 15,-1 1 0-15,2 2 0 0,-1 1 0 16,-1 2 0-16,0 2 0 0,-2 3 0 0,-1 1 0 0,1 2 0 16,0 3 0-16,0 0 0 0,0 4 0 15,2-1 0-15,0-1 0 0,3-2 0 0,2-3 0 0,1-1 0 16,3-2 0-16,-1-4 0 0,0-1-176 0,0-3 32 16,0-2 0-16,1 0 0 0,1-3-16 0,-1 0 0 15,-1-1 0-15,-2 1 0 0,-3 0 0 0,0 0 0 16,0 0 0-16,-1 0 0 0,-1 0 160 0,1 0 0 15,-1-2 128-15,-1 0-128 0,-2-3 256 0,2 4-32 16,-2-4 0-16,2 0 0 0,0-3-224 0,0 2 128 0,-1-1-128 16,0 2 0-16,-6 2 0 0,-1 2 0 15,-4-3 0-15,-2 4 0 0,-2-1 0 0,-4 5 0 0,-3-4 0 16,-1 2-160-16,-3 0 160 0,-4 1 0 0,-3 0-144 0,0-1 144 16,-1-1 0-16,-4 2 0 0,-1 0 0 0,-2 1 0 15,-2 0 0-15,-2 1 128 0,-3 2-128 0,3-1 192 16,-4 0-192-16,-2 1 128 0,-1 1-128 0,-2 0 128 15,-3-2-128-15,0 1 0 0,-1-1 0 0,-2-1-176 16,-2-2 16-16,0 0 0 0,-11 5 0 0,11-8 0 16,-1 0 160-16,-10 8 0 0,10-10-144 0,-2 2 144 15,-8 8 0-15,8-8 0 0,-8 8 160 0,0 0-160 16,6-9 192-16,-6 9-64 0,0 0 0 0,7-8-128 16,-7 8 128-16,8-10-128 0,-8 10 0 0,8-13 0 15,0 0 0-15,0 1-176 0,0-3 32 0,1-1 0 16,4-3-400-16,0 0-80 0,0-2-16 0,0-2 0 15,-1-4 160-15,1 3 32 0,0-2 0 0,-2 4 0 0,-1-1 448 0,-2 4 192 16,0 1-16-16,-2 4 0 0,-1 1 432 0,0 3 96 16,-5 10 0-16,0 0 16 0,0-11-272 0,0 11-48 15,0 0-16-15,0 0 0 0,-5-11-224 0,5 11-160 16,-6-10 192-16,6 10-192 0,-8-8 0 0,1 2 0 16,7 6 0-16,-9-8-192 0,-2 1 48 0,1 3 16 15,-3-3 0-15,-1 6 0 0,-2-3 128 0,-2 3 0 16,-3-1 0-16,-1 1 0 0,-2-1 0 0,-2 2 128 15,0 0-128-15,-1 0 176 0,0 0-32 0,-1-2 0 16,-1-1 0-16,2 0 0 0,0-2-144 0,-2-1 0 16,0-2 0-16,-1-2 0 0,-2-3 0 0,-2-1 0 0,-3-2-144 15,0 0 144-15,-3-2-240 0,1 0 64 0,1-1 16 16,-2 0 0-16,-2 1 160 0,-1-1 0 0,-2-4 0 0,0 6 0 16,0-1 176-16,-2-3-48 0,1-3 0 0,-7 2 0 15,2-1-128-15,-1 1 0 0,1-2 0 0,1-2 128 16,0-1-128-16,-1-1-176 0,0 0 48 0,-4 2 0 15,2 0 0-15,0 4 0 0,-1 1 0 0,-1 0 0 16,-3 0-112-16,-1 2-16 0,-2 0 0 0,0 1 0 16,0 2 0-16,-2 5 0 0,-1 1 0 0,2 2 0 15,-3 2 80-15,0 1 16 0,-3 0 0 0,-1 0 0 16,-2 0-480 0,1 4-80-16,-4 2-32 0,2 4 0 0,0 3-208 0,-2 2-64 0,-2 1 0 15,1 0 0-15,-2 0 576 0,2 1 128 0,1-3 0 0,1 4 16 16,1 0 304-16,2 0 256 0,-3 0-64 0,1 0 0 15,0-2-192-15,1 0 0 0,1 0 0 0,1 0 0 0,0 1-176 0,1-4-80 16,-2 1 0-16,2-1-16 0,3-1 272 0,-3-4-160 16,-2 0 160-16,1 0-128 0,1-1 128 0,2 1 0 15,1 0 128-15,0 1-128 0,1-1 0 0,2 2 144 16,-1 0-144-16,0 1 0 0,2 4 416 0,0-1-32 16,0 2 0-16,0-1 0 0,2-2-384 0,0 0 0 15,-1 2 128-15,3-2-128 16,-1-2-656-16,0 1-176 0,0-4-16 0,0 2-16 15,-1-2-784-15,0 0-144 0,1-1-48 0,3-2 0 16,2-4 624-16,5 0 112 0,0-4 16 0,3-2 16 0,3 0 1072 0,2-1 0 16,2 1 128-16,1 1 16 0,-2-1 880 0,2 2 160 0,1 0 32 15,-1 5 16-15,0 0-272 0,0 1-48 0,2 2-16 0,-1 3 0 16,3 1-528-16,0 0-112 0,0 3-32 0,2 1 0 16,1 0-224-16,1 0 0 0,0-2 0 0,3-1 0 15,1 2 0-15,1-4 0 0,1-5 0 0,2 2 0 16,-1-1 192-16,4-1 64 0,0 0 0 0,2 2 0 15,0-3 544-15,0 6 112 0,-3 1 32 0,3 0 0 16,-2 4-80-16,-1 2-16 0,-3 3 0 0,-2 3 0 16,-2 2-448-16,-3 2-80 0,-2 3-32 0,1 1 0 31,-2 0-816-31,1 0-176 0,1-3-16 0,1-2-16 0,2-1 240 0,3-2 48 16,0-2 16-16,3-1 0 0,1 0 432 0,3-3 256 0,1-2-48 0,1 0 0 15,1-2 368-15,1 1 64 0,2-1 0 0,1 0 16 16,1-1-368-16,9-5-80 0,-12 7-16 0,12-7 0 15,0 0-1264-15,-11 6-256 0,11-6-48 0,0 0-13264 16</inkml:trace>
  <inkml:trace contextRef="#ctx0" brushRef="#br0" timeOffset="1202.83">743 17082 26719 0,'0'0'2368'16,"7"-9"-1888"-16,1-4-480 0,1 0 0 15,2-3 0-15,1 1 128 0,-1-2-128 0,0-4 0 16,0-5 0-16,-1-3 176 0,-2-1-176 0,0-1 160 16,-3-1-1504-16,0 0-288 0,-2-2-64 0,-1 1-16 15,-4 1 992-15,0 1 192 0,1 2 32 0,-1 2 16 0,-1 1 1008 0,-2 2 208 16,-1 2 32-16,-1 3 16 0,-2 1-96 0,-1 2-32 16,-1 1 0-16,-2 3 0 0,-3 0-816 0,-2 3-160 15,-1 1-48-15,0 3 0 0,-2 3 368 0,-2 4-144 16,1 3 144-16,-1 1 0 0,1 4 976 0,-1 4 304 15,1 5 64-15,0 5 16 0,1 4-352 0,0 5-80 16,2 6-16-16,-1 4 0 0,4 2-912 0,3 7-272 16,1 1-16-16,4-4 0 0,3-2 128 0,5-4 32 15,1-3 0-15,6-4 0 0,1-6 128 0,5-6 224 16,1-6-48-16,4-5-16 0,1-4 0 0,2-4 0 0,1-6 0 0,1-4 0 16,-2-6-160-16,1-7 128 0,1 0-128 0,-1-6 128 31,2-5-608-31,0-4-128 0,2-6-32 0,-2 1 0 0,0-7 320 0,0 0 64 0,0 1 16 0,-3 3 0 15,-2 2 240-15,-3 4-176 0,-4 3 176 0,-1 1-160 16,-2 4 288-16,-2 4 64 0,-2 6 16 0,-2 2 0 16,-3 4 592-16,0 11 112 0,0 0 32 0,0 0 0 15,-11 0 112-15,3 6 32 0,0 6 0 0,-2 5 0 16,-3 7-400-16,0 7-80 0,0 3-16 0,2 4 0 16,0 5-432-16,1 6-160 0,2 2 0 0,-1 4 144 15,-1 1-416-15,-1 0-96 0,0 0-16 0,-1 0 0 16,1 2-448-1,0-2-112-15,-2 0-16 0,0 1 0 0,0-3 128 0,2 1 32 16,2-2 0-16,-1 0 0 0,2-4 1168 0,1-4 224 0,1 0 48 0,1-3 16 0,0-3 432 0,2-4 64 16,2-3 32-16,1-3 0 0,0-5-608 15,1-3-112-15,2-3-16 0,1-6-16 16,-4-12-784-16,0 0-160 0,0 0-16 0,0 0-16 16,14-3-544-16,1-5-128 0,-1-5 0 0,0-3-16 15,2-5-528-15,4-1-96 0,1-4-32 0,1-3-10400 16</inkml:trace>
  <inkml:trace contextRef="#ctx0" brushRef="#br0" timeOffset="1519.29">1188 16561 11055 0,'-16'6'976'0,"16"-6"-784"0,-12 5-192 0,4 3 0 16,8-8 1360-16,-8 10 240 0,0-1 32 0,2 4 16 15,0 0-1504-15,1 3-288 0,0 2-64 0,0 1-16 32,-1 3-608-32,-1 4-128 0,1 0-32 0,1 3 0 0,0 1 1376 0,2 4 256 0,-2 1 64 0,0 2 16 15,2 0 1088-15,0-2 224 0,1 1 32 0,1-3 16 16,-1-2-80-16,2-1-16 0,3 1 0 0,4-7 0 15,-2 1-1392-15,1-4-272 0,0-3-64 0,4-2-16 16,3-3-1888-16,0-3-368 0,1-4-80 16,2-1-16-16,2-2-272 0,1-3-64 0</inkml:trace>
  <inkml:trace contextRef="#ctx0" brushRef="#br0" timeOffset="1970.92">1576 16734 23951 0,'-14'-3'1056'0,"14"3"224"0,-15-2-1024 0,15 2-256 16,0 0 0-16,0 0 0 0,-8 10 896 0,3 1 128 15,1 2 32-15,2 3 0 0,2 3-272 0,2 5-48 16,-2 4-16-16,1 0 0 16,1 3-1216-16,-2 3-240 0,-2-1-48 0,2 3-16 15,0-3-64-15,0 1-16 0,0-2 0 0,-3 0 0 16,-5-1 368-16,1-4 64 0,1-1 0 0,0-2 16 0,1-3 432 0,0-4-128 0,0-4 128 0,5-13 0 15,0 0 256-15,0 0 144 0,0 0 32 0,0 0 0 32,0 0-1456-32,10-14-272 0,-1-7-64 0,4-5-16 15,2-6-960-15,-1-5-192 0,1-3-32 0,1-6-16 16,1-1 1344-16,-1 0 272 0,0-1 48 0,0 2 16 0,-1-1 1536 0,-2 4 304 0,-2 3 64 0,-1 4 16 16,-1 6 480-16,1 4 96 0,-2 2 32 0,0 5 0 15,-3 3 288-15,0 6 48 0,-5 10 16 0,0 0 0 16,9-8-320-16,-9 8-48 0,0 0-16 0,15 2 0 15,-1 4-1024-15,-1 4-192 0,0 4-64 0,-2 6 0 16,-1 4-512-16,-1 6-128 0,-1 4 0 0,0 6-16 16,-1 3 560-16,-2 4 112 0,-2-1 32 0,-2 1 0 15,-1-1 384-15,-1-1 80 0,-2 0 0 0,-1 2 16 0,1-4 0 0,0-1 0 16,0 0 0-16,-1-2 0 0,1 0-400 0,2-2-96 16,1-2-16-16,0-4 0 0,-2-2-336 0,2-6-160 15,2-1 16-15,-1-4 0 16,1-3-816-16,1-3-144 0,-3-13-48 0,0 0-9200 15,0 0-1840-15</inkml:trace>
  <inkml:trace contextRef="#ctx0" brushRef="#br0" timeOffset="2257.46">2266 17328 28559 0,'0'0'2544'0,"0"0"-2032"0,0 0-512 0,0 0 0 16,0 0 1168-16,0 0 144 0,8-11 32 0,0-1 0 15,-1 1-1056-15,-3 0-288 0,0-2 0 0,-3 2 128 31,-1 11-1600-31,-5-11-320 0,-3 3-64 0,-1 3 0 0,-2 2 768 0,-2 3 176 0,-2 1 16 0,-1 2 16 16,-1 2 880-16,-1 3 128 0,-1 0 64 0,-2 2 0 16,-3 1-352-16</inkml:trace>
  <inkml:trace contextRef="#ctx0" brushRef="#br0" timeOffset="2605.64">2635 16617 35007 0,'0'0'1552'0,"0"0"320"0,0 0-1488 0,0 0-384 0,0 0 0 0,0 0 0 15,0 0 240-15,-5 11-32 0,5-11 0 0,0 0 0 16,-3 13-480-16,3-13-112 0,-5 13 0 0,5-13-16 31,-4 14-1616-31,0-1-320 0,3 1-64 0,-2-1-16 16,1 0 1136-16,0 2 208 0,1-1 48 0,-1 2 16 0,4 0 1904 0,-2 3 384 0,1 1 80 0,3-1 16 16,-1-1 288-16,2 1 64 0,-1 2 16 0,1 1 0 15,0-1-1104-15,1 2-208 0,-1-1-48 0,0 2-16 31,0 2-944-31,1-2-192 0,1-2-48 0,-1-1-13728 0</inkml:trace>
  <inkml:trace contextRef="#ctx0" brushRef="#br0" timeOffset="2855.69">2993 16612 36863 0,'0'0'1632'0,"0"0"336"0,0 0-1584 0,16 0-384 16,2 2 0-16,1 1 0 0,2 3 400 0,1 2 0 16,1 2 0-16,-1 3 0 0,-1 3-192 0,0 3-32 15,-3 5-16-15,-2 3 0 16,-2 4-1120-16,-3 3-208 0,-3 3-48 0,-3 1-16 16,-2 2-16-16,-4 2 0 0,-2 3 0 0,-4 1 0 0,-2 3 2112 0,-4 4 416 15,-3 1 96-15,-2 2 16 0,-1 4-112 0,-4 1 0 16,-2 0-16-16,-4 3 0 15,-3 2-1392-15,-5 0-288 0,-5-2-48 0,-4 0-16624 0</inkml:trace>
  <inkml:trace contextRef="#ctx0" brushRef="#br0" timeOffset="6731.57">3802 15299 23039 0,'0'0'2048'0,"0"0"-1648"0,0 0-400 0,0 0 0 16,0 0 752-16,0 0 64 0,-6 11 16 0,6-11 0 15,0 0 16-15,-5 10 16 0,5-10 0 0,-5 13 0 16,-2-2-576-16,1 2-112 0,-2 0-32 0,0 3 0 16,-3 3-144-16,-2 3 160 0,0 1-160 0,-1 4 160 15,-1 4 96-15,2 1 0 0,1-2 16 0,-1 2 0 16,0-3 128-16,2 5 32 0,3 0 0 0,1-2 0 0,1 0 16 0,1 0 0 15,3 2 0-15,2-1 0 16,0 0-256-16,2 3-32 0,1 1-16 0,-1 2 0 16,-1 3-144-16,1-1-272 0,-2 4 64 0,-2 7 16 15,2 4-512-15,-3 3-112 0,-2 2-16 0,-1 2 0 0,0 3 384 0,1-1 64 16,0 0 0-16,2-1 16 0,1-2 368 0,2-1 0 16,0-3 0-16,3 0 128 0,2 0 64 0,0-2 0 15,1-5 0-15,1 2 0 0,1-3-32 0,-2 0 0 16,1 0 0-16,-1 1 0 0,0 0 32 0,2 1 0 15,-1-4 0-15,-1-2 0 0,1-1-192 0,-1-5 160 16,1-3-160-16,-1-5 160 0,2-4-160 0,0-6 0 16,0-3-192-16,2-4 192 0,1-5-192 0,0-2 192 15,2-2-192-15,-13-6 192 0,16 5 160 0,-2-2 160 16,-14-3 16-16,15 5 16 0,-15-5 176 0,14 3 48 0,-14-3 0 16,0 0 0-16,13 8-64 0,-13-8-16 0,10 10 0 0,-10-10 0 15,0 0-160-15,8 11-16 0,-8-11-16 0,0 0 0 16,11 6-304-16,-11-6 0 0,15 0 128 0,-1-3-128 15,-1 0 0-15,1-3 0 0,1-2-176 0,-1-2 176 16,1-1 0-16,-1 3 0 0,-1 0 0 0,1 1 0 16,-1 2 0-16,0 2 192 0,1 0-48 0,1 0-16 15,-1 3 96-15,2 0 16 0,2 0 0 0,1 0 0 16,4 0-240-16,-1 5 176 0,2 1-176 0,2-1 160 16,1 0-160-16,4 1 0 0,-1 0 0 0,2 2 0 15,2 0 0-15,3 2 0 0,1 0 0 0,4-1 0 16,2 1 0-16,2 0 0 0,2-1 0 0,4 3 0 15,1 0 0-15,1 3 0 0,1-1 0 0,-1 2 0 0,1 0 0 16,1 2 0-16,0 1 0 0,2 2 128 0,1 0 0 0,2 1-128 16,2 1 192-16,3-1-64 0,1 1 0 15,0-1 0-15,1-2 0 0,1 0 0 0,1 1-128 0,3-1 160 16,0-4-160-16,5-2 160 0,-1-1-160 0,1 0 160 16,6-2-160-16,-3-1 160 0,0-4-160 0,-1-1 128 15,0-2-128-15,4-3 128 0,-1-1-128 0,2-1 128 16,2-1-128-16,-2-1 128 0,-2 3-128 0,-1-1 0 15,-2 1 144-15,4 1-144 0,-1 1 0 0,2 2 0 16,0-1 0-16,2 3 128 0,-2-3-128 0,2-1 0 16,-1-1 0-16,4-1 0 0,2-3 0 0,1 1 0 15,0-2 0-15,2 2 0 0,1-2 0 0,2 2 0 16,1-2 0-16,-1 2 128 0,-2 0-128 0,1 1 0 0,1 1 0 16,0 1 0-16,-2 0 0 0,3 0 0 0,1 0 0 15,1 0 0-15,0 1 0 0,0 2 0 0,2 1-144 0,3-3 144 16,3-1 0-16,2 0 0 0,-4 3 0 0,2-1 0 15,-3 0 0-15,3 2 0 0,0 3 0 0,1 3 0 16,0-1 0-16,-1 2 0 0,1 2 0 0,-1 5 0 16,0 3 0-16,2 1 0 0,-2 2 0 0,1-1 0 15,1-2 0-15,0-1 0 0,0-2 0 0,-2-3 0 16,-2-4 0-16,-1-5 0 0,-3-3 0 0,-2-4 0 16,0-2 128-16,-3-2-128 0,-5-3 128 0,-3 0-128 15,-2-2 128-15,-4 1-128 0,-4-3 0 0,0 3 128 16,-1-1-128-16,-2 0 0 0,-3 1 0 0,-2-2 128 15,-3-6-128-15,0 1 0 0,0-1 144 0,0-1-144 16,0-1 0-16,2 0 0 0,-1-2 0 0,2 3 0 0,1 0-160 0,-3 1 160 16,-2 2-192-16,-1 1 192 0,0-2 0 0,4 1 0 15,-2-1 0-15,2 0 0 0,-1 0 0 0,1 0 0 16,-2-3 0-16,3 6 0 0,2 0 0 0,0 2 0 16,1 1 0-16,2 1 0 0,0-3 0 0,0 8 0 15,0-1 0-15,2 2 0 0,0 1 0 0,1 4 0 16,2 2 0-16,-1 3 0 0,1 1 0 0,2 2-128 15,-2 2 128-15,-1 1 0 0,1 0-256 0,-3 0 16 16,-2-3 0-16,0-1 0 16,-3-2-160-16,-2-4-48 0,-3-3 0 0,-3-3 0 0,-4-2 256 0,-2-2 32 15,-4-2 16-15,-3-1 0 0,-2 0 544 0,-1 1 112 16,-3-1 32-16,-3 2 0 0,0 2-112 0,-4-1-32 0,-3 1 0 16,0-2 0-16,-2 0-176 0,-1-2-32 0,-2-3-16 0,-2-1 0 15,1-2-176-15,-2-3 0 0,-2-2 0 0,-1-7-176 16,-2-2-16-16,0-2-16 0,0-3 0 0,-2-2 0 15,-1 0 208-15,-1 0-144 0,-1 0 144 0,-2-2-128 16,-1 7 128-16,1-1 0 0,-1-1 128 0,0 0-128 16,0 0 240-16,0-1-32 0,0-3 0 0,3 1 0 15,2-7-208-15,1-1 0 0,2-4 0 0,2-4 0 16,1-5 0-16,2-2-128 0,0-5-16 0,2-3 0 16,-1-1 0-16,1 0 0 0,-2 2 0 0,-2 3 0 15,-2 1 144-15,-2 5 0 0,-4 5-144 0,-1 0 144 16,-4 2 0-16,-1 3 0 0,-2 3 0 0,-3 0 128 15,0-2 64-15,-1 2 0 0,-2-1 0 0,-2-1 0 16,0 1-192-16,-3-1 192 0,-2 1-192 0,-1 4 192 0,0 3-192 0,-2 2 160 16,-1 1-160-16,-2 3 160 0,-2 3 16 0,1 4 0 15,-3 4 0-15,1 1 0 0,-2 2 48 0,0 3 16 16,1 3 0-16,-1 3 0 0,-2 4-240 0,1 1 0 16,-2 2 128-16,-2 3-128 0,-1 3 0 0,0 2 0 15,-2 0-192-15,0 3 192 0,-2 1-320 0,-1 2 64 16,-3 1 0-16,0 0 0 0,-1 3 64 0,0-1 32 15,0-1 0-15,-1 0 0 0,-1-3 160 0,-2-2-128 16,-3 0 128-16,-2-2-128 0,-2 1 128 0,-3-3 0 16,-6 1 160-16,-3-2-160 0,-4-3 192 0,-6-3-64 15,-4 0-128-15,-4-2 192 0,-5-1-192 0,-5-2 0 16,-4-2 0-16,-7-1-160 0,-8-2-32 0,-6-1-16 0,-7-2 0 0,-6-4 0 16,-5-4-16-16,-7 2 0 0,-5 1 0 0,-3 0 0 31,-3 0-416-31,-4 3-64 0,-5 4-32 0,-5 1 0 15,-4 4 208-15,-2 1 32 0,-5 3 16 0,-2 3 0 0,-2 2 256 0,-6 5 48 0,-6 0 16 0,-4 4 0 16,-1 1-16-16,-5 3 0 0,-4 1 0 0,-1-1 0 31,2-2-688-31,-1 2-144 0,3 0-16 0,1-2-16 16,0-3-512-16,8 0-112 0,6-3 0 0,6 2-16 16,1-1 752-16,4-1 160 0,4-2 16 0,0-1 16 0,-3 2 1056 0,4 3 192 0,2-1 64 0,1 4 0 15,-3 3-80-15,2 4-16 0,2 1 0 0,3 1 0 16,0 1-144-16,1-3-16 0,2 2-16 0,1 2 0 15,-1 0-1392-15,2-2-288 16,-1-2-48-16,6-3-16 0,3-1-1344 0,1-4-272 0,-1-5-48 0,4-4-16 16,7-5 864-16,4-3 160 0,-1-5 48 0,3-5 0 15,6-6 1296-15,2 2 272 0,4-1 48 0,1 2 16 0,0 4 944 0,0 2 192 16,-3 4 48-16,5 1 0 0,2 2 928 0,1 4 192 16,0-3 32-16,2 7 16 0,-1 0 80 0,6 0 16 15,4 0 0-15,7-3 0 0,3-3-624 0,3-1-128 16,2-1-32-16,1-1 0 0,1-4-912 0,0-2-176 15,5 1-32-15,0 1-128 0,3 2 0 0,4-1 0 16,2 3-240-16,0-2 80 0,1-2 672 0,2 0 144 16,0 0 32-16,3 2 0 0,4-2 592 0,2 0 112 15,3-1 16-15,1 2 16 0,3 1-416 0,1 2-96 16,4-1-16-16,2 0 0 0,1 1-320 0,1-1-80 16,1-1-16-16,1 0 0 0,2-1-480 0,3 3 0 0,2-1 0 0,1 2 0 31,2 0-448-31,0 2-192 0,2 1-48 0,-1 3 0 15,3 5-656-15,-1 2-128 0,-2 3-16 0,1 5-7760 0,-1 2-1552 0</inkml:trace>
  <inkml:trace contextRef="#ctx0" brushRef="#br0" timeOffset="7198.75">1091 14898 28559 0,'-14'29'2544'0,"1"-2"-2032"0,3-1-512 0,2-7 0 16,5-5 0-16,-13-7 0 0</inkml:trace>
  <inkml:trace contextRef="#ctx0" brushRef="#br0" timeOffset="8034.42">1379 14488 8287 0,'0'0'736'0,"-4"-12"-592"0,0-4-144 0,0-1 0 16,1 0 3376-16,2-2 640 0,-1-2 128 0,0 0 16 15,-1 0-2304-15,0-3-448 0,-2-2-112 0,0 1-16 31,-1-3-1536-31,-2 1-304 0,-3-2-64 0,-2 0-16 0,-2 0-688 0,-1 2-144 0,-3 1-16 0,-2 4-16 16,-1 1 1104-16,-4 3 208 0,-3 5 64 0,-1 4 0 16,-2 2 1664-16,-4 6 320 0,-2 4 80 0,-4 7 16 15,-4 6 0-15,-4 6 0 0,-2 7 0 0,-1 11 0 16,-3 10-800-16,0 11-144 0,-3 8-48 0,3 6 0 16,1 6-1392-16,5-3-272 0,4 4-64 0,6-3-16 15,6-2-448-15,8-7-96 0,7-4-16 0,6-6 0 0,8-7 912 0,5-5 176 16,5-6 48-16,5-7 0 0,4-5-16 0,2-6 0 15,2-6 0-15,1-3 0 0,0-7 224 0,4-4 0 16,-1-7 0-16,2-5 0 0,2-3 384 0,1-7-48 16,2-6 0-16,3-5 0 0,0-4-208 0,2-8-128 15,1-4 160-15,1-1-160 16,-1-2-272-16,0 1-160 0,-1-1-16 0,-2 3-16 0,-1 3 144 0,-4 4 16 16,-3 3 16-16,-3 2 0 0,-7 5 288 0,1 5 0 15,-2 5 0-15,-5 4 0 0,-5 3 0 0,-3 11 0 16,0 0 0-16,0 0 0 0,0 0 400 0,0 0 192 0,0 0 48 0,-7 13 0 15,-1 3 16-15,0 6 16 0,-1 5 0 0,-1 7 0 16,-1 3-64-16,-2 5-16 0,-1 4 0 0,-2 6 0 16,-2 2-96-16,2 2-32 0,0 4 0 0,0-1 0 15,-2-3-464-15,0 2 0 0,2 2 0 0,0-1 0 16,0 0 0-16,2 1 0 0,-1-2 0 0,1-2 0 16,1-2 0-16,2-1-160 0,0-3 160 0,3-3-128 15,1-4 128-15,4-5-192 0,1-4 192 0,2-2-192 16,4-3 608-16,2-3 112 0,0 0 32 0,4-6 0 15,0-4-176-15,1 2-16 0,2-3-16 0,1-3 0 16,1-4-352-16,2-3-208 0,3-5 16 0,0-3 16 16,1-5-976-1,5-6-192-15,-2-7-32 0,3-7-16 0,2-4-768 0,0-6-144 0,0-6-48 0,0-2-9680 16</inkml:trace>
  <inkml:trace contextRef="#ctx0" brushRef="#br0" timeOffset="8320.44">1825 14209 29487 0,'-24'10'1296'0,"8"-4"288"0,0-1-1264 0,0 1-320 15,0 2 0-15,-1 2 0 0,3 6 224 0,-2 7-16 16,-3 5 0-16,-2 9 0 15,-3 5-656-15,-2 5-144 0,-1 1-32 0,0 6 0 16,-1 7-608-16,1 5-128 0,1 2-32 0,2 4 0 0,0 2 1232 0,3-2 160 0,2-3 192 0,3 0-32 16,3 0 768-16,2-3 160 0,3-5 16 0,5-5 16 15,1-6-256-15,7-7-48 0,3-6-16 0,5-8 0 16,1-2-384-16,5-9-80 0,2-4-16 0,5-7 0 31,1-7-832-31,4-7-192 0,-1-7-16 0,2-4-12576 0</inkml:trace>
  <inkml:trace contextRef="#ctx0" brushRef="#br0" timeOffset="8786.12">2058 14726 1839 0,'0'0'160'0,"-5"-14"-160"0,0-1 0 0,-2 2 0 16,-1 2 2816-16,2 3 512 0,-2 2 128 0,8 6 0 0,0 0-96 0,-11 8-32 16,1 3 0-16,2 6 0 0,0 8-2560 0,3 5-512 15,0 4-96-15,2 3-32 0,2 1-384 0,1 2-96 16,0 2-16-16,3-2 0 0,0 2 624 0,0 1 112 15,0 1 16-15,1-1 16 0,-1-1 80 0,-2-1 16 16,-1-2 0-16,0-1 0 0,-1-2-352 0,-1-3-144 16,2-4 128-16,-1-5-128 0,-1 1 0 0,2-8 0 15,2-2 128-15,-2-15-128 0,0 0 0 0,0 0 0 16,0 0-160-16,9-13 160 16,1-6-1136-16,1-7-128 0,0-6-16 0,1-5-16 15,-1-5-320-15,0-3-64 0,-1-3-16 0,1-2 0 0,0-1 1072 0,0 1 224 16,1 2 32-16,-1 1 16 0,-1 2 1568 0,1 4 304 15,0-1 64-15,0 7 16 0,-1 1-32 0,-1 2 0 0,1 1 0 0,1 2 0 16,2 4-800-16,0 1-144 0,0 1-48 0,-2 4 0 16,0 1-272-16,-1 5-64 0,-2 2-16 0,-8 11 0 15,0 0 144-15,13-1 16 0,-13 1 16 0,13 9 0 16,-5 11-32-16,0 4-16 0,-2 6 0 0,-1 4 0 16,0 1 96-16,-2 7 0 0,-1 1 16 0,-1 1 0 15,-1-1-80-15,0 0-32 0,0-3 0 0,0-1 0 16,0-4-128-16,0-3-32 0,0 0 0 0,0-3 0 15,2-1 0-15,-2-1-16 0,-2-1 0 0,1-1 0 16,1-1-48-16,0 0-128 0,0 0 192 0,0-4-64 16,0-4-128-16,1-2 0 0,-1-14 0 0,5 15 0 15,-5-15-832-15,0 0-160 0,0 0-32 16,14 8-14944-16</inkml:trace>
  <inkml:trace contextRef="#ctx0" brushRef="#br0" timeOffset="9209.2">2788 14931 38703 0,'-20'-1'1712'0,"9"-1"352"0,11 2-1648 0,-11-1-416 0,11 1 0 0,0 0 0 15,0 0 576-15,0 0 16 0,0 0 16 0,0 0 0 16,0 0-416-16,0 0-64 0,0 0-128 0,0 0 176 31,-3 14-1136-31,0-1-208 0,-1 5-48 0,1-1-16 16,-3 2-432-16,-6 6-96 0,-5 2-16 0,-2 3 0 0,-4 2 1040 0,-1 5 208 0,-5 5 32 0,0 3 16 16,-3 2 480-16,-2 2 0 0,1-1 0 0,2 2 0 15,1-2-720-15,1-3-112 0,2-5 0 0,3-6-11104 16</inkml:trace>
  <inkml:trace contextRef="#ctx0" brushRef="#br0" timeOffset="9672.61">2661 14185 16575 0,'0'0'1472'0,"0"0"-1168"15,0 0-304-15,0 0 0 0,0 16 4512 0,5-1 848 16,3-1 160-16,5 0 48 0,1 1-3984 0,2-1-800 0,2 2-144 0,3-1-48 16,-2-1-592-16,0 1-256 0,0-2 0 0,1 1 16 31,-3 0-1376-31,-1 4-288 0,-1 0-48 0,-2-1-16 16,-1-2 64-16,0 1 16 0,-3-2 0 0,-1 6 0 0,-1-1 1888 0,1 0 160 0,0-1 144 0,1 1 16 15,1-1 1040-15,3-1 208 0,-2 1 32 0,0 1 16 16,1-3-704-16,-1 0-144 0,-2 0-16 0,1-1-16 15,-3-1-544-15,-3 1-192 0,-2 1 144 0,-2 0-144 32,-2-2-304-32,-1 2-144 0,-3 0-16 0,-2 2-16 15,0 0-592-15,-2-2-112 0,0-3-32 0,1 1 0 0,-1 1 352 0,1-1 64 16,0-3 16-16,0-1 0 0,-2-1 640 0,1-2 144 0,0 3 0 0,2-2 0 16,8-8 576-16,-9 9 128 0,1 1 0 0,8-10 16 15,0 0 464-15,0 0 96 0,0 0 0 0,1 13 16 0,-1-13-960 16,15 6-192-16,-1-6-144 0,4-2 192 15,-1 1-192-15,3-2 0 0,-1-4 0 0,3-1 128 0,-2-5 208 0,2 5 48 16,-1 0 0-16,0-3 0 0,-2-2-208 0,0 2-48 16,1 1 0-16,-3 1 0 15,-1-1-448-15,0 2-112 0,0 0-16 0,1 2 0 16,-3-1-1520-16,0 1-304 0</inkml:trace>
  <inkml:trace contextRef="#ctx0" brushRef="#br0" timeOffset="9921.67">3484 14053 40543 0,'0'0'1792'0,"19"4"384"0,6 0-1744 0,5 6-432 0,5 3 0 0,5 6 0 15,2 5 128-15,1 5-128 0,1 6 128 0,-2 4-128 31,-4 3-480-31,-4 4-176 0,-5 6-48 0,-5 2 0 16,-3 4-3168-16,-9 3-640 0,-7 2-128 0,-8 2-32 16,-7 4 256-16,-6 2 32 0,-8 4 16 0,-6 3 0 0,-7 2 6096 0,-8 2 1232 0,-8 3 240 0,-8 5 64 15,-8-1 640-15,-10 11 144 0,-7 4 32 0,-11 12-15920 16</inkml:trace>
  <inkml:trace contextRef="#ctx0" brushRef="#br0" timeOffset="28395.8">1204 12296 16575 0,'0'-18'1472'0,"1"-4"-1168"0,4-6-304 0,-3 1 0 0,-4 0 368 0,-3 3 16 16,1 1 0-16,-6 4 0 0,-3 1 128 0,-5 7 16 16,-4 3 16-16,-5 8 0 15,-5 6-1376-15,-5 7-256 0,-2 3-64 0,-6 8-16 16,-1 5 272-16,-4 5 64 0,-1 3 16 0,-1 5 0 0,1 4 1136 0,1 2 208 15,2 2 48-15,1 3 16 0,2 2 368 0,5 3 80 16,2 3 16-16,4 1 0 0,5 2-208 0,4-1-32 16,1-2-16-16,6-2 0 0,3-3-272 0,6-6-48 15,4-6-16-15,5-8 0 0,6-7 144 0,7-6 32 0,3-5 0 16,5-7 0-16,3-5-496 0,3-7-144 0,4-7 0 16,3-7 0-1,1-6-720-15,0-6-256 0,1-7-48 0,-1-4-16 16,0-6-1056-16,-1-2-208 0,-2-4-32 0,0 0-16 15,-3 1 1392-15,-2 0 256 0,-3 3 64 0,0 1 16 0,-1 2 1968 0,-4 4 384 0,-4 2 64 0,-3 7 32 16,0 6 112-16,-4 7 32 0,-2 3 0 0,-6 14 0 16,0 0-560-16,0 0-128 0,0 0 0 0,-10 6-16 15,-1 6-688-15,-2 9-128 0,1 6-16 0,-1 5-16 32,-2 3-752-32,-1 5-160 0,-1 5-16 0,-1 5-16 0,0 5 240 0,1 1 48 0,-3 0 16 0,3 3 0 15,-1 2 96-15,2 0 128 0,0 0-208 0,2 0 80 16,-1 0 128-16,2-1 0 0,0-6-144 0,4 1 144 15,-1-7-160-15,4-5 160 0,1-4-208 0,3-5 80 16,2-1 128-16,4-5-192 0,2-6 192 0,2-4-192 16,3-4-864-16,5-4-176 0,4-4-48 0,4-7-9392 15</inkml:trace>
  <inkml:trace contextRef="#ctx0" brushRef="#br0" timeOffset="28596.68">1473 12805 34095 0,'-38'37'1504'0,"15"-2"320"0,-2 11-1456 0,4 6-368 16,3 6 0-16,7-2 0 15,5-3-640-15,6-2-208 0,4-1-48 0,6-4 0 16,3-2-384-16,6-7-96 0,4-10-16 0,-1-9 0 0,-1-10 1072 0</inkml:trace>
  <inkml:trace contextRef="#ctx0" brushRef="#br0" timeOffset="28800.75">1688 13079 35007 0,'-19'16'3120'0,"3"7"-2496"0,3 2-496 0,4 1-128 16,5-4-768-16,3-1-192 0,1-1-16 0,3-3-16 16,0 1-640-16,2 0-128 0,1-2-32 0,1-4 0 15,-1 1-2480-15,-6-13-496 0,13 7-96 0,-13-7-32 0</inkml:trace>
  <inkml:trace contextRef="#ctx0" brushRef="#br0" timeOffset="29031.72">2013 12724 14735 0,'8'-19'640'0,"-2"6"160"0,0 0-640 0,2 2-160 16,2 0 0-16,0 5 0 0,-10 6 1408 0,11-7 256 16,-11 7 64-16,0 0 0 0,13 3-256 0,-13-3-32 15,13 12-16-15,-4 2 0 0,-1 2-576 0,-1 3-112 16,-2 4-32-16,-2 1 0 0,0 2-432 0,-1 2-80 16,-2 3-32-16,0 1 0 0,0 5-160 0,-2 1-224 15,0 1 48-15,1-2 16 0,-2-2 32 0,-1 1 0 16,-1-3 0-16,2-1 0 0,0-3 128 0,3-3 0 0,-2-2 0 15,2-3 0-15,0-2 0 0,4-3 176 0,0 0-16 0,3-3 0 16,-7-13 112-16,13 13 32 0,-2-3 0 0,2-4 0 31,0-1-800-31,1-2-144 0,1-1-48 0,-1-1-7712 0,-14-1-1552 0</inkml:trace>
  <inkml:trace contextRef="#ctx0" brushRef="#br0" timeOffset="29533.3">2516 13138 26719 0,'-12'9'2368'0,"-1"-3"-1888"0,0-1-480 0,13-5 0 16,-10 3 320-16,10-3-16 0,0 0-16 0,0 0 0 16,0 0-288-16,0 0-224 0,0 0 32 0,10-8 16 31,3-2-2000-31,1 1-416 0,2-3-80 0,0 1-16 16,-1 0 288-16,-1 1 48 0,-1 2 16 0,-2 3 0 15,-11 5 800-15,0 0 176 0,0 0 16 0,15 0 16 0,-15 0 2176 0,0 0 432 0,13 12 96 0,-4-1 16 16,1 0 1328-16,-2 0 272 0,0-1 48 0,2 3 16 15,-2 0-720-15,1 0-144 0,-1 1-16 0,0 0-16 16,-1 1-1328-16,-4-1-272 0,-3 1-48 0,-2 2-16 16,-3 3-1520-16,-4 1-288 15,-4 1-64-15,-5 2-10496 0</inkml:trace>
  <inkml:trace contextRef="#ctx0" brushRef="#br0" timeOffset="29983.89">3012 12671 35935 0,'0'0'1600'0,"0"0"320"0,-3 12-1536 0,3-12-384 16,3 14 0-16,2-1 0 15,0-2-400-15,3 0-160 0,2-1-16 0,1-2-16 0,-1-2 592 0,1 2 0 0,-11-8 224 0,16 9-64 32,-2-1-1696-32,-1 1-352 0,-3 2-64 0,-4 1-16 15,-6-12-1104-15,3 17-208 0,-4 1-48 0,-4 0-16 16,-3 1 432-16,-10 8 96 0,1-3 0 0,4-8 16 0,-3-1 2224 0,0-1 576 0,0 1 0 0,0-4 0 16,1-5-144-16,4-1 144 0,11-5 0 0,0 0 0 15,0 0 3584-15,0 0 816 0,0 0 144 0,0 0 48 16,8-13-1648-16,3 0-320 0,2 1-64 0,1 0 0 15,2 1-1312-15,4 0-256 0,-1 0-48 0,3-1 16 16,1 4-656-16,-1 2-144 0,-1 1-32 0,0 2 0 16,-3 1-128-16,-1 2-272 0,-2 2 64 0,-15-2 16 15,14 8-192 1,-2 0-48-16,-4 2 0 0,-8-10 0 0,4 12 48 0,0 1 0 0,-6 2 0 0,-3 1 32 0,-1-2 640 0,-5 5 128 16,-2 1 32-16,-3 2 0 0,-5 2 160 0,0 4 32 15,-3-1 16-15,0 2 0 0,-4-2-832 0,3 4-160 16,1-4-48-16,1 0 48 15,2-1-1968-15,2-4-384 0</inkml:trace>
  <inkml:trace contextRef="#ctx0" brushRef="#br0" timeOffset="30200.48">3572 12453 19343 0,'0'0'1728'0,"13"10"-1392"0,0-2-336 0,0 6 0 0,0 1 2416 0,1 1 400 0,1 5 96 0,1 3 16 16,-2 3-720-16,1 5-144 0,-3 0-16 0,1 3-16 16,-1 1-1200-16,-4 2-256 0,-2 2-32 0,-1 2-16 31,-5 0-976-31,-3 0-208 0,-7-1-48 0,-4 6 0 16,-4 4-1392-16,-6 2-272 0,-5-1-64 0,-8 7-16 15,-6-1-208-15,-4 0-32 0,-4-1-16 0,-4 4-6944 0</inkml:trace>
  <inkml:trace contextRef="#ctx0" brushRef="#br0" timeOffset="42677.17">12084 14395 35935 0,'-32'-3'3200'0,"-1"0"-2560"16,-1 0-512-16,2-1-128 0,3 3 576 0,2-1 80 16,-1-3 32-16,1 5 0 0,-2-4-496 0,0 0-192 15,-1 1 176-15,-2 3-176 16,-4 3-1600-16,-2 2-400 0,-5-2-96 0,-1 4-16 16,-4-1-1408-16,-2 2-272 0,-3 2-64 0,-1-2-16 15,-2 0 2656-15,-2 0 544 0,-2 0 96 0,1 0 32 0,0 0 2816 0,-2 0 560 16,-2-3 112-16,-1-2 32 0,-3-3-1072 0,1 2-224 15,0-1-32-15,2 3-16 0,-2 0-1312 0,0 3-320 0,0-1 0 16,-1 1 0-16,-4-1 0 0,-4-1-192 0,1 1 64 0,0 4 0 16,0 0 128-16,2-1 0 0,-2 2 0 0,2 1 0 15,-2-1 208-15,-1-1 80 0,0-4 16 0,-2 0 0 16,-1 1 464-16,1-1 112 0,0 1 16 0,2 1 0 16,0 1-64-16,-1-1 0 0,1 0 0 0,1 0 0 15,0-1-400-15,0 1-96 0,2 0-16 0,1 0 0 16,2-2-320-16,2 1 0 0,1-2 0 0,2-4-192 31,-2 2-352-31,2-3-80 0,0-3-16 0,1 2 0 0,2-4-128 16,2 0-16-16,0 0-16 0,1-1 0 0,0 2 448 0,0 0 96 0,-1-3 0 0,1 2 16 15,2 1 656-15,0 0 128 0,0 1 32 0,1 2 0 16,0-1-48-16,1 2 0 0,-1 0 0 0,2 0 0 16,0 2-384-16,-1-2-144 0,-1 0 0 0,1 0 144 15,-2-2-576-15,1 0-112 16,0-1-32-16,2 2 0 0,2-3-192 0,0 3-64 0,-1-2 0 15,4-1 0-15,0 1 400 0,3 0 80 0,2-2 16 0,-4 0 0 0,-4-3 144 0,3 2 48 16,0-2 0-16,1 0 0 0,1 0 464 0,1 1 112 16,0-1 16-16,0 3 0 0,-2-1 480 0,4 3 96 15,0 0 32-15,-1 1 0 0,1 2-592 0,0 0-112 16,-1 0-32-16,-1 0 0 0,0 0-320 0,0 0 0 16,2-2 0-16,1 2 0 0,2-1-208 0,2-1-16 15,-1 1 0-15,4-3 0 0,1 0 96 0,1-1 128 16,0 0-208-16,1-1 80 0,0-1 128 0,0 1 0 0,2-2 0 15,-2 0 0-15,-2-2 0 0,0 0 0 0,-1-1 0 16,1-2 0-16,0 0 0 0,1 1 0 0,1-1 0 0,1 0-128 16,1-3 272-16,2 0 64 0,1-2 16 0,1 1 0 15,2-3 176-15,0 3 48 0,0-3 0 0,2 1 0 16,-1 1-128-16,2-1 0 0,1 1-16 0,0-1 0 16,1 0-48-16,1 0 0 0,1-1 0 0,2 3 0 15,1-1-256-15,1 0 128 0,0 1-128 0,2-2 0 16,0-2 0-16,-1-2 0 0,0 1 0 0,2-1-192 31,2 1-192-31,0 1-48 0,-2 0 0 0,1 0 0 0,-3-1 176 0,1-2 48 0,0 0 0 0,0-2 0 16,-1-3 336-16,1 2 64 0,-3-1 0 0,1 1 16 15,2 0 176-15,0-2 48 0,-1 0 0 0,1 0 0 16,-3-1-112-16,-2-1 0 0,-2-1-16 0,2-2 0 16,0 4-304-16,1-1 160 0,-1 1-160 0,0-1 128 15,-1 2-128-15,-3 1 0 0,1 0 0 0,-2 1 0 0,-1 0 0 0,-2-1 0 16,-4-2-160-16,3 1 160 0,-3 2-384 0,1-1 0 15,-2 1 16-15,0-2 0 0,1-1-16 0,0-2-16 16,1-4 0-16,0 4 0 0,-1-3 144 0,1-2 48 16,1-1 0-16,2-3 0 0,2 1-48 0,3-1-16 15,1-3 0-15,4-1 0 0,-1 0 48 0,2 0 16 16,0 0 0-16,1 4 0 0,0 1 16 0,-1 3 0 16,-1 1 0-16,0 4 0 0,-2 3 192 0,-2 2 240 15,-1 1-48-15,-1 2-16 0,1 2 336 0,0-1 64 16,0 2 0-16,-2-1 16 0,0 0-144 0,0 1-16 15,2 0-16-15,0-3 0 0,-2-2-112 0,1-1-32 16,3-2 0-16,-3 0 0 0,1 0-272 0,-2 2 0 0,-3-2 128 0,0 0-128 16,-1 5 0-16,-3 1 0 0,-2 3 0 0,-2 2-144 15,-4 2-64-15,-2 3-16 0,-2 2 0 0,-2 3 0 16,-3 3 96-16,0 0 128 0,-1 5-208 0,-1-1 80 16,-1-1 128-16,-3 0 144 0,-2 2-16 0,1 0-128 15,-1 0 176-15,0 0-176 0,0 0 160 0,-1 0-160 16,-1-1 0-16,-1 1 128 0,-2-2-128 0,4 2 0 15,-1-1 0-15,-3 1-128 0,-3-2 128 0,-1 2-208 16,-1 2 32-16,-1 1 16 0,0 0 0 0,1 0 0 16,-1-3 160-16,3 5 0 0,2-3 0 0,1-1 0 15,-1-1 192-15,1 2 0 0,0-2 16 0,2 1 0 16,1-1-16-16,2 4 0 0,2-1 0 0,1 0 0 16,0-1-192-16,4 2 0 0,1 3 0 0,2 2 0 0,1 4 0 15,2 2 0-15,1-1 0 0,-1 2 0 0,0 0 0 0,2 4 0 16,-1 0 0-16,1 3 0 0,1 3 0 15,1 1 0-15,4 2 0 0,2 1 0 0,1 4 0 0,3 1-128 16,2 4 128-16,3 1 0 0,2 2-224 0,3 6 16 16,0-2 0-16,5 6 0 15,3 2-336-15,3 3-64 0,2-1-16 0,1 3 0 16,0 0-80-16,2 2-32 0,0 4 0 0,4 2 0 0,-1 2 304 0,2 3 64 16,1 2 16-16,2 2 0 0,0 1 352 0,2-2 0 15,-1-1-144-15,3 0 144 0,-1 1 0 0,3 4 0 16,1 0 0-16,1 1 0 0,1-2 0 0,1 1 0 15,0-3-128-15,-1 2 128 0,1 1-384 0,0-1 0 0,-1 3-16 16,-1-1 0 0,0 0-368-16,-1-3-80 0,-1-1-16 0,1 1 0 0,1 0 448 0,-2 0 96 0,1 2 0 0,-2-1 16 15,-4 1 304-15,-1-1 0 0,0 0 0 0,-1-1 0 16,-4 0 0-16,0 1 0 0,-1 1 0 0,-2 3 0 16,-2 1 0-16,0 1 128 0,-1-2-128 0,0-2 0 15,0-5 0-15,1-2 128 0,-1 0-128 0,0-2 0 16,0-2 0-16,1-2 0 0,0-1 0 0,2-3 0 15,0-4 320-15,0-3 0 0,0-1 16 0,0 0 0 16,0-2 144-16,2 1 32 0,-2 2 0 0,0 4 0 16,0-1-224-16,0 2-32 0,0 0-16 0,2 2 0 15,-2-6-240-15,3 1 144 0,0 0-144 0,3-2 128 16,2-3 32-16,4 0 0 0,0-2 0 0,3-1 0 16,-1-2-160-16,2 1-192 0,0-1 32 0,2 0 16 15,1-2-80-15,1 1-16 0,-3-2 0 0,1-2 0 16,-2-1 240-16,3-2-176 0,1 0 176 0,0-1-160 0,4-4 32 0,2-1 0 15,3-4 0-15,1 2 0 0,3-1-80 0,2-5-16 16,2-4 0-16,3 0 0 0,3-1 224 0,4 2 256 16,3-1-48-16,-2-1-16 0,-3 0-192 0,1-2 144 15,2 1-144-15,2-3 128 16,1-1-944-16,2 0-192 0,2 0-32 0,3-1-11440 0</inkml:trace>
  <inkml:trace contextRef="#ctx0" brushRef="#br0" timeOffset="44097.61">10314 14214 35935 0,'13'-8'3200'0,"5"-3"-2560"0,3-1-512 0,4 1-128 15,6 0 256-15,4 1 48 0,5 1 0 0,4 1 0 16,0 0 112-16,3 1 32 0,1 2 0 0,4 2 0 16,0 2-688-16,1 1-128 0,2 1-16 0,-4 4-16 15,-1 0-416-15,1 1-80 0,2 1 0 0,2-1-16 16,0-1 544-16,4-2 112 0,2-1 32 0,3-2 0 15,4-2 224-15,2-1 240 0,6-2-48 0,2-3-16 0,6-2 272 0,2-1 48 16,6-3 16-16,4-1 0 0,5-2-112 0,2-3-16 16,1 0 0-16,4 2 0 0,2 0-240 0,0 4-144 15,2 3 160-15,0 1-160 0,-1 0 0 0,3 4 0 16,1 3 0-16,3 3 0 0,-3 0 0 0,1 1 0 16,-1 1 0-16,2 3 0 0,2-1 0 0,0 1 128 15,-2 0-128-15,2 0 0 0,0-2 0 0,1 4 128 16,0 1-128-16,1 0 0 0,-3-2 0 0,0 2 128 15,-3 2-128-15,1 1 0 0,1 2 0 0,-2 3 0 16,-6-2 0-16,-1 2 0 0,-2 2 0 0,1 4 0 16,3 3 0-16,-4 2 144 0,-1 2-144 0,-2 0 0 15,-2 4 0-15,0 4 0 0,2 3 0 0,-3 4 256 0,-4-1-32 0,-1 0-16 16,-2 2-48-16,-2 5-16 0,-1 1 0 0,1 2 0 16,2 0-144-16,-4 2 0 0,-4-2-160 0,-3 3 160 31,-2 0-512-31,-3-1 0 0,-2-2 0 0,-1 0 0 15,0-2-80-15,-3 1-32 0,-6-3 0 0,1 1 0 0,-2-2 368 0,-1 0 64 0,0 0 0 0,-1 1 16 16,-1-4 608-16,2 1 112 0,-1 1 32 0,-2-1 0 16,-3-1 144-16,0-1 48 0,-3-1 0 0,-1 2 0 15,0 0-480-15,0 1-96 0,-3 1 0 0,0 3-16 16,-5 1-176-16,-1 2 0 0,0 0 144 0,-2 0-144 16,-2 0 128-16,-3-3-128 0,-4-5 128 0,1-1-128 15,-2-2 0-15,2 0 144 0,-4-5-144 0,-1 3 0 16,-3-5 224-16,-1 2-64 0,0 0-16 0,-3 2 0 15,-1-1 112-15,-2 2 32 0,-3 2 0 0,-1 1 0 0,-1 1-32 16,-1-1 0-16,-2 0 0 0,0 4 0 0,-1 4-48 16,-2 1-16-16,-3-1 0 0,-2 2 0 0,-3 0-192 0,-2 2 128 15,-6-2-128-15,-4 0 0 0,-6-4 0 0,-6 1-208 16,-7 0 16-16,-6 3 0 0,-4 0-64 0,-6 1-16 16,-3 1 0-16,-6 3 0 0,-5 1 272 0,-1-1 0 15,-1-4 0-15,-3-1 0 0,-1-8 0 0,-4-1 0 16,-4-6 160-16,-4-4-32 0,-3-7-128 0,-4 0 0 15,-7-6-176-15,-5 0 176 0,-3 0-128 0,-5-2 128 16,-5-3 0-16,-5-1-144 0,-2-2 144 0,-6 1 0 16,-3 2 0-16,-3-3 128 0,-4 0-128 0,-1-4 144 15,-2 6-144-15,1-2 160 0,-4-2-160 0,-1 0 0 0,-3-1 0 0,-1 0-176 16,-1-1 32-16,-3 2 0 0,-5 1 0 0,-2-3 0 16,-1 1-208-16,-7 0-32 0,-7-1-16 0,-6 2 0 31,-3 2-48-31,-4 2 0 0,-4 1 0 0,-6 1 0 0,-7 1 448 0,-3 1 224 0,1 1-32 0,-8-1 0 15,-9-2-192-15,1 0 0 0,-3-3 0 0,2 0-160 32,2-2-800-32,-2-3-176 0,-3-4-16 0,-2-2-16 15,-2-1-64-15,2-4-16 0,2-1 0 0,-4-2 0 16,-2 0-1344-16,-5 1-272 0,-5 2-48 0,-5-1-16 16,-3 0 1568-16,-2 4 304 0,-3 6 64 0,-3 4 16 0,-7 5 2352 0,2 5 480 0,2 1 80 0,1 4 32 15,2 1 688-15,8-1 144 0,6-2 16 0,3-5 16 16,1-6-1616-16,4-6-320 0,0-7-64 0,1-7-16336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4T05:09:19.5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17774 12285 21647 0,'0'0'464'0,"0"0"112"0,0 0 0 0,0 0 64 0,-4-1-512 0,-1-3-128 0,-1 4 0 0,6 0 0 16,-9 0 2928-16,2 0 560 0,7 0 112 0,-8 0 32 15,8 0-1904-15,0 0-368 0,0 0-80 0,-4-2 0 0,1-5-576 0,3 7-128 16,0 0 0-16,0 0-16 0,0 0-336 0,0 0-64 0,0 0-16 0,0 0 0 16,0 0 0-16,7 9 0 0,2 0 0 15,-1 6 0 1,-1-2 112-16,1 7 0 0,-3 1 16 0,1-1 0 15,-3 8-272-15,1 0 0 0,0 1-208 0,-2-1 80 0,-2 2 128 16,0-2 0-16,0-1 0 0,0-3-128 0,-2 0 128 0,0-3 0 16,0-1 0-16,0-1 0 0,0-4 0 0,1 3 0 0,-3-3 0 0,0-2 0 0,1-4 0 0,-3-3 0 15,0 3 0-15,6-9 0 0,-5 6 0 0,5-6 0 16,-8 0 0-16,3 0 0 0,5 0 0 0,-6 0 176 16,6 0-16-1,-7-6 0-15,1 2-160 0,1 2-256 0,-1-3 64 0,1-3 16 16,-1 5 176-16,2-5 0 15,-1-1 0-15,3 0 0 0,2-4 0 0,0 2-160 16,0-8 160-16,0 1-160 0,2-5 160 0,2 5 0 16,3-2 128-16,2-3-128 0,4-4 0 0,0 1 0 15,2 3 0-15,2-1 0 0,-1 0 0 0,1-2 0 16,-2 6 0-16,2-2 0 0,-1 1 0 0,3 3 0 0,-4-1 0 0,-1 4 0 16,-1 2 0-16,0 2 0 0,-2-2 0 0,1 8 0 0,-3 1 0 0,-2 0 0 15,-7 4 0-15,0 0 128 0,9 10-128 0,-1-1 192 16,-1 4-64-16,-1 2 0 0,-1-1 64 0,1 11 32 15,0 2 0-15,-1 1 0 0,1-9 16 0,-1-1 0 0,1 3 0 0,-1-3 0 16,1 1-16-16,-1-1 0 0,3 1 0 0,1-4 0 16,-3 3-64-16,-1-1-16 0,-1-2 0 0,0 1 0 31,3-3-16-31,-1 6 0 0,-3-4 0 0,1 1 0 0,0-1-128 16,-1-4 0-16,1 2 0 0,2-2 128 0,-1-2-128 15,1 1 0-15,-6-10 0 0,0 0 0 0,0 0 0 0,0 0 0 16,0 0 0-16,0 0 0 0,0 0-320 0,0 0 16 15,0 0 0-15,9-6 0 16,-3 2-592-16,-1-1-112 0,1-1-16 16,-3-3-18144-16</inkml:trace>
  <inkml:trace contextRef="#ctx0" brushRef="#br0" timeOffset="504.47">18322 12176 24879 0,'0'0'1088'0,"0"0"256"16,0 0-1088-16,0 0-256 0,0 0 0 0,0 0 0 0,0 0 2400 0,0 0 416 16,0 0 96-16,0 0 16 0,4-9-1072 0,0-2-192 15,1 3-64-15,3 1 0 16,1 0-1024-16,2 1-192 0,2-1-64 0,0 1 0 0,2 0 0 0,2 3 0 15,1-3 0-15,4 6 0 0,-1 6 0 0,1 1 0 16,0 4 0-16,2 4 0 0,0 4 0 0,1-1-16 16,-7-1 0-16,4-1 0 0,2 7-160 0,0-5-16 15,-3-3-128-15,-1 4 192 0,1-5-64 0,-3-1-128 16,-1-2 176-16,-2 2-176 0,1-1 128 0,3-3-128 0,-4 0 0 16,-2 0 0-16,-4-1 0 0,-2-3 0 15,-7-5 0-15,0 0 0 0,8 6 224 0,-3 3-64 0,-5-9-16 0,0 0 0 16,0 0-144-16,-2 9 160 0,2-9-160 0,-3 8 160 31,-3-1-160-31,-1 1 0 0,-3-3 0 0,-3 1 128 0,2 3-128 0,-2 0 192 16,-1 1-192-16,1-1 192 0,-6 0-48 15,-1 4 0-15,-1-2 0 0,1 2 0 0,0-2-16 0,-3 2 0 16,1-2 0-16,-2 2 0 0,5 0-128 0,-1-2 0 16,0 4 0-16,-1-2 0 0,1 0 0 0,1 2 0 15,1 0 0-15,1 0 0 0,1-2-192 0,1 1 16 16,2-4 16-16,2 3 0 15,1-2-320-15,3-2-64 0,0-2-16 0,1-1 0 16,6-6-224-16,0 0-48 0,0 0-16 0,0 0-12320 0,0 0-2448 0</inkml:trace>
  <inkml:trace contextRef="#ctx0" brushRef="#br0" timeOffset="1669.62">19245 12204 11967 0,'0'0'1072'0,"0"0"-864"0,0 0-208 0,0 0 0 15,0 0 1712-15,0 0 288 0,6 9 64 0,-3-3 16 16,1 3 928-16,0-2 176 0,-1 1 32 0,1 1 16 15,0 0-1376-15,0 1-288 0,-1 3-48 0,1 0-16 16,-2-2-704-16,0 2-144 0,0-2-16 0,-1 5-16 16,1-1-352-16,0 0-64 0,0 5-16 0,0-1 0 15,-2-2-192-15,0-1 0 16,0 1 0-16,-2-2 0 0,0 3 160 0,0-3 32 16,0 0 16-16,2-2 0 0,-1 0-208 0,1-2 144 15,-2-2-144-15,2-9 128 0,0 0-128 0,0 0 0 0,0 0 0 0,0 0 128 16,0 0 320-16,-2-5 64 0,-4-8 16 0,3 2 0 15,-1-8-704-15,2-3-144 0,0 2-16 0,2-6-16 16,2-4 352-16,2 2 0 16,-1 4-144-16,3-4 144 0,1 4 0 0,1-4 0 0,3 4 0 0,0-3 0 15,0 4 0-15,0 1 176 0,0 4-32 0,1 1 0 16,0 2-144-16,1 4 192 0,2 2-192 0,-2 1 192 16,4 6-192-16,-2 2 128 0,-4 2-128 0,0 4 128 15,-4 1-128-15,1 4 192 0,-1 2-192 0,1 2 192 16,-3 4 0-16,-1 5 0 0,-2 0 0 0,0 2 0 15,-2 2-64-15,-2 1-128 0,0 1 192 0,0 1-64 16,0-1-128-16,0-2 0 0,0 0 0 0,2-1 128 16,2 1-128-16,0-4 0 0,0-3 0 0,0-3 0 15,-2-5 0-15,2 0 0 0,-2-13 0 0,0 0 0 16,0 0-128-16,0 0 128 0,0 0-160 0,0 0 160 16,2-13-192-16,-1 0 48 0,1-5 16 0,0-6 0 0,0-1 128 0,0-4 0 15,0-5 0-15,1-1 0 0,1-4 0 0,2 6 0 16,-1-4 0-16,1 4-128 0,-1-4 128 0,3 7 0 15,-1-2 0-15,-1 8 0 0,5 2 0 0,-4 4 0 16,2 1 0-16,3-2 0 0,-3 6 160 0,2 4-32 16,0 4-128-16,0 1 192 0,-11 4-48 0,11 4-16 15,-11-4 0-15,11 13 0 0,-1-2 16 0,-1 7 0 16,0 1 0-16,-1 5 0 0,-3 0-16 0,1 4-128 16,-1-1 192-16,3 5-64 0,-1-1 16 0,1 1 0 15,-3-2 0-15,3-3 0 0,-1 5 32 0,0-4 0 0,3-1 0 0,-3-1 0 0,0-2-176 16,-1-1-224-16,0-1 48 0,-1-4 16 0,3-3 304 15,-1-4 64-15,-2 2 16 0,1-3 0 0,-6-10-224 0,6 5 0 32,-6-5 0-32,0 0 0 0,0 0-160 0,9-2-32 15,-9 2 0-15,7-7 0 16,-1 1-304-16,-1 1-64 0,1-3-16 0,0 3-12480 0,-6-1-2496 0</inkml:trace>
  <inkml:trace contextRef="#ctx0" brushRef="#br0" timeOffset="3358.49">19008 12778 1839 0,'0'0'160'0,"0"0"-160"0,0 0 0 15,2-9 0-15,0 0 1408 0,0-1 240 0,-2 1 48 0,0 0 16 0,0 9 752 0,0 0 160 0,1-6 16 0,-1-3 16 16,0 9-848-16,0 0-160 0,0 0-48 0,0 0 0 15,0 0-400-15,0 0-96 0,0 0-16 0,0 0 0 0,0 0-128 0,0 0-48 16,0 0 0-16,0 0 0 0,0 0-16 0,0 0-16 16,0 0 0-16,0 0 0 0,0 0-112 0,0 0 0 15,0 0-16-15,0 0 0 0,0 0-16 0,0 0 0 16,0 0 0-16,0 0 0 0,0 0-96 0,-5 11-32 16,-4-2 0-16,-1 3 0 0,-1-3-336 0,-2 2-64 31,0 4-16-31,-2 0 0 0,-1-2-192 0,-3 1 176 0,-1-1-176 0,1 0 160 15,1-2-32-15,-1 4 0 16,-1-2 0-16,-1 0 0 0,1-2 48 0,0-1 0 0,-1 3 0 0,3-2 0 16,1-2-176-16,0 0 160 0,1-1-160 0,3-1 160 15,2-3-160-15,1 1 0 0,1-1 0 0,2-4 0 16,7 0 0-16,0 0 0 0,0 0 0 0,0 0 0 16,0 0 0-16,0 0 0 0,0 0 0 0,0 0 0 15,0 0-192-15,0 0 48 0,0 0 0 0,0 0 0 31,0 0-240-31,0 0-64 0,0 0 0 0,3 11-12016 0,1 0-2400 0</inkml:trace>
  <inkml:trace contextRef="#ctx0" brushRef="#br0" timeOffset="4337.3">18224 13668 11967 0,'0'0'1072'0,"0"0"-864"16,0 0 1520-16,0 0 288 0,0 0 64 0,6-8 16 15,-1-1 608-15,5 0 128 0,1-6 32 0,4 0 0 16,3 0-1056-16,4 2-208 0,1 2-32 0,4-2-16 16,3 0-640-16,3-4-128 0,4-5-16 0,2 0-16 15,2 5-368-15,2-1-64 0,1-1 0 0,2 4-16 16,3 4-112-16,1-4 0 0,-2-3-16 0,0 3 0 15,-2 0 0-15,-1 2 0 0,-1 4 0 0,-1 2 0 16,-2-3-176-16,-2 3 160 16,-4 11-160-16,-2 1 160 0,-1 3-160 0,-3-1 0 15,-1 2 0-15,-4 1 0 0,-2 6 0 0,-3-5 0 0,-2-5 128 0,-3-2-128 16,1 1 0-16,-4 4 0 0,-1 1 0 0,-3-1 128 16,-7-9 64-16,0 0 0 0,0 0 0 0,0 0 0 0,0 0 48 0,0 0 16 15,-11 0 0-15,0 4 0 0,-2 1-256 0,-2-1 144 16,-4-8-144-16,-1 4 128 15,-4 0-128-15,-2 4 0 0,-4-4 0 0,-3 6 0 0,-2 3 0 0,-4-4-176 16,-6-5 176-16,1 0-128 31,-8 0-784-31,0 4-160 0,0 2-16 0,0 3-16 16,1 6 368-16,1-6 80 0,-2 4 16 0,5 0 0 0,3-2 784 0,5 4 176 0,2-2 16 0,5 0 16 16,5-2 352-16,4 2 64 0,5-8 0 0,5 1 16 15,4-2-320-15,9-4-64 0,0 0-16 0,9 0 0 16,9 0-64-16,8 0 0 0,8-4-16 0,5 2 0 0,-4-3-96 15,6-3-16-15,5 3 0 0,4-1 0 0,2-1-48 0,2-3-16 0,-1-4 0 0,1 1 0 16,-2-4-128-16,-2 0 0 0,-2 2 0 0,-3 6 128 16,-1 4-128-16,-3-1 0 0,-4-3 0 0,-2 1 0 15,-2 3 0-15,-3 5 0 0,-4 9 0 0,-2 2 0 16,-4-3-128-16,-3-5 128 0,-2-1-160 0,-4 4 160 16,-4 3-272-16,-1 0 32 0,-2 4 16 0,-4-4 0 15,-4-3-32-15,-3 3 0 16,-5-1 0-16,-1-3 0 0,-3 1 80 0,-5-1 16 15,-3 5 0-15,-3-10 0 0,-5-6 160 16,-3 2-128-16,-4 10 128 0,-5-2-128 0,-7-4 128 0,-2 3 0 16,-5-1 0-16,1 0 0 0,3-2-144 0,2 2 0 15,4 2 0-15,6-1 0 0,6-1-48 0,7 6 0 16,5-3 0-16,5 1 0 0,6 3 192 0,6-4 0 0,7-5 128 0,0 0-128 16,7 10 0-16,6-5 128 0,6-1-128 0,1 2 0 15,4-6-448 1,4-6-176-16,3 2-16 0,5-3-16608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0" timeString="2022-09-14T05:12:12.68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2-09-14T05:12:13.868"/>
    </inkml:context>
  </inkml:definitions>
  <inkml:trace contextRef="#ctx0" brushRef="#br0">22949 15826 0,'0'0'0,"0"0"0,0 0 16,0 0-16,0 0 15,0 0 1,-95-245 0</inkml:trace>
  <inkml:trace contextRef="#ctx1" brushRef="#br0">13457 11733 6447 0,'0'0'576'0,"0"0"-576"0,0 0 0 0,0 0 0 16,0 0 1376-16,4-5 160 0,-4-1 48 0,0 6 0 0,0 0 352 0,0 0 80 15,0 0 16-15,0 0 0 0,0 0-480 0,0 0-80 0,0 0-32 0,-9 2 0 16,0 4-272-16,9-6-48 16,-10 0-16-16,3 3 0 15,7-3 48-15,0 0 16 0,-6 8 0 0,6-8 0 0,0 0-368 0,0 0-80 16,-2 9-16-16,2-9 0 0,0 11-496 0,2-2-208 16,2 4 176-16,2-2-176 0,3 2 128 0,4-1-128 15,2 1 0-15,1 0 144 0,3-4 48 0,1 0 0 0,2-2 0 0,10-3 0 16,-1 5 112-16,5-3 16 0,-5 1 16 0,1-5 0 15,-1-2-32-15,1 4-16 0,-3-2 0 0,-1 2 0 16,-4-1-32-16,0 1-16 16,-3-2 0-16,-3 5 0 0,-1 1-240 0,-4-1 128 15,-2 2-128-15,-2 2 0 0,-3-1 0 0,-4 4 128 16,-2-1-128-16,-2 0 0 0,-2 2 0 0,-2 0 0 16,1-2 0-16,-2 2 0 0,-3-2 0 0,1 2 0 15,0-1 0-15,-2 1 0 0,3-2 0 0,-1-2 0 0,-2 2 128 0,-2 2-128 16,0-2 128-16,-2 0-128 15,0-2 176-15,-1 4-176 0,-9 2 128 0,5-6-128 0,0-2 0 0,-1 0 0 0,3-3 0 16,-1-1 0-16,1-1 0 0,1-4 0 0,0 0 128 0,1 0-128 16,1-2 0-16,4-1 0 0,0-3 144 0,1-1-16 15,1 1-128-15,4-3 192 0,5 9-48 0,0-6-16 16,0 6 0-16,1-7 0 0,5-1-128 0,0 1 0 16,1-2 144-16,2 3-144 15,2 1 128-15,2-1-128 0,0-1 128 0,2 3-128 16,2-2 0-16,-1 6 0 0,7 0 0 0,-1 0 128 0,2 0-128 0,0 6 0 15,2-2 0-15,2 5 0 16,0-4 0-16,-1 5 0 0,1 3 0 0,-2 0 0 0,0 2 0 16,0-1 0-16,-2 5 0 0,6 3-128 0,-4 0 128 0,9 14 0 15,-9-7 0-15,-4 3 0 0,-3-5 0 0,-10-6 0 16,-4-3 0-16,1 3 0 0,-4 1 0 0,-2 2 0 16,-4-2 0-16,0 4 0 0,-1 2 0 0,-4 0 0 15,-3 0 128-15,-4 9-128 0,-3-8 128 0,-1 5-128 16,3-12 128-16,-1 2-128 0,-3 2 128 0,1-4-128 0,-2-2 128 0,-1-3-128 15,-1 2 160-15,4-4-32 0,0-4-128 0,-3-2 192 16,-6-4-192-16,1-3 176 0,2-4-176 0,2-3 160 0,7-3-160 0,1-1 0 16,-1 0 144-16,0-6-144 0,1 2 0 0,3-2 0 15,1-3 0-15,1 3 128 0,2-4-352 0,0 5-64 16,0-5-16-16,1 1-12320 16,3-3-2480-16</inkml:trace>
  <inkml:trace contextRef="#ctx1" brushRef="#br0" timeOffset="820.01">17391 11687 19343 0,'0'0'1728'0,"0"0"-1392"15,0 0-336-15,0 0 0 0,0 0 1088 0,0 0 128 16,1 11 48-16,-1 4 0 0,-1 4-176 0,-1 1-16 15,0 2-16-15,0-2 0 0,-4 5-288 0,3-3-64 16,-1 2-16-16,2 0 0 0,0 4 128 0,2-4 16 16,0 2 16-16,0 0 0 0,0 2 176 0,0-1 16 15,0-3 16-15,-2 4 0 0,1 0-144 0,-3 2-16 16,0 1-16-16,1 2 0 0,-3 1-544 0,0 3-96 0,-1 0-32 0,-2 7 0 16,-1-3-208-16,-1-2 0 0,-2-6 0 0,4 1 0 15,2-3 0-15,-1-3 0 0,1-4 0 0,1-4 0 16,1-7 0-16,1 2 0 0,2-5 0 0,2-10 0 15,0 0 192-15,0 0-64 0,0 0-128 0,0 0 192 16,0 0-192-16,0 0 0 0,0 0 128 0,0 0-128 31,0 0-320-31,8-6-96 0</inkml:trace>
  <inkml:trace contextRef="#ctx1" brushRef="#br0" timeOffset="1801.99">20175 11922 15663 0,'0'0'1392'15,"0"0"-1120"-15,0 0-272 0,9-7 0 16,1-4 1264-16,-1 0 192 0,2-2 32 0,0 3 16 16,-3 1 480-16,1-2 112 0,0-2 16 0,2 4 0 15,0 0-448-15,2 1-96 0,-2 1-16 0,4 3 0 16,-4-2-624-16,0 3-128 0,1 1-32 0,1 4 0 16,1 1-240-16,5 7-48 0,-2 3-16 0,3 5 0 15,0-1-144-15,1 1-48 16,1 1 0-16,-2 0 0 0,3 5-272 0,-3-2 0 0,-2 2 0 0,1 0 0 15,-1 4 0-15,-1-4 0 0,-8 0 0 16,6-2 0-16,-7 2 0 0,-3 4 0 0,-3-4 128 0,-2 4-128 0,-4 3 256 0,-3-1 0 16,-2 3 0-16,-4-1 0 0,-8 7-32 0,-1-2-16 15,4-9 0-15,-3-2 0 0,-3-4-80 0,0 2-128 16,-2-6 176-16,2 1-176 0,0-1 144 16,0-5-144-16,0-1 0 0,2-5 144 0,-4-5-144 0,2-2 128 15,3-4-128-15,4-3 128 0,3-3-128 0,3-1 0 16,1-3 144-16,5-1-144 0,3 0 144 0,2 0-144 15,2 2 192-15,0 4-192 0,-1-4 192 0,3-2-192 16,0 6 192-16,0 0-192 0,3-1 160 0,0 3-160 16,3-1 128-16,3 5-128 0,0-3 0 0,1 6 0 15,3 4 0-15,2 1 0 0,1 1 0 0,2 1 0 16,0-1 0-16,4 3 0 0,2 0 0 0,2-3 0 16,-4 3 0-16,1-3 0 0,3-2 0 0,0-1 0 15,-1-1 0-15,5 0 0 0,-1 0-160 0,-1 3 160 16,-3 3 0-16,6 1-144 15,-3 2-304-15,-4 2-64 0,-2 2-16 16,-2 3-18032-16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4T05:17:46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8855 6209 2751 0,'0'0'256'0,"-7"0"-256"0,-2 0 0 0,1 0 0 15,1 0 688-15,0 0 80 0,7 0 32 0,-10 0 0 16,1 0 544-16,0 0 96 0,-1 0 32 0,10 0 0 16,0 0-288-16,0 0-48 0,0 0-16 0,0 0 0 15,-7-6 128-15,0 2 32 0,7 4 0 0,0 0 0 0,0 0-112 0,0 0-16 16,-8-1 0-16,8 1 0 0,0 0-208 0,0 0-48 15,0 0-16-15,0 0 0 0,0 0-432 0,0 0-64 16,0 0-32-16,0 0 0 0,0 0-80 0,0 0-16 16,13-4 0-16,6 4 0 0,-19 0 192 0,15 0 48 15,1 0 0-15,3 0 0 0,1 0-112 0,2 0 0 16,2 4-16-16,1-3 0 0,-3-1-16 0,2 4 0 31,2-4 0-31,0 0 0 0,-4 0 0 0,2 0 0 0,-2 0 0 0,0 0 0 0,1 4-64 0,-1-2-16 16,-2-2 0-16,1 0 0 0,-3 5-80 0,-1-1-32 15,-2 3 0-15,3 3 0 0,-3 1-160 0,-6-6 192 16,-1 5-192-16,-3-1 192 0,1 0-192 0,-1 4 128 16,-1-2-128-16,-2-2 128 0,-2-9-128 0,0 0 160 15,0 0-160-15,-2 13 160 0,-2-3 0 0,4-10 0 16,-7 5 0-16,-2 1 0 0,-2-4 64 0,0-4 16 0,-2 0 0 0,-2-2 0 16,-2 1-64-16,-1-3-16 0,-3 2 0 0,1-3 0 15,-2-1-32-15,-3-1-128 0,0 4 192 0,-13-8-64 16,5-2-128-16,11 9 128 0,-2-3-128 0,0 0 128 15,0 0-128-15,1-1 0 0,1 1 0 0,0 0 0 16,0-1 0-16,1 1 0 0,3 0 0 0,1 0 0 16,2 1-128-16,4 1 128 0,2 1 0 0,2 3 0 15,7 3 0-15,0 0 0 0,0 0 0 0,0 0 0 16,0 0 0-16,0 0 0 0,5 9 0 0,4 6 0 16,6-2 0-16,2 1 0 0,1 3 0 0,3-2 0 15,1 0 0-15,0 0 0 0,2-2 0 0,2 0 0 0,0-2 128 0,2 2-128 16,0-4 128-16,7 2-128 0,-2-4 176 15,-14-1-48-15,1 0-128 0,-3-1 192 0,0-1-32 0,-3 1-16 16,-1-1 0-16,-2 2 0 0,-1 1-144 0,-10-7 192 16,11 9-192-16,-11-9 192 0,0 0-192 0,0 0 0 15,0 0 144-15,0 0-144 0,0 0 0 0,-11 8 0 16,-2-1 0-16,-6-3 0 0,-3-4 0 0,-4 0 0 16,-2-2 0-16,-3 0 0 0,-3-2 0 0,-1-1 0 15,-2-3 0-15,0-1 0 0,0-2 0 0,6 2 0 0,-3 0-144 16,5-1 144-16,-3-1-176 0,-5-6 48 15,6 1 0-15,14 7 0 0,2-1 128 0,4 3 0 0,2-2 0 16,1 3 0-16,3 2 0 0,5 4 0 16,0 0 0-16,0 0 0 0,0 0 0 0,0 0 0 0,13 10 0 0,0-1 0 15,1 0 0-15,9 6 0 0,-3-2 0 0,-5-4 0 16,0-3 0-16,0 1 0 0,1-5 0 0,1 4-128 16,1-5-128-16,12 1-32 0,-2 4 0 0,-6-6 0 31,0-2-736-31,-7 2-160 0,0 0-32 0,2 0-15120 0</inkml:trace>
  <inkml:trace contextRef="#ctx0" brushRef="#br0" timeOffset="3539.28">10108 5553 12895 0,'0'0'1152'0,"0"0"-928"0,0 0-224 0,0 0 0 0,-8-4 448 0,-1-1 32 16,2-1 16-16,-3-1 0 0,10 7 1728 0,0 0 336 15,-5-6 80-15,5 6 16 0,-9-11-912 0,5 4-176 16,2-3-32-16,2 10-16 0,0-9-304 0,2 0-48 0,0 3-16 0,1-3 0 16,1-2-288-16,0 0-64 0,0 0-16 0,-1-2 0 15,3-2-224-15,-1 0-48 0,1-4-16 0,0 5 0 16,1-5-224-16,0 2-32 0,1 1-16 0,-1-3 0 16,1-3-224-16,1 2 176 0,0-4-176 0,2 1 160 31,2-1-160-31,0 2 0 0,2-2 0 0,0 0 128 0,1 0-128 0,1 2 0 15,2 1 0-15,-1 3 0 0,-1-1 0 0,-2 1 0 16,0-1 0-16,-1 8 0 0,3 0 0 0,9 0 0 16,-4 5 0-16,-7 2 0 0,0 1 0 0,0 1 0 0,-1-2 0 0,11 4 0 15,4 6 0-15,-8-3 0 0,1 3 0 0,0-2 0 16,0-2 0-16,2 1 0 0,0 5 0 0,4-3 0 16,-4 1 0-16,17 1 128 0,-6 1-128 0,-12 1 0 15,-1-2 192-15,2 4-32 0,-2 2-16 0,0-2 0 0,-1 2 16 0,5 2 0 16,-6 4 0-16,-7-6 0 0,2 2-32 0,0 3 0 15,-2-3 0-15,0 0 0 0,-2 0 0 0,7 3 0 16,-1-5 0-16,-8-4 0 0,-3 2-128 0,-1-1 160 16,-5-10-160-16,0 0 160 0,8 11-160 0,1 4 192 15,-2-4-192-15,-7-11 192 0,0 0-64 0,0 0 0 16,0 0 0-16,0 0 0 0,0 0-128 0,-2 16 128 16,2-16-128-16,0 0 128 0,0 0-128 0,0 0 0 15,0 0 0-15,0 0 0 16,-7 8 0-16,7-8 0 0,0 0 0 0,-15 0 0 0,15 0 0 0,-5-2-192 15,5 2 64-15,-6-7 128 16,-3-5-640-16,-4-2 0 0,0-9 0 0,4 9 0 16,1 1-1968-16,5 3-400 0</inkml:trace>
  <inkml:trace contextRef="#ctx0" brushRef="#br0" timeOffset="3903.83">11095 4695 7775 0,'0'0'336'0,"0"0"80"0,0 0-416 0,0 0 0 0,4 11 0 0,-2 4 0 0,-2-2 1584 0,2 11 224 15,-2-5 48-15,2-1 16 0,5 1 368 0,0 1 64 16,1-1 0-16,-1-1 16 0,1-3-784 0,3 3-144 16,0-5-48-16,-2 2 0 0,0-2 128 0,1 0 0 15,-1-2 16-15,0 4 0 0,0-2-480 0,1 0-112 16,1 2 0-16,-2 2-16 0,0-4-368 0,-1 0-64 0,-3-2 0 0,1-2-16 0,1 8-240 0,3 1-32 15,-1-3-16-15,-4-10 0 16,-5-5-16-16,0 0 0 0,0 0 0 0,8 12 0 16,-3-3 48-16,-5-9 0 15,0 0 0-15,0 0 0 0,0 0 64 0,-2 11 16 16,1 0 0-16,-5-2 0 0,-3-3 64 0,-8 3 32 16,-1-1 0-16,5-7 0 0,0 5-80 0,-2-2-16 0,-4-4 0 0,-1 0 0 15,-4 0-112-15,0-2-16 0,-2-2-128 0,0 0 192 16,-2 4-192-16,2-1 0 0,0-1 0 0,0 0 0 15,0-2 0-15,0 4-240 0,0 0 80 0,1 0 16 32,0 0-448-32,1 4-96 0,2-2-16 0,2-2-11408 0,-1 0-2288 0</inkml:trace>
  <inkml:trace contextRef="#ctx0" brushRef="#br0" timeOffset="5479.64">11959 6261 4607 0,'0'0'400'0,"0"0"-400"16,0 0 0-16,0 0 0 0,0 0 1632 0,0 0 240 15,0 0 48-15,0 0 16 0,0 0-336 0,0 0-80 16,0 0-16-16,0 0 0 0,0 0-96 0,9 0-32 16,2-2 0-16,0-2 0 0,2 0-304 0,2 4-64 15,-2-1-16-15,0-3 0 16,-2 4-176-16,6 0-48 0,-1 0 0 0,-1 4 0 16,-2-3 64-16,4-1 0 0,-4 4 0 0,0 2 0 15,0-1-32-15,0-1 0 0,-2 5 0 0,-2-3 0 16,0-3-272-16,-9-3-48 0,10 8-16 0,-10-8 0 15,11 7-144-15,2 2-16 0,-13-9-16 0,9 4 0 0,-9-4-32 0,0 0 0 16,11 0 0-16,0-4 0 0,-11 4-48 0,9-5-16 16,-3-1 0-16,1-1 0 15,-1 0-64-15,-6 7 0 0,4-10-128 0,-4 10 192 0,0-9-48 0,0 9-16 16,-4-9 0-16,-4 1 0 0,-1 3 64 0,-2 1 0 16,0-1 0-16,-11 5 0 0,0-2-192 0,5 2 0 15,-2 2 144-15,-1 1-144 0,-2-1 0 0,-2 2 0 16,-2 1 0-16,2-1 0 0,1 2-320 0,1 1 32 15,2-5 0-15,-1 3 0 0,3-1-80 0,1 0-16 16,-1-2 0-16,5 0 0 0,3-1 384 0,10-1 0 16,-9 4 0-16,9-4 0 0,0 0 0 0,0 0 0 15,0 0 0-15,0 0 0 0,0 0 0 0,0 0 160 16,0 0-32-16,0 0-128 0,11 4 0 0,4-2 0 0,4 3 0 0,8 3 0 16,-4-7 128-16,-1 3 0 0,-2 0 16 0,-3-2 0 15,0 1-16-15,3 1 0 0,-1-2 0 0,6 2 0 16,-2-2-128-16,-8-1 0 0,-1 1 144 0,-1-2-144 0,0 4 176 0,0-2-48 15,-13-2 0-15,17 4 0 0,-17-4-128 16,0 0 0-16,5 5 0 0,-5-5-176 0,0 0 304 0,0 0 48 16,0 0 16-16,-5 8 0 0,-2-3-32 0,-3 4 0 15,-8 6 0-15,3-9 0 0,-2-4-32 0,-1-1 0 16,-1-1 0-16,-1 4 0 0,-2-4-128 0,-12-4 128 16,3 3-128-16,10-3 128 0,1-2-128 0,0-3 0 0,-1 2 0 0,-7-8 0 15,2 4 0-15,6-2 0 0,3 0 0 0,10 7 0 16,7 6 0-16,0 0 0 0,0 0 128 0,0 0-128 15,0 0 0-15,0 0 0 0,0 0 144 0,0 0-144 32,13 4 0-32,2-2 144 0,1 3-144 0,9-1 0 0,-5 2 128 0,6-3-128 0,0 1 0 15,-8-2 0-15,1-2 0 0,-1-2 0 0,1-2 0 0,-1 4 0 16,1-2 0-16,-1 1 0 16,-1-1 0-16,0 2 0 0,0 0 0 0,-3 0 0 15,-1 0 0-15,8 0-12400 16,-1 2-2432-16</inkml:trace>
  <inkml:trace contextRef="#ctx0" brushRef="#br0" timeOffset="9365.52">12142 9401 8287 0,'0'0'736'0,"0"0"-592"15,0 0-144-15,0 0 0 0,-2 15 640 0,-2-6 80 16,4-9 32-16,0 0 0 0,0 0 528 0,0 0 96 0,0 0 32 0,0 0 0 15,0 0-208-15,0 0-48 0,0 0 0 0,0 0 0 16,0 0-128-16,0 0-16 0,0 0-16 0,0 0 0 16,0 0-272-16,0 0-48 0,0 0-16 0,0 0 0 15,0 0-96-15,10 4-32 0,1-4 0 0,0 2 0 16,2 1 112-16,-2-3 32 0,0 0 0 0,2 0 0 16,0-3-176-16,2 3-48 0,0 0 0 0,0 0 0 15,3 0-80-15,1 0-32 0,-1-2 0 0,1 2 0 0,1 2-64 0,0 1-16 16,-1 1 0-16,-1-2 0 15,1-2-32-15,0 3-16 0,3-1 0 0,0 2 0 16,0 2-32-16,2-3-16 0,0-3 0 0,0 0 0 0,1 0 112 16,-1 4 32-16,-2 0 0 0,4 3 0 15,-2 2 48-15,0-1 16 0,-2-6 0 0,0 5 0 16,1 0-176-16,-1 6-48 0,0 0 0 0,0-1 0 0,1-9-144 0,-1 3 0 16,0 1 0-16,0 1 128 0,2-1-128 0,0-1 0 15,1-1 0-15,4 3 128 0,-1-3-128 0,0 1 128 16,-4-3-128-16,-2 1 128 0,0-2-128 0,-1-2 192 15,-3 0-192-15,1 0 192 0,-1 4-192 0,1-3 192 16,-1-1-192-16,-1 2 192 0,-4-2-192 0,0-2 0 16,0-3 0-16,0 3 128 0,0 0-128 0,0 0 0 15,-2-1 0-15,0 3 0 0,0-6 0 0,0 2 0 16,-3 3 0-16,-1-3 0 0,1 0 0 0,-8 4 0 16,5-5 0-16,-5 5 128 0,6-4-128 0,-6 4 0 15,0 0 0-15,0 0 0 0,1-9 128 0,-1 9-128 0,-1-10 128 16,1 10-128-16,0 0 128 0,0 0-128 0,-10 4 0 15,1 0 128-15,-4-8-128 0,0 4 0 0,-2 4 144 0,1-1-144 16,-3-1 0-16,0 4 0 0,-3-2 0 0,-1 1 0 16,1-1 0-16,0 1 0 0,-1-1 0 0,1 2 0 15,-2-3 0-15,3-1 0 0,-1 0 0 0,-1 0-128 0,1 3 128 0,0-1 0 16,-1 4 0-16,-1-7 0 16,0 3 0-16,0 0 0 0,3-2 0 0,-1 3-128 15,-3-5 128-15,-3 4 0 0,-1 2 0 0,-3-1-128 0,-1-5 128 0,-3 2 0 16,-1 0 0-16,0-2 0 0,-4 0 0 0,0 0 0 15,-2 0 0-15,-7-2 0 0,2-2 0 0,1 1 0 16,3 3 0-16,3-6 0 16,4-3 0-16,1-1 0 0,10 1 0 0,0 4 128 15,0-5-128-15,5-3 0 0,-1 4 0 0,2-2 0 0,1-2 0 0,2 4 0 0,0 3 0 0,-1-3 0 16,1 3 0-16,2 1 0 0,2-3 0 0,1 3 0 16,3 1 0-16,7 4 0 0,0 0 0 0,0 0 0 15,-6-5 0-15,6 5 0 0,0 0 0 16,0 0 0-16,8-8 0 0,1 3 0 0,2-1 0 0,2 6 0 15,2 0 0-15,2 0 0 0,1 0 0 0,3 4 0 16,1-2 0-16,4-2 0 0,2 3 0 0,1-1 0 16,5 0 0-16,1 0 0 15,0 3 0-15,2-1 0 0,2-4 0 0,0 4 0 0,0-4 0 0,3 2 0 16,5 0 0-16,-1-1 0 16,0-1 0-16,4 0 128 0,-3 0-128 0,-1-1 0 0,-2-1 0 0,1 2 0 0,-3-2 0 0,-1-2 0 31,-2 4 0-31,0-2 0 0,-2 0 0 0,0 2 0 0,0 0 0 0,0 0 128 15,-2-1-128-15,-3 1 0 0,-4-4 0 0,-1 8 0 0,1-1 0 0,-2 3 0 16,-7-1 0-16,-4 5 0 0,-2-5 0 0,0 3 0 16,-2-3 0-16,0 6 0 0,-4 2 0 0,-1-3 0 15,-6-10 0-15,0 0 0 0,0 0 0 0,0 0 0 16,5 9 0-16,-5-9 0 16,0 0 0-16,0 0 0 0,0 0 0 0,-9 0 0 15,-2 4 0-15,-2-3 0 0,-2-1 0 0,-3 0 0 0,-5 0 0 16,-1 0 0-16,-2 0 0 0,-3 0 0 0,-3 0 0 0,-1 0 0 15,-1-5 0-15,-3 5 0 0,10 4 0 0,-3-4-160 16,2-4 160-16,-1 4 0 0,-3-6 0 16,1 1-128-16,-3-3 128 0,3 5 0 0,1 1 0 0,0-2 0 0,1 0-128 0,-1-1 128 15,-1-1 0-15,1 1 0 0,0 1 0 0,3 0 0 16,1 4 0-16,0-5 0 0,0 1 0 0,2-2 0 16,0 1 0-16,1 1 0 0,3 0 0 0,1 3 0 15,3-3 0-15,1 4 0 0,2-6 0 0,4 3 0 16,1 1 0-16,8 2 0 0,0 0 0 0,0 0 0 0,0 0 0 15,13 0 0-15,-2 0 0 0,8 2 0 0,3 1 0 16,6 1 0-16,2-2 0 0,1 5 0 0,2 1 0 0,-1-5 0 16,1 5 0-1,-1-6 0-15,-1-2 0 0,1-2 0 0,-3-2 0 16,1 0 0-16,-2 4 0 0,0 0 128 0,-2 0-128 0,5 0 0 16,-3-9 0-16,-2 5 0 0,-2-1 0 0,-2 1 0 15,-7 4 0-15,0 0 128 0,-2-2-128 0,-2-1 0 16,-2-3 0-16,-3 2 0 0,-6 4 0 0,0 0 0 15,0 0 0-15,0 0 0 0,0 0 0 0,0 0 0 16,-10 0 0-16,-4 4 0 0,-1-4 0 0,-4 6 0 16,-3-3 0-16,-4 1 0 0,-4-2 0 0,-3-2 0 0,-2-4 0 0,-2-1 0 15,-2 5 0-15,-6-6 0 0,-3 1 0 0,0-5 0 16,2-3 0-16,1 4 0 0,5 0-128 0,3 0 128 0,1-1 0 0,5 3 0 16,-3-2 0-16,7 1-128 0,4 3 128 0,7 1 0 15,3 0 0-15,5 2 0 16,8 2 0-16,0 0 0 15,0 0 0-15,10-3 0 0,4 6 0 0,5-1 0 16,1 0 0-16,4 0 0 0,2-2 0 0,4 0 0 16,-6 0 0-16,2 0 0 0,0 0 0 0,2 0 0 15,-2 0 0-15,5 0 0 0,-1 0 0 0,-2 0 0 0,5 0 0 0,-3 0 0 16,-3 0 0-16,-1 0 0 0,0 5 0 0,-2-1 0 16,-1 5 0-16,-3-1 0 0,-1-3 0 0,-3 1 0 15,-1 3 0-15,-2-3-160 16,0 3-432-16,-2-2-96 0,0-1-16 0,0-2-16304 0</inkml:trace>
  <inkml:trace contextRef="#ctx0" brushRef="#br0" timeOffset="10980.71">14726 8875 6447 0,'0'0'576'0,"0"0"-576"0,0 0 0 0,0 0 0 16,0 0 960-16,0 0 96 0,0 0 16 0,0 0 0 16,0 0 608-16,0 0 128 0,-3-6 32 0,-1 1 0 15,0-5-528-15,2 1-96 16,2 9-32-16,0 0 0 0,0 0-160 0,-1-13-16 16,1-2-16-16,0 2 0 0,0 2-48 0,0-2-16 15,0 4 0-15,0 0 0 0,1-1-368 0,1-1-80 0,0-2-16 0,0 0 0 16,2-1-304-16,-1 4-160 15,1-1 160-15,4-2-160 0,-1-2 128 0,-1 2-128 0,1 2 0 0,0-2 144 16,1-1-144-16,-1 4 160 0,1 1-160 0,1 0 160 16,2-1 96-16,0 1 32 0,2 0 0 0,-2 3 0 15,4-3 16-15,-2 4 0 0,-2-1 0 0,2-1 0 0,2 1-176 0,2 0-128 0,-1-1 192 0,3-2-192 16,-3 3 128-16,3 1-128 0,1-3 0 0,6 1 0 16,-7 3 0-16,-1 0 0 0,3 1 0 0,-1-3 0 15,-1 6 160-15,1-2-160 0,2-1 128 0,0-1-128 16,1 2 160-16,-1-2-160 0,0 1 192 0,2 3-192 15,8-2 160-15,-1 4-160 0,-9-2 128 16,1 7-128-16,-1 0 256 0,0 3-48 0,-1-1 0 0,-1 2 0 16,-2 0 304-16,-1 4 48 0,0 2 16 0,1-1 0 15,-5 1 0-15,0-2 16 16,0-2 0-16,0-2 0 0,-2-2-160 0,0 4-48 0,-1-4 0 16,-1 3 0-16,2 2-176 0,0-1-32 0,-2 2-16 0,1-2 0 15,-1-7-160-15,0 3 0 0,2 0 0 0,2 1 0 16,0 3 0-16,0 3 0 0,-3-3 128 0,-1-4-128 15,0 3 0-15,0-3 0 0,1 2 0 0,-1-4 0 16,-2-3 0-16,-7-4 0 0,6 9 0 0,-6-9 0 16,0 0 0-16,5 6 0 0,-5-6 0 0,0 0 0 15,0 0 0-15,0 0 0 0,0 0 0 0,0 0 0 16,0 0 0-16,0 0 0 0,0 0 0 0,0 0 0 16,4-11 0-16,-2 3 0 0,-2 8 0 0,2-7-176 31,-4-4-576-31,-2-4-112 0</inkml:trace>
  <inkml:trace contextRef="#ctx0" brushRef="#br0" timeOffset="11395.64">15757 8352 1839 0,'0'0'160'0,"0"0"-160"15,0 0 0-15,5 10 0 0,-5-10 1728 0,6 12 304 16,1 3 64-16,-1-2 16 0,-3-3 848 0,3-1 176 15,-2 0 48-15,1 0 0 0,3 1-1072 0,-1-1-224 0,2 0-32 0,1-1-16 32,-1 5-704-32,4-4-144 0,-4 0-32 0,2 2 0 15,2-2-416-15,0 4-96 0,-2-3 0 0,0 1-16 0,-1-2-208 0,-1 0-32 0,0 1-16 0,-2-1 0 16,-1 4 96-16,0-2 32 0,-6-11 0 0,3 9 0 16,-1 0 240-16,-2 1 48 0,2 5 16 0,-4-6 0 15,2-9 160-15,-4 9 16 0,1-2 16 0,-3 5 0 16,2-3-352-16,1 0-80 15,-3 0-16-15,6-9 0 0,-7 8-192 0,7-8-32 16,-6 9-128-16,1-2 192 0,-1 3-64 0,-1-7-128 16,-1-3 176-16,1-3-176 0,-2 6 192 0,-1 1-192 15,-1 4 192-15,-5-5-192 0,-1-3 192 0,0-3-192 0,-1-3 192 0,-1 6-192 16,1 0 224-16,-1 4-64 0,4-1-16 16,-1-1 0-16,-1-5 48 0,0-3 16 0,-1 4 0 0,1-2 0 15,2 4-208-15,0 4 128 0,1-2-128 0,1 2 0 16,0-8 0-16,-2 4 0 0,4 0 0 0,0 0 0 15,0 0-144-15,-1 0 144 16,-1 0-208-16,2 0 80 16,2-2-944-16,2-2-176 0</inkml:trace>
  <inkml:trace contextRef="#ctx0" brushRef="#br0" timeOffset="12885.27">16548 9431 11055 0,'0'0'976'0,"0"0"-784"0,0 0-192 0,0 0 0 0,0 0 1232 0,0 0 208 0,0 0 32 0,0 0 16 15,0 0 368-15,0 0 80 0,11 0 16 0,-11 0 0 16,11 0-1200-16,2 3-240 0,0 1-64 0,0-2 0 16,2 3-448-16,1-1 128 0,1 0-128 0,5 1 0 15,0 3 144-15,2-1-16 0,4 1 0 0,-2-3 0 16,-2 1 192-16,0 1 48 0,-1-1 0 0,3-1 0 31,-2 1 48-31,0-3 16 0,-2 1 0 0,0 0 0 0,-1-2 64 0,-3 1 16 16,1 3 0-16,1-2 0 0,-5-8-144 0,-2 4-32 15,-2 0 0-15,-11 0 0 0,9 0-16 0,-9 0 0 0,11 6 0 16,-11-6 0-16,0 0-32 0,0 0-16 0,0 0 0 0,0 0 0 16,0 0 112-16,-9 0 32 0,-2-2 0 0,-4 2 0 15,-3-4-192-15,-3 4-32 0,4 0-16 0,-3 0 0 16,-4 0 16-16,-2 0 16 15,-4-4 0-15,1 4 0 0,-1 0-16 0,-1 0 0 0,-1 4 0 0,-9 0 0 16,3-8 0-16,2-2 0 0,3 1 0 0,7 1 0 16,4 0-192-16,5 4 176 0,2-1-176 0,2-1 160 15,4 0 0-15,9 2 0 16,0 0 0-16,0 0 0 0,0 0-160 0,0 0 160 0,0 0-160 0,0 0 160 16,13 2 32-16,2 1 0 0,3 3 0 0,1-2 0 15,-2 1-192-15,1-1 0 0,2 0 0 16,5 1 0-16,-1 1 0 0,0-1-176 0,2-1 16 0,7 3 0 15,-1-5 160-15,-1 4 0 0,-7-4 0 0,0 0 128 16,0-2-128-16,-1 5 0 0,-3-1 0 0,-2 0-128 16,-1-3 128-16,-2-1 0 0,-2 4 128 0,0 0-128 15,-13-4 128-15,0 0-128 0,0 0 128 0,0 0-128 16,0 0 176-16,0 0-48 0,0 0 0 0,-9 7 0 16,-4-3 112-16,-2 1 16 0,-2-1 0 0,-1-4 0 0,-3 0-128 0,-1 0 0 15,-2 0-128-15,0-4 192 0,-2-1-192 0,0-4 0 16,0 3 0-16,0-3 0 15,-2 0 0-15,2-1 0 0,2 1 0 0,6 0 0 16,3 7 0-16,2-2 0 0,13 4 0 0,0 0 0 16,-9-3 0-16,9 3 0 0,0 0 0 0,0 0 0 0,0 0 0 0,14 7 0 15,5-5 0-15,0 3 0 0,1-1 0 0,2 0 0 16,-3-2 0-16,1-1 0 0,0-1 0 0,1-1 0 16,-1-5 0-16,1 6 0 0,-1-2 256 0,-2 2 48 0,3 0 16 0,-3-2 0 0,-1 0-512 15,0 2-112-15,-2 0-16 0,-2 2 0 0,-1 0 144 0,0 0 32 16,-1 2 0-16,2 1-18128 31</inkml:trace>
  <inkml:trace contextRef="#ctx0" brushRef="#br0" timeOffset="17905.78">11203 10937 4895 0,'0'0'208'0,"0"0"48"0,0 0-256 0,0 0 0 0,0 0 0 0,0 0 0 16,0 0 1408-16,0 0 240 0,0 0 32 0,0 0 16 15,-4-10-128-15,4 10-32 0,0 0 0 0,0 0 0 16,0 0-208-16,0 0-48 0,-7-9-16 0,7 9 0 16,0 0-432-16,0 0-96 0,0 0-16 0,0 0 0 0,0 0-416 15,0 0-96-15,0 0-16 0,0 0 0 0,0 0 64 0,0 0 0 16,0 0 0-16,0 0 0 0,0 0 288 0,0 0 64 16,0 0 16-16,5-4 0 0,1-3-16 0,-1 0 0 15,1-3 0-15,1 5 0 0,3 1-80 0,1-1-16 16,2 1 0-16,3-2 0 0,3 1-256 0,1-1-64 0,1 2-16 15,3 1 0-15,0 3-176 0,2 0 0 0,1 0 144 0,1 0-144 16,2 3 0-16,-2-1 128 0,-2 0-128 0,-2 0 0 16,0-2 0-16,0 0 144 0,0 0-144 0,0 0 0 15,0 0 320-15,-2 0-32 0,2 0-16 0,2 4 0 0,-3-4 240 16,-5 2 32-16,1-1 16 0,-3-1 0 0,-1 2-192 16,-2 4-48-16,0-2 0 0,-4-1 0 0,-9-3-192 0,8 6-128 31,-8-6 128-31,0 0-128 0,0 0 0 0,0 0 0 15,0 0 0-15,-4 5 128 0,4-5 16 0,-9 8 16 16,-2-3 0-16,-4 1 0 0,-4-6 32 0,-1 5 16 16,-2-1 0-16,-2 0 0 0,-2-2 112 0,-2 1 32 0,-4-3 0 0,-6 0 0 15,-1 0-352-15,2-3-208 0,1 3 16 0,5-2 16 16,1-2 176-16,4 0 0 0,2-1 0 0,2 1 0 0,3-1 0 16,3 3 0-16,3 0 0 0,2 0 0 15,11 2 0-15,-8-4 0 0,1-1 0 0,7 5 0 16,0 0 0-16,0 0 0 0,0 0 0 0,0 0 0 15,0 0 0-15,0 0 0 0,7-4 0 0,6-1 128 16,0 5-128-16,0 0 192 0,0 0-64 0,6 0 0 16,-1 0-128-16,3 3-160 0,-3-3 160 0,1 0-208 0,-1 0 208 0,4-3 0 0,-1 3 0 15,1-4 0-15,0 4 0 0,0-2 0 0,-1-2 0 0,3 4 0 16,-7-2 0-16,-1 2 0 0,-5 0 0 0,-1 0 0 16,-3 0 128-16,-7 0-128 0,0 0 0 0,0 0 0 31,0 0 0-31,0 0 0 0,0 0 0 0,-7 2 0 15,-6-2 176-15,-2 0-176 0,-4 0 160 0,-3 0-160 0,-4 0 0 0,2 0 128 16,-6 4-128-16,-8-2 0 0,-3-8 0 0,2 4 0 16,0 4 0-16,4 2 0 0,1-4 0 0,3 0 0 15,9 0-128-15,3 2 128 0,2-2 0 0,3 0 0 16,4 4 0-16,1-4 0 0,-2 3 0 0,4-3-128 16,7 0 128-16,0 0 0 0,0 0 0 0,0 0 0 15,9 6 0-15,2-2 0 0,-11-4 0 0,15 1 0 16,0-1 0-16,1 4 0 0,5 0 0 0,-3-2 0 15,1-2 0-15,-1 3 0 16,4-3-448-16,-1 2-144 0,1 0-32 0,4 0-16368 0</inkml:trace>
  <inkml:trace contextRef="#ctx0" brushRef="#br0" timeOffset="21064.16">12600 10839 1839 0,'0'0'160'0,"0"0"-160"0,-8 0 0 0,-1 0 0 16,-2 0-144-16,-2 0-64 0,4 0-16 0,-3 0 0 15,1 0 224-15,0-4 0 0,2-2-160 0,0 1 160 16,-1 5 1008-16,3-4 272 0,-2 4 48 0,0-2 16 15,-1-2 512-15,1 4 128 0,0 0 0 0,1 0 16 0,1 0-16 0,0 0-16 32,-1 0 0-32,1 4 0 0,1-2-592 0,1-2-112 15,5 0-32-15,0 0 0 0,0 0-176 0,0 0-32 0,0 0-16 16,0 0 0-16,0 0-304 0,0 0-48 0,0 0-16 0,7 4 0 16,-7-4-368-16,13 5-80 0,0-1 0 0,2-2-16 15,0 2-176-15,1-1 0 0,1-3 0 0,7 0 0 16,-5 0 0-16,1-3 160 0,0 3-160 0,1-2 160 0,-1-2 176 0,-1 0 48 15,-1-1 0-15,2 1 0 0,1 2-32 0,-3-2 0 16,-1 1 0-16,0-3 0 0,-2 4-128 0,-2-1-32 16,-1-1 0-16,0 2 0 0,-3 0 0 0,-2 0 0 15,-7 2 0-15,0 0 0 0,0 0-48 0,0 0-16 16,0 0 0-16,0 0 0 0,0 0 224 0,-13 2 32 16,-2-2 16-16,-1 2 0 0,-1 0-208 0,-3 3-64 15,-1-1 0-15,-3 0 0 0,4-2-128 0,0-2 0 16,-5 3 0-16,3-3 128 0,-2 0-128 0,0 0 0 15,0 0 0-15,2 0 0 0,1 0 0 0,3 0 0 0,1 0 0 0,2 0 0 16,2 0 0-16,2 0 0 0,2 0 0 0,9 0 0 16,0 0 128-16,0 0-128 0,0 0 0 0,0 0 128 15,0 0-128-15,0 0 0 0,0 0 0 0,7 13 0 16,1-5 0-16,1-1 0 0,0-1 0 0,2-6 0 16,1 5 0-16,2-3 0 0,1 0 0 0,2-2 0 15,1 0 0-15,3 0 128 0,-1-2-128 0,1 0 0 16,1 0 0-16,0-1 0 0,0 3 0 0,0 0 0 15,-5-2 0-15,0 0 0 0,-2 0 0 0,-4 2 0 16,2 0 0-16,-2 0 0 0,-11 0 0 0,0 0 0 16,0 0-128-16,0 0 128 0,0 0 0 0,0 0 0 15,0 0-160-15,0 0 160 0,0 0-208 0,0 0-10976 16,0 0-2192-16</inkml:trace>
  <inkml:trace contextRef="#ctx0" brushRef="#br0" timeOffset="21693.5">13161 10857 14735 0,'0'0'1312'0,"0"0"-1056"0,0 0-256 0,0 0 0 15,0 0 1120-15,0 13 160 16,0-13 48-16,4 9 0 0,1 1 192 0,3-1 32 15,1 0 16-15,2-2 0 0,2 1-160 0,4-3-48 0,1-1 0 0,10-2 0 0,2 2-560 0,-1 1-112 16,-3-5-32-16,0 0 0 0,0 0-64 0,2-5-16 16,0 5 0-16,-1 0 0 0,-1-4 64 0,-2 4 16 15,-3-2 0-15,3-2 0 0,-4 1-272 0,1 3-48 16,-8 0-16-16,-4 0 0 0,-2 0-320 0,-7 0 144 16,0 0-144-16,0 0 0 0,0 0 0 0,0 0 0 15,0 0 0-15,0 0 0 0,0 0 0 0,0 0 0 16,-9-8 0-16,-4 1 0 0,-2-2 0 0,-3 5 0 15,-4-3 0-15,-4-1-144 0,-4 3 144 0,-2 1 0 16,-1 2 0-16,-2-2-128 0,-2 4 128 0,2 0 0 16,1 0 0-16,3 0 0 15,3 6 0-15,4-2 0 0,4 1 0 0,5-1-128 0,4 0 128 0,11-4 0 16,0 0 0-16,0 0 0 0,9 9 0 0,4-2 0 16,5-3 0-16,5 3 0 15,3-5 0-15,5-2 128 0,4 0-128 0,2 0 128 0,0 0-128 16,0-4 192-16,0-1-64 0,1 1 0 0,-3-1 32 0,0 5 16 15,-2-2 0-15,-3-2 0 0,-2-1-48 0,-2 1-128 16,-4 0 192-16,0 2-64 0,-2 2-128 0,-1 0 0 16,-4 0 0-16,-2 0 128 0,-13 0-128 0,0 0 0 15,0 0 0-15,0 0 0 0,0 0 0 0,0 0-176 16,0 0 176-16,0 0-11712 16,0 0-2240-16</inkml:trace>
  <inkml:trace contextRef="#ctx0" brushRef="#br0" timeOffset="26979.92">12009 12387 6447 0,'0'0'576'0,"0"0"-576"0,-10 4 0 0,3 2 0 15,1-1 1008-15,6-5 80 0,-5 6 32 0,-1-3 0 16,6-3-544-16,-5 10-96 0,5-10-32 0,0 0 0 16,0 0 176-16,0 0 16 0,0 0 16 0,0 0 0 0,0 0 352 0,0 0 64 15,-4-10 16-15,4 10 0 0,0 0-64 0,0 0 0 16,0 0 0-16,0 0 0 0,2-5-272 0,-2 5-64 31,0 0-16-31,0 0 0 0,0 0-144 0,0 0-16 0,0 0-16 0,5 5 0 16,1 5 80-16,1-5 32 0,-7-5 0 0,0 0 0 15,10 4 96-15,-10-4 32 0,11 6 0 0,0-6 0 0,-2 0 112 0,0-2 32 16,1-2 0-16,-1 0 0 16,8-1-128-16,-3 3-32 0,3-2 0 0,0 0 0 15,-1-1-96-15,3-1-32 0,0 3 0 0,1-1 0 16,0-2-272-16,1 3-48 0,-1 3-16 0,0-2 0 0,4-2-128 0,-1 4-128 16,1 0 192-16,0 0-192 15,0 0 160-15,0 0-160 0,0 0 128 0,0 0-128 0,2 4 144 0,0-4-144 16,0 0 160-16,0-4-160 0,0 4 192 0,0-4-48 15,-2 4-16-15,0 0 0 16,4 4-128-16,-2-4 192 0,-2 0-192 0,0 0 192 16,-2 4-192-16,0-2 192 0,-1 1-192 0,-1 3 192 15,-1-1-48-15,-3-1 0 0,-1 0 0 0,0 1 0 16,0 1 0-16,-2-2 0 0,3 1 0 0,-1-1 0 16,0 2-144-16,0-6 192 0,0 0-192 0,0 3 192 15,-1-3-192-15,3 0 0 0,0-3 144 0,-1 3-144 0,1-6 0 0,2 2 128 16,-1-1-128-16,1 1 0 0,-3-3 0 0,1-1 128 15,-2-1-128-15,3 0 0 0,-3 3 0 0,2 2 128 16,-2-1-128-16,-1-1 0 0,-1 1 0 0,-1 1 0 16,-1 0 0-16,0 1 0 0,0-3 0 0,0 6 0 15,-2 0 0-15,1-2 0 0,-1-2 0 0,0 1 0 0,-2 3 0 0,3-2 0 0,-1-2 0 16,-2 0 0-16,1-1 0 0,1 5 0 0,0-2 0 16,1 0 0-16,-1 0 0 0,0-1 0 0,-1-3 0 0,1 2 0 15,-9 4 0-15,9 0 0 0,0 4 0 0,1-2 0 16,-10-2 0-16,0 0 0 0,0 0 0 0,0 0 0 15,0 0 0-15,0 0 0 0,0 0 0 0,0 0 0 32,0 0 0-32,0 0 0 0,0 0 0 0,0 0 0 0,-6 7 0 0,-1-1 0 15,-1-2 0-15,-3-3 0 0,-2 3 0 0,0 0 0 0,0-2 0 0,0-2 0 0,0 3 0 16,-2-6-128-16,-3-3 128 16,-2 6 0-16,1 4 0 0,-1-2 0 0,-3 1 0 0,-1-1 0 15,-3 0 0-15,-3 0 0 0,-2 2 0 0,1-1 0 16,-4-1 0-16,-2 4 0 0,0-4 0 0,-2 0 0 15,-6 3 0-15,1-1-128 16,3 0-144-16,-2-3-32 0,1 3 0 0,-1 2 0 0,2-6 304 0,-1 3 0 16,1 3 0-16,4-2 0 0,0 1-144 0,2 1 144 15,0-3-208-15,1 3 80 0,1-2 128 0,1 5 0 0,3 0 0 0,-1 0 0 16,0 1 0-16,1-1 0 0,-1-3 0 0,1 3 0 16,-1 4 0-16,2-2 0 0,0 2 0 0,0-2 0 15,1-2 0-15,1-1 0 16,2-3 0-16,1 4 0 0,3-3 0 0,2-2 0 0,1-2 0 0,2-1 0 15,2 1 0-15,2-2 0 0,2-3 0 0,1-7 0 0,3-6 0 0,1 3 0 16,4 13 0-16,0 0 0 0,0 0 0 16,7-10 0-16,1 5 0 0,1-3 0 0,2-3 0 0,4 2 0 15,2 0 0-15,1 0 0 0,4-1 0 0,3 5 0 16,-1-5 0-16,2 1 0 0,0 4 0 0,1-3 0 31,1 3 0-31,2-1 0 0,1-1 0 0,1 1 0 0,1 1 0 0,0-1 0 16,6-1 0-16,0 1 0 0,2 2 0 0,0 4 0 15,0-5 0-15,-1 3 0 0,1-5 0 0,2 7 0 16,-1-2 0-16,-1 0 0 0,0 2 0 0,-2 0 128 16,7-2-128-16,-3-2 0 0,-12 4 0 0,1-2 0 15,-3 1 0-15,1-1 0 0,-2-2 0 0,-2 4 0 16,0-2 0-16,-2 0 0 0,-2-3 0 0,-2 3 0 16,1-2 0-16,-3 0 0 0,-1-1 0 0,-2 1 128 15,3-1-128-15,-1-1 0 0,-2 1 0 0,-2-3 128 16,0 3-128-16,0-5 0 0,-2 7 0 0,2 1 0 15,-2-6 0-15,0 3 0 0,-2 1 0 0,2-1 0 16,0 1 0-16,2-2 0 0,0 6 0 0,0-2 0 0,-3 1 0 16,-3 1 0-16,-7 0 0 0,0 0 0 0,11 0 0 0,-2 0 0 15,-9 0 0-15,0 0 0 16,0 0 0-16,0 0 0 0,0 0 0 0,0 0 0 0,0 0 0 0,0 0-160 16,0 0 160-16,0 0 0 15,0 0-832-15,0 0-48 0,0 0-16 0,0 0-16912 0</inkml:trace>
  <inkml:trace contextRef="#ctx0" brushRef="#br0" timeOffset="32128.95">15740 9425 4543 0,'0'0'0'16,"0"0"0"-16,0 0 0 0,0 0 128 0,0 0 960 0,0 0 192 16,0 0 32-16,0 0 32 0,0 0 464 0,0 0 96 15,-8 0 16-15,8 0 0 16,0 0-704-16,0 0-128 0,0 0-16 0,0 0-16 0,0 0-384 0,0 0-80 15,0 0-16-15,0 0 0 0,0 0 288 0,0 0 48 16,0 0 16-16,0 0 0 0,10 9-304 0,1 4-64 0,-4-2-16 0,-1 2 0 0,-6-13-160 0,0 0-16 16,0 0-16-16,0 0 0 0,11 6 64 15,-2-1 16-15,-1 3 0 0,-8-8 0 0,0 0 80 0,0 0 0 16,0 0 16-16,11-4 0 16,-2 4 32-16,-9 0 0 0,0 0 0 0,0 0 0 0,9-5-144 0,-9 5-32 15,0 0 0-15,0 0 0 0,0 0-96 0,0 0-32 16,2-8 0-16,-2 8 0 0,0 0-96 0,0 0-32 15,0 0 0-15,0 0 0 0,-5-5-128 0,-3-1 0 16,-1 0 0-16,1 3 0 0,8 3 0 0,-9-6 192 16,0-1-192-16,0 1 192 0,1 3-48 0,3 1 0 15,-1-6 0-15,1 3 0 0,-1-5-144 0,0 1 128 0,1 5-128 0,1-1 128 32,4 5-128-32,0 0 192 0,0 0-192 0,0 0 192 15,0 0-192-15,0 0 0 0,0 0 0 0,0 0 0 0,0 0 0 0,0 0 0 16,0 0 0-16,11 0 0 0,0 0-128 0,1 4 128 15,-1-3 0-15,0 1 0 0,-11-2 0 0,11-2 0 16,0-3 0-16,2 5 0 0,-2 0 0 0,0 0 0 16,0 0 0-16,-1 0 0 0,-10 0 0 0,0 0 0 15,0 0 0-15,11 0 0 0,0 4 0 0,-11-4 0 0,0 0 0 0,0 0 0 16,4 11 0-16,-3-4 0 0,-1-7 0 0,0 0 0 16,-3 6 0-16,-3-1 0 0,-3-1 0 0,0 2 0 15,-3 3-144-15,3-2 144 0,0-1 0 0,-2-1 0 16,-2-5 0-16,0 0-128 0,4 4 128 0,-1-4 0 15,3-4 0-15,0 2 0 0,-1 4 0 0,8-2 0 16,-5-9 0-16,1 5 0 16,4 4-128-16,0 0 128 0,-2-7 0 0,2 7 0 15,-2-9 0-15,2 9 0 0,0 0 0 0,0 0 0 16,0 0 0-16,11-4-160 0,-1-5 160 0,-10 9 0 0,0 0 0 16,9-2 0-16,0-2 0 0,0 0 0 0,-9 4 0 0,0 0 0 15,0 0-192-15,10 0 32 0,-1 0 16 0,-9 0 0 31,0 0-1280-31,0 0-256 0</inkml:trace>
  <inkml:trace contextRef="#ctx0" brushRef="#br0" timeOffset="34133.05">14649 11413 4607 0,'0'0'400'0,"0"0"-400"15,0 0 0-15,0 0 0 0,0-6 800 0,-2-1 80 16,0-1 16-16,0 1 0 0,0-2 192 0,2 9 32 16,-3-6 16-16,3 6 0 0,-4-9 176 0,4 9 32 15,-4-9 16-15,4 9 0 0,0 0-192 0,0 0-32 16,-7-6-16-16,7 6 0 0,0 0-416 0,0 0-64 15,0 0-32-15,0 0 0 0,0 0-272 0,0 0-48 16,0 0-16-16,0 0 0 0,0 0-272 0,0 0 0 16,0 0 128-16,2-9-128 0,1 0 288 0,-3 9 0 15,6-10 0-15,-1-1 0 0,-1 2 208 0,0 2 32 16,-4 7 16-16,0 0 0 0,5-10-224 0,1 7-64 0,-6 3 0 16,0 0 0-16,0 0-256 0,7-6 0 0,-1 0 0 0,-6 6 0 15,7-9 0-15,-7 9 128 0,0 0-128 0,10-5 0 16,-5-5 320-16,-5 10-64 0,6-5 0 0,-1-3 0 15,1 3 192-15,-1-4 16 0,-1-6 16 0,2 2 0 16,-1 9-32-16,3-1-16 0,-1-5 0 0,0-1 0 0,1-5 80 16,-1 1 0-16,1 5 16 0,1 5 0 0,0-1-256 0,0-1-48 15,3 1-16-15,-1-3 0 0,0 4-208 0,0-3 0 16,2 1 0-16,0-1 0 0,2 6 0 0,-1-1 0 16,-1-1 0-16,2-2 0 0,2 6 0 0,1 0 0 15,1 0 0-15,0 0 0 0,-1-3 128 0,1 3-128 16,-1 0 176-16,2 3-176 0,3-3 368 0,-3 4-48 15,4-2 0-15,-2-2 0 0,-1 0-128 0,-1 0-16 0,1 4-16 0,1-4 0 16,-2 0-160-16,1 3 0 0,-1-3 0 0,0 0 0 16,-1 0 128-16,-1 2-128 15,1 2 0-15,-2 0 128 0,-1-2 32 0,-1-4 0 16,0-6 0-16,-4 8 0 0,4 10 192 0,-4-3 32 0,0-1 16 0,-2-3 0 16,-9-3-80-16,10 6-32 0,-3 5 0 0,0-2 0 15,1 0-96-15,-3 1-32 0,1-1 0 0,-1-2 0 16,1 1-160-16,-6-8 128 0,7-2-128 0,-7 2 128 15,8 5-128-15,-3 1 0 0,-5-6 0 0,0 0 0 16,10 9 0-16,-3-1 0 0,0-1 0 0,3 2 0 16,-10-9 0-16,0 0 0 0,0 0 0 0,0 0 0 15,5 10 0-15,-5-10 0 0,0 0 128 0,0 0-128 16,4 9 0-16,2-2 0 0,-6-7 0 0,0 0 0 16,0 0 0-16,0 0 0 0,0 0 0 0,0 0 0 15,3 6 0-15,-3-6 0 0,0 0 0 0,0 0 0 16,0 0-192-16,0 0-64 0,0 0 0 0,0 0-16 15,0 0-1856 1,0 0-368-16,0 0-80 0,0-13-7840 0,0 2-1552 0</inkml:trace>
  <inkml:trace contextRef="#ctx0" brushRef="#br0" timeOffset="34496.71">15523 10803 12895 0,'0'0'576'0,"0"0"112"0,0 0-560 0,0 0-128 0,0 0 0 0,-2 11 0 0,2-11 2480 0,-2 13 464 16,2 2 80-16,0 0 32 0,2-2-1072 0,0-2-192 15,4-2-64-15,-1 1 0 0,3-1-960 0,-1 0-192 16,2 0-32-16,2-3-16 0,2-6-16 0,2 9-16 16,0 6 0-16,-2-7 0 0,4-8-128 0,-3 0-32 0,-1 5 0 0,0 4 0 15,0 1-16-15,0-5-16 0,-3 3 0 0,-1-7 0 16,-9-1 208-16,9 0 32 0,0 0 16 0,-9 0 0 15,6 15 80-15,0-2 0 0,-6-4 16 0,0-9 0 0,0 0-272 0,-2 10-64 16,2 14-16-16,-6-2 0 16,-1-5-112-16,-4-1-32 0,-2-4 0 0,0-3 0 15,2-6-32-15,-2 3-128 0,-2 9 192 0,-2-2-64 16,-1-4-128-16,-1 0 0 0,-1 1 0 0,1-1 128 0,1 0-128 0,-1-3 0 16,1 3 0-16,1-3 0 0,0-3-256 0,2 3 32 15,2-6 0-15,2 0 0 16,2 0-1712-16,2 3-352 15</inkml:trace>
  <inkml:trace contextRef="#ctx0" brushRef="#br0" timeOffset="35154.1">15442 12171 17503 0,'0'0'768'0,"0"0"176"0,0 0-752 0,0 0-192 16,0 0 0-16,0 0 0 0,0 0 1104 0,0 0 192 16,0 0 48-16,0 0 0 0,0 0-64 0,9 9 0 31,-2-4 0-31,1-1 0 0,-1 0-480 0,2-2-96 15,-9-2-32-15,11 0 0 0,1 0-144 0,-1-2-16 16,0 0-16-16,0 0 0 0,-2-2-368 0,0 3-128 0,-1-3 0 0,1 0 144 16,-1 2 144-16,-8 2 32 0,0 0 0 0,7-3 0 15,-7 3-64-15,0 0 0 0,0 0 0 0,0 0 0 16,0 0 192-16,0 0 48 0,-6-6 0 0,-1-1 0 16,-4 1-176-16,3 2-48 0,-1 4 0 0,-2-5 0 15,-4 3-272-15,0-5 160 0,-1 3-160 0,1-2 128 16,0 1-128-16,0 1 0 0,2-2 0 0,0 3-176 15,2 1 176-15,2-2 128 0,9 4-128 0,0 0 176 16,0 0 80-16,0 0 32 0,0 0 0 0,0 0 0 0,0 0-288 0,9 0 160 16,1 0-160-16,-1 0 128 0,0-4 0 0,0 3-128 15,-9 1 192-15,10 1-64 0,-1-1 128 0,0 0 0 0,-9 0 16 16,7 0 0-16,-7 0 192 0,10 0 48 0,-10 0 0 0,0 0 0 16,0 0-512-16,0 0 0 0,0 0 0 0,0 0 0 15,0 0 400-15,0 0-16 0,0 0 0 0,0 0 0 31,0 0-704-31,0 0-128 0,0 0-48 0,0 0 0 0,5-5 128 0,-5 5 32 0,0 0 0 0,0 0-17392 16</inkml:trace>
  <inkml:trace contextRef="#ctx0" brushRef="#br0" timeOffset="36582.28">16592 12261 8287 0,'0'0'736'0,"0"0"-592"15,-7-1-144-15,1-3 0 0,6 4 768 0,0 0 128 16,0 0 32-16,-7 4 0 0,-1-3 80 0,3 3 16 16,-1 0 0-16,6-4 0 0,-5 5-416 0,5-5-80 15,0 0-16-15,0 0 0 0,-2 11 192 0,2-11 48 16,2 8 0-16,-2-8 0 15,0 0 672-15,0 0 144 0,0 0 32 0,7 4 0 16,2 3-224-16,2-3-32 0,1 1-16 0,-1-1 0 16,0-4-256-16,0 4-48 0,0-3-16 0,2-1 0 0,0 4-400 0,2-4-80 15,-4 4-16-15,2-2 0 0,2 1-320 0,1 3-64 16,-3 0 0-16,0-3-128 0,0 3 0 0,0-2 0 16,2-1 0-16,0 1 0 0,-2-2 0 0,3 3 128 15,1-1-128-15,-2-4 0 0,0 4 0 0,0-4 0 16,-2 0 0-16,0 0 0 0,-2 0 0 0,-2 0 0 15,-2 0 0-15,-7 0 0 0,0 0 0 0,0 0 0 16,0 0 0-16,0 0 0 0,0 0 0 0,0 0 0 16,0 0 128-16,0 0-128 0,0 0 0 0,0 0 160 15,-5 0-160-15,-3 2 128 0,-3 1-128 0,0 3 0 16,-2-2 144-16,0-3-144 0,-2-1 128 0,-1-5-128 16,-1-4 160-16,-1-1-160 0,-1 3 448 0,0 0-16 15,3 1 0-15,-3 2 0 0,-1 2-432 0,1-1 0 16,1-1-192-16,3 4 192 0,2-2 0 0,0 2 192 0,4 2 0 15,1-2 0-15,1-2-192 0,7 2 128 0,0 0-128 0,0 0 128 16,0 0-128-16,0 0 0 0,0 0 0 0,0 0 0 16,13 2 0-16,2-2 0 0,3 0 0 0,-1 0 0 15,0-2 0-15,-1 0 0 0,1-3 0 0,0 3 0 0,-1-2 0 16,1 4 0-16,-2-4 0 0,-2 4 0 16,-4-5 0-16,-9 5 0 0,7 0 0 0,-7 0 0 15,0 0 160-15,0 0 0 0,0 0 0 0,0 0 0 0,0 0-160 0,0 0 0 16,0 0 0-16,0 0 0 0,0 0 0 0,0 0-224 15,-11 5 48-15,4-1 16 0,0-4 160 0,-1 6 144 0,8-6-16 0,-7 3-128 16,1-1 0-16,6-2-176 0,-9 2 0 0,2 0 0 16,7-2 176-16,0 0 0 0,0 0 0 0,0 0 0 31,0 0-224-31,0 0 32 0,0 0 16 0,0 0-11248 16,0 0-2256-16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4T05:28:54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2997 10168 9215 0,'0'0'816'0,"0"0"-656"0,0 0-160 0,0 0 0 15,0 0 1824-15,0 0 336 0,0 0 64 0,0 0 16 16,0 0 848-16,0 0 176 0,0 0 48 0,0 0 0 15,0 0-1104-15,0 0-224 0,0 0-32 0,0 0-16 16,0 0-800-16,0 0-176 0,-2-8-16 0,1 3-16 16,-1-4-368-16,0-4-80 0,0 2-16 0,0-2 0 15,2 1-240-15,-2-1-48 0,-3-5-16 0,3-1 0 16,-4 5-160-16,1-1 192 0,-1 6-192 0,-1-1 192 16,-2-3-192-16,-3 4 0 0,1 0 0 0,-3 0 128 15,1 1-128-15,-2 1 0 0,-2-3 0 0,0 5 0 16,-3 1 0-16,2-1 0 0,-1 3 0 0,0 0 0 15,-1 0 0-15,0 2 0 0,-1 0 0 0,1 2 0 16,0 0 0-16,1 3 0 0,1 1 0 0,-1 3 0 0,2 4 0 0,2-2 0 16,1 4 0-16,1 4 0 15,3 5 0-15,3 2 0 0,1 3 0 0,5-1 0 0,2 4 0 0,3-1 0 16,4 1 0-16,1 1 128 0,2 4-128 16,0-4 0-16,2 1 0 0,0-1 0 0,0 2 224 0,2 0-32 15,-2-1-16-15,3 6 0 0,-3-10-176 0,0 2 128 16,-1-3-128-16,-1 5 128 0,0-3-128 0,0 1 0 15,-2 1 0-15,-1-3 128 0,-1 7-128 0,0-2 0 16,-1 0 0-16,-2-2 0 0,-1-3 0 0,-3 2 0 16,-2-5 0-16,-1 1 0 0,-3-2 0 0,-1 2 0 15,-1 0 0-15,-1-4 0 0,-4-2 0 0,-2-2 0 16,-1-1 0-16,-1-1 0 0,-2-3 0 0,1 4 0 16,-1-6 0-16,1-2 0 0,-1-2 0 0,1 0 0 0,-1 1 0 0,3-5 0 15,-1-1 0-15,2 1 0 0,2-3 0 0,0-2 0 16,2-2 0-16,2 1 0 0,1-3 0 0,8 4 0 15,-5-4 0-15,1-3 0 0,4 7 0 0,0 0 0 16,0 0-128-16,0-10 128 0,0 10 0 0,8-9 0 16,-3 2 0-16,-5 7 0 0,11-6 0 0,0 6 0 15,2 4 0-15,2-2 0 0,-2 5 0 0,-2 2 0 16,2 3 0-16,0 6 0 0,-2 1 0 0,0 10 0 16,-3-7 0-16,1 8 0 0,-2-2 0 0,5 9 0 15,-3 4 0-15,0-2 0 0,-1-6 0 0,-1 10 0 16,-2 7 0-16,1-2 0 0,0-9 0 0,-1 7 0 15,1 2 0-15,-1-1 208 0,1 1-48 0,-2-2-16 16,-1 0 48-16,1-3 0 0,0 0 0 0,-1-1 0 0,1-1-16 16,-2-2 0-16,3-2 0 0,-1-4 0 15,0-1 32-15,0-3 16 0,1-1 0 0,-1-4 0 0,-2-2-48 0,0-3-16 16,-1-2 0-16,-1-1 0 0,2 1-160 0,0 0 160 16,2-1-160-16,-2 1 160 0,-2-2-160 15,0-2 0-15,2-2 0 0,-1-2 0 0,-1-9 0 0,0 0 0 16,0 0 0-16,0 0 0 0,0 0 0 0,0 0 0 15,0 0 0-15,0 0 0 0,0 0 0 0,0 0-224 16,0 0 80-16,0 0 16 16,0 0-320-16,0 0-48 0,0 0-16 0,0 0-12864 15,0 0-2560-15</inkml:trace>
  <inkml:trace contextRef="#ctx0" brushRef="#br0" timeOffset="37333.15">3557 12876 14735 0,'0'0'1312'0,"-6"-3"-1056"0,1-1-256 0,5 4 0 0,-8 2 1344 0,1 0 224 16,-2-2 32-16,-2 3 16 0,-2-1 640 0,-2-2 128 15,0 4 32-15,0 2 0 0,0-3-1024 0,-1 3-208 16,3-1-32-16,0-1-16 0,0 3-432 0,0 1-96 16,3-1-16-16,1-1 0 0,0 3 112 0,0-3 0 15,-1 3 16-15,3 0 0 0,0 0-112 0,3 1-32 16,-2-1 0-16,3 4 0 0,-3-2-192 0,2 2-32 15,1-2-16-15,-1 2 0 0,0 0-176 0,2-2-32 16,1-2-128-16,1-9 192 0,-2 10-64 0,2-10 0 16,3 13-128-16,-3-13 192 0,0 0-192 0,0 0 144 15,11 0-144-15,4-4 128 0,-2 0 0 0,4-1-128 0,0-6 192 0,1-2-64 16,3-2-128-16,-1-2 192 0,2 2-192 0,0 2 192 16,2-1-192-16,-3 2 0 0,-1-1 0 0,-1 4 0 15,-1 4 0-15,1-1 0 0,-3-1 128 0,1 5-128 16,0-2 0-16,0 0 192 0,-1 3-192 0,1-3 192 15,0 4-192-15,-1-4 160 0,-1 2-160 0,0-1 160 16,0 1-160-16,-2 0 0 0,3 0 144 0,-1-2-144 16,0 4 160-16,0-2-32 0,-2 1-128 0,0 1 192 15,0 0 0-15,0 1-16 0,0 1 0 0,-2-2 0 16,0 4-176-16,0 0 192 0,0-2-192 0,2 3 192 16,0-1-192-16,0 0 0 0,2-3 0 0,0 3 128 15,-1 2-128-15,3-6 0 0,2 3 0 0,-1-1 0 16,3-2 0-16,-1 0 0 0,0-2 0 0,3-1 0 15,-1-3 0-15,2 2 0 0,0 3 0 0,0-3 0 16,0-2 0-16,2 1 0 0,-6-3 0 0,6 6 0 0,-2-1 0 0,1-1 0 16,-1 0 128-16,-2-1-128 0,0 3 0 0,0-2 0 15,4 1 0-15,-2 3 0 0,0-2 0 0,2 2 0 16,0 0 0-16,8 0 0 0,-1 0 0 0,0 0 0 16,-7 0 0-16,0 0 0 0,6-4 0 0,-1 4 0 15,1-4 0-15,1 2 0 0,2-1 0 0,2 3 0 16,0-2 0-16,2 0 0 0,-4 0 0 0,28-2 0 15,-9 3 0-15,-6-1 0 0,-5 0 0 0,0-2 0 16,-3 4 0-16,3 0 0 0,-2 0 0 0,-17 4 0 16,4-2 0-16,3 0 0 0,2-1 0 0,4-1 0 15,1 4 0-15,2-2 0 0,5 0 0 0,38 0 0 0,-11-2 0 16,-7 0 0-16,-4-2-128 0,-3 0 128 0,-3 0 0 0,-1-2 0 16,0 4 0-16,0 0 0 0,-3 0 0 0,1 0 0 15,2 0 0-15,0 4 0 0,-2-4 0 0,1 0 0 16,3-4 0-16,-1 4 0 0,1-1 0 0,0-3 0 15,1 0 0-15,1-1 0 0,-1-1 0 0,-1 2 0 16,1 1 0-16,-1 1 0 0,-1 2 0 0,1 2 0 16,-3-2 0-16,3 5 0 0,-6-1 0 0,0 0 0 15,-2 1 0-15,0 1 0 0,1 1 0 0,-3-1 0 16,-2 3 0-16,3 2 0 0,-3-2 0 0,1 2 0 16,-1 1 0-16,1 1 0 0,-1-2 0 0,0-2 0 15,-3 0 0-15,2 0 0 0,-1-1 0 0,3-1 0 16,-1 3 0-16,1-3 0 0,-3-1 0 0,3-1 0 15,-3 4 0-15,1-1 0 0,-2-1 0 0,0 2 0 0,-1-1 0 16,-1-1 0-16,0-3 0 0,0 5 0 0,2-1 0 0,0-1 0 16,-2-3 0-16,1 1 0 0,-1-1 0 0,2-4 0 15,0 0 0-15,-1-4 0 0,3 4 0 0,-2-5 0 16,1 1 0-16,1-2 0 0,-2 5 0 0,0-3 0 16,-3 4 0-16,0-4 0 0,-3 4 0 0,0 0 0 15,-4 0 0-15,3 4 0 0,-3 1 0 0,1 1 0 16,-1-2 0-16,1-1 0 0,-3-1 0 0,-1 2 0 15,0-4 0-15,0 6 0 0,0-6 0 0,1 5 0 16,3-3 0-16,-5 0 0 0,1-2 0 0,0 5 0 16,2-1 0-16,1-4 0 0,-1 4 0 0,-1-4 0 15,-1 0 0-15,-2 0 0 0,6 4 0 0,-3-3 0 0,-1 3 0 16,2-2 0-16,-2-2 0 0,1-2 0 0,1-2 0 16,1 4 0-16,1-1 0 0,-1-3 0 0,1-2 0 0,1 3 0 15,2-3 0-15,1 2 0 0,-1 1 0 0,2-3 0 16,-4 2 0-16,1-1 0 0,-3 1 0 0,2 2 0 15,1-2 0-15,-1 4 0 0,-1 0 0 0,1 0 0 16,-2 4 0-16,1-4 0 0,-1 0 0 0,3 0 0 16,-3 0 0-16,4 0 0 0,-1-4 0 0,3 3 0 15,0-3 0-15,2-2 0 0,0-1 0 0,0 3 0 16,1-3 0-16,-1-1 0 0,4-1 0 0,-2 4 0 16,-1 1 0-16,1-2 0 0,2 3 0 0,-1-3 0 15,-3 6 0-15,-4-2 0 0,3 2 0 0,-1 0 0 16,0 2 0-16,-2 2 0 0,0 0 0 0,0-3 0 15,0 5 0-15,1-2 0 0,-1 1 0 0,0-1 0 16,-2 1 0-16,1-5 0 0,-3 4 0 0,3-4 0 0,-1 4 0 0,2-2 0 16,-2-2 0-16,-1 0 0 0,1 0 0 0,-1-6 0 15,-3 6 0-15,1 0 0 0,-2-4 0 0,0 4 0 16,-4 0 0-16,2-1 0 0,0-3 0 0,-4 4 0 16,4 0 0-16,-2 0 0 0,-2-4 0 0,0 4 0 15,-3-2 0-15,3 2 0 0,-2 0 0 0,-1 0 0 16,1-3 128-16,-3 3-128 0,-2-2 0 0,0 0 0 15,0 0 0-15,1 2 0 0,-1 0 0 0,2 0 0 16,-2 0 0-16,-1 2 0 0,-14-2 0 0,19 4 0 16,-1 1 0-16,-1 3 0 0,-2-7 0 0,2 7 0 15,-17-8 0-15,20 5 0 0,-2 1 0 0,1 0 0 16,0-3 0-16,-1 5 0 0,1-7 0 0,-3 5 0 0,1-6 0 16,0 4 0-16,-3 1 0 0,-14-5 0 0,15 4 0 0,-15-4 0 15,0 0-288-15,13 15 64 0,-4-2 16 0,-3 2 0 31,-6-1-400-31,-2 3-80 0,-3 0-16 0,-3 1-18480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4T05:37:44.8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20442 15737 911 0,'0'0'0'0,"0"0"0"15,0 0 0-15,5-9 0 0,-1 3 3744 0,-2-3 672 16,-2 0 128-16,0-1 16 0,2 1-1088 0,-2 0-208 0,0 0-64 0,-2-3 0 16,0-1-1488-16,0 2-304 15,2 4-64-15,0-2-16 0,-2-1-704 0,1 1-144 0,-3-2-32 0,2-2 0 16,0 4-160-16,0-2-32 0,2 1-16 0,-2 1 0 15,1 0 304-15,-1 0 64 0,0-1 16 0,2 1 0 16,0 0-16-16,-2 3 0 0,0-1 0 0,0 1 0 16,-1 1-240-16,-1-3-48 0,4 8-16 0,0 0 0 0,-7-2-64 0,-1-1-16 15,-3 3 0-15,0 0 0 16,0 0-64-16,0 3-16 0,-4 1 0 0,0 2 0 16,-3-3-144-16,-1 3 160 0,0 0-160 0,1 3 160 15,-1-4-160-15,-1 5 0 0,0 3 0 0,-1-2 0 16,-1 0 128-16,0 0-128 0,1 7 0 0,-1-3 128 15,0 4-128-15,-2-1 0 0,0 5 144 0,0-3-144 16,-4 10 0-16,2-3 128 0,6-3-128 0,-1-1 0 16,1 5 0-16,1-4 0 0,3 3 0 0,1-3 128 15,0 4-128-15,2 0 0 0,2 2 0 0,2 1 0 16,3 3 144-16,2 3-144 0,1 1 192 0,3 1-192 0,-2-2 128 0,0 6-128 16,0-2 0-16,4-2 0 0,4 3 0 0,3-5 0 0,0 4 0 0,2-6 0 15,2 2 0-15,4-3 0 16,1-6 0-16,5 1-144 0,3-7-32 0,3 2 0 0,3-5 0 0,3-4 0 15,2-2 176-15,2-4-128 16,2-3 128-16,-1-6-128 0,3 0 128 0,1-6 0 0,1-3 128 0,-1-4-128 16,1-6 176-16,-3-5-48 0,5 0 0 0,-5 0 0 15,1-4-128-15,-2 0 0 0,-2 1 144 0,-2-3-144 16,7-11 128-16,-3 2-128 0,-6 2 160 0,-3 0-160 16,-5-2 176-16,-3 0-176 15,-3-1 192-15,-3-3-192 0,-7 10 176 0,-1-1-176 0,-3-4 160 0,-1-3-160 16,-4 4 160-16,-2-2-160 0,-2-2 160 0,-2 2-160 15,-3 2 176-15,-3 4-176 0,-1 3 192 0,-7-7-192 16,-1 9 256-16,1 4-64 0,-5 2-16 0,-1 2 0 0,-3 3 16 0,-3 2 0 16,0 0 0-16,-1 6 0 15,-4 0-192-15,-3-1 192 0,1 7-192 0,-1-3 192 16,-3 6-192-16,0 4 0 0,-3 0 144 0,1 1-144 16,0 1 0-16,1 1 0 0,-1 1 0 0,0 4 0 0,3 0 0 0,1-1-192 15,4 0 64-15,1-2 0 16,5 4-16-16,1-2 0 0,2-2 0 0,-4 4 0 0,4-1-80 0,6-3-16 15,5 0 0-15,2 0 0 16,0 1-288-16,2-1-64 0,-2 0-16 0,4 0 0 16,3 1-496-16,1-5-112 0</inkml:trace>
  <inkml:trace contextRef="#ctx0" brushRef="#br0" timeOffset="950.97">22389 15222 13823 0,'0'0'1216'0,"-7"9"-960"0,-4-1-256 0,-1 1 0 16,-1 0 2176-16,0 0 384 0,-1 1 64 0,-1-1 32 15,-2 0 416-15,0 0 64 16,-1 1 32-16,1-1 0 0,1 4-1584 0,-1-4-320 0,-2 0-64 0,3 3-16 16,-3-3-608-16,1 6-128 15,-3-1-32-15,3 3 0 0,-1-2-192 0,1 5-32 16,-3 3-16-16,1 1 0 0,1 3-176 0,-1 5 192 15,3-2-192-15,-1 1 192 0,-1 2-32 0,1 3 0 16,-1 1 0-16,3 3 0 0,3 3-160 0,1 3 128 16,3-1-128-16,6 1 128 0,-1 2-128 0,4-1 0 0,4-5 0 0,3 1 0 15,4-1 0-15,2-1 128 0,6-2-128 0,3-2 128 0,4-3-128 0,5-1 160 16,3-5-160-16,3 1 160 16,0-3-160-16,3-5 160 0,1-3-160 0,2-1 160 0,1-6-32 15,1 2-128-15,1-4 192 0,0-1-64 16,-1-5-128-16,7 5 160 0,-4-6-160 0,0-2 160 0,0-2-160 0,-1-2 0 15,-3 0 0-15,10-5 128 16,-6-4-128-16,-6-2 0 0,-10 6 0 0,-1-6 0 0,-3 0 0 0,-2-3 0 16,-4-1 0-16,1 1 0 0,-5-6 128 0,1-4 0 15,-4 0 0-15,-4-2 0 16,-2-7 176-16,-2 0 16 0,-3-5 16 0,-2-6 0 0,-4-4 160 0,-2 0 16 16,-1-4 16-16,-4 4 0 0,-3 0-144 0,-2 1-16 15,-5-3-16-15,-1 4 0 0,-3 4 160 0,-1 3 48 0,-2 8 0 16,-1 3 0-16,-5 4-432 0,-1 10-128 15,-4-1 0-15,2 10 0 0,-4 2 0 0,-2 3 0 0,-4 0 0 0,1 4 0 16,-1 4 0-16,1-2-144 0,0 0 16 0,1 0 0 16,2 3 128-16,2-1-160 0,0 1 160 15,2 3-160-15,0-3 16 0,4 1 0 16,0 3 0-16,3 4 0 0,2 2-128 0,2 3-32 16,2 3 0-16,2 1 0 15,2 2-144-15,1 4-48 0,2 2 0 0,2 1 0 16,1 2-256-16,3 1-48 0,1 3-16 0,3-4-12528 0,1 4-2512 0</inkml:trace>
  <inkml:trace contextRef="#ctx0" brushRef="#br0" timeOffset="11441.78">1895 16269 5519 0,'0'0'496'0,"0"0"-496"0,-11-2 0 0,0 7 0 16,0 6 976-16,0-1 112 0,-1-5 0 0,3-5 16 16,-4 0 624-16,0-2 128 0,-2-1 32 0,2 3 0 0,0-2-224 0,1-2-64 15,-1 4 0-15,0 0 0 16,0 0-352-16,0 4-80 0,-2-2-16 0,2 3 0 15,-2-3-240-15,0 0-48 0,4-2-16 0,-2 0 0 16,0 6-224-16,0-3-48 0,2-3-16 0,0 4 0 0,0-4-352 0,0 2-64 16,1 2-16-16,1 1 0 0,0-1 64 0,0 1 0 15,-1 5 0-15,1-1 0 16,0 0 144-16,0 4 48 0,-1 2 0 0,1 0 0 16,-6 3 128-16,0 6 48 0,1 0 0 0,-3 4 0 0,0 4-160 0,1-3-16 15,1 7-16-15,-7 6 0 0,1-3-64 0,3 0-16 0,1 2 0 0,0-2 0 16,8-2-48-16,0 0-16 15,1-2 0-15,3 2 0 0,1 0-80 0,2 2-16 0,2-2 0 0,2 0 0 16,0-4-128-16,3 4 0 16,3-3 144-16,1-1-144 0,0-5 144 0,3 3-144 15,-1-3 192-15,2-2-192 0,1-2 176 0,1-2-176 16,-2-7 160-16,2 4-160 0,0-4 128 0,2-2-128 16,-1 1 0-16,3 3 0 0,1-6 0 0,2 4 0 15,2 2 0-15,1-2 0 0,0-1 0 0,1 5 0 16,0-4 0-16,2 3 0 0,-2-3 0 0,0 4 0 15,0-5 0-15,7 5 0 0,-1-2 0 0,-1-1 0 16,-7-3 0-16,2-3 0 0,0 1 0 0,2-4 128 0,0-1-128 16,0 1 0-16,1-1 128 0,3-1 0 0,1-1-128 15,6-2 192-15,-4-2-192 0,-1 0 176 0,-3-2-176 0,1-2 160 16,-1 2-160-16,1-5 0 0,-3 3 0 0,1-3 128 16,-1-2-128-16,1-4 0 0,-8 3 0 0,2 1 128 15,1 0-128-15,0-4 0 0,1-2 0 0,2 0 0 16,0-3 0-16,2 3 128 0,1-4-128 0,-3-1 0 15,0-2 0-15,-2 1 128 0,0-1-128 0,-4-2 0 16,4 0 128-16,-4-2-128 0,-2-2 128 0,-1-2-128 16,7-7 128-16,-2 0-128 0,-6 8 0 0,1-1 128 0,-4-5-128 0,0 2 0 15,-1-1 0-15,-1-3 128 0,0 4-128 0,-2-1 0 16,1 3 0-16,-1-10 0 16,-4 4 0-16,-1 4 128 0,-4 7-128 0,-2 2 0 0,-2 0 0 0,-2 3 128 0,-2 1-128 0,1 0 0 15,-3-1 128-15,1 3-128 16,-2-1 128-16,-2 1-128 0,-4-6 128 0,-2 1-128 0,0 1 128 0,1 2-128 15,-5-3 128-15,3-1-128 16,-2 6 128-16,-3-6-128 0,-1 3 0 0,0-1 128 16,4 4-128-16,-3-1 0 0,-1-1 0 0,-2-3 128 15,-1 5-128-15,-1-2 0 0,-2-3 144 0,1 5-144 16,-1-3 160-16,-9-3-160 0,2 2 192 0,0 2-64 16,0-2-128-16,4 9 192 0,-1 1-192 0,3 3 176 0,-1 5-176 15,1 3 160-15,-1 2-160 0,1 9 0 16,-1-1 0-16,-1 0 128 0,-6 4-128 0,4-2 0 0,-2 4 0 0,2-2 0 15,1 6 0-15,1-1 0 0,7-3 0 0,0-2 0 16,0-2 0-16,0 2-144 0,2 2 144 0,0-2-160 16,-2 0-48-16,0-2-16 0,0 2 0 0,-5 4 0 15,-1-1-128-15,2-1-32 0,3 0 0 0,1 3 0 32,0-3-432-32,2 2-80 0,-2 0-32 0,2 1 0 15,0 1-768-15,1 5-160 0,-1-2-16 0,8 0-13392 0</inkml:trace>
  <inkml:trace contextRef="#ctx0" brushRef="#br0" timeOffset="12992.25">6252 16396 13823 0,'0'0'1216'0,"0"0"-960"15,0 0-256-15,-9 6 0 0,2-2 976 0,-4 1 160 16,1-1 16-16,1-4 16 0,-2 4 768 0,0-1 160 15,-2-1 16-15,0 6 16 0,-2-1-656 0,0 0-144 16,0 3-32-16,-3 1 0 0,-2-2-384 0,-1 6-80 16,1-2 0-16,-1 2-16 0,1 1-32 0,2 1 0 15,-1 0 0-15,0 1 0 0,1-1-336 0,-1 5-64 0,3 0 0 0,-5 3-16 16,5-5-368-16,-1 2 144 16,-1 4-144-16,-1 2 0 0,2 0 0 0,2 3 0 0,1-1 0 0,-1 3 0 15,2-1 0-15,0 1 0 16,2 0 0-16,2 1 0 0,1-1 0 0,3 0 0 0,1-1 0 0,2 1 0 15,2-1 0-15,2-3 0 16,5 5 0-16,1-7 0 0,-1 1 320 0,2-4-64 0,1 4 0 0,3-4 0 16,3-2 160-16,5-1 32 0,1 1 0 0,2-2 0 0,2 3-144 0,2-3-32 15,1 4 0-15,3-2 0 16,1-1-144-16,1-1-128 0,1-3 144 0,0 1-144 0,2 1 0 0,0-1 0 16,0 1 0-16,9-1 0 15,-3-3 128-15,0-2-128 0,-1-3 0 0,1-3 0 0,1-3 0 16,1-4 128-16,1 0-128 0,0 0 0 15,1-2 0-15,1-2 0 0,-2 0 0 0,2 1 0 0,1-3 0 0,-1 1 0 16,0-1 0-16,0 0 0 16,0-1 0-16,-1 3 0 0,-9-1 0 0,1-1 0 0,0 1 0 0,0-3 0 15,-2 3 0-15,0-5 0 0,-2 1 0 0,-1-2 128 16,-1-2-128-16,-1-2 0 0,-1 0 128 0,-1-1-128 16,-1-3 176-16,1 1-176 0,-2-3 144 0,0-1-144 15,-1 2 0-15,1-3 144 0,0-1-144 0,0 0 0 16,0 0 0-16,-1 0 0 0,-1-2 0 0,0 0 0 15,-2-2 0-15,0 1 0 0,1-5 0 0,-1 3 0 16,-2-5 0-16,2 3 0 0,0 1 0 0,2-1 0 16,0 5 0-16,-2-2 128 0,4-7-128 0,-4 1 0 0,-2 6 0 0,0-1 0 15,-7 10 0-15,4 1 0 16,-3-1 0-16,-1 3 0 0,-4-1 0 0,0 2 0 0,-1 2 0 0,-5-2 0 16,-1 6 0-16,-4-2 128 15,-4-2-128-15,-1 4 128 0,-3-4 128 0,-5-2 32 0,0 4 0 0,-5-2 0 16,-4 0-96-16,-4-2-32 15,-2 2 0-15,-4-2 0 0,-1-3-160 0,-4-3 0 0,-4-1 0 0,-1-2 0 16,-5 0 0-16,3 0 0 16,5 5 0-16,-4-3 0 0,-1-2 0 0,-4 0 0 0,-1 0 0 0,-1 2 0 15,-1 1 0-15,1 3 0 0,-2-1 0 0,-9 1 0 0,-2 3-128 0,5 2 128 16,1 4 0-16,1 3 0 16,2 2 0-16,1 4-176 0,-1 4 176 0,-4 2-128 0,3 3-96 15,-1 6-16-15,3 1 0 0,1-1 0 16,0 0-80-16,0 2 0 0,6-3-16 0,3-2 0 31,12 1-208-31,-1-4-32 0,2 0-16 0,1 0 0 16,1-3-768-16,2-1-160 0,0 3-16 0,4-3-14480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13T05:18:43.5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12216 6665 16415 0,'0'0'720'0,"0"0"160"0,0-13-704 0,0 13-176 0,0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4T05:53:09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5235 5201 6447 0,'0'0'576'0,"0"0"-576"16,4-19 0-16,0 3 0 0,-1-1 1536 0,-1 8 208 0,2 0 48 0,-4 1 0 15,0-3 992-15,-2-4 208 0,-3 0 32 0,1 1 16 16,4 14-288-16,0 0-48 16,0 0-16-16,0 0 0 0,-15 0-960 0,0 1-192 0,0 3-32 0,-3 2-16 15,1 1-848-15,6-1-160 0,-2-1-32 0,0 4-16 16,0-1-304-16,-2 7-128 0,4-1 128 0,-2 1-128 16,-2-7 0-16,4-3 0 0,-2 1 0 0,2 3 0 15,0 0 0-15,0 4 0 0,0 2 0 0,-6 9 0 16,-5-3 0-16,9-3 0 0,-2 4 0 0,-1 6 0 0,-1 2 0 0,-2 7 0 15,-1 5 0-15,-8 27 128 16,2-6-128-16,10-13 0 0,-1 4 0 0,0 1 0 0,2 1 0 0,-9 22 0 16,4-8 0-16,7-24 0 15,4-3 0-15,1 3 0 0,3-3 128 0,-1 0-128 16,2-1 128-16,1 19 0 0,3-9 0 0,2-15 0 16,3 2 48-16,1-2 0 0,-1-3 0 0,3-1 0 15,1 0-176-15,0 1 160 0,2 1-160 0,2-2 160 0,0-3-160 16,0 1 0-16,2-5 0 0,4 6 128 0,1-1 0 0,2-5-128 15,-3-7 192-15,1-1-64 0,2 1 48 0,2-1 0 16,2-3 0-16,4-2 0 0,2-2 0 0,1-2 0 16,2-3 0-16,2-4 0 0,2-4 32 0,2-4 16 15,1-3 0-15,3-6 0 0,-1-3 0 0,3-3 0 16,-1-6 0-16,2-5 0 0,2-1-96 0,2-2-128 0,0-10 176 0,9-9-176 16,-4-5 128-16,-5 5-128 15,-2-5 0-15,-3 5 0 0,-12 12 128 0,-2-3-128 0,1-3 0 0,-3 4 0 16,-3-6 0-16,0 3 0 0,-4-5 0 0,-2 4 0 15,2-17 0-15,-4-1 0 16,-3 3 0-16,2-30 0 0,-8 13 0 0,-8 29 0 16,-3-5 0-16,-3-1 0 0,-7-5 0 0,-2 1 0 0,-5 0 0 0,-4-2 0 15,-3 2 0-15,-5 2 0 0,-6 1 0 0,-4 3 0 16,-6 7-192-16,-1 1 48 0,-4 10 16 0,-2 4 0 16,-5 5-128-16,1 8 0 0,-1 10-16 0,-1 7 0 15,1 10-32-15,-1 4 0 0,1 11 0 0,-3 3 0 16,12-1-16-16,-2 3 0 0,-2 5 0 0,2 3 0 31,2 2-288-31,2 6-64 0,1-2-16 0,5-3-11424 0,-8 14-2288 0</inkml:trace>
  <inkml:trace contextRef="#ctx0" brushRef="#br0" timeOffset="889.83">4922 7745 20271 0,'0'0'1792'0,"-9"-6"-1424"15,0 2-368-15,-1-1 0 0,-3 3 1856 0,2 0 288 16,-2 0 64-16,0-1 16 0,0 3-416 0,0 0-80 16,1 0 0-16,-1 0-16 0,0 3-736 0,0 1-144 15,0 1-16-15,2 7-16 0,-1 1-384 0,1 11-80 16,-2 3-16-16,4 10 0 0,-2 2-320 0,0 13 0 15,0 8 0-15,0 3 128 0,1 7-128 0,1 6 0 0,2 4 0 0,1-1 0 16,1 1 240-16,3-4 80 0,2 0 0 0,3-8 16 16,5 10 112-16,1-9 32 15,2-12 0-15,8-5 0 0,-1-9-208 0,4-10-32 16,3-2-16-16,2-10 0 0,3-6-32 0,5-6 0 0,2-5 0 0,4-6 0 16,2-6 64-16,3-5 0 15,-9-1 0-15,4-10 0 0,1-4-64 0,3-6 0 0,-1-3 0 0,1-5 0 16,-1-5-192-16,1-4 0 0,-5-7 128 0,1 1-128 15,-2-1 0-15,-4-1-240 0,-3 5 48 0,-4 0 16 16,-6 1-64-16,-4 3-16 0,-3 0 0 0,-4-11 0 16,-7 1 256-16,-6 7 0 0,-7 1 0 0,-6 2 0 15,-7 3 0-15,-8 5-192 0,-5 7 192 0,-6 3-192 16,-7 4 192-16,-6 4 0 0,8 13-160 0,-8 2 160 0,-1 5 0 0,-3 6 0 16,-1 5 192-16,2 4-64 15,-1 2-128-15,4 6 0 0,3-1 0 0,-11 7 0 0,9 4-128 0,6-1-16 16,8-2 0-16,6-2 0 0,7 0 0 0,6 4 0 0,5 2 0 0,6-3 0 31,3 3-560-31,6-2-96 0</inkml:trace>
  <inkml:trace contextRef="#ctx0" brushRef="#br0" timeOffset="2040.77">7455 3602 12895 0,'0'0'1152'0,"0"0"-928"0,0 0-224 0,0 0 0 16,-6-4 1472-16,1-1 256 0,-5-3 64 0,7 3 0 16,3 5 304-16,0 0 64 15,0 0 16-15,0 0 0 0,-4-9-592 0,4 9-112 0,0 0-32 0,0 0 0 16,0 0-96-16,0 0 0 0,0 0-16 0,0 0 0 0,0 0-400 0,0 0-80 15,0 0-16-15,0 0 0 16,0 0-512-16,0 0-128 0,0 0 0 0,11 13-16 0,0 1-176 0,4 10 0 16,-4 1 0-16,-5-7 0 15,-3 1 0-15,-1 3 0 0,2 2 0 0,-2 0 0 0,-2 0 0 0,-2 0 0 16,-2 8 0-16,-1-3 0 16,-1 6 192-16,1 1-64 0,-1 4 0 0,1-1 0 0,-3 2-128 0,1 0 160 15,-3-4-160-15,-1 33 160 16,6-10-160-16,1-25 0 0,0-4 144 0,1-1-144 0,-3-4 0 0,2 0 0 15,1 0 0-15,-1-2 0 16,0-4 0-16,1 4 0 0,-3-5 0 0,2-2-192 16,1-3-320-16,1-1-64 0,0-5 0 0,2-8-16 15,0 0-1008-15,0 0-208 0,0 0-48 0,0 0-13760 16</inkml:trace>
  <inkml:trace contextRef="#ctx0" brushRef="#br0" timeOffset="2420.32">7735 3739 21183 0,'0'0'944'0,"0"0"192"0,0 0-912 0,0 0-224 0,0 0 0 0,0 0 0 16,7 11 1200-16,-3 2 192 0,-2 0 32 0,-2-2 16 15,0 4 448-15,-2 2 96 0,0-6 0 0,0 4 16 16,0-2-1136-16,0 2-224 16,-1 1-64-16,-1-1 0 0,0 0 96 0,-1 0 16 0,-5 3 0 0,5-3 0 15,-8 7-64-15,0-1-16 16,-2-3 0-16,-2 1 0 0,1-3-240 0,-1-1-48 0,0 0-16 0,1-2 0 15,-3-2-304-15,-5 4 128 0,4-2-128 0,7-8 0 16,-2-6 0-16,-2-7 0 0,-3 3 0 0,5-5 0 16,2 7 176-16,0-3-176 0,4-3 160 0,-2 3-160 0,0-1 192 0,1-1-48 15,-1 1-16-15,11 7 0 16,0 0-128-16,0 0 0 0,0 0 0 0,0 0 0 0,0 13 0 0,4 2 208 16,3 2-48-16,1-1-16 15,1 3-144-15,4-3 0 0,2-1 0 0,1 2 0 0,3 1 0 0,1 1 0 16,-1-1 0-16,1-3 0 0,1-4 176 0,-1 1 0 15,2-3 0-15,2 0 0 16,0 0 0-16,0 1 0 0,1-1 0 0,6 0 0 0,-3 0-176 0,-2-1-144 16,0-1 144-16,0-1-208 15,-4 1-336-15,0-5-64 0,-1 2-16 0,-1-2 0 16,2-4-2160-16,0-2-432 0</inkml:trace>
  <inkml:trace contextRef="#ctx0" brushRef="#br0" timeOffset="2610.21">8120 3982 8287 0,'0'0'736'0,"0"0"-592"0,0 0-144 0,-11 7 0 16,-2-1 2992-16,-4 1 560 16,4-1 112-16,13-6 32 0,0 0-320 0,0 0-64 0,0 0-16 0,0 0 0 15,0 0-1616-15,9 5-320 16,4-5-64-16,2 0-16 0,7-5-448 0,1-3-112 0,-1-1-16 0,4-2 0 16,-6-2-400-16,6 4-96 15,0-2-16-15,2-2 0 0,-4 3-336 0,0 1-80 0,-2 0-16 0,1 1 0 16,-3 1-1488-16,-2 5-288 0,-1 0-64 0,-6-3-13792 15</inkml:trace>
  <inkml:trace contextRef="#ctx0" brushRef="#br0" timeOffset="2820.28">8213 4099 4607 0,'-39'13'400'0,"24"-4"-400"0,2 0 0 0,-2 2 0 15,0 6 3552-15,0-6 624 0,-1 2 128 0,3-2 32 16,2 6-368-16,3-2-80 0,5-1-16 0,3 5 0 0,1-8-1808 0,5-4-352 15,-6-7-80-15,15 2-16 0,5 2-896 0,2-6-176 16,4-7-32-16,9-8-16 0,1 2-240 0,-1-3-32 16,-5 7-16-16,1-6 0 15,2 2-208-15,1-3 0 0,-1 3 0 0,0 2 0 0,1 6 0 0,-1-1-192 16,-1 8 16-16,-3 0-12320 16,-1 6-2480-16</inkml:trace>
  <inkml:trace contextRef="#ctx0" brushRef="#br0" timeOffset="5250.07">9170 3867 5519 0,'0'0'496'0,"-7"6"-496"0,0-1 0 0,-3-1 0 16,1-4 896-16,0 5 96 0,-1-1 16 0,3 0 0 15,-2-1 704-15,3-1 144 0,1 2 16 0,5-4 16 16,0 0-80-16,0 0-16 0,0 0 0 0,0 6 0 16,0-6-80-16,0 0-32 0,7 5 0 0,4-1 0 0,2 0-80 15,2-4 0-15,0-4-16 0,2-5 0 16,1-1-480-16,2-4-80 0,3-5-32 0,-1-3 0 15,0-2-320-15,0-4-64 0,-1-5-16 0,-1-1 0 0,0 1-336 0,1-4-64 16,-3 3 0-16,1-3-16 16,-4 2-176-16,-4-2 0 0,2 0 0 0,-4 6 0 0,-2-3 0 0,-1 6 0 15,-4-1 0-15,0 5 0 0,-6 0 0 0,-2 1 160 16,-1 5-32-16,-2-1-128 0,0 3 240 0,-3-1-64 16,-2 6-16-16,-3-2 0 0,0 7-160 15,2 3 0-15,-1 3 144 0,-1 3-144 0,0 3 0 0,1 7 0 16,1 4 0-16,-2 5 0 0,2 6 0 0,2 5 0 0,6-3 0 0,-2 5-128 15,-4 0 128-15,4 9 0 16,-3 5-144-16,3 4 144 0,0 3 0 0,0 5 0 0,-2 0 0 0,-1 0 0 16,1 15 0-16,2 0 0 15,5-20 0-15,1-4 0 0,1 0-256 0,4-10 64 0,1 1 0 0,3-6 16 32,-1-4-192-32,3-5-32 0,3-4-16 0,2 4 0 0,4-10 64 0,3-3 16 0,0-6 0 0,-7-9 0 15,0 0 16-15,2-1 16 16,0-7 0-16,0-3 0 15,-2 2-304-15,0-4-64 0,-2 2-16 0,4-6 0 16,-2 0-16-16,-2-3-16 0,0-4 0 0,0 4 0 16,-2 1-224-16,-1 4-32 0,-1 2-16 0,-1 4 0 15,-3 0-336-15,-3 9-64 0,0 0-16 0,2 9 0 16,0 6 576-16,0 3 128 0,-2 5 0 0,2 4 16 0,0 1 1200 0,1-2 224 0,1 0 48 0,3-6 16 16,3-1 1104-16,-1-6 208 0,2-4 64 0,0-1 0 15,6-5-640-15,-2 3-112 0,1-8-16 0,-1-4-16 16,0-5-304-16,0-4-48 0,-2 6-16 0,0-6 0 0,0-3-592 0,-2-1-128 15,-4 1-32-15,1 1 0 16,-5-1-272-16,-1 1 0 0,-2 0 128 0,-4 1-128 16,-1-3 128-16,-6 4-128 0,-2 4 192 0,-4 2-192 15,1 0 256-15,-3 1-64 0,-1 6-16 0,-4-1 0 0,-1 3-176 16,3 0 0-16,7 5 0 0,1-1 0 0,1 1 0 16,3 3 0-16,3-3-192 0,7-5 192 15,-2 6-480-15,4 3 32 16,2 1 0-16,3-5 0 0,4 4-1264 0,4-1-240 0,2-1-48 0,1 1-16 15,3-3-1248-15,1 4-240 0,2-3-48 0,2 1-16 16,-2-5 112-16,0 2 32 0,0-2 0 0,2-2 0 16,-2 2 1456-16,0-4 304 0,-2 0 48 0,1-2 16 0,-1-1 1344 0,-2-1 256 0,-1 1 0 0,-3-3 192 15,-1-1 720-15,-4 0 160 16,-1-3 16-16,-3 3 16 0,-3 2 800 0,-4 7 144 0,0 0 48 0,-2-8 0 16,-4 1 272-16,1 3 48 15,-3-1 16-15,-1 5 0 0,-2 0-480 0,0 0-96 0,-2 3 0 0,-2 1-16 16,0-2-736-16,-1 7-144 15,1 1-16-15,2-1-16 0,2 0-672 0,1 0-128 0,1 1-128 0,2 1 192 16,7-2-16-16,0 4 0 0,0-4 0 0,0-9 0 16,0 0 224-16,0 0 48 0,0 0 16 0,13 2 0 15,-2-2 16-15,2-2 0 0,2-3 0 0,1-3 0 16,3-1-272-16,-2-2-48 0,1-4-16 0,1-2 0 16,1-1-816-1,0-3-160-15,-1-1-48 0,-2 6 0 16,-1-3-528-16,-1 2-96 0,-2 6-32 0,0-2 0 0,-6 4 640 0,-7 9 112 15,0 0 16-15,0 0 16 0,0 18 304 0,-3 12 48 0,1 2 16 0,-2-5 0 0,0 1 576 0,3 6 128 16,-1 4 32-16,0 3 0 0,0 4 560 0,2 1 112 16,0 0 32-16,0 2 0 0,2 14 192 0,2-1 32 15,-1-4 16-15,5-5 0 16,-3-6-288-16,1 1-64 0,-1 1-16 0,1-7 0 0,-1-4-464 0,-1-4-80 16,-2 0-32-16,-2 1 0 15,-4-3 96-15,-1 1 32 0,-3-6 0 0,-3 1 0 16,-2 1 48-16,-3-2 16 0,-3-2 0 0,-1-5 0 0,-3-1-544 0,-1-3 0 15,-2-6 0-15,-3-1 0 0,-3-6 272 0,-5-8-48 16,2-3-16-16,0-4 0 0,0-8-208 0,-1-3 0 0,1-2 0 0,6 1 0 16,3-3-192-16,2 0-64 15,3 4-32-15,4-4 0 0,5-3 288 0,2 1-192 0,3 2 192 16,3 2-160-16,4 0 160 0,4 6-208 16,7-2 80-16,2-2 128 0,4-4-416 0,1 0 32 0,4 4 16 0,4-4 0 31,0 8-784-31,2-2-144 0,2-3-48 0,1-2 0 15,1 3-416-15,1-1-96 0</inkml:trace>
  <inkml:trace contextRef="#ctx0" brushRef="#br0" timeOffset="5749.95">10160 4002 11967 0,'0'0'528'0,"0"0"112"15,0 0-512-15,0 0-128 0,0 0 0 0,0 0 0 0,0 0 2320 0,0 0 432 16,0 0 96-16,0 0 16 16,7 17-112-16,-1 1-32 0,-3 1 0 0,3 3 0 0,-1-1-1024 0,1 3-208 15,0 3-32-15,-1 1-16 16,1 0-688-16,-1 2-144 0,1-3-32 0,-1 5 0 0,1-2-432 0,1-3-144 15,-1 1 0-15,-1 6 0 0,-1-5 0 0,-2-3 0 16,-2-2 0-16,0-2 0 0,0-1 144 0,-2-3-144 16,-2-3 0-16,1-6 144 0,-3 1-144 0,6-10 160 0,-5 5-160 0,5-5 160 15,-8 0-160-15,3-2 0 16,-1-7 0-16,2-4 0 0,3 2-128 0,1-6-16 0,0 3 0 0,1-7 0 16,3-1 144-16,0 0-160 15,1-2 160-15,3 3-160 0,1 3 160 0,2 1 0 0,2 0-144 0,2 1 144 16,-2 5-128-16,0 1 128 0,2 5-160 0,-2 3 160 15,0 0 0-15,-2 2 160 0,-2 0 0 0,0 2 0 16,1 2 144-16,-1-1 16 0,0 1 16 0,0-2 0 16,-9-2-16-16,6 9-16 0,-6-9 0 0,4 9 0 15,1 1-304-15,-1 3 128 0,-4-13-128 0,0 11 0 16,-2 2 0-16,0-2 0 0,0-2 0 0,-1 4 0 16,-3-4 0-16,0 1 0 0,-1-1 0 0,0 0 0 15,-1 0 0-15,1 1 0 0,7-10 0 0,-8 1 0 16,-3 3 0-16,0-4 0 0,-2-4 0 0,-2 3-192 15,1-7-704-15,-1 3-144 0,-2-5-32 0,-3-4-16208 0</inkml:trace>
  <inkml:trace contextRef="#ctx0" brushRef="#br0" timeOffset="6600.14">10845 3689 11055 0,'0'0'976'0,"0"0"-784"0,0 0-192 0,0 0 0 16,-5-11 2128-16,-1 2 384 0,0 0 80 0,-1-4 16 16,7 13 272-16,0 0 64 0,0 0 16 0,-4-6 0 0,-1 0-848 0,5 6-192 15,0 0-16-15,0 0-16 16,0 0-912-16,0 0-176 0,0 0-32 0,0 0-16 0,7 12-400 0,1 2-80 15,-5-1-16-15,5 2 0 0,-3 4-64 0,-1 3-32 0,0-2 0 0,-2 6 0 16,-1 0-160-16,1 2 128 16,-2 0-128-16,-2 1 128 0,1 3-128 0,-1-1 0 15,0-1 0-15,0 0 0 0,-2-3 0 0,2-1 0 16,1-2 0-16,-1-3 0 0,2-3 0 0,0 1-176 0,0-4 176 0,0-6-192 16,0 0-16-16,0-9-16 15,0 0 0-15,0 0 0 0,0 0-64 0,0 0-16 16,0 0 0-16,0 0 0 0,0 0 16 0,0-11 0 15,0-6 0-15,0-1 0 0,0-2-80 0,2-8-16 16,-1 0 0-16,5-5 0 16,0 3-64-16,1-2-32 0,0-5 0 0,5-1 0 15,-1-1-160-15,2-2-48 0,1 4 0 0,1 2 0 0,2 3-160 0,0 4-48 0,-1 1 0 0,1 2 0 16,0 5 624-16,-3 2 112 0,1 1 32 0,0 2 0 16,-2 6 400-16,0 0 96 0,0 3 16 0,0 2 0 15,0 2 320-15,0 2 64 0,0 2 0 0,0 2 16 16,-2 5-208-16,0 0-64 0,-2 3 0 0,1 4 0 15,1 5 128-15,-2 3 32 0,-2 2 0 0,1 1 0 0,-3 5 96 0,1-1 32 16,-4 3 0-16,0 3 0 16,-2-4-416-16,0 4-64 0,0-3-32 0,0-1 0 0,0 0-64 0,0 1-16 15,1-7 0-15,1 1 0 16,-2 0-208-16,0-6 0 0,2-5 128 0,0 1-128 0,2-1 0 0,-1 0-256 16,1-4 48-16,0 0 16 15,0-4-560-15,-1-2-96 0,-3-7-32 0,4 8-17040 16</inkml:trace>
  <inkml:trace contextRef="#ctx0" brushRef="#br0" timeOffset="11980.25">16012 3324 911 0,'0'0'0'0,"0"0"0"0,0 0 0 0,0 0 0 16,-11 2 656-16,-2 4 48 0,13-6 16 0,0 0 0 0,-11 0 96 0,11 0 16 15,-11-6 0-15,0 6 0 16,11 0-256-16,0 0-64 0,0 0 0 0,0 0 0 0,-8-9 112 0,8 9 16 16,-9-10 0-16,4 5 0 15,5 5-128-15,0 0-32 0,0 0 0 0,0 0 0 0,-12-6-128 0,12 6-32 16,0 0 0-16,0 0 0 16,-5-3 128-16,-3 3 32 0,1-2 0 0,0 2 0 0,7 0 480 0,-8 0 80 15,8 0 32-15,-7 2 0 16,-1-2 400-16,8 0 64 0,-7 0 32 0,7 0 0 0,0 0-64 0,0 0-16 15,0 0 0-15,0 0 0 0,0 0-160 0,0 0-48 16,0 0 0-16,0 0 0 0,0 0-400 0,0 0-96 16,0 0-16-16,0 0 0 0,0 0-320 0,15 3-80 15,-2-3-16-15,-13 0 0 0,11-3-192 0,0 3-32 16,-11 0-128-16,11-4 192 0,0-2 0 0,0 6-16 0,0-3 0 0,1 3 0 16,-1-6 80-16,0 4 0 15,0 0 16-15,0 1 0 0,-2-3-80 0,2 4 0 0,1-2-16 0,-1-2 0 16,0 4-176-16,0-3 192 15,0 3-192-15,0 0 192 0,0 0-192 0,0 0 128 16,2 0-128-16,0-2 128 0,0-2-128 0,2 4 0 16,0-4 0-16,5 3 0 0,1-3 0 0,-1 0 0 0,2-1 128 0,-3 3-128 15,3-2 0-15,-2 0 128 0,1 1-128 0,-1-3 128 16,1 6-128-16,8-2 0 0,-3 0 144 0,-11 2-144 16,-2 2 0-16,0 0 0 0,0-2 0 0,2 6 128 15,0-3-128-15,-1 3 0 0,-1-2 0 0,0 5 0 16,0-4 0-16,4 5 0 0,-2-3 0 0,0 0 0 15,-1 1 0-15,3-3 0 0,-2 3 0 0,2-3 0 0,-1 1 0 0,1-1 0 16,0-1 0-16,-1 0 0 16,1-2 0-16,0-2 128 0,-1 3-128 0,-1-3 128 0,4 0-128 0,-5 2 0 15,1 0 0-15,4 0 0 16,-3-2 0-16,-1 0 0 0,-4 0-128 0,2 0 128 0,-2 0 0 0,2 0 0 16,-1-2 0-16,1 0 0 15,-1-3 0-15,1 3 0 0,0-2 0 0,4-5 0 0,0 0 0 0,-1-1 0 16,1 1 0-16,0 0 0 0,-1 0 0 0,1 3 0 0,0-3 0 0,-1 3 0 15,-1-1 0-15,0 1 0 16,0 1 0-16,0-1 0 0,0-1 0 0,3 1 0 16,-1-3 0-16,-8 5 0 0,6 2 0 0,0-1 0 15,0-1 0-15,-1 4 0 0,1-6 0 0,0 6 128 0,-2-3-128 0,2 1 0 16,1-2 0-16,3 4 0 16,-2 0 0-16,-1 4 0 0,-1-8 0 0,2 4 0 0,-1 0 0 0,1 4 0 15,0-4 0-15,0 0-240 16,-3-4 64-16,1 4 16 0,0 0 160 0,0 0-160 0,0 0 160 0,-1 4-160 15,-1-4 160-15,0-4 0 0,-2 4 0 0,1 4 0 16,-1-2 0-16,0 0 0 0,0-1 0 0,0 3 0 16,0-4 0-16,0 0 0 15,0 0 0-15,1 0 0 0,-1 0 0 0,0-4 0 0,0 4 0 0,2-3 0 16,0-3 0-16,0 4 0 0,3-5 0 0,5 1 0 16,-4-3 0-16,-6 5 0 0,0 2 0 0,2-1 128 15,0-1-128-15,2 2 144 0,-3-1-144 0,3 3 160 16,0-2-32-16,0 2 0 0,0 0 0 0,0 0 0 0,-2 0-128 0,0 0 0 15,-1 0 144-15,1 0-144 16,0 0 0-16,-1 0 128 0,-3 0-128 0,-9 0 0 0,0 0 0 0,0 0 0 16,0 0 0-16,0 0 128 15,0 0-128-15,0 0 144 0,0 0-144 0,0 0 160 0,0 0 32 0,5-8 0 16,-5 8 0-16,0 0 0 16,2-9-192-16,-2 9 0 0,0-9-192 0,0 9 192 0,0 0-320 0,0 0 64 15,0 0 16-15,0 0-12608 16,0 0-2512-16</inkml:trace>
  <inkml:trace contextRef="#ctx0" brushRef="#br0" timeOffset="17119.98">19556 3435 4607 0,'0'0'400'0,"0"0"-400"0,-3-5 0 0,3 5 0 16,0 0 384-16,0 0-16 0,0 0 0 0,0-9 0 15,-2-1 80-15,0 1 32 0,2 9 0 0,0 0 0 16,0 0 32-16,0 0 16 0,-4-6 0 0,4 6 0 0,0 0 272 0,0 0 48 15,0 0 16-15,0 0 0 16,-9 0-320-16,0 0-64 0,-1-1-16 0,10 1 0 16,0 0-464-16,0 0 0 0,0 0 0 0,0 0 0 15,0 0 0-15,0 0 0 0,-1-8 0 0,1 8 0 0,-2-9 768 0,2 9 144 16,0-9 48-16,0-1 0 16,0 1 288-16,0 9 64 0,0 0 16 0,0 0 0 15,-4-7-112-15,-2-1-32 0,1-1 0 0,-1 3 0 16,6 6-112-16,0 0-32 0,0 0 0 0,0 0 0 15,-9-3-96-15,9 3-32 0,0 0 0 0,0 0 0 0,0 0-208 0,0 0-32 16,0 0-16-16,0 0 0 0,0 0-96 0,0 0-32 16,0 0 0-16,0-10 0 0,0 10-112 0,-2-9-32 15,0 4 0-15,2 5 0 0,0 0-192 0,0 0-32 16,0 0-16-16,0 0 0 0,0 0-144 0,0 0 128 16,0 0-128-16,0 0 128 0,0 0-128 0,0 0 0 15,0 0 144-15,0 0-144 0,0 0 144 0,0 0-144 16,0 0 192-16,0 0-192 0,0 0 224 0,0 0-64 15,4-10-16-15,-4 10 0 0,9-9-16 0,-9 9-128 16,0 0 192-16,0 0-64 0,0 0-128 0,0 0 192 0,0 0-192 0,0 0 192 16,0 0-192-16,0 0 0 0,0 0 0 0,0 0 0 15,0 0 0-15,0 0 0 0,11 0 0 0,1 0 0 16,-12 0 0-16,0 0 128 0,9 0-128 0,2-4 0 16,2-1 192-16,0 3-64 0,-2-2 0 0,-2 1 0 15,-9 3 0-15,10-6-128 0,-1 1 192 0,0-3-64 16,0 3 0-16,-9 5 0 0,0 0 0 0,10-2 0 15,-10 2-128-15,14-2 160 0,-1 0-160 0,-2 2 160 16,-11 0-160-16,0 0 0 0,0 0 144 0,15 4-144 16,0-2 0-16,-2-2 128 0,-2 3-128 0,0-1 0 15,-11-2 0-15,10 0 128 0,3 0-128 0,-2 0 0 16,-11 0 128-16,13 0-128 0,-2 0 128 0,0 0-128 16,-11 0 128-16,13 0-128 0,0 0 128 0,0 0-128 15,-2 0 0-15,0 0 144 0,-11 0-144 0,15 0 0 16,0 4 128-16,-1 1-128 0,-1-1 0 0,0 0 0 15,0-2 144-15,0 1-144 0,0 1 0 0,0-2 144 0,0 2-144 0,-2-1 192 16,0-1-192-16,-11-2 192 0,13 0-192 0,-1 6 160 16,-1-4-160-16,2-1 160 0,-2-1-160 0,2 4 0 15,-13-4 0-15,15-4 128 0,-1 4-128 0,5-1 0 16,1 1 0-16,-1-4 0 0,-1 0 0 0,1-1 0 16,-1 1 0-16,3 0 0 0,-1-1 0 0,1 3 0 15,-1-2 0-15,0 4 0 0,1-4 0 0,-1 4 0 16,0 0 0-16,1 0 0 0,-3 4-128 0,-1-4 128 15,0 4 0-15,1-2 0 0,1-2 0 0,1 3 0 0,0-1 0 0,1 0 0 16,-3 0 0-16,1-2 0 0,-1 0 0 0,3 0 0 16,1 0 0-16,0 0 0 0,1 0 0 0,-1 0 0 15,-2 0 0-15,2 0 0 0,-1-2 0 0,-1 2 0 16,1 0 0-16,-3-2 0 0,1 0 0 0,-1-1 0 16,-1 3 0-16,-1-2 0 0,1-2 0 0,-2 4 0 15,0-4 0-15,1 3 0 0,1-3 0 0,0 0 0 16,-2 4 0-16,-1 0 0 0,1-5 0 0,-2 5 0 15,4-4 0-15,5-2 0 0,0 6 0 0,-1-2 0 16,-5-1 0-16,-1-1 0 0,4 0 0 0,-3 2 0 0,1-1 0 0,5 3 0 16,-1 0 0-16,-3 0 0 15,1 0 0-15,-1 0 0 0,-3 0 0 0,4 0 0 0,-1 0 0 0,1-2 0 16,-3-2 0-16,3 4 0 16,-1-4 0-16,1-1 0 0,-1 1 0 0,3 2 0 0,-4-1 0 0,-1-1 0 15,-16 4 128-15,17-2-128 16,0 2 0-16,-3 2 0 0,-1 2 0 0,-13-4 0 15,15 5 0-15,-15-5 0 0,15 9 0 0,-6 1 0 0,-1-3 0 0,1 1 0 16,0-1 0-16,0-1 0 0,1 3-128 0,-1-4 128 16,2 5 0-16,-2-5 0 0,-9-5 0 0,10 4 0 15,-10-4 0-15,0 0 0 0,11 7-128 0,-11-7 128 16,0 0 0-16,9 6 0 0,-9-6 0 0,0 0 0 0,0 0 0 0,0 0 0 16,0 0 0-16,0 0 0 15,0 0 0-15,0 0 0 0,0 0-176 0,0 0 48 16,0 0 0-16,0 0 0 15,0 0-448-15,0 0-96 0,0 0-16 0,-6-4-18624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13T05:33:55.7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13047 16756 14735 0,'0'0'640'0,"0"0"160"0,0 0-640 16,0 0-160-16,0 0 0 0,3-12 0 0,-3 12 1728 0,0 0 304 15,5-13 64-15,-3 2 16 0,-2 11-1408 0,0 0-256 16,0 0-64-16,0 0-16 0,0 0-160 0,3-13-16 16,-3 13-16-16,0 0 0 0,3-13 192 0,-3 13 32 15,4-15 16-15,-3 3 0 0,-1 12 112 0,2-13 32 16,-2 13 0-16,0 0 0 0,3-16 0 0,-3 16 0 16,3-12 0-16,-3 12 0 0,3-12-32 0,-3 12 0 15,0 0 0-15,13-8 0 0,-13 8-272 0,16 0-64 16,0 0-16-16,-16 0 0 0,13 3-48 0,2 0-128 15,-1-1 192-15,2 1-64 0,2 2-128 0,-2-1 0 16,5 0 0-16,-2 0 0 0,0 0 128 0,-1-1-128 0,3 2 128 0,0 1-128 16,-1 1 320-16,1 1 0 0,-1 0-16 0,-1 3 0 15,-2-2-48-15,1-1 0 0,0 4 0 0,1-1 0 16,0-1-256-16,1-2 128 0,-1 0-128 0,5 0 0 16,-2 1 0-16,1-1 0 0,-2-1 0 0,1 1 0 15,2 0 0-15,3-3 0 0,1-1 0 0,2 4 0 16,1-3 192-16,2 2-192 0,3-2 192 0,4-1-192 15,-5-4 240-15,4 0-64 0,1-4-16 0,0 4 0 16,0 0 16-16,-1 0 0 0,-1-5 0 0,-1 1 0 16,0 1-176-16,-2 2 0 0,1 1 0 0,0 0 0 15,0-4 0-15,-1 4 0 0,-1 4 128 0,3-3-128 16,0 1 128-16,3-2-128 0,1 0 128 0,3 1-128 16,-1 4 128-16,0-3-128 0,2-4 0 0,2 1 128 15,1-3-128-15,0 3 0 0,0-1 0 0,2-3 128 0,-2 1-128 16,2-1 0-16,0-2 0 0,-1 6 0 0,0-2 128 0,-3 3-128 15,-3-4 0-15,-2 3 128 0,-5-2-128 0,3 3 160 16,1 0-160-16,-5 0 160 0,-2-4-160 0,-1 0 0 16,1 4 0-16,1 0 0 0,1-4 0 0,-1 0 0 15,0 2 0-15,1-5 0 0,4 3 0 0,-1 0 0 16,1 0 0-16,-1-1 0 0,-3-2 0 0,2 1 0 16,2 0 0-16,-1-2 0 0,1-2 128 0,1-1-128 15,0-1 0-15,-1 0 128 0,-2 2-128 0,4 2 0 16,-1-3 0-16,2 3 0 0,0 0 0 0,0 0 128 15,-2-2-128-15,0 4 0 0,0-1 0 0,-2 1 0 16,1 3 0-16,-2-2 0 0,-2 2 0 0,4-2 0 16,-2 5 128-16,-2-2-128 0,-1-1 0 0,-1 0 0 15,1 3 0-15,1-2 128 0,2-1-128 0,2 0 0 0,1 1 0 16,0-1 0-16,0-2 0 0,0 2 0 0,-1 0 0 0,1-2 0 16,0 5 0-16,0-2 0 0,-3-1 0 0,0 0 0 15,1 3 0-15,-1 0 0 0,-1 0 0 0,-1 5 0 16,0-2 192-16,5 0-64 0,0 2 0 0,2 0 0 15,2 1-128-15,-1-1 160 0,0-2-160 0,2 2 160 16,2 0-160-16,-1-2 0 0,-2-1 0 0,-1-1 128 16,0-1-128-16,4 0 0 0,-2 2 0 0,0-2 0 15,1 0 128-15,1 0-128 0,1 0 0 0,2-2 128 16,-2 1 0-16,0 1-128 0,0 0 192 0,0-2-64 16,0-1 48-16,0-2 0 0,2 2 0 0,-2 3 0 15,1 0-16-15,0-5 0 0,4 2 0 0,0-2 0 16,-1 3-16-16,-1-1 0 0,-1 0 0 0,-1 3 0 15,-2-3-144-15,-1 1 0 0,-2 2 0 0,1 0 128 0,-2-3 48 0,0 3 0 16,1-2 0-16,-1-1 0 0,4 0-176 0,1 1 160 16,1-4-160-16,3 4 160 0,-4-1-160 0,-1 3 128 15,-3-3-128-15,3 3 128 0,0-2-128 0,1-1 0 16,-5 3 0-16,0-2 128 0,-3 1-128 0,1 1 128 16,-1-2-128-16,-2 2 128 0,-2 0 0 0,-1 3-128 15,-1-1 192-15,-1 3-64 0,1-2-128 0,1 2 160 16,-1 1-160-16,1-1 160 0,-1 0-160 0,0 0 128 15,1-2-128-15,3 3 128 0,3-4-128 0,-3 3 0 16,1-2 0-16,-1 2 0 0,4 3 0 0,0-3 0 16,-1-2 128-16,-1 3-128 0,1-1 0 0,-1 0 0 0,0 0 0 0,-2 3 0 15,1 0 0-15,-2 0 0 0,0-5 0 0,-2 2 0 16,2 3 208-16,1-5-32 0,1 2-16 0,-1-2 0 16,-1-1-16-16,3 1 0 0,4 0 0 0,-4-3 0 15,-2-3-144-15,-2 0 0 0,-4 3 0 0,0-2 0 16,-6-1 0-16,-2 3 0 0,-3-2 128 0,-4 2-128 15,-2 0 0-15,-3 0 0 0,1 2 0 0,-13-2 0 16,13-2 0-16,-13 2 0 0,0 0 0 0,15 2 0 16,-4-2 0-16,-11 0 0 0,14 3 0 0,-1-1 0 15,-13-2 0-15,15 3 0 0,-4-3-128 0,2 5 128 16,3-5-320-16,-5 3 0 0,-11-3 0 0,14 8 0 16,-1-3-384-16,0-1-80 15,-3 0-16-15,-1 4-18144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10:08:29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7410 5460 5519 0,'0'0'-144'16,"0"0"-32"-16,0 0 0 0,0 0 48 16,-5-5 656-16,-3-3 144 0,8 8 32 0,-5-7 0 15,5 7 320-15,-7-8 64 0,7 8 0 0,0 0 16 0,0 0-176 0,0 0-32 16,0 0-16-16,-9 0 0 15,1 0-496-15,0 0-80 0,0 0-32 0,0 3 0 0,8-3-272 0,-8 4-176 16,0-3 32-16,0 2 0 0,0-3 400 0,8 0 64 16,-8 2 32-16,8-2 0 0,-8-2 544 0,8 2 128 15,-8-3 0-15,8 3 16 0,0 0-336 0,0 0-64 16,0 0 0-16,0 0-16 0,-8-8 64 0,8 8 16 16,-5-5 0-16,5 5 0 0,0 0 32 0,0 0 16 15,0 0 0-15,0 0 0 0,3-8-288 0,-3 8-48 16,5-8-16-16,-5 8 0 0,8-3-224 0,1-3-48 15,-9 6-128-15,10-3 192 0,0-1-192 0,-1 3 144 16,1-1-144-16,3 0 128 0,-2-1 48 0,2-2 0 16,0 1 0-16,1 0 0 0,1 1 272 0,1 3 64 0,0-1 16 0,0-3 0 15,-2 4 48-15,9-3 0 0,-4-2 0 0,-6 5 0 16,0 0 64-16,6 0 0 0,-2 0 16 0,-5 0 0 16,-1 5-240-16,7 3-48 0,-2 3-16 0,-2-6 0 15,-1 2-176-15,-3-6-48 0,-1 4 0 0,2-2 0 16,2 1-128-16,2-3 0 0,1 2 0 0,0-3 0 15,1-3 0-15,1 3 0 0,1-1 0 0,1 1 0 16,-1-4 0-16,7 0 160 0,-4-5-32 0,-8 6-128 16,1 2 368-16,-1 1-48 0,1 1 0 0,-1-1 0 15,-3 0-144-15,6-1-48 0,-3-1 0 0,-4 2 0 16,-1 2-128-16,1-1 0 0,-1-1 0 0,1 0 0 16,-10 0 0-16,16 0 0 0,-3 0 0 0,-13 0 0 15,14 0 0-15,-14 0 0 0,0 0 0 0,0 0 0 0,13-1 0 0,-13 1 0 16,8 1 0-16,-8-1 0 0,0 0 0 0,0 0 0 15,0 0 0-15,0 0 0 0,0 0 0 0,0 0 192 16,0 0-192-16,0 0 192 0,0 0-192 0,0 0 128 16,0 0-128-16,0 0 128 0,0 0-336 0,0 0-80 15,0 0-16-15,-8 5-11456 16,8-5-2288-16</inkml:trace>
  <inkml:trace contextRef="#ctx0" brushRef="#br0" timeOffset="884.92">10894 5679 3679 0,'0'0'320'0,"-7"-3"-320"0,2 0 0 16,5 3 0-16,0 0 464 0,-6-5 32 0,0 2 0 0,-1-2 0 15,1 2 16-15,1-2 16 0,5 5 0 0,-7-3 0 16,1-3 288-16,-2-3 48 0,2 3 16 0,6 6 0 16,0 0 144-16,-2-13 16 15,2 13 16-15,-2-11 0 0,-1 3-128 0,3 8-32 0,-1-10 0 0,1 10 0 16,0 0-544-16,0 0-112 0,-2-11-32 0,2 11 0 15,0 0-80-15,0 0 0 0,0 0-128 0,0 0 192 16,-3-10 720-16,3 10 144 0,-5-8 32 0,5 8 0 16,0 0-64-16,0 0-16 0,0 0 0 0,0 0 0 15,0 0-240-15,0 0-64 0,0 0 0 0,0 0 0 16,0 0-352-16,0 0-80 0,0 0-16 0,0 0 0 16,0 0 128-16,0 0 0 0,8 10 16 0,-8-10 0 15,0 0 160-15,11 8 16 0,-11-8 16 0,13 8 0 0,3-1-80 16,0-3 0-16,2 0-16 0,-2-3 0 15,-2 2-48-15,1-1-16 0,1-2 0 0,1 0 0 0,3 0-112 16,-1-2 0-16,2-1-16 0,0 3 0 0,0-1 80 0,1-1 0 16,-1 0 16-16,0-1 0 0,-2 2-144 0,0-1-48 15,1-3 0-15,-1 4 0 0,-2-1-32 0,1 2-16 16,-2 0 0-16,-1 0 0 0,-3-2-160 0,1-1 0 16,-13 3 144-16,16 0-144 0,-3-2 0 0,-13 2 0 15,13-3 0-15,-13 3 0 0,13 0 0 0,-13 0 0 16,14 0 0-16,-14 0 128 0,0 0-128 0,0 0 0 15,0 0 128-15,13 3-128 0,-13-3 0 0,0 0 144 16,0 0-144-16,0 0 0 0,0 0 128 0,0 0-128 16,0 0 0-16,0 0 0 0,0 0 0 0,10 7 0 15,-10-7 0-15,0 0 0 16,0 0-272-16,0 0-112 0,0 0-32 0,0 0-11520 0,0 11-2304 16</inkml:trace>
  <inkml:trace contextRef="#ctx0" brushRef="#br0" timeOffset="1735.35">12925 5705 5327 0,'0'0'464'0,"0"0"-464"0,0 0 0 0,0 0 0 16,0 0 1280-16,0 0 144 0,-4-3 48 0,4 3 0 16,-5-5 832-16,5 5 176 0,0 0 16 0,0 0 48 15,-15 0-1168-15,6 0-224 0,-1 0-64 0,2 0 16 16,8 0-1104-16,-10 0 0 0,1 0-272 0,1 0 80 15,0 0-256-15,0-2-64 0,8 2 0 0,-7-3 16 16,7 3 496-16,-9-6 128 0,1 1 16 0,8 5 32 0,0 0 608 0,0 0 128 16,0 0 32-16,0 0 16 0,-2-8 32 0,0-2 16 15,2 10 0-15,0 0 16 0,4-11-144 0,-4 11-32 16,0 0 0-16,3-5 32 0,0-1-256 0,-3 6-48 16,6-7-16-16,6 1 16 0,-12 6-240 0,12-8-32 15,0 3-16-15,-1 2 32 0,2-2 16 0,1 2 16 16,1-2 0-16,-1 4 16 0,1-3 80 0,-1 1 0 15,0 3 16-15,4-1 16 0,1 2 0 0,2-1 0 16,0 3 0-16,2 1 0 0,-1-3-96 0,-4 4 0 16,1-2-16-16,2 0 0 0,1-1-240 0,1-2-128 15,-1 3 160-15,2-3-160 0,2 0 144 0,11 0-144 0,-3 0 128 16,-7 0-128-16,-5-3 192 0,-1 3-64 0,-2 0 0 16,1 0 0-16,-1 0-128 0,-1 0 160 0,-2 0-160 0,-2 0 160 15,-14 0-160-15,16 0 128 0,-1 0-128 0,-3 0 128 16,-12 0-128-16,0 0 0 0,0 0 0 0,13-2 0 15,-13 2 0-15,0 0 0 0,13-3 0 0,-13 3 0 16,0 0 0-16,0 0 0 0,0 0 0 0,0 0 0 31,0 0-576-31,0 0-112 0,0 0-16 0,-6 13-17408 0</inkml:trace>
  <inkml:trace contextRef="#ctx0" brushRef="#br0" timeOffset="2720.68">17369 5525 5519 0,'0'0'496'0,"0"0"-496"16,0 0 0-16,0 0 0 0,0 0 672 0,-6-8 32 15,-1 0 16-15,7 8 0 0,0 0-256 0,-8-9-48 16,2-1-16-16,6 10 0 0,0 0 720 0,0 0 144 16,0 0 16-16,0 0 16 0,0 0 224 0,0 0 32 15,0-10 16-15,0 10 0 0,0 0-256 0,0 0-48 16,13 2-16-16,-4 1 0 0,-9-3-272 0,13 7-48 0,0-1-16 0,-2 0 0 16,-1 2-128-16,-1 1-16 0,1-1-16 0,0-2 0 15,-1 0 32-15,3-1 16 0,2 0 0 0,0-2 0 16,1 2 160-16,-1-5 16 0,1 3 16 0,1-3 0 15,1 3-208-15,3-1-32 0,-1-2-16 0,0 0 0 16,0-2-352-16,2-1-80 0,0 3-16 0,2 0 0 16,-1 0-288-16,1-3 128 0,-1 3-128 0,2-2 0 15,0-1 176-15,2 2-176 0,-2-3 160 0,0 1-160 16,-1 3 0-16,-1-1 0 0,-1-1-128 0,0 2 128 16,-2 0 0-16,-1 2 0 0,-2-1 0 0,-2 2 0 15,-14-3 0-15,15 2 192 0,-3-2-48 0,1 3-16 16,-13-3-128-16,11 5 0 0,-11-5 144 0,0 0-144 15,15 3 0-15,-2 2 0 0,-2 1 0 0,-11-6 0 16,0 0 0-16,14 7 0 0,-14-7 0 0,13 3 0 0,3 4 0 16,-3-3 0-16,0 0 0 0,-13-4 0 0,0 0 0 0,13 1 0 15,-13-1 0-15,13 0 0 0,-13 0 0 0,12 5 0 16,-12-5 0-16,0 0 0 0,0 0 0 0,13 3 0 16,-13-3 0-16,12 0 0 0,-12 0 0 0,0 0 0 15,0 0 0-15,12 5 0 0,-12-5-320 0,15 3-48 16,-2 0 0-16,-13-3 0 15,0 0-400-15,16 2-96 0,-2 3-16 0,-1-2 0 16,-13-3-352-16,14 5-80 0,-14-5-16 0,15 6-8768 16,-4-1-1744-16</inkml:trace>
  <inkml:trace contextRef="#ctx0" brushRef="#br0" timeOffset="44414.12">7230 13989 9215 0,'0'0'816'0,"0"0"-656"15,0 0-160-15,0 0 0 0,0 0 1472 0,0 0 256 16,0 0 48-16,0 0 16 0,0-5 336 0,0 5 80 16,0-6 16-16,0 6 0 0,0-6-704 0,1-1-144 15,-1 7-32-15,2-8 0 0,-2 3-96 0,2-3-32 16,-2 8 0-16,0 0 0 0,0 0-384 0,1-5-96 16,1-1-16-16,-1 0 0 0,-1 6-304 0,0 0-64 15,2-7-16-15,0-1 0 0,-2 8-208 0,1-5-128 16,1-3 128-16,-2 0-128 0,0 0 192 0,0 8-16 15,1-8-16-15,-1 0 0 0,-1-1 16 0,-1 1 0 16,1 0 0-16,1 8 0 0,0 0 80 0,-4-7 0 16,1 2 16-16,0 0 0 0,-2 1 0 0,0 0 0 15,5 4 0-15,-6-3 0 0,0-2-272 0,-2 2 0 16,0 2 128-16,-1-3-128 0,1 1 0 0,-1 2 0 0,1-3 0 0,-2 4 0 16,1-1 0-16,-1-1 0 0,0 2 0 0,1 0 0 15,1 2 0-15,0 3 0 0,1-1 0 0,-1 4 0 16,0 0 0-16,0 4 0 0,2-3 0 0,-1 4 0 15,1-2 0-15,-1 1 0 0,-1 0 0 0,2 1 0 16,0 0 0-16,1 0 0 0,0-2 0 0,0 4 0 16,0-6 0-16,2 4 0 0,-2 0 0 0,2-2 0 15,2 5 0-15,-1-3 0 0,2 3-128 0,0 0 128 16,2 2 0-16,-1-2 0 0,1-2 0 0,1 1 0 16,0-1 0-16,2-1 0 0,-2 0-128 0,2 1 128 15,1-1 0-15,1-3 0 0,-1 1 0 0,1-1 0 16,-1-2 0-16,2-2 0 0,0-1 0 0,0 0 0 15,0-2 0-15,0 0 0 0,0-1 0 0,2-2 0 0,-10 0 0 0,9-2 0 16,1-4 128-16,0 1-128 0,-2-3 160 16,1 0-32-16,-1-3 0 0,0-2 0 0,0 0-128 0,0 2 0 15,-1-2 0-15,-1 3 0 0,1-1 0 0,-1 0 0 16,1-2 0-16,-1 5 0 0,0-2 0 0,1 2 0 16,-2-3 0-16,-1 3 0 0,1 0 0 0,0 0 0 15,0 0 0-15,0 2 0 0,-2-2-176 0,0 0 176 16,0-1-128-16,1 1 128 0,-3 0 0 0,1 0 0 15,-1 0 0-15,1 0-128 0,-2 0 128 0,0 0 0 16,0-1 0-16,0 1 0 0,0 1 0 0,0 7-128 16,-2-8 128-16,2 8 0 0,0 0 0 0,0 0 0 0,0 0 0 0,0 0 0 15,0 0 0-15,0 0 0 0,0 0 0 16,0 0 0-16,0 0 0 0,-3 11 0 0,2-3 0 0,1 2 0 16,0 1 0-16,1 2 0 0,2 2 0 0,1-1 0 15,0 1 0-15,3-3 0 0,-1-2 0 0,1 1 0 16,-3 2 128-16,3-5-128 0,-1 3 160 0,1-3-160 15,1 2 192-15,-2-2-48 0,-6-8-16 0,8 8 0 16,-3 0-128-16,0-3 0 0,-5-5 0 0,6 3 128 16,-6-3-128-16,7 5 0 0,-7-5 0 0,0 0 0 15,6 6 0-15,0-1 0 0,-6-5 0 0,0 0 0 16,0 0 0-16,0 0 0 0,0 0 0 0,0 0 0 16,0 0-768-16,0 0-176 0,0 0-32 0,0 0-16240 15</inkml:trace>
  <inkml:trace contextRef="#ctx0" brushRef="#br0" timeOffset="45648.11">9762 13593 10127 0,'0'0'896'0,"0"0"-704"0,0 0-192 0,0 0 0 16,0 0 1824-16,-6-3 336 0,-1-1 64 0,7 4 16 15,0 0 640-15,0 0 144 0,0 0 32 0,0 0 0 16,-8 0-1344-16,0 0-272 0,8 0-48 0,0 0-16 15,-6 4-368-15,6-4-80 0,0 0-16 0,-3 8 0 0,3-8-464 0,0 12-112 16,0 0-16-16,1-1 0 0,3-1-160 0,-1 4-32 16,0-4-128-16,-1 6 192 0,2-4-64 0,1 5 0 15,-2-5-128-15,4 4 192 0,-4-1-32 0,2-1-16 16,0 2 0-16,-1 0 0 0,1 0-144 0,0 2 0 16,0 0 0-16,1 4 128 0,1-1-128 0,-1-2 0 15,1 2 0-15,-3 0 0 0,1 0 0 0,0-2 0 16,-2-6 0-16,0 3 0 0,1-1 0 0,-3-3 0 15,1 1 0-15,-1-2 0 0,1-1 208 0,-2-2-32 16,0-8-16-16,0 0 0 0,0 0 32 0,0 0 16 16,-5 5 0-16,5-5 0 0,0 0-80 0,-8 0-128 15,2-2 176-15,1-1-176 0,0-2 0 0,0-1 0 16,1-2 0-16,-1-2 0 0,2-1 0 0,-1 1 0 0,3-2 0 16,1-3 0-16,0 2 0 0,1-3 0 0,1 0 0 0,1 0 0 15,2 2 0-15,1-2 0 0,1 1 0 0,1 1 0 16,1-1 0-16,1 2 0 0,-2 2 0 0,2 5-144 15,-1-5 144-15,1-1 0 0,0 4 0 0,-1 3 0 16,2 2 0-16,1 2 0 0,-1 1 0 0,0 1 0 16,0 2 0-16,1 2 0 0,-3 3 0 0,1 4 0 15,3 0 0-15,-2 1 0 0,-1 0 0 0,-1 2 0 16,-1-3 0-16,-1 1 0 0,-3 2 0 0,0-1 0 16,-1-3 0-16,-1 2 0 0,-2 2 128 0,0-1-128 15,0-3 240-15,-2 2-32 0,-1 0 0 0,-1-2 0 16,0 0 80-16,-3-1 16 0,1 3 0 0,-1-3 0 15,1-1-80-15,-2-1-16 0,0 0 0 0,0-3 0 16,0 1-208-16,-3-1 0 0,1-2 0 0,0-1 0 0,1-2 0 16,-1-2 0-16,2-1 0 0,0-2 0 0,0-1 0 0,2 1 0 15,-1 0 0-15,2-1 0 0,-1-2-304 0,1 2 0 16,-1-2 0-16,1-1 0 16,0 1-944-16,-1-3-192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10:09:40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6634 5747 11055 0,'0'0'976'0,"0"0"-784"0,0 0-192 0,0 0 0 15,0 0 1648-15,-4-7 272 0,-4-1 64 0,8 8 16 16,0 0 496-16,0 0 80 0,0 0 32 0,0 0 0 15,0 0-1248-15,0 0-240 0,0 0-48 0,0 0-16 16,0 0-416-16,0 0-96 0,-7-9-16 0,7 9 0 16,0 0-192-16,0 0-32 0,0 0-16 0,0 0 0 15,-6-13 48-15,6 13 16 0,-7-8 0 0,7 8 0 16,0 0 80-16,0 0 16 0,0 0 0 0,0 0 0 16,0 0-128-16,0 0-32 0,0 0 0 0,0 0 0 15,0 0-48-15,0 0-16 0,4-8 0 0,-4 8 0 16,0 0-80-16,0 0-16 0,16-2 0 0,-5 4 0 0,-11-2-128 0,14 0 128 15,-14 0-128-15,16-2 128 16,0 4 64-16,2-1 0 0,-2 1 0 0,0 1 0 0,-1-3 0 0,1 0 16 16,1 0 0-16,1 2 0 0,0-2-64 0,-2 0-16 15,-2 0 0-15,2 0 0 0,2 0-128 0,-1 3 0 16,1 0 144-16,0-1-144 0,-2-2 0 0,-5-2 0 16,0 2 0-16,9 0 128 0,-3 0-128 0,1 0 0 15,-1-3 128-15,1 3-128 0,-2-3 0 0,-1 3 144 16,-1 3-144-16,-1 0 0 0,0-1 192 0,-13-2-64 15,14 3 0-15,-1 0-128 0,1-1 0 0,-14-2 0 16,15 6 0-16,-4-4 0 0,-11-2 128 0,0 0-128 16,0 0 144-16,15 3-144 0,-3-1 160 0,-12-2-160 15,0 0 160-15,0 0-160 0,0 0 128 0,13-2-128 16,-13 2 0-16,0 0 144 0,0 0-144 0,0 0 0 0,0 0 0 0,0 0 0 16,0 0 0-16,0 0 0 0,0 0 0 0,0 0 0 15,0 0 0-15,0 0 0 0,0 0 0 0,0 0 0 31,0 0-400-31,0 0-112 0,-11 2-32 0,5 1-18192 0</inkml:trace>
  <inkml:trace contextRef="#ctx0" brushRef="#br0" timeOffset="1469.93">19728 5761 21183 0,'0'0'1888'0,"0"0"-1504"16,-5 8-384-16,-3 0 0 0,-1-1 768 0,9-7 64 15,-10 3 32-15,10-3 0 0,0 0 480 0,0 0 80 16,0 0 32-16,0 0 0 0,0 0-256 0,0 0-48 16,0 0-16-16,0 0 0 0,0 0 80 0,0 0 0 15,6-8 16-15,1 3 0 0,-1-1-528 0,2-1-96 16,0 1-32-16,0 1 0 0,2-3-288 0,-2 5-64 16,5-7-16-16,0 4 0 0,-13 6-80 0,14-5-128 0,-1 0 176 0,0 2-176 15,0 1 144-15,-5 2-144 0,1 0 0 0,6 2 144 16,-2 1-144-16,-2-3 160 0,-11 0-160 0,16 5 160 15,2-2-160-15,-7 0 128 0,2-1-128 0,4 3 128 16,-2-2-128-16,1 0 0 0,0 2 0 0,0 0 128 16,1 3-128-16,0-2 160 0,-1 1-160 0,0-4 160 15,0 2-160-15,-3-4 0 0,3 1 0 0,8-2 0 16,-2 0 0-16,2 0 0 0,-1-5 0 0,1 0 0 16,-2-1 0-16,1 1 0 0,-1 2 0 0,-1-2 0 15,-2-5 0-15,1 4 0 0,-3 1 128 0,1 0-128 16,-1 2 0-16,1 0 160 0,-2-2-160 0,0 2 160 15,0 1-160-15,0-1 0 0,0 3 0 0,-1 0 0 16,-1-3 0-16,2 1 0 0,-3-1 0 0,3 1 0 0,0 1 0 16,2-1 0-16,-2-1 0 0,-2 3 0 0,1-3 0 15,-1-2 0-15,1 3 0 0,-1 1 0 0,1 1 128 0,-3 0-128 16,-12 0 128-16,16 0-128 0,-1 0 128 0,-1 1-128 16,-14-1 0-16,16 2 128 0,-1 3-128 0,-2-4 0 15,-13-1 0-15,14 2 128 0,1 4-128 0,-3-1 0 16,0 0 0-16,-12-5 0 0,0 0 0 0,14 0 0 15,-14 0 128-15,13 0-128 0,-13 0 0 0,13 0 0 16,-13 0 0-16,0 0 0 0,0 0 128 0,13 0-128 16,-13 0 0-16,0 0 128 0,0 0-128 0,0 0 0 15,0 0 144-15,0 0-144 0,0 0 0 0,0 0 0 16,0 0 0-16,0 0 128 0,0 0-128 0,0 0 0 16,0 0 0-16,0 0 0 15,0 0-496-15,0 0-16 0,0 0 0 0,-16 8-18432 0</inkml:trace>
  <inkml:trace contextRef="#ctx0" brushRef="#br0" timeOffset="5902.06">10083 6044 11055 0,'0'0'976'0,"0"0"-784"0,0 0-192 0,0 0 0 15,0 0 0-15,0 0 0 0,0 0 0 0,0 0 0 16,0 0 0-16,0 0 0 0,0 0 0 0,0 0 0 15,0 0 576-15,0 0 160 0,0 0 32 0,0 0 16 16,0 0 560-16,0 0 128 0,0 0 0 0,0 0 16 16,0 0-384-16,7-3-80 0,1 1 0 0,1-1-16 15,1 1-176-15,0-1-16 0,-2 0-16 0,1 0 0 16,1-2 32-16,4 3 16 0,2 0 0 0,2-2 0 16,0 0-208-16,-1-2-64 0,3-2 0 0,-3 2 0 15,2-1-96-15,1 1-32 0,1-2 0 0,1 0 0 0,0 0 64 16,3-2 0-16,-1-1 0 0,11 0 0 0,-1 1-144 0,-2-1-32 15,-3 4 0-15,-9 1 0 0,3 1-32 0,1 2-16 16,0 1 0-16,0-1 0 0,0 0 64 0,0 0 16 16,0-2 0-16,4 3 0 0,1 2-160 0,-1 2-16 15,0 1-16-15,-1-3 0 0,-1-3-176 0,-1-2 128 16,-1 5-128-16,2-3 128 0,0 3-128 0,1 0 160 16,-1 0-160-16,1-2 160 0,0-1-160 0,1 3 160 15,0 0-160-15,1 0 160 0,-1-3-160 0,-1-2 0 16,2 3 0-16,-2 1 0 0,5-1 128 0,-1 2-128 15,-1 2 128-15,-1-2-128 0,-2-2 272 0,2 2-16 16,2 0-16-16,-2 2 0 0,-2-1-96 0,0 1-16 0,0-2 0 16,-1 0 0-16,0 5-128 0,-1-2 0 0,0 0 0 0,-1-1 128 15,0-4-128-15,1-1 0 0,1 0 0 0,0 3 0 16,-1 0 0-16,3 0 128 0,-1 0-128 0,0-2 0 16,1-1 0-16,0 0 128 0,3-2-128 0,1 2 0 15,-2-2 128-15,3 2-128 0,-3-4 0 0,2 1 128 16,0 1-128-16,-1 0 0 0,-1 2 0 0,1 0 128 15,-1-2-128-15,-1 0 160 0,0 0-160 0,0 2 160 16,0 0-160-16,0 3 0 0,-2 0 144 0,2-2-144 16,0-1 0-16,0 0 0 0,1 3 0 0,2-2 0 15,-1-1 0-15,-1 0 0 0,1-2 0 0,-1 2 0 16,2-2 0-16,0 5 0 0,-1-2 0 0,-1 2 0 16,-1-1 0-16,-1-1 0 0,-1 2 0 0,0 2 0 15,-1 1 0-15,9 2 0 0,-3-2 0 0,-1 2 0 16,-4-5 0-16,0 0 0 0,-1 3 0 0,0 2 0 0,-1-2 0 0,1-1 0 15,-4-4 0-15,4 4 0 0,0 1 0 0,-1 5 0 16,1-2 0-16,-2-1 0 0,-3-3 0 0,-2-1 0 16,1 1 0-16,-1 3 0 0,2 3 0 0,0 0 0 15,-2 0 0-15,0-3 0 0,-1-2 0 0,-5 2 0 16,1-2 0-16,7 2 0 0,0 1 0 0,-2-1 0 16,0-2 0-16,0-3 128 0,1 0-128 0,-6 2 0 15,1-2 0-15,7 3 0 0,-3-8 0 0,1 2 0 16,-1 0 0-16,0 3 0 0,0 0 0 0,1 3 0 15,-1-3 0-15,-1 0 0 0,-1 0 0 0,1 3 0 16,0-1 0-16,-2 3 0 0,-2-2 0 0,0 0 0 0,-1 0 0 16,0 2 128-16,0 0-128 0,1 3 144 15,-1 0-144-15,0 0 160 0,-13-8-160 0,15 2 128 0,-15-2-128 0,17 3 128 16,-1 2-128-16,-1-2 0 0,-2 2 0 0,1-4 128 16,0-2-128-16,-4 1 0 0,1 0 0 0,5 0 0 15,-1 1 0-15,-1-1 0 0,-1-1 0 0,0 1 0 16,0 1 0-16,1 1 0 0,1 3 0 0,-1-4 0 15,-1-4 0-15,0 0 0 0,0 3 0 0,1 0 0 16,-1 0 0-16,1 0 0 0,-6 3 0 0,2-1 0 16,1-2 0-16,0 1 0 0,2 1 0 0,0 3 0 15,2-5 0-15,-3 3 0 0,-2-3 0 0,11 8 0 16,-4 0 0-16,0 0 0 0,-1 2-128 0,-4-2 128 16,-12-8 0-16,12 6 0 0,-1-1 0 0,5 6 128 15,-2-1-128-15,1-2 0 0,-2 0 0 0,0 0-176 16,-1-3 176-16,3-2 0 0,-1 0 0 0,1 2 0 15,-2 0 0-15,-13-5 0 0,11 3 0 0,3 2 0 0,1 3 128 0,-1-3-128 16,-1 3 160-16,0-2-160 0,-13-6 192 16,14 6-64-16,1-2-128 0,-3-1 192 0,1 0-192 0,-1-1 176 15,-12-2-176-15,16 3 160 0,-2-3-160 16,0 0 0-16,-1 0 144 0,0 0-144 0,2 0 144 0,-3-3-144 16,-12 3 192-16,15 0-192 0,1 0 160 0,-3 0-160 15,0 0 128-15,-1 0-128 0,-12 0 128 0,17-2-128 16,-3 0 128-16,-1-2-128 0,0 4 144 0,-1 0-144 15,-12 0 160-15,17 0-160 0,-3 0 176 0,0 0-176 16,-1 3 192-16,-2-2-192 0,-11-1 160 0,15 2-160 16,-2 0 128-16,0-2-128 0,-1 3 128 0,1-2-128 0,0-1 128 15,-5 0-128-15,-8 0 128 0,15-4-128 0,-3 2 128 16,-12 2-128-16,15-2 160 0,-2 1-160 0,0-2 192 0,-13 3-192 16,12 0 144-16,-2 0-144 0,0 0 0 15,4 0 144-15,-14 0-144 0,15 0 0 0,-15 0 0 0,14-2 128 16,-1 2-128-16,-13 0 0 0,14 2 0 0,-1-2 0 15,-13 0 0-15,0 0 0 0,15 0 128 0,-15 0-128 16,14 6 0-16,-1-4 0 0,-13-2 0 0,0 0 0 16,13 4 0-16,-13-4 0 0,14 4 0 0,-3-1 0 15,-11-3 0-15,12 1 0 0,-12-1 0 0,12 4 0 16,-12-4 0-16,13 4 0 0,-2 0 0 0,-11-4 0 16,0 0 0-16,15 3 0 0,-15-3 0 0,14 5 0 15,-14-5 0-15,12 5 0 0,-12-5-144 0,0 0 144 16,11 6 0-16,-11-6 0 0,6 5 0 0,1 0 0 15,-7-5 0-15,6 6 0 0,-6-6-128 0,6 6 128 0,1-2 0 0,-1 0 0 16,1 3 0-16,2-2 0 0,-9-5 0 16,13 3 0-16,-13-3 0 0,13 2 0 0,-13-2 0 0,13 0 0 15,-13 0 0-15,13-2 0 0,-13 2 0 0,13-2 0 16,-5 2 0-16,-8 0 0 0,0 0 0 0,6 0 0 16,-6 0 0-16,0 0 0 0,8 0 0 0,0 2 0 15,-2-2 0-15,1 2 0 0,-7-2 0 0,0 0 0 16,8 0 0-16,0 0 0 0,-2 0 0 0,-6 0 0 15,0 0 0-15,8 0 0 0,0 0 0 0,0 0 0 16,-1 0 0-16,-7 0 0 0,0 0 0 0,0 0 0 16,5-5 0-16,-5 5 0 0,0 0 0 0,6 0 0 15,-6 0 0-15,7 0 0 0,-7 0 0 0,0 0 0 16,8 0 0-16,-8 0 0 0,8 1 0 0,-8-1 0 16,0 0 0-16,12 4 0 0,-12-4 0 0,13 3 0 0,-13-3 0 0,0 0 0 15,0 0 0-15,0 0 0 0,0 0 0 0,0 0 0 16,11 3 0-16,-11-3 0 0,0 0 0 0,0 0 0 15,0 0 0-15,0 0 0 0,7 2 0 0,-7-2 0 16,0 0 0-16,0 0 0 0,6 4 0 0,-6-4 0 16,10 4-192-16,-2-1 192 0,-2 0-192 0,-6-3 192 15,0 0-240-15,0 0 64 0,0 0 16 0,0 0 0 16,8 2 0-16,-8-2 0 0,0 0 0 0,0 0 0 16,0 0-32-16,0 0 0 0,7 4 0 0,-7-4 0 15,0 0 64-15,6 4 0 0,-6-4 0 0,0 0 0 16,0 0-112-16,0 0-16 0,7 3 0 0,-7-3 0 15,0 0 0-15,0 0 0 0,0 0 0 0,0 0 0 16,0 0-32-16,0 0-16 0,0 0 0 0,0 0 0 16,0 0-944-16,0 0-192 0</inkml:trace>
  <inkml:trace contextRef="#ctx0" brushRef="#br0" timeOffset="34012.71">11701 6856 6447 0,'0'0'576'0,"0"0"-576"0,0 0 0 0,0 0 0 15,0 0 1360-15,0 0 176 0,0 0 16 0,0 0 16 16,0 0 496-16,0 0 112 0,0 0 0 0,0 0 16 15,0 0-144-15,0 0-48 0,0 0 0 0,0 0 0 16,-5-5-464-16,0-1-112 0,0-2-16 0,2 1 0 0,3 7-128 0,-3-8-48 16,3 8 0-16,-5-11 0 0,-1 3-352 0,-1-2-80 15,1 2-16-15,-1 0 0 0,1 0-464 0,0 0-112 16,-4-3-16-16,0 3 0 0,1 0-192 0,-1 0 0 16,1 0 0-16,-3 3 0 0,1-3 0 0,0 0 0 15,-2 5 0-15,2-2-160 0,0 5 160 0,1 0 0 16,-1 3 0-16,-1 0-128 0,0-1-16 0,-1 4 0 15,1 3 0-15,1-3 0 0,0 7-144 0,0-2-32 16,0 3 0-16,-1-1 0 0,3 0 80 0,-1 0 16 16,4 0 0-16,-1-2 0 0,-1 5 224 0,0 0-176 15,0 0 176-15,0 0-160 0,2 2 160 0,-1 1 0 16,2-1 0-16,1 3 128 0,-3-5-128 0,2 3 128 16,1-1-128-16,0-2 128 0,1 0 16 0,2 3 16 0,-1-9 0 0,2 3 0 15,2-4 224-15,1 1 64 0,2-2 0 0,-1-3 0 16,-4-5-48-16,8 4 0 0,0-2 0 0,-1 0 0 15,4-2-192-15,0 3-32 0,1-3-16 0,-1-3 0 16,0 1-160-16,0-4 160 0,1 1-160 0,0 0 160 16,1-1-160-16,0-2 128 0,0-2-128 0,0-1 128 15,0 3-128-15,-1-5 0 0,1 3 0 0,-2-1 0 16,1 0 0-16,-3-2-144 0,1 0 144 0,-2 0-160 16,2-1 16-16,-1 1 0 0,-1 2 0 0,2-2 0 15,-5 0-144-15,1 2-32 0,-1 1 0 0,0-1 0 16,-2 3-32-16,0-2-16 0,-1 2 0 0,-1 0 0 15,1 2 64-15,-2 6 16 0,0 0 0 0,0 0 0 16,0 0 96-16,0 0 32 0,-6 3 0 0,-1 5 0 16,2 3 352-16,1 5 64 0,0 2 0 0,1-2 16 15,-2 2 80-15,2 1 16 0,0 0 0 0,1-1 0 0,1 3-32 0,-1-5 0 16,-1 3 0-16,1-3 0 0,2-3-64 0,2 0-16 16,1-2 0-16,-1-1 0 0,-1-2-64 0,-1-8-32 15,0 0 0-15,0 0 0 0,8 6-160 0,-8-6 192 16,8 2-192-16,-1-2 192 0,-7 0-192 0,0 0 0 15,8-4 0-15,0 3 0 0,0-2-192 0,0-2-80 16,-2 2-16-16,2 1-12176 16,2-4-2432-16</inkml:trace>
  <inkml:trace contextRef="#ctx0" brushRef="#br0" timeOffset="34636.32">12155 6782 20271 0,'0'0'896'0,"0"0"192"0,0 0-880 0,0 0-208 0,0 0 0 0,0 0 0 16,-10-3 1088-16,1 3 192 0,1 0 16 0,-2-2 16 16,0-1 848-16,1 3 160 0,-2-5 48 0,1-1 0 15,2-1-928-15,2 1-176 0,-1-2-48 0,-1 0 0 16,-2 0-560-16,2-2-112 0,0-3-32 0,0 2 0 16,0 0-384-16,0 3-128 0,0 3 0 0,0 2 0 15,-1-2 0-15,1 2 0 0,0 3-240 0,0 2 80 16,0 2-224-16,0 1-32 0,0 6-16 0,-1 2 0 15,3 5 112-15,1 1 0 0,0 2 16 0,2 3 0 16,0 3 304-16,1 1 0 0,2-1-128 0,2 2 128 16,0 0 256-16,1-5 96 0,0 0 32 0,2-3 0 15,1 0 128-15,1 0 16 0,1-4 16 0,0-2 0 0,0 1-160 0,0-5-16 16,0-3-16-16,3 0 0 0,2-3-96 0,-2 0-32 16,0-5 0-16,1-5 0 0,-1-5 0 0,0-4 0 15,0-2 0-15,2-2 0 0,0-3-96 0,0-3 0 16,-4 3-128-16,1-3 192 0,0-3-192 0,1 1 0 15,0-3 0-15,-1-1 0 0,-4-4 0 0,-1 0-208 16,-2-4 32-16,0-1 16 16,2 2-208-16,-2 2-32 0,-1-2-16 0,0-5 0 15,-2 1-480-15,0 2-80 0,-2 5-32 0,0 10 0 16,2 3 240-16,0 4 32 0,0 6 16 0,0 3 0 0,0 8 432 0,0 0 96 16,0 0 0-16,0 0 16 0,0 0 384 0,0 0 80 15,-4 4 16-15,-1 8 0 0,3-3 16 0,2-1 0 0,3 4 0 16,-1-1 0-16,-2-2-32 0,2 4 0 0,1 0 0 0,0 3 0 15,0 0 160-15,2 7 48 0,-2-1 0 0,1 7 0 16,-1-2-96-16,0 1-16 0,0-3 0 0,0 4 0 16,-1 3-128-16,-2-3-48 0,0 0 0 0,2 0 0 15,1-2-48-15,0-1-16 0,-1-5 0 0,-1-2 0 16,2 2-144-16,1 0 128 0,0 0-128 0,1-2 128 16,0-3-128-16,0 3 128 0,0-4-128 0,0 4 128 15,-1-3-128-15,3-3 0 0,-2 0 0 0,-1-1 0 16,-4-12 0-16,0 0-144 0,0 0 144 0,0 0-208 31,8 9-400-31,-8-9-80 0,7 3-16 0,-7-3 0 0,0 0-1680 0,8 0-352 0</inkml:trace>
  <inkml:trace contextRef="#ctx0" brushRef="#br0" timeOffset="35078.15">12617 6750 10127 0,'0'0'448'0,"0"0"96"0,-6 5-544 0,6-5 0 0,0 0 0 0,-5 8 0 16,5-8 1360-16,0 0 176 0,0 0 16 0,6 8 16 16,1 0 896-16,4-3 176 0,2-4 48 0,5 1 0 15,1-2-240-15,3 0-32 0,2 0-16 0,2 0 0 16,0 0-896-16,1-2-176 0,2-4-48 0,1 4 0 15,1-1-592-15,-2 0-128 0,0-5-32 0,-1 3 0 16,0-3-384-16,-1 0-144 0,-1 0 0 0,-2 3 144 16,0-3-144-16,-2 0 0 0,-1-2 0 0,-2 4 0 15,-2 1-320-15,-1 0 0 0,-4 2 0 0,0 0 0 16,-4-2-352-16,-8 5-64 0,0 0-16 0,0 0 0 16,0 0-672-16,0 0-144 0,0 0-32 0,0 0-13152 15</inkml:trace>
  <inkml:trace contextRef="#ctx0" brushRef="#br0" timeOffset="35328.15">13015 6390 13823 0,'0'0'608'0,"0"0"128"0,0 0-592 0,0 0-144 16,0 0 0-16,0 0 0 0,-8 5 2224 0,2 0 400 15,6-5 96-15,-2 11 16 0,2 2 16 0,0 2 16 0,0 2 0 0,2 4 0 16,-1 3-1024-16,3 5-208 0,-3 3-32 0,1 0-16 15,-1-3-688-15,1 3-144 0,0-1-16 0,1 1-16 16,-2-2-304-16,1-1-48 0,0-5-16 0,-1-1 0 16,-1 1-128-16,0 0-128 0,0 2 192 0,0-2-192 15,0-2 0-15,0 1 0 0,0-2 0 0,0-2 0 32,0 2-288-32,2 3-112 0,-1-3-32 0,-1-5-18000 0</inkml:trace>
  <inkml:trace contextRef="#ctx0" brushRef="#br0" timeOffset="36263.25">13734 6349 15663 0,'0'0'1392'0,"0"0"-1120"15,0 0-272-15,0 0 0 0,0 0 784 0,0 0 112 16,-1 9 0-16,-3-1 16 0,1 5 432 0,2-2 96 16,1 6 16-16,3 0 0 0,0 6 240 0,0-6 48 15,2 7 16-15,0 0 0 0,0 2-512 0,1 1-96 16,0-1-32-16,2 3 0 0,-3 0-336 0,0-5-64 16,0 3-16-16,1 5 0 0,-1-6-304 0,-2 0-64 15,1-9-16-15,-1 1 0 0,-2-2-48 0,1-3-16 16,0 0 0-16,-1-2 0 0,1 0-64 0,-1-3-32 0,-1-8 0 0,0 0 0 15,0 0-32-15,0 0-128 0,0 0 192 0,0 0-64 16,0 0-128-16,-6-8 160 0,1-3-160 0,0-5 160 16,2 0-304-16,2-5-64 0,1 2-16 0,3-4 0 31,2 1-416-31,1 1-64 0,0 0-32 0,4 3 0 16,1 2 80-16,2 2 16 0,2 1 0 0,2 2 0 0,1 1 640 0,1 2 0 0,0 3 0 0,1 2 0 15,-1 3 0-15,-1 0 192 0,-2 0 0 0,0 3-16 16,0-1 304-16,-2 4 64 0,-1-1 16 0,-2 3 0 15,-3 0 64-15,-1 0 16 0,-7-8 0 0,4 13 0 16,0 0-144-16,-3 0-32 0,-1 1 0 0,-3-1 0 16,-2 3-208-16,0 0-64 0,-1 0 0 0,0 0 0 15,-4 0 0-15,2-3-16 0,-2 2 0 0,1-1 0 16,-3-1-176-16,1 0 192 0,-2-2-192 0,1-1 192 16,-3-4-192-16,1-1 128 0,-1-2-128 0,1-1 128 15,-1-2-128-15,1-2 0 0,-1-1 0 0,3 0 128 0,-1-4-128 0,0 1 0 16,2-2 0-16,1 3-176 0,0-3-160 0,2-2-48 15,2 1 0-15,1-1 0 16,4-1-880-16,1 3-176 0,1-2-32 0,4-1-15616 16</inkml:trace>
  <inkml:trace contextRef="#ctx0" brushRef="#br0" timeOffset="37098.65">14737 6538 18431 0,'0'0'1632'0,"0"0"-1312"0,0 0-320 0,0 0 0 16,0 0 1632-16,0 0 256 0,0 0 48 0,0 0 16 15,0 0-384-15,0 0-80 0,0 0-16 0,0 0 0 16,0 0-48-16,5-5-16 0,-5-3 0 0,2 4 0 16,-2 4-336-16,0 0-80 0,1-7-16 0,-2 1 0 15,-3-1-432-15,0-1-96 0,-3 3 0 0,1-3-16 16,-1 5-144-16,-1-2-32 0,-3 4 0 0,0-2 0 16,-2-1 0-16,0 3-16 0,-1 1 0 0,-1 1 0 15,1 6-80-15,-2-1-16 0,0 2 0 0,-4 3 0 0,3 2-144 16,1 0 0-16,0 6 0 0,3 1 0 0,2 1 0 0,1 1 0 15,2-3-176-15,2 7 176 0,2-2-176 0,3 0 176 16,1 3-208-16,3-3 80 0,0-1 128 0,4-1-128 16,-3-4 128-16,3 0-128 0,1-1 128 0,1 1 0 15,1 0 0-15,1-1 128 0,2-2 48 0,2 1 16 16,-1 0 0-16,2-3 0 0,0-2-16 0,0-1 0 16,0-4 0-16,2-1 0 0,0 3-176 0,-1-3-176 15,1-2 48-15,3 2-12768 16,-7-5-2544-16</inkml:trace>
  <inkml:trace contextRef="#ctx0" brushRef="#br0" timeOffset="43931.04">11341 7451 4111 0,'4'-8'368'0,"-3"0"-368"16,1-3 0-16,-1-2 0 0,1 5 0 0,0 0 128 15,-1 0-128-15,-1 8-128 0,2-6 128 0,-2-4-176 16,-2 1 1008-16,1 1 192 0,1 8 32 0,0 0 48 15,0 0 96-15,-4-8 16 0,0 0 0 0,0 0 16 0,4 8-80 0,0 0-32 16,0 0 0-16,0 0 32 0,-6-9 160 0,1 1 32 16,5 8 16-16,0 0 48 0,-6-3-80 0,6 3-16 15,-7-5 0-15,7 5 32 0,0 0-560 0,0 0-96 16,0 0-32-16,0 0 48 0,0 0-448 0,0 0-64 16,0 0-32-16,0 0 32 0,0 0-192 0,0 0 192 15,0 0-192-15,8 7 208 0,0-1 0 0,2 1 0 16,0-2 0-16,2 3 48 0,4 0-128 0,1 3-128 15,-1-2 176-15,3 3-48 0,2-3 80 0,1 6 16 16,2-1 0-16,0 1 32 0,0-3 0 0,0 5-16 16,-1-5 0-16,3 1 16 0,-1 3-16 0,1-1-16 15,-5-6 0-15,0 3 0 0,0-8-224 0,-1 1 144 0,1 2-144 16,0-3 128-16,0 0 96 0,-2-3 16 0,1-1 0 0,-1-1 0 16,3-6 144-16,-1 2 16 0,-5 2 16 0,0-5 0 15,-3 0-192-15,0-1-32 0,-3-3-16 0,1-1 0 16,0 2-176-16,0 2 192 0,2-3-192 0,-3-1 192 15,-1 2-192-15,1 2 0 0,1-3 0 0,0 4 0 16,2 0 0-16,2 0 0 0,-1 3 0 0,5-3 0 16,2 0 0-16,0 5 0 0,2-2-128 0,-3 4 128 15,0-2 0-15,-1-1 0 0,-5 4 0 0,1 0 0 16,-1 5-128-16,1 2 128 0,-1 1 0 0,1 1 0 16,-1-1 0-16,0 5 0 0,1-2 0 0,1 4 0 15,0-2 160-15,0 0 48 0,0-2 16 0,7 2 0 16,-6-5-224-16,3 0 128 0,-1-2-128 0,2-3 0 15,-1-3 0-15,1 0 0 0,2-1 0 0,1-6 0 0,2 2 0 16,1 1 0-16,0-8 128 0,0 3-128 0,1-6 128 0,-1 2 0 16,0 1-128-16,1-3 192 0,-3-2-192 0,1 0 128 15,-2 0-128-15,8-6 0 0,-3 2 0 0,-2 5 128 16,-1 2-128-16,-2 0 0 0,0-3 0 0,-1 5 0 16,-1-1 0-16,0 2 0 0,3 3 0 0,-3 0 0 15,-3 3 0-15,1-3 0 0,0 3 0 0,1 0 0 16,2-1 0-16,1 4 0 0,0 0 0 0,2 1 0 15,-2-2 0-15,1 3 0 0,3 3 0 0,-1 2 0 16,0-1 0-16,0 3 0 0,6-2 0 0,-3-1 0 16,-1 5 0-16,-2-1 0 0,0 4 128 0,-1 0-128 15,-2-1 176-15,-1-2-176 0,-2 3 160 0,-2-3-160 16,0 3 128-16,0-4-128 0,-1 0 160 0,0-4-160 0,-2 0 192 0,0-1-192 16,1-2 160-16,3 4-160 0,-3-1 128 0,1-4-128 15,-2 0 0-15,0 0 128 0,0 0-128 0,0 3 0 16,2-2 128-16,-1 1-128 0,-1 0 128 0,1-2-128 15,-1 0 160-15,0 0-160 0,0 0 192 0,0 0-192 16,0 0 176-16,0 0-176 0,-2 0 160 0,1 0-160 16,1 0 128-16,0 0-128 0,-2 3 0 0,1-3 0 15,-1-3 128-15,1 3-128 0,-3 0 0 0,3 0 0 16,-1 0 128-16,1 0-128 0,-1 0 0 0,2 0 0 16,0 0 192-16,0 0-64 0,0 0-128 0,0 0 192 15,-1 0-192-15,-1-2 128 0,1 0-128 0,-1-2 0 16,1 4 144-16,-1 0-144 0,-1 3 128 0,-2-3-128 15,0-3 0-15,-1 3 0 0,-2-2 128 0,0 2-128 16,0 2 0-16,0-2 0 0,-8 0 0 0,8 0 0 0,2 4 0 16,-4 0 0-16,-6-4 0 0,10 3 0 15,-10-3-720-15,8 1-32 0,-8-1 0 0,0 0-10976 16,11 7-2208-16</inkml:trace>
  <inkml:trace contextRef="#ctx0" brushRef="#br0" timeOffset="46894.89">10008 6039 5519 0,'0'0'496'0,"0"0"-496"0,0 0 0 0,0 0 0 16,0 0 0-16,0-6 0 0,0 6 0 0,-2-8 0 15,-1-1 0-15,0 1 0 0,0-1 0 0,-1 1-128 16,4 8 128-16,0 0-128 0,-4-8 128 0,-1 3 0 15,0-3-144-15,2 3 144 0,3 5-128 0,0 0 128 16,0 0 0-16,-4-11-176 0,1 0 176 0,0 1 0 16,0 2-144-16</inkml:trace>
  <inkml:trace contextRef="#ctx0" brushRef="#br0" timeOffset="48006.74">9976 5880 4607 0,'0'0'400'16,"0"0"-400"-16,0 0 0 0,0 0 0 0,0 0 800 0,0 0 80 15,0 0 16-15,0 0 0 0,0 0 0 16,0 0 16-16,8 5 0 0,-8-5 0 0,0 0-384 0,8 8-80 15,0-3 0-15,-2 3-16 0,4 0 272 0,-1 0 48 16,-1 0 16-16,2 0 0 0,0 0 384 0,1 3 64 16,3-1 32-16,-1-2 0 0,0 3-288 0,1-3-48 15,-4-3-16-15,3 3 0 0,1 0-320 0,1 0-64 16,1 0 0-16,-2 0-16 0,-1-3-368 0,2 0-128 16,-1 1 0-16,5-1 0 0,-3-2 128 0,2-1-128 15,0-4 0-15,-1-1 0 0,1-5 256 0,1 0-32 16,2 0-16-16,2-3 0 0,1-4 128 0,0-1 32 15,0-3 0-15,3 3 0 0,2-2-112 0,1-1 0 16,-4 6-16-16,3-3 0 0,-2 0 176 0,2 0 32 0,3 3 16 0,0 0 0 16,2 0-176-16,-2-1-32 0,-1 4-16 0,7-3 0 15,-1 4-240-15,-2 2 0 0,-1 1 128 0,-3 4-128 16,-3-1 0-16,0 0 144 0,-1 3-144 0,0 0 128 16,2 3 240-16,0 0 32 0,0-1 16 0,1 3 0 15,1-7-160-15,1 4-16 0,2 1-16 0,-2-3 0 16,0 3-96-16,0-1-128 0,-1-2 176 0,1 1-176 15,0 4 448-15,1 0-32 0,1 3 0 0,-2 0 0 16,0 0 0-16,-1 2 0 0,-1-2 0 0,1 1 0 16,-2 1-256-16,1 3-160 0,1-2 192 0,-2-1-192 15,-2-2 0-15,2 0 0 0,1 0 0 0,1 0 0 16,-1-2 0-16,1-1 0 0,-2-2 0 0,1 2 0 16,2 0 0-16,0 3 0 0,0-3 0 0,0-2 0 15,-3 0 0-15,0-1 160 0,-1-2-160 0,-1 0 128 0,0 0-128 0,2 0 192 16,-2 0-192-16,-1 0 192 0,0-2-192 0,-1-1 0 15,3 0 144-15,-4-2-144 0,0 2 0 0,-2-4 0 16,-1-1 0-16,2 2 0 0,1-2 0 0,0 3 0 16,1-3 0-16,-1 0 0 0,-1 0 0 0,-1 0 0 15,1 0 0-15,-1 0 0 0,1 6 0 0,-1-1 0 16,1 3 0-16,-2-3-128 0,-2 3 128 0,2 0 0 16,0 3 0-16,1 0 0 0,-3-1 0 0,0 3 0 15,-1-2 0-15,1 2 0 0,-1 1 0 0,1 2 0 16,-3 0 0-16,0 0 0 0,0 0 0 0,1 0 0 15,0 0 0-15,2 0 0 0,1-1 0 0,1 1 0 16,-1 0 0-16,1-3 0 0,2-2-208 0,1 3-16 0,3-1 0 0,12 0 0 31,-9-5-320-31,-1 0-64 0,-2-3-16 0,-1 4 0 16,4 1 112-16,1 3 32 0,-2-2 0 0,-8 2 0 0,0-5 320 0,3 0 160 0,1-2-160 0,3-1 160 16,0 3 0-16,1 0 0 0,0 0 0 0,0 0 0 15,0 0 0-15,0 3 0 0,1-1 0 0,1-2 0 16,-2 3 0-16,1-3 0 0,1 3 0 0,12 3 0 15,-1 2 0-15,-4 1 0 0,-4-1 0 0,-2 0 0 16,-1-2 0-16,-1 2 0 0,1 0 0 0,-3 2 0 16,0 1 0-16,-1-1 0 0,0 2 0 0,1 0 0 15,-1-1 0-15,0 2 0 0,0 0 160 0,1 3-160 16,-3 0 128-16,1 0-128 0,-2 0 0 0,2-3 128 16,1 4-128-16,0-1 0 0,1 0 0 0,-1-4 0 15,0 0 0-15,1-4 0 0,-1 4 0 0,2-4 0 0,-2-3 0 16,2-1 0-16,-2 0 0 0,2-4 0 0,2-4-304 15,-1 0 64-15,0-4 16 0,-1 3 0 16,-1-7-208-16,-1 4-32 0,0-4-16 0,2 0 0 0,0 3 480 0,0-3 0 16,0 1 0-16,0-2 0 0,1 4 192 0,1-2-64 15,-1-1 0-15,2-1-128 0,0 1 304 0,0 0-48 16,-4 0-16-16,1-1 0 0,1 0-240 0,-1 2 0 16,0-1 0-16,0 3 0 0,-4-2 0 0,1 2 0 15,-2 1 0-15,-3 4 0 0,3 0 0 0,-1 4 0 16,-4 0 128-16,0 2-128 0,-1-2 384 0,1 2 16 15,0 4 16-15,1-1 0 0,-3 0-64 0,-1-2-16 0,0-3 0 16,4 0 0-16,0 0-336 0,4 0 144 0,1-3-144 0,-1 3 0 16,-4-4 0-16,3 0 0 0,-1-1 0 0,1 0 0 15,-1-1 0-15,1 1 0 0,-1 2 192 0,1-2-192 16,-4 2 192-16,2-2-192 0,-2 3 192 0,-1-1-192 16,-2-2 592-16,-2 2 16 0,1 0 0 0,-1-1 0 15,-1 3-160-15,1-2-16 0,-1 1-16 0,0-1 0 16,0-2-416-16,0-1 0 0,-13 6 128 0,16-5-128 31,-2 0-816-31,1-1-192 0,-2-2-32 0,1 0-15216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0" timeString="2022-09-19T10:26:08.992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22-09-19T10:26:10.765"/>
    </inkml:context>
  </inkml:definitions>
  <inkml:trace contextRef="#ctx0" brushRef="#br0">24403 11426 0</inkml:trace>
  <inkml:trace contextRef="#ctx1" brushRef="#br0">13046 10090 1839 0,'0'0'160'0,"0"0"-160"15,0 0 0-15,0 0 0 0,0 0 928 0,0 0 160 16,0 0 16-16,0 0 16 0,0 0 368 0,0 0 80 16,0 0 16-16,0 0 0 0,-8-1 368 0,8 1 80 15,0 0 16-15,0 0 0 0,0 0-128 0,0 0 0 16,0 0-16-16,0 0 0 0,0 0-48 0,0 0 0 15,0 0 0-15,0 0 0 0,-5-7-448 0,2 1-112 0,3 6-16 0,0 0 0 16,0-8-640-16,1 0-128 0,-1 8-16 0,5-8-16 16,0 0-192-16,-5 8-32 0,5-5-16 0,1-3 0 15,1 5 16-15,-3-2 16 0,1 0 0 0,0 0 0 16,0-1-32-16,1 1-16 0,1 2 0 0,-1-2 0 16,2 0-80-16,-2 0-16 0,1-1 0 0,3 1 0 15,-1-1-128-15,1 1 192 0,-1 0-192 0,1 2 192 16,1-2-192-16,1 5 128 0,-3-3-128 0,1 3 128 15,-1-2-128-15,-9 2 128 0,12-3-128 0,-3 3 128 16,1 3-128-16,0-3 128 0,-1 0-128 0,1 0 128 16,-4 0-128-16,2 0 0 0,0 2 0 0,0-2 0 15,2 0 0-15,0-2 0 0,-1-1 0 0,2 3 0 16,2 0 0-16,0 0 0 0,2 3 0 0,1-1 0 16,-2-2 0-16,4 0 0 0,1 3 0 0,-1-3 0 0,-1 5 0 15,1-2 0-15,-2-3 0 0,2 0 0 0,-6 3 128 0,3 2 0 16,1-2 0-16,0-1 0 0,-2 1-128 0,1-1-176 15,1-1 48-15,0 1 0 0,6-2 128 0,-1 3 0 16,-3-1 0-16,0-1 0 0,-1-1 0 0,2 2 0 16,1-2 0-16,-1 0 0 0,0 0 0 0,1 0 0 15,-1-3 0-15,2 3 0 0,-1-2 0 0,1-1 0 16,0 3 0-16,2 0 0 0,-2-2 0 0,-1 2 0 16,3 2 0-16,6 1 0 0,-2-1 0 0,-1 1 0 15,-2 0 0-15,0 0 0 0,2-1 0 0,-1 1 0 16,-1-1 0-16,0 1 0 0,0 2 0 0,1-5 0 15,-1 0 0-15,0 3-128 0,0-3 128 0,0 0 0 0,-2-3 0 0,2 3 0 16,0-5 0-16,0 2 0 0,1 3 0 0,0-5 0 16,1 3 0-16,0-1 0 0,-4 3 0 0,1-3 0 15,2 3 0-15,1-2 0 0,1 1 0 0,0-1 0 16,-1 2 0-16,1 0 0 0,1 2 0 0,7 1 0 16,-3 0 0-16,-1 0 0 0,-3-1 0 0,1 1 0 15,-1-1 0-15,-1 1 0 0,0 2 0 0,-1-2 0 16,0 0 0-16,1-1 0 0,-1-2 0 0,-1 0 0 15,2 0 0-15,1-2 0 0,-1-1 0 0,2 3 0 16,0 0 0-16,0 0 0 0,1 3 0 0,-3-1 0 16,-1-2 0-16,0 0 0 0,-7 0 0 0,2 3 0 15,1-1 0-15,1-1 0 0,-1-1 0 0,1 0 0 16,-1 2 0-16,2-2 0 0,0 0 0 0,9 0 0 16,-6-2 0-16,2 1 0 0,-2-4 0 0,2 5 0 0,-2-5 0 15,2 5 0-15,0-3 0 0,-2 3 0 0,-1 0 0 16,0 3 0-16,-2-3 0 0,3 5 0 0,0-2 0 0,-1 0 0 15,0-1 0-15,-1 3 0 0,1-2 0 0,1-3 0 16,0 0 0-16,1 0-128 0,-1 0 128 0,2-3 0 16,-7-2 0-16,2 2 0 0,2-2 0 0,0 3 0 15,1-1 0-15,0 0 0 0,1-2 0 0,-1 5 0 16,0 0 0-16,7 3 0 0,-4-1 0 0,-1 1 0 16,-1 0 0-16,-3 2 0 0,-2 0 0 0,-1 0 0 15,-1-2 0-15,0 0 0 0,-5-1 0 0,0-1 0 16,0 1 0-16,2-2 0 0,1 0 0 0,0 0 0 15,-1 0 0-15,1-2 0 0,4-1 0 0,-3 0 0 16,0 0 0-16,-1-2 0 0,-1 3 0 0,-1-1 0 0,-5 0 0 0,-1 1 0 16,2 2 0-16,-2 0 0 0,2 0 0 0,-2 0 0 15,0-3 0-15,0 3 0 0,1 0 0 0,0 0 0 16,1 0 0-16,-2 0 0 0,-2-3 0 0,0 3 0 16,-1 0 0-16,2 0 0 0,-2 0 0 0,1-2 0 15,-1-1 0-15,2 3 0 0,0-3 0 0,1 3 0 16,0 0 0-16,0 0 0 0,1-2 0 0,-1-1 0 15,0 3 0-15,0 3 0 0,1-3 0 0,-3 0 0 16,-9 0 0-16,10 2 0 0,-10-2 0 0,9 3 0 16,1 2 0-16,-2-2 0 0,0 2 0 0,0-2 0 15,-8-3 0-15,0 0 0 0,10 5 0 0,-2 1 0 16,-8-6 0-16,0 0 0 0,0 0 0 0,0 0 0 16,0 0 0-16,9 2 0 0,-9-2 0 0,0 0 0 15,0 0 0-15,0 0 0 0,0 0 0 0,0 0 0 0,0 0 0 0,0 0 0 16,0 0 0-16,0 0 0 0,0 0 0 0,0 0-160 15,-8 3 160-15,8-3-160 16,-8 3-432-16,0-1-96 0,-1 3-16 0,1 1-17456 16</inkml:trace>
  <inkml:trace contextRef="#ctx1" brushRef="#br0" timeOffset="3089.65">13604 3575 6447 0,'0'0'576'0,"0"0"-576"16,-13 3 0-16,4-1 0 0,9-2 432 0,0 0-32 15,-12 8 0-15,12-8 0 0,-14 6 320 0,3 1 64 16,11-7 16-16,-11 6 0 0,11-6-160 0,-12 8-16 15,1-3-16-15,11-5 0 0,-8 8-80 0,8-8-16 16,-3 5 0-16,-2 3 0 0,-1-3 176 0,-1 1 16 16,-1-1 16-16,2 1 0 0,-1 1-80 0,1-1 0 15,-5-1-16-15,1 5 0 0,2-4 16 0,-3 4 16 16,3-2 0-16,0 0 0 0,-2 0-80 0,2 3 0 16,2-1-16-16,2-1 0 0,1 4-64 0,0 11-16 15,0 2 0-15,1-5 0 0,1 8-160 0,-1 19-48 0,2 5 0 16,2-3 0-16,1 1 80 0,0 0 16 0,-1-3 0 0,1-11 0 15,3 0 80-15,6 19 0 0,0-6 16 16,0-5 0-16,-4-8 192 0,0-13 48 0,3 0 0 0,2 5 0 16,1-2-96-16,1-1-16 0,-3 3 0 0,1-5 0 15,0 0-208-15,0 0-32 0,0 2-16 0,-2-2 0 16,-1 0-144-16,-2-3-16 0,0 0-16 0,1-2 0 16,1 0-16-16,0-1 0 0,-1 3 0 0,2 0 0 15,-1-2 80-15,1-1 16 0,1-2 0 0,-1 0 0 16,0 0-48-16,2-3 0 0,-4-2 0 0,1 0 0 15,1 2-48-15,1 0-16 0,-3 0 0 0,1-2 0 16,-1-2 0-16,1 1 0 0,0-4 0 0,1 6 0 16,-1-3-128-16,-1-1 0 0,-1-1 0 0,-8-7 0 15,10 5 0-15,-2-1 128 0,0 3-128 0,-8-7 0 0,0 0 128 0,10 1-128 16,-10-1 0-16,0 0 128 0,11 0-128 0,-2-1 0 16,-9 1 0-16,0 0 128 0,8-7-128 0,-8 7 0 15,0 0 0-15,0 0 0 16,5-6-848-16,-5 6-208 0</inkml:trace>
  <inkml:trace contextRef="#ctx1" brushRef="#br0" timeOffset="11461.34">3715 11671 10127 0,'0'0'896'0,"0"0"-704"0,0 0-192 0,0 0 0 15,-8 0 480-15,8 0 64 0,-6-1 16 0,6 1 0 16,0 0 448-16,0 0 80 0,-5 1 32 0,5-1 0 16,0 0-128-16,0 0-32 0,-5 5 0 0,5-5 0 15,0 0-256-15,0 0-64 0,0 0-16 0,0 0 0 16,0 0 272-16,0 0 48 0,0 0 16 0,0 0 0 15,10-5 256-15,1 4 48 0,0-2 16 0,1-1 0 16,0 4-448-16,1-1-64 0,2-1-32 0,-1 1 0 16,1-3-416-16,1 4-64 0,-4 0-32 0,3-1 0 15,1-2-96-15,0-1-128 0,0 0 176 0,2 0-176 16,-1 3 192-16,3-4-64 0,0-2 0 0,6-1-128 16,-2 0 192-16,2 0-64 0,0 0 0 0,1 0-128 15,0 2 272-15,0-2-48 0,-4 1-16 0,1 3 0 16,0-1-32-16,2 2-16 0,-1-1 0 0,3 4 0 0,-3-1-32 15,1 1 0-15,0 0 0 0,1 1 0 0,0 3 64 0,1-1 0 16,-1-2 0-16,2 4 0 0,-2-3-192 0,2-1 128 16,0 3-128-16,0-3 128 0,-2 1-128 0,0-2 0 15,0 0 144-15,1 0-144 0,2 0 144 0,-1 0-144 16,0 0 192-16,6-2-192 0,-4-3 144 0,-2 5-144 16,0 0 0-16,-2 0 144 0,0-1-144 0,-1-2 128 15,0-2-128-15,-1-2 128 0,-6 3-128 0,2-1 0 16,2-2-192-16,-1-1 192 0,2-1-128 0,0-3 128 15,0 4 0-15,2-1 0 0,0-2 0 0,-1 3 0 16,1 3-144-16,1-3 144 0,1 4 0 0,-1 0 0 16,0 4 0-16,2 0 0 0,0 0 0 0,-2 0 0 15,1 0 0-15,-1 0 0 0,-1 0 0 0,1 3 0 0,0-2 0 0,2 3 0 16,-3-4 0-16,1 5 0 0,0-1 0 0,2 0 0 16,0 2 0-16,0 0 0 0,0 1 0 0,1-2 0 15,1-1 0-15,1 4 0 0,0-1 0 0,0-1 0 16,-1 1 0-16,-1-2 0 0,2 3 0 0,0-4 0 15,-1 4 0-15,-1 0 0 0,-1 0 0 0,0 0 0 16,6 4 0-16,-1-3 0 0,-2-1 0 0,-1 4 0 16,-2-8 0-16,-2 4 0 0,-2-3 0 0,0-2 0 15,-1 2 0-15,0 2 0 0,0-6 0 0,-2-1 0 16,1 0 0-16,-2-1 0 0,-1 1 0 0,3 0 0 16,-1-3 0-16,-1 3 0 0,0-4 176 0,0 4-176 15,-2 0 336-15,0 0-32 0,-1 0-16 0,0 0 0 16,-2 0 80-16,0 0 16 0,-2 4 0 0,1-4 0 15,-1 4-144-15,2 0-32 0,-1-4 0 0,-1 0 0 0,1 0-208 0,-1 0 128 16,-1 0-128-16,0 0 0 0,0 0 128 0,1-4-128 16,-1 0 0-16,1 4 144 0,1-4-144 0,-1 4 0 15,2-1 0-15,3-3 0 0,-1 3 0 0,-2-1 0 16,0 2 128-16,0 2-128 0,0-1 0 0,-1-1 0 16,-1 4 0-16,1-3 0 0,-1 3 0 0,1 0 0 15,-3 0 0-15,3-1 0 0,-2-2 128 0,-1 3-128 16,1-3 0-16,2 1 128 0,1-1-128 0,-2-1 0 15,-1 0 0-15,0 4 0 0,0-4 0 0,0 1 0 16,-4 1 0-16,1-1 0 0,-1-1 0 0,1 0 128 16,1 0-128-16,1 0 192 0,-1 0-192 0,0 0 0 15,0 0 144-15,2 0-144 0,0-3 0 0,0-2 0 16,-2 5 0-16,-1-1 0 0,-1-1 0 0,1 1 0 0,0-4 0 0,-1 2 0 16,1 3 0-16,-1 0 0 0,1 0 0 0,0 0 0 15,-10 0 0-15,11 0 0 0,-1 0 0 0,-1 0 0 16,1 0 0-16,1 0 0 0,-1 0 0 0,-1 0 0 15,1 0 0-15,0 0 0 0,-1 0 0 0,1 0 0 16,-1 0 0-16,1 0 0 0,-10 0 0 0,10 0 0 16,-1 3 0-16,-1-2 0 0,0 4 0 0,-8-5 0 15,0 0 0-15,10 2 0 0,-10-2 0 0,8 1 0 16,-8-1 0-16,8 0 0 0,-8 0 0 0,0 0 0 16,8-4 0-16,-1-4 0 0,-3 3 0 0,1-7 0 15,-2 3 0-15,-1-6 0 0,-2 3 0 0,-2 0-128 16,4 3-112-16,-4-3-16 0,1 4 0 0,-2-1-12064 15,-2-2-2416-15</inkml:trace>
  <inkml:trace contextRef="#ctx1" brushRef="#br0" timeOffset="12643.84">3486 3848 1839 0,'0'0'160'0,"0"0"-160"0,0 0 0 0,0 0 0 16,-5-3 736-16,5 3 112 0,-6-3 32 0,-1-2 0 0,2 0-32 0,5 5 0 16,-4-8 0-16,-1 0 0 0,5 8 480 0,0 0 80 15,-4-5 32-15,4 5 0 0,-4-8 240 0,0 3 48 16,1-1 16-16,3 6 0 0,0 0 96 0,-5-2 16 16,-1 1 0-16,-2-1 0 0,0 2-160 0,-2 0-32 15,1 2 0-15,-1 1 0 0,2 0-704 0,-2 0-128 16,-1-1-48-16,-2 1 0 0,4 0-432 0,-1 2-96 15,2 0 0-15,0 0-16 0,-2-2-240 0,1 2 176 16,-1 1-176-16,1 2 160 0,-1 0-160 0,0 2 0 16,1 1 144-16,-1 2-144 0,-1 0 0 0,0 3 128 15,1-3-128-15,0 3 0 0,-1 3 0 0,0-1 0 16,0 4 0-16,1 1 0 0,0 1 0 0,1 0 0 0,1 1 0 0,0 6 0 16,0-2 0-16,3 0 0 0,2-8 0 0,1 4-128 15,2-1 128-15,0 0 0 0,0 4 128 0,2-3-128 16,-1 4 336-16,2 0 0 0,1 2 0 0,-1-6 0 15,0 3-16-15,0-6-16 0,0 2 0 0,2 0 0 16,0-3 16-16,0 0 0 0,0 0 0 0,0-2 0 16,-1-3-80-16,3 0-16 0,-1 0 0 0,2 2 0 15,-1-2-224-15,-1 0 144 0,0-3-144 0,1 3 128 16,-1-3-128-16,2 1 0 0,-1-1 0 0,-1 0 0 16,1 1 0-16,-1-1 0 0,0 0 0 0,-1-2 0 15,0-1 0-15,0 1 0 0,0-1 128 0,0-2-128 16,-1 3 0-16,1-3 0 0,0 0 0 0,0-3 0 15,-5-5 0-15,0 0 0 0,0 0 0 0,0 0 0 0,6 5 0 0,-6-5 0 16,0 0-160-16,0 0 160 16,0 0-832-16,0 0-64 0,0 0 0 0,0 0-16320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11:23:38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15862 6827 4607 0,'0'0'400'0,"0"0"-400"16,0 0 0-16,0 0 0 0,0 0 1232 0,0 0 176 0,0 0 16 0,0 0 16 15,0 0 560-15,0 0 112 16,0 0 32-16,0 0 0 0,0 0-752 0,0 0-160 0,0 0-16 0,-6-3-16 16,6 3-400-16,0 0-80 15,0 0-16-15,0 0 0 0,0 0 208 0,0 0 48 16,-10 0 0-16,10 0 0 0,0 0-256 0,0 0-64 0,0 0 0 0,0 0 0 15,0 0 608-15,0 0 112 0,0 0 32 0,-3 8 0 16,0 0-1840-16,1 0-352 0,0 3-80 0,1-1-16 16,-1 1 736-16,2 2 160 0,0 0 0 0,0-2 0 15,0 2 208-15,-1 0 48 0,-1 1 0 0,2 2 0 16,2 2 176-16,-1 1 32 0,1-1 16 0,-1 6 0 16,1 0-32-16,0-3 0 0,-1 0 0 0,2 1 0 15,-1 1-112-15,-2 1-16 0,0 0-16 0,0-3 0 16,0 3-16-16,0-3 0 0,0-1 0 0,0 1 0 0,-2-3-32 15,1-4-16-15,-2 2 0 0,1-1 0 0,0-1-32 0,1-1 0 16,1-3 0-16,0-1 0 16,-2-1-80-16,1 0-128 0,-1 0 176 0,0-3-176 0,2-5 128 0,-1 8-128 15,-2 0 0-15,3-8 0 16,-4 8 0-16,4-8 0 0,-3 8 0 0,3-8 0 0,-5 8 0 0,5-8 0 16,0 0 0-16,0 0 0 15,0 0 0-15,0 0 0 0,0 0 0 0,0 0 0 16,0 0-752-16,0 0-144 0,0 0-48 0,0 0 0 15,0 0-1232-15,2-8-256 0,0 0-64 0,1 0-11408 0</inkml:trace>
  <inkml:trace contextRef="#ctx0" brushRef="#br0" timeOffset="399.59">15862 6930 6447 0,'0'0'576'0,"0"0"-576"0,0 0 0 0,0 0 0 16,0 0-512 0,0 0-192-16,-5-3-64 0,2-2 0 0,3 5 1280 0,0 0 256 0,-3-5 64 0,3 5 0 15,0 0 160-15,-5-3 32 0,0-2 16 0,5 5 0 16,0 0 48-16,0 0 0 0,0 0 0 0,0 0 0 0,0 0 240 0,0 0 48 15,0 0 16-15,0 0 0 16,0 0-96-16,0 0-16 0,-6 5 0 0,6-5 0 0,-7 8-32 0,3-3-16 16,0 1 0-16,1-1 0 15,-2 3-368-15,1-2-80 0,-1 1-16 0,0 1 0 0,2 3-384 0,-2 0-64 16,0-1-32-16,0 3 0 16,0-2 64-16,-1 0 16 0,0-1 0 0,-2 6 0 0,0-3 16 0,1 1 16 15,-1-4 0-15,2 3 0 16,-1-5-192-16,2 4-32 0,2-2-16 0,0-3 0 0,3-7-160 0,0 0 0 15,0 0 0-15,-3 6 0 0,3-6-272 0,0 0-96 0,0 0-16 0,0 0 0 32,0 0-1536-32,0 0-304 0,0 0-64 0,3-8-6448 0,2-3-1296 0</inkml:trace>
  <inkml:trace contextRef="#ctx0" brushRef="#br0" timeOffset="729.82">15819 6901 3647 0,'0'0'320'0,"0"0"-320"0,0 0 0 0,0 0 0 16,0 0 0-16,0 0 0 0,0 0 0 0,0 0 0 16,0 0 1600-16,0 0 320 0,0 0 64 0,9 0 48 15,-9 0-144-15,0 0-32 0,0 0 0 0,7 0 16 16,-7 0-496-16,0 0-96 0,0 0-32 0,8 5 32 16,0 1 192-16,0-1 32 0,0 5 16 0,0-2 16 15,0 0-304-15,0 0-64 0,0 0-16 0,2 0 16 16,-1 0-368-16,1 3-80 0,-2-1-16 0,0-2 32 15,2 3-224-15,-1-1-64 0,1-1 0 0,-1-1 32 0,0 0-32 0,-1-1-16 16,-2 1 0-16,2 3 16 16,0 0-48-16,-2-1 0 0,1-2 0 0,-1 3 32 0,-1-1-192 0,-5-10-48 15,5 8 0-15,0 3 32 16,0-1-224-16,-5-10 0 0,0 0 0 0,0 0 0 0,0 0 0 0,8 8 0 16,0 0 0-16,-8-8 0 15,0 0 0-15,0 0 0 0,0 0 0 0,0 0 0 16,0 0-576-16,0 0-64 0,0 0-32 0,0 0-10656 0,0 0-2112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18T05:48:17.3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19240 6909 2751 0,'-14'-53'128'0,"3"21"16"0,-2 0-144 0,-2-2 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11:40:31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10369 8280 14687 0,'0'0'320'0,"0"0"64"0,0 0 0 0,-3 5 48 0,-4-1-432 0,1 0 0 15,-1 0 0-15,1 0 0 0,0-1 2032 0,-1-2 320 16,1 3 64-16,1-1 16 0,5-3-512 0,-7 1-112 16,7-1-16-16,-6 4 0 0,-2-4-560 0,2 3-112 15,-1-2-32-15,1 3 0 0,1-1-192 0,-1 2-64 16,-1 0 0-16,-3-1 0 0,1 0-64 0,-1 4 0 15,-1-4-16-15,0 8 0 0,-4-3-304 0,1 1-48 0,-1 0-16 0,1 1 0 16,0 2-160-16,-1-1-32 16,4 1-16-16,-2-1 0 0,0-3-48 0,0 2 0 0,1 2 0 0,-1 2 0 15,0-1 16-15,0 1 0 16,2-3 0-16,0 1 0 0,-1 2-144 0,3 1 128 0,1-2-128 0,1 2 128 16,-1 0-128-16,2 4 0 15,-2-3 0-15,3 2 0 0,0 2 0 0,2 3 0 0,0 0 0 0,1 2 0 16,1 0 0-16,1-2 0 0,0 5 0 0,1-5 0 0,2 3 0 15,1-3 0-15,0-1 0 0,3-1 0 16,-1 1 0-16,2-1 0 0,0-1 0 0,0-2 0 0,2-1 0 0,4 3 0 16,1-2 128-16,1-1-128 15,-2-2 144-15,2-3-144 0,2-2 160 0,1 0-160 0,2-1 192 0,3 1-48 16,0-3-16-16,2-3 0 16,0 0 16-16,-1-1 0 0,3-4 0 0,-1 0 0 0,0 0-144 15,0-1 0-15,1-2 144 0,-1-2-144 16,0-3 0-16,1 0 0 0,-1 0 0 0,0-2 0 0,-1-1 128 0,-1-2-128 15,1-1 128-15,0-2-128 0,-1 1 144 0,0-1-144 16,-1-3 192-16,4-2-192 0,-3 0 192 0,-5-3-192 16,-4 8 192-16,-1-5-192 0,-2 2 176 0,0-2-176 15,-2 0 160-15,-2 2-160 0,1-4 128 0,-2 1-128 16,0-1 0-16,-1 1 144 0,-4-4-144 0,-2 2 192 16,-2 0-192-16,-1-2 192 0,-1-1-192 0,-2-2 0 15,-3-3-192-15,-2-2 192 0,-2 1-144 0,-3-3 144 16,-1 4 0-16,-2 2 0 0,-2-2 0 0,-3 0 0 0,-3 4 0 0,1 1 0 15,-1 1 128-15,0 4-128 16,-1 3 0-16,-2 3 144 0,0 1 112 0,1 5 0 0,-3 4 16 0,4 3 0 16,-1 4-272-16,1 3-272 15,0 4 48-15,0 0 16 0,-2 3 208 0,1-1 0 0,3 1 0 0,-3 0-144 16,4 2 144-16,2 0 0 16,1 0-144-16,3-1 144 0,4 0-192 0,1-1 16 15,2-2 16-15,0 6 0 16,1 3-368-16,2 2-80 0,0 5-16 0,2 0 0 15,-1-1-848-15,6-1-160 0</inkml:trace>
  <inkml:trace contextRef="#ctx0" brushRef="#br0" timeOffset="2889.57">12020 6827 4607 0,'0'0'400'0,"0"0"-400"0,0 0 0 0,0 0 0 15,0 0 1456-15,0 0 208 16,0 0 32-16,0 0 16 0,-6-3 848 0,1-2 192 0,0 0 16 0,0-1 16 15,2 1-288-15,0 2-48 0,0-4-16 0,1 1 0 16,1 1-784-16,1 5-176 0,0-5-16 0,0-1-16 16,0 6-624-16,0-5-128 0,0 2-32 0,0 3 0 31,0 0-256-31,0 0-48 16,9 0-16-16,7 3 0 15,-1-3 432-15,-1 0 64 0,-4 0 32 0,-1-3 0 16,1 1-544-16,0-1-128 0,-1 0 0 0,2-2-16 15,1 2-32-15,-1 1 0 0,0-1 0 0,2 3 0 16,0-2-144-16,0 1 0 0,-2 1 144 0,2-2-144 0,-4-1 0 0,1 3 128 16,-2-2-128-16,2-1 0 15,1 0 0-15,0 3 144 0,0-2-144 0,1-1 0 0,-1 0 176 0,0-2-176 16,3 4 160-16,-1-3-160 16,0-2 160-16,0 1-160 0,0 0 160 0,3-1-160 0,2 1 144 0,-2 0-144 15,0 0 128-15,0 2-128 16,-2 0 128-16,1-2-128 0,-1-3 0 0,2 5 128 0,0-3-128 0,-1 2 128 15,-1 4-128-15,2 4 128 0,0-3-128 0,2-1 128 16,-1 3-128-16,3-6 128 0,-3-2-128 0,1 2 128 16,-2 6-128-16,2 2 128 0,1 0-128 0,2-2 0 15,0-3 144-15,0-1-144 0,-4-9 128 0,1 5-128 16,-1 8 128-16,1 1-128 0,1-3 176 0,1-1-48 0,-3 0 0 16,1 3 0-16,0-3-128 0,-1 2 160 15,1 1-160-15,1 0 160 0,-1-3-160 0,-1 2 128 16,1 0-128-16,1-1 128 0,1-1-128 0,-1 3 0 15,2-1 0-15,0-2 128 0,-1 0-128 0,3 0 0 16,3 3 0-16,-2-3 0 0,-5 0 0 0,2 0 0 16,0 0 128-16,3 5-128 0,1-2 0 0,3 2 160 15,-3-2-160-15,1-1 160 0,-2-2-16 0,2 0 0 0,-1 1 0 0,1 1 0 16,0 1-16-16,0-1-128 0,-1-2 192 0,2 0-64 16,7-2-128-16,-2 4 0 0,0 1 144 0,0-3-144 15,-4 0 0-15,-1 0 144 0,0 0-144 0,2 0 0 16,-6 0 192-16,-1 3-64 0,1-1 0 0,-1-1-128 15,1-1 176-15,-1 0-176 0,2 0 160 0,0-1-160 16,3-4 0-16,-2 3 128 0,-3-1-128 0,2 0 0 16,0 3 0-16,-1-2 0 0,-1 1 0 0,1-4 0 15,-3 0 0-15,0 2 128 0,-1 1-128 0,2-1 0 16,0 0 0-16,-1 1 0 0,1-2 0 0,0-3 0 16,0-1 0-16,-2 3 0 0,1 2 0 0,-1 3 0 15,-3 0 0-15,0-2 0 0,-2-1-128 0,1 3 128 16,-2-3 0-16,-2 3-128 0,-1 8 128 0,1-1 0 15,-3-1-784-15,-8-6-48 0,9 3-16 0,-1 4 0 16,-1 2-528-16,-1 2-96 0</inkml:trace>
  <inkml:trace contextRef="#ctx0" brushRef="#br0" timeOffset="3924.62">16533 6914 3679 0,'0'0'320'0,"0"0"-320"15,0 0 0-15,0 0 0 0,0 0 864 0,-6-5 96 16,-1 2 32-16,7 3 0 0,0 0 1520 0,0 0 304 0,0 0 64 0,0 0 16 15,0 0 0-15,0 0 0 0,0 0 0 0,7 3 0 16,-1 0-784-16,2 2-176 0,3 0-16 0,2 1-16 16,1 2-752-16,3 0-160 0,0 0-32 0,4-1 0 15,2-1-320-15,4-1-80 0,3 0-16 0,2 1 0 16,2-1-208-16,3-2-32 0,0-1-16 0,3-2 0 16,2 3-96-16,1-3-32 0,2 0 0 0,2-3 0 15,1 3-32-15,1-2-128 0,0-1 192 0,0 0-64 16,3 0 0-16,1-2 0 0,-2 3 0 0,13-4 0 0,-4 4 0 0,-1-1-128 15,-16 0 192-15,1-2-64 0,-1 3-128 0,0-4 192 16,1 3-192-16,-1-2 192 0,0 0-192 0,2 0 128 16,-1-1-128-16,-3-2 128 0,-1 3 0 0,1 2-128 15,-3-2 192-15,1 2-64 0,9-2 16 0,-2 3 0 16,-4 1 0-16,-4 1 0 0,-7 0-16 0,1 1 0 16,0 1 0-16,0-2 0 0,0 3-128 0,0 0 0 15,2-1 144-15,0 3-144 0,1-5 0 0,2 3 0 16,-2-3 0-16,-1 5 0 0,0-5 0 0,-1 3 0 0,1-3 0 15,0 3 0-15,-2-1 0 0,-2-2 0 0,1 3 0 16,-1-1 0-16,1-1 0 0,-2 1 0 0,-2-2 0 16,0 3 0-16,-1-1 0 0,-2-1 0 0,0 1 0 0,7 1 0 15,-4 2 0-15,-1 0 0 0,-2-2 0 16,0 2 128-16,1-2-128 0,1 2 0 0,-5-2 0 0,-2 0 0 16,-1-1 0-16,-2-2 0 15,0 0 0-15,0 0 0 0,0 3 0 0,0-3 0 0,-1 0 0 16,-1-3 0-16,0 3 0 0,-1-2 0 0,0-1 0 0,2 3 0 15,-3-3 0-15,0 3 0 0,-3 0 0 0,3 3 0 16,-4-3-160-16,0 5 0 0,1 1 0 0,1 4 0 31,-1 3-560-31,1 1-112 0,0 1-32 0,-1 4-18192 0</inkml:trace>
  <inkml:trace contextRef="#ctx0" brushRef="#br0" timeOffset="20609.64">11792 4069 13823 0,'0'0'1216'0,"0"0"-960"0,0 0-256 0,0 0 0 16,0 0 848-16,0 0 128 0,0 0 32 0,4-8 0 16,-3-1 928-16,2-2 192 0,1 3 48 0,0-2 0 15,3 2-544-15,-1-3-96 0,2 3-32 0,0-2 0 16,0 4-496-16,2 1-112 0,0 0 0 0,1 2-16 16,0-2-224-16,2 0-32 0,0-1-16 0,3 6 0 15,1 0-288-15,3 0-64 0,1 5-16 0,6-2 0 16,0 0 32-16,0-1 16 0,-1 1 0 0,0 2 0 0,1-5-16 0,-1 3 0 15,-1-3 0-15,1 0 0 0,1 0-32 0,-1 0-16 16,0-3 0-16,-2 3 0 16,0-5-96-16,-2 0-128 0,-1 2 176 0,0 0-176 0,-2-2 0 0,1 3 0 15,-3-1 0-15,-1 0 0 0,-1-1 0 0,-1 0 0 16,-1 2 0-16,-2-1 0 16,-1 0-496-16,-2-2-48 0,-2 2-16 0,-6 3 0 15,0 0-1600-15,0 0-320 0,0 0-64 0,0 0-11728 16</inkml:trace>
  <inkml:trace contextRef="#ctx0" brushRef="#br0" timeOffset="21214.57">11848 3941 2751 0,'0'0'128'0,"0"0"16"0,-8-2-144 0,8 2 0 16,0 0 0-16,0 0 0 0,0 0 1968 0,-6-4 352 0,1 0 80 0,5 4 16 15,0 0 528-15,0 0 96 0,7 4 32 0,2 4 0 16,1-2-928-16,3 2-176 0,1 2-48 0,2 1 0 16,2 2-816-16,1 0-160 0,2-1-48 0,8 5 0 15,0-1-320-15,1 0-64 0,2 0 0 0,-1-3-16 16,-2-1-112-16,-2 0-32 0,-1 0 0 0,-2 0 0 16,-3-4-96-16,0 1-32 0,-2-1 0 0,0 0 0 15,-1 0-224-15,-1 0 0 0,-1 0 0 0,0-3 0 16,-1 3 0-16,-2-4 0 0,0 0 0 0,-2 3 0 0,-2-6 0 0,-1 4 0 15,-1-2 0-15,-7-3 0 0,0 0 0 0,0 0 0 16,0 0 0-16,0 0 0 0,0 0 0 0,-5 8 0 16,-6 0 0-16,-2 4 0 0,-3-3 0 0,-2 3 0 15,-1-3 0-15,-3-1 0 0,-4 3-160 0,-1 1 160 16,-2-3-128-16,0 3 128 0,-2-3 0 0,-1 6 0 16,0-3 0-16,0 0 0 0,-2-3 0 0,2 3 0 15,0-3-128-15,0 4 128 0,2-2 0 0,-1 1 0 16,1-3 0-16,1 2 0 0,0 2 0 0,2 0 0 15,6 0 0-15,0-2-128 0,-2-3 128 0,2 3 0 16,2-1 0-16,2-2 0 0,0 0 0 0,3 0 128 16,0-3-128-16,-1 1 128 0,4-1 272 0,3 0 64 15,8-5 16-15,0 0 0 0,0 0 80 0,0 0 16 16,0 0 0-16,0 0 0 0,14 0-272 0,6 0-48 0,2 0-16 0,5-5 0 16,4 0-112-16,3-1 0 15,-6 1-128-15,5 0 192 0,0-1-192 0,6-1 144 0,-4-1-144 0,5 0 128 16,4-3-128-16,2 3 128 0,2 0-128 0,10-3 128 15,-3-2-128-15,-4 0 128 0,-5 5-128 16,-1 0 128-16,-1 0-128 0,-4 3 0 0,-3 0 0 0,-4 2 0 16,0 0 0-16,-6-2 0 0,-2 4 0 0,0-1 0 15,-3 0 0-15,-3-1 0 0,-3 3-128 0,0-1 128 32,-1 1-864-32,-2 0-96 0,-4 0-32 0,-9 0-16576 0</inkml:trace>
  <inkml:trace contextRef="#ctx0" brushRef="#br0" timeOffset="21715.32">12059 4671 911 0,'0'0'0'0,"0"15"0"15,-2 1 0-15,2 5 0 0,2-5 960 0,-1 3 128 16,1-1 0-16,0-2 16 0,-1 3 256 0,1-1 48 16,-1-2 16-16,1 3 0 0,0-6-64 0,-1 0-16 15,-1 1 0-15,-1-1 0 0,2 0 192 0,-1 0 16 16,0 1 16-16,0-1 0 0,-1 0 160 0,-3 0 16 16,0 3 16-16,0-3 0 0,1 3-544 0,-2 3-96 15,-1-2-32-15,-1 4 0 0,1-3-576 0,0 0-128 16,1-5-32-16,0-1 0 0,0-4 32 0,0 0 16 0,2 0 0 0,0-1 0 15,3-7 176-15,0 0 16 0,0 0 16 0,0 0 0 16,0 0 32-16,0 0 16 0,0 0 0 0,3-11 0 16,2-2-320-16,0-3-64 0,0-4-16 0,3 0 0 15,1 0-256-15,1-2 160 0,0-1-160 0,-1-2 128 16,1 1-128-16,-1 3 0 0,1 0 0 0,1 2 0 16,0 1-192-16,-1 5 0 0,-2 2-16 0,2 0 0 31,-1 3-192-31,1 0-48 0,0 1 0 0,-1 1 0 0,1 3 128 0,0-2 0 0,-4 5 16 0,-6 0 0 0,10 3 112 0,-2 2 0 15,0 1 16-15,-2 2 0 0,-3 2 176 0,-1 1 0 16,-1-1 0-16,-1 1-128 0,-1 2 496 0,-2 0 96 16,-2 3 32-16,0-2 0 0,0 1 64 0,0-1 16 15,1-1 0-15,-1 0 0 0,0-2-384 0,0-1-192 16,0-2 192-16,1 0-192 16,2 0-320-16,0 0-192 0,2-8-16 0,0 0-16304 15</inkml:trace>
  <inkml:trace contextRef="#ctx0" brushRef="#br0" timeOffset="21884.53">12409 4750 9423 0,'0'0'832'0,"-12"-3"-656"0,-10-2-176 0</inkml:trace>
  <inkml:trace contextRef="#ctx0" brushRef="#br0" timeOffset="22909.4">12092 4686 7359 0,'0'0'656'0,"0"0"-528"15,0 0-128-15,0 0 0 16,0 0 848-16,0 0 144 0,0 0 32 0,0 0 0 16,0 0 768-16,0 0 176 0,0 0 16 0,0 0 16 15,0 0-48-15,0 0-16 0,0 0 0 0,-4 8 0 0,-3 0-672 0,1 0-144 16,-1 3-32-16,3 5 0 0,0 2-368 0,1 6-80 15,0 2 0-15,0 1-16 0,-2 2-112 0,2 3-32 16,-2 2 0-16,0-2 0 0,0 0 64 0,0 0 16 16,-1 0 0-16,0-1 0 0,-1 1 80 15,1 0 0-15,3-7 16 0,-2-1 0 0,-2 1-144 0,1-1-16 16,-1 0-16-16,1 0 0 0,0-2-256 16,-1-1-48-16,1-3-16 0,-1 3 0 0,3-5-160 0,-1-2 0 15,2-3 0-15,1 1 128 0,2-12 0 16,0 0-128-16,0 0 192 0,0 0-64 0,0 0 0 0,0 0-128 15,0 0 192-15,0 0-64 0,-5-8-128 0,3-4 0 0,2 3 0 0,2-6 128 16,1-2-128-16,2-3 0 16,0 0 0-16,3-5-176 0,2 1 32 0,-2 7 0 0,1-4 0 0,1-2 0 15,1-6-128-15,2 4-32 16,0-3 0-16,0 4 0 0,1-1 48 0,1 1 16 0,-3 0 0 0,3 3 0 16,-1 3 240-16,1 2 0 15,-1 2 0-15,1 1 0 0,-3 1 0 0,1 3 0 0,-2 4 0 0,2 2 0 16,0 0 0-16,0 6 0 0,-2 2 160 0,2 3-160 0,-3 0 144 15,-1 3-144-15,-2 2 160 0,-2 0-160 16,-2 1 192-16,-2 0-48 0,1 1-16 0,-2-1 0 0,-2 2 64 16,1 0 16-16,-1 1 0 0,1-3 0 15,-6-1 32-15,-1 0 0 0,0 0 0 0,-2 1 0 0,1-1-64 16,-2-4-16-16,-2 4 0 0,-2-1 0 16,2-1-160-16,1-3 0 0,0-3 144 0,1-1-144 15,-2 0 0-15,0-4 128 0,1-4-128 0,0 4 0 16,3-1 0-16,1-2 0 0,0 3 0 0,0-4 0 15,0 0 0-15,1 0 0 0,7 4 0 0,0 0-128 16,0 0 128-16,0 0 0 0,-5-4-144 0,5 4 144 16,0 0-144-16,0 0 144 0,0 0-192 0,0 0 192 0,0 0-128 0,12 0 128 15,-1 3 0-15,2 2 0 0,-2-1 0 16,0 0 0-16,2 4 0 0,0-4 0 0,1 4 0 0,2 0 0 16,0 1 0-16,0-1 0 0,-1-4 0 15,-1 1 0-15,-1-2 0 0,5 5 0 0,-2 0 0 0,0-1 0 16,-2-1 128-16,-1-3-128 0,-2 2 0 0,1-5 0 0,-3 4 0 0,1-3 0 15,-10-1-208-15,0 0-48 16,10-5 0-16,-2 4 0 16,-8 1-1280-16,9-7-256 0,-2 6-48 0,-3-6-14112 15</inkml:trace>
  <inkml:trace contextRef="#ctx0" brushRef="#br0" timeOffset="23084.52">12389 4967 13823 0,'0'0'1216'0,"0"0"-960"0,0 0-256 0,8 0 0 15,0 0 1248-15,2 0 208 16,0 0 32-16,-1-2 16 0,1 1 1568 0,1-1 304 16,2-1 64-16,0 0 16 0,0-2-1536 0,-1 3-320 15,1-4-48-15,0 4-16 0,0-1-1184 0,0 0-352 16,-2 1 144-16,-1-1-144 0,-1 3-208 0,-1 0-112 0,-8 0-32 0,0 0-10512 16,0 0-2096-16</inkml:trace>
  <inkml:trace contextRef="#ctx0" brushRef="#br0" timeOffset="23269.58">12441 5129 6159 0,'-12'14'128'0,"12"-14"16"0,-6 10 16 0,1-2 32 0,5-8-192 0,0 0 0 0,0 0 0 0,0 0 0 15,0 0 2864-15,3 6 528 0,-3-6 96 0,8 4 32 16,2-4-352-16,1 0-64 0,2 0-16 0,0-4 0 16,1 0-1040-16,2-1-224 0,1-3-32 0,0-4-16 15,2 4-928-15,1-1-176 0,1-2-32 0,-2 3-16 16,0-2-480-16,7-5-144 0,-9 7 0 0,3-1 0 15,-1-2-528-15,0 3-224 0,-1 0-32 0,1 0-15616 16</inkml:trace>
  <inkml:trace contextRef="#ctx0" brushRef="#br0" timeOffset="23479.36">12993 4798 8287 0,'-12'-11'368'0,"12"11"80"0,0 0-448 0,0 0 0 15,0 0 0-15,0 0 0 0,-8-3 1728 0,0-2 272 16,0 0 48-16,8 5 16 0,0 0 1008 0,0 0 192 0,-6-3 32 0,6 3 16 15,0 0-1040-15,0 0-208 0,-2 8-32 0,1 5-16 16,1-2-992-16,0 2-208 0,1 3-48 0,3 5 0 16,-1 0-128-16,0 1-16 0,0 4-16 0,-1 1 0 15,-1-1-208-15,1 3-32 0,1 3-16 0,0-3 0 16,1 3-192-16,-1-3-32 0,-2-2-128 0,3 7 192 16,-1-2-192-16,0-2 0 0,2-2 0 0,-3-4 0 31,-1-7-688-31,1 3-128 0,-2-8-16 0,1 1-16768 0</inkml:trace>
  <inkml:trace contextRef="#ctx0" brushRef="#br0" timeOffset="24389.6">12125 3490 5519 0,'-4'19'496'0,"3"-1"-496"0,1 1 0 0,0 2 0 16,0 0 1072-16,-2 0 112 0,-3-5 32 0,4 5 0 15,1-2 656-15,3 0 144 0,-3-3 32 0,1-3 0 16,-1-3 128-16,2-2 48 0,-2-8 0 0,2 8 0 16,-1 0-624-16,-1-8-112 0,0 0-16 0,0 0-16 15,0 0-688-15,0 0-128 0,0 0-16 0,4-8-16 16,-3-2-160-16,1-1-48 0,-2-5 0 16,3 3 0-16,2 0-400 0,0-1 0 0,-1-2 0 0,3-2 0 15,-1 2 0-15,1 0-224 0,1-2 80 0,0-1 16 16,0 1 128-16,0-1-160 0,-2 0 160 0,4-4-160 15,1 4 160-15,0 1 0 0,2 4 0 0,-2 0 0 0,-1-2 0 0,1 1 0 16,-1 5 0-16,3-1 0 16,-2 8 0-16,0-2 0 0,0 5 0 0,1 0 128 0,-1 0-128 0,0 7 0 15,0 1 0-15,-1 1 0 16,-2 4 176-16,0 3-48 0,-2 0 0 0,1 5 0 0,-2 2 240 0,-2-1 32 16,-2-6 16-16,1 3 0 15,-2-3 160-15,0 0 48 0,0-1 0 0,2-1 0 0,-1-4-304 0,1 3-64 16,-1-5-16-16,-1-8 0 0,0 0-240 0,0 0-192 0,5 3 48 0,-5-3-16880 31</inkml:trace>
  <inkml:trace contextRef="#ctx0" brushRef="#br0" timeOffset="24999.62">13245 3996 10127 0,'0'0'896'0,"0"0"-704"0,0 0-192 0,0 0 0 16,0 0 928-16,4 8 160 0,5 3 16 0,0-6 16 16,2 0 1152-16,2-5 224 0,2 0 64 0,4-2 0 15,5-1-352-15,5-1-64 0,5 0-16 0,-1-4 0 16,1-2-752-16,1-4-160 0,1 1-16 0,10-3-16 16,-6 4-496-16,-14 4-112 0,0-1 0 0,-2 1-16 15,-2 0-272-15,1 5-48 0,-6-2-16 0,-1 3 0 16,0-4-224-16,-1 4 0 0,-2-1 0 0,-1 3-11328 15,0 3-2208-15</inkml:trace>
  <inkml:trace contextRef="#ctx0" brushRef="#br0" timeOffset="25269.35">13647 3959 10127 0,'0'0'448'0,"0"0"96"0,0 0-544 0,0 0 0 16,-8 0 0-16,2 5 0 0,6-5 960 0,-5 8 64 0,0 6 32 0,2-4 0 15,0 2 368-15,1 0 80 16,2 4 16-16,2 1 0 0,0 3 144 0,-1-1 16 0,1 2 16 0,1 1 0 16,0 1-288-16,0-1-48 15,1-4-16-15,0 0 0 0,-2 1 32 0,-2-2 0 0,-2 4 0 0,4-1 0 16,0-3-640-16,-1 6-128 16,-1-1-32-16,0 5 0 0,-1-1-384 0,-1 1-64 15,2 2-128-15,-2-1 176 0,1-3-176 0,-2-1-144 16,-2 0 144-16,3-1-208 15,2-1-592-15,2 1-112 0,1-4-32 0,0-6 0 16,-1-2-1360-16,-2-11-288 0,0 0-48 0,11 5-9776 0</inkml:trace>
  <inkml:trace contextRef="#ctx0" brushRef="#br0" timeOffset="25569.45">14357 3752 11967 0,'-15'3'528'0,"9"2"112"16,-2 3-512-16,-2 3-128 0,4 2 0 0,-5 1 0 15,-4 4 1152-15,-2 1 208 0,-3 4 48 0,-1 1 0 0,1 5 800 0,-1 3 160 16,0-3 48-16,-5 11 0 16,2-3-240-16,3 0-32 0,7-9-16 0,1 5 0 0,0-1-800 0,2 0-176 15,0-2-16-15,3 1-16 16,3-1-352-16,2 1-64 0,1-2 0 0,2-4-16 0,0 9-336 0,3-7-64 15,2 1-16-15,3-6 0 0,2 2-272 0,3-3 0 16,-1-5 128-16,3 0-128 16,2-5-288-16,3-1-112 0,-3-4-32 0,1-4 0 15,0-2-640-15,1-2-128 0,2-6-16 0,0-3-16 16,0 3-1424-16,-1-3-288 0</inkml:trace>
  <inkml:trace contextRef="#ctx0" brushRef="#br0" timeOffset="25809.51">14549 3835 11967 0,'0'0'1072'0,"0"0"-864"0,0 0-208 0,0 0 0 16,0 0 2096-16,-6 7 368 16,3 1 80-16,-2 1 16 0,0 1-1184 0,0 3-224 0,1 1-64 0,0 2 0 15,1 5 640-15,1 2 112 0,1 1 16 0,-1 6 16 16,1-1-704-16,-1 1-144 0,0 1-16 0,1-1-16 15,1-2-368-15,-2-3-80 0,1 4-16 0,-1 2 0 16,0-1-256-16,1-1-48 0,1 3-16 0,0-4 0 31,0 4-576-31,1-5-112 0,1-5-32 0,1-4 0 16,0 1-2048-16,2-6-400 0,-2-5-96 0,-3-8-9968 0</inkml:trace>
  <inkml:trace contextRef="#ctx0" brushRef="#br0" timeOffset="26121.48">14806 3898 21183 0,'0'0'944'0,"0"0"192"0,0 0-912 0,0 0-224 0,0 0 0 16,0 0 0-16,-5 8 1888 0,-3 5 336 15,2 1 64-15,-4-1 16 0,-4 0 64 0,-1 6 0 0,-1-1 16 0,0 2 0 16,-1 3-1360-16,-1-1-288 16,0 1-48-16,-3 6-16 0,2-4-528 0,2 0-144 15,5-8 0-15,1-1 0 0,1-4 0 0,2 0 0 16,2-4 0-16,1 0 0 0,2 0 0 0,1 0 0 15,2-8 0-15,0 0 0 0,0 0 160 0,2 8-32 0,-2-8-128 0,3 9 192 16,0-5-192-16,-3-4 128 16,5 8-128-16,2-1 0 0,1-2 160 0,0-1-160 0,0 0 160 0,1 0-160 15,1-4 192-15,1 4-48 0,2-3-16 0,0-1 0 16,0 3-128-16,0-3 128 0,-1 4-128 0,1-4 128 16,0 0-128-16,0 1 0 15,1-1 0-15,-1 0 0 0,0 0-320 0,0 0-32 0,0 0-16 0,0 0 0 16,-1 0-1488-16,1-1-320 0</inkml:trace>
  <inkml:trace contextRef="#ctx0" brushRef="#br0" timeOffset="26299.76">14967 4086 19343 0,'0'0'1728'0,"0"0"-1392"0,0 0-336 0,0 0 0 0,0 0-144 15,6-4-112-15,0-2 0 0,1-1-16 16,-7 7 1440-16,10-4 304 0,1 0 48 0,0-2 16 0,2-4-256 0,1 2-32 15,1 0-16-15,1-1 0 0,0 4-576 0,1-3-112 16,1 0-32-16,0 1 0 0,-4 3-368 0,1 4-144 16,-1-2 0-16,2 0 144 0,-1 1-144 0,-1-2 0 15,0 1 0-15,1-1-13456 16</inkml:trace>
  <inkml:trace contextRef="#ctx0" brushRef="#br0" timeOffset="26559.54">15549 3771 25791 0,'-17'-8'1152'0,"17"8"224"0,0 0-1104 0,0 0-272 0,0 0 0 0,-7-2 0 16,1-1 1536-16,6 3 240 15,-8-3 48-15,0 3 16 0,1 3-752 0,1 0-128 0,-1 2-48 0,3 0 0 16,-1 0 192-16,3 3 48 16,2 3 0-16,0 2 0 0,0 0-704 0,2 3-128 0,-1 3-16 0,3 2-16 15,0 3-288-15,1 2 0 16,0-2 0-16,1 11 0 0,-1-9 0 0,0 3 0 0,-2-2 0 0,2-1 0 15,0-2 0-15,0 1 0 0,-2-2 0 0,0-2 0 32,2-4-416-32,1-1-32 0,-1-3-16 0,0-2 0 0,-3-3-1184 0,2 0-224 0,-4-8-48 0,7 9-8512 15,-1-5-1680-15</inkml:trace>
  <inkml:trace contextRef="#ctx0" brushRef="#br0" timeOffset="26822.47">15811 3514 1839 0,'0'0'160'0,"6"13"-160"15,1-2 0-15,1 7 0 0,1 1 2912 0,3 5 544 16,-4-3 128-16,1 3 0 0,1 2 384 0,-1 3 80 16,1-2 16-16,0 0 0 0,3-1-1456 0,-2 3-304 15,0-2-48-15,0-1-16 0,-1-5-1104 0,1 3-240 16,-1 0-32-16,-1 0-16 0,-1-3-368 0,-1 0-80 15,-2-1-16-15,-1 9 0 0,0-1-64 0,-4-3 0 0,-2-5-16 0,-3 4 0 16,-3-3-96-16,-1 4-16 16,-3-1 0-16,1 0 0 0,-2 0-192 0,0 1 0 0,-1-1-144 0,-5 6 144 31,-1-6-576-31,1 0 0 0,2-4-16 0,-6 0-18128 0</inkml:trace>
  <inkml:trace contextRef="#ctx0" brushRef="#br0" timeOffset="27379.77">16724 3975 26719 0,'0'0'2368'0,"0"0"-1888"16,0 0-480-16,0 0 0 16,0 0 320-16,0 0-16 0,10 8-16 0,1 0 0 0,2 1 1152 0,3-2 224 15,1-2 64-15,6-2 0 16,2-2-288-16,3 3-48 0,1-1-16 0,0-3 0 0,-2-3-848 0,0-2-160 16,-1 0-48-16,-2-1 0 15,-7 4-320-15,1 0 0 0,0 1 0 0,-2 1 0 0,-3 0 0 0,-2 1 0 16,0 3-176-16,-3 0 176 15,-1 4-2048-15,-3 1-320 0</inkml:trace>
  <inkml:trace contextRef="#ctx0" brushRef="#br0" timeOffset="27544.58">16875 4330 19343 0,'-19'4'848'0,"19"-4"192"0,0 0-832 0,-4 8-208 15,4-8 0-15,0 0 0 0,0 0 2080 0,8 8 368 16,2 0 80-16,3-3 16 0,1-5-96 0,2 0-16 15,2-5 0-15,1 2 0 0,4-5-1136 0,1 3-224 16,-5 1-48-16,2 0-16 0,1-4-752 0,2 3-128 16,0-3-128-16,4 0 144 15,-1 4-1216-15,8-4-240 0</inkml:trace>
  <inkml:trace contextRef="#ctx0" brushRef="#br0" timeOffset="27999.6">18841 3432 10127 0,'0'0'896'0,"0"0"-704"16,0 0-192-16,0 0 0 0,14 5 1408 0,10 1 240 0,2-1 48 0,3-3 16 16,1-4 528-16,6-1 96 15,2-2 32-15,4 2 0 0,3-3-320 0,-13-1-48 16,3-1-16-16,21-5 0 0,-1 0-784 0,-4 2-176 16,-3 0-16-16,-4-2-16 0,-9 0-640 0,-3 2-128 0,-5 5-32 0,-3 2 0 15,-12 4-192-15,-1 2 0 16,-1 0-144-16,-10-2 144 15,0 0-1312-15,6 4-160 0,-3 1-48 0,-3 3-12944 0</inkml:trace>
  <inkml:trace contextRef="#ctx0" brushRef="#br0" timeOffset="28479.7">18720 3488 19343 0,'0'0'848'0,"0"0"192"0,0 0-832 0,0 0-208 0,5 15 0 0,2-1 0 0,-1-1 1504 15,0 0 256-15,4 0 48 0,11 6 16 0,-5-6 288 0,3 0 48 16,4-2 16-16,1 2 0 0,0-2-864 0,1 2-160 16,3-2-48-16,-1 0 0 15,0-1-768-15,1 3-144 0,-3 0-48 0,7-2 0 16,-1 2-144-16,12 8 0 0,-6-2 144 0,-14-11-144 0,-1 3 0 0,10 4 144 16,-5-4-144-16,-3 2 0 0,4 1 144 0,-12-6-144 15,-2 0 0-15,1 2 144 16,-2-2-144-16,-2 1 0 0,-3 3 0 0,-2-1 0 0,-3 2 0 0,-4-2 0 15,-6-1 0-15,-2 6 0 0,-2 0 0 0,-4 5 0 16,-3-5 0-16,-4 3 0 0,-4-3-128 0,1-2-64 16,-3 2-16-16,-1 1 0 0,-1-1 32 0,1-4 16 15,-5 1 0-15,1-1 0 0,-1-1-32 0,0-3 0 16,9-3 0-16,-3-2 0 0,-1-2 64 0,1-1 0 16,-1-1 0-16,3-2 0 0,5-1 128 0,3 0 128 15,2 0-128-15,0 3 176 0,4-2 336 0,4 1 64 16,8 2 0-16,0 0 16 0,0 0-272 0,0 0-64 0,14 2-16 0,7-2 0 15,8 4-240-15,6 0 128 0,4-4-128 0,2 0 0 16,4 0 272-16,3-4-32 0,0 4-16 0,1-1 0 16,-3-2-80-16,2 3-16 0,-1-4 0 0,-2 0 0 15,0 2-128-15,-2 0 0 0,-9 1 144 0,-1 1-144 16,0-4 0-16,-3 4 0 0,-3-3 0 0,-1 2 0 16,-2 2-144-16,-1 1-48 0,-4-1-16 0,2 4 0 31,-5-1-2032-31,0 7-384 0</inkml:trace>
  <inkml:trace contextRef="#ctx0" brushRef="#br0" timeOffset="28899.81">18776 4506 26719 0,'0'0'2368'0,"-4"11"-1888"0,-3-1-480 0,6 6 0 16,2 0 672-16,1 5 32 0,-5 3 16 0,-2 5 0 16,-2 0 528-16,-1 1 96 0,-1 2 32 0,-1 2 0 15,0 0-336-15,1-2-64 0,1 2-16 0,0-2 0 16,1 0-624-16,1-3-128 0,1 3-16 0,0-3-16 0,1-5-176 0,-1 3 0 15,0-4 0-15,2 1-176 16,1-8-544-16,2 5-112 0,2-1-32 0,1-8-15216 16</inkml:trace>
  <inkml:trace contextRef="#ctx0" brushRef="#br0" timeOffset="29199.52">19128 4636 21183 0,'0'0'944'0,"0"0"192"0,0 0-912 0,-10 0-224 15,1 5 0-15,-1 1 0 0,-3 4 752 0,0 1 96 0,-3 2 32 0,-1 0 0 16,-4-2-416-16,0 2-80 16,0 0 0-16,0-2-16 0,-1 2 368 0,-1 0 80 15,1-4 16-15,3 1 0 0,4-2-384 0,2 3-64 16,4-3 0-16,-3-1-16 0,1-4-48 0,2 3-16 16,1-1 0-16,8-5 0 0,0 0 192 0,0 0 32 15,-7 5 16-15,7-5 0 0,0 0-16 0,5 10 0 16,0-4 0-16,1 2 0 0,-1 0-208 0,1 0-64 0,1 0 0 0,1 2 0 15,1-2 32-15,1 3 0 0,0-1 0 0,-1-2 0 16,-1 0 0-16,2 0 0 0,1 0 0 0,0 0 0 16,-1-2-288-16,0 1 160 0,-2-1-160 0,1-1 128 15,3 0-336-15,-1-1-80 0,2 0-16 0,1-4-16368 16</inkml:trace>
  <inkml:trace contextRef="#ctx0" brushRef="#br0" timeOffset="29359.4">19195 4647 28559 0,'0'0'2544'16,"0"0"-2032"-16,0 0-512 0,0 0 0 0,0 0 784 0,12-3 64 15,2 3 16-15,-1-3 0 16,-2-2 160-16,0 2 16 0,1-2 16 0,-1 3 0 0,0-4-336 0,2 3-64 16,-2-2-16-16,2-3 0 15,0 3-448-15,1 0-192 0,1-1 128 0,-3 1-128 0,-2 2-192 0,-2-2-128 16,-1-3-32-16,-7 8-16192 0</inkml:trace>
  <inkml:trace contextRef="#ctx0" brushRef="#br0" timeOffset="29529.41">19261 4927 28559 0,'0'0'1264'0,"0"0"272"0,0 0-1232 0,13 0-304 0,1 0 0 0,1 0 0 15,-1-5 1280-15,2-3 192 16,0 0 32-16,4-5 16 0,2 2-448 0,2-4-96 0,0-1-16 0,7-6 0 15,-4-2-608-15,0-2-128 0,1 2-32 0,-1 1-11408 16,-1-1-2288-16</inkml:trace>
  <inkml:trace contextRef="#ctx0" brushRef="#br0" timeOffset="29709.62">19897 4411 9215 0,'0'0'816'0,"0"0"-656"0,-5 13-160 0,0-5 0 0,2 3 2176 0,0-1 384 15,1 6 96-15,0 0 16 16,1 0 112-16,1 4 32 0,0 2 0 0,-2 2 0 0,1 0-624 0,-1 3-112 16,0-1-32-16,1 3 0 15,-2-5-752-15,1 3-144 0,0-4-48 0,1 4 0 0,-1-1-640 0,1-2-128 16,-3 3-16-16,3-1-16 16,-3 0-304-16,3-7 0 0,-2 0 0 0,1-1-12320 15,-1 1-2368-15</inkml:trace>
  <inkml:trace contextRef="#ctx0" brushRef="#br0" timeOffset="30499.47">18823 2755 21183 0,'0'0'1888'0,"0"0"-1504"0,8 13-384 0,-3 3 0 15,-4-2 640-15,-1 4 64 16,0 0 16-16,2 1 0 0,1-2 624 0,0 3 128 0,1-1 32 0,-1-1 0 15,2 2-160-15,0 0-48 0,1-3 0 0,0-1 0 16,-1 0-432-16,-2 1-96 0,1-1 0 0,-1-4-16 16,2 8-160-16,-1-7-16 0,0-1-16 0,-3-4 0 15,-1 0-176-15,0-8-16 0,-3 8-16 0,3-8 0 16,0 0-192-16,0 0-32 0,0 0-128 0,0 0 192 16,0 0-192-16,0 0 0 0,3-9 128 0,0-6-128 15,1-5 0-15,0-5 0 0,3 1 0 0,3-5 0 16,1 1-320-16,0-1-16 0,0-3 0 0,2 3 0 0,-2 0-48 0,1 5 0 15,-1 3 0-15,0 5 0 16,0 0 384-16,-1 3 0 0,0 0 0 0,-1 5 0 0,1 3 144 0,-1 4 48 16,1 2 16-16,0 1 0 15,-1 1 320-15,1 2 64 0,0 3 16 0,-1 5 0 16,1 0-240-16,-1 1-48 0,-1 2-16 0,0 2 0 16,0-2-144-16,-1 5-32 0,-1-5 0 0,1 0 0 0,-1 0-128 0,1 0 0 15,-1-3 0-15,0 3 0 16,2-3-144-16,0-1-16 0,1 0 0 0,0 0-18416 15</inkml:trace>
  <inkml:trace contextRef="#ctx0" brushRef="#br0" timeOffset="30999.71">20041 3509 20271 0,'0'0'1792'0,"0"0"-1424"0,0-8-368 0,2 0 0 15,1 0 480-15,2 5 32 16,1-2 0-16,-1 2 0 0,0-3 16 0,1-1 16 0,1-1 0 0,4 6 0 16,10 1 1104-16,3 1 208 15,1 1 64-15,3 1 0 0,2 1-144 0,4 1-32 16,1-3 0-16,1 4 0 0,-1-3-576 0,0-2-112 16,-1 0-32-16,14 0 0 0,-6 0-640 0,-17 1-144 0,-4-1-32 0,-1 3 0 15,-3-1-208-15,1 1 0 16,-1 0 0-16,0 2 0 0,-3 0 0 0,-1 3-320 0,-4 0 64 0,1 3-18048 15</inkml:trace>
  <inkml:trace contextRef="#ctx0" brushRef="#br0" timeOffset="31179.53">20482 3628 9215 0,'-17'8'816'0,"9"-3"-656"0,0 3-160 0,0-2 0 15,0 2 3200-15,1 2 592 0,1 1 128 0,-1 7 32 16,1 1-1264-16,3-6-256 0,0-2-64 0,-1-1 0 0,1 3-864 0,2-2-176 15,-1 2-48-15,0 0 0 16,2-4-704-16,0 1-160 0,0 3-32 0,2 3 0 0,0 0-384 0,1 3 0 16,0-1-224-16,0 7 80 15,0 1-1264-15,1-11-256 0,-1 1-64 0,2 0-8336 16,-2 0-1680-16</inkml:trace>
  <inkml:trace contextRef="#ctx0" brushRef="#br0" timeOffset="31469.36">21180 3188 24879 0,'0'0'1088'0,"-3"-1"256"0,-3-4-1088 0,1-2-256 15,0 6 0-15,-3-1 0 0,3 5 768 0,-3 5 80 0,-1 8 32 0,-6 10 0 16,-2 6 304-16,-11 24 64 0,1 2 16 0,0 0 0 15,0-2-48-15,9-16-16 16,0 2 0-16,-3 27 0 0,7-5-16 0,6-1 0 0,5-5 0 0,4-18 0 16,1-3-672-16,3 3-128 15,3-3-16-15,3 0-16 0,0-2-96 0,4-5-32 0,1-1 0 16,1-1 0-16,3-4-224 0,0-3 0 0,-3-9 128 16,2 5-128-16,0-6-128 0,0-2-80 0,1-1-16 0,-3-1-12496 15,2-6-2496 1</inkml:trace>
  <inkml:trace contextRef="#ctx0" brushRef="#br0" timeOffset="32190.69">21558 3522 24879 0,'-15'-5'2208'0,"15"5"-1760"0,0 0-448 0,-3 10 0 0,1 6 688 0,1 8 48 16,-1 5 16-16,1-8 0 15,-6 3-96-15,2 0-16 0,1 0 0 0,-1-3 0 16,0 3 448-16,-2 2 64 0,1-2 32 0,1 0 0 16,0 3-416-16,1-1-64 0,-1 1-32 0,0-1 0 0,-1-5-304 0,1 1-64 15,0-4-16-15,0 1 0 16,0-3 96-16,2-3 32 0,0-3 0 0,0-2 0 0,3-8-256 0,0 0-160 15,0 0 192-15,0 0-192 0,0 0 192 0,1-10-192 16,4-6 192-16,6-11-192 0,2 3 0 0,-2 1-192 16,1-6 0-16,2-3 0 15,1-3-464-15,1-2-96 0,-2 8-16 0,2 3 0 16,0-1 0-16,0 3-16 0,0 0 0 0,0 3 0 0,0 5 784 16,-1 6 0-16,2 2 0 0,-1 5 192 0,-1 3 384 0,-2 5 80 15,0 6 16-15,-1 2 0 0,0 3 224 0,-3 3 64 16,-1 2 0-16,0 0 0 0,-1 5-384 0,-2-2-80 15,1 0-16-15,-1 0 0 0,-2-3-240 0,0-2-48 16,0-1-16-16,-1 3 0 0,3-5-176 0,-2 3 0 16,0-3 0-16,0-3 0 0,1 0 0 0,-1-1-192 15,2 0 32-15,-1-4 16 16,5 8-1680-16,-9-16-336 0,0 0-64 0,22 3-16 0</inkml:trace>
  <inkml:trace contextRef="#ctx0" brushRef="#br0" timeOffset="32359.62">22055 3673 29487 0,'0'0'1296'0,"-5"3"288"0,0 2-1264 0,5-5-320 0,-1 8 0 0,1 0 0 16,3 2 1216-16,2-1 176 0,3 4 32 0,2-3 16 15,1 1-32-15,2-3-16 0,-1-5 0 0,5-1 0 16,0 1-752-16,6-3-160 0,-1-3-32 0,1-5 0 16,1 0-272-16,1 0-176 0,1-5 192 0,1 2-192 15,2-4 0-15,0 1 0 0,-2-1 0 0,1 1 0 16,-3-2-1392-16,-1 3-176 0</inkml:trace>
  <inkml:trace contextRef="#ctx0" brushRef="#br0" timeOffset="32589.45">22739 3265 28559 0,'-15'-8'1264'0,"15"8"272"0,0 0-1232 0,0 0-304 15,-4-8 0-15,4 8 0 0,0 0 688 0,0 0 80 16,0 0 0-16,1 8 16 0,1 4-64 0,-2 0-16 15,0 9 0-15,-2 3 0 0,1 4-128 0,-3 2-48 16,-1 2 0-16,-1 8 0 0,0-8 16 0,-1 2 0 16,2 1 0-16,1-1 0 0,0 3-32 0,1 0 0 15,0-3 0-15,3-2 0 0,2 8-512 0,2 13 0 16,0-32 0-16,-1 0-192 16,2-2-1184-16,-1-3-224 0,3-5-64 0,1-1-14128 0</inkml:trace>
  <inkml:trace contextRef="#ctx0" brushRef="#br0" timeOffset="32905.58">23036 3363 17503 0,'0'0'1552'0,"0"0"-1232"0,0 0-320 0,0 0 0 16,0 0 2240-16,0 0 384 0,0 0 64 0,-8 8 32 16,0 5-608-16,-2 3-112 0,-3-1-16 0,4-6-16 15,-4 4-976-15,-7 8-192 0,3-2-32 0,4-3-16 16,0-3-400-16,0 3-80 0,0-3-16 0,-3 9 0 0,7-4-512 0,6-7-96 15,1-3-32-15,2-1 0 16,0-7-464-16,0 0-112 0,0 0 0 0,0 0-16 0,0 0 672 0,0 0 144 16,0 0 32-16,3 14 0 0,2-1 864 0,0-5 176 15,0 2 48-15,-1-1 0 0,1 1-160 0,0-2-32 16,0 3 0-16,3-1 0 0,1-2-320 0,8 3-64 16,-1-3 0-16,0-3-16 0,-2-2-64 0,-1-1-16 15,1-2 0-15,2 0 0 0,0 0-288 0,2-2 128 16,0-1-128-16,-1 3 0 0,-1 0 0 0,-1 3 0 15,-2-1 0-15,0-2 0 0,-2 0-144 0,-2 0-144 16,-9 0-32-16,0 0 0 16,0 0-1856-16,10 3-384 0</inkml:trace>
  <inkml:trace contextRef="#ctx0" brushRef="#br0" timeOffset="33119.71">23257 3122 6447 0,'0'0'576'0,"11"13"-576"0,4 2 0 0,-2-1 0 16,3 5 2608-16,0 6 400 0,1 3 96 0,1 5 16 16,0 0 688-16,-1 4 144 0,-1 2 16 0,7 15 16 15,-5-6-1424-15,-9-17-272 0,-1 1-64 0,0 0-16 16,0 3-1344-16,3 12-272 0,-4-2-48 0,-6-3-16 16,-2-2-272-16,-2-8-48 0,-4 0-16 0,-1 5 0 15,-3 3-192-15,-3-1 144 0,-6 1-144 0,-1 3 128 16,-1 0-256-16,1-3-64 0</inkml:trace>
  <inkml:trace contextRef="#ctx0" brushRef="#br0" timeOffset="33279.61">23562 4020 34095 0,'0'0'3024'16,"-5"9"-2416"-16,0-1-480 0,2 0-128 0,3-8 448 0,-3 8 64 15,3-8 0-15,-3 8 16 16,0 0-2000-16,3-8-384 0,0 0-96 0,0 0-16 0,0 0 1600 0,0 0 368 16</inkml:trace>
  <inkml:trace contextRef="#ctx0" brushRef="#br0" timeOffset="40269.71">2330 6983 3679 0,'0'0'320'0,"0"0"-320"0,0-10 0 0,0 10 0 16,0 0 2496-16,0 0 416 0,0 0 96 0,0 0 0 16,0 0-2160-16,0 0-432 0,0 0-96 0,0 0 0 15,0 0 128-15,12-6 16 0,0-2 16 0,1 3 0 16,0 2-352-16,-3 1-128 0,1-1 0 0,2 1 144 16,1 1-144-16,2-1 0 0,0-1 0 0,0 1 0 15,2 2 352-15,14 0 32 0,-5 2 16 0,-3-2 0 16,-3 0 176-16,-1 0 48 0,0 0 0 0,5 0 0 0,0-2 48 0,6 1 16 15,1-1 0-15,5-1 0 0,1 0-48 0,6-2-16 16,0 0 0-16,5-3 0 0,2 0 112 0,2-5 32 16,1 0 0-16,1 2 0 0,0 3-128 0,-1 0-32 15,1 3 0-15,-1 0 0 0,-2 2-224 0,-3 0-64 16,-2 3 0-16,-2 0 0 0,-3 0-320 0,-2 0 144 16,-3 0-144-16,-5 5 0 0,-3-2 0 0,-4 5 0 15,-2-2 0-15,-4 1 0 0,-1 1 0 0,-4 0 128 16,-3 0-128-16,-1 3 0 0,0-3 0 0,-2 2 0 15,-8-10 0-15,11 11 0 16,-1-1-624-16,-1-1-176 0</inkml:trace>
  <inkml:trace contextRef="#ctx0" brushRef="#br0" timeOffset="41339.5">4198 10488 26719 0,'0'-8'2368'16,"0"8"-1888"-16,4-6-480 0,-4 6 0 15,12-6 176-15,1 2-176 0,0 0 192 0,1 0-192 16,1 3 0-16,1 1 0 0,3-4 0 0,2 4 0 16,3 0-128-16,2-3 128 0,4-2 0 0,4 4-144 15,1 1 144-15,5-3 0 0,2-1 0 0,2 3-128 16,2-6 128-16,2 3-208 0,2-4 80 0,3 4 128 0,0 0 0 0,0 0 0 15,-2-2 0-15,2-1 0 0,0 3 176 0,2 4 96 16,1 0 32-16,3 0 0 0,1-4 64 0,2 3 16 16,2-2 0-16,2 7 0 0,3 3-144 0,3-2-32 15,2 3 0-15,2-3 0 0,1 1-16 0,5-4-16 0,6 6 0 0,2-4 0 16,1 0-176-16,4-1 0 16,1-6 0-16,0 6 128 0,2-2-128 0,5 3 0 0,3-1 0 0,1-2 0 15,-2-5 0-15,-1 0 0 16,-1 0 0-16,3 4 0 0,3-4 0 0,3 4 0 0,-3-4 0 0,2 0 0 15,0 0 0-15,3 2 0 0,3-1 0 0,2-2 0 16,-2-3 144-16,2-3-144 0,-2 3 160 0,3 3-160 16,4 2 144-16,-2-1-144 0,-4 3 128 0,1-2-128 15,-3-1 0-15,-1 3 0 0,1 6 0 0,-2-5 0 16,-4 0 0-16,1 3 0 0,0-6 0 0,-2 7 0 16,0 0 0-16,0-1 0 0,-3 0 0 0,-2-5 0 15,1-2 0-15,2 0 0 0,2 0 128 0,2 0-128 16,1-2 0-16,4 0 0 0,-2-2 0 0,0 0 0 0,1-1 0 0,3 1 0 15,-1 0 0-15,0-1 0 16,0 1 0-16,0 0 0 0,0-2 0 0,-1 2 0 0,-2 0 0 0,-2 0 0 16,1 0 0-16,-4-3 0 15,-2 1 0-15,-1-1 0 0,0 0 0 0,2 3 0 0,-3-5 0 0,1 5 0 16,-1-5 0-16,-3 2 0 16,1 1 0-16,0-1 0 0,0 6 0 0,-1-1 0 0,-1-1 0 0,-1-1 0 15,-1 0 0-15,-4 3 0 16,1 4 0-16,-1 1 0 0,0 0 0 0,-4 0 0 15,-3 0 0-15,-1 1-144 0,-2 1 144 0,-3 1 0 0,-2 2 0 0,-1 0-128 16,-4-2 128-16,-1 2 0 0,0 1 0 0,-3-4 0 16,-2 3 0-16,-4-2 0 0,-2 2 0 0,-2-2-128 15,-2 3 128-15,-3 1 0 0,-3-1-256 0,-3-1 16 16,-6 0 0-16,-3 3 0 16,-1-2-1920-16,-3 1-384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11:50:21.2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13631 9569 10127 0,'0'0'896'0,"0"0"-704"16,0 0-192-16,0 0 0 15,0 0 1600-15,-8 4 272 0,2 0 64 0,1 1 16 0,0-1 576 0,1 1 112 16,-1-2 32-16,0 4 0 0,-1-2-1008 0,-1-1-192 0,1 1-32 0,1 3-16 16,0-1-464-16,0-1-112 15,0 2-16-15,1 0 0 0,-3 0-288 0,1 0-64 0,1 3-16 0,-1-1 0 16,-1 1-32-16,-1 2-16 15,-3 3 0-15,-4 7 0 0,4-1 32 0,0 2 0 0,5 0 0 0,-4 0 0 16,-1-1-112-16,-2 1-16 16,0 0 0-16,-1 5 0 0,2 0-128 0,-1 3-48 0,-1 0 0 0,1 5 0 15,-3-2-144-15,3 2 0 16,0 2 0-16,2-2 0 0,0-1 0 0,1 0 0 0,1 1 0 0,-3 8 0 16,3 0 0-16,-1-4 0 0,2-2 128 0,2-5-128 15,-1 1 128-15,1-5-128 0,1 2 192 0,0 1-64 16,2-8-128-16,0 3 0 0,0-3 144 0,1 4-144 15,0 2 0-15,1-1 128 0,1-1-128 0,0 2 0 16,0-3 0-16,0 1 0 0,0-3 0 0,1 3 128 16,3-2-128-16,-1-1 0 0,2-2 0 0,0 0 128 15,1-3-128-15,2 1 176 0,2-2-176 0,-1-3 192 16,4 4-192-16,0-3 128 0,0-2-128 0,0 0 128 16,1-3 0-16,2 1-128 0,0-4 192 0,0 1-64 15,-1-3 0-15,1-3-128 0,-3-2 192 0,3-1-64 0,0-2 16 0,1 3 0 16,3-6 0-16,-1 1 0 15,2-4-16-15,1 1 0 0,1-6 0 0,-1 1 0 0,-1-3 0 0,0-1-128 16,0-4 192-16,1-3-64 16,1-3 0-16,-1 0 0 0,0-2 0 0,-1-1 0 0,0-2-128 0,0-3 0 15,-2 0 144-15,1 0-144 16,-3-5 0-16,-1 3 0 0,0-6 0 0,-1 3 0 0,-1 0 0 0,-1 0 0 16,-2 4 0-16,-1-3 128 0,-2-1-128 0,-2 0 0 0,-2 1 0 0,-3-5 0 15,-1 5 0-15,-1-5 0 16,-3 0 0-16,-2-12 0 0,-2-2 0 0,-2 2 0 0,-1 0 0 0,-2 2 0 15,2 11 0-15,0-2-128 16,-4 0 128-16,2-1 0 0,1 3-208 0,-1 1 32 0,0 4 16 0,2 1 0 16,-5-1-64-16,3 4-16 15,2 7 0-15,1 5 0 0,2 6 240 0,2 5 0 0,-1-1-160 0,1 1 160 16,-2-1 0-16,1 6 0 0,1 2 0 0,1-1 0 16,-6 0 0-16,3-1 128 0,0 3-128 0,0 0 0 15,8 0 0-15,0 0 0 0,-10 0 128 0,2 3-128 16,0-1 0-16,0 1 0 0,0 0 0 0,0-1 0 15,-2 5 0-15,-1-3 0 0,-2 4 0 0,2 2 0 16,0 1 0-16,0 2 0 0,1 3 0 16,0 0 0-16,-4 3-144 0,-1-1 144 0,1 1-192 0,0-1 192 15,-3 4-416-15,1-1 32 0,2-3 0 0,-4 6-12384 16,2 0-2464-16</inkml:trace>
  <inkml:trace contextRef="#ctx0" brushRef="#br0" timeOffset="1350.16">19946 9872 16575 0,'0'0'1472'0,"-1"-5"-1168"16,-1-3-304-16,1 0 0 15,1 8 1744-15,0 0 304 0,-4-5 48 0,1-1 16 0,0 0 352 0,3 6 80 16,0 0 16-16,0 0 0 0,-8 0-976 0,0 1-192 0,1 2-48 16,1 2 0-16,0 3-704 0,-1 0-128 15,1 2-48-15,-1 1 0 0,-1 2-272 0,2-2-64 0,0 5-128 0,-1 0 192 16,-1 0-192-16,0 2 0 15,0 1 0-15,0 2 0 0,-2 0 128 0,2 6-128 0,0 2 0 0,0 2 144 16,0 1 80 0,0 5 16-16,0-2 0 0,-1 2 0 0,1 0-112 0,1 5-128 0,2 1 176 0,-1-1-176 15,1-5 288-15,2 3-48 16,0-3-16-16,3-1 0 0,0 1-224 0,3-1-256 0,0-3 48 0,0 0 16 16,4-1 192-16,1-2 0 0,1-1 0 0,1-2 160 15,0 2-32-15,1-3-128 0,0-4 192 0,2 1-64 16,0-4-128-16,0 2 192 0,-1-2-192 0,3-3 192 15,-1-3-192-15,2 0 192 0,2-5-192 0,1 0 192 16,2-5-16-16,0-3 0 0,2-3 0 0,5-5 0 16,3-2 80-16,-2-4 32 0,-5 1 0 0,-2 0 0 15,1-6-64-15,-1-2-16 0,1 0 0 0,-2-4 0 16,-1-3-80-16,1-1-128 0,-1-3 176 0,-1-1-176 16,0-3 160-16,-1 4-160 0,-1-5 128 0,-1 0-128 15,0-3 0-15,-1-2 0 0,-2 1 128 0,0-1-128 16,-2-1 0-16,-2-6 0 0,1 3 0 0,-2-5 0 15,-1 1 0-15,-3 2 0 0,0-2 0 0,-3 5 0 0,-2-3 0 0,-3 3 0 16,0 0 0-16,-4 0 0 16,-4 5 0-16,1 1 0 0,-2 4 0 0,0 1 0 0,-4 7 0 0,-3 1 0 15,0 7 0-15,-1 1 0 16,-2 7 0-16,-1 3 0 0,-3 3 0 0,-2 5 0 0,-1 7 128 0,1 2-128 16,0 4 0-16,1 2 128 0,-7 6-128 0,5 1 0 0,2 0 0 0,4 1 0 15,8-5 0-15,2-1 0 16,-1 4 0-16,3 0 0 0,-1 0-320 0,1-2 48 0,3 2 16 0,1 1 0 31,0-1-480-31,1 2-96 0,1-1 0 0,0 7-16 16,1 0-1072-16,0 0-192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9-18T06:05:16.3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6408 15728 4607 0,'-22'4'192'0,"6"0"64"0,-2 0-256 0,0 0 0 15,1-1 0-15,4-2 0 0,2-1 4224 0,11 0 816 16,-16-1 144-16,8-2 48 0,8 3-3712 0,0 0-752 16,0 0-128-16,0-16-48 0,-2 0-368 0,5-1-80 15,-3 17-16-15,5-16 0 0,-2-4 64 0,-4 2 16 16,-1 5 0-16,2 2 0 0,0 11 672 0,2-11 128 16,-2-2 16-16,0 13 16 0,0 0 144 0,0 0 32 15,0 0 0-15,0 0 0 0,4-8-448 0,-4 8-64 16,0 0-32-16,13-5 0 0,0-2-384 0,-2 3-80 15,-11 4-16-15,15-4 0 0,-1 3-16 0,1-2-16 0,-1 1 0 0,2-1 0 16,2 3-160-16,1 0 0 0,0 0 0 0,1 3 0 16,-3-1 0-16,-1 1 0 0,2 0 0 0,0-1 0 15,-1 4 0-15,-1 1 128 0,-16-7-128 0,21 9 0 16,0 1 192-16,0 1-32 0,0 2-16 0,-2-2 0 16,0-4 48-16,4 1 0 0,-1 0 0 0,4 0 0 15,1 0 16-15,-1 0 16 0,-4-4 0 0,4 3 0 16,4-2-64-16,-1-1-16 0,-1 1 0 0,-3-1 0 15,1-4-144-15,0 0 0 0,-1 0 0 0,1 0 0 16,-2 0 176-16,0 0-48 0,-1 0-128 0,-1 0 192 16,1 4-192-16,-1 0 0 0,0-1 0 0,-1 2 0 15,3 1 176-15,2 0-176 0,5-2 192 0,-1 0-192 16,-1 0 128-16,5-1-128 0,3-3 0 0,1-3 0 16,2-2 0-16,-3-2 0 0,-2 3 0 0,1-4 0 15,-3 3 0-15,3-3 128 0,2 0-128 0,-1 0 0 16,-3 4 192-16,1 0-192 0,0 0 192 0,2 0-192 0,-1-4 304 0,1 4-48 15,-2 0-16-15,3 4 0 0,1-4-240 0,-1 0 0 16,-1 2 128-16,-1-1-128 0,-3 3 128 0,1 0-128 16,-2 0 176-16,0 0-176 0,0 0 144 0,2 0-144 15,1 3 0-15,-1-3 144 0,1-3-144 0,-1 3 128 16,0 0-128-16,-1 3 128 0,0-1-128 0,-1 2 0 16,0-2 0-16,-2 0-176 0,-1 2 176 0,0 0 0 15,2 4 0-15,-4-4 0 0,-2-4 0 0,1 2 0 16,-2 0 0-16,2 2 128 0,-4-4-128 0,1 0 0 0,-1 0 0 15,1 0 0-15,1 4 0 0,0-1 0 0,-2-2 0 16,2-1 128-16,1 0-128 0,-1 0 0 0,1 0 0 16,3 0 0-16,-1 0 0 0,2 0 0 0,1-1 0 15,4 2 0-15,3 3 0 0,3-3 0 0,2-1 0 0,1 2 0 16,0 0 0-16,2-2-160 0,-1 0 160 0,-1-2-160 16,2 0-160-16,1 2-48 0,1-1 0 0,-4 1 0 31,-1 3-256-31,0-1-48 0,-4-2-16 0,4 3 0 15,3 2-1040-15,1 1-192 0,3-4-64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6" units="cm"/>
          <inkml:channel name="Y" type="integer" max="1824" units="cm"/>
          <inkml:channel name="T" type="integer" max="2.14748E9" units="dev"/>
        </inkml:traceFormat>
        <inkml:channelProperties>
          <inkml:channelProperty channel="X" name="resolution" value="105.23077" units="1/cm"/>
          <inkml:channelProperty channel="Y" name="resolution" value="105.43353" units="1/cm"/>
          <inkml:channelProperty channel="T" name="resolution" value="1" units="1/dev"/>
        </inkml:channelProperties>
      </inkml:inkSource>
      <inkml:timestamp xml:id="ts0" timeString="2021-09-18T06:13:31.7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10453 15072 0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9T12:14:32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4564 8909 12015 0,'0'0'-320'16,"0"0"320"-1,-9 0 0-15,-3-3 0 0,1-2 224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11T11:50:32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11322 8777 3679 0,'0'0'320'0,"0"0"-320"0,2-4 0 0,-2-3 0 16,-2-1 432-16,-1 0 16 0,0-2 0 0,1 2 0 15,0 0 1024-15,1 0 192 0,-1-3 64 0,1 3 0 16,-3 3 512-16,3 0 128 0,-1-1 0 0,2 6 16 16,0 0-192-16,-5-5-32 0,-1 0-16 0,0 1 0 15,-1 0-800-15,1 4-144 0,-1 2-48 0,1 0 0 16,-2-1-432-16,0-1-80 0,0 5-32 0,0-2 0 15,0 2-448-15,0-2-160 0,0 0 0 0,-2 2 144 16,2 3-144-16,0 4 160 0,0-3-160 0,0 6 160 0,-2-1 112 0,1 2 32 16,-1 5 0-16,-3 6 0 0,4-6-112 0,1 3-32 15,-2 0 0-15,2 0 0 0,0 0-160 0,0-1 0 16,2 1 0-16,-1-3 128 0,2 1-128 0,2 1 0 16,1 1 0-16,1 0 0 0,4 3 208 0,0 4 16 15,2-9 0-15,0-1 0 0,1 2 256 0,2 1 48 16,2 5 16-16,1-5 0 0,2-5-176 0,2-1-48 15,1 1 0-15,0-3 0 0,0-3-80 0,1 3-32 16,1-3 0-16,1-1 0 0,2-5-16 0,0-2 0 16,0-2 0-16,1-2 0 0,1 3-16 0,-1-3-16 15,1-2 0-15,-1-3 0 0,-1 3-160 0,0-6 0 16,-2-1 144-16,0 4-144 0,1-1 0 0,-1 0 144 0,-1-3-144 16,-1-3 0-16,-2-9 160 0,-1 3-160 0,1-2 128 0,-3 1-128 15,0 3 128-15,-3-5-128 0,-1-5 0 0,0-8 128 16,-3 7-128-16,-2 4 0 0,-1 1 0 0,-2 0 0 15,-3-3 0-15,-2 0 0 0,-2 0 0 0,-2 1 0 16,1 1 0-16,-3 1 0 0,-2 3 0 0,-3 2 0 16,0 0 0-16,-2 6-144 0,0 2 144 0,-3 0-160 15,-1 2-64-15,0 4-16 0,-3-1 0 0,1 0 0 16,0 3 48-16,0 3 0 0,2-1 0 0,-1-1 0 16,-1 1 192-16,2 3-144 0,-1-2 144 0,1 0-128 15,1 0 128-15,0-1-128 0,0 4 128 0,2-1-128 16,1 0 128-16,2 3 0 0,2-3-144 0,-1 6 144 15,3 0 0-15,0 2 0 0,4 0 0 0,0 0 0 16,3 3 0-16,4 2 0 0,1-1 0 0,1 1 0 16,3 3-144-16,0-2 144 0,3-9 0 0,3 3 0 0,-1-2 0 0,2 10 0 15,1 8 0-15,2-5 0 0,2-8 0 0,0 3 0 16,3-3 0-16,1 0 0 0,-1-2 176 0,2-2 80 16,0-7 32-16,1-2 0 0,1-3 32 0,1-3 16 15,0 1 0-15,-2-5 0 0,1 3-48 0,-1-8-16 16,-1-2 0-16,-2 0 0 0,-1-1-80 0,-2-3 0 15,-2-2-16-15,1-1 0 0,-2 0-176 0,-4-3 0 16,3 3 0-16,-6 0 128 0,-1-11-128 0,-4 0 0 16,-1 11 0-16,-1-3 0 0,-2 3-256 0,-4 3 64 15,-1 2 0-15,-3 0 16 32,0-3 0-32,-21 14 0 15,-26 13 0-15,3 5 0 0,12 5-144 0,6 1-48 0,5 2 0 0,5 6 0 16,4 2 368-16,4-2 0 0,3-4 0 0,5 1 0 15,3 2 0-15,3-2 0 0,3-2 0 0,4 2 128 16,3 7 64-16,3-9 0 0,1-9 0 0,2-3 0 16,1 1 64-16,1-3 0 0,1-3 16 0,2-2 0 15,0-6-32-15,2 1-16 0,1-4 0 0,0-2 0 16,4-13-64-16,-2 5-16 0,-2 4 0 0,0-5 0 16,-1-10 0-16,-2 1 0 0,-3 10 0 0,-2 0 0 15,-3 0-144-15,-2-5 0 0,-1 0 0 0,0 2 0 16,-2-2 0-16,-3 0-144 0,-1 0 144 0,-3 0-208 15,-2 2-32-15,-4 0 0 0,-1-1 0 0,-2 4 0 16,-3 0 32-16,-1 2 0 0,-3 6 0 0,1 3 0 0,0 5 48 0,0 3 16 16,-1 5 0-16,1 5 0 0,0 6 144 0,1 4 0 15,2 1-144-15,2 3 144 0,-1 4 0 0,4-1 0 16,1 1 0-16,4-1 0 0,3-1 0 0,3 5 0 16,1-10 0-16,4-6 0 0,1-10 0 0,4 0 0 15,1-5 0-15,2 0 0 0,2-1 320 0,1-2-32 16,1-5 0-16,1 0 0 0,0-6-64 0,1 3-16 15,2 5 0-15,-2-7 0 0,0-6-80 0,-1-3-128 16,-2-2 176-16,0 0-176 0,0 0 144 0,-1-3-144 16,-3 0 0-16,0 0 144 0,-4 1-144 0,-2 1 0 15,-1-1 0-15,-2 1 0 0,-1 4-176 0,-2-1-16 16,-4-2 0-16,0 8 0 0,-4 2 32 0,0 3 0 16,-2 0 0-16,-1 3 0 0,-4 4-16 0,-1 2 0 15,-1 7 0-15,-1 5 0 0,0 3 16 0,1 3 0 0,-1 2 0 16,2 0 0-16,0 3 160 0,1-3-128 15,1 3 128-15,3-3-128 0,1 5 128 0,5-4 0 0,2-1 0 0,1-3 0 16,4-2 0-16,3 0 0 0,1-3 192 0,4-2-64 31,0 5 96-31,17-21 32 16,19-22 0-16,-2-4 0 16,-12 4-256-16,-5 3 0 0,-4-2 0 0,-6 2 0 15,-1 0-128-15,-3 5-80 0,-2-2-16 0,-4 5 0 16,-4 1 64-16,-5 1 16 0,-1 1 0 0,-2 0 0 15,-3 2 144-15,-1 1 0 0,-4-1 0 0,-3 6-128 16,-2 2 128-16,-1 0 0 0,0 3 0 0,-2 3 0 16,0 2 0-16,0 8 0 0,0 1 128 0,4 4-128 0,1 1 0 0,3 2 0 15,1 0 0-15,6 3-192 0,0 0 192 0,2-3-128 16,3 0 128-16,1-5-128 0,6-5 128 0,1-1 0 16,1 1 0-16,1 0 0 0,3 2 128 0,0 0 64 15,1 0 16-15,0-2 0 0,-2-9 32 0,0-4 0 16,1-3 0-16,-1-1 0 0,0 4-80 0,-1-4-16 15,-1-2 0-15,3-2 0 0,-4 4-144 0,0-4 192 16,-2-6-192-16,-1 3 192 0,0-1-192 0,-2-4 160 16,-1 0-160-16,-1-4 160 0,-1 6-160 0,0 0 0 15,-1-2 0-15,-1 0 0 0,-4 1 0 0,-6-1-144 16,-1 0 144-16,1 2-208 0,-3 2-48 0,-1 1-16 16,-1 5 0-16,-1 3 0 0,-1 5-32 0,-2 5 0 15,0 6 0-15,2 5 0 0,1 5 96 0,2 5 16 0,1 1 0 16,3 2 0-16,0-3 192 0,3 3 0 0,6-5 0 0,1 0-144 15,2 0 144-15,3-5 144 0,2-3-16 0,1-3-128 16,10-3 384-16,0-10-16 0,-1-5-16 0,1-3 0 16,2 5-64-16,1-5-16 0,0-5 0 0,2-3 0 15,0-5-80-15,-2-3-32 0,-1 0 0 0,4-10 0 16,-6 10-160-16,-1 0 128 0,-2-2-128 0,-4 2 128 16,-2 5-128-16,-3-2-176 0,0 0 48 0,-4 2 0 15,0 1 128-15,-4 5-208 0,0 2 80 0,-3 3 128 16,-2 8-160-16,-3 0 160 0,3 0 0 0,-3 0-144 15,0 8 0-15,-1 3 0 0,-2 2 0 0,1 8 0 16,-1 0 144-16,4 3 0 0,-3 0-144 0,1 3 144 16,0-1-192-16,2 0 16 0,1-4 16 0,2 1 0 15,2-1-704-15,1 1-144 0</inkml:trace>
  <inkml:trace contextRef="#ctx0" brushRef="#br0" timeOffset="18056.31">8141 8856 1839 0,'0'0'160'0,"0"0"-160"0,0 0 0 0,0 0 0 0,7-5 400 0,-7 5 48 15,0 0 16-15,0 0 0 0,0 0 128 0,0 0 32 16,0 0 0-16,0 0 0 0,3-8 688 0,-3 8 144 15,2-8 16-15,-2 8 16 0,0 0 448 0,0 0 96 16,-2-8 16-16,2 8 0 0,0 0-240 0,0 0-32 16,0-8-16-16,0 8 0 0,0 0-864 0,0 0-192 15,0 0-16-15,0 0-16 0,0 0-352 0,0 0-80 16,0 0-16-16,0 0 0 0,-2-5 64 0,2 5 16 16,0 0 0-16,0 0 0 0,0 0 64 0,0 0 16 15,2-8 0-15,-2 8 0 0,0 0 16 0,0 0 16 16,0 0 0-16,0 0 0 0,0 0-192 0,0 0-32 15,0 0-16-15,0 0 0 0,0 0 144 0,0 0 16 16,0 0 16-16,0 0 0 0,0 0-48 0,0 0-16 0,0 0 0 16,0 0 0-16,-6 5-32 0,1 3 0 0,0 0 0 0,0 0 0 15,-1 0 0-15,-1 3 0 0,-1-1 0 0,2 1 0 16,-1 2 80-16,3 0 16 0,-1-2 0 0,0-1 0 16,-1-1-64-16,-1 1-16 0,1 1 0 0,-1 2 0 15,1 3-32-15,-1 0-16 0,1 2 0 0,-2-5 0 16,-2-2-16-16,1 7 0 0,-2 6 0 0,-1-2 0 15,1-4-16-15,0 3-16 0,-4 0 0 0,1-2 0 16,1 2-48-16,0-5 0 0,-1-3 0 0,1 1 0 16,-1 0 0-16,1-2-128 0,0-1 192 0,0-3-64 15,2 0-128-15,0 2 0 0,-1 1 0 0,3-1 128 16,-1-7-128-16,0 5 0 0,1 1 0 0,-1-1 0 16,1-4 0-16,-1 4-144 0,2 0 144 0,0 0-208 15,0-4-240-15,1 5-32 0,1 2-16 0,0-3 0 16,6-8-1392-16,0 0-288 0</inkml:trace>
  <inkml:trace contextRef="#ctx0" brushRef="#br0" timeOffset="18489.53">7721 8872 8287 0,'0'0'368'0,"0"0"80"0,0 0-448 0,0 0 0 0,0 0 0 0,0 0 0 16,0 0 2000-16,0 0 320 0,0 0 64 0,0 0 16 15,-3 8 608-15,3-8 112 0,0 0 16 0,0 0 16 16,1 8-976-16,4 0-192 0,2 2-32 0,4-1-16 16,2 1-720-16,4 3-160 0,3 1-32 0,2 1 0 15,4 1-320-15,1 3-64 0,0-3 0 0,2 5-16 16,0 5-224-16,0 1-32 0,1 5-16 0,-1-3 0 15,0-3-96-15,0-4 0 0,-2-4-16 0,1-2 0 16,-3 3-96-16,1-1-16 0,-2 3 0 0,-2-5 0 16,-1-5-128-16,-1-1 160 0,-4 4-160 0,-2-4 160 15,-1-2-160-15,-2 0 192 0,-1 0-192 0,-2 1 192 16,0-6-64-16,-2 4-128 0,-1-1 192 0,-5-6-64 16,0 0-128-16,0 0 0 0,0 0 0 0,0 0 128 15,0 0-128-15,0 0 0 0,0 0 0 0,0 0 0 16,0 0 0-16,0 0 0 0,0 0 0 0,0 0 0 0,0 0-128 0,0 0-64 15,0 0-16-15,0 0 0 16,0 0-208-16,0-8-32 0,0-1-16 0,0 1 0 16,0 8-224-16,0 0-32 0,-2-8-16 0,1-2 0 15,-1 0-1312-15,1-2-272 0</inkml:trace>
  <inkml:trace contextRef="#ctx0" brushRef="#br0" timeOffset="23852.41">8186 7835 17503 0,'0'24'1552'0,"-1"-8"-1232"0,1-16-320 0,-5 13 0 16,-3 3 1344-16,1 2 192 0,3-2 64 0,-3-2 0 15,-1-6 144-15,8-8 48 0,0 0 0 0,-8 5 0 16,2 3-640-16,-1 2-112 0,3 1-16 0,-1 0-16 16,-2-4-432-16,-1-4-96 0,2 2-16 0,-1 1 0 15,1 2 448-15,1 0 96 0,-3-1 16 0,0 2 0 16,-2 1-400-16,1 3-80 0,-1 0-16 0,1-2 0 16,-3 5-336-16,1 1-192 0,-2 3 192 0,2 1-192 15,-2-1 0-15,2 0 0 0,0-3 0 0,0 1 0 0,-1 3 0 16,3-3 0-16,-1 1 0 0,0-3 0 0,-1-2 0 0,2 1-224 15,-1-2 32-15,3-1 16 16,-1 3-640-16,0-5-128 0,0-2-16 0,0-4-16 16,2 1-1152-16,0-2-240 0</inkml:trace>
  <inkml:trace contextRef="#ctx0" brushRef="#br0" timeOffset="24154.05">7833 8007 7359 0,'-6'-11'656'0,"4"6"-528"0,1-3-128 0,1 3 0 15,-4-3 2880-15,3 3 560 0,-1-1 96 0,2 6 32 16,0 0-1120-16,0 0-208 0,0 0-64 0,0 0 0 16,0 0-304-16,0 0-64 0,0 0-16 0,8 8 0 15,2-2-752-15,-1 2-144 0,1 0-48 0,1 2 0 16,-1-2-256-16,1 5-48 0,2 6-16 0,1 2 0 15,1 3-144-15,-1 2-16 0,1 1-16 0,1 2 0 16,0 0-176-16,0 0-48 0,3-5 0 0,0 5 0 16,1 6-128-16,-1-5 0 0,2-7 0 0,0-1 0 31,-2 2-496-31,0-3-16 0,0-3-16 0,1-12 0 0,-1-6-1216 0,-1 4-240 16,-1 8-64-16,-2-7-13312 0</inkml:trace>
  <inkml:trace contextRef="#ctx0" brushRef="#br0" timeOffset="24648.66">8157 7084 10127 0,'0'0'896'0,"0"0"-704"0,0 0-192 0,0 0 0 15,-4 5 944-15,-1 0 144 0,-2-5 48 0,3-2 0 16,0-1 848-16,4 3 160 0,-4-2 32 0,-1 1 16 16,5 1-128-16,0 0-16 0,0 0-16 0,0 0 0 15,-7-2-720-15,1-1-144 0,-1 3-16 0,1 0-16 16,0 3-96-16,-1 2-16 0,1 8 0 0,-2-2 0 15,-2-2-384-15,-1 3-64 0,0 4-32 0,-1 3 0 0,1 5-288 0,0-1-48 16,-2 1-16-16,2 3 0 0,0-1-192 0,-1-1 0 16,1-1 0-16,0 0 0 0,0 0-160 0,-1 1-128 15,1-1-32-15,0 0 0 16,0-2-1088-16,1 1-240 0,1-2-32 0,-1-4-16 16,2 4-1472-16,1-5-288 0</inkml:trace>
  <inkml:trace contextRef="#ctx0" brushRef="#br0" timeOffset="24937.86">7819 7134 18431 0,'0'0'816'0,"0"0"160"15,0 0-784-15,0 0-192 0,0 0 0 0,0 0 0 0,0 0 1504 0,0 0 256 0,0 0 48 0,0 0 16 16,0 0 352-16,9 0 64 0,-1 3 0 0,4 2 16 15,1 0-912-15,4 6-176 0,1 2-32 0,1 3-16 16,2-4-352-16,1 5-64 0,2 2 0 0,1-2-16 16,-1-2-272-16,0 3-48 0,0 2-16 0,0 5 0 15,-2 2-352-15,1-2 144 0,-2 1-144 0,0 0 0 16,1 4 0-16,0-1 0 0,-1-1-192 0,-5-11 48 16,0 2-256-16,0-1-48 0,0-2-16 15,1-1 0-15,-3-3-320 0,-1 1-64 16,1-1-16-16,-2-3 0 15,-3-2-480-15,-1 1-112 0,-3 1-16 0,-2 4-12976 0</inkml:trace>
  <inkml:trace contextRef="#ctx0" brushRef="#br0" timeOffset="27493.16">7982 7885 9215 0,'0'0'816'0,"0"0"-656"0,-6-2-160 0,0 2 0 15,-2 2 1664-15,0 6 288 0,-2 0 64 0,-1 0 16 16,0 0 496-16,-2 5 96 0,1-5 32 0,1 5 0 15,0-2-1328-15,-2 5-272 0,0-3-48 0,0 3-16 16,1 0-640-16,-1 2-128 0,0-2-32 0,-3 3 0 16,1 0-192-16,4-3 0 0,0-1 0 0,1-1 0 15,4-4 144-15,1 1 48 0,0-1 0 0,2 2 0 0,0-2 320 0,1 0 64 16,1 3 0-16,1 3 16 0,3 0-336 0,2 0-80 16,0 5-16-16,3-1 0 0,1 1 0 0,4 2 0 15,1-1 0-15,2 1 0 0,1-2 368 0,0 3 80 16,2-7 16-16,1 4 0 0,-1-3 0 0,2-4 0 15,1 2 0-15,-1-4 0 0,0-8-240 0,1 1-64 16,1 3 0-16,6-5 0 0,-2-6-80 0,-1-2-32 16,-2-6 0-16,-2-3 0 0,1-6-80 0,-6 4 0 15,1 0-128-15,0-5 192 0,-2-3-192 0,-2-1 128 16,-1-3-128-16,0 0 0 0,-2 2 0 0,-3-1 128 0,-1 3-128 16,-4-1 0-16,-2 0 0 0,-1 4 0 0,-3 0 0 0,-3 2 0 15,-4-1 0-15,-1 3 0 0,-5-1 128 0,0 4-128 16,-2 1 0-16,-1 2 176 0,-2 1-176 0,-1 4 160 15,-9-2-160-15,2 3 0 0,0 3 0 0,2 4 128 16,1 4-128-16,1 2-256 0,1 0 64 0,3 2 16 16,0 3-48-16,2 3-16 0,4-2 0 0,2 5 0 15,1 1 48-15,0 1 16 0,3 1 0 0,1 1 0 16,1 4 176-16,4-1 0 0,1-2-144 0,4 3 144 16,1-1 0-16,2-6 0 0,1 1 0 0,2-5 128 15,4-1 128-15,-1-2 32 0,2-1 0 0,1-4 0 16,2-4-16-16,2-3 0 0,1-1 0 0,2-5 0 15,5-3-80-15,-1-3 0 0,-1-3-16 0,1-5 0 16,-3-2-176-16,0-3 160 0,-9 6-160 0,0-1 160 16,-2-2-160-16,-1 0 0 0,-2 2 0 0,-2-1 0 15,1 0 0-15,-4 3 0 0,-1 0 0 0,-2 1 0 0,-4 0 0 0,0 3 0 16,-4 2 0-16,-2 1 0 0,-6-1 0 0,0 6 0 16,1 5-160-16,1 5 160 0,-2 3-224 0,0 5 48 15,0 3 16-15,0 8 0 0,0 0 32 0,1 2 0 16,3-2 0-16,2 5 0 0,2-1 128 0,1-4-160 15,3 1 160-15,2-6-160 0,2-3 160 0,2-3 0 16,-1-4 0-16,2-1 0 0,-3-8 176 0,7 4-48 16,-1 0 0-16,2-4 0 0,2-4 48 0,0-4 0 15,-1 0 0-15,1-1 0 0,1 0-176 0,0-6 192 16,-1 1-192-16,0-2 192 0,-2-3-192 0,-2 3 0 16,0-2 0-16,-1-1 0 0,0 3 0 0,0-2-224 15,-2-1 80-15,-3 3 16 0,-3-2-112 0,-2 2-16 0,-1 2 0 0,-2 1 0 16,-4 0 48-16,0 2 0 0,-5-2 0 0,-2 5 0 15,-2 0 48-15,-1 3 16 0,-2 5 0 0,1 5 0 16,-1 3 144-16,0 5 0 0,0 3-144 0,2 3 144 31,1 2-816-31,2 3-80 0,4 0-32 0,2 0-15808 0</inkml:trace>
  <inkml:trace contextRef="#ctx0" brushRef="#br0" timeOffset="28395.33">7886 7461 5519 0,'-8'-21'0'0,"3"8"224"0,1 1-64 0,0 0 32 0,1-1-192 0,-3-7 0 16,-1 0 0-16,2 8 0 0,-1 2 1600 0,0 0 304 16,-1 2 48-16,-1-5 16 0,0 1 272 0,2 4 64 15,6 8 16-15,0 0 0 0,0 0-1120 0,-5 8-240 16,0 0-32-16,2 4-16 0,0 4-464 0,1 5-112 16,2 3-16-16,2 4 0 0,1 2 48 0,2 2 0 15,0-3 0-15,1 3 0 0,2-3 336 0,2 7 64 16,1-3 0-16,2 1 16 0,0-2 240 0,-1-5 32 15,1-3 16-15,5 2 0 0,-4-7-288 0,2-3-48 0,2-6-16 16,0-2 0-16,-1-3 128 0,3-4 32 0,-1-2 0 0,2-4 0 16,0-5-320-16,-2-4-64 0,-3-2-16 0,0-5 0 15,0 0-256-15,0 0-48 0,-2-6-16 0,1 1 0 16,-5-3-160-16,-2 1 0 0,-5-1 144 0,2-8-144 16,-4 1 0-16,-2 8 0 0,-3-1 0 0,-2 1 0 15,-4 4 0-15,-3 3 0 0,-1 5 0 0,-10-6 0 16,-3 6 0-16,7 9 0 0,-2 3 0 0,-1 4 0 15,1 3 0-15,-10 6-160 0,3 8 160 0,10-1 0 16,0 3-384-16,-1 3 16 0,3 2 16 0,1 5 0 16,4-6 80-16,4-1 16 0,2 1 0 0,3 1 0 15,3-2 256-15,1 2 176 0,4-3-32 0,3-2 0 0,-1-1-144 16,1-3 0-16,1-3 0 0,2 0 0 0,2-3 176 0,0-1-48 16,0 2-128-16,0-7 192 0,0-6 0 0,1-2 0 15,0-3 0-15,1 0 0 0,-1-5 256 0,1 0 32 16,-1-6 16-16,1 1 0 0,-2-2-656 0,-1-3-128 15,1-1-32-15,-2-2 0 0,-1-3 176 0,-2 5 144 16,-1-1-208-16,-3 1 80 0,-2 0-144 0,-2 4-32 16,-2-1 0-16,-4 1 0 0,-7 3 64 0,0 1 16 15,-1 7 0-15,-2 2 0 0,-4 6 32 0,-8 4 0 16,-1 3 0-16,3 7 0 0,2 3 192 0,8-4 0 16,5 0 0-16,-4 1 160 0,1-2-32 0,-1 2 0 15,3-1 0-15,0-1 0 0,3-2-128 0,2-1 0 0,1 0 0 16,1 0 0-16,5-8 0 0,0 0 0 0,0 0 0 0,0 0 0 15,11 0 128-15,4-4 128 0,-1-8 48 0,2 1 0 16,2-3-144-16,8-10-32 0,-2-4 0 0,-10 11 0 16,0-6-128-16,1-2-176 0,-2 0 48 0,0 3 0 15,-2 0 0-15,2-7 0 0,-7 3 0 0,0 5 0 16,-2 5 128-16,-4 8 0 0,0 8 0 0,0 0 0 16,-7-8 0-16,-1 5 192 0,-3 0-64 0,-2 9 0 15,0 4-128-15,4 1 192 0,-1 2-64 0,0 0 0 16,-1 6 64-16,0 2 0 0,-2 0 16 0,0 3 0 15,0 3-208-15,4-1 144 0,-4 2-144 0,-5 21 128 16,6-12-128-16,7-17 0 0,0-4 0 0,2 1 0 16,1-6 0-16,2-11-272 0,0 0 64 0,0 0 16 15,0 0-624 1,11 0-112-16,1-3-32 0,-1-5 0 0,0-4-448 0,2-1-112 16,-2-3-16-16,7-4-13488 0</inkml:trace>
  <inkml:trace contextRef="#ctx0" brushRef="#br0" timeOffset="34842.94">4516 8182 11055 0,'0'0'976'0,"2"9"-784"0,-4-1-192 0,2 1 0 16,0 2 224-16,0 0 0 0,2 2 0 0,-1-4 0 15,1-1 208-15,1 1 32 0,-3-9 16 0,7 3 0 16,1 0 736-16,1-6 128 0,2-2 48 0,2-3 0 0,0-3-256 0,0-1-48 16,0-2-16-16,0 0 0 0,-2-1 208 0,0-1 32 15,-1 0 16-15,-2 2 0 0,-2-1-656 0,-1 1-128 16,-2 6-32-16,-1-2 0 0,-5-1-384 0,-4 3-128 15,-2 0 0-15,-4 3 0 0,1 5 224 0,0 0-64 16,-4 5-16-16,-2 3 0 0,-1-2 304 0,-2 2 64 16,-2 2 16-16,-1-2 0 0,0 5 112 0,2-1 32 15,-1 0 0-15,-2 4 0 0,7-3-320 0,2-2-64 16,3 0-16-16,3-1 0 0,2-2 176 0,4 3 48 16,2-1 0-16,4-2 0 0,1 3 16 0,3-3 0 15,2-3 0-15,2 0 0 0,1-1 16 0,2-2 16 16,1-2 0-16,2-2 0 0,0-2-272 0,0-4-48 0,1-1-16 15,0 0 0-15,-1-2-208 0,0-2 0 0,0-3 128 0,0 3-128 16,-1-2 0-16,-1-2 128 0,-1 1-128 0,2 0 0 16,-4-2 0-16,0-1 0 0,-1 3 0 0,-2 0 0 15,-2 3 0-15,-1 2 0 0,-2 1 0 0,0 5 0 16,-1-1 0-16,-2 6 0 0,0 0 0 0,-3 8 0 16,-2 5 0-16,0 4-160 0,-3 4 160 0,0 5-128 15,0-2 128-15,2 3 0 0,-2 2 0 0,1 2 0 16,1 5 0-16,1-3 0 0,0-1 0 0,4-3 0 15,-1-2 0-15,4-10 0 0,-1 0 128 0,2-1-128 16,2-4 0-16,2-4 144 0,1-3-144 0,3-3 0 16,-2-5 192-16,1-4-192 0,-2-6 192 0,3 1-192 15,1-8 160-15,0-2-160 0,0-5 128 0,0 1-128 16,-2-3 0-16,-2-2 0 0,-1-1 0 0,-3 2 0 16,0-2 0-16,-3 4 0 0,-2 1 0 0,-4 2 0 0,-2-1-304 15,-2 5 64-15,-4 0 16 0,-2 2 0 0,-2 3 224 0,-6 0-192 16,-1 6 192-16,-1 4-192 0,-1 4 192 0,2 5 0 15,5-1 0-15,-1 9 0 0,1 2 0 0,0 6 0 16,-2 2 176-16,2 2-48 0,1 1-128 0,2 0 128 16,2 3-128-16,1-3 128 0,1-1 0 0,3-3 16 15,2 0 0-15,3-4 0 0,2-3 48 0,2-2 16 16,2-2 0-16,2-2 0 0,-4-7 0 0,8 1 0 16,2-5 0-16,3-4 0 0,0-2-208 0,1-6 0 15,2-3 0-15,2-2-160 0,1-3 160 0,0 3 0 16,1-3 0-16,-1 0 128 0,-1 0-128 0,-1 3 0 15,-1 3 0-15,-1 2 0 0,1 2 0 0,-3 1 0 0,-2 0 0 0,0 5-128 16,-1 0 128-16,-2 3-160 0,-2 5 160 0,-6 0-160 16,0 0-32-16,0 0-16 0,2 11 0 0,-4 4 0 15,-3 1 32-15,-1 5 16 0,-1-7 0 0,-1 4 0 16,-1 1-96-16,-1-1-32 0,-1 3 0 0,0-2 0 31,1-2-848-31,0 0-160 0,2-3-48 0,2-1 0 16,0-2-480-16,2-1-96 0,1 1-32 0,2-3 0 15,1-8 976-15,0 8 192 0,0-8 32 0,1 8 16 0,1 0 608 0,-2-8 128 0,1 8 0 0,-1-8 0 16,0 0 0-16,0 0 0 0,0 0-144 0,0 0 144 31,0 0-432-31,0 0 0 0,0 0 0 0,0 0 0 0,0 0 432 0,0 0 0 0,0 0 0 0,0 0 0 16,-6-2 448-16,-2 1 64 0,0-2 0 0,0 1 16 16,0 0-144-16,0 1-48 0,-2-2 0 0,1-1 0 0,-1 0-144 0,0 4-48 15,-1-2 0-15,0 0 0 0,0 2 192 0,-1 0 48 16,0 0 0-16,0 0 0 0,1 2 304 0,1 0 64 15,1-2 16-15,-1 3 0 0,-1-3 256 0,1 3 64 16,2-1 16-16,2 2 0 0,-1-2-512 0,7-2-96 16,0 0-32-16,0 0 0 0,0 0-272 0,0 0-64 15,7-6-128-15,1-2 192 0,2-5 0 0,2 0-16 16,3-3 0-16,-1 0 0 0,2 5-176 0,0-2 192 16,0 3-192-16,0 2 192 0,-1 0-192 0,-1 2 0 15,-1 6 0-15,3 0 0 0,-3 0 0 0,-3 6 0 16,-2 2 0-16,-3 2 0 0,-2 3-192 0,-3-2 192 15,-2 2-160-15,-1-2 160 0,-2-2 0 0,-1 0 0 0,-2 2 0 0,-2 0 0 16,-3-1 0-16,0 2 208 0,-1-4-16 16,-2 1 0-16,0-3 48 0,-2-4 0 0,1 1 0 0,-1-3 0 15,0-3-80-15,1-2-16 0,-1-3 0 0,2 0 0 16,1 0-144-16,1 0 0 0,3-4 144 0,1 0-144 16,2 2 0-16,3-1 0 0,2-2 0 0,1 0 0 15,2 0 0-15,2-1-128 0,1 2 0 0,0 0 0 16,1-1-144-16,1 2-32 0,-1 3 0 0,3-2 0 31,-1-1-928-31,1 4-192 0,-3 1-48 0,4 1 0 16,-3 2-1696-16,2 1-352 0,10 2-64 0,-17 0 0 0</inkml:trace>
  <inkml:trace contextRef="#ctx0" brushRef="#br0" timeOffset="35561.26">4368 7346 12895 0,'0'0'1152'15,"0"0"-928"-15,-6-4-224 0,0-2 0 0,-1 0 1312 0,1 1 224 16,6 5 32-16,0 0 16 0,0 0 736 0,0 0 160 16,0 0 16-16,0 0 16 0,0 0-1408 0,9 5-272 15,1 1-64-15,0-1-16 0,-1-4-512 0,1 6-112 16,0-2 0-16,-2-1-128 0,0 4 256 0,-2 4-48 15,0-3-16-15,-1 6 0 0,-2-2-192 0,-1 3 0 16,-2 0 0-16,-2 1 0 0,1-1 0 0,-2 0 0 16,-1 0 0-16,0 1 0 0,-1-1-272 0,0-2-48 0,0-3-16 0,2-3 0 15,0 0 208-15,3-8 128 0,0 0-160 16,0 0 160-16,0-3 0 0,1-7 256 0,1-4-16 0,1-4-16 16,0-1 160-16,2-2 48 0,2-1 0 0,1-1 0 15,0 2 272-15,1 1 64 0,1-1 16 0,0 1 0 16,1 4-144-16,0 4-48 0,0-4 0 0,0 4 0 15,1-1 176-15,-3 4 16 0,1 1 16 0,-2 1 0 16,-2 1-368-16,1 0-80 0,-2 2-16 0,-5 4 0 16,0 0-336-16,0 0 128 0,0 0-128 0,0 10 0 15,0-10 0-15,-5 10 0 0,-2 6 0 0,-1 1 0 16,0 3-208-16,-1-1 32 0,-2-2 16 0,-1 3 0 16,1-7 160-16,-2-1-192 0,-3 1 192 0,2-2-192 15,-2 2 192-15,-2-5 0 0,0 4 0 0,-1-4-128 0,-2-4 128 16,-1 0-128-16,-1-4 128 0,1-4-128 0,-1-4 128 0,4 0 0 15,1-4 0-15,6-5 128 0,2-7 0 0,7 0 16 16,6-1 0-16,5-7 0 0,5-1-144 0,3 3 128 16,5 3-128-16,4 3 128 0,1-1 256 0,1 5 32 15,-6-1 16-15,2 1 0 0,-1 3-624 0,-1 1-112 16,-2 0-16-16,-3 4-16 0,-3 0 336 0,-2 4 0 16,-3 3 0-16,-8 5 0 0,0 0 0 0,0 0 192 15,0 0-64-15,0 0 0 0,-11 5 64 0,-2 1 16 16,1 2 0-16,-3 2 0 0,4-2-208 0,-2 0 128 15,0-5-128-15,0 2 0 0,1 0 0 0,0 3 0 16,-1-4 0-16,2 3 0 0,-3-2 0 0,1 3 0 16,2-3 0-16,-1 3 0 0,8 3-128 0,-1 0 128 0,0-3-192 0,3 2 192 31,2 3-544-31,2 3 0 0,1-2 0 0,0 0 0 16,2-2-704-16,2-1-144 0,-1-1-16 0,4 1-16 15,-1-2-960-15,1-2-192 0,-2-2-48 0,0-4 0 16,-8-1-704-16,8-5-128 0,-8 5-48 0,0 0 0 0</inkml:trace>
  <inkml:trace contextRef="#ctx0" brushRef="#br0" timeOffset="35712.46">4547 6936 4607 0,'0'0'400'0,"0"0"-400"0,0 0 0 0,0 0 0 15,-5 7 2320-15,-3 2 384 0,0 4 80 0,-4 3 16 16,3 7-1952-16,-4 1-384 0,0 3-80 0,2 4 0 15,0 1-384-15,-9 0 0 0</inkml:trace>
  <inkml:trace contextRef="#ctx0" brushRef="#br0" timeOffset="36847.81">11426 7219 16575 0,'-6'-8'1472'0,"0"0"-1168"0,1 0-304 0,0-2 0 16,0-4-176-16,0 4-80 0,1-1-32 0,-1 3 0 16,-2 0 288-16,1 0 272 0,-1 6-48 0,3 2-16 15,4 0 1552-15,-7 8 304 0,-1 2 64 0,2 3 16 16,-1 3-448-16,3 4-96 0,-3 8 0 0,2 1-16 16,2-8-176-16,0 6-48 0,1 2 0 0,1 0 0 15,4-1-544-15,0 1-112 0,2 0-32 0,1-5 0 16,2 0-32-16,2-4-16 0,1-4 0 0,2-3 0 0,0-4-240 0,1-1-32 15,1-5-16-15,-1-3 0 16,2-3-160-16,0-5-48 0,-1 0 0 0,-1-5 0 0,-1-3-128 16,-2 0 0-16,-1-5 0 0,-2-3 128 0,-2 2-128 0,-1-1 0 15,0 2 0-15,-3 1 0 0,-6-1 0 0,0 0 0 16,-3 2 0-16,-2 3 0 0,-4 0 0 0,-2-1 0 16,-2 0 0-16,-3 2 0 0,1 6 0 0,-2 6 192 15,-1 6-192-15,-1 2 192 0,1 3-64 0,-1 3 0 16,2-2 0-16,2 6 0 0,2-1-128 0,0 1 0 15,5 1 0-15,0 1 0 0,3 0 176 0,2 3 0 16,3-4 0-16,2 4 0 0,2 1-176 0,3-2 0 16,2-5 0-16,3 2-176 0,-2-8 176 0,2 0 176 15,2 0-48-15,1-3 0 0,1-5-128 0,0 0 0 16,1-1 144-16,2-6-144 0,-1-1 128 0,1-5-128 0,-1 0 128 0,-1 1-128 16,-4-4 0-16,4-4 0 0,2-1 0 0,-4 5 128 15,-1-1-128-15,-2-4 0 0,-4-6 0 0,3-2 0 16,-2 8 0-16,-4 2 0 0,-2 3 0 0,-4-1 0 15,-2 8 0-15,-1-2 0 0,-1 3 0 0,-2 6 0 16,-2 4 0-16,-2 4-128 0,-2 4 128 0,-1 2-128 16,-1 3 128-16,-1 3 0 0,1 2 0 0,0 3 0 15,0-1 0-15,1 6 128 0,2-3 0 0,-3 7 0 16,3 1-128-16,3-8 0 0,5-4 0 0,3-5 0 16,2-5 0-16,3 2 0 0,1-5-176 0,-1-8 176 15,10 0 0-15,3-1 0 0,1-7 0 0,2-4 0 16,2-4 0-16,3 0 0 0,1-1 0 0,1-4 0 15,-2-2-176-15,0 1 16 0,-1-1 0 0,0 6 0 16,2-3-896-16,-1 3-176 0,-2 2-48 16,-1 6 0-16</inkml:trace>
  <inkml:trace contextRef="#ctx0" brushRef="#br0" timeOffset="37532.05">11321 8260 14111 0,'-13'4'304'0,"13"-4"64"0,0 0 16 0,-8 0 16 0,8 0-400 0,0 0 0 0,-7 0 0 0,2 3 0 15,5-3 2240-15,-4 5 352 0,0 0 80 0,3 3 16 16,1 3-656-16,1-3-128 0,-1-8-32 0,5 9 0 16,0 6-720-16,1-1-160 0,2 2-32 0,0-1 0 15,1-2-64-15,-1 0-32 0,1-1 0 0,2-4 0 16,1-8-160-16,-1 5-16 0,-2 3-16 0,3-5 0 16,1-6-256-16,1-5-48 0,0-1-16 0,-1-3 0 15,-3-2-176-15,0-2-48 0,-1 0 0 0,-1-3 0 16,-1 2-128-16,-3-3 0 0,0-4 0 0,-3 3 0 15,-2-3 0-15,-3 3 0 0,0 5 0 0,-3-2 0 16,-1 2 0-16,-1 2 0 0,-3 1 0 0,1 3 0 0,0 2 0 0,-5-3 0 16,3 6 0-16,-1 2 0 0,-1 9 128 0,1-1-128 15,-1 0 128-15,1 6-128 0,1-1 0 0,0 4 0 16,2-1 128-16,0 5-128 0,4-6 0 0,2 0 0 16,2 1 0-16,3-2 0 0,0-2 224 0,2-1-32 15,-2-8-16-15,0 0 0 0,9 4 32 0,1 2 16 16,0-4 0-16,-1-2 0 0,3-2-32 0,-1-4-16 15,0 1 0-15,0-2 0 0,0-2-176 0,-1-2 0 16,0-2 0-16,-1-3 128 0,1 3-128 0,0-3 0 16,-2 5 0-16,-4-4 0 0,0-4-192 0,-3 3 192 15,-4 0-192-15,0 3 192 0,0 8-176 0,-2 0 176 16,-3-1-128-16,-2 3 128 0,-1-2-192 0,0 5 64 0,-2 0 0 16,0 6 0-16,-1 2 128 0,-1 2-160 0,-1 1 160 0,0 2-160 15,2 5 160-15,-1 4 0 0,2 4 0 0,2-1 0 16,1 0 0-16,4-1 0 0,1-2 0 0,2-4 0 15,5-2 0-15,4-5 0 0,-1-5 128 0,4 2-128 16,3-4 256-16,2-1 0 0,2-6-16 0,3-2 0 16,-1-6-48-16,0 1 0 0,-2-4 0 0,0 1 0 15,0-3-192-15,0 0 144 0,-2 0-144 0,-1-1 128 16,-3 3-128-16,-2 3-144 0,-2 3 144 0,-1 3-208 31,-5 5-320-31,0 0-64 0,0 0-16 0,0 0-12048 0,0 0-2400 0</inkml:trace>
  <inkml:trace contextRef="#ctx0" brushRef="#br0" timeOffset="40940.04">4473 9206 8287 0,'0'0'736'0,"0"0"-592"16,-8 0-144-16,8 0 0 0,-8 3 560 0,1-3 80 15,1-6 0-15,-1 6 16 0,7 0-240 0,0 0-48 16,-6 5-16-16,6-5 0 0,-5-7 384 0,2-4 80 15,1-5 16-15,1 0 0 0,1 5-288 0,1 1-48 16,1 2-16-16,0 3 0 0,-1-3 480 0,1 2 112 16,-2 6 16-16,0 0 0 0,0 0-208 0,0 0-48 0,0 0 0 0,0 0 0 15,-3 11-448-15,1 10-112 0,-1 6-16 0,1-1 0 16,-1-2-256-16,1 1-176 0,1 3 32 0,1-1 0 16,1-11 144-16,3-1 0 0,0 1 0 0,3 0 0 15,-1-4 576-15,2 0 80 0,0-3 32 0,2-2 0 16,0-2 128-16,1-2 16 0,0-6 16 0,0 1 0 15,0-4 64-15,1-3 16 0,-3 6 0 0,1-6 0 16,0-7-400-16,-2 0-80 0,-2 0 0 0,0-1-16 16,-1 1-304-16,0 2-128 0,-2 1 0 0,-1-3 128 15,-2-6-128-15,-2 1 0 0,-1 3 0 0,-2 2 0 16,-1 0-208-16,-2 2 80 0,-3-1 128 0,-1 2-208 16,0-1-48-16,-1 1-16 0,0 2 0 0,0-2 0 15,-1 5 272-15,-1 0-128 0,1 0 128 0,1 3 0 16,0 8 0-16,0 2 224 0,0 0-16 0,2 6 0 15,0 7 48-15,0 3 0 0,1 1 0 0,4 2 0 16,-1 0-256-16,4-6 144 0,0-5-144 0,1 6 128 0,4 2-128 0,3-2 160 16,3-4-160-16,0-4 160 0,1-6 160 0,1-1 48 15,1-4 0-15,2-4 0 0,0 0 288 0,1-2 64 16,1-2 16-16,-1-3 0 0,1-7-304 0,-1-1-64 16,-4 6-16-16,-1 0 0 0,1 2-352 0,0 0 0 15,-2-2 0-15,0 2 128 0,-2-4-128 0,0 1 0 16,-2-1 0-16,-1 1 0 0,-3-2 0 0,-2 3-128 15,-1 3 128-15,0-1 0 0,-2 0 0 0,-1 3 0 16,-4 3 0-16,-1 2 0 0,-4-2 0 0,1 5 0 16,-2 5 0-16,-2-2-128 0,0 2 128 0,1 1 0 15,-1-1 0-15,0 0 0 0,2 8 0 0,2-2 0 0,1 5 0 0,2-3 0 16,1 1 0-16,4-4 0 0,1-5 0 0,3 3 0 16,2 0 0-16,0-8 0 0,0 0 0 0,0 0 0 15,12 3 0-15,-1-3-128 0,0-3 128 0,2-2-192 31,0-3-1024-31,1-2-224 0,-2 1-32 0,0-1-14736 0</inkml:trace>
  <inkml:trace contextRef="#ctx0" brushRef="#br0" timeOffset="44715.04">4556 9811 13823 0,'0'0'1216'0,"-5"3"-960"0,1-3-256 0,-1 3 0 15,5-3 576-15,-7-3 64 0,1-2 0 0,1 2 16 16,-1 3 368-16,6 0 80 0,-5 3 16 0,0-1 0 16,0 4-96-16,5-6 0 0,0 0-16 0,-5 5 0 15,2 3-240-15,3-8-32 0,0 0-16 0,0 0 0 16,0 0 320-16,0 0 64 0,0 0 16 0,0 0 0 15,0 0-384-15,0 0-80 0,3 8-16 0,1 2 0 16,0 1-256-16,1 2-64 0,0 1-16 0,0-1 0 16,0-3-304-16,0 4 0 0,-1-1 0 0,1-3 0 15,-2 1-160-15,-3-11 16 0,0 0 0 0,0 0 0 16,0 0 144-16,0 0 144 0,0 0-16 0,0 0-128 16,0 0 784-16,0 0 48 0,-8-3 16 0,0-2 0 0,-1 0-80 0,-3-1-32 15,3-1 0-15,-2-1 0 0,-1-3-288 0,1-2-64 16,1-3-16-16,1 3 0 0,1 2-240 0,1-2-128 15,3-8 128-15,2 2-128 0,2 10 0 0,2 1 0 16,2 0 0-16,4 0 0 0,2-4 0 0,1 4-128 16,1-3 128-16,2 1-128 0,-1 2 128 0,0 0 0 15,0 4 0-15,-2-3-128 0,0 1 128 0,-1-1 0 16,-2 6 0-16,0 1 0 0,-2 1 0 0,-1 7 0 16,0 0 0-16,-2 0-128 0,-3-8 128 0,-2 10 0 15,1 1-144-15,-3 4 144 0,4-15-144 0,-4 12 144 16,0 6-192-16,1-2 192 0,-2 0-304 0,2 2 48 0,0-2 16 15,0-8 0 1,3-8-464-16,0 0-80 0,-3 14-32 0,1 4-15680 0</inkml:trace>
  <inkml:trace contextRef="#ctx0" brushRef="#br0" timeOffset="46034.49">7930 9965 19343 0,'-2'-5'1728'0,"-1"-1"-1392"15,-2-2-336-15,0 0 0 0,0-5 864 0,0 3 96 16,2 4 32-16,0-2 0 0,0-2 480 0,1-3 112 15,2-1 16-15,3 6 0 0,5 6 128 0,2 4 16 16,3-2 16-16,1 3 0 0,4 2-688 0,0 0-144 16,1-4-32-16,0 6 0 0,0 4-352 0,-1 2-80 15,-2-7-16-15,-3 2 0 0,1 2-256 0,1-2-48 16,-1 5-16-16,-4-2 0 0,-4 2-128 0,-1 0 192 0,-2 1-192 0,-1-1 192 16,0-2-192-16,-2-1 0 0,-2-2 144 0,-1 3-144 15,-4-3 0-15,3-1 128 0,-1-4-128 0,-2 2 0 16,1-4 160-16,-2-1-32 0,0-1-128 0,0-4 192 15,1 0-192-15,3-3 144 0,-3 3-144 0,1-6 128 16,-2-2-128-16,1-6 0 0,1-2 0 0,1 3 128 16,0-1-128-16,2 1 0 0,0-1 0 0,1 2 0 15,1-1-160-15,-1 0 160 0,2 1-208 0,0 0 80 16,-2 3-304 0,2 6-48-16,0 8-16 0,0 0 0 0,0 0-1216 15,0 0-240-15,7 14-48 0,-1 4-13488 0</inkml:trace>
  <inkml:trace contextRef="#ctx0" brushRef="#br0" timeOffset="56056.81">4545 9850 4639 0,'0'0'416'0,"0"0"-416"0,-2-7 0 0,-1-1 0 0,-2 0 1120 0,1-2 144 15,-1-1 16-15,-2 3 32 0,1 5 1456 0,-1-2 304 16,1-3 48-16,0 5 16 0,-1 1 0 0,1-1 0 16,-1 3 0-16,3-1 0 0,-3-6-1392 0,4 5-272 15,3 2-48-15,0 0-16 0,0 0-720 0,0 0-160 16,0-11-16-16,3-2-16 0,0-1-144 0,4 0-32 15,-1 1 0-15,4-2 0 0,-4 2-64 0,2 1-32 0,0-3 0 0,0 2 0 16,2 0-32-16,0 2 0 0,-1 5 0 0,2-1 0 16,1 3-32-16,-1 0-16 0,-1 3 0 0,2 2 0 15,4 7-144-15,-1 4 160 0,1-3-160 0,0 4 160 16,0-2-160-16,2 1 0 0,-1-3 0 0,1 2 0 16,0-3 0-16,-1-3 0 0,1 2 0 0,0-6 0 15,-1 2 0-15,1 1 0 0,-2 2 128 0,-2 2-128 16,-1 0 0-16,-2 0 0 0,-1-1 0 0,-2 2 0 15,-2 4 192-15,-1 6-64 0,-1-1 0 0,-1-2 0 16,-2 0 16-16,-1 5 0 0,0 3 0 0,0 0 0 16,0-3-144-16,0 0 0 0,-1-5 0 0,1-3 0 15,0-2 0-15,0 2 0 0,0-5 0 0,0 3 0 16,0-3 0-16,0-3 0 0,0 3 0 0,1 0 0 16,1 0 0-16,0 3-224 0,-1-3 80 0,1 0 16 15,-2-8-528-15,3 10-112 0,0 3 0 0,0 0-16 16,-1-4-2224-16,1 1-432 0</inkml:trace>
  <inkml:trace contextRef="#ctx0" brushRef="#br0" timeOffset="56274.14">5009 10447 13871 0,'0'0'304'0,"0"0"64"0,0 0 16 0,0 0 0 0,0 0-384 0,9 4 0 15,-2 5 0-15,-1 5 0 0,-3 0 3552 0,1-1 624 16,-1-3 128-16,0 0 32 0,0 1-1648 0,0-6-320 16,-3-5-64-16,0 0 0 0,0 0-1328 0,4 11-256 0,-3-2-48 0,1-1-16 15,0 0-448-15,-1 1-80 0,-1-9-128 0,3 9 176 32,-1-1-816-32,1 2-144 0</inkml:trace>
  <inkml:trace contextRef="#ctx0" brushRef="#br0" timeOffset="57025.23">7756 9925 11967 0,'0'0'1072'0,"-1"-8"-864"0,-3 0-208 0,1 0 0 0,-2 0 784 0,2-2 112 16,0-3 32-16,1-1 0 0,4 4 1008 0,-2-1 208 15,2-5 32-15,-1 6 16 0,1 2-144 0,1-3-48 16,0 2 0-16,2-3 0 0,0-1-320 0,0 2-64 16,1 3-16-16,4 0 0 0,-2 0-672 0,1 3-144 15,3 2-16-15,0 3-16 0,1 0-544 0,2 7-208 16,1-1 176-16,1 0-176 0,1-1 0 0,0 2 0 16,-1 1 0-16,1 1 0 0,1 4 0 0,1 0 0 15,-1-3 0-15,-2 4 0 0,-1 5 160 0,1 2-160 16,-3 6 160-16,-1 2-160 0,0 2 224 0,-2 1-48 15,-3 0-16-15,2 13 0 0,-4-16-32 0,-1 3-128 16,0-3 192-16,-1 0-64 0,0 0-128 0,-1 1 0 0,0-4 0 16,0 0 0-16,0-7 0 0,2-2 0 0,0 1 0 15,0-3 0-15,-2-1 0 0,0-4 0 0,1 1-176 0,-4-11 176 32,0 0-1328-32,0 0-176 0</inkml:trace>
  <inkml:trace contextRef="#ctx0" brushRef="#br0" timeOffset="57194.4">8250 10418 29487 0,'0'0'1296'0,"0"0"288"0,-6 3-1264 0,1 2-320 0,2 3 0 0,0 6 0 16,0 6 304-16,-1-1 0 0,1-10 0 0,0 3 0 16,0-4 464-16,1 0 80 0,2 1 32 0,0-1 0 15,0 4-336-15,0-1-64 0,0-2-16 0,0-9 0 16,0 0-464-16,7 5-256 0,-1 7 16 0,0-4-15280 15</inkml:trace>
  <inkml:trace contextRef="#ctx0" brushRef="#br0" timeOffset="57927.32">4258 10917 16575 0,'3'-6'1472'0,"3"-2"-1168"0,2-4-304 0,0-4 0 15,2 0 1360-15,3 0 224 0,0 0 32 0,1 0 16 16,2-2 672-16,2-1 128 0,-1 3 16 0,3 0 16 15,-1 2-688-15,2 1-144 0,0-2-32 0,-2 6 0 16,0-3-704-16,1 4-128 0,-3 4-48 0,1 0 0 16,-1 9-240-16,0 3-48 0,-3 5-16 0,0 3 0 15,-1 0-144-15,0 7-16 0,-2-1-16 0,-1 5 0 16,-4-1-80-16,1 1-16 0,-2-1 0 0,-2 5 0 16,-2-3-144-16,-1 9 0 0,-1 10 0 0,1-12 0 15,-3-19-192-15,-1 5-64 0,1 11 0 0,0 0-18400 16</inkml:trace>
  <inkml:trace contextRef="#ctx0" brushRef="#br0" timeOffset="58095.87">4643 11451 12895 0,'0'0'1152'0,"0"0"-928"16,0 7-224-16,0-7 0 0,0 0 2832 0,0 0 528 15,0 0 96-15,0 0 32 0,1 8-928 0,3 0-176 16,-1 0-32-16,0-2-16 0,-3-6-384 0,5 12-80 15,0 9-16-15,0-7 0 0,-1-8-1200 0,1 2-240 16,-2 0-48-16,2 4-16 0,2 1-352 0,1-1-208 16</inkml:trace>
  <inkml:trace contextRef="#ctx0" brushRef="#br0" timeOffset="58746.35">7772 11169 26719 0,'7'-8'2368'0,"2"-5"-1888"0,3-3-480 0,0 5 0 31,1 6-288-31,3-3-160 0,-3 0-16 0,3-5-16 0,0-3 1696 0,2 3 352 0,0-1 64 0,-1 1 16 16,1-3-288-16,-2 3-48 0,0 2-16 0,0 3 0 15,0 3-528-15,0 5-96 0,-2 0-32 0,1 5 0 16,-1 3-128-16,1 0-16 0,-2 0-16 0,0 6 0 15,-2 7-48-15,-3-3-16 0,0-2 0 0,0 5 0 16,-2 8-272-16,1-2-144 0,-1-6 160 0,-1 3-160 0,-4 0 128 16,1 2-128-16,0 1 0 0,-2 7 0 0,0-10 0 0,0 5 0 15,-2-1 0-15,0 1-12288 16,1-1-2432-16</inkml:trace>
  <inkml:trace contextRef="#ctx0" brushRef="#br0" timeOffset="58912.83">8246 11862 26719 0,'-7'24'1184'0,"6"-14"240"0,-1 3-1136 0,2-13-288 16,0 0 0-16,0 0 0 0,0 0 1424 0,0 0 240 15,0 0 32-15,-2 10 16 0,2-10-128 0,-3 9-32 16,2 2 0-16,1-11 0 0,0 0-1024 0,0 0-208 16,0 0-32-16,0 0-16 0,0 0-528 0,0 0-128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11T11:59:56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3595 14273 9215 0,'0'0'816'0,"0"0"-656"0,-2-11-160 0,2 11 0 16,-1-11 496-16,-1 1 64 0,2 10 16 0,-3-13 0 15,0-1 352-15,-2 1 80 0,0 3 16 0,2-1 0 16,0 0-688-16,3-2-128 0,0 2-16 0,0 1-16 15,0-1-176-15,0 11-176 0,0 0 48 0,0 0 0 16,0 0 128-16,0 0 0 0,0 0 0 0,0 0 0 16,0 0 1152-16,0 0 176 0,0 0 16 0,0 0 16 15,0 0 144-15,-7 14 32 0,4-1 0 0,3-13 0 16,0 13-32-16,0-13 0 0,0 0 0 0,6 13 0 16,-6-13-608-16,8 16-112 0,0-5-16 0,-8-11-16 15,10 10-384-15,-10-10-80 0,11 8-16 0,-11-8 0 0,13 14 112 0,-2-1 0 16,-1-3 16-16,-10-10 0 0,11 11 176 15,-1-1 48-15,0-1 0 0,1 1 0 0,2-2-144 0,-1-3-32 16,1 3 0-16,2-2 0 0,-1 1-144 0,4-1-48 16,-1-1 0-16,4-2 0 0,-3-3-128 0,1 0-128 15,-3-3 144-15,4 0-144 0,0 1 0 0,1-1 128 16,-1-2-128-16,2-1 0 0,-1-1 0 0,1-1 0 16,1 0 0-16,-1 0 0 0,1 0 144 0,-2 0-144 15,-2 0 128-15,2 3-128 0,0 2 128 0,1 0-128 16,-1 3 0-16,0 0 128 0,1-5-128 0,1 2 0 15,1-2 0-15,1 0 128 0,1 0-128 0,0-1 0 0,1-4 0 0,-1 2 0 16,-1-3 0-16,0 6 0 0,-1-1 0 16,-2-1 0-16,1 1 0 0,-3 1 0 0,0 2 0 0,-3 1 0 15,1 4 0-15,1 1 0 0,-1 0 0 0,1-1 0 16,0 1 0-16,2 0 0 0,0-1 0 0,3 3 0 16,2-2 0-16,3-3 0 0,0 0 0 0,1 0 0 15,-1-2 0-15,0 1 0 0,-2-1 0 0,-1-1 0 16,-2 1 0-16,-2 1 0 0,-1-1 0 0,0 4 0 15,-2 1 0-15,-1 2 0 0,0 1 0 0,-1 2 0 16,-1 2 0-16,0 4 0 0,0 1 0 0,2 4 0 16,1-1 0-16,1-2 0 0,-1 3 0 0,2-3 0 15,0 0 0-15,1 0 0 0,2-1 0 0,0-4 0 16,0 2 0-16,0-5 0 0,0-3 0 0,1 1 0 16,0-1 0-16,2 0 0 0,-1-2 0 0,-2 2 0 15,-1-5 0-15,1 3 0 0,-2 2 0 0,1 1 0 16,-1-1 0-16,2 0 0 0,-3 3 0 0,3 0 0 15,0 0 0-15,2 0 0 0,0 1 0 0,1 1 0 0,0-2 0 0,4 0 0 16,-1-1 0-16,4-1 0 0,1-1-192 16,4-2 192-16,-1-1-192 0,2 1 192 0,0-3-336 0,1 0 48 15,-1 1 16-15,-3-1 0 0,-4 0 16 0,1 0 16 16,-2 2 0-16,0 0 0 0,0-2 96 0,2 4 16 16,0 0 0-16,-1 2 0 0,-1-1 128 0,2 0-192 15,1 0 192-15,1-2-192 0,1 2 64 0,3-1 0 16,2 0 0-16,1-4 0 0,2 0-160 0,0 0-32 15,-2-2 0-15,0 0 0 16,1 1-128-16,-3-2-16 0,1 3-16 0,-2-2 0 0,-1-1 112 0,-1 3 32 16,1 0 0-16,-1 3 0 0,1-1 336 0,-1-2-144 15,3 3 144-15,0-2 0 0,1-1 0 0,1-1 0 0,1-2 0 0,1 1 0 16,-2-4 0-16,0-2 0 0,1 3 0 0,2-3 0 16,-4 3-144-16,1-2-32 0,0-1 0 0,2 2 0 31,2 0-336-31,1 1-80 0,3 0-16 0,-2-1 0 15,-6-3-192-15,0 3-32 0,-1-2-16 0,0 2 0 16,-1-2 208-16,1 3 32 0,0-3 16 0,0 0 0 16,1 0 80-16,3-2 32 0,3-1 0 0,0-2 0 15,3-3 0-15,-1-3 0 0,2 1 0 0,0-1 0 0,-2-2 192 0,1 3 32 0,-3-3 16 0,3-1 0 16,-1 1 240-16,-1 0 0 0,1 2 0 0,2-2 160 16,0 5 288-16,0 0 48 0,-3 3 16 0,0 5 0 15,-2 0 448-15,0 3 112 0,-2 2 16 0,1 1 0 16,-5-1 0-16,3 6 16 0,1-1 0 0,2 3 0 15,2-2-400-15,3 3-64 0,3-4-32 0,2 1 0 0,1-1-448 0,2-2-160 16,-1-5 0-16,-1 3 144 0,1-4-144 0,-3 1 0 16,1-3 0-16,1 3-176 0,2-3 176 0,2 2 0 15,0 0 0-15,-2-1 0 0,-5 5 0 0,0-1 0 16,-2 0 0-16,1 0 0 0,-2 1 144 0,2 2 64 16,-6 2 16-16,4 1 0 0,0-3 32 0,0 5 0 15,-1 1 0-15,-3-1 0 0,-1-2-256 0,-1 1 0 16,0-3 0-16,1 2 0 0,0-1 0 0,2-2 0 15,-1 0 0-15,1-2 0 0,0-1-176 0,3-2 32 16,1 2 0-16,1 2 0 0,1-1-208 0,-3 0-32 16,-3 2-16-16,-2 4 0 0,-2-3 208 0,-1 6 64 0,-3-1 0 15,-2 2 0-15,-3 0 128 0,2 0 144 0,-2 5-16 0,1-2-128 16,2 0 288-16,2-1-48 0,1-2-16 0,1-2 0 16,1 1-224-16,-1-4 144 0,0 2-144 0,-1-2 128 15,-1 2-128-15,0-5 0 0,-2 0 0 0,0 0-176 16,0 0 176-16,0 3 0 0,-1 0-144 0,-1-1 144 15,1-2 0-15,-1 0 0 0,1 5 0 0,-1-2 0 16,-1 5 0-16,0-2 160 0,0-1-160 0,0 0 160 16,0 0-160-16,1-2 0 0,4 2 144 0,0-2-144 15,1-6 0-15,2 3 0 0,0-5 0 0,3 2-192 16,0 1 0-16,2-1 0 0,-2 3 0 0,-1-3 0 16,-2 1-64-16,-4 2 0 0,-1 0-16 0,-1 2 0 15,-2 1 272-15,-2 2 0 0,0 1 0 0,-1 1 0 16,0 1 224-16,1 0 48 0,0 1 16 0,4 1 0 0,1-2 208 15,2-3 32-15,1 1 16 0,4 1 0 0,1 1-368 0,0-5-176 16,2 2 160-16,-2-5-160 0,0 0 0 0,0-2 0 16,0-1 0-16,-1 1-160 0,-1-4 160 0,-1 3-192 15,-1-2 192-15,-1 0-192 0,0 2 192 0,2 3 0 16,0 0 0-16,-2 0 0 0,-1 0 288 0,0-2-16 16,0 1 0-16,1-1 0 0,0 4 176 0,1-1 16 15,-3-2 16-15,3-1 0 0,-3-1-240 0,4 3-48 16,2 0-16-16,-1-2 0 0,-1-1-176 0,-1 0 0 15,-1-2 0-15,0 5 0 0,2 0 0 0,-3 0 0 16,-2 5 0-16,-1-5 0 0,-4 3 240 0,0-3-48 16,-1 3 0-16,0-1 0 0,-2 3 160 0,1-2 32 15,0-3 0-15,2 0 0 0,3 0-240 0,3 0-144 0,0-2 192 0,3-1-192 16,-1-5 0-16,0 0 0 0,1-2 0 0,-1 1 0 16,0 1 0-16,-1-2 0 0,-2 2 0 0,0-2 0 15,0 1 0-15,0-1 0 0,-1-1 0 0,-1 3 0 16,1 3 0-16,-1-3 0 0,1 3 0 0,-2 0 0 15,-2 2 0-15,1 0 0 0,-1 3 0 0,3-2 0 16,1 1 0-16,1-4 0 0,-2 3 0 0,6-4 0 16,2 1 0-16,2-5 0 0,2 1 0 0,5-4 0 15,-2 3 0-15,1-1 0 0,3 0 0 0,-3-2 0 16,-3 3 0-16,-1-1 0 0,0 3 0 0,-2 0 0 16,-1 3 0-16,1 2 0 0,-2 0 0 0,2 3 0 15,1 0 0-15,0 2 0 0,3-1 0 0,1-1 0 16,3 0 192-16,2 3-192 0,-2-6 192 0,2 3-192 15,-2-1 176-15,1-1-176 0,0 0 160 0,-3-1-160 0,2 3 128 0,-1 0-128 16,-1 0 0-16,1 0 144 0,0 0-144 16,-1 0 0-16,-2 0 0 0,-3 0 0 0,1 0 0 0,0 0 0 15,-2 0 128-15,2 0-128 0,-1-2 0 0,3-1 0 16,-1 3 0-16,0 0 0 0,1-3 0 0,-2 3 0 16,-2-2 0-16,-3-1 0 0,-4 0 0 0,1 1 0 15,0-1 0-15,1 0 0 0,2-2 0 0,0 4 0 16,2-1 0-16,-4 0 0 0,-1-1 0 0,-1 0 0 15,1 1 0-15,0-1 0 0,-2 2 0 0,0-3 0 16,-1 1 0-16,-4 2 0 0,-1-3 0 0,-1 0 0 16,-2 0 0-16,-1-1 0 0,-2-1 0 0,-1-2-144 0,0-2 144 0,0-1 0 15,1-2-160-15,-3 2 160 0,1-3-128 0,0-2 128 16,-2-4-192-16,0-1 64 0,-2-3 0 0,-2 0 0 16,-4 2-192-16,-5-5-16 0,-5 2-16 0,-3 5 0 15,-4-4 144-15,-2-1 16 0,-5 3 16 0,-4-2 0 16,-4-3 176-16,-3 1 0 0,-2-3 0 0,0 0 0 15,-1-1 0-15,-1-1 0 0,1 1 128 0,1-2-128 32,0-2-480-32,2 2-160 0,1 1-48 0,4-6 0 15,3-1-1312-15,3-4-272 0,1-3-48 0,2 0-16 16,2 3-16-16,0 2 0 0,0 0 0 0,0 3 0 16,-2 0 128-16,-2 8 32 0,-1 2 0 0,0 3 0 0,-1 2 1424 0,1 2 304 0,-2 3 48 0,0 1 16 15,-1 1 2208-15,2 1 448 0,0-1 96 0,1 2 16 16,2 1 624-16,1-4 128 0,2 0 16 0,3-1 16 0,0 1-1248 15,0-1-256-15,0-2-48 0,-2 2-16 0,-1-3-608 16,0 2-112-16,-2-1-32 0,-1 3 0 0,-5 0-384 16,-2 3-64-16,-2 0-32 0,-1 2 0 0,-1 1-96 0,-3 2 0 15,-1 2-16-15,1-1 0 0,-5-1-240 0,0-1 128 16,-4-1-128-16,-2 7 0 0,1-2 0 0,-2 3 0 16,0-1 0-16,0 0-160 0,-5-2-80 0,0 2-16 15,-2-2 0-15,-1 0 0 0,-2-1 0 0,-2-2 0 16,-5 0 0-16,-2 0 0 0,-2 1 256 0,-3 1 0 15,-3-2 0-15,-2 0 0 0,-2-2 0 0,2 2 128 16,-2-3 0-16,1 8-128 0,-2-2 192 0,-2 2-64 16,-2-2 0-16,1 5-128 0,0-2 176 0,-1 2-176 15,1 2 160-15,-2 1-160 0,0 2 0 0,-7 0 0 16,-2-2 0-16,-3 5 0 0,0 3 0 0,-1-1-208 0,-2 1 64 0,1-1 16 16,-1-2 128-16,-2-2 0 0,-2-1-144 0,-1 3 144 15,-1-3 0-15,2 1 0 0,1-4 192 0,1 1-64 16,-2-3-128-16,-2 0 192 0,-5 0-192 0,0 0 192 15,1-3-192-15,1 1 0 0,-1-1 0 0,0 0 0 16,1 6 0-16,-5 0 0 0,-5-1-192 0,0 1 192 16,2 2-416-16,-1 1 32 0,-3 2 16 0,-1-1 0 31,-1-1-80-31,1-1-32 0,6-5 0 0,3 0 0 0,0-3 192 0,1 1 32 0,-2-4 16 0,3 1 0 16,2-3-48-16,3 0-16 0,2 0 0 0,1 0 0 15,2 0 48-15,-1 3 16 0,-4 0 0 0,-3 0 0 16,-2-1 560-16,2 3 128 0,3-2 0 0,-1 3 16 15,-1-4 64-15,-1 4 16 0,-3-1 0 0,1 0 0 16,4 1-288-16,1-1-64 0,2 3-16 0,-4-3 0 16,-4-2-176-16,0 3 0 0,-1-1 0 0,4 0 0 0,5 0 0 0,1-2 0 15,4-3-192-15,-2-2 192 0,-4-1-192 0,3 3 192 16,-1 0-160-16,0 0 160 0,1 0-256 0,-4 0 32 16,-3 0 16-16,3 3 0 0,2-3 16 0,1 3 16 15,2 0 0-15,0-1 0 0,2 4 176 0,1-1 0 16,0 0 0-16,0 3 128 0,-3-5 16 0,1 2 16 15,3-2 0-15,2 3 0 0,0-1-160 0,2 0 160 16,0 1-160-16,-1-1 160 0,-6 0-160 0,2-2 0 16,4 0 0-16,1 2 0 0,1 0 0 0,2 1 128 0,2-1-128 15,-2 0 128-15,-4-2-128 0,-1 2 0 0,2-2 0 16,2 0 0-16,2 2 0 0,0 1 0 0,2 1 0 16,-1 1 0-16,-2-2 0 0,-1 2 0 0,-2-3 0 0,3 3 0 15,1-2 0-15,3 2 0 0,2 0 0 0,1 2 0 16,1 1 0-16,0-1 0 0,1-1 0 0,-1-1 0 15,0-3-160-15,2 0 160 0,5-2-208 0,1 0 80 16,0-1 0-16,2-2 0 0,3 3 0 0,0-3 0 16,0-1-80-16,2-3-16 0,-2-1 0 0,-2 1 0 15,-1-4 224-15,1-1 0 0,2 1-160 0,2 4 160 16,0 0 0-16,-1 1 0 0,1-2 160 0,-2 5-160 16,-2-1 256-16,-1 2-64 0,-3 2-16 0,-1-3 0 15,3 4-32-15,2-4 0 0,2-4 0 0,2 4 0 16,3 0-144-16,0 3 0 0,-1-3 0 0,1 0 0 15,-1-3 0-15,-3 1 0 0,-1-1 0 0,0 6 0 16,0 1 0-16,0-1 0 0,2-2 0 0,0 7 0 0,-1 0 192 16,1 4-32-16,-2 0-16 0,2 0 0 0,1-3 48 15,0 2 16-15,0 1 0 0,1-3 0 0,-1 6-208 0,0-3 128 16,-1-2-128-16,-1-2 0 0,1 0 128 0,3-2-128 16,1-1 0-16,2 3 0 0,0-5 0 0,-1 2 0 15,1-2 0-15,0 2 0 0,0 3 0 0,-1 3-128 16,-3 1 128-16,-2-3-208 0,-2 2 80 0,2 5 128 15,-1 1-208-15,4 0 80 0,2 2 128 0,1 2 0 16,0 3 0-16,2 0 0 0,2 0 0 0,3 2 0 16,-1-2 0-16,1 5 0 0,-2-2 0 0,-2-3-128 15,-3 4 128-15,0-3 0 0,0 4-368 0,0 2 16 16,0-3 0-16,2 1 0 16,0 0-96-16,1 5-32 0,-1-2 0 0,4 0 0 0,2 3 480 0,2-1 0 0,0-2-128 0,3 5 128 15,-1-2 0-15,3 2 0 0,-2 2 0 0,0-1 160 16,1-1 64-16,1 1 16 0,-1 3 0 0,2-1 0 15,0 5-48-15,2 0 0 0,0-1 0 0,1 3 0 16,1-1-192-16,-1 6 0 0,2 1 0 0,1 1 0 16,1 4 0-16,1 1 0 0,0-1-192 0,2 3 192 15,0 0-320-15,1 0 64 0,2-2 0 0,0-1 0 16,1-3 256-16,3 1-192 0,-1-3 192 0,2-2-160 16,1-1 160-16,3 0 0 0,1-2 0 0,1-3 0 15,0 3 0-15,1 0 0 0,4-1 0 0,1 5 0 16,2 0 0-16,2-2 0 0,3-1 0 0,4 3-128 15,0-3 128-15,3 3 0 0,2-3 0 0,4 0 0 16,2-3-192-16,4-1 32 0,2 3 16 0,3-3 0 16,3 3-240-16,5-3-64 0,5-2 0 15,7-1 0-15,4 0-768 0,5-5-176 0,5 3-16 0,6-8-11904 16</inkml:trace>
  <inkml:trace contextRef="#ctx0" brushRef="#br0" timeOffset="9838.61">4498 16183 6143 0,'5'-12'0'0,"0"2"0"16,-5 10 0-16,0 0 0 0,0 0 0 0,0 0-144 16,2-13 144-16,-2 13-160 0,0 0 160 0,0 0-128 15,0 0 128-15,0 0 0 0,-8 11 160 0,1 1-32 16,1 0 912-16,1 3 192 0,0 1 48 0,4 0 32 0,1-16 112 0,-2 14 32 15,2-14 0-15,3 13 0 0,2 0-592 0,-5-13-112 16,8 8-32-16,2 2 0 0,-10-10-544 0,16 3-176 16,-2 2 0-16,2-5 0 0,0-2 0 0,2-1-192 15,0-2 0-15,1 2 0 0,0-2 192 0,4 5 0 16,1-3 0-16,1 1-144 0,1-1 144 0,1 3 0 16,4-3 0-16,1 3 0 0,2 3 0 0,1-3 256 15,2 0-64-15,-2 3-16 0,-1-1 80 0,-1 1 0 16,3 2 16-16,1 0 0 0,1-2 144 0,1 0 32 15,1-1 0-15,2 1 0 0,2 2-80 0,5-2-16 16,-1 3 0-16,3-4 0 0,0 1-144 0,2-1-16 16,0 1-16-16,0 2 0 0,0 3-48 0,0-3 0 15,0 1 0-15,3-1 0 0,2 0-128 0,5 1 0 0,4-1 0 0,-1 0 0 16,0 3-176-16,-2-3 176 0,-1-2-128 0,-1 2 128 16,2-2 0-16,2 5 0 0,0 0 0 0,1 0 0 15,4-3 0-15,4 1 0 0,7-4 0 0,2 1 0 16,-1-3 0-16,1-3 0 0,-1 1 0 0,4-1 128 15,4 0-128-15,4-2 0 0,3-3 0 0,-2-2 0 16,-1-1 0-16,1 0-160 0,0 3 160 0,4 0 0 16,2 3-192-16,0 2 192 0,-5-2-192 0,1 3 192 15,0-4 0-15,5 4 0 0,3-1 0 0,3 0 0 16,-1-2 0-16,2 0 0 0,3-3 0 0,7 0 0 16,7-3-176-16,0 1 176 0,-2-1-160 0,6-2 160 15,6-3-672-15,-1-3-32 16,2 1-16-16,-1-1 0 0,1 3-128 0,3 3-32 15,3-3 0-15,-3 3 0 0,-3 2 240 0,2 5 32 0,3-1 16 16,-3 4 0-16,-4-2 336 0,0 2 80 0,2-2 16 0,5 4 0 0,5-3 160 0,1 1 0 16,0 3 128-16,1 0-128 0,-3 0 176 15,1 0-48-15,-2 0 0 0,5 0 0 0,4 3 144 0,-1 2 32 16,-1-5 0-16,4 3 0 0,7-1-176 0,1-2-128 16,-1 0 144-16,6-2-144 0,3-1 0 0,-1-2 0 15,-3-3 0-15,4 5 0 0,5-2 0 0,2 4 0 16,-4-6 0-16,4 6 0 0,0-3 0 0,-1 1-160 15,-2 3 160-15,0 5-128 0,-1-2 128 0,2 2 0 16,0-2 0-16,2 2 0 0,-3 2 0 0,2-3 0 16,4 1 0-16,-1 2 0 0,-1-6 0 0,4-1 0 15,2 0 0-15,1 0 0 0,-3 0 0 0,1 0 0 16,3-1 0-16,2-1 0 0,-2 0 0 0,-1-1 128 0,-2 3-128 16,-1-1 0-16,-2-3 0 0,5 1 0 0,1 3 0 0,2 0 0 15,0 0 0-15,-2 0 0 0,-1 3 0 0,0 2 128 16,0 0-128-16,-2-2 0 0,-5 5 0 0,4 0 0 15,4 5 0-15,-1 0-192 0,-5 1 32 0,0-1-4256 16,1 0-864-16</inkml:trace>
  <inkml:trace contextRef="#ctx0" brushRef="#br0" timeOffset="13513.05">15759 16230 4607 0,'15'-5'400'0,"4"0"-400"15,4-3 0-15,5-3 0 0,5 1 0 0,7-4 0 16,8 1 0-16</inkml:trace>
  <inkml:trace contextRef="#ctx0" brushRef="#br0" timeOffset="16586.65">3837 17768 19343 0,'0'0'1728'16,"0"0"-1392"-16,15-5-336 0,2-6 0 15,4-5-144-15,2 0-112 0,2-2 0 0,3-3-16 16,2-1 272-16,2-1 0 0,2-1 0 0,0 5 0 0,-1 3 0 0,1 6 176 15,-2-1 0-15,-3 8 0 0,-3-2-176 0,-4 8 0 16,-1 2 144-16,1 3-144 16,-2 3 848-16,1 2 112 0,-1 0 0 0,3 0 16 0,3-2 80 0,2 2 16 15,3-7 0-15,4-1 0 0,2-5-368 0,5-5-80 16,3-6-16-16,5 0 0 0,4-2-304 0,1 0-64 16,1-3-16-16,-2 3 0 0,-1-1 32 0,-1 1 0 15,-1 8 0-15,0 0 0 0,-1 2 96 0,0 3 32 16,0 0 0-16,3 5 0 0,0 8 32 0,1-2 16 15,1 2 0-15,-1 1 0 0,-1-1 16 0,0 0 16 16,0 3 0-16,2-3 0 0,1 3-160 0,3-3-48 0,2-5 0 16,2 3 0-16,3-6-256 0,0 3 160 15,-1-4-160-15,-1 0 128 0,-1 1-128 0,-2-2 0 0,0 2 144 0,2-2-144 16,-1 2 0-16,1 3 0 0,1 3 0 0,2 0 0 16,1-1 0-16,4 1 0 0,-1-1 0 0,3 2 0 15,0 0 0-15,1 0 0 0,-1 5 0 0,0-3 0 16,3 0 0-16,2 1 0 0,3-5 0 0,-1 2 0 15,2-4 0-15,0-1 0 0,-1-1 0 0,4 1 0 16,2-3 0-16,-2 4 0 0,-1-3 0 0,-1-1 0 16,-1 0 0-16,0 3 0 0,0-2 0 0,-1 3 0 15,1 1 0-15,0 2 0 0,2 1 0 0,-1 1 0 16,-1 3 0-16,0 1 0 0,1-1 0 0,2 4-128 16,2-8 128-16,1 1 0 0,2 2 0 0,2-6 0 15,1 4 0-15,3-6 0 0,2-6 0 0,3-1 0 0,0 0 0 16,2-1 0-16,-4-3 0 0,1 1 0 0,-1-2 0 15,1 4 0-15,-1-2 0 0,-1 3 0 0,-2 1 0 16,-1 2 0-16,-3 2 0 0,1 2 0 0,-2-6 128 0,1 7-128 16,-1-1 160-16,1 2-160 0,-3-1 288 0,1 0-32 15,3 0-16-15,0-3 0 0,4 0-48 0,2 1 0 16,2-1 0-16,0 3 0 0,1-3-192 0,-1-2 176 16,0-3-176-16,0 5 160 0,-2-2-160 0,1 0 0 15,-2-1 0-15,0 3 0 0,-1-5 0 0,3 2 0 16,-1-1 0-16,1-1 0 0,-2 3 0 0,1-3 0 15,2-3 0-15,4 2 0 0,1-6 0 0,0 5 0 16,-2-1 0-16,2-2 0 0,0-3-224 0,1 0 80 16,2 0 16-16,-4 2 0 0,-7 1 128 0,-2 4-192 15,-1-3 192-15,1 1-192 0,-3-2 192 0,0 2 0 16,2 3 0-16,-1 3 0 0,1 1 0 0,-2-3 0 0,-1-1 0 0,1 0 128 16,1 0-128-16,1 0 0 0,3 3 0 0,-3-3 128 15,-2 0-128-15,1-4 0 0,1-8 0 0,1 4 0 16,1 0 0-16,-3 0 0 0,-4-1 0 0,-1 1 0 15,-3-5 0-15,-1 1 0 0,0 1 0 0,-1-2 0 16,-4 4 0-16,-1-2 0 0,-4-2 0 0,-3-2 0 16,-3 2 128-16,0 1-128 0,-3-5 160 0,0 1-160 15,-2 0 256-15,-3-1-32 0,-5-4-16 0,0-2 0 16,-1 1 96-16,-4-2 16 0,-1 0 0 0,-2-4 0 16,-3 0-128-16,-2-1-32 0,-1 1 0 0,0-2 0 15,0-5-160-15,-2-2 0 0,-2 0 0 0,1-2 128 16,-2 1-128-16,-2-1 0 0,-3 1 0 0,-3 1 0 15,-5 0 0-15,-3 0 0 0,-3 3 0 0,-4 2 0 0,-3 3-160 16,-3 4 160-16,-3-3 0 0,-3 4-144 0,-4-2 144 16,-3-1 0-16,-3 6 0 0,-3-3 128 0,-3 0 64 0,-2 3 0 15,-5-3 16-15,0 3 0 0,0 4-80 16,-3-3 0-16,-3 4-128 0,-5 0 192 0,-5 2-192 0,0-4 0 16,-5 1 128-16,2 1-128 0,-3 3 0 0,-2-3 0 15,-2 3-192-15,-3-2 192 0,-3 1-336 0,-1-1 32 16,-2 3 16-16,-4 0 0 0,-1 0 128 0,-1-1 32 15,-3 1 0-15,1 0 0 0,0 2 128 0,0-1 0 16,-2 0 0-16,0 1 0 0,-1-1 128 0,-2-2-128 16,-5 2 128-16,0-2-128 0,0 3 0 0,1-1 0 15,-3 3 0-15,1 3 0 0,-2 0 0 0,-2-1-320 16,-1 1 64-16,-4-3 16 0,1-3 48 0,1 3 16 16,-1-2 0-16,1 2 0 0,0 2 176 0,2-2 192 0,-5-2-32 0,-2-1-16 15,2-2 144-15,1 2 32 0,-1 1 0 0,-1 2 0 16,-3 0-192-16,0-2-128 0,-4 1 144 15,3-1-144-15,0 2 0 0,2 3 0 0,-2 2 0 0,-2 0 0 16,-2-2 0-16,-3 5-192 0,-2-2 192 0,-1 2-208 16,1 0 208-16,-1 0 0 0,1-1-160 0,-1-4 160 15,-2 0 0-15,2-3 0 0,2-3 0 0,2 1 0 16,0-6 0-16,-2 2 128 0,-3-4-128 0,1 5 128 16,2-1 0-16,-1 1-128 0,4-1 192 0,-3-1-64 15,-3-1-128-15,1 0 128 0,-2 2-128 0,2-1 128 16,1-1-128-16,-1 2 0 0,-1-6 0 0,3 4 128 15,0-1-128-15,4-3 0 0,1-1 0 0,1 2 128 16,-1-2-128-16,0 4 0 0,0-3 0 0,-2 3 0 0,1-2 0 16,-1-1 0-16,2 4 0 0,0-1 0 15,0 1 0-15,-2-2 160 0,-1-5-160 0,3 3 160 0,1 2-160 0,4-1 192 16,0-1-192-16,-1 3 192 0,-4-1-192 0,0 2 0 16,-3 2 0-16,3 1 0 0,0-3 0 0,0 6 0 15,-2-1 0-15,-1 3 0 0,-2 6 0 0,1-1 0 16,3-2 0-16,1-1 0 0,1 1 128 0,2 0-128 15,-1-1 0-15,1 1 128 0,-3 0-128 0,3-3 0 16,2 2 0-16,3 1 0 0,3 0 0 0,0 0 0 16,-1-1 0-16,-2 4 0 0,-2-4 0 0,0 4 0 15,4-1 0-15,-1 3 0 0,-1 3 0 0,-1-1 0 16,-3-2 0-16,1 3 0 0,0 2 0 0,3 1 0 16,1-1 0-16,1 0 0 0,-2 0 0 0,-2 1 0 0,-1-1 0 0,4 0 0 15,4 3 0-15,3 0 0 0,0 0 0 0,2 0 0 16,-1 0 0-16,1 5 0 0,-4-1 0 0,1 4 0 15,-4 1 0-15,1 3 0 0,3 0 0 0,1 1 0 16,0 3 0-16,0 3 0 0,1-1 0 0,-1 2 0 16,0 1 0-16,2 3 0 0,-1-3-128 0,4 3 128 15,3 1-128-15,3 0 128 0,1-1-160 0,0 0 160 16,0-3-128-16,-1 0 128 0,0 0 0 0,3 0-144 16,2 0 144-16,2 3 0 0,0 0-144 0,3 3 144 15,-1-4 0-15,3 4 0 0,4-1 0 0,0 3 0 16,1-5-176-16,-1 0 176 0,3-1-128 0,2 1 128 15,7 5 0-15,1 0 0 0,2-1 0 0,2 3 0 16,3-1-160-16,1-1 160 0,3 4-192 0,4-5 192 0,1 5-336 16,2-8 32-16,0 3 16 0,4-6 0 0,2-3 32 15,5 2 16-15,2-1 0 0,3-4 0 0,3-2 48 0,3 1 0 16,3-6 0-16,4 4 0 0,4-2-176 0,4 2-16 16,4-1-16-16,6-3 0 15,2-1-48-15,6-3 0 0,4 3 0 0,6-3 0 16,6 1-48-16,2-4-16 0,2 1 0 0,5-3 0 0,0 0 192 0,2 0 48 15,3-1 0-15,1-4 0 0,4 2 64 0,4-5 16 16,4 0 0-16,1 0 0 0,0 1 192 0,4-1 0 16,-1-1 0-16,7-1 0 0,3-1 0 0,7 3 0 15,2-2 0-15,4 1 0 0,0-1 0 0,5-1 0 0,4 3 0 16,3 5 0-16,-3 1-192 0,1 4-64 16,-1 1 0-16,-1 2 0 15,-3 0-144-15,4 3-48 0,6 5 0 0,-2 1 0 0,-4 2 144 0,1 2 32 0,-1-2 0 0,4 0 0 16,0 0 272-16,-2-1 0 0,-2-1-128 0,4 1 128 15,1-4 0-15,1 2 0 0,-1-5 0 0,-1 1 144 16,0-1-144-16,3 0 0 0,4 1 0 16,0-5 0-16,-6-2 128 0,2 0-128 0,2 2 128 0,-1 3-128 15,1-1 0-15,-2 1 0 0,-4-1 0 0,3 2 0 16,-1 0 0-16,-1 0 0 0,-2 5 0 0,0-1 0 16,-4-1 0-16,0-2 0 0,1 4 0 0,2-1 0 15,-2 2 128-15,0-3-128 0,-3 2 0 0,1-2 128 16,0-6-128-16,-1 3 192 0,-2-3-192 0,-1 2 192 15,-2-6-48-15,3 2 0 0,0-4 0 0,5-1 0 16,6-1-144-16,-1 2 0 0,-4-6 0 0,4-1 128 16,2-1-128-16,-3-6 0 0,-2-1 0 0,1 0 0 0,2-2-256 15,-1-1 32-15,3 3 0 0,-6-1 0 0,-4 1-128 0,-3 0-32 16,-2 1 0-16,-1 1 0 0,1-1 256 0,-3 2 128 16,-5 1-160-16,0 0 160 0,-2 8 0 0,4-3 0 15,1-1 0-15,-3 0 0 0,-5-1 0 0,-2 1 0 16,1-2 0-16,-2 0 0 0,-1-2 0 0,3-3 0 15,-1-1 0-15,4 0 0 16,1 0-448-16,1-2-64 0,-1-1 0 0,8-5-10944 0</inkml:trace>
  <inkml:trace contextRef="#ctx0" brushRef="#br0" timeOffset="19292.28">3682 11842 23951 0,'-36'1'2128'0,"14"2"-1696"0,-2 2-432 0,1 2 0 15,2 1 128-15,7 1-128 0,3 7 0 0,1 0 128 16,2-3 256-16,2 3 32 0,1 0 16 0,3 2 0 15,4 1-432-15,3 5 0 0,1 2-192 0,2 1 192 32,0 4-528-32,0 4 16 0,0 5 0 0,0 5 0 0,0 2-128 0,-1 9-32 0,-3 2 0 0,0 9 0 15,-4 0 400-15,0 7 80 0,-2-1 0 0,-1 5 16 16,-4-1 176-16,3 8 144 0,-1 2-16 0,0-2-128 0,0 0 416 0,0-3-32 16,2-5 0-16,0 0 0 0,1 0 208 0,2 2 48 15,0-1 0-15,2-1 0 0,1-7-144 0,0-1-32 16,-1-4 0-16,1 0 0 0,0 0-256 0,1 1-48 15,-1 3-16-15,-3 2 0 0,0-2-144 0,-2 0 0 16,-3 0 0-16,-1-3 0 0,-2 0 0 0,0-1 0 16,0-4 0-16,3-1 0 0,3-6 432 0,6-1 0 15,2-5 0-15,4-6 0 0,-1-7-32 0,4-6 0 16,3-3 0-16,2-2 0 0,1-5-192 0,2-1-32 16,1-2-16-16,3-1 0 0,-1-6-160 0,3-1 0 15,2-3 0-15,3-2 0 0,3 2-192 0,4-5 0 0,1 0-16 16,3-5 0-1,5 2-208-15,7-2-32 0,4 0-16 0,5-3 0 0,4-3 80 0,2-2 32 0,1-3 0 0,3-1 0 16,3-3 224-16,5 3 128 0,4-1-160 0,3-3 160 16,-3 3-128-16,-1 2 128 0,-1 4 0 0,1 0-144 15,0 3 144-15,3 1-208 0,4 1 80 0,-1 7 128 16,1 0 0-16,-1 3 0 0,2 2 0 0,4 2 0 16,4-6 0-16,1 6 0 0,3-2 0 0,-1-1 0 15,0 4 0-15,2-3 0 0,0 0 0 0,8-2 0 16,5 0 0-16,1 2 0 0,1 2 0 0,0 1 0 15,3-2 0-15,1 2 0 0,0 0 0 0,-1 0 0 16,-4 7 0-16,4-1 0 0,3 5 0 0,-5-1 0 16,-4-2-128-16,-2 0 128 0,-2 5 0 0,5 0 0 15,4 1 0-15,1-1 0 0,-2-3 0 0,3-2 0 16,3 3 0-16,6-3 0 0,2-6 0 0,5 1 128 0,2-6-128 0,3 1 0 16,5-4 144-16,1 3-144 0,-1-5 0 0,5 1 128 15,3 1-128-15,0-2 0 0,-4 5 0 0,3-2 0 16,2 5 0-16,-6 0-192 0,-5-3 192 0,1 6 0 15,-1-1-144-15,2 1 144 0,3 2 0 0,0 3 0 16,-2 0 0-16,-1 0 0 0,-2 0 0 0,1 0 0 16,-1-3 0-16,3 0 0 0,2 3 0 0,2 0 0 15,0 1 0-15,1-2 0 0,3-4 240 0,3-1-48 16,-1 3 0-16,1-1 0 0,1 0 192 0,0-1 48 16,-7-1 0-16,5 2 0 0,3 0-224 0,-1 0-32 15,-3 5-16-15,-1-5 0 0,1 0-160 0,-3 0 0 16,-4 1 0-16,2-1 0 0,1 4 128 0,-1-4-128 0,-5-4 0 0,1 4 128 15,4 1 16-15,0-2 0 0,-4-3 0 16,4 0 0-16,3 0 80 0,-2-2 16 0,-3-4 0 0,3 3 0 16,2-1-16-16,0 1 0 0,-3-1 0 0,-1-4 0 15,-1 3-96-15,-1-3 0 0,1-3-128 0,-2 3 192 16,-1-4-192-16,-3 4 0 0,-5-1 0 0,-5-3-160 16,-5 1 160-16,-5 2 0 0,-4 1 0 0,-1 0 0 15,4 1 0-15,-8-1 128 0,-8 3-128 0,-1 6 176 16,0 0 448-16,-3 1 80 0,2-1 32 0,-4-1 0 15,-3 5-160-15,1-1-48 0,-2-1 0 0,0-3 0 16,-1-3-336-16,-2-4-64 0,-5-1 0 0,-3 0-128 16,-4 0 0-16,-1-1 0 0,-4-3 0 0,-8 3-192 15,-5-6-64-15,-7 4 0 0,-5-2 0 0,-5 1 0 16,-4-1 256-16,-6 1 0 0,-5 1 0 0,-2-2-144 0,-4-3 272 16,-1 4 64-16,-3-8 16 0,-2 3 0 0,0-6 128 0,-2 1 32 15,-1-9 0-15,0-2 0 0,0-7-224 0,-2-5-144 16,-1-8 192-16,-1-5-192 15,-2-5-224-15,-1-4-160 0,-1-2-16 0,0-3-16 16,-2-5-544-16,0 0-96 0,-4-5-32 0,-1-5 0 16,-1-7 256-16,-2-3 32 0,-1 3 16 0,1-3 0 0,0-1 496 0,-1-3 96 15,-2-6 32-15,0-2 0 16,-2 3-288-16,4 0-64 0,-1 3-16 0,-1-3 0 16,-1-3-112-16,-2-2-32 0,-2-3 0 0,0 4 0 15,-1 4 192-15,-2 3 32 0,-2-1 16 0,0-2 0 0,-1 0 432 0,0 0 0 16,0 7 0-16,-1 2 0 0,1 7 512 0,0 1 192 15,-2-1 48-15,0 1 0 0,2 3 192 0,0 1 32 0,-2 3 16 0,0 3 0 16,-3 4-432-16,0 1-96 0,-2 5-16 0,-1 8 0 16,-3 3 192-16,-2 2 16 0,-4 3 16 0,-2 4 0 15,-6 4-256-15,0 1-48 0,-6 7-16 0,-5 4 0 16,-7 2-224-16,-4 2-128 0,-3 5 160 0,0 7-160 16,-2 2 144-16,-1 2-144 0,-2 2 128 0,1 2-128 15,-3-3 144-15,-1 4-144 0,-1 0 160 0,-1 4-160 16,-3-1 368-16,0-2-32 0,-3 6 0 0,-1-1 0 15,-6 2-32-15,-4 4-16 0,-7 0 0 0,-3 3 0 16,-1-1-288-16,-4 6 0 0,-4-4 128 0,-6 4-128 16,-5 5 0-16,-3-1 0 0,1 0 128 0,-1-2-128 15,-1-3 0-15,-3-1 0 0,-5-2 0 0,-3 0 0 16,-2-3 144-16,1-2-144 0,0 1 0 0,4-6 144 16,2-3-144-16,1 0 0 0,2 1 144 0,-3-4-144 15,-9-2 304-15,-1 0-16 0,0-1 0 0,-3 8 0 0,-3 1-288 0,-4-1 128 16,-1 0-128-16,-2 3 0 15,-2 0-256-15,1-3-144 0,-1-2-48 0,3 0 0 16,-1 1-16-16,-2-4-16 0,-2-7 0 0,2 6 0 0,4-1 160 0,-2-3 16 16,-1 0 16-16,-4-3 0 0,2 3-32 0,-2-1 0 15,-4 0 0-15,4-1 0 16,5 6-304-16,-1-3-64 0,-2 1-16 0,-4 3 0 0,-4 0 272 0,0 0 48 16,-2 7 16-16,4-6 0 0,0-1 144 0,-1 0 32 15,-3 0 0-15,4 3 0 0,3-3 704 0,1 2 128 16,2 0 48-16,0-2 0 0,-2-4 208 0,-1 1 32 15,-4 2 16-15,4-1 0 0,3 0-416 0,3 2-80 16,2 2 0-16,-2 0-16 0,-3-1-256 0,3 2-48 0,5 2-128 0,-3 3 192 16,-4-3-192-16,6-2 0 0,1 5 0 0,3 0 0 15,-1 0 0-15,1 0-160 0,1 0 160 0,4 2-192 16,2 1 0-16,-2-1 0 0,-2-2 0 0,4 0 0 16,4 0 16-16,1 3 0 0,-4-1 0 0,5-2 0 15,5-2 176-15,3 2 0 0,1 0 0 0,-2-1 0 16,-4-4-288-16,4 3-32 0,1-1 0 0,0 0 0 31,0 0-144-31,0-2-48 0,0 0 0 0,3-1 0 0,2 1 368 0,-2 0 144 0,4-1-128 0,1-4 128 16,3-1 0-16,3 0 0 0,2-2 0 0,7 2 128 15,1-5 32-15,-1-2 16 0,-3-1 0 0,3-2 0 16,-1-3-176-16,3 3-272 0,3-3 64 0,1 3 16 16,-1 0-560-16,1 2-96 15,0 0-32-15,3 5 0 0,1 4 304 16,4 2 64-16,0 3 16 0,0 2 0 0,-3-2 880 0,3 2 160 0,3-2 32 0,3 2 16 0,6 1 784 0,2 2 160 15,4 2 16-15,1-2 16 0,2 0-736 0,-1 0-128 16,1-3-48-16,5 3 0 0,4 0-496 0,2 5-160 16,4-2 0-16,2 2 0 15,2 0-320-15,2 3-192 0,1 3-16 0,4-1-16 16,-1 4-288-16,2-1-48 0,-1 0-16 0,2 5 0 0,1-2 448 0,3 5 64 16,3 0 32-16,2-2 0 0,3 2 352 0,3 3 0 15,5-3-144-15,3 8-9120 16,6 3-1808-16</inkml:trace>
  <inkml:trace contextRef="#ctx0" brushRef="#br0" timeOffset="21032.43">23437 9986 34095 0,'0'0'3024'0,"-11"-8"-2416"16,-2 0-480-16,0-5-128 0,2 0 0 0,-1-1 0 15,3-1 0-15,-2-1 0 16,-4-3-880-16,-1-2-192 0,-3-4-32 0,0 0-16 15,-2 3-624-15,-3 1-128 0,-2 0-32 0,-3 2 0 16,-3-2 368-16,13 13 80 0,-4-5 16 0,-2 4 0 0,-1-3 1440 0,-3 4 128 16,-1 4 96-16,-4-1 32 0,-3 2 688 0,-29 3 144 15,8 4 16-15,5 8 16 0,0 0 288 0,2 6 64 16,3 1 16-16,-2 10 0 0,0 8-224 0,2 6-48 0,-1 4-16 0,-1 1 0 16,0 5-768-16,2 3-160 0,1 4-16 0,6 1-16 15,1 6-240-15,7 1 0 0,8-4 0 0,7 5-160 16,4 0 160-16,7-3 0 0,6-9-144 0,5 3 144 31,4-6-480-31,5-6-32 0,5-6 0 0,6 0 0 0,7-5 208 0,7-5 48 0,2 0 0 0,4-5 0 16,2-4 960-16,2-4 192 0,0 2 32 0,2 0 16 15,1-5-256-15,1 3-48 0,-2-1-16 0,3-2 0 16,3 0-624-16,0 0-208 0,0 2 0 0,-1-4-10336 16,-2-1-2064-16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11T12:00:34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8239 9007 22111 0,'-22'-10'1968'0,"-7"-4"-1584"0,-3 1-384 0,-2-3 0 16,-3 3 992-16,-3 3 112 0,-2-1 32 0,-3 5 0 15,-3 1-48-15,-5 2 0 0,-1 1 0 0,-4-1 0 0,-3 3-1088 0,0 0 0 16,-3 0-240-16,0-2 48 16,-1-1-1024-16,0 0-208 0,-3-2-48 0,-2 2 0 15,-3-2 528-15,0 0 112 0,-1 0 0 0,2-1 16 0,-1-4 336 16,3-1 64-16,1 3 16 0,0 5 0 0,-2-2 576 0,2 5 112 16,0 5 32-16,0-2 0 0,0 5 944 0,-3 0 192 15,-4 2 32-15,1 1 16 0,1 2-560 0,2 1-112 16,0 1-32-16,-2 2 0 0,3 1-528 0,-1 1-96 15,-2 2-32-15,-1 0 0 0,-1-3-400 0,3 6-64 16,0 0-32-16,3 2 0 16,1-2-96-16,0 5 0 0,1-2-16 0,3 2 0 0,-1 3 672 0,2 2 144 0,1 1 32 15,2 3 0-15,0 2 384 0,2 5 96 0,1 5 16 16,3 3 0-16,2 7-592 0,0-3-112 0,-1 4-32 16,2 4 0-1,-1-3-528-15,5 2-128 0,2-1 0 0,2 6-16 16,4 5-336-16,3 3-64 0,2 0-16 0,3 2 0 0,2 2 448 0,2 1 96 0,3 0 16 0,4 2 0 15,3-3-16-15,4 1 0 0,4-3 0 0,4 1 0 32,2-1-160-32,4-2-16 0,4-5-16 0,2-1 0 0,4-2 192 0,2 3 32 0,6 2 16 0,5 0 0 15,2 0 864-15,6-4 192 0,2-2 16 0,8-3 16 16,5 1 144-16,7-2 16 0,5-1 16 0,4 1 0 16,3-6-560-16,5 0-112 0,4 0-32 0,1-4 0 15,4-1-720 1,5-6-128-16,4-2-48 0,3-2 0 0,2-5 176 15,2-5 48-15,0-5 0 0,4 0 0 0,6-3 912 0,4-4 176 0,3-1 32 0,5-8 16 0,5-4 224 16,8-3 64-16,8-2 0 0,0-6 0 0,-1-2-384 0,1-4-80 16,1-6-16-16,7-6 0 15,5 1-784-15,-2-8-144 0,-3-4-48 0,0-1 0 16,2-4-352-16,-3 0-80 0,-3-5-16 0,1-5 0 16,0-4 304-16,-7-2 64 0,-4-3 16 0,-5 3 0 0,-4-3 336 0,-2-2 64 15,-4 5 16-15,-5-5 0 0,-3-6 768 0,-4-2 144 16,-4-4 48-16,-3-3 0 0,-5 0 128 0,-8-1 16 15,-8-3 16-15,-10 4 0 0,-7 0-352 0,-12-1-80 16,-10 3-16-16,-10-1 0 0,-9-4 240 0,-10 1 32 16,-9-4 16-16,-8 2 0 0,-8 0 320 0,-6 2 64 15,-9-2 16-15,-6-4 0 0,-6 3-592 0,-8-4-112 16,-7-1-32-16,-8 1 0 0,-4 0-480 0,-6-3 0 0,-2-2-176 0,-6 0 176 31,-4-1-576-31,0 1 16 0,-2 2 0 0,-2 7 0 16,-4 1-80-16,0 6 0 0,-2 4-16 0,-3 6 0 0,-4 3 240 0,-1 3 48 0,-1 2 16 0,-2 5 0 15,-4 0 352-15,-2 8 0 0,-5-2 128 0,1 5-128 16,3 3 192-16,-3 7-32 0,-4 3-16 0,-2 6 0 16,-2 2-144-16,3 5 0 0,1 8 0 0,-2 3 0 15,-4 3-352-15,-7 8 0 0,-7 7 0 0,-3 11 0 32,-3 8-544-32,-7 11-96 0,-6 8-32 0,-5 5 0 0,-5 2-1152 15,-7 17-224-15,-8 13-48 0,-2 18-4912 0,-2 16-992 0</inkml:trace>
  <inkml:trace contextRef="#ctx0" brushRef="#br0" timeOffset="18858.83">14310 9556 2751 0,'-5'-18'256'0,"2"9"-256"0,-2-3 0 0,1-1 0 16,-1 1 928-16,-2-1 144 0,-1-2 16 0,-1 2 16 15,-4 1 528-15,0-1 96 0,0 2 32 0,0-1 0 0,-1-1-128 0,1 1-32 16,0 0 0-16,2-2 0 0,3 0-64 0,0 4 0 16,2-1-16-16,-2-1 0 0,-4 0-368 0,1-1-80 15,0 2-16-15,0 1 0 0,1 2-688 0,-1 0-144 16,-2 0-32-16,-2-3 0 0,-1 1-192 0,0 2 0 15,-1 0 0-15,-3 0 0 0,0 0 0 0,-3 0 0 16,-1 0-192-16,0 5 192 0,-2 1-256 0,1 2 48 16,-3 3 16-16,1-1 0 0,-2-2 192 0,2 5-192 15,0-2 192-15,-1 2-192 0,3 3 192 0,-1 3 0 16,0-1 0-16,1-1 0 0,-1-2 272 0,2 4-48 16,0 2-16-16,0 1 0 0,-2-4 16 0,0 3 0 15,1 3 0-15,-1 0 0 0,0-3-224 0,2 6 0 16,-1-2 0-16,1 4 0 0,-4-3 0 0,3 3 0 15,0-4-192-15,1 4 192 0,0-5-240 0,2 5 64 0,-1-1 16 0,4-1 0 16,0-2 160-16,3 3-128 0,0 1 128 0,1-1-128 16,3 0 128-16,0-3 0 15,3 4 0-15,2 2 0 0,4 2 0 0,1 4 0 0,6 0 0 0,-1 0-128 16,2-5 128-16,3 0 0 0,0 0 0 0,3 0 0 16,2 2-128-16,0-2 128 0,-1 2-128 0,3-4 128 15,-2 1 0-15,0 1-128 0,-1 3 128 0,1 2 0 16,0 0 0-16,-2 6 0 0,1-1 0 0,-1 0 0 15,0 4 0-15,0-1 0 0,0-3 0 0,2-2 0 16,2-3 0-16,1-4 0 0,1 0 0 0,4-1-128 16,2-5 128-16,2-1-208 0,4-6 80 0,5 3 128 15,3-6 0-15,3 4 0 0,2-5 0 0,1-1 0 16,-1-6 736-16,3-1 160 0,0 0 48 0,3 0 0 0,2 0 96 0,-1 4 32 16,3-1 0-16,1-2 0 0,0-1-672 0,3 4-128 15,0-1-16-15,0 2-16 0,0-1-240 0,1 1 0 16,-1-2 0-16,0 2 0 0,0-2 0 0,2 2 0 15,0-2 0-15,1-3 0 0,2 0-208 0,2-3 64 16,1-2 16-16,-2-3 0 0,-1-1 0 0,2-2 0 16,-2-5 0-16,1-1 0 0,-1 1 128 0,0 0 0 15,0-1-144-15,0 1 144 0,0 0 0 0,0 0 0 16,0-1 0-16,0 1 0 0,-1 2 0 0,-1 0 0 16,0 1 0-16,-2 0 0 0,-3-6 0 0,1 3 0 0,-1-2 0 15,1-1 0-15,-1 3 0 0,-1 0 0 16,-3-1 0-16,-2 0 0 0,-4 1 128 0,-3-3-128 0,-1 1 128 0,-1 2-128 15,-5 0 320-15,1 0-32 0,-1 1 0 0,-1-1 0 16,-1 0 96-16,1 2 0 0,-3-2 16 0,-1 1 0 16,-2 1-128-16,-1-1-16 0,-2 1-16 0,0-2 0 15,0 0-240-15,0-2 0 0,0 2 0 0,2-3 0 16,0-7 128-16,1 2-128 0,2-2 0 0,1-1 0 16,4-2 240-16,0-3-48 0,-1-5-16 0,1 5 0 15,0-2-176-15,-1 2 128 0,-2 3-128 0,-4 0 128 16,-4 2-128-16,-1 1 0 0,-4 2 0 0,-4 0 0 15,-4 7-192-15,-4 1 192 0,-2 0-160 0,-4 3 160 16,-4-2-128-16,-2 1 128 0,-5 1 0 0,-2-1-144 16,-3 1 144-16,-3 1 0 0,-2 3 0 0,-2-2 0 15,-2-1 0-15,-1 0 128 0,0 4-128 0,-1-5 176 16,-2-3-176-16,0 3 0 0,0-3 0 0,-1 4 128 16,-2 0-128-16,-2-1 0 0,-1 2 0 0,-4-2 0 0,-1 3 0 15,-2 2 0-15,-3 2 0 0,-1 1 0 0,-1 2 0 0,-1-4 0 16,-2 1 0-16,-1-2 0 0,-2 8 0 0,0 0 0 15,0-2 0-15,2-1 0 0,-7 0 0 0,2-2 0 16,1 2 0-16,4 1 0 0,1 2 0 0,2 0-176 16,0 2 48-16,0-2 0 0,-2 0-112 0,0 0-16 15,2 3 0-15,-2-3 0 0,1 0 128 0,-1 0 128 16,-2 0-208-16,3 5 80 0,4-2 128 0,-2 5 0 16,-1-3 0-16,0 0 0 0,0-2 0 0,0 0-128 15,-2 0 128-15,2 2 0 0,1 0 0 0,1 0-160 16,-1-2 160-16,-1 2 0 0,-2 1-208 0,2 2 64 15,-2 0 16-15,4-1 0 0,1-4-64 0,3 2 0 16,2 3 0-16,2-5 0 0,-1 6 0 0,4 1 0 16,-1 3 0-16,3-3 0 0,-3-2 192 0,3 0-160 0,-1 0 160 0,0 5-160 15,2-2 160-15,0 0 0 0,-2-1 0 0,2 1 0 16,-1-2 0-16,2 6 0 0,2-5 128 0,0 2-128 16,2 0 0-16,1-1 0 0,1-2 0 0,1 3 128 15,1-1-128-15,2-1 0 0,0 2 0 0,1 0 0 16,0-3 0-16,1-1 0 0,1 4 0 0,1 0-192 15,-2-4 16-15,-1 5 0 0,-1-1 0 0,2 0 0 16,0 3 176-16,0-1 0 0,-1 2 0 0,1 4 0 16,0-3 0-16,0-1 0 0,-1 4 0 0,4 0 0 15,2 8 0-15,1 1 0 0,2-4 0 0,1 3 0 16,1-6-160-16,4 2 0 0,1 3 0 0,3-3 0 16,2-1-592-16,3 1-112 15,1 0-32-15,3 2 0 0,1-4-208 0,2 1-48 0,2-4-16 16,0 5 0-16,0-3 400 0,1 3 96 0,1-3 16 0,1 3 0 0,2-3 528 0,-1 3 128 15,1 3 0-15,1-1 0 0,0-2 0 0,4 2 0 16,1-2 0-16,2 1 0 0,1-2 128 0,3-6-128 16,4-2 160-16,1-1-160 0,4-2 240 0,3-1-48 15,2-2-16-15,5-4 0 0,0-5 224 0,4-5 48 16,0 1 16-16,2-1 0 0,1 2 48 0,0-1 16 16,0-4 0-16,2 2 0 0,2 0-208 0,1 2-64 15,1 0 0-15,1 0 0 0,-1 0-96 0,-1-1-32 16,-1 0 0-16,1-2 0 0,0 1-128 0,4-2 0 0,1-2 0 0,2-2 0 15,-1-1 0-15,4 0 0 0,2-6 128 0,4 3-128 16,2-5 0-16,0 3 0 0,-1-3 0 0,-1 2 0 16,-4 0 0-16,0 1-224 0,0 2 80 0,-3 0 16 15,-2 0-160-15,-3 0-32 0,-4 0 0 0,-1 0 0 16,-2-2 320-16,-2 5-160 0,-2-1 160 0,-1 1-128 16,0-3 128-16,2 1 0 0,-1-2 128 0,-1-1-128 15,-1 5 448-15,-1-3 0 0,-4 0 16 0,-4-2 0 16,-3 1 304-16,-1-1 64 0,-4 7 16 0,-1-2 0 15,-4-3-464-15,-3 3-80 0,-1 0-32 0,-4 2 0 16,-1 6-272-16,-3-3 0 0,-2 5 0 0,-3-3 0 16,-3-2 0-16,-10 8 0 0,0 0-128 0,0 0 128 15,0 0-256-15,0 0 32 0,0 0 16 0,0 0 0 16,0 0-688-16,0 0-144 16,0 0-32-16,-13 1-12304 0</inkml:trace>
  <inkml:trace contextRef="#ctx0" brushRef="#br0" timeOffset="19943.65">11441 10248 17503 0,'0'0'1552'0,"0"0"-1232"0,0 0-320 0,0 0 0 15,0 0 448-15,0 0 48 0,0 0 0 0,0 0 0 16,0 0-496-16,0 0 0 0,16 0 0 0,0-2 0 16,2-1 192-16,-2 3-48 0,3-3-16 0,5 3 0 15,2-2-640-15,1 2-144 16,-1-3-32-16,-1 3 0 0,1 0 304 0,0 5 48 0,-1-2 16 0,3 5 0 15,-1-3 640-15,0-1 144 0,0 3 32 0,4 1 0 0,-1 0 432 0,4 0 96 16,1 0 0-16,4 0 16 0,-1-2-32 0,4-2-16 16,3 0 0-16,3 0 0 0,2 4-288 0,1 0-64 15,2 0-16-15,0-3 0 0,2 3-480 0,-1-2-144 16,1 0 0-16,0 2 0 0,1-1 0 0,0-2-256 16,2-2 32-16,-1 2 0 0,1 4 224 0,0 1 0 15,-2 0 0-15,0-2-144 0,1 1 144 0,-1-1 0 16,0-1 0-16,3 1 128 0,4 1 160 0,1-1 32 15,0 0 16-15,0 0 0 0,-1-3-144 0,3-2-16 16,0 2-16-16,-1-3 0 0,1-2-160 0,2 0 160 0,1 2-160 0,1-2 160 16,2 4-160-16,1 4 0 0,-3-4 0 0,-1-1 0 15,0-2 0-15,0 6 0 0,3-1 0 0,1 2 0 16,1 2 128-16,-2 0-128 0,-2-6 192 0,-1 3-64 16,0-7-128-16,2-2 0 0,0 1 144 0,1-3-144 15,0 0 208-15,2-5-16 0,1-3-16 0,2-1 0 16,2-3 64-16,0-4 16 0,-1 0 0 0,-1-1 0 15,-1-2-64-15,1-2-16 0,0 1 0 0,-2-2 0 16,4-1-176-16,-4-4 0 0,-1-1 0 0,0 0 0 16,0-2 224-16,-1 2-32 0,0-3-16 0,-3 1 0 15,-2 2 240-15,-4-2 48 0,-6-1 16 0,-5 4 0 16,-5 1-96-16,-5 4-32 0,-6-1 0 0,-3-2 0 16,-9 3-64-16,-4 2-16 0,-5 0 0 0,-4 5 0 15,-6-2 16-15,-3 0 0 0,-6-3 0 0,-2 3 0 16,-3-3 32-16,-3 3 16 0,-4-3 0 0,-4 0 0 0,-3-2-160 0,-6 6-48 15,-4-4 0-15,-1-1 0 0,-3 5-256 0,-2-1-64 16,-4-2-16-16,-3-2 0 16,-5-1-176-16,-1-3-16 0,-2-1-16 0,0 1 0 15,-1-2-128-15,-3-1-32 0,-2-3 0 0,-4 1 0 0,-2-1 368 0,-4 6 64 16,-2 0 16-16,-3 3 0 0,-1-1 288 0,-2 3 64 16,-2 0 16-16,-1 6 0 0,-4 5 128 0,-1 0 16 15,-1-1 16-15,-1 6 0 0,-1-2-400 0,1 4-192 16,-1 1 0-16,1 2 16 15,-1 3-1056-15,-2 0-224 0,-5 0-32 0,1 3-16 16,-1 2-128-16,0 1-32 0,2 1 0 0,0 1 0 16,-2 1 512-16,1 1 112 0,-1 1 16 0,4-1 0 0,1 6 1024 0,2 3 0 0,1-1 0 0,-5 3 144 15,-4 0 16-15,0 3 0 0,-2 0 0 0,0 5 0 16,0 3-352-16,-1 5-80 0,-4-5-16 0,0 3 0 16,2 0 112-16,3 1 32 0,2 5 0 0,3 3 0 15,3 2 144-15,5 2 0 0,3 1 0 0,8 4 0 16,10 1-144-16,8-1-48 0,6 0-16 0,7-2 0 31,6-4-640-31,5-2-128 0,5 0-32 0,7-5 0 16,7 0-560-16,7-3-112 0,3-3-32 0,8-2 0 0,4-5 320 15,7-1 64-15</inkml:trace>
  <inkml:trace contextRef="#ctx0" brushRef="#br0" timeOffset="20745.99">6028 12944 18431 0,'0'0'1632'0,"0"0"-1312"0,0 0-320 0,0 0 0 16,-8-8-192-16,8 8-96 0,0 0-32 0,0 0 0 16,0 0 320-16,0 0 0 0,8-9 176 0,-8 9-176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11T12:17:07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16602 15728 16575 0,'0'0'1472'0,"-8"8"-1168"0,2-4-304 0,-1 4 0 15,1-1 1440-15,-1-1 224 0,1 1 64 0,-1-2 0 16,1 3 144-16,0 0 48 0,-1-4 0 0,2 0 0 15,5-4-336-15,0 0-64 0,0 0-16 0,0 0 0 16,0 0-304-16,0 0-64 0,0 0-16 0,0 0 0 16,0 0-608-16,7 8-128 0,-7-8-32 0,11 4 0 0,2 0-208 0,1-1-144 15,-1-2 192-15,2 4-192 0,-1-2 224 0,0 1-64 16,2-1-16-16,2 2 0 0,0-4 32 0,1 3 0 16,2 0 0-16,0-4 0 0,0 4 16 0,1-4 0 15,2 3 0-15,0-2 0 0,0 4-192 0,0-3 192 16,0-2-192-16,2 0 192 0,0-2-192 0,1 2 160 15,2 0-160-15,1 0 160 0,1-1-160 0,1 1 192 16,2 1-192-16,11 2 192 0,-2 5-192 0,0 0 192 16,1 0-192-16,-3 5 192 0,1 0-192 0,-2-2 0 15,-11 2 144-15,3 0-144 0,2-2 0 0,1 4 0 16,2-2 0-16,2-4 128 0,2 4-128 0,3-2 0 0,1-3 0 0,1 0 0 16,2 0 0-16,2-3 0 0,0-2 0 0,0 1 0 15,-1-3 0-15,3-1 0 0,-1-1 0 0,2-1 0 16,0-3 0-16,2 5 0 0,-1-1 0 0,2-1 0 15,0 0 0-15,1 2 0 0,-3 0 0 0,1 0 0 16,-1 0 0-16,1 2 0 0,-1 0 0 0,3-1 0 16,-1-1 0-16,2 3 0 0,1-1 0 0,2 1 0 15,0-3 0-15,-2 3 0 0,2-3 0 0,0 0 0 16,2 0 0-16,1-3 0 0,2 2 0 0,1-1 0 16,1-3 0-16,2 4 0 0,-1-3 0 0,0 1 0 15,-1 2 0-15,-3-3 0 0,-2 4 0 0,0 0 0 16,-2 0 0-16,0 0 0 0,-2 0 0 0,0 4 0 15,-1-3 0-15,0 4 0 0,-5-2 0 0,0 4 0 16,1-3 0-16,1 1 0 0,1-2 0 0,3 1 0 16,2-3-128-16,2-1 128 0,0 0-128 0,1 0 128 0,2 0 0 15,-1 0-128-15,3-1 128 0,-1-3 0 0,2 1 0 0,2-2 0 16,-1 1 0-16,3-3-128 0,-1 2 128 0,0-3 0 16,0 4 0-16,1-3 0 0,-1-1 0 0,0-2 0 15,2-1 0-15,3 2 0 0,-5-3 0 0,-1 1 0 16,-2 2 0-16,-2 0 0 0,-1 1 0 0,-2 0 0 15,-3 5 0-15,0 2-128 0,-2-3 128 0,1 4 0 16,-2 4 0-16,-1 0 0 0,-1 1 0 0,1 3 0 16,-1 4 0-16,0-3 128 0,0 1-128 0,42 4-256 15,-18-1 64-15,-11-5 0 0,-6-5-96 0,-5 2-32 16,-4-5 0-16,-1 0 0 0,-3 0 112 0,-23 0 16 0,5 2 0 16,2-2 0-16,3 0-64 0,0 0 0 0,0 0 0 15,-2 1 0 1,-1-1-608-16,25-1-128 0,-11-3-32 0,-6 1-10304 0,-7-2-2048 0</inkml:trace>
  <inkml:trace contextRef="#ctx0" brushRef="#br0" timeOffset="1148.03">16575 13769 11055 0,'0'0'976'0,"0"0"-784"0,0 0-192 0,0 0 0 0,0 0 1568 0,0 0 272 16,8 4 48-16,1-1 16 0,1-6-320 0,0 3-64 15,1 8-16-15,0-4 0 0,2-4 224 0,0 0 32 16,-2 0 16-16,0 0 0 0,0-1-496 0,1 2-80 16,1 4-32-16,-2-3 0 0,0-4-640 0,2 2-128 15,1 3-16-15,2-4-16 0,2-7 0 0,1 5 0 16,0 4 0-16,4 2 0 0,-1-3-32 0,4-1 0 16,-5-6 0-16,3 3 0 0,3 4-144 0,4 0-48 15,1 0 0-15,3-4 0 0,2-1 48 0,3 2 16 16,2 2 0-16,17-7 0 0,-3-7 208 0,-1 2 32 15,-2 5 16-15,-2 2 0 0,1 3-208 0,4-1-64 0,0-4 0 0,2 0 0 16,-10 0-192-16,7 0 0 0,2-1 128 0,4-4-128 16,0-2 0-16,3-2 0 0,2-2 0 0,2 1 0 15,1-1 0-15,3 3 0 0,2 0 0 0,0 1 0 16,-1 1 0-16,0 2 0 0,-3 0 0 0,1 5 0 16,-1 1 128-16,1-2 0 0,-2 3-128 0,3 2 192 15,2-1-192-15,1 3 144 0,-1-2-144 0,2-2 128 16,-2 2-128-16,3 1 0 0,1-1 0 0,2 0 0 15,2 3 0-15,0-2 0 0,-2 2 0 0,-1 0 0 16,-2 0 0-16,-2 0 0 0,1 0 0 0,-1 2 0 16,1-2 0-16,60 3 0 0,-27 2 0 0,-12-2 0 15,-8-3 0-15,0 0 0 0,-1 0 0 0,0-3 0 16,-3 1 0-16,0-1 0 0,-1 0 0 0,-1-2 0 0,2 3 0 16,-1-1 0-16,-1 0 0 0,-1 0 0 0,0 1 0 0,0 4 0 15,-2 1 0-15,-5 2 0 0,-6-2 0 0,2 5 0 16,-4-3 144-16,-30-2-144 0,5 2 144 0,5 1-144 15,2 0 192-15,3 1-192 0,-1-2 0 0,0 3 0 16,1-3 0-16,41 6-144 0,-13-6 144 0,-12-1 0 16,-7-2 0-16,-5 0 0 0,-3-2 0 0,-4 3 0 15,0 0 0-15,-5-1-128 0,-2 2 128 0,-3 0 0 16,-2-4 0-16,-2 5 0 0,-1 3 0 0,-2 0 0 16,-2 0 0-16,-3 0 0 0,-1 0 0 0,-2 0 0 15,-1 0 0-15,-1 0 0 0,1 0-224 0,-2-3 32 16,-4 3 16-16,1-4 0 15,-1 0-592-15,1 0-128 0,-2 0-32 0,0-1-10848 0,-1-3-2160 0</inkml:trace>
  <inkml:trace contextRef="#ctx0" brushRef="#br0" timeOffset="5306.67">21123 10912 8287 0,'0'0'736'0,"0"0"-592"0,0 0-144 0,0 0 0 16,0 0 1088-16,0 0 176 0,0 0 32 0,0 0 16 16,0 0 112-16,0 0 32 0,0 0 0 0,0 0 0 0,0 0-784 0,-8 5-160 15,3-2-16-15,0 2-16 0,5-5-80 0,-5 5-16 16,2-2 0-16,3-3 0 0,-5 8 400 0,2-2 80 16,0 3 16-16,-2 0 0 0,0-1-64 0,2 2-16 15,-2-1 0-15,2 1 0 0,0 3-560 0,0 3-112 16,-1-2-128-16,1 1 176 0,-2 4 464 0,0 2 80 15,-1 0 32-15,0 3 0 0,-1 5-304 0,1 0-64 16,-2 0-16-16,1 1 0 0,1 2-16 0,0 2 0 16,1 0 0-16,1 3 0 0,3 3-176 0,2 3-48 15,4 4 0-15,3 4 0 0,2-5-128 0,3 7 0 16,1 0 0-16,6 21 128 0,-4-13-128 0,0 5 0 0,0 3 0 0,1 5 0 16,1 1 0-16,0 1 0 0,-2 1 0 15,0-3 0-15,-2 3-416 0,-1 1 32 0,0-1 16 0,0 0 0 16,-2-3 672-16,0 3 128 0,-1-4 16 0,-1 0 16 15,-1-2 672-15,0 3 128 0,-1 1 16 0,-1 1 16 16,-3 1-496-16,-1 0-96 0,-4 0-32 0,1-3 0 16,-1 0-416-16,-1-2-64 0,-2 2-32 0,0 1 0 15,1 1-160-15,-1 1 0 0,2-2 0 0,-5 26 0 16,1-29 0-16,1-1-144 0,-1 1 144 0,1 2-208 16,-1 0 64-16,3 0 16 0,-1 0 0 0,0-1 0 15,2 0 128-15,0-3 144 0,1-2-16 0,0 23-128 16,2-22 160-16,4 0-160 0,-3 0 128 0,2 0-128 15,2 0 0-15,2 2 0 0,1 0 0 0,1 1 0 16,3 6 0-16,-1-1 0 0,0 0 0 0,2 1 0 16,0-5-144-16,0 1 144 0,-2-2 0 0,3 20 0 0,-3-9 0 15,1-7 0-15,-4-7 128 0,0 0-128 0,0-3 192 0,-3-5-64 16,-1 0-128-16,1-4 192 0,0-4-192 0,-2 0 0 16,0-1 128-16,1-2-128 0,-3-2 0 0,1-2 0 15,-2 7 0-15,0 16 0 0,-3-5 0 0,1-1 0 16,-1-2 0-16,0 5 0 15,-4 0-384-15,-1-5-32 0,-1 0 0 0,1 0 0 16,-1 0-224-16,3-4-64 0,-2-4 0 0,2-1 0 0,-1-6 304 0,4-6 48 16,1 1 16-16,2-9 0 15,4-7-704-15,2-4-144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6T11:40:06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7658 11081 19343 0,'0'0'1728'0,"0"0"-1392"0,0 0-336 0,0 0 0 16,0 0 576-16,0 0 64 16,0 0 0-16,0 0 0 0,0 0 1696 0,0 0 352 0,0 8 64 0,0-8 0 15,0 0-1232-15,0 8-256 0,2 0-48 0,-2-8-16 16,0 0-320-16,2 8-64 0,-1 3-16 0,1-3 0 16,-2-8-224-16,0 0-32 0,3 8-16 0,0 2 0 15,2-2-160-15,0 3-48 0,0-1 0 0,-2 1 0 16,0 0-96-16,0 2-32 0,0 0 0 0,-1 3 0 15,0 0 0-15,-2 5-16 0,0 0 0 0,-2 3 0 16,0 0-32-16,-1 5 0 0,0-2 0 0,0-1 0 16,-2 1-144-16,2-1 192 0,-2-1-192 0,0-1 192 15,0-4-192-15,1 0 0 0,-1-3 0 0,0-1 0 16,0-4 0-16,0 3 0 0,2-5 0 0,0 1 0 16,-2-2 0-16,0-1 0 0,0-3 0 0,1 2 0 15,-1-3-256-15,2 4 64 0,3-8 0 0,-4 8-19136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6T11:42:48.5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9164 4379 1839 0,'4'24'160'0,"1"8"-160"0,-2 2 0 0,-3 8 0 16,-4 1 0-16,-3 7 0 0,-2 9 0 0,-9 38 0 15</inkml:trace>
  <inkml:trace contextRef="#ctx0" brushRef="#br0" timeOffset="930.45">12047 5480 7359 0,'0'0'656'0,"0"0"-528"15,-1-8-128-15,-1 0 0 0,-1 4 1104 0,0-3 192 16,-2 1 48-16,0-1 0 0,0 2 432 0,5 5 80 15,0 0 32-15,-8-3 0 0,0-2-288 0,0 2-48 0,-1-2-16 0,2 2 0 16,7 3-336-16,0 0-80 0,-8 0-16 0,8 0 0 16,0 0-160-16,-6 3-48 0,6-3 0 0,-7 8 0 15,3 4-576-15,0 0-128 0,3 1-32 0,1 7 0 16,0-4 32-16,1 1 0 0,1 4 0 0,0 3 0 16,1 4 192-16,0-3 64 0,-1 4 0 0,-1 3 0 15,1 5-128-15,-1-3-32 0,-1 1 0 0,0-3 0 16,0-3-160-16,0 0-128 0,-1-3 144 0,-1-2-144 15,1 0 320-15,1-5-16 0,-2-1-16 0,2-2 0 16,0-3 32-16,0 3 16 0,0-5 0 0,2-1 0 16,-2-10-208-16,0 0-128 0,1 8 160 0,-1-8-160 15,0 0 0-15,0 0 0 0,0 0 0 0,0 0 0 16,0 0 0-16,0 0 0 0,3 8-192 0,-3-8 192 16,0 0-1376-16,0 0-160 0,0 0-48 15,0 0-13760-15</inkml:trace>
  <inkml:trace contextRef="#ctx0" brushRef="#br0" timeOffset="23880.64">15150 6718 1839 0,'0'-5'160'0,"0"-5"-160"0,0 1 0 0,1-1 0 15,1-1 304-15,-1 3 16 0,1-5 16 0,0 4 0 16,-1-6 176-16,-2 2 16 0,1 4 16 0,-2-1 0 15,0 0 448-15,-1 2 96 0,0 0 0 0,-2 3 16 16,-1 2 496-16,-2 3 112 0,0 5 16 0,-2-2 0 16,-1 0-448-16,-2 2-64 0,-1 0-32 0,-1 3 0 15,-1 3-576-15,-2-1-112 0,1-2-32 0,-7 0 0 16,0 0-64-16,1 0-16 0,1 0 0 0,-1 0 0 16,1-3 192-16,-1-2 48 0,1-3 0 0,1 3 0 15,2-1 16 1,-1 1 16-16,1 2 0 0,0-5 0 0,0 0 48 0,-2 3 16 0,0 0 0 0,0-1 0 0,0 3-48 0,-1 1-16 15,-1 2 0-15,-1 0 0 0,0 0-144 0,0 2-16 16,3 3-16-16,0-2 0 0,-1 2-208 0,-1 3-32 16,1 0-16-16,-1 5 0 0,4 0-224 0,3 3 128 15,-1 0-128-15,-4 11 0 0,1-1 0 0,3 3 0 16,1 3 0-16,1-2 0 0,1 1 0 0,-1 0 0 16,1-3 0-16,3 0 0 0,1-3 0 0,2 3 0 15,0-4 0-15,0-3 0 0,2-4 0 0,-1 1 0 16,1-2 0-16,1 0 0 0,3-4 0 0,2-3 0 15,0 4 0-15,0-2 0 0,0 5 0 0,2 2 0 16,0 1 144-16,-1-1-144 0,2 6 128 0,1-3-128 0,-3-5 128 0,4 5-128 16,3 3 128-16,2 0-128 0,2-3 0 0,1-2 128 15,2-4-128-15,1 1 128 0,0 0-128 0,3 0 128 16,0 0-128-16,2 0 160 0,2-3-160 0,-1 0 160 16,2 0-160-16,2 0 160 0,-5-5-160 0,3 1 160 15,1 1-160-15,1 0 128 0,1 1-128 0,2-1 128 16,2 3-128-16,1 1 0 0,0 1 0 0,2-3 0 15,6 4 0-15,-2 1 0 0,-9-6 0 0,2 2 0 16,-1 0 0-16,1 3 0 0,-1-4 0 0,1 1 0 16,-2 2 0-16,1-2 0 0,1-4 0 0,-1 3 0 15,1-8 0-15,1 4 0 0,0-3 0 0,9 0 128 16,1 2 0-16,0-1-128 0,-2-3 192 0,0-3-64 16,-1 4-128-16,-1-4 160 0,1 0-160 0,-2 0 160 15,0-2-160-15,-2 0 0 0,-1-1 0 0,1-2 128 0,2-1-128 0,1-2 0 16,2-5 0-16,1 5 0 0,-1-3 192 15,1 1-64-15,3-1 0 0,2 0 0 0,4-2-128 0,0 4 160 16,1-6-160-16,2 4 160 0,-2-3-160 0,-2-1 0 16,-3 2 0-16,2 2 0 0,0 2 0 0,-1-3 0 15,-2 4 0-15,0 0 0 0,0 0 0 0,0 4 0 16,1-3 0-16,2 2 0 0,-3-3 0 0,2-3 0 16,-2-5 0-16,-4 3 0 0,4-3 0 0,-1 0 0 15,-1 0 0-15,2-5 0 0,0 1-128 0,-2-1 128 16,-4 3 0-16,-1 0 0 0,2-1 0 0,1-2 0 15,-1 2 0-15,0-2 0 0,0 5 0 0,0-1 0 16,-1-3 0-16,-3 4 0 0,11-4 0 0,-5-1 0 0,-4 1-144 0,-2 0 144 16,-3-1 0-16,-1-2 0 0,-8 2 0 0,0-3 0 15,1-4 0-15,-1 0 0 0,0-1 0 0,0-1 0 16,0-2 0-16,0-3 128 0,-2 3-128 0,1-2 0 16,-2-1 128-16,0 1-128 0,-2 0 0 0,5-9 0 15,-3 1 0-15,-4-1 0 0,-2 1 0 0,-2-1 0 16,-2 4 0-16,-3-1 0 0,-3 0 0 0,-4 0 0 15,-1 0 0-15,-1 1 0 0,-1 4 0 0,-3 1 0 16,-3-2 176-16,-3-3-176 0,-3-3 192 0,-2 1-192 16,-4-4 384-16,-1-2-16 0,-3 2-16 0,-8-9 0 15,-1-2-192-15,-1 3-32 0,0 1-128 0,1 3 192 16,-1 0-192-16,0 3 0 0,-1 1 0 0,-1 2 0 16,1 4-208-16,-2 1 64 0,7 7 16 0,-4 1 0 15,-3-2-112-15,-3-2-16 0,-5 2 0 0,0 0 0 16,-1 3-32-16,-3 3-16 0,0-1 0 0,-14-2 0 15,4 0 48-15,3 2 0 0,1 1 0 0,4-1 0 0,1-2 256 0,2 0 0 16,0 1-128-16,3-3 128 0,1 9 0 0,3-1 0 16,7 7 0-16,0 0 144 0,-1 0-144 0,-2 0 0 15,-1 3 144-15,-3 2-144 0,0 1 0 0,-4 4 0 16,-2 0 0-16,-12-1 0 0,1 4-176 0,2-2 0 16,0 2 0-16,4 2 0 0,3-6 176 0,0-1-128 15,3 0 128-15,3 3-128 0,2 1 128 0,3-3 0 16,1 6 0-16,0-6 0 0,0 2 0 0,2 1 0 15,0 0 0-15,-1 1 0 0,3 3 0 0,-1-3 0 16,0 3 0-16,1 0 0 0,-1 3 0 0,2 2 0 16,6 0 0-16,0 0-128 0,-1 1 128 0,-2-1 0 15,0 0 0-15,0 3-128 0,1 3 128 0,-1-1 0 0,0-2 0 0,0 3 0 16,2-3 0-16,-1 2 0 0,1 1 0 0,0-1 0 16,1 3 0-16,0-5 0 0,2 3 0 0,-5 2 0 15,4 0-192-15,2 0-16 0,2 1 0 0,1-1 0 31,-3-3-752-31,1 3-160 0,-1-5-32 0,1 6 0 16,1 1 256-16,2-1 32 0,-1-1 16 0,-1 0 0 0,1-2 416 0,0-1 96 0,4 3 16 0,2-2 0 31,1-2-784-31,2 0-160 0,1-1-16 0,4 0-5824 0,1 0-1152 0</inkml:trace>
  <inkml:trace contextRef="#ctx0" brushRef="#br0" timeOffset="27039.71">12399 4150 5519 0,'0'0'496'0,"0"0"-496"0,0 0 0 0,3-13 0 15,-3-2 1040-15,-1 6 112 0,-3-2 32 0,0 3 0 16,4 8 144-16,-12-8 16 0,-1-2 16 0,1-1 0 16,-4 1-400-16,1 0-96 0,1 2-16 0,-2-1 0 15,-2-4-304-15,0-2-64 0,-1-2-16 0,-2 1 0 0,0 3-304 0,0 0-160 16,1-1 160-16,-3-1-160 16,-3-2 160-16,1-1-160 0,-2 0 160 0,-2 2-160 0,-2 0 496 0,1 0 0 15,-2-3 0-15,-1 3 0 0,-2 0 400 0,-2 0 64 16,-1-2 32-16,-1 5 0 0,-1-1-80 0,0-1-16 15,0 1 0-15,0-1 0 0,0 1-448 0,-2-2-112 16,-1 1-16-16,-1-1 0 0,1 0-192 0,-2 2-128 16,2 1 160-16,-1 0-160 0,1 2 0 0,-2 1 128 15,0-1-128-15,0-2 0 0,0 5 0 0,-1-1 128 16,-1 1-128-16,-1-2 0 0,-2-3 304 0,-1 3-48 16,0-1 0-16,1 8 0 0,0 1 16 0,-1 4 0 0,-2 1 0 15,-2 0 0-15,-1 1-16 0,-2 2-16 0,-3 2 0 0,-1 0 0 16,1 0-240-16,1 0 176 0,-2 3-176 0,2-1 160 15,3 6-160-15,-1 5 160 0,0 0-160 0,2-2 160 16,0 5-160-16,-1-3 0 0,0 3 0 0,1 2 0 16,-1-2-144-16,4 5 144 0,0 0 0 0,2 1 0 15,1 1-208-15,2 1 64 0,0 3 16 0,2-1 0 16,-3 3 128-16,-2 0-208 0,-2-1 80 0,0 5 128 16,0 0-352-16,2-1 48 0,-1 4 16 0,1-1 0 15,-2 1 16-15,0 0 0 0,3 1 0 0,2 4 0 16,2-5 272-16,2 1-128 0,3-3 128 0,2 3 0 15,2 0 0-15,4 0 0 0,2 0 0 0,2 0 0 16,0-3 0-16,4 1 0 0,2-1 0 0,6 3 0 16,2 0 0-16,5 3-128 0,2 0 128 0,2-2 0 0,1 6-192 15,4 1 64-15,1 0 128 0,3 1-208 0,2 2 208 16,3 2 0-16,1 0-160 0,4 3 160 0,3 3 0 0,3 0 0 16,2 2-144-16,2-3 144 15,2-2-176-15,3-3 32 0,2-5 0 0,4-2 0 0,1-4-80 0,4 1-16 16,2-3 0-16,4 0 0 0,2 3 240 0,3 2 0 15,1-1 0-15,4 4 0 0,1 0 0 0,5 0 0 16,3-3 0-16,3-2 0 0,2 0 0 0,4-1 0 16,-1-7 0-16,3 0 0 0,2-3-304 0,3-5 48 15,4-6 0-15,1-2 0 0,2-8-80 0,1-3-16 16,0-7 0-16,5-6 0 0,5-6 352 0,3-4 288 16,2-6-48-16,3-8-16 0,-2-3 176 0,2-7 48 15,-2-3 0-15,2 0 0 0,2-3-160 0,-4-5-32 0,-6 0 0 16,-3-1 0-16,-5-6-64 0,-4 4 0 0,-2-2-16 0,-2 2 0 15,-5-2 96-15,-2 2 32 0,-6-3 0 0,-3-1 0 16,-5 0 192-16,-3-1 32 0,-5 3 16 0,-2-6 0 16,-3-2-16-16,-3 2 0 0,-5-4 0 0,-3 1 0 15,-3 1-80-15,-5 2-32 0,-7-3 0 0,-4-2 0 16,-7-4-16-16,-6 3 0 0,-8-6 0 0,-4 2 0 16,-4-3-80-16,-5 4 0 0,-3-4-16 0,-6 6 0 15,-2-1-304-15,-2 3 160 0,-3 0-160 0,-3 3 128 16,-5-3-128-16,-2 0 0 0,-1 5 0 0,-4-2 0 15,-1 0 0-15,0 5 0 0,0 0 0 0,1 5 0 16,1 3-240-16,1 4 80 0,0 0 16 0,-2 9 0 16,1 2-240-16,-1 1-64 15,1 2 0-15,1 6 0 0,-2 5-176 0,1 8-32 0,-2 6-16 0,-4 2 0 16,-2 2-448-16,-4 6-96 0,-3 5 0 0,-2 3-16 16,1 4-512-16,-1 8-112 0,0 2 0 0,4 6-9536 15</inkml:trace>
  <inkml:trace contextRef="#ctx0" brushRef="#br0" timeOffset="28140.41">16602 6721 17503 0,'-16'-9'1552'0,"-2"-6"-1232"16,-3-1-320-16,1 3 0 0,-1 0 352 0,-2 2 16 15,1-2 0-15,-1 2 0 0,-2-5 528 0,-1 0 128 16,-3-2 0-16,0 5 16 0,-1 2-432 0,-2-2-96 15,-1 2 0-15,-3 1-16 0,-3-6-496 0,1 4 0 0,-1 0 0 0,0 3 0 16,-1-3-224-16,0 0-144 0,-3-3-16 0,-2 2-16 16,0 5 16-16,0-1 16 15,-5-3 0-15,1 3 0 0,-1-1 240 0,-2 1 128 0,0-3-160 0,-1 4 160 16,1 0 208-16,1 3 144 0,-2 1 32 0,2 0 0 16,-1 3 320-16,1 2 80 0,-1 3 16 0,1-1 0 15,-2 2-320-15,2 0-64 0,-1-1-16 0,3 4 0 16,1 5-272-16,-1 2-128 0,0 2 128 0,1 4-128 15,-1-2 256-15,1 9-16 0,-1 1-16 0,2 4 0 16,0 9-224-16,1 1 0 0,-1-1 0 0,1 8 0 16,-1 3 0-16,2 1 0 0,0 4 0 0,2 0 0 15,0 6-128-15,3-1 128 0,3-2 0 0,3 3 0 16,4 2-128-16,2 0 128 0,1-4 0 0,3 2 0 16,3 2 0-16,5 2 0 0,3 1 0 0,4 1 0 0,0 3 144 15,6 0-16-15,2-2 0 0,4 1 0 0,5-1-128 16,5 1 0-16,6 2 0 0,5 1 0 0,3-4 0 0,7 0-224 15,3-1 32-15,6-1 0 0,7-3-144 0,5-5-32 16,4-8 0-16,4-5 0 0,2-4-16 0,6-6 0 16,3-3 0-16,4-4 0 0,6-4 384 0,6-6 208 15,4-8-16-15,3 1-16 0,1-4 96 0,4-2 32 16,4-3 0-16,7-7 0 0,5-9-304 0,4-2 128 16,2-6-128-16,4-2 0 0,2-8 0 0,3 0 0 15,4-5 0-15,-1-4 0 0,-4-4 0 0,-2 0-176 16,0-1 176-16,-5-3-160 0,-8-7 160 0,-3-4 0 15,-5-4 0-15,-1 0 0 0,-2-1 128 0,-4-2 0 0,-2-1 0 0,-7 0 0 16,-5-3 48-16,-4 1 16 0,-9 4 0 0,-6-1 0 16,-6 3-192-16,-7 3 0 0,-10 2 0 0,-9 3 0 15,-8 0 0-15,-8 3 0 0,-6 2 128 0,-9 2-128 16,-6-6 864-16,-8 2 96 0,-8-2 0 0,-8 2 16 16,-7-2 208-16,-9 1 32 0,-8 0 16 0,-8-2 0 15,-8-2-464-15,-9-1-112 0,-7 3-16 0,-6-3 0 16,-8 3-304-16,-8-5-64 0,-9 0-16 0,-6 5 0 15,-3 4-96-15,-7 2-32 0,-8 4 0 0,-5 4 0 16,-6 5-128-16,-5 7 0 0,-6 5 144 0,-2 9-144 16,4 6-512-16,-3 11-192 15,-2 5-16-15,-1 7-16 0,3 5-1568 16,2 10-304-16,2 6-64 0,3 4-11040 0</inkml:trace>
  <inkml:trace contextRef="#ctx0" brushRef="#br0" timeOffset="41873.5">18608 8795 11055 0,'0'0'976'0,"-14"0"-784"16,-3 0-192-16,1 0 0 0,0-2 1856 0,2 2 336 15,-1-3 64-15,3 3 16 0,-1-3-640 0,2-2-128 0,1 2-32 0,2-2 0 16,8 5-416-16,-5-11-96 0,2-2 0 0,3 0-16 16,2-3-448-16,2 3-96 0,3-3-16 0,1 5 0 15,0-2 128-15,3 4 32 0,-1 1 0 0,-1 1 0 16,1-1-32-16,-10 8-16 0,14-5 0 0,1 4 0 15,-2-1 0-15,1 2 0 0,1 0 0 0,2 0 0 16,4 0-176-16,3 3-16 0,2-3-16 0,-1 0 0 16,3-3-288-16,2-2 0 0,4 4 128 0,3-3-128 15,3 1 288-15,0-2 0 0,0-3 0 0,2 5 0 16,0-3 0-16,1-1 0 0,2 6 0 0,0-2 0 16,-3-1-160-16,1 3-128 0,0 1 192 0,5 1-192 15,2 4 256-15,1-2-64 0,1 4-16 0,-1-2 0 16,2-4-48-16,2 2-128 0,1 1 192 0,5-3-64 15,1-1-128-15,4 0 0 0,2 0 0 0,2 0 0 16,2-1 0-16,1-3 0 0,-1 1 0 0,2 2 0 0,0-3 0 0,-1 1 0 16,3-2 0-16,1 5 0 0,1-3 0 0,3-2 0 15,-1 5 0-15,3-3 0 0,1-2 0 0,-1 2 0 16,2-2-144-16,4 4 144 0,1-3 0 0,4 0 0 16,2-3 0-16,1 1 0 0,1-1 0 0,3-1 0 15,5 4 0-15,-2-5 0 0,2-2 0 0,0 3 0 16,-2-5 0-16,2 5 0 0,5 0 0 0,-2 0 0 15,0 3 160-15,-1-3-32 0,-3 4-128 0,1-3 0 16,0 1 0-16,-1-1 0 0,-3 7 0 0,1-4-160 16,-2 0 160-16,2 0-208 0,0 0 208 0,1 0 0 15,0 2 0-15,1-1 0 0,-3-2 0 0,1-2 128 16,0 4 0-16,1-2-128 0,-1 4 0 0,-2 1 0 0,0 0 0 0,-2 1 0 16,1-1 0-16,-2 5 0 0,3-2 0 0,-6 5 0 15,-7 1 0-15,-2 2 0 0,0-3-192 0,-3 1 48 16,4 4 144-16,-1-2 0 0,1 2 0 0,-4-1 0 15,-4-4 0-15,-2 0 0 0,-1-4 0 0,-1 4 0 16,2-3-320-16,2 3 32 0,-2-4 0 0,0-3 0 31,0 1-1520-31,-3-1-304 0,-4 3-64 0,-1-3-12544 0</inkml:trace>
  <inkml:trace contextRef="#ctx0" brushRef="#br0" timeOffset="43375.07">18942 3485 27647 0,'0'0'2448'0,"0"0"-1952"16,0 0-496-16,14 0 0 0,-1 0 400 0,0 5-16 16,0-2 0-16,0 7 0 0,-4-1-384 0,-1 4 0 15,-1 0 0-15,-1 5-176 0,0 1 176 0,1 5 0 16,-2 2 128-16,0 3-128 0,-2 1 0 0,-2 4 0 16,3 0 0-16,-1 4 0 0,0 1-304 0,-1 6-16 0,-1-5-16 0,-1 5 0 15,2 0 80-15,-2 0 32 0,0-2 0 0,0 3 0 16,-2 6 224-16,-1 1 0 0,0 0 0 0,1 1 0 15,1 4 336-15,1 0 64 0,0-2 16 0,0 0 0 16,0 0 160-16,1-1 16 0,2 3 16 0,1 1 0 16,0 1 96-16,3 1 0 0,-1 0 16 0,2 4 0 15,2 0-384-15,0 0-80 0,-1 3 0 0,-1-1-16 16,-1 2-240-16,-1 0 176 0,-3 5-176 0,0 0 160 16,1 3-160-16,-3 0 0 0,1 0 0 0,-2-1 128 15,0-4-128-15,0 2 0 0,1 1 0 0,3-1 128 16,-1 0-128-16,2-4 160 0,-1-1-160 0,3 2 160 15,-2-2 80-15,1 0 16 0,1 0 0 0,-1 5 0 16,-1-2-256-16,0 2 144 0,-1 0-144 0,1 0 128 16,-2 3 0-16,1-3 0 0,-1 3 0 0,-2 1 0 15,-1-1-128-15,0 5 0 0,-1 2 0 0,-1-1 128 0,-3-1-128 16,-1 3 0-16,-2-3 0 0,-2 3 0 0,1 2 0 0,-1 3 0 16,0-2 0-16,-1-2 0 0,0-4 0 0,1 0 0 15,1 0 0-15,1-2 0 0,1-1 0 0,3 3 128 16,0-5-128-16,1 0 0 0,0-3 256 0,1 0-48 15,1-2 0-15,-1 2 0 0,-1-1-208 0,0 1 144 16,1-1-144-16,-1 0 128 0,1 1-128 0,1 0 0 16,1-2 0-16,-2-1 0 0,-1-2 0 0,1 0 0 15,-1-3 0-15,3 3 0 0,2 0 160 0,-1 0-160 16,1-7 192-16,-1-1-192 0,3 5 256 0,-1-3-48 16,-2-4-16-16,-1 5 0 0,0-1-192 0,2 0 128 15,0-1-128-15,1 4 0 0,0 0 0 0,0-2 0 16,0 0 0-16,-1-1 0 0,-2-2 0 0,0 5 0 0,0 1 0 15,0 1 0-15,-2 1 0 0,1 3 0 0,-1-2 0 0,-1-1 0 16,-2-3 0-16,0 3 0 0,2 2 0 0,-2-2 0 16,-1-2 0-16,1 1 0 0,-1-4 0 0,3 2 0 15,1 1 0-15,0-4 0 0,1 1 0 0,1-3 0 16,-2-2 0-16,1 2 0 0,1-1 0 0,0 1 0 16,0 0 0-16,0-2 0 0,0 2 0 0,0 0 0 15,0 0 0-15,0 0 0 0,-2 2 0 0,0-1 0 16,-1 1 0-16,0-2 0 0,0-3 0 0,3 3 0 15,0-4 0-15,1 3 0 0,3-6 0 0,-1-2 0 16,0-2 0-16,2-2 0 0,0-2 0 0,1-1 0 16,0 0 0-16,2 0 0 0,0-2 0 0,4-1 0 15,-1 3 0-15,2 0 0 0,0-2 144 0,-1 1-144 0,1-4 128 0,0 0-128 16,-2 0 0-16,1 0 128 16,-1 2-128-16,0 0 0 0,-1 1 0 0,-1 0 0 0,1 1 0 0,0-3 0 15,-1 4 0-15,1-1 0 0,-1-3 0 0,1 3 0 16,-2-6 0-16,3 6 0 0,2-3 0 0,0 1 0 15,1 1 0-15,-1-1 0 0,-1-2 0 0,-1 0 0 16,0-1 0-16,0 1 0 0,-1 2 0 0,-2-2 0 16,0 2 0-16,-2-2 0 0,1 5-128 0,1-3-16 15,0-2 0-15,-2 5 0 0,-3 0 144 0,1-2-128 16,-3-1 128-16,2-1-128 0,1-1 128 0,-1 4 0 16,-2-2 0-16,-1-1 0 0,0-4 0 0,0 3 0 15,2 2 0-15,-2-2 0 0,0 0 0 0,0 0 0 0,-3-1 0 0,1 1 0 16,1 3 0-16,-1-1-128 0,-1 0 128 0,0 0-192 31,-4-2-208-31,-1 5-48 0,-3-2-16 0,0-1 0 16,1 0-352-16,-1-2-64 0,-2-3-16 0,2-1-9376 0,0-3-1888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26T11:43:55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7357 10781 2751 0,'4'-7'256'0,"3"-1"-256"0,-4-2 0 0,3 2 0 16,1-3 128-16,-2 3 0 0,-5 8-128 0,3-8 192 15,-3 8 1216-15,-2-5 256 0,2 5 32 0,0 0 16 16,-5-8 288-16,-1 0 64 0,-2 3 16 0,0 1 0 15,-2 0-240-15,-1 1-48 0,-2-2-16 0,0 5 0 16,-4-3-512-16,-1-2-112 0,-1 4 0 0,-2-2-16 16,-1-1-192-16,-2 4-48 0,-2-1 0 0,-1-1 0 15,-2 1-80-15,-2 1-32 0,-1 0 0 0,-2 0 0 16,1 0-48-16,-4 0-16 0,-5-4 0 0,0 4 0 0,1 4-240 0,-1-3-48 16,0 1-16-16,0-1 0 0,2-1-144 0,0 4-16 15,2-3-16-15,-1 2 0 0,1 1-64 0,1-3-16 16,0 2 0-16,0 1 0 0,2-3-160 0,-1-1 0 15,3 0 0-15,-3-1 0 0,-1-3 0 0,2 1 0 16,0-2 0-16,-1 2 0 0,3-2 0 0,1 1 0 16,0-1 0-16,-1-2 0 0,1 4 0 0,0-2 0 15,2 5 0-15,-1 0 0 0,1-1 0 0,-1 1 0 16,1 0 0-16,-1 1 0 0,1 3 0 0,1-3 0 16,0 1 0-16,-1 3 0 0,-3-1 0 0,1 1 0 15,0-2 128-15,2 2-128 0,-1 2 144 0,2-3-144 16,2 4 160-16,1 0-160 0,1 0 144 0,1 2-144 0,1-2 128 15,1 3-128-15,1 2 0 0,2 0 0 0,-2-2 0 0,2 5 0 16,1-3 0-16,0 3 0 0,1 0 0 0,1 2 0 16,-4-2 0-16,3 0 0 0,-1 0 0 0,0 5 0 15,1-2 0-15,-1 2 0 0,-1 0 0 0,-1 0 0 16,1-2 0-16,-2 5 0 0,0 0 0 0,1 0 0 16,-1-1 0-16,0 1 0 0,0 0 0 0,0 3 0 15,0 4 0-15,0 1 0 0,5-3 0 0,-1 0 0 16,-2 3 128-16,-1 3-128 0,-1-1 0 0,1 6 128 15,0 2-128-15,-1 1 0 0,1-5 0 0,-6 15 128 16,2-3-128-16,1-2 0 0,1-3 0 0,1 0 0 16,-1 0 0-16,1-1 0 0,0-3 0 0,2 4 0 15,4-11 0-15,1 3 0 0,-2 1 0 0,0 1 0 16,0 1 0-16,-1 2 0 0,0-2 0 0,1 5 0 0,-7 16 0 16,4-3 0-16,1-5 0 0,1 6 0 0,-1-4 0 0,4 1 0 15,-1-2 0-15,1 6 0 0,1-6 0 0,2-1 0 16,1 0 0-16,2 0 0 0,0 5 0 0,2-5 0 15,-1 3 0-15,-1 18 0 0,0-8 0 0,7-29 0 16,-1 1 0-16,0 4 0 0,1 0 0 0,1 3 0 16,1-2 0-16,3 2 0 0,-1 0-128 0,5 37 128 15,1-17 0-15,3-12 0 0,-1-4 0 0,2-8 0 16,3-1 0-16,3 1 0 0,3-3-128 0,3-1 128 16,-1-2 0-16,1-1 0 0,1-5 0 0,4 3 0 15,1-3 0-15,1 0 0 0,0-2-128 0,3-1 128 0,2-2 0 16,2 0 0-16,-1 0 0 0,-15-11 0 0,4 0-144 15,5 1 144-15,5 1 0 0,3-1 0 0,2 4 0 0,3-2 0 16,1 0 0-16,39 11-128 0,-12-6 128 0,-7-3 0 16,-4-4 0-16,-1-1 0 0,-2 0 0 0,4-2 0 15,0-1 0-15,1 2 0 0,2 0 0 0,-2-1 0 16,0-1 0-16,2 1 0 0,0 2 0 0,1-2 0 16,0 2 0-16,1 0 0 0,-1 4 0 0,4 1 0 15,1 0 0-15,0-1 0 0,-3 1 0 0,0 0 0 16,0-1-128-16,2-1 128 0,0 0 0 0,1-3 0 15,2-2-192-15,1-3 192 0,0 0-192 0,2 4 192 16,-1-3-144-16,-1 6 144 0,-1-1 0 0,0 1-144 16,-2-6 144-16,2-1 0 0,1 5 0 0,1-5 0 15,-2 3 0-15,-1-3 0 0,1-3 0 0,-2 3 0 16,-1 0 0-16,1 0 0 0,1 2 0 0,-1-4 0 0,-3-1 0 0,-2 0 0 16,-1-3 0-16,0-1 0 0,0 4 0 0,-1-2 0 15,0 2 0-15,-1 1 0 0,0-4 0 0,0 1 0 16,0-3 0-16,1 0 0 0,-3-3 0 0,1-2 0 15,-1 2 0-15,1 1 128 0,-1-2-128 0,3-3 0 16,-1 2 0-16,2-3 128 0,-1-3-128 0,0 1 0 16,-3-2 0-16,1-3 0 0,1 2 0 0,0 0 0 15,0-1 0-15,2-2 128 0,0-2-128 0,0 2 0 16,0-1 0-16,-4-3 0 0,1 4 0 0,-4 3 0 16,-3 1 0-16,0 0 0 0,-1 3 0 0,1-1 0 15,0 1 0-15,-1-3 0 0,-1 4 0 0,1-1 0 16,0-3 0-16,-1 0 0 0,1-5 0 0,1 5 0 15,0-4 0-15,0 0 128 0,-1-2-128 0,-1 2 0 0,-1-3 0 0,2 6 0 16,-4-3 0-16,-1 3 0 0,-2-3 0 0,0 0 0 16,0 0 0-16,-1 0 0 0,0-2 0 0,-3-1 128 15,-2 3-128-15,0-5 0 0,-2 3 0 0,-1-1 0 16,-1 0 0-16,-1-2 0 0,0 0 0 0,-2 0 0 16,0-3 0-16,1-2 128 0,-1-1-128 0,0-5 0 15,-1 1 144-15,0-4-144 0,0 1 192 0,-1-3-192 16,1 1 224-16,1-3-64 0,-1-3-16 0,0 5 0 15,-2-4-16-15,0-3 0 0,-2 4 0 0,-1-2 0 16,0 1-128-16,0-4 0 0,-2-3 0 0,1-1 0 16,-3 3 0-16,1-2 0 0,0 0 128 0,-2 1-128 15,-4-4 0-15,0 1 0 0,-4-3 0 0,3 3 0 16,0-1 0-16,1-2 0 0,-1 0 0 0,-3 0 0 16,-3-6 176-16,0 2-48 0,-1 1-128 0,0 3 192 0,-3-5-192 0,-1 4 176 15,-1-2-176-15,-4-2 160 0,-3-2-160 0,0-1 0 16,-3-1 0-16,-2-2 0 0,-5-2 0 0,1 2 0 15,-3 1 0-15,0 2 0 0,2 0 0 0,-3 5 0 16,0-2 0-16,-1 0 0 0,-2-3 0 0,-2 4 0 16,0-1 0-16,2 2 0 0,-1-1 0 0,-1 4 0 15,-4 0 0-15,1 2 0 0,-2 0 0 0,-1 3 0 16,-1 1 0-16,-1-1 0 0,-5 1 0 0,-1 1 0 16,-1 1 0-16,-3 0 0 0,-1 6 0 0,0 2 0 15,-3 1 0-15,0 0 0 0,0 7 0 0,-3 0 0 16,-2 1 0-16,0 0 0 0,0-1 0 0,0 4 0 15,-2-3 128-15,3 4-128 0,-1 3 0 0,0 1 0 0,0 0 0 0,-2-1 0 16,-3 4 0-16,1-2 0 0,-1-2 0 0,2 1 0 16,0 6 0-16,0-1 0 0,-2-1 0 0,0 2 0 15,2 0 0-15,0 1-144 0,-2 1 144 0,0 3 0 16,-1-2-192-16,0-1 192 0,-2 0-192 0,0 4 192 16,0-2-192-16,0 2 192 0,0-3-192 0,-3 3 192 15,-4 0-256-15,2-2 64 0,1-1 16 0,-1 3 0 16,0-2 48-16,0 4 0 0,1-1 0 0,-1 1 0 15,-2-2 128-15,-2 6-192 0,-1-1 192 0,1 0-192 16,-1 3-48-16,-1 3-16 0,0-1 0 0,-4 1 0 16,2 5 112-16,1 0 16 0,-1 3 0 0,-3-1 0 15,-3-2 128-15,-1 5 0 0,3-2-144 0,-1-3 144 16,2 3 0-16,0-1 0 0,0-4 0 0,0 2 0 16,-1-1 0-16,1 1 0 0,0 3 0 0,1-3 0 0,1 0 0 15,1 0 0-15,-1 0 0 0,1 2 0 0,2 4 0 0,-1-1 0 16,0 0 0-16,-1-1 0 0,-2 5 0 0,3-5 0 15,0 0 0-15,4 0 0 0,0 3-400 0,-1-5 32 16,-1 2 16-16,1 0 0 0,-3-1-32 0,3-2 0 16,-2 4 0-16,3-1 0 0,1-3 384 0,1 2-144 15,0-3 144-15,-1 5 0 0,1 3-128 0,1 0 128 16,-1 0 0-16,-2 0 0 0,-4-3 0 0,4 3 0 16,2-3 0-16,0 3 0 0,1 0 0 0,0 2-128 15,-1 0 128-15,-1-1 0 0,3 1 0 0,-1 1 0 16,3 0 0-16,-4-1 0 0,-4-2 0 0,2 2 0 15,0-4 0-15,0 2-160 0,4 0-32 0,0-1-16 16,1-4 0-16,2 2 0 0,1-7 208 0,1 2 0 0,1 2 0 0,0-2 0 16,-1-3 0-16,3-2 0 0,-1 2 0 0,3 3 0 15,2 0 0-15,0 0 0 0,2 0 0 0,1-3 0 16,1 1 0-16,-1-1 0 0,2 0 0 0,0 1 0 16,1 2 0-16,1 2 0 0,-4-2-144 0,2 0 144 31,0 3-448-31,1-1-16 0,1 4 0 0,2-1 0 15,3-3-1008-15,1 4-208 0,3-1-48 0,5 0-10688 0</inkml:trace>
  <inkml:trace contextRef="#ctx0" brushRef="#br0" timeOffset="2472.06">14556 5864 20271 0,'0'0'1792'0,"-11"-5"-1424"15,-2-3-368-15,-2 0 0 0,1 0 768 0,-1 2 64 16,-1 1 32-16,-1 0 0 0,-3-3 240 0,0 5 48 16,-3-2 16-16,-1 2 0 0,-2 6-608 0,1 2-128 15,-1 1-32-15,-1-1 0 0,-4-2-400 0,1-1 0 16,-1 4 0-16,1 2 0 0,-1 2 208 0,2 3-32 15,-1-2-16-15,1 0 0 0,0-1 192 0,3 3 32 16,1 3 16-16,-1 0 0 0,0-3 64 0,1 0 16 16,1 1 0-16,0 2 0 0,0 5-256 0,1 3-48 0,1 2-16 15,-1 6 0-15,1-5-160 0,-1 2 0 0,1 1 0 0,1 7 0 16,0 2 0-16,0-1 0 0,-1 6-176 0,1 1 176 16,0 1 0-16,0 2 0 0,0 9 0 0,0-6-128 15,-1-3 128-15,-1 2 0 0,3-2 0 0,0 5-128 16,4 3 128-16,2 0 0 0,-1 2 0 0,3 0 0 15,-1-2 0-15,1 3 0 0,1 2 0 0,2 0-128 16,-1 0 128-16,0 4 0 0,2-3 0 0,0 4 0 16,-1-2 0-16,-1 5 0 0,0 4 0 0,1-6-128 15,-2-1 128-15,-1-2 0 0,-1-3 0 0,1 5 0 16,-1-2 0-16,0 2 0 0,0 0 0 0,2-5 0 16,0-2 0-16,-1 0 0 0,3 1 0 0,1-2 0 15,1-4 0-15,3-1 0 0,-1-5 0 0,3 4 0 16,2-3 0-16,2 1 0 0,1 0 0 0,2-2 0 15,1 2 0-15,2-2 0 0,2-3 0 0,3 3 0 0,-1 0 0 0,3-1 0 16,-1-4 0-16,4-1 0 0,0-2 0 16,3-2 0-16,-1 3 0 0,3-4-128 0,1-1 128 0,0 1 0 15,2-5 0-15,3 2 0 0,1-3 0 0,2-1 0 16,2 2 0-16,-2 0 0 0,0-8 176 0,0 1 112 16,2 0 32-16,0-1 0 0,-1-3 32 0,3 0 16 15,-1-2 0-15,2-1 0 0,0-2-240 0,0 0-128 16,0 0 160-16,1 2-160 0,1-4 128 0,-1-1-128 15,2 0 0-15,2 3 144 0,3-3-144 0,-2-2 0 16,0 2 0-16,-1-2 0 0,-3-3 0 0,1 0 0 16,0 0 0-16,0 0 0 0,0-1 0 0,0 1 0 15,0-2 0-15,1-1 0 0,0 3 0 0,1-3 0 0,1 1 0 0,1-1 0 16,-3-2 0-16,3-1 0 0,1 3 0 16,0-2 0-16,0-3 0 0,1 0 160 0,2 0-160 0,2 3 160 15,-2-3-160-15,2 2 0 0,0-1 0 0,3 1 0 16,0-2 0-16,0 3 0 0,-4-1 0 0,3 1 0 15,-1-3 0-15,0 5 0 0,-1-5 0 0,0 6 0 16,0-4 0-16,-1 1 0 0,-1 0 0 0,2 2 0 16,0 0 0-16,1 0-144 0,1-2 144 0,-3 2 0 15,1-4 0-15,2 1 0 0,2-2 0 0,1 0 0 16,-1-2 0-16,1 1 0 0,-1-4 0 0,1 3 0 16,1-1 0-16,0 0 0 0,2 3 128 0,-2 0-128 15,-3-3 0-15,0 1 0 0,0-1 0 0,0 1 0 16,0-1 0-16,0 3 0 0,1-3 128 0,1 3-128 15,1 0 0-15,0 0 0 0,1 0 0 0,2-2 0 0,2-1 0 16,0 0 0-16,0-2 0 0,1-3 0 0,1 0 0 0,1 0 0 16,0 3 0-16,2-6 0 0,2 3 0 0,-1 0 0 15,0 0 0-15,1 0 0 0,-1-2 0 0,1 2 0 16,1 0 0-16,-2 3 0 0,0 0 0 0,1 2 0 16,1 5 0-16,0-2 0 0,-2 0 0 0,1 0 0 15,-3-2 0-15,3-1 0 0,1 1 0 0,0 2 0 16,0 2 0-16,2 1 0 0,1-1 0 0,0-2 0 15,0 0 0-15,2 0 0 0,1-5 0 0,-2 3 0 16,-1 1 0-16,0-1 0 0,0-1 0 0,1 3 0 16,-1 3 0-16,-3-1 0 0,-2-2 0 0,1 0 0 15,-3-2 0-15,1-1 0 0,-2 3 0 0,2 3 128 0,0 0-128 16,0-1 0-16,-2-2 0 0,2 0 0 0,0 0 0 0,-1-2 0 16,1-4 0-16,0 1 0 0,0 2 0 0,-2-2 0 15,0 0 0-15,0 0 0 0,-1-3 0 0,-1-1 0 16,3-4 0-16,-1-2 128 0,-3-7-128 0,0 4 0 15,0-1 0-15,-5 1 176 0,-1 2-176 0,-3-5 160 16,-2-3-160-16,0 0 0 0,-2 0 144 0,-3-1-144 16,-3-3 0-16,-2 3 128 0,-3-6-128 0,-3 1 0 15,-4-3 0-15,-1 0 128 0,-3-3-128 0,-2-4 0 16,-5 2 128-16,-1-6-128 0,-4 0 160 0,0-3-160 16,-1-4 192-16,-1-2-64 0,-1-5-128 0,-2-3 192 15,1-5-192-15,-2-3 0 0,0-2 128 0,-2-1-128 16,-1 3 0-16,-2-3 128 0,-4 1-128 0,-2 1 0 15,-2-3 0-15,-3 1 0 0,-3 2 0 0,-2 1 0 0,-3 3 0 16,-2 0-128-16,-3 0 128 0,-1 5 0 0,-2 2 0 16,-2-1 0-16,-1-1 0 0,-2 0 0 0,-3 0 0 0,1 4 0 15,-1 0 144-15,-2 1-144 0,-1 3 192 0,-2-5-32 16,-1 2-16-16,-1-1 0 0,-1 4-144 0,0 3 0 16,-2-2 0-16,-3 1 0 0,-1-4 0 0,-4 1 0 15,-1 6-128-15,-2 1 128 0,-2-1 0 0,-1 5 0 16,-3-4 0-16,-2 2 0 0,-2-3 192 0,-1 8-32 15,0-2-16-15,-4 2 0 0,-2-2-144 0,-3 1 0 16,0 0 0-16,-1 1 0 0,0 3 0 0,0 1-224 16,-1 2 80-16,-1-2 16 0,-1 6-64 0,-1-1-16 15,-3 3 0-15,1 2 0 0,0-1-32 0,0-2 0 0,-1 3 0 0,0 2 0 16,-3 1-64-16,1 6-16 0,1-1 0 16,-3 1 0-16,-4-4 64 0,1 0 0 0,2 0 0 0,0 3 0 15,3 7 64-15,-2 0 0 0,0-2 16 0,0 0 0 16,-2-6 176-16,2 3 0 0,2 3 0 0,1 0 0 15,0 0 0-15,0-1 0 0,0 1 0 0,2 0 0 16,0 0 0-16,1 2 0 0,1 0 0 0,-1 1 0 16,0-1 0-16,1 3 0 0,1 0 0 0,-2 0 0 15,0 0 0-15,1 0 0 0,-1-2 0 0,2 5 0 16,0-1 0-16,3 1 0 0,0 2 0 0,2-2 0 16,2-3 0-16,-1 0 0 0,2 0 0 0,3 0 0 15,2-2 0-15,3 6 0 0,0 0 0 0,2 4 0 16,-1-3 0-16,1 2 0 0,-1-1 0 0,1 2 0 15,0 0 0-15,3-2 0 0,-2-1 0 0,3 3-128 16,2 0 128-16,0 0 0 0,-1 0 0 0,1 3-128 0,0 1 0 0,-2-3 0 16,-3 2 0-16,-1-1 0 15,1 0-336-15,-1-1-64 0,0 4-16 0,-2-2 0 16,-2 5 48-16,-3 0 16 0,2 5 0 0,-2 2 0 0,0-1 224 0,-4 7 32 16,-4-2 16-16,-1 7 0 0,-1-2 208 0,2 6-176 15,-1 1 176-15,1 4-8544 16,0-1-1616-16</inkml:trace>
  <inkml:trace contextRef="#ctx0" brushRef="#br0" timeOffset="19292.29">8090 7875 22111 0,'0'0'1968'16,"0"0"-1584"-16,19 5-384 0,4 0 0 15,1-2 352-15,3-1-16 0,4-1 0 0,2-4 0 16,3-5 592-16,2-2 112 0,5-1 32 0,4-2 0 0,3-1-672 0,4-2-128 16,4-5-16-16,5 0-16 0,2 2 16 0,8-2 0 15,2-1 0-15,2-3 0 16,-3-2 304-16,3 3 64 0,2-5 16 0,1 4 0 0,2-3-192 0,0 6-16 16,-1-2-16-16,-2 0 0 0,-2-4-144 0,-2 3-16 15,-1 1-16-15,2-1 0 0,-1 8-80 0,1-2-16 16,-4 1 0-16,-2-5 0 0,1 3-144 0,0-5 0 15,-2 5 0-15,-2-1 128 0,-1-3-128 0,-5 3 0 16,-2 0 0-16,-6 6 0 0,-5 3 0 0,-6 7 0 16,-7 2 0-16,-11 3 0 0,-8 3 0 0,-8 6 0 15,-4 8 0-15,-11 7 0 0,-7 4 0 0,-9 8 208 16,-9-2-16-16,-5 6-16 0,-4 1 336 0,-4 8 80 0,-7 0 16 0,-4 4 0 16,-5 7-256-16,-1-1-48 0,-4 0-16 15,-5 7 0-15,-6 5-144 0,-1-2-16 0,-3-3-128 0,-2 1 192 16,-2 2-192-16,1 2 0 0,1-2 0 0,-2-3 0 15,-2-1 0-15,4 0 0 0,-1-8 0 0,6 3 0 16,2-7 0-16,7-3 0 0,5-4 0 0,5-6 0 16,4-5 128-16,7-4-128 0,5-7 0 0,6-3 144 15,5-5-144-15,4-2 160 0,3-4-160 0,2-5 160 16,5-2-160-16,6-6 0 0,2-2 0 0,5-8 0 16,2-6-256-16,6-7-16 0,4-9-16 0,5-4 0 15,8-6-320 1,7-6-64-16,3-3-16 0,3-11 0 0,-1 0-80 0,1-4-32 0,-1-2 0 0,4-3 0 15,1-1 320-15,0-1 64 0,-2 1 16 0,-1 1 0 16,-2 0 400-16,-2 2 0 0,-3 1 0 0,-1 2 0 0,-3 0 0 16,-2 7 0-16,-2 1 0 0,-2 4 0 0,-1 8 0 15,-1-1 0-15,-2-1 128 0,0 2-128 0,-2 0 192 0,-2 0-48 16,-1 4 0-16,0 4 0 0,1 1 144 0,-3 3 32 16,-1 3 0-16,-2 2 0 0,-1 8 16 0,-2 1 16 15,0 6 0-15,0 4 0 0,-2 3-112 0,2 10-32 16,0 0 0-16,0 0 0 0,0 0 48 0,6 13 0 15,4 3 0-15,3 8 0 0,1 5-256 0,6 5 0 16,0 6 0-16,4 5 0 0,4 8 0 0,1 3 0 16,1 5-128-16,2 5 128 0,0 3 0 0,0 5-128 15,1 3 128-15,-1 6 0 0,-2 5 0 0,-3-1 0 16,-1 3 0-16,-2-2 0 0,-5-1 0 0,-1-2 0 0,-2 0 0 16,0-3 0-16,-3-3 0 0,-2-6 0 15,-1-3 0-15,-2-5 0 0,0-4 240 0,0-4 48 0,-2-8 16 0,1 1 0 16,-2-7 336-16,-2-4 64 0,-3-7 0 0,-2-8 16 15,-1-3-208-15,-3-5-32 0,-2-5-16 0,-5-6 0 16,-2-2-160-16,-6-8-48 0,-4-6 0 0,-6-8 0 16,-6-2-80-16,-4-8-32 0,-6-3 0 0,-4-5 0 15,-7-5-144-15,-1-6 0 0,-9-6 0 0,2-6 0 16,-1-1 192-16,0-1-32 0,-2-6-16 0,0 1 0 16,-2-2-144-16,0 3 192 0,2 2-192 0,0 3 192 15,0 8-192-15,0 3 0 0,0 7 0 0,2 6 0 16,-2 8 0-16,1 8 0 0,1 3 0 0,0 7 0 15,-4 6-192-15,0 5 0 0,1 2-16 0,2 12 0 16,3 4-608-16,0 8-112 0,3 1-32 0,2 0 0 16,3 2-1216-16,5-3-256 0,6 1-64 0,7-4-12384 15</inkml:trace>
  <inkml:trace contextRef="#ctx0" brushRef="#br0" timeOffset="20646.59">15716 12331 29487 0,'-38'2'2624'0,"-6"4"-2112"16,-1-1-512-16,2 0 0 0,-2-2 864 0,3 0 64 16,5-1 16-16,9-2 0 0,5 3-16 0,7-3 0 15,5-3 0-15,11 3 0 0,0 0-928 0,11-13 0 0,7 0-240 0,9-3 48 31,7-3-416-31,7 1-96 0,8-3 0 0,8-1-16 16,9 1 144-16,8-3 16 0,6-2 16 0,5 2 0 16,5 0-224-16,3 0-32 0,2 0-16 0,4 0 0 0,-1-2 464 0,2 5 96 0,-1-3 0 0,1 5 16 15,1-2 240-15,0 3 0 0,-3-1 0 0,0 3 0 16,-2-2 656-16,2-1 32 0,0 3 0 0,-2 3 0 16,-4 4 128-16,-3-3 16 0,-4 4 16 0,-3 0 0 15,-5 4-528-15,-4 0-96 0,-8 3-32 0,-4 2 0 16,-6 6-192-16,-9-1 0 0,-9 2 128 0,-6 3-128 15,-9 2 224-15,-6 3 0 0,-6 4 0 0,-7 0 0 16,-8 1 416-16,-6 8 96 0,-6 0 16 0,-8 3 0 16,-5 3-224-16,-9 4-32 0,-5 4-16 0,-8 4 0 15,-7 3-480-15,-4 4 0 0,-4 1-128 0,-2 6 128 16,-2 0-208-16,-4 1 64 0,-4 3 16 0,-3 0 0 0,-1 4 128 0,-1 5 0 16,-1 8 128-16,0 0-128 0,0 0 208 0,0-2-16 15,2-3-16-15,2-3 0 0,6-5-32 0,8-5 0 16,6-6 0-16,9-8 0 0,9-10-16 0,6-8 0 15,8-10 0-15,7-5 0 0,4-6-128 0,5-11-176 16,2-8 48-16,5-8 0 16,1-8-832-16,5-8-144 0,3-7-48 0,3-9 0 15,4-2-304-15,3-6-64 0,1-5-16 0,4 0 0 16,1-5 384-16,2-3 80 0,0-5 16 0,3-3 0 0,0-5 576 0,0 4 112 16,0-3 32-16,2-2 0 0,1-5 336 0,0-2 0 15,1-3-144-15,2 6 144 0,2 2 0 0,2 3 0 0,0 3 0 16,-1-1 0-16,-1 2 0 0,2 2 0 0,0 2 0 0,1 8 144 15,-1 4-144-15,0 6 160 0,-2 3-160 0,1 5 160 16,-1 6-160-16,1 8 0 0,-3 4 0 0,-1 6 0 16,0 1 0-16,0 4 0 0,-4 6 128 0,1 5-128 15,-2 8 656-15,0 3 48 0,-1 2 16 0,-1 5 0 16,-3 1-80-16,2 10-32 0,0 6 0 0,-2 7 0 16,-1 6 208-16,1 13 32 0,1 5 16 0,0 11 0 15,3 4-304-15,1 9-64 0,0 7-16 0,2 4 0 16,1 1-336-16,4 7-144 0,-1 4 128 0,2 1-128 15,0 0 0-15,0 0 0 0,0-4 0 0,0-1 0 16,-1-3 0-16,-2 0 0 0,-2 0 0 0,0-8 0 16,-4-3 0-16,-2-5 0 0,-4-10 0 0,1-2 0 15,-2-7 256-15,-1-8-48 0,-1-2 0 0,-1-8 0 16,0-8 464-16,-4-5 96 0,-2-8 0 0,-2-7 16 0,-1-1-288 0,-4-1-64 16,0-15-16-16,-8 8 0 0,-6-7-112 0,-2-1-32 15,-5-8 0-15,-5-4 0 0,-4-8-48 0,-5-4-16 16,-4-5 0-16,-3-8 0 0,-1 1-208 0,-2-9 128 15,-2-2-128-15,-1-4 0 0,0-4 128 0,-2-1-128 16,-1-2 0-16,-2 0 0 0,0-3 128 0,-3-3-128 16,-3 0 0-16,-4-2 0 0,-3-3 0 0,0 3 0 15,-1 4 0-15,-2 2 0 0,-2 7 0 0,-1 4 0 16,-3-4 0-16,-1 8 0 0,1 5-256 0,1 3-32 16,2 5-16-16,1-2 0 15,2-1-192-15,3-1-32 0,4 4-16 0,2 3 0 0,4 0 256 0,2 2 48 16,2 0 16-16,4-2 0 0,3 5 224 0,4-2 0 0,2 2 0 0,4 0-144 31,3 3-240-31,1 3-64 0,2-1 0 0,2 3-16176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>
                <a:ea typeface="华文中宋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>
                <a:ea typeface="华文中宋" panose="02010600040101010101" pitchFamily="2" charset="-122"/>
              </a:defRPr>
            </a:lvl1pPr>
          </a:lstStyle>
          <a:p>
            <a:fld id="{6FA01C16-0DFB-488E-AA5B-5A0EE7161B8B}" type="datetimeFigureOut">
              <a:rPr lang="zh-CN" altLang="en-US" smtClean="0"/>
              <a:t>2023/9/11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1279525"/>
            <a:ext cx="46053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>
                <a:ea typeface="华文中宋" panose="0201060004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>
                <a:ea typeface="华文中宋" panose="02010600040101010101" pitchFamily="2" charset="-122"/>
              </a:defRPr>
            </a:lvl1pPr>
          </a:lstStyle>
          <a:p>
            <a:fld id="{1284D109-A1D1-4C60-B286-4169259C1393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2^n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添加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7188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顶会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49</a:t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补充算法实现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77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7058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84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59057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复杂算法得到了一个时间复杂度低的结果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87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5779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84D109-A1D1-4C60-B286-4169259C1393}" type="slidenum">
              <a:rPr lang="zh-CN" altLang="en-US" smtClean="0"/>
              <a:t>96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288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18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16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 sz="2800"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 sz="2400"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 sz="2000"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  <a:lvl2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1pPr>
          </a:lstStyle>
          <a:p>
            <a:fld id="{ADDFD7BC-2667-441D-B4F7-3EA1A9376841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Palatino Linotype" panose="02040502050505030304" pitchFamily="18" charset="0"/>
          <a:ea typeface="华文中宋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6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0.png"/><Relationship Id="rId7" Type="http://schemas.openxmlformats.org/officeDocument/2006/relationships/customXml" Target="../ink/ink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4" Type="http://schemas.openxmlformats.org/officeDocument/2006/relationships/image" Target="../media/image1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21.png"/><Relationship Id="rId5" Type="http://schemas.openxmlformats.org/officeDocument/2006/relationships/customXml" Target="../ink/ink8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numbers.computation.free.fr/Constants/Algorithms/fft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QuickSort.txt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40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7" Type="http://schemas.openxmlformats.org/officeDocument/2006/relationships/image" Target="../media/image4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39.jpeg"/><Relationship Id="rId4" Type="http://schemas.openxmlformats.org/officeDocument/2006/relationships/image" Target="../media/image37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customXml" Target="../ink/ink20.xml"/><Relationship Id="rId4" Type="http://schemas.openxmlformats.org/officeDocument/2006/relationships/image" Target="../media/image4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685800" y="2565400"/>
            <a:ext cx="7772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8" tIns="45719" rIns="91438" bIns="45719" numCol="1" rtlCol="0" anchor="t" anchorCtr="0" compatLnSpc="1">
            <a:normAutofit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800" b="1" kern="0" dirty="0">
                <a:solidFill>
                  <a:schemeClr val="bg2"/>
                </a:solidFill>
                <a:latin typeface="华文中宋" panose="02010600040101010101" pitchFamily="2" charset="-122"/>
              </a:rPr>
              <a:t>算法设计与分析</a:t>
            </a:r>
            <a:br>
              <a:rPr lang="zh-CN" altLang="en-US" sz="4800" b="1" kern="0" dirty="0">
                <a:solidFill>
                  <a:schemeClr val="bg2"/>
                </a:solidFill>
              </a:rPr>
            </a:br>
            <a:r>
              <a:rPr lang="zh-CN" altLang="en-US" b="1" kern="0" dirty="0">
                <a:solidFill>
                  <a:schemeClr val="bg2"/>
                </a:solidFill>
              </a:rPr>
              <a:t>    </a:t>
            </a:r>
            <a:endParaRPr lang="zh-CN" altLang="en-US" sz="3200" b="1" kern="0" dirty="0">
              <a:solidFill>
                <a:schemeClr val="bg2"/>
              </a:solidFill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685800" y="3644900"/>
            <a:ext cx="7772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8" tIns="45719" rIns="91438" bIns="45719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kern="0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 </a:t>
            </a:r>
            <a:r>
              <a:rPr lang="zh-CN" altLang="en-US" sz="4000" b="1" kern="0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递归与分治策略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188913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主要内容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000125"/>
            <a:ext cx="7772400" cy="53070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2.1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递归的概念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2.2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分治法的基本思想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2.3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二分搜索技术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2.4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大整数的乘法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2.5 Strassen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矩阵乘法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2.6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棋盘覆盖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2.7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合并排序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2.8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快速排序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2.9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线性时间选择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2.10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最接近点对问题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2.11 </a:t>
            </a:r>
            <a:r>
              <a:rPr lang="zh-CN" altLang="en-US" sz="2800" b="1" dirty="0">
                <a:solidFill>
                  <a:srgbClr val="AC2F36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循环赛日程表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en-US" altLang="zh-CN" sz="4900" b="1" dirty="0">
                <a:solidFill>
                  <a:srgbClr val="AC2F36"/>
                </a:solidFill>
              </a:rPr>
              <a:t>2.0 </a:t>
            </a:r>
            <a:r>
              <a:rPr lang="zh-CN" altLang="en-US" sz="4900" b="1" dirty="0">
                <a:solidFill>
                  <a:srgbClr val="AC2F36"/>
                </a:solidFill>
              </a:rPr>
              <a:t>学习要点</a:t>
            </a:r>
            <a:br>
              <a:rPr lang="zh-CN" altLang="en-US" sz="4000" b="1" dirty="0">
                <a:solidFill>
                  <a:schemeClr val="tx1"/>
                </a:solidFill>
              </a:rPr>
            </a:br>
            <a:endParaRPr lang="zh-CN" altLang="en-US" sz="4000" b="1" dirty="0">
              <a:solidFill>
                <a:schemeClr val="tx1"/>
              </a:solidFill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43063"/>
            <a:ext cx="7772400" cy="44529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华文中宋" panose="02010600040101010101" pitchFamily="2" charset="-122"/>
              </a:rPr>
              <a:t>理解递归的概念。</a:t>
            </a:r>
            <a:endParaRPr lang="en-US" altLang="zh-CN" sz="2800" dirty="0">
              <a:latin typeface="华文中宋" panose="02010600040101010101" pitchFamily="2" charset="-12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华文中宋" panose="02010600040101010101" pitchFamily="2" charset="-122"/>
              </a:rPr>
              <a:t>会求解一些较特殊的递推方程</a:t>
            </a: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华文中宋" panose="02010600040101010101" pitchFamily="2" charset="-122"/>
              </a:rPr>
              <a:t>掌握设计有效算法的分治策略，能确定常见问题的复杂性的阶</a:t>
            </a:r>
            <a:endParaRPr lang="zh-CN" altLang="en-US" sz="2800" dirty="0">
              <a:latin typeface="华文中宋" panose="0201060004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Font typeface="Symbol" panose="05050102010706020507" pitchFamily="18" charset="2"/>
              <a:buChar char="·"/>
            </a:pPr>
            <a:r>
              <a:rPr lang="zh-CN" altLang="en-US" sz="2800" dirty="0">
                <a:latin typeface="华文中宋" panose="02010600040101010101" pitchFamily="2" charset="-122"/>
              </a:rPr>
              <a:t>通过典型范例，学习分治策略设计技巧。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AC2F36"/>
                </a:solidFill>
              </a:rPr>
              <a:t>2.1 </a:t>
            </a:r>
            <a:r>
              <a:rPr lang="zh-CN" altLang="en-US" b="1" dirty="0">
                <a:solidFill>
                  <a:srgbClr val="AC2F36"/>
                </a:solidFill>
              </a:rPr>
              <a:t>递归的概念</a:t>
            </a:r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323528" y="1844824"/>
            <a:ext cx="8534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递归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函数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：使用函数自身给出定义的函数 </a:t>
            </a: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294200" y="3178324"/>
            <a:ext cx="8534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递归</a:t>
            </a:r>
            <a:r>
              <a:rPr lang="zh-CN" altLang="en-US" sz="2800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方程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：对于递归算法，一般可把时间代价表示为一个递归方程</a:t>
            </a:r>
          </a:p>
        </p:txBody>
      </p:sp>
      <p:sp>
        <p:nvSpPr>
          <p:cNvPr id="54280" name="Text Box 8"/>
          <p:cNvSpPr txBox="1">
            <a:spLocks noChangeArrowheads="1"/>
          </p:cNvSpPr>
          <p:nvPr/>
        </p:nvSpPr>
        <p:spPr bwMode="auto">
          <a:xfrm>
            <a:off x="1187624" y="4250757"/>
            <a:ext cx="7270576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解递归方程最常用的方法是进行递归扩展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00805" y="2492524"/>
            <a:ext cx="8915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sz="2800" kern="0" dirty="0">
                <a:latin typeface="华文中宋" panose="02010600040101010101" pitchFamily="2" charset="-122"/>
              </a:rPr>
              <a:t>递归</a:t>
            </a:r>
            <a:r>
              <a:rPr lang="zh-CN" altLang="en-US" sz="2800" kern="0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</a:rPr>
              <a:t>算法</a:t>
            </a:r>
            <a:r>
              <a:rPr lang="zh-CN" altLang="en-US" sz="2800" kern="0" dirty="0">
                <a:latin typeface="华文中宋" panose="02010600040101010101" pitchFamily="2" charset="-122"/>
              </a:rPr>
              <a:t>：一个直接或间接地调用自身的算法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6" grpId="0" autoUpdateAnimBg="0"/>
      <p:bldP spid="54278" grpId="0" autoUpdateAnimBg="0"/>
      <p:bldP spid="54280" grpId="0" autoUpdateAnimBg="0"/>
      <p:bldP spid="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3571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(1)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latin typeface="华文中宋" panose="02010600040101010101" pitchFamily="2" charset="-122"/>
              </a:rPr>
              <a:t>阶乘函数</a:t>
            </a:r>
            <a:r>
              <a:rPr lang="zh-CN" altLang="en-US" sz="2800" b="1" dirty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/>
              <a:t>      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 dirty="0"/>
              <a:t>        </a:t>
            </a:r>
            <a:r>
              <a:rPr lang="en-US" altLang="zh-CN" sz="2800" b="1" dirty="0"/>
              <a:t>n </a:t>
            </a:r>
            <a:r>
              <a:rPr lang="zh-CN" altLang="en-US" sz="2800" b="1" dirty="0"/>
              <a:t>！</a:t>
            </a:r>
            <a:r>
              <a:rPr lang="en-US" altLang="zh-CN" sz="2800" b="1" dirty="0"/>
              <a:t>=</a:t>
            </a:r>
          </a:p>
        </p:txBody>
      </p:sp>
      <p:sp>
        <p:nvSpPr>
          <p:cNvPr id="6148" name="AutoShape 4"/>
          <p:cNvSpPr/>
          <p:nvPr/>
        </p:nvSpPr>
        <p:spPr bwMode="auto">
          <a:xfrm>
            <a:off x="2233613" y="228052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2362200" y="21336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                         n=1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2392363" y="26670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n(n-1)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！              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n&gt;1</a:t>
            </a: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539750" y="33575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Fibonacci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数列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F(n)=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57352" name="AutoShape 8"/>
          <p:cNvSpPr/>
          <p:nvPr/>
        </p:nvSpPr>
        <p:spPr bwMode="auto">
          <a:xfrm>
            <a:off x="2209801" y="4140200"/>
            <a:ext cx="182562" cy="1233016"/>
          </a:xfrm>
          <a:prstGeom prst="leftBrace">
            <a:avLst>
              <a:gd name="adj1" fmla="val 37209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2590800" y="40386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                                n=0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2514600" y="4953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F(n-1)+F(n-2)            n&gt;1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2590800" y="44958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                                n=1</a:t>
            </a: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468313" y="5516563"/>
            <a:ext cx="6970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初始条件与递归方程是递归函数的二个要素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7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7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1" grpId="0" autoUpdateAnimBg="0"/>
      <p:bldP spid="57352" grpId="0" animBg="1"/>
      <p:bldP spid="57353" grpId="0" autoUpdateAnimBg="0"/>
      <p:bldP spid="57354" grpId="0" autoUpdateAnimBg="0"/>
      <p:bldP spid="57355" grpId="0" autoUpdateAnimBg="0"/>
      <p:bldP spid="5735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533400" y="414908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Ackerman</a:t>
            </a:r>
            <a:r>
              <a:rPr lang="zh-CN" altLang="en-US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函数</a:t>
            </a:r>
            <a:r>
              <a:rPr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:</a:t>
            </a:r>
            <a:r>
              <a:rPr lang="zh-CN" altLang="en-US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双递归函数</a:t>
            </a:r>
          </a:p>
        </p:txBody>
      </p:sp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533400" y="4758680"/>
            <a:ext cx="7772400" cy="87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双递归函数：一个函数及它的一个变量由函数自身定义 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33400" y="14478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2800" b="1" kern="0" dirty="0">
                <a:solidFill>
                  <a:srgbClr val="FF0000"/>
                </a:solidFill>
                <a:latin typeface="华文中宋" panose="02010600040101010101" pitchFamily="2" charset="-122"/>
              </a:rPr>
              <a:t>Ackerman</a:t>
            </a:r>
            <a:r>
              <a:rPr lang="zh-CN" altLang="en-US" sz="2800" b="1" kern="0" dirty="0">
                <a:solidFill>
                  <a:srgbClr val="FF0000"/>
                </a:solidFill>
                <a:latin typeface="华文中宋" panose="02010600040101010101" pitchFamily="2" charset="-122"/>
              </a:rPr>
              <a:t>函数</a:t>
            </a:r>
            <a:r>
              <a:rPr lang="zh-CN" altLang="en-US" sz="2800" b="1" kern="0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4" name="AutoShape 4"/>
          <p:cNvSpPr/>
          <p:nvPr/>
        </p:nvSpPr>
        <p:spPr bwMode="auto">
          <a:xfrm>
            <a:off x="1475656" y="2060849"/>
            <a:ext cx="276944" cy="1512168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52600" y="1905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A(1,0)=2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1752600" y="23622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A(0,m)=1                                  m&gt;=0</a:t>
            </a:r>
          </a:p>
        </p:txBody>
      </p:sp>
      <p:sp>
        <p:nvSpPr>
          <p:cNvPr id="17" name="Text Box 13"/>
          <p:cNvSpPr txBox="1">
            <a:spLocks noChangeArrowheads="1"/>
          </p:cNvSpPr>
          <p:nvPr/>
        </p:nvSpPr>
        <p:spPr bwMode="auto">
          <a:xfrm>
            <a:off x="1752600" y="28194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A(n,0)=n+2                               n&gt;=2</a:t>
            </a:r>
          </a:p>
        </p:txBody>
      </p:sp>
      <p:sp>
        <p:nvSpPr>
          <p:cNvPr id="18" name="Text Box 14"/>
          <p:cNvSpPr txBox="1">
            <a:spLocks noChangeArrowheads="1"/>
          </p:cNvSpPr>
          <p:nvPr/>
        </p:nvSpPr>
        <p:spPr bwMode="auto">
          <a:xfrm>
            <a:off x="1752600" y="32004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)=A(A(n-1,m),m-1)      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&gt;=1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3571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(2)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9" grpId="0" autoUpdateAnimBg="0"/>
      <p:bldP spid="5940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Ackerman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函数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8196" name="AutoShape 4"/>
          <p:cNvSpPr/>
          <p:nvPr/>
        </p:nvSpPr>
        <p:spPr bwMode="auto">
          <a:xfrm>
            <a:off x="1475656" y="2060849"/>
            <a:ext cx="276944" cy="1512168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752600" y="1905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A(1,0)=2</a:t>
            </a:r>
          </a:p>
        </p:txBody>
      </p:sp>
      <p:sp>
        <p:nvSpPr>
          <p:cNvPr id="8198" name="Text Box 12"/>
          <p:cNvSpPr txBox="1">
            <a:spLocks noChangeArrowheads="1"/>
          </p:cNvSpPr>
          <p:nvPr/>
        </p:nvSpPr>
        <p:spPr bwMode="auto">
          <a:xfrm>
            <a:off x="1752600" y="23622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A(0,m)=1                                  m&gt;=0</a:t>
            </a:r>
          </a:p>
        </p:txBody>
      </p:sp>
      <p:sp>
        <p:nvSpPr>
          <p:cNvPr id="8199" name="Text Box 13"/>
          <p:cNvSpPr txBox="1">
            <a:spLocks noChangeArrowheads="1"/>
          </p:cNvSpPr>
          <p:nvPr/>
        </p:nvSpPr>
        <p:spPr bwMode="auto">
          <a:xfrm>
            <a:off x="1752600" y="28194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A(n,0)=n+2                               n&gt;=2</a:t>
            </a:r>
          </a:p>
        </p:txBody>
      </p:sp>
      <p:sp>
        <p:nvSpPr>
          <p:cNvPr id="8200" name="Text Box 14"/>
          <p:cNvSpPr txBox="1">
            <a:spLocks noChangeArrowheads="1"/>
          </p:cNvSpPr>
          <p:nvPr/>
        </p:nvSpPr>
        <p:spPr bwMode="auto">
          <a:xfrm>
            <a:off x="1752600" y="32004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)=A(A(n-1,m),m-1)      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&gt;=1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01" name="矩形 1"/>
              <p:cNvSpPr>
                <a:spLocks noChangeArrowheads="1"/>
              </p:cNvSpPr>
              <p:nvPr/>
            </p:nvSpPr>
            <p:spPr bwMode="auto">
              <a:xfrm>
                <a:off x="431800" y="4062413"/>
                <a:ext cx="8280400" cy="2411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90000"/>
                  </a:lnSpc>
                </a:pP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A(n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，</a:t>
                </a: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m)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的自变量</a:t>
                </a: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m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的每一个值都定义了一个单变量函数：</a:t>
                </a:r>
                <a:endParaRPr lang="en-US" altLang="zh-CN" sz="2400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m=0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,0)=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+2, 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m:rPr>
                        <m:nor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&gt;=2</m:t>
                    </m:r>
                    <m:r>
                      <m:rPr>
                        <m:nor/>
                      </m:rPr>
                      <a:rPr lang="zh-CN" altLang="en-US" sz="2400" i="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；</m:t>
                    </m:r>
                    <m:r>
                      <m:rPr>
                        <m:nor/>
                      </m:rPr>
                      <a:rPr lang="zh-CN" altLang="en-US" sz="2400" i="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400" i="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m:rPr>
                        <m:nor/>
                      </m:rPr>
                      <a:rPr lang="en-US" altLang="zh-CN" sz="2400" i="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(1,0)=2</m:t>
                    </m:r>
                  </m:oMath>
                </a14:m>
                <a:endParaRPr lang="en-US" altLang="zh-CN" sz="2400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>
                        <a:latin typeface="Palatino Linotype" panose="02040502050505030304" pitchFamily="18" charset="0"/>
                        <a:ea typeface="华文中宋" panose="02010600040101010101" pitchFamily="2" charset="-122"/>
                      </a:rPr>
                      <m:t>m</m:t>
                    </m:r>
                    <m:r>
                      <m:rPr>
                        <m:nor/>
                      </m:rPr>
                      <a:rPr lang="en-US" altLang="zh-CN" sz="2400" dirty="0">
                        <a:latin typeface="Palatino Linotype" panose="02040502050505030304" pitchFamily="18" charset="0"/>
                        <a:ea typeface="华文中宋" panose="02010600040101010101" pitchFamily="2" charset="-122"/>
                      </a:rPr>
                      <m:t>=1</m:t>
                    </m:r>
                    <m:r>
                      <m:rPr>
                        <m:nor/>
                      </m:rPr>
                      <a:rPr lang="zh-CN" altLang="en-US" sz="2400" dirty="0">
                        <a:latin typeface="Palatino Linotype" panose="02040502050505030304" pitchFamily="18" charset="0"/>
                        <a:ea typeface="华文中宋" panose="02010600040101010101" pitchFamily="2" charset="-122"/>
                      </a:rPr>
                      <m:t>时，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n</m:t>
                        </m:r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,1</m:t>
                        </m:r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A</m:t>
                        </m:r>
                        <m:d>
                          <m:d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n</m:t>
                            </m:r>
                            <m:r>
                              <a:rPr lang="en-US" altLang="zh-CN" sz="2400" dirty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−1,1</m:t>
                            </m:r>
                          </m:e>
                        </m:d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,0</m:t>
                        </m:r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n</m:t>
                        </m:r>
                        <m:r>
                          <a:rPr lang="en-US" altLang="zh-CN" sz="2400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−1,1</m:t>
                        </m:r>
                      </m:e>
                    </m:d>
                    <m:r>
                      <a:rPr lang="en-US" altLang="zh-CN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+2</m:t>
                    </m:r>
                    <m:r>
                      <a:rPr lang="zh-CN" altLang="en-US" sz="2400" dirty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  <m:r>
                      <a:rPr lang="zh-CN" altLang="en-US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且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1,1</m:t>
                        </m:r>
                      </m:e>
                    </m:d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=2</m:t>
                    </m:r>
                    <m:r>
                      <a:rPr lang="zh-CN" altLang="en-US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，故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i="0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n</m:t>
                        </m:r>
                        <m:r>
                          <a:rPr lang="en-US" altLang="zh-CN" sz="2400" i="0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,1</m:t>
                        </m:r>
                      </m:e>
                    </m:d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=2∗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+1</m:t>
                    </m:r>
                  </m:oMath>
                </a14:m>
                <a:endParaRPr lang="en-US" altLang="zh-CN" sz="2400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  <a:p>
                <a:pPr eaLnBrk="1" hangingPunct="1">
                  <a:lnSpc>
                    <a:spcPct val="90000"/>
                  </a:lnSpc>
                </a:pPr>
                <a:endParaRPr lang="en-US" altLang="zh-CN" sz="2400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201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800" y="4062413"/>
                <a:ext cx="8280400" cy="2411429"/>
              </a:xfrm>
              <a:prstGeom prst="rect">
                <a:avLst/>
              </a:prstGeom>
              <a:blipFill rotWithShape="1">
                <a:blip r:embed="rId2"/>
                <a:stretch>
                  <a:fillRect t="-329" b="-689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3571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(2)</a:t>
            </a: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84021" y="3897468"/>
                <a:ext cx="8062664" cy="27515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m=2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,2)=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−1,2),1)=2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−1,2)</m:t>
                    </m:r>
                  </m:oMath>
                </a14:m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(1,2)=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(0,2),1)=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(1,1)=2</m:t>
                    </m:r>
                  </m:oMath>
                </a14:m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，故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,2)= 2^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。</a:t>
                </a:r>
              </a:p>
              <a:p>
                <a:pPr eaLnBrk="1" hangingPunct="1">
                  <a:lnSpc>
                    <a:spcPct val="90000"/>
                  </a:lnSpc>
                </a:pPr>
                <a:endParaRPr lang="zh-CN" altLang="en-US" sz="2400" b="1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m=3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时，类似的可以推出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A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n</m:t>
                    </m:r>
                    <m:r>
                      <a:rPr lang="en-US" altLang="zh-CN" sz="2400" i="0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,3)= </m:t>
                    </m:r>
                  </m:oMath>
                </a14:m>
                <a:endParaRPr lang="en-US" altLang="zh-CN" sz="2400" dirty="0">
                  <a:latin typeface="+mj-lt"/>
                  <a:ea typeface="华文中宋" panose="02010600040101010101" pitchFamily="2" charset="-122"/>
                </a:endParaRPr>
              </a:p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zh-CN" altLang="en-US" sz="2400" b="1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  <a:p>
                <a:pPr marL="342900" indent="-342900" eaLnBrk="1" hangingPunct="1">
                  <a:lnSpc>
                    <a:spcPct val="9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m=4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时，</a:t>
                </a:r>
                <a:r>
                  <a:rPr lang="en-US" altLang="zh-CN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A(n,4)</a:t>
                </a:r>
                <a:r>
                  <a:rPr lang="zh-CN" altLang="en-US" sz="24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的增长速度非常快，以至于没有适当的数学式子来表示这一函数。</a:t>
                </a: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21" y="3897468"/>
                <a:ext cx="8062664" cy="2751522"/>
              </a:xfrm>
              <a:prstGeom prst="rect">
                <a:avLst/>
              </a:prstGeom>
              <a:blipFill rotWithShape="1">
                <a:blip r:embed="rId2"/>
                <a:stretch>
                  <a:fillRect l="-2" t="-294" r="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33400" y="14478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2800" b="1" kern="0">
                <a:solidFill>
                  <a:srgbClr val="FF0000"/>
                </a:solidFill>
                <a:latin typeface="华文中宋" panose="02010600040101010101" pitchFamily="2" charset="-122"/>
              </a:rPr>
              <a:t>Ackerman</a:t>
            </a:r>
            <a:r>
              <a:rPr lang="zh-CN" altLang="en-US" sz="2800" b="1" kern="0">
                <a:solidFill>
                  <a:srgbClr val="FF0000"/>
                </a:solidFill>
                <a:latin typeface="华文中宋" panose="02010600040101010101" pitchFamily="2" charset="-122"/>
              </a:rPr>
              <a:t>函数</a:t>
            </a:r>
            <a:r>
              <a:rPr lang="zh-CN" altLang="en-US" sz="2800" b="1" kern="0">
                <a:solidFill>
                  <a:srgbClr val="FF0000"/>
                </a:solidFill>
              </a:rPr>
              <a:t> 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13" name="AutoShape 4"/>
          <p:cNvSpPr/>
          <p:nvPr/>
        </p:nvSpPr>
        <p:spPr bwMode="auto">
          <a:xfrm>
            <a:off x="1475656" y="2060849"/>
            <a:ext cx="276944" cy="1512168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52600" y="1905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A(1,0)=2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752600" y="23622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A(0,m)=1                                  m&gt;=0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752600" y="28194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A(n,0)=n+2                               n&gt;=2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752600" y="32004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)=A(A(n-1,m),m-1)      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&gt;=1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3571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4"/>
              <p:cNvSpPr txBox="1"/>
              <p:nvPr/>
            </p:nvSpPr>
            <p:spPr bwMode="auto">
              <a:xfrm>
                <a:off x="5652120" y="4519612"/>
                <a:ext cx="1165225" cy="1317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sSup>
                                    <m:sSup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sSup>
                                        <m:sSupPr>
                                          <m:ctrlPr>
                                            <a:rPr lang="zh-CN" alt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zh-CN" altLang="en-US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sSup>
                                            <m:sSupPr>
                                              <m:ctrlPr>
                                                <a:rPr lang="zh-CN" alt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zh-CN" altLang="en-US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⋰</m:t>
                                              </m:r>
                                            </m:e>
                                            <m:sup>
                                              <m:r>
                                                <a:rPr lang="zh-CN" altLang="en-US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sup>
                                      </m:sSup>
                                    </m:sup>
                                  </m:sSup>
                                </m:sup>
                              </m:sSup>
                            </m:e>
                          </m:groupChr>
                        </m:e>
                        <m:lim>
                          <m: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52120" y="4519612"/>
                <a:ext cx="1165225" cy="1317625"/>
              </a:xfrm>
              <a:prstGeom prst="rect">
                <a:avLst/>
              </a:prstGeom>
              <a:blipFill rotWithShape="1">
                <a:blip r:embed="rId3"/>
                <a:stretch>
                  <a:fillRect l="-53" t="-4602" r="53" b="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5869" y="4494074"/>
            <a:ext cx="80626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定义单变量的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Ackerman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函数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A(n)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为 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A(n)=A(n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其拟逆函数</a:t>
            </a:r>
            <a:r>
              <a:rPr lang="el-GR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α(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定义为：</a:t>
            </a:r>
            <a:r>
              <a:rPr lang="el-GR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α(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n)=min{k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｜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A(k)≥n}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l-GR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α(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：随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的增长非常慢 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33400" y="14478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sz="2800" b="1" kern="0">
                <a:solidFill>
                  <a:srgbClr val="FF0000"/>
                </a:solidFill>
                <a:latin typeface="华文中宋" panose="02010600040101010101" pitchFamily="2" charset="-122"/>
              </a:rPr>
              <a:t>Ackerman</a:t>
            </a:r>
            <a:r>
              <a:rPr lang="zh-CN" altLang="en-US" sz="2800" b="1" kern="0">
                <a:solidFill>
                  <a:srgbClr val="FF0000"/>
                </a:solidFill>
                <a:latin typeface="华文中宋" panose="02010600040101010101" pitchFamily="2" charset="-122"/>
              </a:rPr>
              <a:t>函数</a:t>
            </a:r>
            <a:r>
              <a:rPr lang="zh-CN" altLang="en-US" sz="2800" b="1" kern="0">
                <a:solidFill>
                  <a:srgbClr val="FF0000"/>
                </a:solidFill>
              </a:rPr>
              <a:t> </a:t>
            </a:r>
            <a:endParaRPr lang="zh-CN" altLang="en-US" sz="2800" b="1" kern="0" dirty="0">
              <a:solidFill>
                <a:srgbClr val="FF0000"/>
              </a:solidFill>
            </a:endParaRPr>
          </a:p>
        </p:txBody>
      </p:sp>
      <p:sp>
        <p:nvSpPr>
          <p:cNvPr id="13" name="AutoShape 4"/>
          <p:cNvSpPr/>
          <p:nvPr/>
        </p:nvSpPr>
        <p:spPr bwMode="auto">
          <a:xfrm>
            <a:off x="1475656" y="2060849"/>
            <a:ext cx="276944" cy="1512168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1752600" y="1905000"/>
            <a:ext cx="381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A(1,0)=2</a:t>
            </a:r>
          </a:p>
        </p:txBody>
      </p:sp>
      <p:sp>
        <p:nvSpPr>
          <p:cNvPr id="15" name="Text Box 12"/>
          <p:cNvSpPr txBox="1">
            <a:spLocks noChangeArrowheads="1"/>
          </p:cNvSpPr>
          <p:nvPr/>
        </p:nvSpPr>
        <p:spPr bwMode="auto">
          <a:xfrm>
            <a:off x="1752600" y="23622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A(0,m)=1                                  m&gt;=0</a:t>
            </a:r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1752600" y="28194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A(n,0)=n+2                               n&gt;=2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1752600" y="32004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A(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)=A(A(n-1,m),m-1)      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n,m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&gt;=1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3571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(2)</a:t>
            </a:r>
          </a:p>
        </p:txBody>
      </p:sp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(1)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</a:rPr>
              <a:t>排列问题：</a:t>
            </a:r>
          </a:p>
        </p:txBody>
      </p:sp>
      <p:sp>
        <p:nvSpPr>
          <p:cNvPr id="11268" name="Text Box 11"/>
          <p:cNvSpPr txBox="1">
            <a:spLocks noChangeArrowheads="1"/>
          </p:cNvSpPr>
          <p:nvPr/>
        </p:nvSpPr>
        <p:spPr bwMode="auto">
          <a:xfrm>
            <a:off x="304800" y="2071688"/>
            <a:ext cx="8610600" cy="441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设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R={r</a:t>
            </a:r>
            <a:r>
              <a:rPr lang="en-US" altLang="zh-CN" sz="24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…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4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}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是要进行排列的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个元素，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=R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－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{</a:t>
            </a:r>
            <a:r>
              <a:rPr lang="en-US" altLang="zh-CN" sz="24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}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。集合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中元素的全排列记为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Perm(X)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。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4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)Perm(X)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表示在全排列</a:t>
            </a:r>
            <a:r>
              <a:rPr lang="en-US" altLang="zh-CN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Perm(X)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的每一个排列前加上前缀</a:t>
            </a:r>
            <a:r>
              <a:rPr lang="en-US" altLang="zh-CN" sz="24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lang="zh-CN" altLang="en-US" sz="24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得到的排列。</a:t>
            </a:r>
            <a:endParaRPr lang="en-US" altLang="zh-CN" sz="24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endParaRPr lang="zh-CN" altLang="en-US" sz="24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的全排列可归纳定义如下：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当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＝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l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时，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Perm (R) =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），其中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是集合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中唯一的元素；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当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n&gt;l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时，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Perm(R)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由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(r</a:t>
            </a:r>
            <a:r>
              <a:rPr lang="en-US" altLang="zh-CN" sz="2400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)Perm(R</a:t>
            </a:r>
            <a:r>
              <a:rPr lang="en-US" altLang="zh-CN" sz="2400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), (r</a:t>
            </a:r>
            <a:r>
              <a:rPr lang="en-US" altLang="zh-CN" sz="2400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)Perm(R</a:t>
            </a:r>
            <a:r>
              <a:rPr lang="en-US" altLang="zh-CN" sz="2400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), …,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(</a:t>
            </a:r>
            <a:r>
              <a:rPr lang="en-US" altLang="zh-CN" sz="2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400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)Perm(R</a:t>
            </a:r>
            <a:r>
              <a:rPr lang="en-US" altLang="zh-CN" sz="2400" baseline="-25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构成。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产生</a:t>
            </a:r>
            <a:r>
              <a:rPr lang="en-US" altLang="zh-CN" sz="4000" b="1" dirty="0"/>
              <a:t>Perm(R)</a:t>
            </a:r>
            <a:r>
              <a:rPr lang="zh-CN" altLang="en-US" sz="4000" b="1" dirty="0"/>
              <a:t>的递归算法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1520" y="1196752"/>
            <a:ext cx="8748464" cy="5324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void </a:t>
            </a:r>
            <a:r>
              <a:rPr lang="en-US" altLang="zh-CN" sz="2000" b="1" dirty="0">
                <a:solidFill>
                  <a:srgbClr val="5E767B"/>
                </a:solidFill>
                <a:latin typeface="Input" panose="02000506020000090004" pitchFamily="2" charset="0"/>
              </a:rPr>
              <a:t>Swap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(Type &amp; a, Type &amp; b) 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 Swap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是交换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a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，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b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的值</a:t>
            </a:r>
            <a:endParaRPr lang="en-US" altLang="zh-CN" sz="2000" b="1" dirty="0">
              <a:solidFill>
                <a:schemeClr val="accent5">
                  <a:lumMod val="75000"/>
                </a:schemeClr>
              </a:solidFill>
              <a:latin typeface="Input" panose="02000506020000090004" pitchFamily="2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endParaRPr lang="zh-CN" altLang="en-US" sz="2000" b="1" dirty="0">
              <a:solidFill>
                <a:schemeClr val="accent5">
                  <a:lumMod val="75000"/>
                </a:schemeClr>
              </a:solidFill>
              <a:latin typeface="Input" panose="02000506020000090004" pitchFamily="2" charset="0"/>
            </a:endParaRP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void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</a:rPr>
              <a:t>Perm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(Type list[], int k, int m) {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生成全部排列 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list[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k:m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].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if (k == m) {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   for(int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= 0;i &lt; =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m;i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++)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cout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&lt;&lt; list[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];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  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cout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&lt;&lt;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endl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}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else // list[k: m] </a:t>
            </a:r>
            <a:r>
              <a:rPr lang="zh-CN" altLang="en-US" sz="2000" b="1" dirty="0">
                <a:solidFill>
                  <a:srgbClr val="002B36"/>
                </a:solidFill>
                <a:latin typeface="Input" panose="02000506020000090004" pitchFamily="2" charset="0"/>
              </a:rPr>
              <a:t>有多于一个置换，递归产生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for (int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= k;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&lt; = m;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++) {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         </a:t>
            </a:r>
            <a:r>
              <a:rPr lang="en-US" altLang="zh-CN" sz="2000" b="1" dirty="0">
                <a:solidFill>
                  <a:srgbClr val="5E767B"/>
                </a:solidFill>
                <a:latin typeface="Input" panose="02000506020000090004" pitchFamily="2" charset="0"/>
              </a:rPr>
              <a:t>Swap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(list[k], 1ist[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] 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        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</a:rPr>
              <a:t>Perm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(list, k + 1, m);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        </a:t>
            </a:r>
            <a:r>
              <a:rPr lang="en-US" altLang="zh-CN" sz="2000" b="1" dirty="0">
                <a:solidFill>
                  <a:srgbClr val="5E767B"/>
                </a:solidFill>
                <a:latin typeface="Input" panose="02000506020000090004" pitchFamily="2" charset="0"/>
              </a:rPr>
              <a:t>Swap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(list[ k], list[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] 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           }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</a:rPr>
              <a:t>}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048672" y="5589240"/>
            <a:ext cx="2843808" cy="784830"/>
          </a:xfrm>
          <a:prstGeom prst="rect">
            <a:avLst/>
          </a:prstGeom>
          <a:noFill/>
          <a:ln w="28575">
            <a:solidFill>
              <a:srgbClr val="FF66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>
                <a:latin typeface="Input" panose="02000506020000090004" pitchFamily="2" charset="0"/>
                <a:ea typeface="华文中宋" panose="02010600040101010101" pitchFamily="2" charset="-122"/>
              </a:rPr>
              <a:t>调用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Perm(list,0,n-1)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428625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(2)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9592" y="1211367"/>
            <a:ext cx="8120063" cy="8416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整数划分问题：</a:t>
            </a:r>
            <a:endParaRPr lang="en-US" altLang="zh-CN" sz="2800" b="1" dirty="0">
              <a:solidFill>
                <a:srgbClr val="FF0000"/>
              </a:solidFill>
              <a:latin typeface="华文中宋" panose="0201060004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华文中宋" panose="02010600040101010101" pitchFamily="2" charset="-122"/>
              </a:rPr>
              <a:t>给定正整数</a:t>
            </a:r>
            <a:r>
              <a:rPr lang="en-US" altLang="zh-CN" sz="2800" b="1" dirty="0">
                <a:latin typeface="华文中宋" panose="02010600040101010101" pitchFamily="2" charset="-122"/>
              </a:rPr>
              <a:t>n, </a:t>
            </a:r>
            <a:r>
              <a:rPr lang="zh-CN" altLang="en-US" sz="2800" b="1" dirty="0">
                <a:latin typeface="华文中宋" panose="02010600040101010101" pitchFamily="2" charset="-122"/>
              </a:rPr>
              <a:t>求其不同的划分个数</a:t>
            </a:r>
            <a:r>
              <a:rPr lang="en-US" altLang="zh-CN" sz="2800" b="1" dirty="0">
                <a:latin typeface="华文中宋" panose="02010600040101010101" pitchFamily="2" charset="-122"/>
              </a:rPr>
              <a:t>p(n)</a:t>
            </a:r>
            <a:r>
              <a:rPr lang="zh-CN" altLang="en-US" sz="2800" b="1" dirty="0">
                <a:latin typeface="华文中宋" panose="02010600040101010101" pitchFamily="2" charset="-122"/>
              </a:rPr>
              <a:t>。</a:t>
            </a:r>
          </a:p>
        </p:txBody>
      </p:sp>
      <p:sp>
        <p:nvSpPr>
          <p:cNvPr id="62477" name="Rectangle 13"/>
          <p:cNvSpPr>
            <a:spLocks noChangeArrowheads="1"/>
          </p:cNvSpPr>
          <p:nvPr/>
        </p:nvSpPr>
        <p:spPr bwMode="auto">
          <a:xfrm>
            <a:off x="533400" y="38100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zh-CN" altLang="zh-CN" sz="28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2478" name="Text Box 14"/>
          <p:cNvSpPr txBox="1">
            <a:spLocks noChangeArrowheads="1"/>
          </p:cNvSpPr>
          <p:nvPr/>
        </p:nvSpPr>
        <p:spPr bwMode="auto">
          <a:xfrm>
            <a:off x="1187624" y="3810000"/>
            <a:ext cx="706437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例：正整数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有如下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种不同的划分：</a:t>
            </a:r>
          </a:p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4+2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4+1+1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3+3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3+2+1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3+1+1+1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2+2+2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2+2+1+1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2+1+1+1+1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pPr eaLnBrk="1" hangingPunct="1"/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1+1+1+1+1+1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875838" y="2217466"/>
            <a:ext cx="7183190" cy="142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可以表示为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＝ 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n1+n2+…+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nk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endParaRPr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n1&gt;= n2&gt;=…&gt;=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nk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endParaRPr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我们称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n1, n2, …, 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nk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的一个划分。</a:t>
            </a:r>
            <a:endParaRPr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EC4CF82-3BE9-9FED-13FB-E64AF7F8E410}"/>
                  </a:ext>
                </a:extLst>
              </p14:cNvPr>
              <p14:cNvContentPartPr/>
              <p14:nvPr/>
            </p14:nvContentPartPr>
            <p14:xfrm>
              <a:off x="-67680" y="4146840"/>
              <a:ext cx="7208280" cy="27464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EC4CF82-3BE9-9FED-13FB-E64AF7F8E4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77040" y="4137480"/>
                <a:ext cx="7227000" cy="276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autoUpdateAnimBg="0"/>
      <p:bldP spid="62477" grpId="0" autoUpdateAnimBg="0"/>
      <p:bldP spid="62478" grpId="0" autoUpdateAnimBg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4375" y="428625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/>
              <a:t>递归</a:t>
            </a:r>
            <a:r>
              <a:rPr lang="zh-CN" altLang="en-US" sz="4000" b="1" dirty="0">
                <a:solidFill>
                  <a:schemeClr val="accent1">
                    <a:lumMod val="75000"/>
                  </a:schemeClr>
                </a:solidFill>
              </a:rPr>
              <a:t>算法</a:t>
            </a:r>
            <a:r>
              <a:rPr lang="zh-CN" altLang="en-US" sz="4000" b="1" dirty="0"/>
              <a:t>举例</a:t>
            </a:r>
            <a:r>
              <a:rPr lang="en-US" altLang="zh-CN" sz="4000" b="1" dirty="0"/>
              <a:t>(2)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85800" y="3435894"/>
            <a:ext cx="77724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kern="0" dirty="0">
                <a:latin typeface="华文中宋" panose="02010600040101010101" pitchFamily="2" charset="-122"/>
              </a:rPr>
              <a:t>q(</a:t>
            </a:r>
            <a:r>
              <a:rPr lang="en-US" altLang="zh-CN" sz="2800" kern="0" dirty="0" err="1">
                <a:latin typeface="华文中宋" panose="02010600040101010101" pitchFamily="2" charset="-122"/>
              </a:rPr>
              <a:t>n,m</a:t>
            </a:r>
            <a:r>
              <a:rPr lang="en-US" altLang="zh-CN" sz="2800" kern="0" dirty="0">
                <a:latin typeface="华文中宋" panose="02010600040101010101" pitchFamily="2" charset="-122"/>
              </a:rPr>
              <a:t>):</a:t>
            </a:r>
            <a:r>
              <a:rPr lang="zh-CN" altLang="en-US" sz="2800" kern="0" dirty="0">
                <a:latin typeface="华文中宋" panose="02010600040101010101" pitchFamily="2" charset="-122"/>
              </a:rPr>
              <a:t>正整数</a:t>
            </a:r>
            <a:r>
              <a:rPr lang="en-US" altLang="zh-CN" sz="2800" kern="0" dirty="0">
                <a:latin typeface="华文中宋" panose="02010600040101010101" pitchFamily="2" charset="-122"/>
              </a:rPr>
              <a:t>n</a:t>
            </a:r>
            <a:r>
              <a:rPr lang="zh-CN" altLang="en-US" sz="2800" kern="0" dirty="0">
                <a:latin typeface="华文中宋" panose="02010600040101010101" pitchFamily="2" charset="-122"/>
              </a:rPr>
              <a:t>的不同的划分中，最大加数不大于</a:t>
            </a:r>
            <a:r>
              <a:rPr lang="en-US" altLang="zh-CN" sz="2800" kern="0" dirty="0">
                <a:latin typeface="华文中宋" panose="02010600040101010101" pitchFamily="2" charset="-122"/>
              </a:rPr>
              <a:t>m</a:t>
            </a:r>
            <a:r>
              <a:rPr lang="zh-CN" altLang="en-US" sz="2800" kern="0" dirty="0">
                <a:latin typeface="华文中宋" panose="02010600040101010101" pitchFamily="2" charset="-122"/>
              </a:rPr>
              <a:t>的划分个数</a:t>
            </a:r>
            <a:endParaRPr lang="zh-CN" altLang="en-US" kern="0" dirty="0"/>
          </a:p>
        </p:txBody>
      </p:sp>
      <p:sp>
        <p:nvSpPr>
          <p:cNvPr id="7" name="AutoShape 4"/>
          <p:cNvSpPr/>
          <p:nvPr/>
        </p:nvSpPr>
        <p:spPr bwMode="auto">
          <a:xfrm>
            <a:off x="2478049" y="4539952"/>
            <a:ext cx="113184" cy="2129408"/>
          </a:xfrm>
          <a:prstGeom prst="leftBrace">
            <a:avLst>
              <a:gd name="adj1" fmla="val 10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771800" y="4550974"/>
            <a:ext cx="5257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                                       n=1, m=1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2627784" y="5045665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q(</a:t>
            </a:r>
            <a:r>
              <a:rPr lang="en-US" altLang="zh-CN" sz="28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n,n</a:t>
            </a: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                                n&lt;m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02996" y="5557805"/>
            <a:ext cx="487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1+q(n,n-1)                         n=m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589595" y="6037741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q(n,m-1)+q(n-</a:t>
            </a:r>
            <a:r>
              <a:rPr lang="en-US" altLang="zh-CN" sz="28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m,m</a:t>
            </a: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         n&gt;m&gt;1</a:t>
            </a: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812657" y="5305221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q(</a:t>
            </a:r>
            <a:r>
              <a:rPr lang="en-US" altLang="zh-CN" sz="2800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n,m</a:t>
            </a: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)=</a:t>
            </a: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714375" y="2923910"/>
            <a:ext cx="8382000" cy="480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直接找划分个数</a:t>
            </a:r>
            <a:r>
              <a:rPr lang="en-US" altLang="zh-CN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p(n)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的递归关系？ </a:t>
            </a:r>
          </a:p>
        </p:txBody>
      </p:sp>
      <p:sp>
        <p:nvSpPr>
          <p:cNvPr id="17" name="矩形 16"/>
          <p:cNvSpPr/>
          <p:nvPr/>
        </p:nvSpPr>
        <p:spPr>
          <a:xfrm>
            <a:off x="875838" y="1268760"/>
            <a:ext cx="7183190" cy="142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可以表示为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＝ 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n1+n2+…+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nk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endParaRPr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且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n1&gt;= n2&gt;=…&gt;=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nk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endParaRPr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我们称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n1, n2, …, 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nk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的一个划分。</a:t>
            </a:r>
            <a:endParaRPr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 flipH="1">
            <a:off x="611560" y="3140968"/>
            <a:ext cx="6696744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3B85928-E311-CD99-B1F1-F1832AE99346}"/>
                  </a:ext>
                </a:extLst>
              </p14:cNvPr>
              <p14:cNvContentPartPr/>
              <p14:nvPr/>
            </p14:nvContentPartPr>
            <p14:xfrm>
              <a:off x="6367320" y="4339440"/>
              <a:ext cx="794880" cy="581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3B85928-E311-CD99-B1F1-F1832AE993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7960" y="4330080"/>
                <a:ext cx="813600" cy="600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nimBg="1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200" b="1" dirty="0">
                <a:latin typeface="华文中宋" panose="02010600040101010101" pitchFamily="2" charset="-122"/>
              </a:rPr>
              <a:t>递归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华文中宋" panose="02010600040101010101" pitchFamily="2" charset="-122"/>
              </a:rPr>
              <a:t>算法</a:t>
            </a:r>
            <a:r>
              <a:rPr lang="zh-CN" altLang="en-US" sz="3200" b="1" dirty="0">
                <a:latin typeface="华文中宋" panose="02010600040101010101" pitchFamily="2" charset="-122"/>
              </a:rPr>
              <a:t>举例</a:t>
            </a:r>
            <a:r>
              <a:rPr lang="en-US" altLang="zh-CN" sz="3200" b="1" dirty="0">
                <a:latin typeface="华文中宋" panose="02010600040101010101" pitchFamily="2" charset="-122"/>
              </a:rPr>
              <a:t>(3)</a:t>
            </a:r>
            <a:endParaRPr lang="en-US" altLang="zh-CN" sz="3200" b="1" dirty="0">
              <a:solidFill>
                <a:schemeClr val="tx1"/>
              </a:solidFill>
              <a:latin typeface="华文中宋" panose="0201060004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66800"/>
            <a:ext cx="8763000" cy="5638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zh-CN" sz="2400" b="1" dirty="0">
                <a:solidFill>
                  <a:srgbClr val="FF0000"/>
                </a:solidFill>
              </a:rPr>
              <a:t>“</a:t>
            </a:r>
            <a:r>
              <a:rPr kumimoji="0" lang="en-US" altLang="zh-CN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Hanoi </a:t>
            </a:r>
            <a:r>
              <a:rPr kumimoji="0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塔</a:t>
            </a:r>
            <a:r>
              <a:rPr kumimoji="0" lang="zh-CN" altLang="en-US" sz="2400" b="1" dirty="0">
                <a:solidFill>
                  <a:srgbClr val="FF0000"/>
                </a:solidFill>
              </a:rPr>
              <a:t>”</a:t>
            </a:r>
            <a:r>
              <a:rPr kumimoji="0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问题：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设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华文中宋" panose="02010600040101010101" pitchFamily="2" charset="-122"/>
              </a:rPr>
              <a:t>a,b,c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是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3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个塔座。开始时，在塔座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上有一叠共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n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个圆盘，这些圆盘自下而上，由大到小地叠在一起。各圆盘从小到大编号为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1,2,</a:t>
            </a:r>
            <a:r>
              <a:rPr kumimoji="0" lang="en-US" altLang="zh-CN" sz="2400" b="1" dirty="0">
                <a:solidFill>
                  <a:srgbClr val="000000"/>
                </a:solidFill>
              </a:rPr>
              <a:t>…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,n,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现要求将塔座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a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上的这一叠圆盘移到塔座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b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上，并仍按同样顺序叠置。在移动圆盘时应遵守以下移动规则：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规则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：每次只能移动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个圆盘；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规则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：任何时刻都不允许将较大的圆盘压在较小的圆盘之上；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规则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3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：在满足移动规则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和</a:t>
            </a:r>
            <a:r>
              <a:rPr kumimoji="0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的前提下，可将圆盘移至</a:t>
            </a:r>
            <a:r>
              <a:rPr kumimoji="0" lang="en-US" altLang="zh-CN" sz="2400" b="1" dirty="0" err="1">
                <a:solidFill>
                  <a:srgbClr val="000000"/>
                </a:solidFill>
                <a:latin typeface="华文中宋" panose="02010600040101010101" pitchFamily="2" charset="-122"/>
              </a:rPr>
              <a:t>a,b,c</a:t>
            </a:r>
            <a:r>
              <a:rPr kumimoji="0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</a:rPr>
              <a:t>中任一塔座上。</a:t>
            </a:r>
          </a:p>
        </p:txBody>
      </p:sp>
      <p:pic>
        <p:nvPicPr>
          <p:cNvPr id="15364" name="Picture 4" descr="t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4267200"/>
            <a:ext cx="4105275" cy="237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23CEBEA-90E9-9001-15FB-91E900279E4B}"/>
                  </a:ext>
                </a:extLst>
              </p14:cNvPr>
              <p14:cNvContentPartPr/>
              <p14:nvPr/>
            </p14:nvContentPartPr>
            <p14:xfrm>
              <a:off x="4830480" y="4207320"/>
              <a:ext cx="3431520" cy="14904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23CEBEA-90E9-9001-15FB-91E900279E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1120" y="4197960"/>
                <a:ext cx="3450240" cy="150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3"/>
          <p:cNvGrpSpPr/>
          <p:nvPr/>
        </p:nvGrpSpPr>
        <p:grpSpPr bwMode="auto">
          <a:xfrm>
            <a:off x="1676400" y="533400"/>
            <a:ext cx="1600200" cy="1143000"/>
            <a:chOff x="768" y="288"/>
            <a:chExt cx="1008" cy="720"/>
          </a:xfrm>
        </p:grpSpPr>
        <p:grpSp>
          <p:nvGrpSpPr>
            <p:cNvPr id="69" name="Group 4"/>
            <p:cNvGrpSpPr/>
            <p:nvPr/>
          </p:nvGrpSpPr>
          <p:grpSpPr bwMode="auto">
            <a:xfrm>
              <a:off x="768" y="288"/>
              <a:ext cx="1008" cy="720"/>
              <a:chOff x="768" y="288"/>
              <a:chExt cx="1584" cy="720"/>
            </a:xfrm>
          </p:grpSpPr>
          <p:sp>
            <p:nvSpPr>
              <p:cNvPr id="91" name="Line 5"/>
              <p:cNvSpPr>
                <a:spLocks noChangeShapeType="1"/>
              </p:cNvSpPr>
              <p:nvPr/>
            </p:nvSpPr>
            <p:spPr bwMode="auto">
              <a:xfrm>
                <a:off x="768" y="1008"/>
                <a:ext cx="1584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" name="Line 6"/>
              <p:cNvSpPr>
                <a:spLocks noChangeShapeType="1"/>
              </p:cNvSpPr>
              <p:nvPr/>
            </p:nvSpPr>
            <p:spPr bwMode="auto">
              <a:xfrm flipV="1">
                <a:off x="1584" y="288"/>
                <a:ext cx="0" cy="72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3" name="Rectangle 7"/>
              <p:cNvSpPr>
                <a:spLocks noChangeArrowheads="1"/>
              </p:cNvSpPr>
              <p:nvPr/>
            </p:nvSpPr>
            <p:spPr bwMode="auto">
              <a:xfrm>
                <a:off x="1030" y="864"/>
                <a:ext cx="1104" cy="1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21" name="Rectangle 8"/>
              <p:cNvSpPr>
                <a:spLocks noChangeArrowheads="1"/>
              </p:cNvSpPr>
              <p:nvPr/>
            </p:nvSpPr>
            <p:spPr bwMode="auto">
              <a:xfrm>
                <a:off x="1200" y="720"/>
                <a:ext cx="768" cy="1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7" name="Rectangle 9"/>
              <p:cNvSpPr>
                <a:spLocks noChangeArrowheads="1"/>
              </p:cNvSpPr>
              <p:nvPr/>
            </p:nvSpPr>
            <p:spPr bwMode="auto">
              <a:xfrm>
                <a:off x="1392" y="576"/>
                <a:ext cx="384" cy="14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89" name="Text Box 10"/>
            <p:cNvSpPr txBox="1">
              <a:spLocks noChangeArrowheads="1"/>
            </p:cNvSpPr>
            <p:nvPr/>
          </p:nvSpPr>
          <p:spPr bwMode="auto">
            <a:xfrm>
              <a:off x="1110" y="288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41" name="Group 11"/>
          <p:cNvGrpSpPr/>
          <p:nvPr/>
        </p:nvGrpSpPr>
        <p:grpSpPr bwMode="auto">
          <a:xfrm>
            <a:off x="4038600" y="533400"/>
            <a:ext cx="1524000" cy="1143000"/>
            <a:chOff x="2566" y="336"/>
            <a:chExt cx="960" cy="720"/>
          </a:xfrm>
        </p:grpSpPr>
        <p:sp>
          <p:nvSpPr>
            <p:cNvPr id="142" name="Line 12"/>
            <p:cNvSpPr>
              <a:spLocks noChangeShapeType="1"/>
            </p:cNvSpPr>
            <p:nvPr/>
          </p:nvSpPr>
          <p:spPr bwMode="auto">
            <a:xfrm>
              <a:off x="2566" y="1056"/>
              <a:ext cx="9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Line 13"/>
            <p:cNvSpPr>
              <a:spLocks noChangeShapeType="1"/>
            </p:cNvSpPr>
            <p:nvPr/>
          </p:nvSpPr>
          <p:spPr bwMode="auto">
            <a:xfrm flipV="1">
              <a:off x="3072" y="384"/>
              <a:ext cx="0" cy="6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Text Box 14"/>
            <p:cNvSpPr txBox="1">
              <a:spLocks noChangeArrowheads="1"/>
            </p:cNvSpPr>
            <p:nvPr/>
          </p:nvSpPr>
          <p:spPr bwMode="auto">
            <a:xfrm>
              <a:off x="2895" y="336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145" name="Group 15"/>
          <p:cNvGrpSpPr/>
          <p:nvPr/>
        </p:nvGrpSpPr>
        <p:grpSpPr bwMode="auto">
          <a:xfrm>
            <a:off x="6553200" y="457200"/>
            <a:ext cx="1676400" cy="1219200"/>
            <a:chOff x="4128" y="288"/>
            <a:chExt cx="1056" cy="768"/>
          </a:xfrm>
        </p:grpSpPr>
        <p:sp>
          <p:nvSpPr>
            <p:cNvPr id="146" name="Line 16"/>
            <p:cNvSpPr>
              <a:spLocks noChangeShapeType="1"/>
            </p:cNvSpPr>
            <p:nvPr/>
          </p:nvSpPr>
          <p:spPr bwMode="auto">
            <a:xfrm flipV="1">
              <a:off x="4128" y="1048"/>
              <a:ext cx="1056" cy="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" name="Line 17"/>
            <p:cNvSpPr>
              <a:spLocks noChangeShapeType="1"/>
            </p:cNvSpPr>
            <p:nvPr/>
          </p:nvSpPr>
          <p:spPr bwMode="auto">
            <a:xfrm flipV="1">
              <a:off x="4671" y="376"/>
              <a:ext cx="0" cy="6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8" name="Text Box 18"/>
            <p:cNvSpPr txBox="1">
              <a:spLocks noChangeArrowheads="1"/>
            </p:cNvSpPr>
            <p:nvPr/>
          </p:nvSpPr>
          <p:spPr bwMode="auto">
            <a:xfrm>
              <a:off x="4477" y="288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c</a:t>
              </a:r>
            </a:p>
          </p:txBody>
        </p:sp>
      </p:grpSp>
      <p:grpSp>
        <p:nvGrpSpPr>
          <p:cNvPr id="149" name="Group 19"/>
          <p:cNvGrpSpPr/>
          <p:nvPr/>
        </p:nvGrpSpPr>
        <p:grpSpPr bwMode="auto">
          <a:xfrm>
            <a:off x="1676400" y="1981200"/>
            <a:ext cx="1600200" cy="1143000"/>
            <a:chOff x="960" y="1392"/>
            <a:chExt cx="1008" cy="720"/>
          </a:xfrm>
        </p:grpSpPr>
        <p:sp>
          <p:nvSpPr>
            <p:cNvPr id="150" name="Line 20"/>
            <p:cNvSpPr>
              <a:spLocks noChangeShapeType="1"/>
            </p:cNvSpPr>
            <p:nvPr/>
          </p:nvSpPr>
          <p:spPr bwMode="auto">
            <a:xfrm>
              <a:off x="960" y="2112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" name="Line 21"/>
            <p:cNvSpPr>
              <a:spLocks noChangeShapeType="1"/>
            </p:cNvSpPr>
            <p:nvPr/>
          </p:nvSpPr>
          <p:spPr bwMode="auto">
            <a:xfrm flipV="1">
              <a:off x="1479" y="1392"/>
              <a:ext cx="0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" name="Rectangle 22"/>
            <p:cNvSpPr>
              <a:spLocks noChangeArrowheads="1"/>
            </p:cNvSpPr>
            <p:nvPr/>
          </p:nvSpPr>
          <p:spPr bwMode="auto">
            <a:xfrm>
              <a:off x="1127" y="1968"/>
              <a:ext cx="702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" name="Text Box 23"/>
            <p:cNvSpPr txBox="1">
              <a:spLocks noChangeArrowheads="1"/>
            </p:cNvSpPr>
            <p:nvPr/>
          </p:nvSpPr>
          <p:spPr bwMode="auto">
            <a:xfrm>
              <a:off x="1302" y="1392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54" name="Group 24"/>
          <p:cNvGrpSpPr/>
          <p:nvPr/>
        </p:nvGrpSpPr>
        <p:grpSpPr bwMode="auto">
          <a:xfrm>
            <a:off x="6996113" y="2625725"/>
            <a:ext cx="776287" cy="457200"/>
            <a:chOff x="2819" y="1657"/>
            <a:chExt cx="489" cy="299"/>
          </a:xfrm>
        </p:grpSpPr>
        <p:sp>
          <p:nvSpPr>
            <p:cNvPr id="155" name="Rectangle 25"/>
            <p:cNvSpPr>
              <a:spLocks noChangeArrowheads="1"/>
            </p:cNvSpPr>
            <p:nvPr/>
          </p:nvSpPr>
          <p:spPr bwMode="auto">
            <a:xfrm>
              <a:off x="2819" y="1812"/>
              <a:ext cx="489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6" name="Rectangle 26"/>
            <p:cNvSpPr>
              <a:spLocks noChangeArrowheads="1"/>
            </p:cNvSpPr>
            <p:nvPr/>
          </p:nvSpPr>
          <p:spPr bwMode="auto">
            <a:xfrm>
              <a:off x="2941" y="1657"/>
              <a:ext cx="244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57" name="Group 27"/>
          <p:cNvGrpSpPr/>
          <p:nvPr/>
        </p:nvGrpSpPr>
        <p:grpSpPr bwMode="auto">
          <a:xfrm>
            <a:off x="6553200" y="1981200"/>
            <a:ext cx="1600200" cy="1143000"/>
            <a:chOff x="2544" y="1248"/>
            <a:chExt cx="1008" cy="720"/>
          </a:xfrm>
        </p:grpSpPr>
        <p:sp>
          <p:nvSpPr>
            <p:cNvPr id="158" name="Line 28"/>
            <p:cNvSpPr>
              <a:spLocks noChangeShapeType="1"/>
            </p:cNvSpPr>
            <p:nvPr/>
          </p:nvSpPr>
          <p:spPr bwMode="auto">
            <a:xfrm>
              <a:off x="2544" y="1968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9" name="Line 29"/>
            <p:cNvSpPr>
              <a:spLocks noChangeShapeType="1"/>
            </p:cNvSpPr>
            <p:nvPr/>
          </p:nvSpPr>
          <p:spPr bwMode="auto">
            <a:xfrm flipV="1">
              <a:off x="3063" y="1248"/>
              <a:ext cx="0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0" name="Text Box 30"/>
            <p:cNvSpPr txBox="1">
              <a:spLocks noChangeArrowheads="1"/>
            </p:cNvSpPr>
            <p:nvPr/>
          </p:nvSpPr>
          <p:spPr bwMode="auto">
            <a:xfrm>
              <a:off x="2886" y="1248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c</a:t>
              </a:r>
            </a:p>
          </p:txBody>
        </p:sp>
      </p:grpSp>
      <p:grpSp>
        <p:nvGrpSpPr>
          <p:cNvPr id="161" name="Group 31"/>
          <p:cNvGrpSpPr/>
          <p:nvPr/>
        </p:nvGrpSpPr>
        <p:grpSpPr bwMode="auto">
          <a:xfrm>
            <a:off x="4038600" y="1981200"/>
            <a:ext cx="1600200" cy="1143000"/>
            <a:chOff x="4279" y="1440"/>
            <a:chExt cx="1008" cy="720"/>
          </a:xfrm>
        </p:grpSpPr>
        <p:sp>
          <p:nvSpPr>
            <p:cNvPr id="162" name="Line 32"/>
            <p:cNvSpPr>
              <a:spLocks noChangeShapeType="1"/>
            </p:cNvSpPr>
            <p:nvPr/>
          </p:nvSpPr>
          <p:spPr bwMode="auto">
            <a:xfrm>
              <a:off x="4279" y="2160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" name="Line 33"/>
            <p:cNvSpPr>
              <a:spLocks noChangeShapeType="1"/>
            </p:cNvSpPr>
            <p:nvPr/>
          </p:nvSpPr>
          <p:spPr bwMode="auto">
            <a:xfrm flipV="1">
              <a:off x="4800" y="1488"/>
              <a:ext cx="0" cy="6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" name="Text Box 34"/>
            <p:cNvSpPr txBox="1">
              <a:spLocks noChangeArrowheads="1"/>
            </p:cNvSpPr>
            <p:nvPr/>
          </p:nvSpPr>
          <p:spPr bwMode="auto">
            <a:xfrm>
              <a:off x="4608" y="1440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b</a:t>
              </a:r>
            </a:p>
          </p:txBody>
        </p:sp>
      </p:grpSp>
      <p:sp>
        <p:nvSpPr>
          <p:cNvPr id="165" name="Rectangle 35"/>
          <p:cNvSpPr>
            <a:spLocks noChangeArrowheads="1"/>
          </p:cNvSpPr>
          <p:nvPr/>
        </p:nvSpPr>
        <p:spPr bwMode="auto">
          <a:xfrm>
            <a:off x="4295775" y="4302125"/>
            <a:ext cx="1114425" cy="22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66" name="Group 36"/>
          <p:cNvGrpSpPr/>
          <p:nvPr/>
        </p:nvGrpSpPr>
        <p:grpSpPr bwMode="auto">
          <a:xfrm>
            <a:off x="4038600" y="3429000"/>
            <a:ext cx="1600200" cy="1143000"/>
            <a:chOff x="4128" y="2160"/>
            <a:chExt cx="1008" cy="720"/>
          </a:xfrm>
        </p:grpSpPr>
        <p:sp>
          <p:nvSpPr>
            <p:cNvPr id="167" name="Line 37"/>
            <p:cNvSpPr>
              <a:spLocks noChangeShapeType="1"/>
            </p:cNvSpPr>
            <p:nvPr/>
          </p:nvSpPr>
          <p:spPr bwMode="auto">
            <a:xfrm>
              <a:off x="4128" y="2880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8" name="Line 38"/>
            <p:cNvSpPr>
              <a:spLocks noChangeShapeType="1"/>
            </p:cNvSpPr>
            <p:nvPr/>
          </p:nvSpPr>
          <p:spPr bwMode="auto">
            <a:xfrm flipV="1">
              <a:off x="4647" y="2160"/>
              <a:ext cx="0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9" name="Text Box 39"/>
            <p:cNvSpPr txBox="1">
              <a:spLocks noChangeArrowheads="1"/>
            </p:cNvSpPr>
            <p:nvPr/>
          </p:nvSpPr>
          <p:spPr bwMode="auto">
            <a:xfrm>
              <a:off x="4470" y="2160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170" name="Group 40"/>
          <p:cNvGrpSpPr/>
          <p:nvPr/>
        </p:nvGrpSpPr>
        <p:grpSpPr bwMode="auto">
          <a:xfrm>
            <a:off x="6553200" y="3429000"/>
            <a:ext cx="1600200" cy="1143000"/>
            <a:chOff x="2592" y="1440"/>
            <a:chExt cx="1008" cy="720"/>
          </a:xfrm>
        </p:grpSpPr>
        <p:sp>
          <p:nvSpPr>
            <p:cNvPr id="171" name="Line 41"/>
            <p:cNvSpPr>
              <a:spLocks noChangeShapeType="1"/>
            </p:cNvSpPr>
            <p:nvPr/>
          </p:nvSpPr>
          <p:spPr bwMode="auto">
            <a:xfrm>
              <a:off x="2592" y="2160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2" name="Line 42"/>
            <p:cNvSpPr>
              <a:spLocks noChangeShapeType="1"/>
            </p:cNvSpPr>
            <p:nvPr/>
          </p:nvSpPr>
          <p:spPr bwMode="auto">
            <a:xfrm flipV="1">
              <a:off x="3111" y="1440"/>
              <a:ext cx="0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3" name="Rectangle 43"/>
            <p:cNvSpPr>
              <a:spLocks noChangeArrowheads="1"/>
            </p:cNvSpPr>
            <p:nvPr/>
          </p:nvSpPr>
          <p:spPr bwMode="auto">
            <a:xfrm>
              <a:off x="2867" y="2004"/>
              <a:ext cx="489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" name="Rectangle 44"/>
            <p:cNvSpPr>
              <a:spLocks noChangeArrowheads="1"/>
            </p:cNvSpPr>
            <p:nvPr/>
          </p:nvSpPr>
          <p:spPr bwMode="auto">
            <a:xfrm>
              <a:off x="2989" y="1849"/>
              <a:ext cx="244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5" name="Text Box 45"/>
            <p:cNvSpPr txBox="1">
              <a:spLocks noChangeArrowheads="1"/>
            </p:cNvSpPr>
            <p:nvPr/>
          </p:nvSpPr>
          <p:spPr bwMode="auto">
            <a:xfrm>
              <a:off x="2934" y="1440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c</a:t>
              </a:r>
            </a:p>
          </p:txBody>
        </p:sp>
      </p:grpSp>
      <p:grpSp>
        <p:nvGrpSpPr>
          <p:cNvPr id="176" name="Group 46"/>
          <p:cNvGrpSpPr/>
          <p:nvPr/>
        </p:nvGrpSpPr>
        <p:grpSpPr bwMode="auto">
          <a:xfrm>
            <a:off x="1676400" y="3429000"/>
            <a:ext cx="1600200" cy="1143000"/>
            <a:chOff x="1056" y="2544"/>
            <a:chExt cx="1008" cy="720"/>
          </a:xfrm>
        </p:grpSpPr>
        <p:sp>
          <p:nvSpPr>
            <p:cNvPr id="177" name="Line 47"/>
            <p:cNvSpPr>
              <a:spLocks noChangeShapeType="1"/>
            </p:cNvSpPr>
            <p:nvPr/>
          </p:nvSpPr>
          <p:spPr bwMode="auto">
            <a:xfrm>
              <a:off x="1056" y="3264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Line 48"/>
            <p:cNvSpPr>
              <a:spLocks noChangeShapeType="1"/>
            </p:cNvSpPr>
            <p:nvPr/>
          </p:nvSpPr>
          <p:spPr bwMode="auto">
            <a:xfrm flipV="1">
              <a:off x="1575" y="2544"/>
              <a:ext cx="0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9" name="Text Box 49"/>
            <p:cNvSpPr txBox="1">
              <a:spLocks noChangeArrowheads="1"/>
            </p:cNvSpPr>
            <p:nvPr/>
          </p:nvSpPr>
          <p:spPr bwMode="auto">
            <a:xfrm>
              <a:off x="1398" y="2544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80" name="Group 50"/>
          <p:cNvGrpSpPr/>
          <p:nvPr/>
        </p:nvGrpSpPr>
        <p:grpSpPr bwMode="auto">
          <a:xfrm>
            <a:off x="1676400" y="5105400"/>
            <a:ext cx="1600200" cy="1143000"/>
            <a:chOff x="1056" y="2544"/>
            <a:chExt cx="1008" cy="720"/>
          </a:xfrm>
        </p:grpSpPr>
        <p:sp>
          <p:nvSpPr>
            <p:cNvPr id="181" name="Line 51"/>
            <p:cNvSpPr>
              <a:spLocks noChangeShapeType="1"/>
            </p:cNvSpPr>
            <p:nvPr/>
          </p:nvSpPr>
          <p:spPr bwMode="auto">
            <a:xfrm>
              <a:off x="1056" y="3264"/>
              <a:ext cx="100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Line 52"/>
            <p:cNvSpPr>
              <a:spLocks noChangeShapeType="1"/>
            </p:cNvSpPr>
            <p:nvPr/>
          </p:nvSpPr>
          <p:spPr bwMode="auto">
            <a:xfrm flipV="1">
              <a:off x="1575" y="2544"/>
              <a:ext cx="0" cy="72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3" name="Text Box 53"/>
            <p:cNvSpPr txBox="1">
              <a:spLocks noChangeArrowheads="1"/>
            </p:cNvSpPr>
            <p:nvPr/>
          </p:nvSpPr>
          <p:spPr bwMode="auto">
            <a:xfrm>
              <a:off x="1398" y="2544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a</a:t>
              </a:r>
            </a:p>
          </p:txBody>
        </p:sp>
      </p:grpSp>
      <p:grpSp>
        <p:nvGrpSpPr>
          <p:cNvPr id="184" name="Group 54"/>
          <p:cNvGrpSpPr/>
          <p:nvPr/>
        </p:nvGrpSpPr>
        <p:grpSpPr bwMode="auto">
          <a:xfrm>
            <a:off x="4419600" y="5562600"/>
            <a:ext cx="838200" cy="457200"/>
            <a:chOff x="4405" y="3496"/>
            <a:chExt cx="528" cy="288"/>
          </a:xfrm>
        </p:grpSpPr>
        <p:sp>
          <p:nvSpPr>
            <p:cNvPr id="185" name="Rectangle 55"/>
            <p:cNvSpPr>
              <a:spLocks noChangeArrowheads="1"/>
            </p:cNvSpPr>
            <p:nvPr/>
          </p:nvSpPr>
          <p:spPr bwMode="auto">
            <a:xfrm>
              <a:off x="4405" y="3640"/>
              <a:ext cx="528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6" name="Rectangle 56"/>
            <p:cNvSpPr>
              <a:spLocks noChangeArrowheads="1"/>
            </p:cNvSpPr>
            <p:nvPr/>
          </p:nvSpPr>
          <p:spPr bwMode="auto">
            <a:xfrm>
              <a:off x="4523" y="3496"/>
              <a:ext cx="288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87" name="Group 57"/>
          <p:cNvGrpSpPr/>
          <p:nvPr/>
        </p:nvGrpSpPr>
        <p:grpSpPr bwMode="auto">
          <a:xfrm>
            <a:off x="3962400" y="5029200"/>
            <a:ext cx="1676400" cy="1219200"/>
            <a:chOff x="4128" y="3168"/>
            <a:chExt cx="1056" cy="768"/>
          </a:xfrm>
        </p:grpSpPr>
        <p:sp>
          <p:nvSpPr>
            <p:cNvPr id="188" name="Line 58"/>
            <p:cNvSpPr>
              <a:spLocks noChangeShapeType="1"/>
            </p:cNvSpPr>
            <p:nvPr/>
          </p:nvSpPr>
          <p:spPr bwMode="auto">
            <a:xfrm flipV="1">
              <a:off x="4128" y="3928"/>
              <a:ext cx="1056" cy="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9" name="Line 59"/>
            <p:cNvSpPr>
              <a:spLocks noChangeShapeType="1"/>
            </p:cNvSpPr>
            <p:nvPr/>
          </p:nvSpPr>
          <p:spPr bwMode="auto">
            <a:xfrm flipV="1">
              <a:off x="4671" y="3256"/>
              <a:ext cx="0" cy="6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0" name="Rectangle 60"/>
            <p:cNvSpPr>
              <a:spLocks noChangeArrowheads="1"/>
            </p:cNvSpPr>
            <p:nvPr/>
          </p:nvSpPr>
          <p:spPr bwMode="auto">
            <a:xfrm>
              <a:off x="4283" y="3784"/>
              <a:ext cx="768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1" name="Text Box 61"/>
            <p:cNvSpPr txBox="1">
              <a:spLocks noChangeArrowheads="1"/>
            </p:cNvSpPr>
            <p:nvPr/>
          </p:nvSpPr>
          <p:spPr bwMode="auto">
            <a:xfrm>
              <a:off x="4477" y="3168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b</a:t>
              </a:r>
            </a:p>
          </p:txBody>
        </p:sp>
      </p:grpSp>
      <p:grpSp>
        <p:nvGrpSpPr>
          <p:cNvPr id="192" name="Group 62"/>
          <p:cNvGrpSpPr/>
          <p:nvPr/>
        </p:nvGrpSpPr>
        <p:grpSpPr bwMode="auto">
          <a:xfrm>
            <a:off x="6553200" y="5105400"/>
            <a:ext cx="1524000" cy="1143000"/>
            <a:chOff x="2566" y="336"/>
            <a:chExt cx="960" cy="720"/>
          </a:xfrm>
        </p:grpSpPr>
        <p:sp>
          <p:nvSpPr>
            <p:cNvPr id="193" name="Line 63"/>
            <p:cNvSpPr>
              <a:spLocks noChangeShapeType="1"/>
            </p:cNvSpPr>
            <p:nvPr/>
          </p:nvSpPr>
          <p:spPr bwMode="auto">
            <a:xfrm>
              <a:off x="2566" y="1056"/>
              <a:ext cx="96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4" name="Line 64"/>
            <p:cNvSpPr>
              <a:spLocks noChangeShapeType="1"/>
            </p:cNvSpPr>
            <p:nvPr/>
          </p:nvSpPr>
          <p:spPr bwMode="auto">
            <a:xfrm flipV="1">
              <a:off x="3072" y="384"/>
              <a:ext cx="0" cy="67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5" name="Text Box 65"/>
            <p:cNvSpPr txBox="1">
              <a:spLocks noChangeArrowheads="1"/>
            </p:cNvSpPr>
            <p:nvPr/>
          </p:nvSpPr>
          <p:spPr bwMode="auto">
            <a:xfrm>
              <a:off x="2895" y="336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c</a:t>
              </a:r>
            </a:p>
          </p:txBody>
        </p:sp>
      </p:grpSp>
      <p:sp>
        <p:nvSpPr>
          <p:cNvPr id="196" name="Text Box 66"/>
          <p:cNvSpPr txBox="1">
            <a:spLocks noChangeArrowheads="1"/>
          </p:cNvSpPr>
          <p:nvPr/>
        </p:nvSpPr>
        <p:spPr bwMode="auto">
          <a:xfrm>
            <a:off x="304800" y="1066800"/>
            <a:ext cx="914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初始</a:t>
            </a:r>
          </a:p>
        </p:txBody>
      </p:sp>
      <p:sp>
        <p:nvSpPr>
          <p:cNvPr id="197" name="Text Box 67"/>
          <p:cNvSpPr txBox="1">
            <a:spLocks noChangeArrowheads="1"/>
          </p:cNvSpPr>
          <p:nvPr/>
        </p:nvSpPr>
        <p:spPr bwMode="auto">
          <a:xfrm>
            <a:off x="304800" y="2597150"/>
            <a:ext cx="106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</a:rPr>
              <a:t>步骤</a:t>
            </a:r>
            <a:r>
              <a:rPr lang="en-US" altLang="zh-CN" sz="28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98" name="Text Box 68"/>
          <p:cNvSpPr txBox="1">
            <a:spLocks noChangeArrowheads="1"/>
          </p:cNvSpPr>
          <p:nvPr/>
        </p:nvSpPr>
        <p:spPr bwMode="auto">
          <a:xfrm>
            <a:off x="304800" y="4114800"/>
            <a:ext cx="1143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</a:rPr>
              <a:t>步骤</a:t>
            </a:r>
            <a:r>
              <a:rPr lang="en-US" altLang="zh-CN" sz="2800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99" name="Text Box 69"/>
          <p:cNvSpPr txBox="1">
            <a:spLocks noChangeArrowheads="1"/>
          </p:cNvSpPr>
          <p:nvPr/>
        </p:nvSpPr>
        <p:spPr bwMode="auto">
          <a:xfrm>
            <a:off x="304800" y="5638800"/>
            <a:ext cx="106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</a:rPr>
              <a:t>步骤</a:t>
            </a:r>
            <a:r>
              <a:rPr lang="en-US" altLang="zh-CN" sz="28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00" name="Rectangle 70"/>
          <p:cNvSpPr txBox="1">
            <a:spLocks noChangeArrowheads="1"/>
          </p:cNvSpPr>
          <p:nvPr/>
        </p:nvSpPr>
        <p:spPr bwMode="auto">
          <a:xfrm>
            <a:off x="152400" y="76200"/>
            <a:ext cx="41148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kern="0" dirty="0">
                <a:solidFill>
                  <a:schemeClr val="tx1"/>
                </a:solidFill>
                <a:latin typeface="华文中宋" panose="02010600040101010101" pitchFamily="2" charset="-122"/>
              </a:rPr>
              <a:t>“Hanoi </a:t>
            </a:r>
            <a:r>
              <a:rPr lang="zh-CN" altLang="en-US" sz="2800" b="1" kern="0" dirty="0">
                <a:solidFill>
                  <a:schemeClr val="tx1"/>
                </a:solidFill>
                <a:latin typeface="华文中宋" panose="02010600040101010101" pitchFamily="2" charset="-122"/>
              </a:rPr>
              <a:t>塔”问题演示</a:t>
            </a:r>
            <a:endParaRPr lang="zh-CN" altLang="en-US" kern="0" dirty="0">
              <a:latin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" grpId="0" animBg="1"/>
      <p:bldP spid="196" grpId="0" autoUpdateAnimBg="0"/>
      <p:bldP spid="197" grpId="0" autoUpdateAnimBg="0"/>
      <p:bldP spid="198" grpId="0" autoUpdateAnimBg="0"/>
      <p:bldP spid="199" grpId="0" autoUpdateAnimBg="0"/>
      <p:bldP spid="200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285750" y="1858963"/>
            <a:ext cx="8458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void 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hanoi</a:t>
            </a: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(int </a:t>
            </a:r>
            <a:r>
              <a:rPr lang="en-US" altLang="zh-CN" sz="24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n,a,b,c</a:t>
            </a: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)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上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n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个盘借助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移到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</a:t>
            </a:r>
          </a:p>
        </p:txBody>
      </p:sp>
      <p:sp>
        <p:nvSpPr>
          <p:cNvPr id="64515" name="Text Box 3"/>
          <p:cNvSpPr txBox="1">
            <a:spLocks noChangeArrowheads="1"/>
          </p:cNvSpPr>
          <p:nvPr/>
        </p:nvSpPr>
        <p:spPr bwMode="auto">
          <a:xfrm>
            <a:off x="304800" y="2468563"/>
            <a:ext cx="8534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{if(n == 1)move(1,a,b);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将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1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个盘从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移到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 </a:t>
            </a:r>
          </a:p>
        </p:txBody>
      </p:sp>
      <p:sp>
        <p:nvSpPr>
          <p:cNvPr id="64516" name="Text Box 4"/>
          <p:cNvSpPr txBox="1">
            <a:spLocks noChangeArrowheads="1"/>
          </p:cNvSpPr>
          <p:nvPr/>
        </p:nvSpPr>
        <p:spPr bwMode="auto">
          <a:xfrm>
            <a:off x="285750" y="3078163"/>
            <a:ext cx="8858250" cy="2401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else { 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hanoi</a:t>
            </a: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 n-1,a,c,b );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move(</a:t>
            </a:r>
            <a:r>
              <a:rPr lang="en-US" altLang="zh-CN" sz="24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n,a,b</a:t>
            </a: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); 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将第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n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个盘从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a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移到</a:t>
            </a:r>
            <a:r>
              <a:rPr lang="en-US" altLang="zh-CN" sz="24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</a:t>
            </a:r>
            <a:r>
              <a:rPr lang="en-US" altLang="zh-CN" sz="2400" b="1" dirty="0" err="1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hanoi</a:t>
            </a: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 n-1,c,b,a) 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}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}</a:t>
            </a:r>
          </a:p>
        </p:txBody>
      </p:sp>
      <p:sp>
        <p:nvSpPr>
          <p:cNvPr id="17413" name="Rectangle 1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4000" b="1"/>
              <a:t>“Hanoi </a:t>
            </a:r>
            <a:r>
              <a:rPr lang="zh-CN" altLang="en-US" sz="4000" b="1"/>
              <a:t>塔”问题程序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3437BE92-DB27-05EF-2ED6-1F532DBAB535}"/>
                  </a:ext>
                </a:extLst>
              </p14:cNvPr>
              <p14:cNvContentPartPr/>
              <p14:nvPr/>
            </p14:nvContentPartPr>
            <p14:xfrm>
              <a:off x="3105360" y="1690200"/>
              <a:ext cx="3052800" cy="28375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3437BE92-DB27-05EF-2ED6-1F532DBAB5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6000" y="1680840"/>
                <a:ext cx="3071520" cy="285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utoUpdateAnimBg="0"/>
      <p:bldP spid="64515" grpId="0" autoUpdateAnimBg="0"/>
      <p:bldP spid="64516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</a:rPr>
              <a:t>“Hanoi </a:t>
            </a:r>
            <a:r>
              <a:rPr lang="zh-CN" altLang="en-US" sz="3600" b="1" dirty="0">
                <a:solidFill>
                  <a:schemeClr val="tx1"/>
                </a:solidFill>
              </a:rPr>
              <a:t>塔”问题移动次数递推关系</a:t>
            </a: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381000" y="3125788"/>
            <a:ext cx="144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T(n) = </a:t>
            </a:r>
          </a:p>
        </p:txBody>
      </p:sp>
      <p:sp>
        <p:nvSpPr>
          <p:cNvPr id="143365" name="AutoShape 5"/>
          <p:cNvSpPr/>
          <p:nvPr/>
        </p:nvSpPr>
        <p:spPr bwMode="auto">
          <a:xfrm>
            <a:off x="1828800" y="2986663"/>
            <a:ext cx="228600" cy="716399"/>
          </a:xfrm>
          <a:prstGeom prst="leftBrace">
            <a:avLst>
              <a:gd name="adj1" fmla="val 30556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2057400" y="2849563"/>
            <a:ext cx="662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2T( n - 1 )  +  1     (n &gt; 1)</a:t>
            </a:r>
          </a:p>
        </p:txBody>
      </p:sp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1981200" y="3459163"/>
            <a:ext cx="4648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1                             ( n = 1 )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  <p:bldP spid="143365" grpId="0" animBg="1"/>
      <p:bldP spid="143366" grpId="0" autoUpdateAnimBg="0"/>
      <p:bldP spid="143367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  <a:latin typeface="华文中宋" panose="02010600040101010101" pitchFamily="2" charset="-122"/>
              </a:rPr>
              <a:t>递归程序代价</a:t>
            </a:r>
          </a:p>
        </p:txBody>
      </p:sp>
      <p:sp>
        <p:nvSpPr>
          <p:cNvPr id="65540" name="Text Box 4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</a:rPr>
              <a:t>递归程序每次调用需要分配不同的运行空间，一旦某一层被启用，就要为之开辟新的空间。而当一层执行完毕，释放相应空间掉，退到上一层。</a:t>
            </a:r>
          </a:p>
        </p:txBody>
      </p:sp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381000" y="2514600"/>
            <a:ext cx="8382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当递归过程每层所需空间为常量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时，整个动态空间的代价就与递归的深度有关。如果递归深度为ｈ，动态空间代价为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C*h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395288" y="4076700"/>
            <a:ext cx="6400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递归优点：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结构清晰，可读性强</a:t>
            </a: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395288" y="4797425"/>
            <a:ext cx="8382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递归缺点：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递归算法的运行效率较低，无论是耗费的计算时间还是占用的存储空间都比非递归算法要多。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5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utoUpdateAnimBg="0"/>
      <p:bldP spid="65541" grpId="0" autoUpdateAnimBg="0"/>
      <p:bldP spid="65542" grpId="0" autoUpdateAnimBg="0"/>
      <p:bldP spid="6554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eaLnBrk="1" hangingPunct="1"/>
            <a:r>
              <a:rPr lang="en-US" altLang="zh-CN" b="1" dirty="0">
                <a:solidFill>
                  <a:srgbClr val="AC2F36"/>
                </a:solidFill>
              </a:rPr>
              <a:t>2.2 </a:t>
            </a:r>
            <a:r>
              <a:rPr kumimoji="0" lang="zh-CN" altLang="en-US" b="1" dirty="0">
                <a:solidFill>
                  <a:srgbClr val="AC2F36"/>
                </a:solidFill>
              </a:rPr>
              <a:t>分治法的基本思想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57338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kumimoji="0" lang="zh-CN" altLang="en-US" sz="2800" b="1" dirty="0">
                <a:latin typeface="华文中宋" panose="02010600040101010101" pitchFamily="2" charset="-122"/>
              </a:rPr>
              <a:t>分治策略是一种用得最多的一种有效方法</a:t>
            </a:r>
          </a:p>
        </p:txBody>
      </p:sp>
      <p:sp>
        <p:nvSpPr>
          <p:cNvPr id="68612" name="Text Box 4"/>
          <p:cNvSpPr txBox="1">
            <a:spLocks noChangeArrowheads="1"/>
          </p:cNvSpPr>
          <p:nvPr/>
        </p:nvSpPr>
        <p:spPr bwMode="auto">
          <a:xfrm>
            <a:off x="533400" y="2243138"/>
            <a:ext cx="82296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基本思想：将问题分解成若干子问题，然后求解子问题。子问题较原问题更容易些，由此得出原问题的解，就是所谓的</a:t>
            </a:r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“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分而治之</a:t>
            </a:r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”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的意思。</a:t>
            </a:r>
          </a:p>
        </p:txBody>
      </p:sp>
      <p:sp>
        <p:nvSpPr>
          <p:cNvPr id="68613" name="Text Box 5"/>
          <p:cNvSpPr txBox="1">
            <a:spLocks noChangeArrowheads="1"/>
          </p:cNvSpPr>
          <p:nvPr/>
        </p:nvSpPr>
        <p:spPr bwMode="auto">
          <a:xfrm>
            <a:off x="533400" y="4040188"/>
            <a:ext cx="822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分治策略可以递归进行，即子问题仍然可以用分治策略来处理，但最后的问题要非常基本而简单。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  <p:bldP spid="68612" grpId="0" autoUpdateAnimBg="0"/>
      <p:bldP spid="6861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381000" y="1600200"/>
            <a:ext cx="8458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5250" indent="-952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设：被求解问题的输入规模为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468313" y="4508500"/>
            <a:ext cx="8534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5250" indent="-952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步骤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逐步合并子问题的解，直到获得原问题的解。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304800" y="2209800"/>
            <a:ext cx="86868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5250" indent="-952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步骤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把问题分解为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k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个性质相同、但规模较小的子问题（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 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 k  n)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，并求解这些子问题。    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304800" y="3352800"/>
            <a:ext cx="8610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95250" indent="-952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（如果这些子问题的规模还不够“小”，则可以</a:t>
            </a:r>
            <a:r>
              <a:rPr lang="zh-CN" altLang="en-US" sz="2800" b="1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进一步分解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，直到可以求解为止）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21511" name="Rectangle 1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52400"/>
            <a:ext cx="7772400" cy="77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  <a:latin typeface="华文中宋" panose="02010600040101010101" pitchFamily="2" charset="-122"/>
              </a:rPr>
              <a:t>2.2.1 </a:t>
            </a:r>
            <a:r>
              <a:rPr lang="zh-CN" altLang="en-US" sz="3600" b="1" dirty="0">
                <a:solidFill>
                  <a:schemeClr val="tx1"/>
                </a:solidFill>
                <a:latin typeface="华文中宋" panose="02010600040101010101" pitchFamily="2" charset="-122"/>
              </a:rPr>
              <a:t>分治法概述</a:t>
            </a:r>
            <a:endParaRPr lang="zh-CN" altLang="en-US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  <p:bldP spid="9221" grpId="0" autoUpdateAnimBg="0"/>
      <p:bldP spid="9222" grpId="0" autoUpdateAnimBg="0"/>
      <p:bldP spid="922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6206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chemeClr val="tx1"/>
                </a:solidFill>
              </a:rPr>
              <a:t>2.2.1 </a:t>
            </a:r>
            <a:r>
              <a:rPr lang="zh-CN" altLang="en-US" sz="4000" b="1" dirty="0">
                <a:solidFill>
                  <a:schemeClr val="tx1"/>
                </a:solidFill>
              </a:rPr>
              <a:t>分治法概述</a:t>
            </a:r>
          </a:p>
        </p:txBody>
      </p:sp>
      <p:pic>
        <p:nvPicPr>
          <p:cNvPr id="69634" name="Picture 2" descr="No Graph availa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700" y="2276872"/>
            <a:ext cx="5400600" cy="3035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23762"/>
            <a:ext cx="7200800" cy="4659600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560" y="620688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chemeClr val="tx1"/>
                </a:solidFill>
              </a:rPr>
              <a:t>2.2.1 </a:t>
            </a:r>
            <a:r>
              <a:rPr lang="zh-CN" altLang="en-US" sz="4000" b="1" dirty="0">
                <a:solidFill>
                  <a:schemeClr val="tx1"/>
                </a:solidFill>
              </a:rPr>
              <a:t>分治法概述</a:t>
            </a:r>
          </a:p>
        </p:txBody>
      </p:sp>
    </p:spTree>
  </p:cSld>
  <p:clrMapOvr>
    <a:masterClrMapping/>
  </p:clrMapOvr>
  <p:transition spd="slow">
    <p:comb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en-US" altLang="zh-CN" sz="3600" b="1" dirty="0">
                <a:solidFill>
                  <a:schemeClr val="tx1"/>
                </a:solidFill>
                <a:latin typeface="华文中宋" panose="02010600040101010101" pitchFamily="2" charset="-122"/>
              </a:rPr>
              <a:t>2.2.2 </a:t>
            </a:r>
            <a:r>
              <a:rPr lang="zh-CN" altLang="en-US" sz="3600" b="1" dirty="0">
                <a:solidFill>
                  <a:schemeClr val="tx1"/>
                </a:solidFill>
                <a:latin typeface="华文中宋" panose="02010600040101010101" pitchFamily="2" charset="-122"/>
              </a:rPr>
              <a:t>分治法算法构架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552" y="1844824"/>
            <a:ext cx="8424291" cy="449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solidFill>
                  <a:srgbClr val="7375CD"/>
                </a:solidFill>
                <a:latin typeface="Input" panose="02000506020000090004" pitchFamily="2" charset="0"/>
              </a:rPr>
              <a:t>divide-and-conquer</a:t>
            </a:r>
            <a:r>
              <a:rPr kumimoji="0" lang="en-US" altLang="zh-CN" sz="2000" b="1" dirty="0">
                <a:latin typeface="Input" panose="02000506020000090004" pitchFamily="2" charset="0"/>
              </a:rPr>
              <a:t>(P)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latin typeface="Input" panose="02000506020000090004" pitchFamily="2" charset="0"/>
              </a:rPr>
              <a:t>{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latin typeface="Input" panose="02000506020000090004" pitchFamily="2" charset="0"/>
              </a:rPr>
              <a:t>    if ( | P | &lt;= n</a:t>
            </a:r>
            <a:r>
              <a:rPr kumimoji="0" lang="en-US" altLang="zh-CN" sz="1200" b="1" dirty="0">
                <a:latin typeface="Input" panose="02000506020000090004" pitchFamily="2" charset="0"/>
              </a:rPr>
              <a:t>0</a:t>
            </a:r>
            <a:r>
              <a:rPr kumimoji="0" lang="en-US" altLang="zh-CN" sz="2000" b="1" dirty="0">
                <a:latin typeface="Input" panose="02000506020000090004" pitchFamily="2" charset="0"/>
              </a:rPr>
              <a:t>)  </a:t>
            </a:r>
            <a:r>
              <a:rPr kumimoji="0" lang="en-US" altLang="zh-CN" sz="2000" b="1" dirty="0" err="1">
                <a:latin typeface="Input" panose="02000506020000090004" pitchFamily="2" charset="0"/>
              </a:rPr>
              <a:t>adhoc</a:t>
            </a:r>
            <a:r>
              <a:rPr kumimoji="0" lang="en-US" altLang="zh-CN" sz="2000" b="1" dirty="0">
                <a:latin typeface="Input" panose="02000506020000090004" pitchFamily="2" charset="0"/>
              </a:rPr>
              <a:t>(P);   </a:t>
            </a:r>
            <a:r>
              <a:rPr kumimoji="0"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kumimoji="0"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直接解决小规模的问题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latin typeface="Input" panose="02000506020000090004" pitchFamily="2" charset="0"/>
              </a:rPr>
              <a:t>    将 </a:t>
            </a:r>
            <a:r>
              <a:rPr kumimoji="0" lang="en-US" altLang="zh-CN" sz="2000" b="1" dirty="0">
                <a:latin typeface="Input" panose="02000506020000090004" pitchFamily="2" charset="0"/>
              </a:rPr>
              <a:t>P</a:t>
            </a:r>
            <a:r>
              <a:rPr kumimoji="0" lang="zh-CN" altLang="en-US" sz="2000" b="1" dirty="0">
                <a:latin typeface="Input" panose="02000506020000090004" pitchFamily="2" charset="0"/>
              </a:rPr>
              <a:t>分解为子问题 </a:t>
            </a:r>
            <a:r>
              <a:rPr kumimoji="0" lang="en-US" altLang="zh-CN" sz="2000" b="1" dirty="0">
                <a:latin typeface="Input" panose="02000506020000090004" pitchFamily="2" charset="0"/>
              </a:rPr>
              <a:t>P</a:t>
            </a:r>
            <a:r>
              <a:rPr kumimoji="0" lang="en-US" altLang="zh-CN" sz="1400" b="1" dirty="0">
                <a:latin typeface="Input" panose="02000506020000090004" pitchFamily="2" charset="0"/>
              </a:rPr>
              <a:t>1</a:t>
            </a:r>
            <a:r>
              <a:rPr kumimoji="0" lang="en-US" altLang="zh-CN" sz="2000" b="1" dirty="0">
                <a:latin typeface="Input" panose="02000506020000090004" pitchFamily="2" charset="0"/>
              </a:rPr>
              <a:t>,P</a:t>
            </a:r>
            <a:r>
              <a:rPr kumimoji="0" lang="en-US" altLang="zh-CN" sz="1400" b="1" dirty="0">
                <a:latin typeface="Input" panose="02000506020000090004" pitchFamily="2" charset="0"/>
              </a:rPr>
              <a:t>2</a:t>
            </a:r>
            <a:r>
              <a:rPr kumimoji="0" lang="en-US" altLang="zh-CN" sz="2000" b="1" dirty="0">
                <a:latin typeface="Input" panose="02000506020000090004" pitchFamily="2" charset="0"/>
              </a:rPr>
              <a:t>,...,</a:t>
            </a:r>
            <a:r>
              <a:rPr kumimoji="0" lang="en-US" altLang="zh-CN" sz="2000" b="1" dirty="0" err="1">
                <a:latin typeface="Input" panose="02000506020000090004" pitchFamily="2" charset="0"/>
              </a:rPr>
              <a:t>P</a:t>
            </a:r>
            <a:r>
              <a:rPr kumimoji="0" lang="en-US" altLang="zh-CN" sz="1400" b="1" dirty="0" err="1">
                <a:latin typeface="Input" panose="02000506020000090004" pitchFamily="2" charset="0"/>
              </a:rPr>
              <a:t>k</a:t>
            </a:r>
            <a:r>
              <a:rPr kumimoji="0" lang="zh-CN" altLang="en-US" sz="2000" b="1" dirty="0">
                <a:latin typeface="Input" panose="02000506020000090004" pitchFamily="2" charset="0"/>
              </a:rPr>
              <a:t>；</a:t>
            </a:r>
            <a:r>
              <a:rPr kumimoji="0"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kumimoji="0"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分解问题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latin typeface="Input" panose="02000506020000090004" pitchFamily="2" charset="0"/>
              </a:rPr>
              <a:t>    </a:t>
            </a:r>
            <a:r>
              <a:rPr kumimoji="0" lang="en-US" altLang="zh-CN" sz="2000" b="1" dirty="0">
                <a:latin typeface="Input" panose="02000506020000090004" pitchFamily="2" charset="0"/>
              </a:rPr>
              <a:t>for (</a:t>
            </a:r>
            <a:r>
              <a:rPr kumimoji="0" lang="en-US" altLang="zh-CN" sz="2000" b="1" dirty="0" err="1">
                <a:latin typeface="Input" panose="02000506020000090004" pitchFamily="2" charset="0"/>
              </a:rPr>
              <a:t>i</a:t>
            </a:r>
            <a:r>
              <a:rPr kumimoji="0" lang="en-US" altLang="zh-CN" sz="2000" b="1" dirty="0">
                <a:latin typeface="Input" panose="02000506020000090004" pitchFamily="2" charset="0"/>
              </a:rPr>
              <a:t>=1,i&lt;=</a:t>
            </a:r>
            <a:r>
              <a:rPr kumimoji="0" lang="en-US" altLang="zh-CN" sz="2000" b="1" dirty="0" err="1">
                <a:latin typeface="Input" panose="02000506020000090004" pitchFamily="2" charset="0"/>
              </a:rPr>
              <a:t>k,i</a:t>
            </a:r>
            <a:r>
              <a:rPr kumimoji="0" lang="en-US" altLang="zh-CN" sz="2000" b="1" dirty="0">
                <a:latin typeface="Input" panose="02000506020000090004" pitchFamily="2" charset="0"/>
              </a:rPr>
              <a:t>++)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000" b="1" dirty="0">
                <a:latin typeface="Input" panose="02000506020000090004" pitchFamily="2" charset="0"/>
              </a:rPr>
              <a:t>      </a:t>
            </a:r>
            <a:r>
              <a:rPr kumimoji="0" lang="en-US" altLang="zh-CN" sz="2000" b="1" dirty="0" err="1">
                <a:latin typeface="Input" panose="02000506020000090004" pitchFamily="2" charset="0"/>
              </a:rPr>
              <a:t>yi</a:t>
            </a:r>
            <a:r>
              <a:rPr kumimoji="0" lang="en-US" altLang="zh-CN" sz="2000" b="1" dirty="0">
                <a:latin typeface="Input" panose="02000506020000090004" pitchFamily="2" charset="0"/>
              </a:rPr>
              <a:t>=</a:t>
            </a:r>
            <a:r>
              <a:rPr kumimoji="0" lang="en-US" altLang="zh-CN" sz="2000" b="1" dirty="0">
                <a:solidFill>
                  <a:srgbClr val="7375CD"/>
                </a:solidFill>
                <a:latin typeface="Input" panose="02000506020000090004" pitchFamily="2" charset="0"/>
              </a:rPr>
              <a:t>divide-and-conquer</a:t>
            </a:r>
            <a:r>
              <a:rPr kumimoji="0" lang="en-US" altLang="zh-CN" sz="2000" b="1" dirty="0">
                <a:latin typeface="Input" panose="02000506020000090004" pitchFamily="2" charset="0"/>
              </a:rPr>
              <a:t>(P</a:t>
            </a:r>
            <a:r>
              <a:rPr kumimoji="0" lang="en-US" altLang="zh-CN" sz="1400" b="1" dirty="0">
                <a:latin typeface="Input" panose="02000506020000090004" pitchFamily="2" charset="0"/>
              </a:rPr>
              <a:t>i</a:t>
            </a:r>
            <a:r>
              <a:rPr kumimoji="0" lang="en-US" altLang="zh-CN" sz="2000" b="1" dirty="0">
                <a:latin typeface="Input" panose="02000506020000090004" pitchFamily="2" charset="0"/>
              </a:rPr>
              <a:t>);  </a:t>
            </a:r>
            <a:r>
              <a:rPr kumimoji="0"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kumimoji="0"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递归地解各子问题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latin typeface="Input" panose="02000506020000090004" pitchFamily="2" charset="0"/>
              </a:rPr>
              <a:t>    </a:t>
            </a:r>
            <a:r>
              <a:rPr kumimoji="0" lang="en-US" altLang="zh-CN" sz="2000" b="1" dirty="0">
                <a:latin typeface="Input" panose="02000506020000090004" pitchFamily="2" charset="0"/>
              </a:rPr>
              <a:t>return merge(y</a:t>
            </a:r>
            <a:r>
              <a:rPr kumimoji="0" lang="en-US" altLang="zh-CN" sz="1400" b="1" dirty="0">
                <a:latin typeface="Input" panose="02000506020000090004" pitchFamily="2" charset="0"/>
              </a:rPr>
              <a:t>1</a:t>
            </a:r>
            <a:r>
              <a:rPr kumimoji="0" lang="en-US" altLang="zh-CN" sz="2000" b="1" dirty="0">
                <a:latin typeface="Input" panose="02000506020000090004" pitchFamily="2" charset="0"/>
              </a:rPr>
              <a:t>,...,</a:t>
            </a:r>
            <a:r>
              <a:rPr kumimoji="0" lang="en-US" altLang="zh-CN" sz="2000" b="1" dirty="0" err="1">
                <a:latin typeface="Input" panose="02000506020000090004" pitchFamily="2" charset="0"/>
              </a:rPr>
              <a:t>y</a:t>
            </a:r>
            <a:r>
              <a:rPr kumimoji="0" lang="en-US" altLang="zh-CN" sz="1400" b="1" dirty="0" err="1">
                <a:latin typeface="Input" panose="02000506020000090004" pitchFamily="2" charset="0"/>
              </a:rPr>
              <a:t>k</a:t>
            </a:r>
            <a:r>
              <a:rPr kumimoji="0" lang="en-US" altLang="zh-CN" sz="2000" b="1" dirty="0">
                <a:latin typeface="Input" panose="02000506020000090004" pitchFamily="2" charset="0"/>
              </a:rPr>
              <a:t>);  </a:t>
            </a:r>
            <a:r>
              <a:rPr kumimoji="0"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kumimoji="0"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将各子问题的解合并为原问题的解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000" b="1" dirty="0">
                <a:latin typeface="Input" panose="02000506020000090004" pitchFamily="2" charset="0"/>
              </a:rPr>
              <a:t> </a:t>
            </a:r>
            <a:r>
              <a:rPr kumimoji="0" lang="en-US" altLang="zh-CN" sz="2000" b="1" dirty="0">
                <a:latin typeface="Input" panose="02000506020000090004" pitchFamily="2" charset="0"/>
              </a:rPr>
              <a:t>}</a:t>
            </a:r>
          </a:p>
          <a:p>
            <a:pPr eaLnBrk="1" hangingPunct="1">
              <a:lnSpc>
                <a:spcPct val="130000"/>
              </a:lnSpc>
            </a:pPr>
            <a:endParaRPr lang="en-US" altLang="zh-CN" sz="24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A5C3139-7F1E-0DA1-C368-157F9D3ED058}"/>
                  </a:ext>
                </a:extLst>
              </p14:cNvPr>
              <p14:cNvContentPartPr/>
              <p14:nvPr/>
            </p14:nvContentPartPr>
            <p14:xfrm>
              <a:off x="876240" y="3569040"/>
              <a:ext cx="3875400" cy="11894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A5C3139-7F1E-0DA1-C368-157F9D3ED0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6880" y="3559680"/>
                <a:ext cx="3894120" cy="120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533400" y="1498600"/>
            <a:ext cx="6145213" cy="1084263"/>
            <a:chOff x="432" y="2879"/>
            <a:chExt cx="3871" cy="683"/>
          </a:xfrm>
        </p:grpSpPr>
        <p:sp>
          <p:nvSpPr>
            <p:cNvPr id="23565" name="Rectangle 3"/>
            <p:cNvSpPr>
              <a:spLocks noChangeArrowheads="1"/>
            </p:cNvSpPr>
            <p:nvPr/>
          </p:nvSpPr>
          <p:spPr bwMode="auto">
            <a:xfrm>
              <a:off x="2062" y="2879"/>
              <a:ext cx="769" cy="24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P</a:t>
              </a:r>
              <a:endParaRPr lang="en-US" altLang="zh-CN" sz="24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66" name="Rectangle 4"/>
            <p:cNvSpPr>
              <a:spLocks noChangeArrowheads="1"/>
            </p:cNvSpPr>
            <p:nvPr/>
          </p:nvSpPr>
          <p:spPr bwMode="auto">
            <a:xfrm>
              <a:off x="432" y="3322"/>
              <a:ext cx="528" cy="240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bg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P</a:t>
              </a:r>
              <a:r>
                <a:rPr lang="en-US" altLang="zh-CN" sz="2800" b="1" baseline="-25000" dirty="0">
                  <a:solidFill>
                    <a:schemeClr val="bg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  <a:endParaRPr lang="en-US" altLang="zh-CN" sz="24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67" name="Rectangle 5"/>
            <p:cNvSpPr>
              <a:spLocks noChangeArrowheads="1"/>
            </p:cNvSpPr>
            <p:nvPr/>
          </p:nvSpPr>
          <p:spPr bwMode="auto">
            <a:xfrm>
              <a:off x="1766" y="3322"/>
              <a:ext cx="528" cy="240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bg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P</a:t>
              </a:r>
              <a:r>
                <a:rPr lang="en-US" altLang="zh-CN" sz="2800" b="1" baseline="-25000" dirty="0">
                  <a:solidFill>
                    <a:schemeClr val="bg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68" name="Rectangle 6"/>
            <p:cNvSpPr>
              <a:spLocks noChangeArrowheads="1"/>
            </p:cNvSpPr>
            <p:nvPr/>
          </p:nvSpPr>
          <p:spPr bwMode="auto">
            <a:xfrm>
              <a:off x="3775" y="3322"/>
              <a:ext cx="528" cy="240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</a:ln>
          </p:spPr>
          <p:txBody>
            <a:bodyPr wrap="none" lIns="0" tIns="0" rIns="0" bIns="0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 dirty="0">
                  <a:solidFill>
                    <a:schemeClr val="bg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P</a:t>
              </a:r>
              <a:r>
                <a:rPr lang="en-US" altLang="zh-CN" sz="2800" b="1" baseline="-25000" dirty="0">
                  <a:solidFill>
                    <a:schemeClr val="bg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a</a:t>
              </a:r>
              <a:endParaRPr lang="en-US" altLang="zh-CN" sz="24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69" name="Text Box 7"/>
            <p:cNvSpPr txBox="1">
              <a:spLocks noChangeArrowheads="1"/>
            </p:cNvSpPr>
            <p:nvPr/>
          </p:nvSpPr>
          <p:spPr bwMode="auto">
            <a:xfrm>
              <a:off x="3003" y="3321"/>
              <a:ext cx="57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…</a:t>
              </a:r>
              <a:endParaRPr lang="en-US" altLang="zh-CN" sz="24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70" name="Line 8"/>
            <p:cNvSpPr>
              <a:spLocks noChangeShapeType="1"/>
            </p:cNvSpPr>
            <p:nvPr/>
          </p:nvSpPr>
          <p:spPr bwMode="auto">
            <a:xfrm>
              <a:off x="672" y="3223"/>
              <a:ext cx="33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71" name="Line 9"/>
            <p:cNvSpPr>
              <a:spLocks noChangeShapeType="1"/>
            </p:cNvSpPr>
            <p:nvPr/>
          </p:nvSpPr>
          <p:spPr bwMode="auto">
            <a:xfrm>
              <a:off x="671" y="32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72" name="Line 10"/>
            <p:cNvSpPr>
              <a:spLocks noChangeShapeType="1"/>
            </p:cNvSpPr>
            <p:nvPr/>
          </p:nvSpPr>
          <p:spPr bwMode="auto">
            <a:xfrm>
              <a:off x="2448" y="312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73" name="Line 11"/>
            <p:cNvSpPr>
              <a:spLocks noChangeShapeType="1"/>
            </p:cNvSpPr>
            <p:nvPr/>
          </p:nvSpPr>
          <p:spPr bwMode="auto">
            <a:xfrm>
              <a:off x="2016" y="32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74" name="Line 12"/>
            <p:cNvSpPr>
              <a:spLocks noChangeShapeType="1"/>
            </p:cNvSpPr>
            <p:nvPr/>
          </p:nvSpPr>
          <p:spPr bwMode="auto">
            <a:xfrm>
              <a:off x="4032" y="321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1466850" y="2198350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(n’)</a:t>
            </a:r>
            <a:endParaRPr lang="en-US" altLang="zh-CN" sz="2400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3524250" y="2200275"/>
            <a:ext cx="990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(n’)</a:t>
            </a:r>
            <a:endParaRPr lang="en-US" altLang="zh-CN" sz="2400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6705600" y="2184400"/>
            <a:ext cx="914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(n’)</a:t>
            </a:r>
          </a:p>
        </p:txBody>
      </p:sp>
      <p:sp>
        <p:nvSpPr>
          <p:cNvPr id="10256" name="Text Box 16"/>
          <p:cNvSpPr txBox="1">
            <a:spLocks noChangeArrowheads="1"/>
          </p:cNvSpPr>
          <p:nvPr/>
        </p:nvSpPr>
        <p:spPr bwMode="auto">
          <a:xfrm>
            <a:off x="4286250" y="1422400"/>
            <a:ext cx="106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</a:p>
        </p:txBody>
      </p:sp>
      <p:grpSp>
        <p:nvGrpSpPr>
          <p:cNvPr id="3" name="Group 17"/>
          <p:cNvGrpSpPr/>
          <p:nvPr/>
        </p:nvGrpSpPr>
        <p:grpSpPr bwMode="auto">
          <a:xfrm>
            <a:off x="6267450" y="2043113"/>
            <a:ext cx="2514600" cy="611187"/>
            <a:chOff x="3948" y="864"/>
            <a:chExt cx="1584" cy="385"/>
          </a:xfrm>
        </p:grpSpPr>
        <p:sp>
          <p:nvSpPr>
            <p:cNvPr id="23562" name="Text Box 18"/>
            <p:cNvSpPr txBox="1">
              <a:spLocks noChangeArrowheads="1"/>
            </p:cNvSpPr>
            <p:nvPr/>
          </p:nvSpPr>
          <p:spPr bwMode="auto">
            <a:xfrm>
              <a:off x="5004" y="978"/>
              <a:ext cx="528" cy="271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f(n’)</a:t>
              </a:r>
              <a:endParaRPr lang="en-US" altLang="zh-CN" sz="24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63" name="Line 19"/>
            <p:cNvSpPr>
              <a:spLocks noChangeShapeType="1"/>
            </p:cNvSpPr>
            <p:nvPr/>
          </p:nvSpPr>
          <p:spPr bwMode="auto">
            <a:xfrm>
              <a:off x="3948" y="864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23564" name="Line 20"/>
            <p:cNvSpPr>
              <a:spLocks noChangeShapeType="1"/>
            </p:cNvSpPr>
            <p:nvPr/>
          </p:nvSpPr>
          <p:spPr bwMode="auto">
            <a:xfrm>
              <a:off x="5292" y="864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0" y="3779838"/>
            <a:ext cx="914400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有：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T</a:t>
            </a:r>
            <a:r>
              <a:rPr lang="en-US" altLang="zh-CN" sz="32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(n’) + T</a:t>
            </a:r>
            <a:r>
              <a:rPr lang="en-US" altLang="zh-CN" sz="32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(n’) + 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…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T</a:t>
            </a:r>
            <a:r>
              <a:rPr lang="en-US" altLang="zh-CN" sz="32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k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(n’) + f</a:t>
            </a: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(n’)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23561" name="Rectangle 2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 sz="3600" b="1" dirty="0">
                <a:solidFill>
                  <a:schemeClr val="tx1"/>
                </a:solidFill>
              </a:rPr>
              <a:t>2.2.3 </a:t>
            </a:r>
            <a:r>
              <a:rPr kumimoji="0" lang="zh-CN" altLang="en-US" sz="3600" b="1" dirty="0">
                <a:solidFill>
                  <a:schemeClr val="tx1"/>
                </a:solidFill>
              </a:rPr>
              <a:t>分治法示例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3" grpId="0" autoUpdateAnimBg="0"/>
      <p:bldP spid="10254" grpId="0" autoUpdateAnimBg="0"/>
      <p:bldP spid="10255" grpId="0" autoUpdateAnimBg="0"/>
      <p:bldP spid="10256" grpId="0" autoUpdateAnimBg="0"/>
      <p:bldP spid="10261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3600" b="1" dirty="0">
                <a:solidFill>
                  <a:srgbClr val="AC2F36"/>
                </a:solidFill>
              </a:rPr>
              <a:t>2.2.4 </a:t>
            </a:r>
            <a:r>
              <a:rPr lang="zh-CN" altLang="en-US" sz="3600" b="1" dirty="0">
                <a:solidFill>
                  <a:srgbClr val="AC2F36"/>
                </a:solidFill>
              </a:rPr>
              <a:t>代价分析</a:t>
            </a:r>
            <a:r>
              <a:rPr lang="en-US" altLang="zh-CN" sz="3600" b="1" dirty="0">
                <a:solidFill>
                  <a:srgbClr val="AC2F36"/>
                </a:solidFill>
              </a:rPr>
              <a:t>—</a:t>
            </a:r>
            <a:r>
              <a:rPr lang="zh-CN" altLang="en-US" sz="3600" b="1" dirty="0">
                <a:solidFill>
                  <a:srgbClr val="AC2F36"/>
                </a:solidFill>
              </a:rPr>
              <a:t>展开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371600"/>
            <a:ext cx="1295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T(n) =</a:t>
            </a:r>
          </a:p>
        </p:txBody>
      </p:sp>
      <p:sp>
        <p:nvSpPr>
          <p:cNvPr id="69636" name="AutoShape 4"/>
          <p:cNvSpPr/>
          <p:nvPr/>
        </p:nvSpPr>
        <p:spPr bwMode="auto">
          <a:xfrm>
            <a:off x="2081213" y="1394400"/>
            <a:ext cx="204787" cy="716399"/>
          </a:xfrm>
          <a:prstGeom prst="leftBrace">
            <a:avLst>
              <a:gd name="adj1" fmla="val 37209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69637" name="Text Box 5"/>
          <p:cNvSpPr txBox="1">
            <a:spLocks noChangeArrowheads="1"/>
          </p:cNvSpPr>
          <p:nvPr/>
        </p:nvSpPr>
        <p:spPr bwMode="auto">
          <a:xfrm>
            <a:off x="2514600" y="1858963"/>
            <a:ext cx="6019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aT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(n/b)  + f</a:t>
            </a: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(n)        n&gt;1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2514600" y="1143000"/>
            <a:ext cx="457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O(1)                          n=1  </a:t>
            </a:r>
          </a:p>
        </p:txBody>
      </p:sp>
      <p:sp>
        <p:nvSpPr>
          <p:cNvPr id="69639" name="Text Box 7"/>
          <p:cNvSpPr txBox="1">
            <a:spLocks noChangeArrowheads="1"/>
          </p:cNvSpPr>
          <p:nvPr/>
        </p:nvSpPr>
        <p:spPr bwMode="auto">
          <a:xfrm>
            <a:off x="533400" y="3048000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记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n=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30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,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则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T(n)=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(1)+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41" name="Object 9"/>
              <p:cNvSpPr txBox="1"/>
              <p:nvPr/>
            </p:nvSpPr>
            <p:spPr bwMode="auto">
              <a:xfrm>
                <a:off x="4191000" y="2743200"/>
                <a:ext cx="29718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964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743200"/>
                <a:ext cx="2971800" cy="1143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2590800" y="3886200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=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baseline="30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log</a:t>
            </a:r>
            <a:r>
              <a:rPr lang="en-US" altLang="zh-CN" sz="2800" b="1" baseline="30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baseline="10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40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+</a:t>
            </a:r>
            <a:endParaRPr lang="en-US" altLang="zh-CN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45" name="Object 13"/>
              <p:cNvSpPr txBox="1"/>
              <p:nvPr/>
            </p:nvSpPr>
            <p:spPr bwMode="auto">
              <a:xfrm>
                <a:off x="5257800" y="3581400"/>
                <a:ext cx="27432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964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800" y="3581400"/>
                <a:ext cx="2743200" cy="1143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6" name="Text Box 14"/>
          <p:cNvSpPr txBox="1">
            <a:spLocks noChangeArrowheads="1"/>
          </p:cNvSpPr>
          <p:nvPr/>
        </p:nvSpPr>
        <p:spPr bwMode="auto">
          <a:xfrm>
            <a:off x="609600" y="5257800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对一般的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，如何估计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？  </a:t>
            </a:r>
          </a:p>
        </p:txBody>
      </p:sp>
      <p:sp>
        <p:nvSpPr>
          <p:cNvPr id="69647" name="Rectangle 15"/>
          <p:cNvSpPr>
            <a:spLocks noChangeArrowheads="1"/>
          </p:cNvSpPr>
          <p:nvPr/>
        </p:nvSpPr>
        <p:spPr bwMode="auto">
          <a:xfrm>
            <a:off x="381000" y="4784803"/>
            <a:ext cx="8382000" cy="16319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注意：递归方程解只给出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等于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的方幂时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的值，但是如果认为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  <a:r>
              <a:rPr kumimoji="0" lang="zh-CN" altLang="en-US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足够平滑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，那么由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n= 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30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t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的值可以估计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的增长速度。通常假定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是单调上升的，从而当</a:t>
            </a:r>
            <a:r>
              <a:rPr kumimoji="0" lang="en-US" altLang="zh-CN" sz="2400" b="1" dirty="0" err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kumimoji="0" lang="en-US" altLang="zh-CN" sz="2400" b="1" baseline="30000" dirty="0" err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kumimoji="0" lang="en-US" altLang="zh-CN" sz="2400" b="1" dirty="0" err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≤n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&lt;b</a:t>
            </a:r>
            <a:r>
              <a:rPr kumimoji="0" lang="en-US" altLang="zh-CN" sz="2400" b="1" baseline="30000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i+1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时，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T(b</a:t>
            </a:r>
            <a:r>
              <a:rPr kumimoji="0" lang="en-US" altLang="zh-CN" sz="2400" b="1" baseline="30000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)≤T(n)&lt;T(b</a:t>
            </a:r>
            <a:r>
              <a:rPr kumimoji="0" lang="en-US" altLang="zh-CN" sz="2400" b="1" baseline="30000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i+1</a:t>
            </a:r>
            <a:r>
              <a:rPr kumimoji="0" lang="en-US" altLang="zh-CN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  <a:r>
              <a:rPr kumimoji="0" lang="zh-CN" altLang="en-US" sz="24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。该处理方式有一般性。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4724125E-5DCE-BFFA-52D4-A8ACAB9BC92A}"/>
                  </a:ext>
                </a:extLst>
              </p14:cNvPr>
              <p14:cNvContentPartPr/>
              <p14:nvPr/>
            </p14:nvContentPartPr>
            <p14:xfrm>
              <a:off x="436680" y="5479920"/>
              <a:ext cx="7877880" cy="9201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4724125E-5DCE-BFFA-52D4-A8ACAB9BC9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7320" y="5470560"/>
                <a:ext cx="7896600" cy="93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animBg="1"/>
      <p:bldP spid="69637" grpId="0" autoUpdateAnimBg="0"/>
      <p:bldP spid="69638" grpId="0" autoUpdateAnimBg="0"/>
      <p:bldP spid="69639" grpId="0" autoUpdateAnimBg="0"/>
      <p:bldP spid="69643" grpId="0" autoUpdateAnimBg="0"/>
      <p:bldP spid="69646" grpId="0" autoUpdateAnimBg="0"/>
      <p:bldP spid="69647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94462" y="151182"/>
            <a:ext cx="7008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AC2F3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2.2.4 </a:t>
            </a:r>
            <a:r>
              <a:rPr lang="zh-CN" altLang="en-US" sz="4000" b="1" dirty="0">
                <a:solidFill>
                  <a:srgbClr val="AC2F3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代价分析</a:t>
            </a:r>
            <a:r>
              <a:rPr lang="en-US" altLang="zh-CN" sz="4000" b="1" dirty="0">
                <a:solidFill>
                  <a:srgbClr val="AC2F3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—</a:t>
            </a:r>
            <a:r>
              <a:rPr lang="zh-CN" altLang="en-US" sz="4000" b="1" dirty="0">
                <a:solidFill>
                  <a:srgbClr val="AC2F36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主定理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16036" y="1214533"/>
            <a:ext cx="3413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求解递推方程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1519012" y="2112372"/>
                <a:ext cx="4524375" cy="64135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aT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latin typeface="Palatino Linotype" panose="0204050205050503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012" y="2112372"/>
                <a:ext cx="4524375" cy="641351"/>
              </a:xfrm>
              <a:prstGeom prst="rect">
                <a:avLst/>
              </a:prstGeom>
              <a:blipFill rotWithShape="1">
                <a:blip r:embed="rId3"/>
                <a:stretch>
                  <a:fillRect l="-2" t="-56" r="2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6"/>
          <p:cNvSpPr/>
          <p:nvPr/>
        </p:nvSpPr>
        <p:spPr>
          <a:xfrm>
            <a:off x="1240882" y="1905998"/>
            <a:ext cx="4802505" cy="941071"/>
          </a:xfrm>
          <a:prstGeom prst="roundRect">
            <a:avLst/>
          </a:prstGeom>
          <a:noFill/>
          <a:ln w="28575" cmpd="sng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1381" y="3123566"/>
            <a:ext cx="71805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a: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归约后的子问题个数</a:t>
            </a:r>
          </a:p>
          <a:p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n/b: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归约后子问题的规模</a:t>
            </a:r>
          </a:p>
          <a:p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f(n):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规约过程及组合子问题的解的工作量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9932" y="4845052"/>
            <a:ext cx="3596005" cy="1157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b="1">
                <a:latin typeface="Palatino Linotype" panose="02040502050505030304" pitchFamily="18" charset="0"/>
                <a:ea typeface="华文中宋" panose="02010600040101010101" pitchFamily="2" charset="-122"/>
              </a:rPr>
              <a:t>二分检索：</a:t>
            </a:r>
          </a:p>
          <a:p>
            <a:pPr>
              <a:lnSpc>
                <a:spcPct val="130000"/>
              </a:lnSpc>
            </a:pPr>
            <a:r>
              <a:rPr lang="zh-CN" altLang="en-US" sz="2800" b="1">
                <a:latin typeface="Palatino Linotype" panose="02040502050505030304" pitchFamily="18" charset="0"/>
                <a:ea typeface="华文中宋" panose="02010600040101010101" pitchFamily="2" charset="-122"/>
              </a:rPr>
              <a:t>二分归并排序：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>
                <a:hlinkClick r:id="" action="ppaction://ole?verb=0"/>
              </p:cNvPr>
              <p:cNvSpPr txBox="1"/>
              <p:nvPr/>
            </p:nvSpPr>
            <p:spPr>
              <a:xfrm>
                <a:off x="3556003" y="4864026"/>
                <a:ext cx="2685415" cy="48831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/2)+1</m:t>
                      </m:r>
                    </m:oMath>
                  </m:oMathPara>
                </a14:m>
                <a:endParaRPr lang="zh-CN" altLang="en-US" sz="2400" dirty="0">
                  <a:latin typeface="Palatino Linotype" panose="02040502050505030304" pitchFamily="18" charset="0"/>
                  <a:ea typeface="华文中宋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对象 9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03" y="4864026"/>
                <a:ext cx="2685415" cy="488315"/>
              </a:xfrm>
              <a:prstGeom prst="rect">
                <a:avLst/>
              </a:prstGeom>
              <a:blipFill rotWithShape="1">
                <a:blip r:embed="rId4"/>
                <a:stretch>
                  <a:fillRect t="-115" b="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>
                <a:hlinkClick r:id="" action="ppaction://ole?verb=0"/>
              </p:cNvPr>
              <p:cNvSpPr txBox="1"/>
              <p:nvPr/>
            </p:nvSpPr>
            <p:spPr>
              <a:xfrm>
                <a:off x="3512972" y="5475924"/>
                <a:ext cx="3848847" cy="48831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/2)+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400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1" name="对象 10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972" y="5475924"/>
                <a:ext cx="3848847" cy="488315"/>
              </a:xfrm>
              <a:prstGeom prst="rect">
                <a:avLst/>
              </a:prstGeom>
              <a:blipFill rotWithShape="1">
                <a:blip r:embed="rId5"/>
                <a:stretch>
                  <a:fillRect l="-4" t="-65" r="7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1787" y="518160"/>
            <a:ext cx="23006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主定理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1520" y="1360917"/>
            <a:ext cx="1524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定理：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1357222" y="1502912"/>
                <a:ext cx="7768365" cy="11271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r>
                  <a:rPr lang="zh-CN" altLang="en-US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为常数。𝑓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(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𝑛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)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为函数，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T(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𝑛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)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为非负整数，且</a:t>
                </a:r>
                <a14:m>
                  <m:oMath xmlns:m="http://schemas.openxmlformats.org/officeDocument/2006/math"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𝑻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𝒂𝑻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𝒃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)+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zh-CN" altLang="en-US" sz="2400" b="1" dirty="0">
                    <a:latin typeface="华文中宋" panose="02010600040101010101" pitchFamily="2" charset="-122"/>
                    <a:ea typeface="华文中宋" panose="02010600040101010101" pitchFamily="2" charset="-122"/>
                    <a:cs typeface="Times New Roman" panose="02020603050405020304" pitchFamily="18" charset="0"/>
                  </a:rPr>
                  <a:t> 则</a:t>
                </a:r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222" y="1502912"/>
                <a:ext cx="7768365" cy="1127125"/>
              </a:xfrm>
              <a:prstGeom prst="rect">
                <a:avLst/>
              </a:prstGeom>
              <a:blipFill rotWithShape="1">
                <a:blip r:embed="rId3"/>
                <a:stretch>
                  <a:fillRect l="-3" t="-3368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1203082" y="2744997"/>
                <a:ext cx="9107171" cy="386461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func>
                              <m:funcPr>
                                <m:ctrlP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zh-CN" altLang="en-US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altLang="en-US" sz="2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zh-CN" altLang="en-US" sz="24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4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e>
                            </m:func>
                            <m:r>
                              <a:rPr lang="zh-CN" altLang="en-U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zh-CN" altLang="en-US" sz="24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ε</m:t>
                            </m:r>
                          </m:sup>
                        </m:sSup>
                      </m:e>
                    </m:d>
                    <m: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ε</m:t>
                    </m:r>
                    <m:r>
                      <a:rPr lang="zh-CN" altLang="en-US" sz="2400" i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&gt;0,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那么</a:t>
                </a:r>
                <a:b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       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 dirty="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m:t>2. </m:t>
                      </m:r>
                      <m:r>
                        <m:rPr>
                          <m:nor/>
                        </m:rPr>
                        <a:rPr lang="zh-CN" altLang="en-US" sz="2400" dirty="0">
                          <a:solidFill>
                            <a:srgbClr val="000000"/>
                          </a:solidFill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m:t>若</m:t>
                      </m:r>
                      <m:r>
                        <a:rPr lang="en-US" altLang="zh-CN" sz="2400" i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f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n</m:t>
                          </m:r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a</m:t>
                                  </m:r>
                                </m:e>
                              </m:func>
                            </m:sup>
                          </m:sSup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那么</m:t>
                      </m:r>
                    </m:oMath>
                    <m:oMath xmlns:m="http://schemas.openxmlformats.org/officeDocument/2006/math"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       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3.</m:t>
                      </m:r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若</m:t>
                      </m:r>
                      <m:r>
                        <m:rPr>
                          <m:sty m:val="p"/>
                        </m:rP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f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n</m:t>
                          </m:r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Ω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n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4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b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a</m:t>
                                  </m:r>
                                </m:e>
                              </m:func>
                              <m: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ε</m:t>
                              </m:r>
                            </m:sup>
                          </m:sSup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ε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&gt;0,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且对于某个常数</m:t>
                      </m:r>
                    </m:oMath>
                    <m:oMath xmlns:m="http://schemas.openxmlformats.org/officeDocument/2006/math"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 </m:t>
                      </m:r>
                      <m:r>
                        <m:rPr>
                          <m:sty m:val="p"/>
                        </m:rP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c</m:t>
                      </m:r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&lt;1</m:t>
                      </m:r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和充分大的</m:t>
                      </m:r>
                      <m:r>
                        <m:rPr>
                          <m:sty m:val="p"/>
                        </m:rP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n</m:t>
                      </m:r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有</m:t>
                      </m:r>
                      <m:r>
                        <m:rPr>
                          <m:sty m:val="p"/>
                        </m:rP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af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n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b</m:t>
                              </m:r>
                            </m:den>
                          </m:f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cf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n</m:t>
                          </m:r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</m:t>
                      </m:r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那么</m:t>
                      </m:r>
                    </m:oMath>
                    <m:oMath xmlns:m="http://schemas.openxmlformats.org/officeDocument/2006/math">
                      <m: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       </m:t>
                      </m:r>
                      <m:r>
                        <m:rPr>
                          <m:sty m:val="p"/>
                        </m:rPr>
                        <a:rPr lang="zh-CN" altLang="en-US" sz="24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T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n</m:t>
                          </m:r>
                        </m:e>
                      </m:d>
                      <m: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4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Θ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f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n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082" y="2744997"/>
                <a:ext cx="9107171" cy="3864611"/>
              </a:xfrm>
              <a:prstGeom prst="rect">
                <a:avLst/>
              </a:prstGeom>
              <a:blipFill>
                <a:blip r:embed="rId4"/>
                <a:stretch>
                  <a:fillRect l="-1004" t="-6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椭圆形标注 7"/>
          <p:cNvSpPr/>
          <p:nvPr/>
        </p:nvSpPr>
        <p:spPr>
          <a:xfrm>
            <a:off x="5676040" y="3157201"/>
            <a:ext cx="1141731" cy="666751"/>
          </a:xfrm>
          <a:prstGeom prst="wedgeEllipseCallout">
            <a:avLst>
              <a:gd name="adj1" fmla="val -89321"/>
              <a:gd name="adj2" fmla="val -5009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5886542" y="3280188"/>
                <a:ext cx="720725" cy="29146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存在</m:t>
                      </m:r>
                      <m:r>
                        <a:rPr lang="zh-CN" altLang="en-US" sz="20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𝜀</m:t>
                      </m:r>
                    </m:oMath>
                  </m:oMathPara>
                </a14:m>
                <a:endParaRPr lang="zh-CN" altLang="en-US" sz="20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542" y="3280188"/>
                <a:ext cx="720725" cy="291465"/>
              </a:xfrm>
              <a:prstGeom prst="rect">
                <a:avLst/>
              </a:prstGeom>
              <a:blipFill rotWithShape="1">
                <a:blip r:embed="rId5"/>
                <a:stretch>
                  <a:fillRect l="-13" t="-142" r="13" b="-388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/>
          <p:cNvGrpSpPr/>
          <p:nvPr/>
        </p:nvGrpSpPr>
        <p:grpSpPr>
          <a:xfrm>
            <a:off x="6514775" y="3902780"/>
            <a:ext cx="1141731" cy="666751"/>
            <a:chOff x="8774665" y="4395064"/>
            <a:chExt cx="1141730" cy="666750"/>
          </a:xfrm>
        </p:grpSpPr>
        <p:sp>
          <p:nvSpPr>
            <p:cNvPr id="14" name="椭圆形标注 13"/>
            <p:cNvSpPr/>
            <p:nvPr/>
          </p:nvSpPr>
          <p:spPr>
            <a:xfrm>
              <a:off x="8774665" y="4395064"/>
              <a:ext cx="1141730" cy="666750"/>
            </a:xfrm>
            <a:prstGeom prst="wedgeEllipseCallout">
              <a:avLst>
                <a:gd name="adj1" fmla="val -160956"/>
                <a:gd name="adj2" fmla="val 61142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对象 14"/>
                <p:cNvSpPr txBox="1"/>
                <p:nvPr/>
              </p:nvSpPr>
              <p:spPr>
                <a:xfrm>
                  <a:off x="8985167" y="4540894"/>
                  <a:ext cx="720725" cy="29146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存在</m:t>
                        </m:r>
                        <m:r>
                          <a:rPr lang="zh-CN" alt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𝜀</m:t>
                        </m:r>
                      </m:oMath>
                    </m:oMathPara>
                  </a14:m>
                  <a:endParaRPr lang="zh-CN" altLang="en-US" sz="20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5" name="对象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85167" y="4540894"/>
                  <a:ext cx="720725" cy="29146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/>
          <p:cNvGrpSpPr/>
          <p:nvPr/>
        </p:nvGrpSpPr>
        <p:grpSpPr>
          <a:xfrm>
            <a:off x="724331" y="5576831"/>
            <a:ext cx="1410559" cy="763009"/>
            <a:chOff x="948055" y="5338575"/>
            <a:chExt cx="1410559" cy="763009"/>
          </a:xfrm>
        </p:grpSpPr>
        <p:sp>
          <p:nvSpPr>
            <p:cNvPr id="17" name="椭圆形标注 16"/>
            <p:cNvSpPr/>
            <p:nvPr/>
          </p:nvSpPr>
          <p:spPr>
            <a:xfrm>
              <a:off x="948055" y="5338575"/>
              <a:ext cx="1188720" cy="763009"/>
            </a:xfrm>
            <a:prstGeom prst="wedgeEllipseCallout">
              <a:avLst>
                <a:gd name="adj1" fmla="val 73611"/>
                <a:gd name="adj2" fmla="val -7064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对象 17"/>
                <p:cNvSpPr txBox="1"/>
                <p:nvPr/>
              </p:nvSpPr>
              <p:spPr>
                <a:xfrm>
                  <a:off x="948055" y="5495178"/>
                  <a:ext cx="1410559" cy="32829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存在</m:t>
                        </m:r>
                        <m:r>
                          <a:rPr lang="zh-CN" alt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𝑐</m:t>
                        </m:r>
                        <m:r>
                          <a:rPr lang="zh-CN" altLang="en-US" sz="2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和</m:t>
                        </m:r>
                        <m:sSub>
                          <m:sSubPr>
                            <m:ctrlPr>
                              <a:rPr lang="zh-CN" alt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𝑛</m:t>
                            </m:r>
                          </m:e>
                          <m:sub>
                            <m:r>
                              <a:rPr lang="zh-CN" altLang="en-US" sz="2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20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18" name="对象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055" y="5495178"/>
                  <a:ext cx="1410559" cy="32829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0" name="直接连接符 19"/>
          <p:cNvCxnSpPr/>
          <p:nvPr/>
        </p:nvCxnSpPr>
        <p:spPr>
          <a:xfrm>
            <a:off x="4246297" y="5578480"/>
            <a:ext cx="2140990" cy="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691EF6F-7555-4FAD-AC1A-5F82B8412392}"/>
                  </a:ext>
                </a:extLst>
              </p14:cNvPr>
              <p14:cNvContentPartPr/>
              <p14:nvPr/>
            </p14:nvContentPartPr>
            <p14:xfrm>
              <a:off x="4397760" y="2394720"/>
              <a:ext cx="360" cy="504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691EF6F-7555-4FAD-AC1A-5F82B84123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30760" y="1906200"/>
                <a:ext cx="2932560" cy="14184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63421" y="366527"/>
            <a:ext cx="1435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迭代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1029654" y="2597120"/>
                <a:ext cx="5983287" cy="502443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aln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𝑎𝑇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𝑎𝑇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2800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654" y="2597120"/>
                <a:ext cx="5983287" cy="5024439"/>
              </a:xfrm>
              <a:prstGeom prst="rect">
                <a:avLst/>
              </a:prstGeom>
              <a:blipFill rotWithShape="1">
                <a:blip r:embed="rId3"/>
                <a:stretch>
                  <a:fillRect l="-5" t="-12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>
                <a:hlinkClick r:id="" action="ppaction://ole?verb=0"/>
              </p:cNvPr>
              <p:cNvSpPr txBox="1"/>
              <p:nvPr/>
            </p:nvSpPr>
            <p:spPr>
              <a:xfrm>
                <a:off x="2421809" y="1593804"/>
                <a:ext cx="3637211" cy="45529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𝑎𝑇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对象 5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809" y="1593804"/>
                <a:ext cx="3637211" cy="455295"/>
              </a:xfrm>
              <a:prstGeom prst="rect">
                <a:avLst/>
              </a:prstGeom>
              <a:blipFill rotWithShape="1">
                <a:blip r:embed="rId4"/>
                <a:stretch>
                  <a:fillRect l="-15" t="-129" r="13" b="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2227071" y="1538825"/>
            <a:ext cx="4026689" cy="57975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2469540" y="3845361"/>
            <a:ext cx="817880" cy="9525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2469540" y="4599282"/>
            <a:ext cx="2919731" cy="22225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11785" y="518160"/>
            <a:ext cx="3926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迭代结果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5613453" y="738487"/>
                <a:ext cx="2383791" cy="5873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lang="zh-CN" altLang="en-US" sz="2400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3453" y="738487"/>
                <a:ext cx="2383791" cy="587375"/>
              </a:xfrm>
              <a:prstGeom prst="rect">
                <a:avLst/>
              </a:prstGeom>
              <a:blipFill rotWithShape="1">
                <a:blip r:embed="rId3"/>
                <a:stretch>
                  <a:fillRect l="-2" t="-105" r="2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5507092" y="617976"/>
            <a:ext cx="2596515" cy="646431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641283" y="1763448"/>
                <a:ext cx="6903608" cy="305151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𝑎𝑓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zh-CN" altLang="en-US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283" y="1763448"/>
                <a:ext cx="6903608" cy="3051510"/>
              </a:xfrm>
              <a:prstGeom prst="rect">
                <a:avLst/>
              </a:prstGeom>
              <a:blipFill rotWithShape="1">
                <a:blip r:embed="rId4"/>
                <a:stretch>
                  <a:fillRect l="-8" t="-2" r="7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68104" y="5136886"/>
            <a:ext cx="8758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第一项为所有子最小子问题的计算工作量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第二项为迭代过程归约到子问题及综合解的工作量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1142193" y="3218816"/>
            <a:ext cx="817880" cy="9525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1040614" y="4381266"/>
            <a:ext cx="1116990" cy="1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5F15D70-800D-A1A0-D5BF-0E0478B6C6E9}"/>
                  </a:ext>
                </a:extLst>
              </p14:cNvPr>
              <p14:cNvContentPartPr/>
              <p14:nvPr/>
            </p14:nvContentPartPr>
            <p14:xfrm>
              <a:off x="1641240" y="1112760"/>
              <a:ext cx="6193080" cy="21553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5F15D70-800D-A1A0-D5BF-0E0478B6C6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31880" y="1103400"/>
                <a:ext cx="6211800" cy="217404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60398" y="677607"/>
            <a:ext cx="1802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Case1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5113892" y="1313880"/>
                <a:ext cx="2931909" cy="48704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3892" y="1313880"/>
                <a:ext cx="2931909" cy="487045"/>
              </a:xfrm>
              <a:prstGeom prst="rect">
                <a:avLst/>
              </a:prstGeom>
              <a:blipFill rotWithShape="1">
                <a:blip r:embed="rId3"/>
                <a:stretch>
                  <a:fillRect l="-8" t="-13" r="12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4953068" y="1269748"/>
            <a:ext cx="3014618" cy="575311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825690" y="2147100"/>
                <a:ext cx="7778757" cy="409021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func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aln/>
                        </m:rP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en-US" altLang="zh-CN" sz="24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altLang="zh-CN" sz="24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b="0" i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altLang="zh-CN" sz="24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en-US" altLang="zh-CN" sz="24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altLang="zh-CN" sz="24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400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𝜺</m:t>
                                  </m:r>
                                </m:e>
                              </m:func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r>
                                <a:rPr lang="zh-CN" altLang="en-US" sz="24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altLang="zh-CN" sz="24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sSup>
                                        <m:sSupPr>
                                          <m:ctrlP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e>
                                        <m:sup>
                                          <m:func>
                                            <m:funcPr>
                                              <m:ctrlPr>
                                                <a:rPr lang="zh-CN" altLang="en-US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uncPr>
                                            <m:fName>
                                              <m:sSub>
                                                <m:sSubPr>
                                                  <m:ctrlPr>
                                                    <a:rPr lang="zh-CN" altLang="en-US" sz="2400" b="1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zh-CN" altLang="en-US" sz="2400" b="1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𝒍𝒐𝒈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zh-CN" altLang="en-US" sz="2400" b="1" i="1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𝒃</m:t>
                                                  </m:r>
                                                </m:sub>
                                              </m:sSub>
                                            </m:fName>
                                            <m:e>
                                              <m:r>
                                                <a:rPr lang="zh-CN" altLang="en-US" sz="2400" b="1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𝒂</m:t>
                                              </m:r>
                                            </m:e>
                                          </m:func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𝜺</m:t>
                                          </m:r>
                                        </m:sup>
                                      </m:sSup>
                                      <m:r>
                                        <a:rPr lang="en-US" altLang="zh-CN" sz="24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90" y="2147100"/>
                <a:ext cx="7778757" cy="4090212"/>
              </a:xfrm>
              <a:prstGeom prst="rect">
                <a:avLst/>
              </a:prstGeom>
              <a:blipFill rotWithShape="1">
                <a:blip r:embed="rId4"/>
                <a:stretch>
                  <a:fillRect l="-2" t="-4" r="3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98744" y="565440"/>
            <a:ext cx="18021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Case1(</a:t>
            </a:r>
            <a:r>
              <a:rPr lang="zh-CN" altLang="en-US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续</a:t>
            </a:r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4968608" y="1253488"/>
                <a:ext cx="3783506" cy="878205"/>
              </a:xfrm>
              <a:prstGeom prst="rect">
                <a:avLst/>
              </a:prstGeom>
            </p:spPr>
            <p:txBody>
              <a:bodyPr>
                <a:normAutofit fontScale="3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55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55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55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（</m:t>
                          </m:r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55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55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55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55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55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）</m:t>
                              </m:r>
                            </m:e>
                            <m:sup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  <m:r>
                        <a:rPr lang="zh-CN" altLang="en-US" sz="55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55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55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55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55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55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55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55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  <m:r>
                        <a:rPr lang="zh-CN" altLang="en-US" sz="55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55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𝜺</m:t>
                              </m:r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zh-CN" altLang="en-US" sz="55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608" y="1253488"/>
                <a:ext cx="3783506" cy="878205"/>
              </a:xfrm>
              <a:prstGeom prst="rect">
                <a:avLst/>
              </a:prstGeom>
              <a:blipFill rotWithShape="1">
                <a:blip r:embed="rId3"/>
                <a:stretch>
                  <a:fillRect l="-10" t="-1229" r="14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4925951" y="1109981"/>
            <a:ext cx="3556000" cy="90106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1004474" y="2275200"/>
                <a:ext cx="7747640" cy="449453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altLang="en-US" sz="280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8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func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func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474" y="2275200"/>
                <a:ext cx="7747640" cy="4494531"/>
              </a:xfrm>
              <a:prstGeom prst="rect">
                <a:avLst/>
              </a:prstGeom>
              <a:blipFill rotWithShape="1">
                <a:blip r:embed="rId4"/>
                <a:stretch>
                  <a:fillRect l="-7" t="-14" r="7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/>
          <p:cNvCxnSpPr/>
          <p:nvPr/>
        </p:nvCxnSpPr>
        <p:spPr>
          <a:xfrm>
            <a:off x="5109137" y="5762166"/>
            <a:ext cx="1552575" cy="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778603" y="6245945"/>
            <a:ext cx="514985" cy="254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58543" y="524540"/>
            <a:ext cx="18021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Case2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5490833" y="799436"/>
                <a:ext cx="2748280" cy="50234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𝜣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833" y="799436"/>
                <a:ext cx="2748280" cy="502345"/>
              </a:xfrm>
              <a:prstGeom prst="rect">
                <a:avLst/>
              </a:prstGeom>
              <a:blipFill rotWithShape="1">
                <a:blip r:embed="rId3"/>
                <a:stretch>
                  <a:fillRect l="-23" t="-121" r="2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5490833" y="793085"/>
            <a:ext cx="2799080" cy="58477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854871" y="1823055"/>
                <a:ext cx="7876540" cy="451040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p>
                              </m:s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func>
                                    <m:func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𝒍𝒐𝒈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400" b="1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𝒃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</m:func>
                                </m:sup>
                              </m:sSup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nary>
                            <m:naryPr>
                              <m:chr m:val="∑"/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</m:oMath>
                  </m:oMathPara>
                </a14:m>
                <a:br>
                  <a:rPr lang="zh-CN" altLang="en-US" sz="2400" b="1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中宋" panose="02010600040101010101" pitchFamily="2" charset="-122"/>
                  </a:rPr>
                </a:br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m:rPr>
                          <m:aln/>
                        </m:rP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func>
                            </m:sup>
                          </m:s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𝒍𝒐𝒈</m:t>
                              </m:r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zh-CN" altLang="en-US" sz="2400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871" y="1823055"/>
                <a:ext cx="7876540" cy="4510405"/>
              </a:xfrm>
              <a:prstGeom prst="rect">
                <a:avLst/>
              </a:prstGeom>
              <a:blipFill rotWithShape="1">
                <a:blip r:embed="rId4"/>
                <a:stretch>
                  <a:fillRect l="-2" t="-13" r="2" b="-2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/>
          <p:cNvCxnSpPr/>
          <p:nvPr/>
        </p:nvCxnSpPr>
        <p:spPr>
          <a:xfrm>
            <a:off x="3287712" y="4148333"/>
            <a:ext cx="3252725" cy="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360570" y="5301893"/>
            <a:ext cx="3094283" cy="0"/>
          </a:xfrm>
          <a:prstGeom prst="line">
            <a:avLst/>
          </a:prstGeom>
          <a:ln w="28575" cmpd="sng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3727" y="413764"/>
            <a:ext cx="18021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Palatino Linotype" panose="02040502050505030304" pitchFamily="18" charset="0"/>
              </a:rPr>
              <a:t>Case3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4495801" y="549912"/>
                <a:ext cx="3859923" cy="89725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𝜴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𝜺</m:t>
                          </m:r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𝒂𝒇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)≤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𝒄𝒇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)  (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1" y="549912"/>
                <a:ext cx="3859923" cy="897255"/>
              </a:xfrm>
              <a:prstGeom prst="rect">
                <a:avLst/>
              </a:prstGeom>
              <a:blipFill rotWithShape="1">
                <a:blip r:embed="rId3"/>
                <a:stretch>
                  <a:fillRect r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4417696" y="562612"/>
            <a:ext cx="3811904" cy="939165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>
                <a:hlinkClick r:id="" action="ppaction://ole?verb=0"/>
              </p:cNvPr>
              <p:cNvSpPr txBox="1"/>
              <p:nvPr/>
            </p:nvSpPr>
            <p:spPr>
              <a:xfrm>
                <a:off x="713499" y="2039240"/>
                <a:ext cx="8731251" cy="426884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m:rPr>
                          <m:aln/>
                        </m:rP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unc>
                        <m:func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sup>
                          </m:sSup>
                        </m:fName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func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e>
                                    <m:sup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𝒋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unc>
                        <m:func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sup>
                          </m:sSup>
                        </m:fName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func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b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中宋" panose="02010600040101010101" pitchFamily="2" charset="-122"/>
                  </a:rPr>
                </a:br>
                <a:r>
                  <a:rPr lang="zh-CN" altLang="en-US" sz="2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中宋" panose="02010600040101010101" pitchFamily="2" charset="-122"/>
                  </a:rPr>
                  <a:t>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</m:sup>
                    </m:sSup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aln/>
                      </m:rP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zh-CN" altLang="en-US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𝒄𝒇</m:t>
                    </m:r>
                    <m:d>
                      <m:dPr>
                        <m:ctrlPr>
                          <a:rPr lang="zh-CN" altLang="en-US" sz="24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400" b="1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sSup>
                              <m:sSupPr>
                                <m:ctrlP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p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CN" altLang="en-US" sz="2400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≤…≤</m:t>
                      </m:r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</m:oMath>
                  </m:oMathPara>
                </a14:m>
                <a:endParaRPr lang="zh-CN" altLang="en-US" sz="2400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对象 6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99" y="2039240"/>
                <a:ext cx="8731251" cy="4268848"/>
              </a:xfrm>
              <a:prstGeom prst="rect">
                <a:avLst/>
              </a:prstGeom>
              <a:blipFill rotWithShape="1">
                <a:blip r:embed="rId4"/>
                <a:stretch>
                  <a:fillRect l="-5" t="-6" r="5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1454148" y="4510128"/>
            <a:ext cx="4460173" cy="1417706"/>
          </a:xfrm>
          <a:prstGeom prst="rect">
            <a:avLst/>
          </a:prstGeom>
          <a:noFill/>
          <a:ln w="28575" cmpd="sng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9809" y="477032"/>
            <a:ext cx="32010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Palatino Linotype" panose="02040502050505030304" pitchFamily="18" charset="0"/>
              </a:rPr>
              <a:t>Case3</a:t>
            </a:r>
            <a:r>
              <a:rPr lang="zh-CN" altLang="en-US" sz="32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（续）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>
                <a:hlinkClick r:id="" action="ppaction://ole?verb=0"/>
              </p:cNvPr>
              <p:cNvSpPr txBox="1"/>
              <p:nvPr/>
            </p:nvSpPr>
            <p:spPr>
              <a:xfrm>
                <a:off x="574041" y="1579882"/>
                <a:ext cx="5668011" cy="456882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func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4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p>
                          </m:s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br>
                  <a:rPr lang="zh-CN" altLang="en-US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华文中宋" panose="02010600040101010101" pitchFamily="2" charset="-122"/>
                  </a:rPr>
                </a:br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endParaRPr lang="en-US" altLang="zh-CN" sz="2400" b="1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f>
                        <m:f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func>
                                <m:func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𝒍𝒐𝒈</m:t>
                                      </m:r>
                                    </m:e>
                                    <m:sub>
                                      <m:r>
                                        <a:rPr lang="zh-CN" altLang="en-US" sz="2400" b="1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</m:sub>
                                  </m:sSub>
                                </m:fName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</m:func>
                            </m:sup>
                          </m:sSup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func>
                            <m:func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𝒍𝒐𝒈</m:t>
                                  </m:r>
                                </m:e>
                                <m:sub>
                                  <m:r>
                                    <a:rPr lang="zh-CN" altLang="en-US" sz="24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func>
                        </m:sup>
                      </m:sSup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𝚯</m:t>
                      </m:r>
                      <m:d>
                        <m:dPr>
                          <m:ctrlP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  <m:d>
                            <m:dPr>
                              <m:ctrlP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b="1" dirty="0"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对象 4">
                <a:hlinkClick r:id="" action="ppaction://ole?verb=0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1" y="1579882"/>
                <a:ext cx="5668011" cy="45688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2.3 </a:t>
            </a:r>
            <a:r>
              <a:rPr lang="zh-CN" altLang="en-US" sz="40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二分搜索技术</a:t>
            </a:r>
          </a:p>
        </p:txBody>
      </p:sp>
      <p:sp>
        <p:nvSpPr>
          <p:cNvPr id="131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9906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sz="2400" b="1" dirty="0"/>
              <a:t>问题：给定已按升序排好序的</a:t>
            </a:r>
            <a:r>
              <a:rPr kumimoji="0" lang="en-US" altLang="zh-CN" sz="2400" b="1" dirty="0"/>
              <a:t>n</a:t>
            </a:r>
            <a:r>
              <a:rPr kumimoji="0" lang="zh-CN" altLang="en-US" sz="2400" b="1" dirty="0"/>
              <a:t>个元素</a:t>
            </a:r>
            <a:r>
              <a:rPr kumimoji="0" lang="en-US" altLang="zh-CN" sz="2400" b="1" dirty="0"/>
              <a:t>a[0:n-1]</a:t>
            </a:r>
            <a:r>
              <a:rPr kumimoji="0" lang="zh-CN" altLang="en-US" sz="2400" b="1" dirty="0"/>
              <a:t>，现要在这</a:t>
            </a:r>
            <a:r>
              <a:rPr kumimoji="0" lang="en-US" altLang="zh-CN" sz="2400" b="1" dirty="0"/>
              <a:t>n</a:t>
            </a:r>
            <a:r>
              <a:rPr kumimoji="0" lang="zh-CN" altLang="en-US" sz="2400" b="1" dirty="0"/>
              <a:t>个元素中找出一特定元素</a:t>
            </a:r>
            <a:r>
              <a:rPr kumimoji="0" lang="en-US" altLang="zh-CN" sz="2400" b="1" dirty="0"/>
              <a:t>x</a:t>
            </a:r>
            <a:r>
              <a:rPr kumimoji="0" lang="zh-CN" altLang="en-US" sz="2400" b="1" dirty="0"/>
              <a:t>。</a:t>
            </a:r>
            <a:endParaRPr lang="zh-CN" altLang="en-US" sz="24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457200" y="2514600"/>
            <a:ext cx="784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分析：需考察</a:t>
            </a:r>
          </a:p>
        </p:txBody>
      </p:sp>
      <p:sp>
        <p:nvSpPr>
          <p:cNvPr id="131078" name="Rectangle 6"/>
          <p:cNvSpPr>
            <a:spLocks noChangeArrowheads="1"/>
          </p:cNvSpPr>
          <p:nvPr/>
        </p:nvSpPr>
        <p:spPr bwMode="auto">
          <a:xfrm>
            <a:off x="685800" y="2971800"/>
            <a:ext cx="8077200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该问题的规模缩小到一定的程度是否就可容易解决？</a:t>
            </a:r>
            <a:endParaRPr lang="zh-CN" altLang="en-US" sz="2400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该问题可否分解为若干个规模较小的相同问题？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分解出的各个子问题是否相互独立的？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各子问题的解可否合并为原问题的解？</a:t>
            </a:r>
          </a:p>
        </p:txBody>
      </p:sp>
      <p:sp>
        <p:nvSpPr>
          <p:cNvPr id="131083" name="AutoShape 11"/>
          <p:cNvSpPr>
            <a:spLocks noChangeArrowheads="1"/>
          </p:cNvSpPr>
          <p:nvPr/>
        </p:nvSpPr>
        <p:spPr bwMode="auto">
          <a:xfrm>
            <a:off x="6324600" y="4419600"/>
            <a:ext cx="2667000" cy="1447800"/>
          </a:xfrm>
          <a:prstGeom prst="wedgeRoundRectCallout">
            <a:avLst>
              <a:gd name="adj1" fmla="val 2204"/>
              <a:gd name="adj2" fmla="val -114912"/>
              <a:gd name="adj3" fmla="val 16667"/>
            </a:avLst>
          </a:prstGeom>
          <a:solidFill>
            <a:srgbClr val="FFFF99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如果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n=1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，则只要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与这个唯一元素比较，就可以确定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是否在表中</a:t>
            </a:r>
            <a:endParaRPr lang="zh-CN" altLang="en-US" sz="2000" b="1" dirty="0">
              <a:solidFill>
                <a:srgbClr val="FF0000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31084" name="AutoShape 12"/>
          <p:cNvSpPr>
            <a:spLocks noChangeArrowheads="1"/>
          </p:cNvSpPr>
          <p:nvPr/>
        </p:nvSpPr>
        <p:spPr bwMode="auto">
          <a:xfrm>
            <a:off x="5257800" y="5105400"/>
            <a:ext cx="3657600" cy="1447800"/>
          </a:xfrm>
          <a:prstGeom prst="wedgeRoundRectCallout">
            <a:avLst>
              <a:gd name="adj1" fmla="val 347"/>
              <a:gd name="adj2" fmla="val -125986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比较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和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的中间元素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a[mid]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，无论是在前面还是后面查找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，其方法都和在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中查找</a:t>
            </a:r>
            <a:r>
              <a:rPr kumimoji="0" lang="en-US" altLang="zh-CN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kumimoji="0" lang="zh-CN" altLang="en-US" sz="20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一样，只不过是查找的规模缩小了</a:t>
            </a:r>
          </a:p>
        </p:txBody>
      </p:sp>
      <p:sp>
        <p:nvSpPr>
          <p:cNvPr id="131085" name="AutoShape 13"/>
          <p:cNvSpPr>
            <a:spLocks noChangeArrowheads="1"/>
          </p:cNvSpPr>
          <p:nvPr/>
        </p:nvSpPr>
        <p:spPr bwMode="auto">
          <a:xfrm>
            <a:off x="5867400" y="5410200"/>
            <a:ext cx="2705100" cy="1447800"/>
          </a:xfrm>
          <a:prstGeom prst="wedgeEllipseCallout">
            <a:avLst>
              <a:gd name="adj1" fmla="val -47241"/>
              <a:gd name="adj2" fmla="val -114037"/>
            </a:avLst>
          </a:prstGeom>
          <a:solidFill>
            <a:srgbClr val="FFFF99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0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在</a:t>
            </a:r>
            <a:r>
              <a:rPr kumimoji="0" lang="en-US" altLang="zh-CN" sz="20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a[</a:t>
            </a:r>
            <a:r>
              <a:rPr kumimoji="0" lang="en-US" altLang="zh-CN" sz="2000" b="1" dirty="0" err="1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r>
              <a:rPr kumimoji="0" lang="en-US" altLang="zh-CN" sz="20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]</a:t>
            </a:r>
            <a:r>
              <a:rPr kumimoji="0" lang="zh-CN" altLang="en-US" sz="20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的前面或后面查找</a:t>
            </a:r>
            <a:r>
              <a:rPr kumimoji="0" lang="en-US" altLang="zh-CN" sz="20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kumimoji="0" lang="zh-CN" altLang="en-US" sz="20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是独立的子问题</a:t>
            </a:r>
          </a:p>
          <a:p>
            <a:pPr eaLnBrk="1" hangingPunct="1"/>
            <a:endParaRPr lang="en-US" altLang="zh-CN" sz="2000" b="1" dirty="0">
              <a:solidFill>
                <a:srgbClr val="0000FF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1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1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1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build="p" autoUpdateAnimBg="0"/>
      <p:bldP spid="131077" grpId="0" autoUpdateAnimBg="0"/>
      <p:bldP spid="131078" grpId="0" build="p" autoUpdateAnimBg="0"/>
      <p:bldP spid="131083" grpId="0" animBg="1" autoUpdateAnimBg="0"/>
      <p:bldP spid="131084" grpId="0" animBg="1" autoUpdateAnimBg="0"/>
      <p:bldP spid="131085" grpId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0" name="Text Box 4"/>
          <p:cNvSpPr txBox="1">
            <a:spLocks noChangeArrowheads="1"/>
          </p:cNvSpPr>
          <p:nvPr/>
        </p:nvSpPr>
        <p:spPr bwMode="auto">
          <a:xfrm>
            <a:off x="539552" y="2565825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1.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顺序搜索方法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最好时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次，最坏时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次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70661" name="Text Box 5"/>
          <p:cNvSpPr txBox="1">
            <a:spLocks noChangeArrowheads="1"/>
          </p:cNvSpPr>
          <p:nvPr/>
        </p:nvSpPr>
        <p:spPr bwMode="auto">
          <a:xfrm>
            <a:off x="609600" y="3068960"/>
            <a:ext cx="8229600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2.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二分搜索方法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基本思想：将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个元素分成个数大致相同的两半，取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a[n/2]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作比较。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如果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x=a[n/2]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，则找到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，算法终止；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如果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x&lt;a[n/2]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，则在数组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的左半部继续搜索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如果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x&gt;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a[n/2]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，则在数组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的右半部继续搜索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685800" y="1524000"/>
            <a:ext cx="7772400" cy="9906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0" dirty="0"/>
              <a:t>问题：给定已按升序排好序的</a:t>
            </a:r>
            <a:r>
              <a:rPr kumimoji="0" lang="en-US" altLang="zh-CN" sz="2400" b="1" kern="0" dirty="0"/>
              <a:t>n</a:t>
            </a:r>
            <a:r>
              <a:rPr kumimoji="0" lang="zh-CN" altLang="en-US" sz="2400" b="1" kern="0" dirty="0"/>
              <a:t>个元素</a:t>
            </a:r>
            <a:r>
              <a:rPr kumimoji="0" lang="en-US" altLang="zh-CN" sz="2400" b="1" kern="0" dirty="0"/>
              <a:t>a[0:n-1]</a:t>
            </a:r>
            <a:r>
              <a:rPr kumimoji="0" lang="zh-CN" altLang="en-US" sz="2400" b="1" kern="0" dirty="0"/>
              <a:t>，现要在这</a:t>
            </a:r>
            <a:r>
              <a:rPr kumimoji="0" lang="en-US" altLang="zh-CN" sz="2400" b="1" kern="0" dirty="0"/>
              <a:t>n</a:t>
            </a:r>
            <a:r>
              <a:rPr kumimoji="0" lang="zh-CN" altLang="en-US" sz="2400" b="1" kern="0" dirty="0"/>
              <a:t>个元素中找出一特定元素</a:t>
            </a:r>
            <a:r>
              <a:rPr kumimoji="0" lang="en-US" altLang="zh-CN" sz="2400" b="1" kern="0" dirty="0"/>
              <a:t>x</a:t>
            </a:r>
            <a:r>
              <a:rPr kumimoji="0" lang="zh-CN" altLang="en-US" sz="2400" b="1" kern="0" dirty="0"/>
              <a:t>。</a:t>
            </a:r>
            <a:endParaRPr lang="zh-CN" altLang="en-US" sz="2400" b="1" kern="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2.3 </a:t>
            </a:r>
            <a:r>
              <a:rPr lang="zh-CN" altLang="en-US" sz="40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二分搜索技术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75593B7-927D-4A0A-A937-EB6C624FA09B}"/>
                  </a:ext>
                </a:extLst>
              </p14:cNvPr>
              <p14:cNvContentPartPr/>
              <p14:nvPr/>
            </p14:nvContentPartPr>
            <p14:xfrm>
              <a:off x="4696920" y="5942160"/>
              <a:ext cx="3307320" cy="1198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75593B7-927D-4A0A-A937-EB6C624FA0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87560" y="5932800"/>
                <a:ext cx="3326040" cy="13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0" grpId="0" autoUpdateAnimBg="0"/>
      <p:bldP spid="70661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47625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>
                <a:latin typeface="华文中宋" panose="02010600040101010101" pitchFamily="2" charset="-122"/>
              </a:rPr>
              <a:t>二分搜索法复杂性</a:t>
            </a:r>
            <a:endParaRPr lang="zh-CN" altLang="en-US" sz="4000" b="1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4313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b="1"/>
              <a:t>T(n) = T(n/2) +1</a:t>
            </a:r>
          </a:p>
        </p:txBody>
      </p:sp>
      <p:sp>
        <p:nvSpPr>
          <p:cNvPr id="71684" name="Text Box 4"/>
          <p:cNvSpPr txBox="1">
            <a:spLocks noChangeArrowheads="1"/>
          </p:cNvSpPr>
          <p:nvPr/>
        </p:nvSpPr>
        <p:spPr bwMode="auto">
          <a:xfrm>
            <a:off x="838200" y="2322513"/>
            <a:ext cx="6096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求解： 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=log n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838200" y="3084513"/>
            <a:ext cx="4876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复杂性：</a:t>
            </a: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O(log n)</a:t>
            </a:r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auto">
          <a:xfrm>
            <a:off x="685800" y="4075113"/>
            <a:ext cx="8077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直观上看，程序在最坏情况下，</a:t>
            </a:r>
            <a:r>
              <a:rPr kumimoji="0"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while</a:t>
            </a:r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循环被执行了</a:t>
            </a:r>
            <a:r>
              <a:rPr kumimoji="0"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O(log n) </a:t>
            </a:r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次。循环体内运算需要</a:t>
            </a:r>
            <a:r>
              <a:rPr kumimoji="0"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O(1) </a:t>
            </a:r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/>
      <p:bldP spid="71684" grpId="0" autoUpdateAnimBg="0"/>
      <p:bldP spid="71686" grpId="0" autoUpdateAnimBg="0"/>
      <p:bldP spid="71687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769143" y="1988840"/>
            <a:ext cx="7472363" cy="387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、评价算法的一般准则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算法正确性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算法结构简单性 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算法工作量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时空复杂性：时间复杂度，空间复杂度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最佳性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29699" name="Rectangle 1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1025" y="836712"/>
            <a:ext cx="78486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4000" b="1" dirty="0">
                <a:solidFill>
                  <a:srgbClr val="AC2F36"/>
                </a:solidFill>
              </a:rPr>
              <a:t>小结   算法分析的一般方法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zh-CN" altLang="en-US" sz="4000" b="1" dirty="0">
                <a:solidFill>
                  <a:schemeClr val="tx1"/>
                </a:solidFill>
              </a:rPr>
              <a:t>算法分析的一般方法</a:t>
            </a:r>
            <a:br>
              <a:rPr lang="zh-CN" altLang="en-US" sz="4000" b="1" dirty="0">
                <a:solidFill>
                  <a:schemeClr val="tx1"/>
                </a:solidFill>
              </a:rPr>
            </a:br>
            <a:endParaRPr lang="zh-CN" altLang="en-US" sz="4000" b="1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96975"/>
            <a:ext cx="8229600" cy="30241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2800" b="1" dirty="0"/>
              <a:t>2</a:t>
            </a:r>
            <a:r>
              <a:rPr lang="zh-CN" altLang="en-US" sz="2800" b="1" dirty="0"/>
              <a:t>、算法工作量的度量方法</a:t>
            </a:r>
            <a:endParaRPr lang="en-US" altLang="zh-CN" sz="2800" b="1" dirty="0"/>
          </a:p>
          <a:p>
            <a:pPr lvl="1" eaLnBrk="1" hangingPunct="1">
              <a:buFontTx/>
              <a:buAutoNum type="circleNumDbPlain"/>
            </a:pPr>
            <a:r>
              <a:rPr lang="zh-CN" altLang="en-US" sz="2400" b="1" dirty="0"/>
              <a:t>用执行时间来作为算法工作量的度量 </a:t>
            </a:r>
          </a:p>
          <a:p>
            <a:pPr lvl="1" eaLnBrk="1" hangingPunct="1">
              <a:buFontTx/>
              <a:buAutoNum type="circleNumDbPlain"/>
            </a:pPr>
            <a:r>
              <a:rPr lang="zh-CN" altLang="en-US" sz="2400" b="1" dirty="0"/>
              <a:t>用算法程序中所执行的指令条数或语句条数来度量 </a:t>
            </a:r>
          </a:p>
          <a:p>
            <a:pPr lvl="1" eaLnBrk="1" hangingPunct="1">
              <a:buFontTx/>
              <a:buAutoNum type="circleNumDbPlain"/>
            </a:pPr>
            <a:r>
              <a:rPr lang="zh-CN" altLang="en-US" sz="2400" b="1" dirty="0"/>
              <a:t>从运算的执行次数来度量（受问题性质、大小、输入情况的影响），一般指计算所需的一些基本运算的次数。如比较次数，加法和乘法次数，待排序元素的“移动”次数。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214313" y="4357688"/>
            <a:ext cx="84963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/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第</a:t>
            </a:r>
            <a:r>
              <a:rPr kumimoji="0"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①条</a:t>
            </a:r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因计算机而异，很难确定</a:t>
            </a:r>
          </a:p>
          <a:p>
            <a:pPr lvl="1" eaLnBrk="1" hangingPunct="1"/>
            <a:r>
              <a:rPr kumimoji="0"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第②条与</a:t>
            </a:r>
            <a:r>
              <a:rPr kumimoji="0"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与所用的程序语言和程序员的习惯有关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。</a:t>
            </a:r>
          </a:p>
          <a:p>
            <a:pPr eaLnBrk="1" hangingPunct="1"/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 第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③条容易刻画。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明确被分析算法的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“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关键操作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”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是什么？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5" name="Rectangle 28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04800" y="22860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chemeClr val="tx1"/>
                </a:solidFill>
              </a:rPr>
              <a:t>3. </a:t>
            </a:r>
            <a:r>
              <a:rPr lang="zh-CN" altLang="en-US" sz="3200" b="1" dirty="0">
                <a:solidFill>
                  <a:schemeClr val="tx1"/>
                </a:solidFill>
              </a:rPr>
              <a:t>考察算法的“关键操作”数，随“问题规模”而变化的规律</a:t>
            </a:r>
            <a:endParaRPr lang="zh-CN" altLang="en-US" sz="2800" dirty="0"/>
          </a:p>
        </p:txBody>
      </p:sp>
      <p:sp>
        <p:nvSpPr>
          <p:cNvPr id="53" name="Freeform 3"/>
          <p:cNvSpPr/>
          <p:nvPr/>
        </p:nvSpPr>
        <p:spPr bwMode="auto">
          <a:xfrm>
            <a:off x="2217738" y="2193925"/>
            <a:ext cx="4127500" cy="3768725"/>
          </a:xfrm>
          <a:custGeom>
            <a:avLst/>
            <a:gdLst>
              <a:gd name="T0" fmla="*/ 0 w 2600"/>
              <a:gd name="T1" fmla="*/ 2147483646 h 2374"/>
              <a:gd name="T2" fmla="*/ 2147483646 w 2600"/>
              <a:gd name="T3" fmla="*/ 0 h 2374"/>
              <a:gd name="T4" fmla="*/ 0 60000 65536"/>
              <a:gd name="T5" fmla="*/ 0 60000 65536"/>
              <a:gd name="T6" fmla="*/ 0 w 2600"/>
              <a:gd name="T7" fmla="*/ 0 h 2374"/>
              <a:gd name="T8" fmla="*/ 2600 w 2600"/>
              <a:gd name="T9" fmla="*/ 2374 h 237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00" h="2374">
                <a:moveTo>
                  <a:pt x="0" y="2374"/>
                </a:moveTo>
                <a:lnTo>
                  <a:pt x="260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4" name="Freeform 4"/>
          <p:cNvSpPr/>
          <p:nvPr/>
        </p:nvSpPr>
        <p:spPr bwMode="auto">
          <a:xfrm>
            <a:off x="2195513" y="1341438"/>
            <a:ext cx="2063750" cy="3963987"/>
          </a:xfrm>
          <a:custGeom>
            <a:avLst/>
            <a:gdLst>
              <a:gd name="T0" fmla="*/ 0 w 1300"/>
              <a:gd name="T1" fmla="*/ 2147483646 h 2497"/>
              <a:gd name="T2" fmla="*/ 2147483646 w 1300"/>
              <a:gd name="T3" fmla="*/ 2147483646 h 2497"/>
              <a:gd name="T4" fmla="*/ 2147483646 w 1300"/>
              <a:gd name="T5" fmla="*/ 2147483646 h 2497"/>
              <a:gd name="T6" fmla="*/ 2147483646 w 1300"/>
              <a:gd name="T7" fmla="*/ 2147483646 h 2497"/>
              <a:gd name="T8" fmla="*/ 2147483646 w 1300"/>
              <a:gd name="T9" fmla="*/ 2147483646 h 2497"/>
              <a:gd name="T10" fmla="*/ 2147483646 w 1300"/>
              <a:gd name="T11" fmla="*/ 2147483646 h 2497"/>
              <a:gd name="T12" fmla="*/ 2147483646 w 1300"/>
              <a:gd name="T13" fmla="*/ 2147483646 h 2497"/>
              <a:gd name="T14" fmla="*/ 2147483646 w 1300"/>
              <a:gd name="T15" fmla="*/ 0 h 24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300"/>
              <a:gd name="T25" fmla="*/ 0 h 2497"/>
              <a:gd name="T26" fmla="*/ 1300 w 1300"/>
              <a:gd name="T27" fmla="*/ 2497 h 249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300" h="2497">
                <a:moveTo>
                  <a:pt x="0" y="2497"/>
                </a:moveTo>
                <a:cubicBezTo>
                  <a:pt x="46" y="2459"/>
                  <a:pt x="196" y="2349"/>
                  <a:pt x="278" y="2266"/>
                </a:cubicBezTo>
                <a:cubicBezTo>
                  <a:pt x="360" y="2183"/>
                  <a:pt x="426" y="2086"/>
                  <a:pt x="489" y="1999"/>
                </a:cubicBezTo>
                <a:cubicBezTo>
                  <a:pt x="552" y="1912"/>
                  <a:pt x="608" y="1825"/>
                  <a:pt x="656" y="1744"/>
                </a:cubicBezTo>
                <a:cubicBezTo>
                  <a:pt x="704" y="1663"/>
                  <a:pt x="724" y="1622"/>
                  <a:pt x="778" y="1511"/>
                </a:cubicBezTo>
                <a:cubicBezTo>
                  <a:pt x="832" y="1400"/>
                  <a:pt x="911" y="1236"/>
                  <a:pt x="978" y="1077"/>
                </a:cubicBezTo>
                <a:cubicBezTo>
                  <a:pt x="1045" y="918"/>
                  <a:pt x="1124" y="735"/>
                  <a:pt x="1178" y="555"/>
                </a:cubicBezTo>
                <a:cubicBezTo>
                  <a:pt x="1232" y="375"/>
                  <a:pt x="1275" y="116"/>
                  <a:pt x="1300" y="0"/>
                </a:cubicBezTo>
              </a:path>
            </a:pathLst>
          </a:cu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5" name="Freeform 5"/>
          <p:cNvSpPr/>
          <p:nvPr/>
        </p:nvSpPr>
        <p:spPr bwMode="auto">
          <a:xfrm>
            <a:off x="2217738" y="1382713"/>
            <a:ext cx="1428750" cy="4678362"/>
          </a:xfrm>
          <a:custGeom>
            <a:avLst/>
            <a:gdLst>
              <a:gd name="T0" fmla="*/ 0 w 900"/>
              <a:gd name="T1" fmla="*/ 2147483646 h 2947"/>
              <a:gd name="T2" fmla="*/ 2147483646 w 900"/>
              <a:gd name="T3" fmla="*/ 2147483646 h 2947"/>
              <a:gd name="T4" fmla="*/ 2147483646 w 900"/>
              <a:gd name="T5" fmla="*/ 0 h 2947"/>
              <a:gd name="T6" fmla="*/ 0 60000 65536"/>
              <a:gd name="T7" fmla="*/ 0 60000 65536"/>
              <a:gd name="T8" fmla="*/ 0 60000 65536"/>
              <a:gd name="T9" fmla="*/ 0 w 900"/>
              <a:gd name="T10" fmla="*/ 0 h 2947"/>
              <a:gd name="T11" fmla="*/ 900 w 900"/>
              <a:gd name="T12" fmla="*/ 2947 h 29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0" h="2947">
                <a:moveTo>
                  <a:pt x="0" y="2885"/>
                </a:moveTo>
                <a:cubicBezTo>
                  <a:pt x="78" y="2815"/>
                  <a:pt x="317" y="2947"/>
                  <a:pt x="467" y="2466"/>
                </a:cubicBezTo>
                <a:cubicBezTo>
                  <a:pt x="617" y="1985"/>
                  <a:pt x="810" y="514"/>
                  <a:pt x="900" y="0"/>
                </a:cubicBezTo>
              </a:path>
            </a:pathLst>
          </a:cu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6" name="Freeform 6"/>
          <p:cNvSpPr/>
          <p:nvPr/>
        </p:nvSpPr>
        <p:spPr bwMode="auto">
          <a:xfrm>
            <a:off x="2979738" y="1524000"/>
            <a:ext cx="2501900" cy="4438650"/>
          </a:xfrm>
          <a:custGeom>
            <a:avLst/>
            <a:gdLst>
              <a:gd name="T0" fmla="*/ 0 w 1576"/>
              <a:gd name="T1" fmla="*/ 2147483646 h 2796"/>
              <a:gd name="T2" fmla="*/ 2147483646 w 1576"/>
              <a:gd name="T3" fmla="*/ 2147483646 h 2796"/>
              <a:gd name="T4" fmla="*/ 2147483646 w 1576"/>
              <a:gd name="T5" fmla="*/ 2147483646 h 2796"/>
              <a:gd name="T6" fmla="*/ 2147483646 w 1576"/>
              <a:gd name="T7" fmla="*/ 2147483646 h 2796"/>
              <a:gd name="T8" fmla="*/ 2147483646 w 1576"/>
              <a:gd name="T9" fmla="*/ 2147483646 h 2796"/>
              <a:gd name="T10" fmla="*/ 2147483646 w 1576"/>
              <a:gd name="T11" fmla="*/ 0 h 279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576"/>
              <a:gd name="T19" fmla="*/ 0 h 2796"/>
              <a:gd name="T20" fmla="*/ 1576 w 1576"/>
              <a:gd name="T21" fmla="*/ 2796 h 279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576" h="2796">
                <a:moveTo>
                  <a:pt x="0" y="2796"/>
                </a:moveTo>
                <a:cubicBezTo>
                  <a:pt x="90" y="2637"/>
                  <a:pt x="412" y="2060"/>
                  <a:pt x="543" y="1844"/>
                </a:cubicBezTo>
                <a:cubicBezTo>
                  <a:pt x="674" y="1628"/>
                  <a:pt x="709" y="1620"/>
                  <a:pt x="787" y="1500"/>
                </a:cubicBezTo>
                <a:cubicBezTo>
                  <a:pt x="865" y="1380"/>
                  <a:pt x="913" y="1296"/>
                  <a:pt x="1009" y="1122"/>
                </a:cubicBezTo>
                <a:cubicBezTo>
                  <a:pt x="1105" y="948"/>
                  <a:pt x="1271" y="642"/>
                  <a:pt x="1365" y="455"/>
                </a:cubicBezTo>
                <a:cubicBezTo>
                  <a:pt x="1459" y="268"/>
                  <a:pt x="1532" y="95"/>
                  <a:pt x="1576" y="0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5753100" y="2686050"/>
            <a:ext cx="457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5494338" y="1619250"/>
            <a:ext cx="990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accent2"/>
                </a:solidFill>
              </a:rPr>
              <a:t>nlogn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59" name="Text Box 9"/>
          <p:cNvSpPr txBox="1">
            <a:spLocks noChangeArrowheads="1"/>
          </p:cNvSpPr>
          <p:nvPr/>
        </p:nvSpPr>
        <p:spPr bwMode="auto">
          <a:xfrm>
            <a:off x="4305300" y="1419225"/>
            <a:ext cx="685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2</a:t>
            </a:r>
            <a:r>
              <a:rPr lang="en-US" altLang="zh-CN" sz="3200" b="1" baseline="30000">
                <a:solidFill>
                  <a:srgbClr val="FF0000"/>
                </a:solidFill>
              </a:rPr>
              <a:t>n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60" name="Text Box 10"/>
          <p:cNvSpPr txBox="1">
            <a:spLocks noChangeArrowheads="1"/>
          </p:cNvSpPr>
          <p:nvPr/>
        </p:nvSpPr>
        <p:spPr bwMode="auto">
          <a:xfrm>
            <a:off x="3190875" y="1466850"/>
            <a:ext cx="6096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/>
              <a:t>n</a:t>
            </a:r>
            <a:r>
              <a:rPr lang="en-US" altLang="zh-CN" sz="3200" b="1" baseline="30000"/>
              <a:t>5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grpSp>
        <p:nvGrpSpPr>
          <p:cNvPr id="61" name="Group 11"/>
          <p:cNvGrpSpPr/>
          <p:nvPr/>
        </p:nvGrpSpPr>
        <p:grpSpPr bwMode="auto">
          <a:xfrm>
            <a:off x="1647825" y="1333500"/>
            <a:ext cx="6048375" cy="5181600"/>
            <a:chOff x="240" y="864"/>
            <a:chExt cx="3810" cy="3264"/>
          </a:xfrm>
        </p:grpSpPr>
        <p:sp>
          <p:nvSpPr>
            <p:cNvPr id="62" name="Line 12"/>
            <p:cNvSpPr>
              <a:spLocks noChangeShapeType="1"/>
            </p:cNvSpPr>
            <p:nvPr/>
          </p:nvSpPr>
          <p:spPr bwMode="auto">
            <a:xfrm flipV="1">
              <a:off x="605" y="1056"/>
              <a:ext cx="1" cy="30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13"/>
            <p:cNvSpPr>
              <a:spLocks noChangeShapeType="1"/>
            </p:cNvSpPr>
            <p:nvPr/>
          </p:nvSpPr>
          <p:spPr bwMode="auto">
            <a:xfrm>
              <a:off x="413" y="3772"/>
              <a:ext cx="3552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H="1">
              <a:off x="1085" y="3716"/>
              <a:ext cx="1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5" name="Line 15"/>
            <p:cNvSpPr>
              <a:spLocks noChangeShapeType="1"/>
            </p:cNvSpPr>
            <p:nvPr/>
          </p:nvSpPr>
          <p:spPr bwMode="auto">
            <a:xfrm>
              <a:off x="3389" y="3716"/>
              <a:ext cx="1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6" name="Line 16"/>
            <p:cNvSpPr>
              <a:spLocks noChangeShapeType="1"/>
            </p:cNvSpPr>
            <p:nvPr/>
          </p:nvSpPr>
          <p:spPr bwMode="auto">
            <a:xfrm>
              <a:off x="2189" y="3716"/>
              <a:ext cx="1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17"/>
            <p:cNvSpPr>
              <a:spLocks noChangeShapeType="1"/>
            </p:cNvSpPr>
            <p:nvPr/>
          </p:nvSpPr>
          <p:spPr bwMode="auto">
            <a:xfrm>
              <a:off x="1613" y="3716"/>
              <a:ext cx="1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Text Box 18"/>
            <p:cNvSpPr txBox="1">
              <a:spLocks noChangeArrowheads="1"/>
            </p:cNvSpPr>
            <p:nvPr/>
          </p:nvSpPr>
          <p:spPr bwMode="auto">
            <a:xfrm>
              <a:off x="797" y="3809"/>
              <a:ext cx="311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    1       2         3         4         5</a:t>
              </a:r>
            </a:p>
          </p:txBody>
        </p:sp>
        <p:sp>
          <p:nvSpPr>
            <p:cNvPr id="69" name="Line 19"/>
            <p:cNvSpPr>
              <a:spLocks noChangeShapeType="1"/>
            </p:cNvSpPr>
            <p:nvPr/>
          </p:nvSpPr>
          <p:spPr bwMode="auto">
            <a:xfrm>
              <a:off x="557" y="2808"/>
              <a:ext cx="9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20"/>
            <p:cNvSpPr>
              <a:spLocks noChangeShapeType="1"/>
            </p:cNvSpPr>
            <p:nvPr/>
          </p:nvSpPr>
          <p:spPr bwMode="auto">
            <a:xfrm>
              <a:off x="557" y="1368"/>
              <a:ext cx="9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21"/>
            <p:cNvSpPr>
              <a:spLocks noChangeShapeType="1"/>
            </p:cNvSpPr>
            <p:nvPr/>
          </p:nvSpPr>
          <p:spPr bwMode="auto">
            <a:xfrm>
              <a:off x="557" y="3336"/>
              <a:ext cx="9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22"/>
            <p:cNvSpPr>
              <a:spLocks noChangeShapeType="1"/>
            </p:cNvSpPr>
            <p:nvPr/>
          </p:nvSpPr>
          <p:spPr bwMode="auto">
            <a:xfrm>
              <a:off x="557" y="2328"/>
              <a:ext cx="9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Line 23"/>
            <p:cNvSpPr>
              <a:spLocks noChangeShapeType="1"/>
            </p:cNvSpPr>
            <p:nvPr/>
          </p:nvSpPr>
          <p:spPr bwMode="auto">
            <a:xfrm>
              <a:off x="557" y="1848"/>
              <a:ext cx="96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4" name="Line 24"/>
            <p:cNvSpPr>
              <a:spLocks noChangeShapeType="1"/>
            </p:cNvSpPr>
            <p:nvPr/>
          </p:nvSpPr>
          <p:spPr bwMode="auto">
            <a:xfrm>
              <a:off x="2813" y="3716"/>
              <a:ext cx="1" cy="1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Text Box 25"/>
            <p:cNvSpPr txBox="1">
              <a:spLocks noChangeArrowheads="1"/>
            </p:cNvSpPr>
            <p:nvPr/>
          </p:nvSpPr>
          <p:spPr bwMode="auto">
            <a:xfrm>
              <a:off x="288" y="1176"/>
              <a:ext cx="269" cy="2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 5    4     3    2    1      0</a:t>
              </a:r>
            </a:p>
          </p:txBody>
        </p:sp>
        <p:sp>
          <p:nvSpPr>
            <p:cNvPr id="76" name="Text Box 26"/>
            <p:cNvSpPr txBox="1">
              <a:spLocks noChangeArrowheads="1"/>
            </p:cNvSpPr>
            <p:nvPr/>
          </p:nvSpPr>
          <p:spPr bwMode="auto">
            <a:xfrm>
              <a:off x="3810" y="3744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77" name="Text Box 27"/>
            <p:cNvSpPr txBox="1">
              <a:spLocks noChangeArrowheads="1"/>
            </p:cNvSpPr>
            <p:nvPr/>
          </p:nvSpPr>
          <p:spPr bwMode="auto">
            <a:xfrm>
              <a:off x="240" y="864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f(n)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utoUpdateAnimBg="0"/>
      <p:bldP spid="58" grpId="0" autoUpdateAnimBg="0"/>
      <p:bldP spid="59" grpId="0" autoUpdateAnimBg="0"/>
      <p:bldP spid="60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Line 5"/>
          <p:cNvSpPr>
            <a:spLocks noChangeShapeType="1"/>
          </p:cNvSpPr>
          <p:nvPr/>
        </p:nvSpPr>
        <p:spPr bwMode="auto">
          <a:xfrm>
            <a:off x="107950" y="3501678"/>
            <a:ext cx="8964613" cy="30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2" name="Line 6"/>
          <p:cNvSpPr>
            <a:spLocks noChangeShapeType="1"/>
          </p:cNvSpPr>
          <p:nvPr/>
        </p:nvSpPr>
        <p:spPr bwMode="auto">
          <a:xfrm>
            <a:off x="2895600" y="2236440"/>
            <a:ext cx="0" cy="3352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3" name="Line 7"/>
          <p:cNvSpPr>
            <a:spLocks noChangeShapeType="1"/>
          </p:cNvSpPr>
          <p:nvPr/>
        </p:nvSpPr>
        <p:spPr bwMode="auto">
          <a:xfrm>
            <a:off x="1371600" y="2846040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4" name="Line 8"/>
          <p:cNvSpPr>
            <a:spLocks noChangeShapeType="1"/>
          </p:cNvSpPr>
          <p:nvPr/>
        </p:nvSpPr>
        <p:spPr bwMode="auto">
          <a:xfrm flipV="1">
            <a:off x="107950" y="4222403"/>
            <a:ext cx="8964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5" name="Line 9"/>
          <p:cNvSpPr>
            <a:spLocks noChangeShapeType="1"/>
          </p:cNvSpPr>
          <p:nvPr/>
        </p:nvSpPr>
        <p:spPr bwMode="auto">
          <a:xfrm flipV="1">
            <a:off x="107950" y="2846040"/>
            <a:ext cx="8964613" cy="7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6" name="Line 10"/>
          <p:cNvSpPr>
            <a:spLocks noChangeShapeType="1"/>
          </p:cNvSpPr>
          <p:nvPr/>
        </p:nvSpPr>
        <p:spPr bwMode="auto">
          <a:xfrm>
            <a:off x="107950" y="4941540"/>
            <a:ext cx="8964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7" name="Line 11"/>
          <p:cNvSpPr>
            <a:spLocks noChangeShapeType="1"/>
          </p:cNvSpPr>
          <p:nvPr/>
        </p:nvSpPr>
        <p:spPr bwMode="auto">
          <a:xfrm>
            <a:off x="4572000" y="2846040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8" name="Line 12"/>
          <p:cNvSpPr>
            <a:spLocks noChangeShapeType="1"/>
          </p:cNvSpPr>
          <p:nvPr/>
        </p:nvSpPr>
        <p:spPr bwMode="auto">
          <a:xfrm>
            <a:off x="6516688" y="2846040"/>
            <a:ext cx="0" cy="2743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79" name="Text Box 13"/>
          <p:cNvSpPr txBox="1">
            <a:spLocks noChangeArrowheads="1"/>
          </p:cNvSpPr>
          <p:nvPr/>
        </p:nvSpPr>
        <p:spPr bwMode="auto">
          <a:xfrm>
            <a:off x="0" y="234280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不  同 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算  法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80" name="Text Box 14"/>
          <p:cNvSpPr txBox="1">
            <a:spLocks noChangeArrowheads="1"/>
          </p:cNvSpPr>
          <p:nvPr/>
        </p:nvSpPr>
        <p:spPr bwMode="auto">
          <a:xfrm>
            <a:off x="2895600" y="2266603"/>
            <a:ext cx="6248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不  同  的 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输  入  规  模 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81" name="Text Box 15"/>
          <p:cNvSpPr txBox="1">
            <a:spLocks noChangeArrowheads="1"/>
          </p:cNvSpPr>
          <p:nvPr/>
        </p:nvSpPr>
        <p:spPr bwMode="auto">
          <a:xfrm>
            <a:off x="349250" y="2933353"/>
            <a:ext cx="9461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 </a:t>
            </a:r>
            <a:r>
              <a:rPr lang="en-US" altLang="zh-CN" sz="28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i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82" name="Text Box 16"/>
          <p:cNvSpPr txBox="1">
            <a:spLocks noChangeArrowheads="1"/>
          </p:cNvSpPr>
          <p:nvPr/>
        </p:nvSpPr>
        <p:spPr bwMode="auto">
          <a:xfrm>
            <a:off x="1600200" y="2952403"/>
            <a:ext cx="1143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</a:t>
            </a:r>
          </a:p>
        </p:txBody>
      </p:sp>
      <p:sp>
        <p:nvSpPr>
          <p:cNvPr id="32783" name="Text Box 17"/>
          <p:cNvSpPr txBox="1">
            <a:spLocks noChangeArrowheads="1"/>
          </p:cNvSpPr>
          <p:nvPr/>
        </p:nvSpPr>
        <p:spPr bwMode="auto">
          <a:xfrm>
            <a:off x="3017838" y="2957165"/>
            <a:ext cx="1371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n = 10</a:t>
            </a:r>
          </a:p>
        </p:txBody>
      </p:sp>
      <p:sp>
        <p:nvSpPr>
          <p:cNvPr id="32784" name="Text Box 18"/>
          <p:cNvSpPr txBox="1">
            <a:spLocks noChangeArrowheads="1"/>
          </p:cNvSpPr>
          <p:nvPr/>
        </p:nvSpPr>
        <p:spPr bwMode="auto">
          <a:xfrm>
            <a:off x="4953000" y="2939703"/>
            <a:ext cx="1143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n = 30</a:t>
            </a:r>
          </a:p>
        </p:txBody>
      </p:sp>
      <p:sp>
        <p:nvSpPr>
          <p:cNvPr id="32785" name="Text Box 19"/>
          <p:cNvSpPr txBox="1">
            <a:spLocks noChangeArrowheads="1"/>
          </p:cNvSpPr>
          <p:nvPr/>
        </p:nvSpPr>
        <p:spPr bwMode="auto">
          <a:xfrm>
            <a:off x="7131050" y="2963515"/>
            <a:ext cx="1295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n = 60</a:t>
            </a:r>
          </a:p>
        </p:txBody>
      </p:sp>
      <p:sp>
        <p:nvSpPr>
          <p:cNvPr id="32786" name="Text Box 20"/>
          <p:cNvSpPr txBox="1">
            <a:spLocks noChangeArrowheads="1"/>
          </p:cNvSpPr>
          <p:nvPr/>
        </p:nvSpPr>
        <p:spPr bwMode="auto">
          <a:xfrm>
            <a:off x="6588125" y="5086003"/>
            <a:ext cx="23749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366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10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Years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87" name="Text Box 21"/>
          <p:cNvSpPr txBox="1">
            <a:spLocks noChangeArrowheads="1"/>
          </p:cNvSpPr>
          <p:nvPr/>
        </p:nvSpPr>
        <p:spPr bwMode="auto">
          <a:xfrm>
            <a:off x="304800" y="3625503"/>
            <a:ext cx="838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A1</a:t>
            </a:r>
          </a:p>
        </p:txBody>
      </p:sp>
      <p:sp>
        <p:nvSpPr>
          <p:cNvPr id="32788" name="Text Box 22"/>
          <p:cNvSpPr txBox="1">
            <a:spLocks noChangeArrowheads="1"/>
          </p:cNvSpPr>
          <p:nvPr/>
        </p:nvSpPr>
        <p:spPr bwMode="auto">
          <a:xfrm>
            <a:off x="1676400" y="3638203"/>
            <a:ext cx="838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n</a:t>
            </a:r>
          </a:p>
        </p:txBody>
      </p:sp>
      <p:sp>
        <p:nvSpPr>
          <p:cNvPr id="32789" name="Text Box 23"/>
          <p:cNvSpPr txBox="1">
            <a:spLocks noChangeArrowheads="1"/>
          </p:cNvSpPr>
          <p:nvPr/>
        </p:nvSpPr>
        <p:spPr bwMode="auto">
          <a:xfrm>
            <a:off x="304800" y="4324003"/>
            <a:ext cx="762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A2</a:t>
            </a:r>
          </a:p>
        </p:txBody>
      </p:sp>
      <p:sp>
        <p:nvSpPr>
          <p:cNvPr id="32790" name="Text Box 24"/>
          <p:cNvSpPr txBox="1">
            <a:spLocks noChangeArrowheads="1"/>
          </p:cNvSpPr>
          <p:nvPr/>
        </p:nvSpPr>
        <p:spPr bwMode="auto">
          <a:xfrm>
            <a:off x="1816100" y="4311303"/>
            <a:ext cx="838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accent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baseline="30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5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91" name="Text Box 25"/>
          <p:cNvSpPr txBox="1">
            <a:spLocks noChangeArrowheads="1"/>
          </p:cNvSpPr>
          <p:nvPr/>
        </p:nvSpPr>
        <p:spPr bwMode="auto">
          <a:xfrm>
            <a:off x="298450" y="5020915"/>
            <a:ext cx="838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A3</a:t>
            </a:r>
          </a:p>
        </p:txBody>
      </p:sp>
      <p:sp>
        <p:nvSpPr>
          <p:cNvPr id="32792" name="Text Box 26"/>
          <p:cNvSpPr txBox="1">
            <a:spLocks noChangeArrowheads="1"/>
          </p:cNvSpPr>
          <p:nvPr/>
        </p:nvSpPr>
        <p:spPr bwMode="auto">
          <a:xfrm>
            <a:off x="1792288" y="5014565"/>
            <a:ext cx="914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baseline="30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93" name="Text Box 27"/>
          <p:cNvSpPr txBox="1">
            <a:spLocks noChangeArrowheads="1"/>
          </p:cNvSpPr>
          <p:nvPr/>
        </p:nvSpPr>
        <p:spPr bwMode="auto">
          <a:xfrm>
            <a:off x="3048000" y="3608040"/>
            <a:ext cx="1371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0.01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ms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94" name="Text Box 28"/>
          <p:cNvSpPr txBox="1">
            <a:spLocks noChangeArrowheads="1"/>
          </p:cNvSpPr>
          <p:nvPr/>
        </p:nvSpPr>
        <p:spPr bwMode="auto">
          <a:xfrm>
            <a:off x="2989263" y="4328765"/>
            <a:ext cx="1143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0.10s</a:t>
            </a:r>
          </a:p>
        </p:txBody>
      </p:sp>
      <p:sp>
        <p:nvSpPr>
          <p:cNvPr id="32795" name="Text Box 29"/>
          <p:cNvSpPr txBox="1">
            <a:spLocks noChangeArrowheads="1"/>
          </p:cNvSpPr>
          <p:nvPr/>
        </p:nvSpPr>
        <p:spPr bwMode="auto">
          <a:xfrm>
            <a:off x="3006725" y="5014565"/>
            <a:ext cx="1371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1.0ms</a:t>
            </a:r>
          </a:p>
        </p:txBody>
      </p:sp>
      <p:sp>
        <p:nvSpPr>
          <p:cNvPr id="32796" name="Text Box 30"/>
          <p:cNvSpPr txBox="1">
            <a:spLocks noChangeArrowheads="1"/>
          </p:cNvSpPr>
          <p:nvPr/>
        </p:nvSpPr>
        <p:spPr bwMode="auto">
          <a:xfrm>
            <a:off x="4759325" y="3642965"/>
            <a:ext cx="1676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0.03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ms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97" name="Text Box 31"/>
          <p:cNvSpPr txBox="1">
            <a:spLocks noChangeArrowheads="1"/>
          </p:cNvSpPr>
          <p:nvPr/>
        </p:nvSpPr>
        <p:spPr bwMode="auto">
          <a:xfrm>
            <a:off x="4700588" y="4328765"/>
            <a:ext cx="144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24.3 s</a:t>
            </a:r>
          </a:p>
        </p:txBody>
      </p:sp>
      <p:sp>
        <p:nvSpPr>
          <p:cNvPr id="32798" name="Text Box 32"/>
          <p:cNvSpPr txBox="1">
            <a:spLocks noChangeArrowheads="1"/>
          </p:cNvSpPr>
          <p:nvPr/>
        </p:nvSpPr>
        <p:spPr bwMode="auto">
          <a:xfrm>
            <a:off x="4665663" y="5014565"/>
            <a:ext cx="1905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17.9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Min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799" name="Text Box 33"/>
          <p:cNvSpPr txBox="1">
            <a:spLocks noChangeArrowheads="1"/>
          </p:cNvSpPr>
          <p:nvPr/>
        </p:nvSpPr>
        <p:spPr bwMode="auto">
          <a:xfrm>
            <a:off x="7026275" y="3649315"/>
            <a:ext cx="1600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0.06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ms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800" name="Text Box 34"/>
          <p:cNvSpPr txBox="1">
            <a:spLocks noChangeArrowheads="1"/>
          </p:cNvSpPr>
          <p:nvPr/>
        </p:nvSpPr>
        <p:spPr bwMode="auto">
          <a:xfrm>
            <a:off x="6757988" y="4328765"/>
            <a:ext cx="1905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13.0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Min</a:t>
            </a:r>
            <a:r>
              <a:rPr lang="en-US" altLang="zh-CN" sz="2800" b="1" dirty="0">
                <a:solidFill>
                  <a:schemeClr val="accent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801" name="Rectangle 3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42938" y="285750"/>
            <a:ext cx="77724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4000" b="1"/>
              <a:t>时间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107950" y="2236440"/>
            <a:ext cx="8964613" cy="3352800"/>
          </a:xfrm>
          <a:prstGeom prst="rect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44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36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2.4 </a:t>
            </a:r>
            <a:r>
              <a:rPr lang="zh-CN" altLang="en-US" sz="36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大整数的乘法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219200"/>
            <a:ext cx="77724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问题</a:t>
            </a:r>
            <a:r>
              <a:rPr kumimoji="0" lang="zh-CN" altLang="en-US" sz="2400" b="1" dirty="0">
                <a:latin typeface="华文中宋" panose="02010600040101010101" pitchFamily="2" charset="-122"/>
              </a:rPr>
              <a:t>：设计一个有效的算法，可以进行两个</a:t>
            </a:r>
            <a:r>
              <a:rPr kumimoji="0" lang="en-US" altLang="zh-CN" sz="2400" b="1" dirty="0">
                <a:latin typeface="华文中宋" panose="02010600040101010101" pitchFamily="2" charset="-122"/>
              </a:rPr>
              <a:t>n</a:t>
            </a:r>
            <a:r>
              <a:rPr kumimoji="0" lang="zh-CN" altLang="en-US" sz="2400" b="1" dirty="0">
                <a:latin typeface="华文中宋" panose="02010600040101010101" pitchFamily="2" charset="-122"/>
              </a:rPr>
              <a:t>位大整数的乘法运算，</a:t>
            </a:r>
            <a:r>
              <a:rPr kumimoji="0" lang="zh-CN" altLang="en-US" sz="2400" b="1" dirty="0">
                <a:latin typeface="华文中宋" panose="02010600040101010101" pitchFamily="2" charset="-122"/>
                <a:sym typeface="Symbol" panose="05050102010706020507" pitchFamily="18" charset="2"/>
              </a:rPr>
              <a:t>并分析算法关于二进制数运算（乘法、加法、移位）的时间复杂度。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sp>
        <p:nvSpPr>
          <p:cNvPr id="80901" name="Rectangle 5"/>
          <p:cNvSpPr>
            <a:spLocks noChangeArrowheads="1"/>
          </p:cNvSpPr>
          <p:nvPr/>
        </p:nvSpPr>
        <p:spPr bwMode="auto">
          <a:xfrm>
            <a:off x="533400" y="2708920"/>
            <a:ext cx="8305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已知：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y</a:t>
            </a:r>
            <a:r>
              <a:rPr kumimoji="0" lang="zh-CN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kumimoji="0" lang="zh-CN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位二进制数（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n= </a:t>
            </a:r>
            <a:r>
              <a:rPr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4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r: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非负正数）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</a:p>
          <a:p>
            <a:pPr eaLnBrk="1" hangingPunct="1"/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a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kumimoji="0" lang="zh-CN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y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的关系如下所示。</a:t>
            </a:r>
          </a:p>
          <a:p>
            <a:pPr eaLnBrk="1" hangingPunct="1"/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计算：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p=</a:t>
            </a:r>
            <a:r>
              <a:rPr kumimoji="0"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xy</a:t>
            </a:r>
            <a:endParaRPr kumimoji="0" lang="en-US" altLang="zh-CN" sz="28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43" name="Group 6"/>
          <p:cNvGrpSpPr/>
          <p:nvPr/>
        </p:nvGrpSpPr>
        <p:grpSpPr bwMode="auto">
          <a:xfrm>
            <a:off x="139700" y="4509120"/>
            <a:ext cx="3975100" cy="854075"/>
            <a:chOff x="88" y="111"/>
            <a:chExt cx="2504" cy="538"/>
          </a:xfrm>
        </p:grpSpPr>
        <p:grpSp>
          <p:nvGrpSpPr>
            <p:cNvPr id="44" name="Group 7"/>
            <p:cNvGrpSpPr/>
            <p:nvPr/>
          </p:nvGrpSpPr>
          <p:grpSpPr bwMode="auto">
            <a:xfrm>
              <a:off x="384" y="192"/>
              <a:ext cx="2208" cy="192"/>
              <a:chOff x="240" y="240"/>
              <a:chExt cx="2208" cy="192"/>
            </a:xfrm>
          </p:grpSpPr>
          <p:sp>
            <p:nvSpPr>
              <p:cNvPr id="47" name="Rectangle 8"/>
              <p:cNvSpPr>
                <a:spLocks noChangeArrowheads="1"/>
              </p:cNvSpPr>
              <p:nvPr/>
            </p:nvSpPr>
            <p:spPr bwMode="auto">
              <a:xfrm>
                <a:off x="240" y="240"/>
                <a:ext cx="2208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8" name="Line 9"/>
              <p:cNvSpPr>
                <a:spLocks noChangeShapeType="1"/>
              </p:cNvSpPr>
              <p:nvPr/>
            </p:nvSpPr>
            <p:spPr bwMode="auto">
              <a:xfrm>
                <a:off x="1345" y="2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5" name="Text Box 10"/>
            <p:cNvSpPr txBox="1">
              <a:spLocks noChangeArrowheads="1"/>
            </p:cNvSpPr>
            <p:nvPr/>
          </p:nvSpPr>
          <p:spPr bwMode="auto">
            <a:xfrm>
              <a:off x="88" y="111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 x:</a:t>
              </a:r>
            </a:p>
          </p:txBody>
        </p:sp>
        <p:sp>
          <p:nvSpPr>
            <p:cNvPr id="46" name="Text Box 11"/>
            <p:cNvSpPr txBox="1">
              <a:spLocks noChangeArrowheads="1"/>
            </p:cNvSpPr>
            <p:nvPr/>
          </p:nvSpPr>
          <p:spPr bwMode="auto">
            <a:xfrm>
              <a:off x="384" y="380"/>
              <a:ext cx="21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         a                 b</a:t>
              </a:r>
            </a:p>
          </p:txBody>
        </p:sp>
      </p:grpSp>
      <p:grpSp>
        <p:nvGrpSpPr>
          <p:cNvPr id="49" name="Group 12"/>
          <p:cNvGrpSpPr/>
          <p:nvPr/>
        </p:nvGrpSpPr>
        <p:grpSpPr bwMode="auto">
          <a:xfrm>
            <a:off x="4800600" y="4524995"/>
            <a:ext cx="3892550" cy="825500"/>
            <a:chOff x="3164" y="133"/>
            <a:chExt cx="2452" cy="520"/>
          </a:xfrm>
        </p:grpSpPr>
        <p:grpSp>
          <p:nvGrpSpPr>
            <p:cNvPr id="50" name="Group 13"/>
            <p:cNvGrpSpPr/>
            <p:nvPr/>
          </p:nvGrpSpPr>
          <p:grpSpPr bwMode="auto">
            <a:xfrm>
              <a:off x="3408" y="192"/>
              <a:ext cx="2208" cy="192"/>
              <a:chOff x="3120" y="240"/>
              <a:chExt cx="2400" cy="192"/>
            </a:xfrm>
          </p:grpSpPr>
          <p:sp>
            <p:nvSpPr>
              <p:cNvPr id="53" name="Rectangle 14"/>
              <p:cNvSpPr>
                <a:spLocks noChangeArrowheads="1"/>
              </p:cNvSpPr>
              <p:nvPr/>
            </p:nvSpPr>
            <p:spPr bwMode="auto">
              <a:xfrm>
                <a:off x="3120" y="240"/>
                <a:ext cx="2400" cy="1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4" name="Line 15"/>
              <p:cNvSpPr>
                <a:spLocks noChangeShapeType="1"/>
              </p:cNvSpPr>
              <p:nvPr/>
            </p:nvSpPr>
            <p:spPr bwMode="auto">
              <a:xfrm>
                <a:off x="4334" y="2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1" name="Text Box 16"/>
            <p:cNvSpPr txBox="1">
              <a:spLocks noChangeArrowheads="1"/>
            </p:cNvSpPr>
            <p:nvPr/>
          </p:nvSpPr>
          <p:spPr bwMode="auto">
            <a:xfrm>
              <a:off x="3164" y="133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y:</a:t>
              </a:r>
            </a:p>
          </p:txBody>
        </p:sp>
        <p:sp>
          <p:nvSpPr>
            <p:cNvPr id="52" name="Text Box 17"/>
            <p:cNvSpPr txBox="1">
              <a:spLocks noChangeArrowheads="1"/>
            </p:cNvSpPr>
            <p:nvPr/>
          </p:nvSpPr>
          <p:spPr bwMode="auto">
            <a:xfrm>
              <a:off x="3456" y="384"/>
              <a:ext cx="2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         c                 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1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685800" y="1031875"/>
            <a:ext cx="7924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 = x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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y = (a 2 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 /2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b ) ( c 2 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d )</a:t>
            </a:r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0" y="1576388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    = ac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2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+ (ad +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bc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) 2 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n/2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+ bd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0" y="206851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1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）计算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ac,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并将结果“左移”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位；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0" y="2647950"/>
            <a:ext cx="9144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146175" indent="-1146175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2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）分别计算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ad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bc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,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并求它们的和，再对和数“左移”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n/2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位；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0" y="3521075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3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）计算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bd;</a:t>
            </a: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0" y="4041775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4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）对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的结果求和。</a:t>
            </a:r>
          </a:p>
        </p:txBody>
      </p: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0" y="46291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时间复杂度递推式：</a:t>
            </a: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2386013" y="5105400"/>
            <a:ext cx="6248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4 T(n/2)  +  k n        ( n &gt; 1 )</a:t>
            </a:r>
          </a:p>
        </p:txBody>
      </p:sp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2309813" y="5638800"/>
            <a:ext cx="632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k                       ( n = 1)</a:t>
            </a:r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1143000" y="538638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6408" name="AutoShape 24"/>
          <p:cNvSpPr/>
          <p:nvPr/>
        </p:nvSpPr>
        <p:spPr bwMode="auto">
          <a:xfrm>
            <a:off x="2233613" y="525232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6409" name="Text Box 25"/>
          <p:cNvSpPr txBox="1">
            <a:spLocks noChangeArrowheads="1"/>
          </p:cNvSpPr>
          <p:nvPr/>
        </p:nvSpPr>
        <p:spPr bwMode="auto">
          <a:xfrm>
            <a:off x="0" y="61658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解上述递推式，得：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 n ) = 2 k 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- 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kn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O(n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</a:p>
        </p:txBody>
      </p:sp>
      <p:sp>
        <p:nvSpPr>
          <p:cNvPr id="16410" name="Text Box 26"/>
          <p:cNvSpPr txBox="1">
            <a:spLocks noChangeArrowheads="1"/>
          </p:cNvSpPr>
          <p:nvPr/>
        </p:nvSpPr>
        <p:spPr bwMode="auto">
          <a:xfrm>
            <a:off x="6172200" y="5638800"/>
            <a:ext cx="18557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k:</a:t>
            </a:r>
            <a:r>
              <a:rPr lang="zh-CN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正数）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8927" name="Rectangle 2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62000" y="228600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rgbClr val="AC2F36"/>
                </a:solidFill>
              </a:rPr>
              <a:t>算法一</a:t>
            </a:r>
          </a:p>
        </p:txBody>
      </p:sp>
      <p:sp>
        <p:nvSpPr>
          <p:cNvPr id="2" name="对话气泡: 圆角矩形 1"/>
          <p:cNvSpPr/>
          <p:nvPr/>
        </p:nvSpPr>
        <p:spPr bwMode="auto">
          <a:xfrm>
            <a:off x="7108250" y="4787346"/>
            <a:ext cx="1584176" cy="661245"/>
          </a:xfrm>
          <a:prstGeom prst="wedgeRoundRectCallout">
            <a:avLst>
              <a:gd name="adj1" fmla="val 3347"/>
              <a:gd name="adj2" fmla="val 153506"/>
              <a:gd name="adj3" fmla="val 16667"/>
            </a:avLst>
          </a:prstGeom>
          <a:solidFill>
            <a:srgbClr val="FFFF66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rgbClr val="AC2F36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</a:rPr>
              <a:t>是否可以改进？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BD8859E8-5941-8CC3-267F-E459C65C96AA}"/>
                  </a:ext>
                </a:extLst>
              </p14:cNvPr>
              <p14:cNvContentPartPr/>
              <p14:nvPr/>
            </p14:nvContentPartPr>
            <p14:xfrm>
              <a:off x="2514960" y="1928880"/>
              <a:ext cx="4107960" cy="32018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BD8859E8-5941-8CC3-267F-E459C65C96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05600" y="1919520"/>
                <a:ext cx="4126680" cy="322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8" grpId="0" autoUpdateAnimBg="0"/>
      <p:bldP spid="16399" grpId="0" autoUpdateAnimBg="0"/>
      <p:bldP spid="16400" grpId="0" autoUpdateAnimBg="0"/>
      <p:bldP spid="16401" grpId="0" autoUpdateAnimBg="0"/>
      <p:bldP spid="16402" grpId="0" autoUpdateAnimBg="0"/>
      <p:bldP spid="16403" grpId="0" autoUpdateAnimBg="0"/>
      <p:bldP spid="16404" grpId="0" autoUpdateAnimBg="0"/>
      <p:bldP spid="16405" grpId="0" autoUpdateAnimBg="0"/>
      <p:bldP spid="16406" grpId="0" autoUpdateAnimBg="0"/>
      <p:bldP spid="16407" grpId="0" autoUpdateAnimBg="0"/>
      <p:bldP spid="16408" grpId="0" animBg="1"/>
      <p:bldP spid="16409" grpId="0" autoUpdateAnimBg="0"/>
      <p:bldP spid="16410" grpId="0" autoUpdateAnimBg="0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0" y="533400"/>
            <a:ext cx="91440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令：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u = ( a + b ) ( c + d ),  v = ac,   w = bd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有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:  p = x y = v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+ ( u - v - w )  2 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n/2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+  w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0" y="1705769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即：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 = x y= </a:t>
            </a:r>
            <a:r>
              <a:rPr kumimoji="0" lang="en-US" altLang="zh-CN" sz="2800" dirty="0">
                <a:solidFill>
                  <a:schemeClr val="accent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ac</a:t>
            </a:r>
            <a:r>
              <a:rPr kumimoji="0"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2</a:t>
            </a:r>
            <a:r>
              <a:rPr kumimoji="0" lang="en-US" altLang="zh-CN" sz="2800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kumimoji="0"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(</a:t>
            </a:r>
            <a:r>
              <a:rPr kumimoji="0" lang="en-US" altLang="zh-CN" sz="2800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ac+bd</a:t>
            </a:r>
            <a:r>
              <a:rPr kumimoji="0"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-</a:t>
            </a:r>
            <a:r>
              <a:rPr kumimoji="0" lang="en-US" altLang="zh-CN" sz="2800" dirty="0">
                <a:solidFill>
                  <a:srgbClr val="3333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(a-b)(c-d)</a:t>
            </a:r>
            <a:r>
              <a:rPr kumimoji="0"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  <a:r>
              <a:rPr kumimoji="0" lang="en-US" altLang="zh-CN" sz="2800" dirty="0">
                <a:solidFill>
                  <a:srgbClr val="3333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kumimoji="0"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kumimoji="0" lang="en-US" altLang="zh-CN" sz="2800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n/2</a:t>
            </a:r>
            <a:r>
              <a:rPr kumimoji="0"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</a:t>
            </a:r>
            <a:r>
              <a:rPr kumimoji="0" lang="en-US" altLang="zh-CN" sz="2800" dirty="0">
                <a:solidFill>
                  <a:schemeClr val="accent2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bd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304800" y="2270125"/>
            <a:ext cx="3962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递推关系式：</a:t>
            </a:r>
          </a:p>
        </p:txBody>
      </p:sp>
      <p:sp>
        <p:nvSpPr>
          <p:cNvPr id="17414" name="AutoShape 6"/>
          <p:cNvSpPr/>
          <p:nvPr/>
        </p:nvSpPr>
        <p:spPr bwMode="auto">
          <a:xfrm>
            <a:off x="2819400" y="2590800"/>
            <a:ext cx="152400" cy="735013"/>
          </a:xfrm>
          <a:prstGeom prst="leftBrace">
            <a:avLst>
              <a:gd name="adj1" fmla="val 40191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3048000" y="2468563"/>
            <a:ext cx="5638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3 T( n/2 )  +  k n        (n &gt; 1)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2971800" y="3001963"/>
            <a:ext cx="5791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c               ( n =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7" name="Text Box 9"/>
              <p:cNvSpPr txBox="1">
                <a:spLocks noChangeArrowheads="1"/>
              </p:cNvSpPr>
              <p:nvPr/>
            </p:nvSpPr>
            <p:spPr bwMode="auto">
              <a:xfrm>
                <a:off x="152400" y="3427413"/>
                <a:ext cx="8839200" cy="1101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  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根据主定理有：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           </a:t>
                </a: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T( n ) =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𝐧</m:t>
                        </m:r>
                      </m:e>
                      <m:sup>
                        <m:r>
                          <a:rPr lang="en-US" altLang="zh-CN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𝐥𝐨</m:t>
                        </m:r>
                        <m:sSub>
                          <m:sSubPr>
                            <m:ctrlPr>
                              <a:rPr lang="en-US" altLang="zh-CN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𝐠</m:t>
                            </m:r>
                          </m:e>
                          <m:sub>
                            <m:r>
                              <a:rPr lang="en-US" altLang="zh-CN" sz="28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 ) </a:t>
                </a:r>
              </a:p>
            </p:txBody>
          </p:sp>
        </mc:Choice>
        <mc:Fallback xmlns="">
          <p:sp>
            <p:nvSpPr>
              <p:cNvPr id="1741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" y="3427413"/>
                <a:ext cx="8839200" cy="1101584"/>
              </a:xfrm>
              <a:prstGeom prst="rect">
                <a:avLst/>
              </a:prstGeom>
              <a:blipFill rotWithShape="1">
                <a:blip r:embed="rId2"/>
                <a:stretch>
                  <a:fillRect t="-2450" b="-16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114300" y="4620420"/>
            <a:ext cx="8915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= O(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1. 59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1600200" y="2732088"/>
            <a:ext cx="1143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 (n ) =</a:t>
            </a:r>
          </a:p>
        </p:txBody>
      </p:sp>
      <p:sp>
        <p:nvSpPr>
          <p:cNvPr id="39952" name="Rectangle 1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81000" y="76200"/>
            <a:ext cx="7772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200" b="1" dirty="0">
                <a:solidFill>
                  <a:srgbClr val="AC2F36"/>
                </a:solidFill>
              </a:rPr>
              <a:t> </a:t>
            </a:r>
            <a:r>
              <a:rPr lang="zh-CN" altLang="en-US" sz="3200" b="1" dirty="0">
                <a:solidFill>
                  <a:srgbClr val="AC2F36"/>
                </a:solidFill>
              </a:rPr>
              <a:t>改进算法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55AF3A3-F99D-7057-CC4E-E3224A867134}"/>
                  </a:ext>
                </a:extLst>
              </p14:cNvPr>
              <p14:cNvContentPartPr/>
              <p14:nvPr/>
            </p14:nvContentPartPr>
            <p14:xfrm>
              <a:off x="2376720" y="2044080"/>
              <a:ext cx="5166720" cy="6786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55AF3A3-F99D-7057-CC4E-E3224A86713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67360" y="2034720"/>
                <a:ext cx="5185440" cy="697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autoUpdateAnimBg="0"/>
      <p:bldP spid="17412" grpId="0" autoUpdateAnimBg="0"/>
      <p:bldP spid="17413" grpId="0" autoUpdateAnimBg="0"/>
      <p:bldP spid="17414" grpId="0" animBg="1"/>
      <p:bldP spid="17415" grpId="0" autoUpdateAnimBg="0"/>
      <p:bldP spid="17416" grpId="0" autoUpdateAnimBg="0"/>
      <p:bldP spid="17417" grpId="0" autoUpdateAnimBg="0"/>
      <p:bldP spid="17423" grpId="0" autoUpdateAnimBg="0"/>
      <p:bldP spid="17424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rgbClr val="AC2F3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</a:rPr>
              <a:t>对大整数乘法的算法思考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kumimoji="0" lang="zh-CN" altLang="en-US" sz="2800" b="1" dirty="0">
                <a:sym typeface="Wingdings" panose="05000000000000000000" pitchFamily="2" charset="2"/>
              </a:rPr>
              <a:t>有没有更快的方法</a:t>
            </a:r>
            <a:r>
              <a:rPr kumimoji="0" lang="en-US" altLang="zh-CN" sz="2800" b="1" dirty="0">
                <a:sym typeface="Wingdings" panose="05000000000000000000" pitchFamily="2" charset="2"/>
              </a:rPr>
              <a:t>??</a:t>
            </a:r>
          </a:p>
          <a:p>
            <a:pPr eaLnBrk="1" hangingPunct="1"/>
            <a:r>
              <a:rPr kumimoji="0" lang="zh-CN" altLang="en-US" sz="2800" b="1" dirty="0"/>
              <a:t>如果将大整数分成更多段，用更复杂的方式把它们组合起来，可否得到更优的算法？</a:t>
            </a:r>
          </a:p>
        </p:txBody>
      </p:sp>
      <p:sp>
        <p:nvSpPr>
          <p:cNvPr id="135172" name="Rectangle 4"/>
          <p:cNvSpPr>
            <a:spLocks noChangeArrowheads="1"/>
          </p:cNvSpPr>
          <p:nvPr/>
        </p:nvSpPr>
        <p:spPr bwMode="auto">
          <a:xfrm>
            <a:off x="914400" y="3962400"/>
            <a:ext cx="7620000" cy="1408113"/>
          </a:xfrm>
          <a:prstGeom prst="rect">
            <a:avLst/>
          </a:prstGeom>
          <a:noFill/>
          <a:ln w="34925">
            <a:solidFill>
              <a:srgbClr val="FFCC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kumimoji="0"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引申：这个思想导致了快速傅利叶变换</a:t>
            </a:r>
            <a:r>
              <a:rPr kumimoji="0"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(Fast Fourier Transform)</a:t>
            </a:r>
            <a:r>
              <a:rPr kumimoji="0"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的产生。该方法也可以看作是一个复杂的分治算法。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11560" y="6381328"/>
            <a:ext cx="6838528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http://numbers.computation.free.fr/Constants/Algorithms/fft.html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 autoUpdateAnimBg="0"/>
      <p:bldP spid="135172" grpId="0" animBg="1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AC2F36"/>
                </a:solidFill>
              </a:rPr>
              <a:t>2.5  </a:t>
            </a:r>
            <a:r>
              <a:rPr lang="zh-CN" altLang="en-US" sz="4000" b="1" dirty="0">
                <a:solidFill>
                  <a:srgbClr val="AC2F36"/>
                </a:solidFill>
              </a:rPr>
              <a:t>矩阵乘法</a:t>
            </a:r>
            <a:endParaRPr lang="zh-CN" altLang="en-US" sz="5400" dirty="0">
              <a:solidFill>
                <a:srgbClr val="AC2F36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981200"/>
            <a:ext cx="8534400" cy="160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kumimoji="0" lang="en-US" altLang="en-US" sz="2400" b="1" dirty="0" err="1"/>
              <a:t>若依此定义来计算A和B的乘积矩阵C，则每计算C的一个元素C</a:t>
            </a:r>
            <a:r>
              <a:rPr kumimoji="0" lang="en-US" altLang="en-US" sz="2400" b="1" dirty="0"/>
              <a:t>[</a:t>
            </a:r>
            <a:r>
              <a:rPr kumimoji="0" lang="en-US" altLang="en-US" sz="2400" b="1" dirty="0" err="1"/>
              <a:t>i</a:t>
            </a:r>
            <a:r>
              <a:rPr kumimoji="0" lang="en-US" altLang="en-US" sz="2400" b="1" dirty="0"/>
              <a:t>][j]，需要做n次乘法和n-1次加法。因此，算出矩阵C的</a:t>
            </a:r>
            <a:r>
              <a:rPr kumimoji="0" lang="zh-CN" altLang="en-US" sz="2400" b="1" dirty="0"/>
              <a:t>所有</a:t>
            </a:r>
            <a:r>
              <a:rPr kumimoji="0" lang="en-US" altLang="en-US" sz="2400" b="1" dirty="0" err="1"/>
              <a:t>元素所需的计算时间为</a:t>
            </a:r>
            <a:r>
              <a:rPr kumimoji="0" lang="en-US" altLang="zh-CN" sz="2400" b="1" dirty="0" err="1"/>
              <a:t>O</a:t>
            </a:r>
            <a:r>
              <a:rPr kumimoji="0" lang="en-US" altLang="zh-CN" sz="2400" b="1" dirty="0"/>
              <a:t>(n</a:t>
            </a:r>
            <a:r>
              <a:rPr kumimoji="0" lang="en-US" altLang="zh-CN" sz="2400" b="1" baseline="30000" dirty="0"/>
              <a:t>3</a:t>
            </a:r>
            <a:r>
              <a:rPr kumimoji="0" lang="en-US" altLang="zh-CN" sz="2400" b="1" dirty="0"/>
              <a:t>)</a:t>
            </a:r>
          </a:p>
        </p:txBody>
      </p:sp>
      <p:grpSp>
        <p:nvGrpSpPr>
          <p:cNvPr id="41988" name="Group 4"/>
          <p:cNvGrpSpPr/>
          <p:nvPr/>
        </p:nvGrpSpPr>
        <p:grpSpPr bwMode="auto">
          <a:xfrm>
            <a:off x="158291" y="1180742"/>
            <a:ext cx="8856142" cy="792163"/>
            <a:chOff x="13" y="843"/>
            <a:chExt cx="5766" cy="540"/>
          </a:xfrm>
        </p:grpSpPr>
        <p:sp>
          <p:nvSpPr>
            <p:cNvPr id="41990" name="Text Box 5"/>
            <p:cNvSpPr txBox="1">
              <a:spLocks noChangeArrowheads="1"/>
            </p:cNvSpPr>
            <p:nvPr/>
          </p:nvSpPr>
          <p:spPr bwMode="auto">
            <a:xfrm>
              <a:off x="13" y="986"/>
              <a:ext cx="5444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A</a:t>
              </a:r>
              <a:r>
                <a:rPr kumimoji="0" lang="zh-CN" altLang="en-US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和</a:t>
              </a:r>
              <a:r>
                <a:rPr kumimoji="0" lang="en-US" altLang="zh-CN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B</a:t>
              </a:r>
              <a:r>
                <a:rPr kumimoji="0" lang="zh-CN" altLang="en-US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的乘积矩阵</a:t>
              </a:r>
              <a:r>
                <a:rPr kumimoji="0" lang="en-US" altLang="zh-CN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C</a:t>
              </a:r>
              <a:r>
                <a:rPr kumimoji="0" lang="zh-CN" altLang="en-US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中的元素</a:t>
              </a:r>
              <a:r>
                <a:rPr kumimoji="0" lang="en-US" altLang="zh-CN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C[</a:t>
              </a:r>
              <a:r>
                <a:rPr kumimoji="0" lang="en-US" altLang="zh-CN" sz="2400" b="1" dirty="0" err="1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i,j</a:t>
              </a:r>
              <a:r>
                <a:rPr kumimoji="0" lang="en-US" altLang="zh-CN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]</a:t>
              </a:r>
              <a:r>
                <a:rPr kumimoji="0" lang="zh-CN" altLang="en-US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定义为</a:t>
              </a:r>
              <a:r>
                <a:rPr kumimoji="0" lang="en-US" altLang="zh-CN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:</a:t>
              </a:r>
              <a:r>
                <a:rPr kumimoji="0" lang="zh-CN" altLang="en-US" sz="2400" b="1" dirty="0">
                  <a:solidFill>
                    <a:srgbClr val="0000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　</a:t>
              </a:r>
              <a:r>
                <a:rPr kumimoji="0" lang="zh-CN" altLang="en-US" sz="24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991" name="Object 6"/>
                <p:cNvSpPr txBox="1"/>
                <p:nvPr/>
              </p:nvSpPr>
              <p:spPr bwMode="auto">
                <a:xfrm>
                  <a:off x="3670" y="843"/>
                  <a:ext cx="2109" cy="5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][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]=</m:t>
                        </m:r>
                        <m:nary>
                          <m:naryPr>
                            <m:chr m:val="∑"/>
                            <m:ctrlP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][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CN" alt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nary>
                      </m:oMath>
                    </m:oMathPara>
                  </a14:m>
                  <a:endParaRPr lang="zh-CN" altLang="en-US" sz="18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41991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670" y="843"/>
                  <a:ext cx="2109" cy="54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989" name="Text Box 7"/>
          <p:cNvSpPr txBox="1">
            <a:spLocks noChangeArrowheads="1"/>
          </p:cNvSpPr>
          <p:nvPr/>
        </p:nvSpPr>
        <p:spPr bwMode="auto">
          <a:xfrm>
            <a:off x="469900" y="3903663"/>
            <a:ext cx="3214341" cy="1165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kumimoji="0" lang="zh-CN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传统方法</a:t>
            </a:r>
            <a:r>
              <a:rPr kumimoji="0"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</a:t>
            </a:r>
            <a:r>
              <a:rPr kumimoji="0"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O(n</a:t>
            </a:r>
            <a:r>
              <a:rPr kumimoji="0" lang="en-US" altLang="zh-CN" sz="2800" b="1" baseline="30000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kumimoji="0"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kumimoji="0"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分治法：如何？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52400" y="639763"/>
            <a:ext cx="89916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使用技术：分块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 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 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A 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 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 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 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( n = 2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; r: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非负整数）</a:t>
            </a:r>
            <a:r>
              <a:rPr lang="en-US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828800" y="1782763"/>
            <a:ext cx="2133600" cy="1036637"/>
            <a:chOff x="1152" y="720"/>
            <a:chExt cx="1344" cy="653"/>
          </a:xfrm>
        </p:grpSpPr>
        <p:sp>
          <p:nvSpPr>
            <p:cNvPr id="43037" name="Text Box 6"/>
            <p:cNvSpPr txBox="1">
              <a:spLocks noChangeArrowheads="1"/>
            </p:cNvSpPr>
            <p:nvPr/>
          </p:nvSpPr>
          <p:spPr bwMode="auto">
            <a:xfrm>
              <a:off x="1488" y="720"/>
              <a:ext cx="9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A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11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A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38" name="Text Box 7"/>
            <p:cNvSpPr txBox="1">
              <a:spLocks noChangeArrowheads="1"/>
            </p:cNvSpPr>
            <p:nvPr/>
          </p:nvSpPr>
          <p:spPr bwMode="auto">
            <a:xfrm>
              <a:off x="1440" y="1104"/>
              <a:ext cx="10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A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21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A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40" name="Text Box 9"/>
            <p:cNvSpPr txBox="1">
              <a:spLocks noChangeArrowheads="1"/>
            </p:cNvSpPr>
            <p:nvPr/>
          </p:nvSpPr>
          <p:spPr bwMode="auto">
            <a:xfrm>
              <a:off x="1152" y="949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=</a:t>
              </a:r>
            </a:p>
          </p:txBody>
        </p:sp>
      </p:grpSp>
      <p:grpSp>
        <p:nvGrpSpPr>
          <p:cNvPr id="3" name="Group 10"/>
          <p:cNvGrpSpPr/>
          <p:nvPr/>
        </p:nvGrpSpPr>
        <p:grpSpPr bwMode="auto">
          <a:xfrm>
            <a:off x="3975100" y="1782763"/>
            <a:ext cx="2187575" cy="1036637"/>
            <a:chOff x="2504" y="720"/>
            <a:chExt cx="1378" cy="653"/>
          </a:xfrm>
        </p:grpSpPr>
        <p:sp>
          <p:nvSpPr>
            <p:cNvPr id="43031" name="Text Box 11"/>
            <p:cNvSpPr txBox="1">
              <a:spLocks noChangeArrowheads="1"/>
            </p:cNvSpPr>
            <p:nvPr/>
          </p:nvSpPr>
          <p:spPr bwMode="auto">
            <a:xfrm>
              <a:off x="2504" y="927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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33" name="Text Box 13"/>
            <p:cNvSpPr txBox="1">
              <a:spLocks noChangeArrowheads="1"/>
            </p:cNvSpPr>
            <p:nvPr/>
          </p:nvSpPr>
          <p:spPr bwMode="auto">
            <a:xfrm>
              <a:off x="2826" y="720"/>
              <a:ext cx="100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B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11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B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34" name="Text Box 14"/>
            <p:cNvSpPr txBox="1">
              <a:spLocks noChangeArrowheads="1"/>
            </p:cNvSpPr>
            <p:nvPr/>
          </p:nvSpPr>
          <p:spPr bwMode="auto">
            <a:xfrm>
              <a:off x="2826" y="1104"/>
              <a:ext cx="105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B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21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B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35" name="AutoShape 15"/>
            <p:cNvSpPr/>
            <p:nvPr/>
          </p:nvSpPr>
          <p:spPr bwMode="auto">
            <a:xfrm>
              <a:off x="3684" y="852"/>
              <a:ext cx="60" cy="451"/>
            </a:xfrm>
            <a:prstGeom prst="rightBracket">
              <a:avLst>
                <a:gd name="adj" fmla="val 72778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0" y="27733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算法之一：</a:t>
            </a: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6096000" y="1782763"/>
            <a:ext cx="2060575" cy="1036637"/>
            <a:chOff x="3838" y="720"/>
            <a:chExt cx="1298" cy="653"/>
          </a:xfrm>
        </p:grpSpPr>
        <p:sp>
          <p:nvSpPr>
            <p:cNvPr id="43026" name="Text Box 18"/>
            <p:cNvSpPr txBox="1">
              <a:spLocks noChangeArrowheads="1"/>
            </p:cNvSpPr>
            <p:nvPr/>
          </p:nvSpPr>
          <p:spPr bwMode="auto">
            <a:xfrm>
              <a:off x="3838" y="949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43027" name="AutoShape 19"/>
            <p:cNvSpPr/>
            <p:nvPr/>
          </p:nvSpPr>
          <p:spPr bwMode="auto">
            <a:xfrm>
              <a:off x="4027" y="847"/>
              <a:ext cx="53" cy="451"/>
            </a:xfrm>
            <a:prstGeom prst="leftBracket">
              <a:avLst>
                <a:gd name="adj" fmla="val 8066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28" name="Text Box 20"/>
            <p:cNvSpPr txBox="1">
              <a:spLocks noChangeArrowheads="1"/>
            </p:cNvSpPr>
            <p:nvPr/>
          </p:nvSpPr>
          <p:spPr bwMode="auto">
            <a:xfrm>
              <a:off x="4080" y="720"/>
              <a:ext cx="9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C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11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C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29" name="Text Box 21"/>
            <p:cNvSpPr txBox="1">
              <a:spLocks noChangeArrowheads="1"/>
            </p:cNvSpPr>
            <p:nvPr/>
          </p:nvSpPr>
          <p:spPr bwMode="auto">
            <a:xfrm>
              <a:off x="4128" y="1104"/>
              <a:ext cx="10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C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21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C</a:t>
              </a:r>
              <a:r>
                <a:rPr lang="en-US" altLang="zh-CN" sz="28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22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43030" name="AutoShape 22"/>
            <p:cNvSpPr/>
            <p:nvPr/>
          </p:nvSpPr>
          <p:spPr bwMode="auto">
            <a:xfrm>
              <a:off x="4911" y="854"/>
              <a:ext cx="81" cy="451"/>
            </a:xfrm>
            <a:prstGeom prst="rightBracket">
              <a:avLst>
                <a:gd name="adj" fmla="val 54321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0" y="33067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由：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;     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;</a:t>
            </a:r>
          </a:p>
        </p:txBody>
      </p:sp>
      <p:sp>
        <p:nvSpPr>
          <p:cNvPr id="18456" name="Text Box 24"/>
          <p:cNvSpPr txBox="1">
            <a:spLocks noChangeArrowheads="1"/>
          </p:cNvSpPr>
          <p:nvPr/>
        </p:nvSpPr>
        <p:spPr bwMode="auto">
          <a:xfrm>
            <a:off x="0" y="39925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;    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57" name="Text Box 25"/>
          <p:cNvSpPr txBox="1">
            <a:spLocks noChangeArrowheads="1"/>
          </p:cNvSpPr>
          <p:nvPr/>
        </p:nvSpPr>
        <p:spPr bwMode="auto">
          <a:xfrm>
            <a:off x="0" y="46783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递推关系式：</a:t>
            </a:r>
          </a:p>
        </p:txBody>
      </p:sp>
      <p:sp>
        <p:nvSpPr>
          <p:cNvPr id="18458" name="Text Box 26"/>
          <p:cNvSpPr txBox="1">
            <a:spLocks noChangeArrowheads="1"/>
          </p:cNvSpPr>
          <p:nvPr/>
        </p:nvSpPr>
        <p:spPr bwMode="auto">
          <a:xfrm>
            <a:off x="1752600" y="5211763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8459" name="AutoShape 27"/>
          <p:cNvSpPr/>
          <p:nvPr/>
        </p:nvSpPr>
        <p:spPr bwMode="auto">
          <a:xfrm>
            <a:off x="2936875" y="5053013"/>
            <a:ext cx="228600" cy="709612"/>
          </a:xfrm>
          <a:prstGeom prst="leftBrace">
            <a:avLst>
              <a:gd name="adj1" fmla="val 25868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60" name="Text Box 28"/>
          <p:cNvSpPr txBox="1">
            <a:spLocks noChangeArrowheads="1"/>
          </p:cNvSpPr>
          <p:nvPr/>
        </p:nvSpPr>
        <p:spPr bwMode="auto">
          <a:xfrm>
            <a:off x="3200400" y="4983163"/>
            <a:ext cx="487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8 T( n/2) + a 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(n &gt; 2)</a:t>
            </a:r>
          </a:p>
        </p:txBody>
      </p:sp>
      <p:sp>
        <p:nvSpPr>
          <p:cNvPr id="18461" name="Text Box 29"/>
          <p:cNvSpPr txBox="1">
            <a:spLocks noChangeArrowheads="1"/>
          </p:cNvSpPr>
          <p:nvPr/>
        </p:nvSpPr>
        <p:spPr bwMode="auto">
          <a:xfrm>
            <a:off x="3200400" y="5440363"/>
            <a:ext cx="4953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b               (n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2 )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8462" name="Text Box 30"/>
          <p:cNvSpPr txBox="1">
            <a:spLocks noChangeArrowheads="1"/>
          </p:cNvSpPr>
          <p:nvPr/>
        </p:nvSpPr>
        <p:spPr bwMode="auto">
          <a:xfrm>
            <a:off x="1752600" y="6049963"/>
            <a:ext cx="7010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O( 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</a:t>
            </a:r>
          </a:p>
        </p:txBody>
      </p:sp>
      <p:sp>
        <p:nvSpPr>
          <p:cNvPr id="43024" name="Rectangle 3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04800" y="0"/>
            <a:ext cx="7772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200" b="1" dirty="0">
                <a:solidFill>
                  <a:srgbClr val="C00000"/>
                </a:solidFill>
              </a:rPr>
              <a:t>矩阵乘法算法分析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sp>
        <p:nvSpPr>
          <p:cNvPr id="35" name="AutoShape 15"/>
          <p:cNvSpPr/>
          <p:nvPr/>
        </p:nvSpPr>
        <p:spPr bwMode="auto">
          <a:xfrm>
            <a:off x="3754438" y="1995506"/>
            <a:ext cx="95250" cy="715962"/>
          </a:xfrm>
          <a:prstGeom prst="rightBracket">
            <a:avLst>
              <a:gd name="adj" fmla="val 72778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2" name="AutoShape 19"/>
          <p:cNvSpPr/>
          <p:nvPr/>
        </p:nvSpPr>
        <p:spPr bwMode="auto">
          <a:xfrm>
            <a:off x="2168377" y="1981313"/>
            <a:ext cx="84138" cy="715962"/>
          </a:xfrm>
          <a:prstGeom prst="leftBracket">
            <a:avLst>
              <a:gd name="adj" fmla="val 8066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36" name="AutoShape 19"/>
          <p:cNvSpPr/>
          <p:nvPr/>
        </p:nvSpPr>
        <p:spPr bwMode="auto">
          <a:xfrm>
            <a:off x="4329112" y="1989932"/>
            <a:ext cx="84138" cy="715962"/>
          </a:xfrm>
          <a:prstGeom prst="leftBracket">
            <a:avLst>
              <a:gd name="adj" fmla="val 8066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utoUpdateAnimBg="0"/>
      <p:bldP spid="18448" grpId="0" autoUpdateAnimBg="0"/>
      <p:bldP spid="18455" grpId="0" autoUpdateAnimBg="0"/>
      <p:bldP spid="18456" grpId="0" autoUpdateAnimBg="0"/>
      <p:bldP spid="18457" grpId="0" autoUpdateAnimBg="0"/>
      <p:bldP spid="18458" grpId="0" autoUpdateAnimBg="0"/>
      <p:bldP spid="18459" grpId="0" animBg="1"/>
      <p:bldP spid="18460" grpId="0" autoUpdateAnimBg="0"/>
      <p:bldP spid="18461" grpId="0" autoUpdateAnimBg="0"/>
      <p:bldP spid="18462" grpId="0" autoUpdateAnimBg="0"/>
      <p:bldP spid="35" grpId="0" animBg="1"/>
      <p:bldP spid="32" grpId="0" animBg="1"/>
      <p:bldP spid="3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0" y="54451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令：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 = (A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)(B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);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0" y="10842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Q = (A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;        R =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(B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-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);</a:t>
            </a:r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0" y="15938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S = 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(B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- 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);         T = (A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;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0" y="212725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U = (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-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 (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</a:t>
            </a: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0" y="2636838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V = (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- A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 (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+ B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)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0" y="31543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有：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P + S - T + V;      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R + T;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0" y="36877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Q + S;                   C</a:t>
            </a:r>
            <a:r>
              <a:rPr lang="en-US" altLang="zh-CN" sz="28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P + R - Q + U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0" y="4314825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时间复杂度递推式：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914400" y="5148263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9468" name="AutoShape 12"/>
          <p:cNvSpPr/>
          <p:nvPr/>
        </p:nvSpPr>
        <p:spPr bwMode="auto">
          <a:xfrm>
            <a:off x="2133600" y="4980563"/>
            <a:ext cx="228600" cy="716399"/>
          </a:xfrm>
          <a:prstGeom prst="leftBrace">
            <a:avLst>
              <a:gd name="adj1" fmla="val 30556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2468563" y="4843463"/>
            <a:ext cx="5791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7 T( n/2 )  +  a 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( n &gt; 2 )      </a:t>
            </a: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2409824" y="5376863"/>
            <a:ext cx="489847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b                                     ( n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2 )</a:t>
            </a:r>
          </a:p>
        </p:txBody>
      </p:sp>
      <p:sp>
        <p:nvSpPr>
          <p:cNvPr id="19471" name="AutoShape 15"/>
          <p:cNvSpPr>
            <a:spLocks noChangeArrowheads="1"/>
          </p:cNvSpPr>
          <p:nvPr/>
        </p:nvSpPr>
        <p:spPr bwMode="auto">
          <a:xfrm>
            <a:off x="609600" y="5652076"/>
            <a:ext cx="1143000" cy="1345049"/>
          </a:xfrm>
          <a:prstGeom prst="rightArrow">
            <a:avLst>
              <a:gd name="adj1" fmla="val 50000"/>
              <a:gd name="adj2" fmla="val 46875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2362200" y="6096000"/>
            <a:ext cx="6172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T( n)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 O( n 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2.81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)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44048" name="Rectangle 1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28600" y="76200"/>
            <a:ext cx="7772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算法之二</a:t>
            </a:r>
            <a:r>
              <a:rPr lang="en-US" altLang="zh-CN" sz="2800" b="1" dirty="0">
                <a:solidFill>
                  <a:schemeClr val="tx1"/>
                </a:solidFill>
              </a:rPr>
              <a:t>(Strassen</a:t>
            </a:r>
            <a:r>
              <a:rPr lang="zh-CN" altLang="zh-CN" sz="2800" b="1" dirty="0">
                <a:solidFill>
                  <a:schemeClr val="tx1"/>
                </a:solidFill>
              </a:rPr>
              <a:t>算法）</a:t>
            </a:r>
            <a:r>
              <a:rPr lang="zh-CN" altLang="en-US" sz="2800" b="1" dirty="0">
                <a:solidFill>
                  <a:schemeClr val="tx1"/>
                </a:solidFill>
              </a:rPr>
              <a:t>：</a:t>
            </a:r>
          </a:p>
        </p:txBody>
      </p:sp>
      <p:sp>
        <p:nvSpPr>
          <p:cNvPr id="19475" name="AutoShape 19"/>
          <p:cNvSpPr>
            <a:spLocks noChangeArrowheads="1"/>
          </p:cNvSpPr>
          <p:nvPr/>
        </p:nvSpPr>
        <p:spPr bwMode="auto">
          <a:xfrm>
            <a:off x="6588224" y="2245715"/>
            <a:ext cx="2514600" cy="1371600"/>
          </a:xfrm>
          <a:prstGeom prst="wedgeRoundRectCallout">
            <a:avLst>
              <a:gd name="adj1" fmla="val -86593"/>
              <a:gd name="adj2" fmla="val -51398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4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为了降低时间复杂度，必须减少乘法的次数。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B1876B9-6B46-91A9-1BEF-26D266842EF1}"/>
                  </a:ext>
                </a:extLst>
              </p14:cNvPr>
              <p14:cNvContentPartPr/>
              <p14:nvPr/>
            </p14:nvContentPartPr>
            <p14:xfrm>
              <a:off x="1112760" y="1287000"/>
              <a:ext cx="7672680" cy="2916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B1876B9-6B46-91A9-1BEF-26D266842E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3400" y="1277640"/>
                <a:ext cx="7691400" cy="293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9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utoUpdateAnimBg="0"/>
      <p:bldP spid="19460" grpId="0" autoUpdateAnimBg="0"/>
      <p:bldP spid="19461" grpId="0" autoUpdateAnimBg="0"/>
      <p:bldP spid="19462" grpId="0" autoUpdateAnimBg="0"/>
      <p:bldP spid="19463" grpId="0" autoUpdateAnimBg="0"/>
      <p:bldP spid="19464" grpId="0" autoUpdateAnimBg="0"/>
      <p:bldP spid="19465" grpId="0" autoUpdateAnimBg="0"/>
      <p:bldP spid="19466" grpId="0" autoUpdateAnimBg="0"/>
      <p:bldP spid="19467" grpId="0" autoUpdateAnimBg="0"/>
      <p:bldP spid="19468" grpId="0" animBg="1"/>
      <p:bldP spid="19469" grpId="0" autoUpdateAnimBg="0"/>
      <p:bldP spid="19470" grpId="0" autoUpdateAnimBg="0"/>
      <p:bldP spid="19471" grpId="0" animBg="1"/>
      <p:bldP spid="19472" grpId="0" autoUpdateAnimBg="0"/>
      <p:bldP spid="19475" grpId="0" animBg="1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533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>
                <a:solidFill>
                  <a:srgbClr val="C00000"/>
                </a:solidFill>
              </a:rPr>
              <a:t>对矩阵乘法的算法思考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4701" y="1371600"/>
            <a:ext cx="7772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 dirty="0"/>
              <a:t>目前最好的计算时间上界是 </a:t>
            </a:r>
            <a:endParaRPr kumimoji="0" lang="en-US" altLang="zh-CN" sz="2800" b="1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zh-CN" sz="2400" b="1" dirty="0"/>
              <a:t>2014</a:t>
            </a:r>
            <a:r>
              <a:rPr kumimoji="0" lang="zh-CN" altLang="en-US" sz="2400" b="1" dirty="0"/>
              <a:t>年  </a:t>
            </a:r>
            <a:r>
              <a:rPr kumimoji="0" lang="en-US" altLang="zh-CN" sz="2400" b="1" dirty="0"/>
              <a:t>O(n</a:t>
            </a:r>
            <a:r>
              <a:rPr kumimoji="0" lang="en-US" altLang="zh-CN" sz="2400" b="1" baseline="30000" dirty="0"/>
              <a:t>2.3728</a:t>
            </a:r>
            <a:r>
              <a:rPr kumimoji="0" lang="en-US" altLang="zh-CN" sz="2400" b="1" baseline="30000" dirty="0">
                <a:solidFill>
                  <a:srgbClr val="FF0000"/>
                </a:solidFill>
              </a:rPr>
              <a:t>639</a:t>
            </a:r>
            <a:r>
              <a:rPr kumimoji="0" lang="en-US" altLang="zh-CN" sz="2400" b="1" dirty="0"/>
              <a:t>)</a:t>
            </a:r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zh-CN" sz="2400" b="1" dirty="0"/>
              <a:t>2021</a:t>
            </a:r>
            <a:r>
              <a:rPr kumimoji="0" lang="zh-CN" altLang="en-US" sz="2400" b="1" dirty="0"/>
              <a:t>年  </a:t>
            </a:r>
            <a:r>
              <a:rPr kumimoji="0" lang="en-US" altLang="zh-CN" sz="2400" b="1" dirty="0"/>
              <a:t>O(n</a:t>
            </a:r>
            <a:r>
              <a:rPr kumimoji="0" lang="en-US" altLang="zh-CN" sz="2400" b="1" baseline="30000" dirty="0"/>
              <a:t>2.3728</a:t>
            </a:r>
            <a:r>
              <a:rPr kumimoji="0" lang="en-US" altLang="zh-CN" sz="2400" b="1" baseline="30000" dirty="0">
                <a:solidFill>
                  <a:srgbClr val="FF0000"/>
                </a:solidFill>
              </a:rPr>
              <a:t>596</a:t>
            </a:r>
            <a:r>
              <a:rPr kumimoji="0" lang="en-US" altLang="zh-CN" sz="2400" b="1" dirty="0"/>
              <a:t>)</a:t>
            </a:r>
            <a:endParaRPr kumimoji="0" lang="en-US" altLang="zh-CN" sz="1100" b="1" dirty="0"/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 dirty="0"/>
              <a:t>可否得到更优的算法？</a:t>
            </a:r>
            <a:endParaRPr kumimoji="0" lang="en-US" altLang="zh-CN" sz="2800" b="1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kumimoji="0" lang="en-US" altLang="zh-CN" sz="2400" b="1" dirty="0"/>
              <a:t>2022</a:t>
            </a:r>
            <a:r>
              <a:rPr kumimoji="0" lang="zh-CN" altLang="en-US" sz="2400" b="1" dirty="0"/>
              <a:t>年</a:t>
            </a:r>
            <a:r>
              <a:rPr kumimoji="0" lang="en-US" altLang="zh-CN" sz="2400" b="1" dirty="0"/>
              <a:t>10</a:t>
            </a:r>
            <a:r>
              <a:rPr kumimoji="0" lang="zh-CN" altLang="en-US" sz="2400" b="1" dirty="0"/>
              <a:t>月，</a:t>
            </a:r>
            <a:r>
              <a:rPr kumimoji="0" lang="en-US" altLang="zh-CN" sz="2400" b="1" dirty="0" err="1"/>
              <a:t>Deepmind</a:t>
            </a:r>
            <a:r>
              <a:rPr kumimoji="0" lang="zh-CN" altLang="en-US" sz="2400" b="1" dirty="0"/>
              <a:t>研究人员利用深度学习算法发现了利用</a:t>
            </a:r>
            <a:r>
              <a:rPr kumimoji="0" lang="en-US" altLang="zh-CN" sz="2400" b="1" dirty="0"/>
              <a:t>47 </a:t>
            </a:r>
            <a:r>
              <a:rPr kumimoji="0" lang="zh-CN" altLang="en-US" sz="2400" b="1" dirty="0"/>
              <a:t>次乘法，实现</a:t>
            </a:r>
            <a:r>
              <a:rPr kumimoji="0" lang="en-US" altLang="zh-CN" sz="2400" b="1" dirty="0"/>
              <a:t>4×4</a:t>
            </a:r>
            <a:r>
              <a:rPr kumimoji="0" lang="zh-CN" altLang="en-US" sz="2400" b="1" dirty="0"/>
              <a:t>矩阵相乘的算法</a:t>
            </a:r>
          </a:p>
          <a:p>
            <a:pPr eaLnBrk="1" hangingPunct="1"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 dirty="0"/>
              <a:t>是否能找到</a:t>
            </a:r>
            <a:r>
              <a:rPr kumimoji="0" lang="en-US" altLang="zh-CN" sz="2800" b="1" dirty="0"/>
              <a:t>O(n</a:t>
            </a:r>
            <a:r>
              <a:rPr kumimoji="0" lang="en-US" altLang="zh-CN" sz="2800" b="1" baseline="30000" dirty="0"/>
              <a:t>2</a:t>
            </a:r>
            <a:r>
              <a:rPr kumimoji="0" lang="en-US" altLang="zh-CN" sz="2800" b="1" dirty="0"/>
              <a:t>)</a:t>
            </a:r>
            <a:r>
              <a:rPr kumimoji="0" lang="zh-CN" altLang="en-US" sz="2800" b="1" dirty="0"/>
              <a:t>的算法？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68660" y="5661248"/>
            <a:ext cx="8206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sz="1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Alman J, Williams V </a:t>
            </a:r>
            <a:r>
              <a:rPr lang="en-US" altLang="zh-CN" sz="14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V</a:t>
            </a:r>
            <a:r>
              <a:rPr lang="en-US" altLang="zh-CN" sz="1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. A refined laser method and faster matrix multiplication[C]//Proceedings of the 2021 ACM-SIAM Symposium on Discrete Algorithms (SODA). Society for Industrial and Applied Mathematics, 2021: 522-539.</a:t>
            </a:r>
          </a:p>
          <a:p>
            <a:pPr marL="342900" indent="-342900">
              <a:buAutoNum type="arabicPeriod"/>
            </a:pPr>
            <a:r>
              <a:rPr lang="de-DE" altLang="zh-CN" sz="1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https://www.nature.com/articles/s41586-022-05172-4/figures/6</a:t>
            </a:r>
            <a:endParaRPr lang="zh-CN" altLang="en-US" sz="1400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60350"/>
            <a:ext cx="7772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2.6 </a:t>
            </a:r>
            <a:r>
              <a:rPr lang="zh-CN" altLang="en-US" sz="4000" b="1" dirty="0">
                <a:solidFill>
                  <a:srgbClr val="AC2F36"/>
                </a:solidFill>
                <a:latin typeface="华文中宋" panose="02010600040101010101" pitchFamily="2" charset="-122"/>
              </a:rPr>
              <a:t>棋盘覆盖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74750"/>
            <a:ext cx="7772400" cy="2819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kumimoji="0" lang="zh-CN" altLang="en-US" sz="2800" b="1" dirty="0"/>
              <a:t>问题描述：在一个</a:t>
            </a:r>
            <a:r>
              <a:rPr kumimoji="0" lang="en-US" altLang="zh-CN" sz="2800" b="1" dirty="0"/>
              <a:t>2</a:t>
            </a:r>
            <a:r>
              <a:rPr kumimoji="0" lang="en-US" altLang="zh-CN" sz="2800" b="1" baseline="30000" dirty="0"/>
              <a:t>k</a:t>
            </a:r>
            <a:r>
              <a:rPr kumimoji="0" lang="en-US" altLang="en-US" sz="2800" b="1" dirty="0"/>
              <a:t>×</a:t>
            </a:r>
            <a:r>
              <a:rPr kumimoji="0" lang="en-US" altLang="zh-CN" sz="2800" b="1" dirty="0"/>
              <a:t>2</a:t>
            </a:r>
            <a:r>
              <a:rPr kumimoji="0" lang="en-US" altLang="zh-CN" sz="2800" b="1" baseline="30000" dirty="0"/>
              <a:t>k</a:t>
            </a:r>
            <a:r>
              <a:rPr kumimoji="0" lang="en-US" altLang="zh-CN" sz="2800" b="1" dirty="0"/>
              <a:t> </a:t>
            </a:r>
            <a:r>
              <a:rPr kumimoji="0" lang="zh-CN" altLang="en-US" sz="2800" b="1" dirty="0"/>
              <a:t>个方格组成的棋盘中，恰有一个方格与其它方格不同，称该方格为一</a:t>
            </a:r>
            <a:r>
              <a:rPr kumimoji="0" lang="zh-CN" altLang="en-US" sz="2800" b="1" dirty="0">
                <a:solidFill>
                  <a:srgbClr val="AC2F36"/>
                </a:solidFill>
              </a:rPr>
              <a:t>特殊方格</a:t>
            </a:r>
            <a:r>
              <a:rPr kumimoji="0" lang="zh-CN" altLang="en-US" sz="2800" b="1" dirty="0"/>
              <a:t>，且称该棋盘为一</a:t>
            </a:r>
            <a:r>
              <a:rPr kumimoji="0" lang="zh-CN" altLang="en-US" sz="2800" b="1" dirty="0">
                <a:solidFill>
                  <a:srgbClr val="AC2F36"/>
                </a:solidFill>
              </a:rPr>
              <a:t>特殊棋盘</a:t>
            </a:r>
            <a:r>
              <a:rPr kumimoji="0" lang="zh-CN" altLang="en-US" sz="2800" b="1" dirty="0"/>
              <a:t>。在棋盘覆盖问题中，要用图示的</a:t>
            </a:r>
            <a:r>
              <a:rPr kumimoji="0" lang="en-US" altLang="zh-CN" sz="2800" b="1" dirty="0"/>
              <a:t>4</a:t>
            </a:r>
            <a:r>
              <a:rPr kumimoji="0" lang="zh-CN" altLang="en-US" sz="2800" b="1" dirty="0"/>
              <a:t>种不同形态的</a:t>
            </a:r>
            <a:r>
              <a:rPr kumimoji="0" lang="en-US" altLang="zh-CN" sz="2800" b="1" dirty="0"/>
              <a:t>L</a:t>
            </a:r>
            <a:r>
              <a:rPr kumimoji="0" lang="zh-CN" altLang="en-US" sz="2800" b="1" dirty="0"/>
              <a:t>型骨牌覆盖给定的特殊棋盘上除特殊方格以外的所有方格，且任何</a:t>
            </a:r>
            <a:r>
              <a:rPr kumimoji="0" lang="en-US" altLang="zh-CN" sz="2800" b="1" dirty="0"/>
              <a:t>2</a:t>
            </a:r>
            <a:r>
              <a:rPr kumimoji="0" lang="zh-CN" altLang="en-US" sz="2800" b="1" dirty="0"/>
              <a:t>个</a:t>
            </a:r>
            <a:r>
              <a:rPr kumimoji="0" lang="en-US" altLang="zh-CN" sz="2800" b="1" dirty="0"/>
              <a:t>L</a:t>
            </a:r>
            <a:r>
              <a:rPr kumimoji="0" lang="zh-CN" altLang="en-US" sz="2800" b="1" dirty="0"/>
              <a:t>型骨牌不得重叠覆盖。</a:t>
            </a:r>
          </a:p>
        </p:txBody>
      </p:sp>
      <p:pic>
        <p:nvPicPr>
          <p:cNvPr id="46084" name="Picture 4" descr="t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325" y="4129088"/>
            <a:ext cx="2016125" cy="1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5" name="Picture 5" descr="t2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688" y="4344988"/>
            <a:ext cx="5040312" cy="139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l" eaLnBrk="1" hangingPunct="1"/>
            <a:r>
              <a:rPr lang="zh-CN" altLang="en-US" sz="3600" b="1" dirty="0">
                <a:latin typeface="华文中宋" panose="02010600040101010101" pitchFamily="2" charset="-122"/>
              </a:rPr>
              <a:t>棋盘覆盖</a:t>
            </a:r>
            <a:r>
              <a:rPr lang="zh-CN" altLang="en-US" dirty="0"/>
              <a:t> 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66800"/>
            <a:ext cx="42672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</a:rPr>
              <a:t>特殊棋盘、特殊方格</a:t>
            </a:r>
            <a:endParaRPr lang="zh-CN" altLang="en-US" sz="2800" b="1" dirty="0"/>
          </a:p>
        </p:txBody>
      </p:sp>
      <p:graphicFrame>
        <p:nvGraphicFramePr>
          <p:cNvPr id="83639" name="Group 695"/>
          <p:cNvGraphicFramePr>
            <a:graphicFrameLocks noGrp="1"/>
          </p:cNvGraphicFramePr>
          <p:nvPr/>
        </p:nvGraphicFramePr>
        <p:xfrm>
          <a:off x="5029200" y="381000"/>
          <a:ext cx="3581400" cy="4023056"/>
        </p:xfrm>
        <a:graphic>
          <a:graphicData uri="http://schemas.openxmlformats.org/drawingml/2006/table">
            <a:tbl>
              <a:tblPr/>
              <a:tblGrid>
                <a:gridCol w="44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3414" name="Group 470"/>
          <p:cNvGraphicFramePr>
            <a:graphicFrameLocks noGrp="1"/>
          </p:cNvGraphicFramePr>
          <p:nvPr/>
        </p:nvGraphicFramePr>
        <p:xfrm>
          <a:off x="5029200" y="381000"/>
          <a:ext cx="3581400" cy="4023056"/>
        </p:xfrm>
        <a:graphic>
          <a:graphicData uri="http://schemas.openxmlformats.org/drawingml/2006/table">
            <a:tbl>
              <a:tblPr/>
              <a:tblGrid>
                <a:gridCol w="44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8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081" marB="3808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3174" name="Text Box 230"/>
          <p:cNvSpPr txBox="1">
            <a:spLocks noChangeArrowheads="1"/>
          </p:cNvSpPr>
          <p:nvPr/>
        </p:nvSpPr>
        <p:spPr bwMode="auto">
          <a:xfrm>
            <a:off x="611188" y="1828800"/>
            <a:ext cx="396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型骨牌</a:t>
            </a:r>
            <a:r>
              <a:rPr lang="zh-CN" altLang="en-US" sz="28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graphicFrame>
        <p:nvGraphicFramePr>
          <p:cNvPr id="83729" name="Group 785"/>
          <p:cNvGraphicFramePr>
            <a:graphicFrameLocks noGrp="1"/>
          </p:cNvGraphicFramePr>
          <p:nvPr/>
        </p:nvGraphicFramePr>
        <p:xfrm>
          <a:off x="685800" y="2743200"/>
          <a:ext cx="914400" cy="10064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743" name="Group 799"/>
          <p:cNvGraphicFramePr>
            <a:graphicFrameLocks noGrp="1"/>
          </p:cNvGraphicFramePr>
          <p:nvPr/>
        </p:nvGraphicFramePr>
        <p:xfrm>
          <a:off x="1752600" y="2743200"/>
          <a:ext cx="914400" cy="10064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749" name="Group 805"/>
          <p:cNvGraphicFramePr>
            <a:graphicFrameLocks noGrp="1"/>
          </p:cNvGraphicFramePr>
          <p:nvPr/>
        </p:nvGraphicFramePr>
        <p:xfrm>
          <a:off x="2895600" y="2743200"/>
          <a:ext cx="914400" cy="10064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3762" name="Group 818"/>
          <p:cNvGraphicFramePr>
            <a:graphicFrameLocks noGrp="1"/>
          </p:cNvGraphicFramePr>
          <p:nvPr/>
        </p:nvGraphicFramePr>
        <p:xfrm>
          <a:off x="3962400" y="2743200"/>
          <a:ext cx="914400" cy="100647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38100" marR="38100" marT="38124" marB="381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33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3763" name="Text Box 819"/>
          <p:cNvSpPr txBox="1">
            <a:spLocks noChangeArrowheads="1"/>
          </p:cNvSpPr>
          <p:nvPr/>
        </p:nvSpPr>
        <p:spPr bwMode="auto">
          <a:xfrm>
            <a:off x="533400" y="4616450"/>
            <a:ext cx="7772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问题：用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种不同形状的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型骨牌如何覆盖一个特殊棋盘？</a:t>
            </a:r>
          </a:p>
        </p:txBody>
      </p:sp>
      <p:sp>
        <p:nvSpPr>
          <p:cNvPr id="83764" name="Text Box 820"/>
          <p:cNvSpPr txBox="1">
            <a:spLocks noChangeArrowheads="1"/>
          </p:cNvSpPr>
          <p:nvPr/>
        </p:nvSpPr>
        <p:spPr bwMode="auto">
          <a:xfrm>
            <a:off x="611188" y="5734050"/>
            <a:ext cx="6858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分治策略：</a:t>
            </a:r>
          </a:p>
        </p:txBody>
      </p:sp>
      <p:sp>
        <p:nvSpPr>
          <p:cNvPr id="83765" name="Line 821"/>
          <p:cNvSpPr>
            <a:spLocks noChangeShapeType="1"/>
          </p:cNvSpPr>
          <p:nvPr/>
        </p:nvSpPr>
        <p:spPr bwMode="auto">
          <a:xfrm>
            <a:off x="5029200" y="2387600"/>
            <a:ext cx="35814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3766" name="Line 822"/>
          <p:cNvSpPr>
            <a:spLocks noChangeShapeType="1"/>
          </p:cNvSpPr>
          <p:nvPr/>
        </p:nvSpPr>
        <p:spPr bwMode="auto">
          <a:xfrm>
            <a:off x="6819900" y="381000"/>
            <a:ext cx="0" cy="40386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3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3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3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3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3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3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3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3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3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3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3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3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3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3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3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/>
      <p:bldP spid="83174" grpId="0" autoUpdateAnimBg="0"/>
      <p:bldP spid="83763" grpId="0" autoUpdateAnimBg="0"/>
      <p:bldP spid="8376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dirty="0">
                <a:solidFill>
                  <a:srgbClr val="FF0000"/>
                </a:solidFill>
              </a:rPr>
              <a:t>分治策略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 dirty="0"/>
              <a:t>将</a:t>
            </a:r>
            <a:r>
              <a:rPr lang="zh-CN" altLang="en-US" sz="2800" b="1" dirty="0">
                <a:latin typeface="华文中宋" panose="02010600040101010101" pitchFamily="2" charset="-122"/>
              </a:rPr>
              <a:t>棋盘分割为</a:t>
            </a:r>
            <a:r>
              <a:rPr lang="en-US" altLang="zh-CN" sz="2800" b="1" dirty="0"/>
              <a:t>4</a:t>
            </a:r>
            <a:r>
              <a:rPr lang="zh-CN" altLang="en-US" sz="2800" b="1" dirty="0">
                <a:latin typeface="华文中宋" panose="02010600040101010101" pitchFamily="2" charset="-122"/>
              </a:rPr>
              <a:t>个</a:t>
            </a:r>
            <a:r>
              <a:rPr lang="en-US" altLang="zh-CN" sz="2800" b="1" dirty="0"/>
              <a:t>2</a:t>
            </a:r>
            <a:r>
              <a:rPr lang="en-US" altLang="zh-CN" sz="2800" b="1" baseline="34000" dirty="0"/>
              <a:t>k-1</a:t>
            </a:r>
            <a:r>
              <a:rPr lang="en-US" altLang="zh-CN" sz="2800" b="1" dirty="0">
                <a:cs typeface="Times New Roman" panose="02020603050405020304" pitchFamily="18" charset="0"/>
              </a:rPr>
              <a:t>×</a:t>
            </a:r>
            <a:r>
              <a:rPr lang="en-US" altLang="zh-CN" sz="2800" b="1" dirty="0"/>
              <a:t>2</a:t>
            </a:r>
            <a:r>
              <a:rPr lang="en-US" altLang="zh-CN" sz="2800" b="1" baseline="34000" dirty="0"/>
              <a:t>k-1</a:t>
            </a:r>
            <a:r>
              <a:rPr lang="zh-CN" altLang="en-US" sz="2800" b="1" dirty="0">
                <a:latin typeface="华文中宋" panose="02010600040101010101" pitchFamily="2" charset="-122"/>
              </a:rPr>
              <a:t>的子棋盘</a:t>
            </a:r>
            <a:r>
              <a:rPr lang="zh-CN" altLang="en-US" sz="2800" b="1" dirty="0"/>
              <a:t> </a:t>
            </a:r>
          </a:p>
        </p:txBody>
      </p:sp>
      <p:sp>
        <p:nvSpPr>
          <p:cNvPr id="48132" name="Rectangle 4"/>
          <p:cNvSpPr>
            <a:spLocks noChangeArrowheads="1"/>
          </p:cNvSpPr>
          <p:nvPr/>
        </p:nvSpPr>
        <p:spPr bwMode="auto">
          <a:xfrm>
            <a:off x="685800" y="2209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对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无特殊方格的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个子棋盘，在靠近中心的位置上各添一个特殊方格，转化为特殊棋盘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48133" name="Rectangle 5"/>
          <p:cNvSpPr>
            <a:spLocks noChangeArrowheads="1"/>
          </p:cNvSpPr>
          <p:nvPr/>
        </p:nvSpPr>
        <p:spPr bwMode="auto">
          <a:xfrm>
            <a:off x="685800" y="3962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对四个已成特殊子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棋盘的棋盘进行同样处理</a:t>
            </a:r>
            <a:endParaRPr lang="zh-CN" altLang="en-US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 bwMode="auto"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覆盖特殊棋盘的复杂性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41438"/>
            <a:ext cx="8229600" cy="478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609600" indent="-609600" eaLnBrk="1" hangingPunct="1"/>
            <a:r>
              <a:rPr lang="zh-CN" altLang="en-US" sz="2800" b="1" dirty="0"/>
              <a:t>设覆盖规模为</a:t>
            </a:r>
            <a:r>
              <a:rPr lang="en-US" altLang="zh-CN" sz="2800" b="1" dirty="0"/>
              <a:t>n= 2</a:t>
            </a:r>
            <a:r>
              <a:rPr lang="en-US" altLang="zh-CN" sz="2800" b="1" baseline="34000" dirty="0"/>
              <a:t>k</a:t>
            </a:r>
            <a:r>
              <a:rPr lang="zh-CN" altLang="en-US" sz="2800" b="1" dirty="0"/>
              <a:t>的棋盘需要时间</a:t>
            </a:r>
            <a:r>
              <a:rPr lang="en-US" altLang="zh-CN" sz="2800" b="1" dirty="0"/>
              <a:t>T(n)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将</a:t>
            </a:r>
            <a:r>
              <a:rPr lang="zh-CN" altLang="en-US" sz="2800" b="1" dirty="0">
                <a:latin typeface="华文中宋" panose="02010600040101010101" pitchFamily="2" charset="-122"/>
              </a:rPr>
              <a:t>棋盘分割为</a:t>
            </a:r>
            <a:r>
              <a:rPr lang="en-US" altLang="zh-CN" sz="2800" b="1" dirty="0"/>
              <a:t>4</a:t>
            </a:r>
            <a:r>
              <a:rPr lang="zh-CN" altLang="en-US" sz="2800" b="1" dirty="0">
                <a:latin typeface="华文中宋" panose="02010600040101010101" pitchFamily="2" charset="-122"/>
              </a:rPr>
              <a:t>个</a:t>
            </a:r>
            <a:r>
              <a:rPr lang="en-US" altLang="zh-CN" sz="2800" b="1" dirty="0"/>
              <a:t>2</a:t>
            </a:r>
            <a:r>
              <a:rPr lang="en-US" altLang="zh-CN" sz="2800" b="1" baseline="34000" dirty="0"/>
              <a:t>k-1</a:t>
            </a:r>
            <a:r>
              <a:rPr lang="en-US" altLang="zh-CN" sz="2800" b="1" dirty="0">
                <a:cs typeface="Times New Roman" panose="02020603050405020304" pitchFamily="18" charset="0"/>
              </a:rPr>
              <a:t>×</a:t>
            </a:r>
            <a:r>
              <a:rPr lang="en-US" altLang="zh-CN" sz="2800" b="1" dirty="0"/>
              <a:t>2</a:t>
            </a:r>
            <a:r>
              <a:rPr lang="en-US" altLang="zh-CN" sz="2800" b="1" baseline="34000" dirty="0"/>
              <a:t>k-1</a:t>
            </a:r>
            <a:r>
              <a:rPr lang="zh-CN" altLang="en-US" sz="2800" b="1" dirty="0">
                <a:latin typeface="华文中宋" panose="02010600040101010101" pitchFamily="2" charset="-122"/>
              </a:rPr>
              <a:t>的子棋盘：</a:t>
            </a:r>
          </a:p>
          <a:p>
            <a:pPr marL="990600" lvl="1" indent="-533400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中宋" panose="02010600040101010101" pitchFamily="2" charset="-122"/>
              </a:rPr>
              <a:t>在实现过程中不体现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对无特殊方格的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个子棋盘，在靠近中心的位置上各添一个特殊方格，转化为特殊棋盘：</a:t>
            </a:r>
          </a:p>
          <a:p>
            <a:pPr marL="990600" lvl="1" indent="-533400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中宋" panose="02010600040101010101" pitchFamily="2" charset="-122"/>
              </a:rPr>
              <a:t>每个复杂性为常数</a:t>
            </a:r>
            <a:r>
              <a:rPr lang="en-US" altLang="zh-CN" sz="2400" b="1" dirty="0">
                <a:latin typeface="华文中宋" panose="02010600040101010101" pitchFamily="2" charset="-122"/>
              </a:rPr>
              <a:t>C</a:t>
            </a:r>
            <a:r>
              <a:rPr lang="zh-CN" altLang="en-US" sz="2400" b="1" dirty="0">
                <a:latin typeface="华文中宋" panose="02010600040101010101" pitchFamily="2" charset="-122"/>
              </a:rPr>
              <a:t>，</a:t>
            </a:r>
            <a:r>
              <a:rPr lang="en-US" altLang="zh-CN" sz="2400" b="1" dirty="0">
                <a:latin typeface="华文中宋" panose="02010600040101010101" pitchFamily="2" charset="-122"/>
              </a:rPr>
              <a:t>3</a:t>
            </a:r>
            <a:r>
              <a:rPr lang="zh-CN" altLang="en-US" sz="2400" b="1" dirty="0">
                <a:latin typeface="华文中宋" panose="02010600040101010101" pitchFamily="2" charset="-122"/>
              </a:rPr>
              <a:t>个子棋盘总的需</a:t>
            </a:r>
            <a:r>
              <a:rPr lang="en-US" altLang="zh-CN" sz="2400" b="1" dirty="0">
                <a:latin typeface="华文中宋" panose="02010600040101010101" pitchFamily="2" charset="-122"/>
              </a:rPr>
              <a:t>3C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zh-CN" altLang="en-US" sz="2800" b="1" dirty="0"/>
              <a:t>对四个已成特殊子棋盘的棋盘进行同样处理：</a:t>
            </a:r>
          </a:p>
          <a:p>
            <a:pPr marL="990600" lvl="1" indent="-533400" eaLnBrk="1" hangingPunct="1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中宋" panose="02010600040101010101" pitchFamily="2" charset="-122"/>
              </a:rPr>
              <a:t>需要时间 </a:t>
            </a:r>
            <a:r>
              <a:rPr lang="en-US" altLang="zh-CN" sz="2400" b="1" dirty="0">
                <a:latin typeface="华文中宋" panose="02010600040101010101" pitchFamily="2" charset="-122"/>
              </a:rPr>
              <a:t>4*T(n/2)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覆盖特殊棋盘的复杂性</a:t>
            </a:r>
          </a:p>
        </p:txBody>
      </p:sp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28600" y="1828800"/>
            <a:ext cx="6477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时间复杂度递推式：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2386013" y="2305050"/>
            <a:ext cx="5157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4 T(n/2)  +  O(1)        ( n &gt; 1 )</a:t>
            </a:r>
          </a:p>
        </p:txBody>
      </p:sp>
      <p:sp>
        <p:nvSpPr>
          <p:cNvPr id="84998" name="Text Box 6"/>
          <p:cNvSpPr txBox="1">
            <a:spLocks noChangeArrowheads="1"/>
          </p:cNvSpPr>
          <p:nvPr/>
        </p:nvSpPr>
        <p:spPr bwMode="auto">
          <a:xfrm>
            <a:off x="2309813" y="2838450"/>
            <a:ext cx="5310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O(1)                            ( n = 1)</a:t>
            </a:r>
          </a:p>
        </p:txBody>
      </p:sp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1143000" y="258603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85000" name="AutoShape 8"/>
          <p:cNvSpPr/>
          <p:nvPr/>
        </p:nvSpPr>
        <p:spPr bwMode="auto">
          <a:xfrm>
            <a:off x="2233613" y="245197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5001" name="Text Box 9"/>
          <p:cNvSpPr txBox="1">
            <a:spLocks noChangeArrowheads="1"/>
          </p:cNvSpPr>
          <p:nvPr/>
        </p:nvSpPr>
        <p:spPr bwMode="auto">
          <a:xfrm>
            <a:off x="304800" y="3490913"/>
            <a:ext cx="7772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解上述递推式，得：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 n ) = 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+ 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kn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= O(n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830263" y="4030663"/>
            <a:ext cx="7399337" cy="2224087"/>
            <a:chOff x="523" y="2539"/>
            <a:chExt cx="4661" cy="1401"/>
          </a:xfrm>
        </p:grpSpPr>
        <p:sp>
          <p:nvSpPr>
            <p:cNvPr id="85005" name="AutoShape 13"/>
            <p:cNvSpPr>
              <a:spLocks noChangeArrowheads="1"/>
            </p:cNvSpPr>
            <p:nvPr/>
          </p:nvSpPr>
          <p:spPr bwMode="auto">
            <a:xfrm>
              <a:off x="523" y="2539"/>
              <a:ext cx="4661" cy="1401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 w="38100">
              <a:solidFill>
                <a:srgbClr val="063DE8"/>
              </a:solidFill>
              <a:rou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kumimoji="0" lang="zh-CN" altLang="en-US" sz="24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复杂度分析</a:t>
              </a:r>
              <a:r>
                <a:rPr kumimoji="0" lang="en-US" altLang="zh-CN" sz="24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:</a:t>
              </a:r>
              <a:r>
                <a:rPr kumimoji="0" lang="zh-CN" altLang="en-US" sz="24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变形</a:t>
              </a:r>
            </a:p>
            <a:p>
              <a:pPr>
                <a:defRPr/>
              </a:pPr>
              <a:endParaRPr kumimoji="0" lang="zh-CN" alt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  <a:p>
              <a:pPr>
                <a:defRPr/>
              </a:pPr>
              <a:endPara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  <a:p>
              <a:pPr algn="ctr">
                <a:defRPr/>
              </a:pPr>
              <a:endParaRPr kumimoji="0" lang="zh-CN" altLang="en-US" sz="24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  <a:p>
              <a:pPr algn="ctr">
                <a:defRPr/>
              </a:pPr>
              <a:r>
                <a:rPr kumimoji="0" lang="zh-CN" altLang="en-US" sz="24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求得：</a:t>
              </a:r>
              <a:r>
                <a:rPr kumimoji="0" lang="en-US" altLang="zh-CN" sz="24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T(n)=O(4</a:t>
              </a:r>
              <a:r>
                <a:rPr kumimoji="0" lang="en-US" altLang="zh-CN" sz="2400" baseline="30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k</a:t>
              </a:r>
              <a:r>
                <a:rPr kumimoji="0" lang="en-US" altLang="zh-CN" sz="24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)=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O(n</a:t>
              </a:r>
              <a:r>
                <a:rPr lang="en-US" altLang="zh-CN" sz="2800" b="1" baseline="30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)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，</a:t>
              </a:r>
              <a:r>
                <a:rPr kumimoji="0" lang="zh-CN" altLang="en-US" sz="24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渐进意义下的最优算法</a:t>
              </a:r>
            </a:p>
          </p:txBody>
        </p:sp>
        <p:graphicFrame>
          <p:nvGraphicFramePr>
            <p:cNvPr id="50187" name="Object 14"/>
            <p:cNvGraphicFramePr>
              <a:graphicFrameLocks noChangeAspect="1"/>
            </p:cNvGraphicFramePr>
            <p:nvPr/>
          </p:nvGraphicFramePr>
          <p:xfrm>
            <a:off x="1358" y="2911"/>
            <a:ext cx="2682" cy="6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93900" imgH="457200" progId="Equation.3">
                    <p:embed/>
                  </p:oleObj>
                </mc:Choice>
                <mc:Fallback>
                  <p:oleObj name="Equation" r:id="rId2" imgW="1993900" imgH="457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8" y="2911"/>
                          <a:ext cx="2682" cy="6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utoUpdateAnimBg="0"/>
      <p:bldP spid="84997" grpId="0" autoUpdateAnimBg="0"/>
      <p:bldP spid="84998" grpId="0" autoUpdateAnimBg="0"/>
      <p:bldP spid="84999" grpId="0" autoUpdateAnimBg="0"/>
      <p:bldP spid="85000" grpId="0" animBg="1"/>
      <p:bldP spid="85001" grpId="0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</a:rPr>
              <a:t>程序实现</a:t>
            </a: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40704" y="990599"/>
            <a:ext cx="4495800" cy="586314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{  if (size == 1) return;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int t = tile++,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L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型骨牌号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s = size/2;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分割棋盘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覆盖左上角子棋盘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if 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&lt; tr + s &amp;&amp; dc &lt;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s)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特殊方格在此棋盘中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(tr,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dc, s);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else {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此棋盘中无特殊方格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用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号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L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型骨牌覆盖右下角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board[tr + s - 1][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 - 1] = t;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覆盖其余方格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(tr,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tr+s-1, tc+s-1, s);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}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覆盖右上角子棋盘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if 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&lt; tr + s &amp;&amp; dc &gt;=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s)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特殊方格在此棋盘中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(tr,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dc, s);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else {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此棋盘中无特殊方格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用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号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L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型骨牌覆盖左下角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board[tr + s - 1][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s] = t;</a:t>
            </a: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4536504" y="990599"/>
            <a:ext cx="4607496" cy="5863144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覆盖其余方格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(tr,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tr+s-1,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s);}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覆盖左下角子棋盘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if 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&gt;= tr + s &amp;&amp; dc &lt;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s)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特殊方格在此棋盘中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tr+s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dc, s);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else {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用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号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L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型骨牌覆盖右上角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board[tr + s][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 - 1] = t;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覆盖其余方格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tr+s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tr+s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tc+s-1, s); 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}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覆盖右下角子棋盘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if 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&gt;= tr + s &amp;&amp; dc &gt;=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s)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特殊方格在此棋盘中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tr+s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dc, s);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else {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用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号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L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型骨牌覆盖左上角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board[tr + s][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+ s] = t;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</a:t>
            </a:r>
            <a:r>
              <a:rPr kumimoji="0" lang="en-US" altLang="zh-CN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// </a:t>
            </a:r>
            <a:r>
              <a:rPr kumimoji="0" lang="zh-CN" altLang="en-US" sz="15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覆盖其余方格</a:t>
            </a:r>
          </a:p>
          <a:p>
            <a:pPr eaLnBrk="1" hangingPunct="1"/>
            <a:r>
              <a:rPr kumimoji="0" lang="zh-CN" altLang="en-US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tr+s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tr+s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tc+s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s);}</a:t>
            </a:r>
          </a:p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}</a:t>
            </a:r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228600" y="609600"/>
            <a:ext cx="727154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void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chessBoard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(int tr, int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tc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int </a:t>
            </a:r>
            <a:r>
              <a:rPr kumimoji="0" lang="en-US" altLang="zh-CN" sz="1500" b="1" dirty="0" err="1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dr</a:t>
            </a:r>
            <a:r>
              <a:rPr kumimoji="0" lang="en-US" altLang="zh-CN" sz="15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, int dc, int size)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AC2F36"/>
                </a:solidFill>
              </a:rPr>
              <a:t>2.7  </a:t>
            </a:r>
            <a:r>
              <a:rPr lang="zh-CN" altLang="en-US" sz="4000" b="1" dirty="0">
                <a:solidFill>
                  <a:srgbClr val="AC2F36"/>
                </a:solidFill>
              </a:rPr>
              <a:t>合并排序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989888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80000"/>
              </a:lnSpc>
            </a:pPr>
            <a:r>
              <a:rPr kumimoji="0" lang="zh-CN" altLang="en-US" sz="2800" b="1" dirty="0">
                <a:latin typeface="华文中宋" panose="02010600040101010101" pitchFamily="2" charset="-122"/>
              </a:rPr>
              <a:t>合并是将两个或多个有序表合并成一个有序表</a:t>
            </a:r>
          </a:p>
          <a:p>
            <a:pPr eaLnBrk="1" hangingPunct="1">
              <a:lnSpc>
                <a:spcPct val="80000"/>
              </a:lnSpc>
            </a:pPr>
            <a:r>
              <a:rPr kumimoji="0" lang="zh-CN" altLang="en-US" sz="2800" b="1" dirty="0">
                <a:latin typeface="华文中宋" panose="02010600040101010101" pitchFamily="2" charset="-122"/>
              </a:rPr>
              <a:t>二路归并：对两个已排好序的表进行合并</a:t>
            </a:r>
          </a:p>
          <a:p>
            <a:pPr eaLnBrk="1" hangingPunct="1">
              <a:lnSpc>
                <a:spcPct val="80000"/>
              </a:lnSpc>
            </a:pPr>
            <a:r>
              <a:rPr kumimoji="0" lang="zh-CN" altLang="en-US" sz="2800" b="1" dirty="0">
                <a:latin typeface="华文中宋" panose="02010600040101010101" pitchFamily="2" charset="-122"/>
              </a:rPr>
              <a:t>下图所示的两个有序表经合并运算后得到一个有序表。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762000" y="4997450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合并排序算法是用分治策略实现对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个元素进行排序的算法。</a:t>
            </a:r>
          </a:p>
        </p:txBody>
      </p:sp>
      <p:graphicFrame>
        <p:nvGraphicFramePr>
          <p:cNvPr id="86125" name="Group 109"/>
          <p:cNvGraphicFramePr>
            <a:graphicFrameLocks noGrp="1"/>
          </p:cNvGraphicFramePr>
          <p:nvPr/>
        </p:nvGraphicFramePr>
        <p:xfrm>
          <a:off x="1727200" y="3276600"/>
          <a:ext cx="5588000" cy="45720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55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6115" name="Group 99"/>
          <p:cNvGraphicFramePr>
            <a:graphicFrameLocks noGrp="1"/>
          </p:cNvGraphicFramePr>
          <p:nvPr/>
        </p:nvGraphicFramePr>
        <p:xfrm>
          <a:off x="1981200" y="4283075"/>
          <a:ext cx="5105400" cy="517880"/>
        </p:xfrm>
        <a:graphic>
          <a:graphicData uri="http://schemas.openxmlformats.org/drawingml/2006/table">
            <a:tbl>
              <a:tblPr/>
              <a:tblGrid>
                <a:gridCol w="63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13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15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19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20</a:t>
                      </a:r>
                    </a:p>
                  </a:txBody>
                  <a:tcPr marT="45580" marB="455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6127" name="AutoShape 111"/>
          <p:cNvSpPr>
            <a:spLocks noChangeArrowheads="1"/>
          </p:cNvSpPr>
          <p:nvPr/>
        </p:nvSpPr>
        <p:spPr bwMode="auto">
          <a:xfrm>
            <a:off x="4038600" y="3733800"/>
            <a:ext cx="9906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52276" name="Text Box 112"/>
          <p:cNvSpPr txBox="1">
            <a:spLocks noChangeArrowheads="1"/>
          </p:cNvSpPr>
          <p:nvPr/>
        </p:nvSpPr>
        <p:spPr bwMode="auto">
          <a:xfrm>
            <a:off x="5076825" y="3789363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打擂台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6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6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6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6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 autoUpdateAnimBg="0"/>
      <p:bldP spid="86020" grpId="0" autoUpdateAnimBg="0"/>
      <p:bldP spid="86127" grpId="0" animBg="1"/>
      <p:bldP spid="5227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合并排序思想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8153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kumimoji="0" lang="zh-CN" altLang="en-US" sz="2800" b="1" dirty="0">
                <a:latin typeface="华文中宋" panose="02010600040101010101" pitchFamily="2" charset="-122"/>
              </a:rPr>
              <a:t>合并排序是利用多次合并进行排序</a:t>
            </a:r>
          </a:p>
          <a:p>
            <a:pPr lvl="1" eaLnBrk="1" hangingPunct="1"/>
            <a:r>
              <a:rPr kumimoji="0" lang="zh-CN" altLang="en-US" b="1" dirty="0">
                <a:latin typeface="华文中宋" panose="02010600040101010101" pitchFamily="2" charset="-122"/>
              </a:rPr>
              <a:t>先将</a:t>
            </a:r>
            <a:r>
              <a:rPr kumimoji="0" lang="en-US" altLang="zh-CN" b="1" dirty="0">
                <a:latin typeface="华文中宋" panose="02010600040101010101" pitchFamily="2" charset="-122"/>
              </a:rPr>
              <a:t>n</a:t>
            </a:r>
            <a:r>
              <a:rPr kumimoji="0" lang="zh-CN" altLang="en-US" b="1" dirty="0">
                <a:latin typeface="华文中宋" panose="02010600040101010101" pitchFamily="2" charset="-122"/>
              </a:rPr>
              <a:t>个数据看成</a:t>
            </a:r>
            <a:r>
              <a:rPr kumimoji="0" lang="en-US" altLang="zh-CN" b="1" dirty="0">
                <a:latin typeface="华文中宋" panose="02010600040101010101" pitchFamily="2" charset="-122"/>
              </a:rPr>
              <a:t>n</a:t>
            </a:r>
            <a:r>
              <a:rPr kumimoji="0" lang="zh-CN" altLang="en-US" b="1" dirty="0">
                <a:latin typeface="华文中宋" panose="02010600040101010101" pitchFamily="2" charset="-122"/>
              </a:rPr>
              <a:t>个长度为</a:t>
            </a:r>
            <a:r>
              <a:rPr kumimoji="0" lang="en-US" altLang="zh-CN" b="1" dirty="0">
                <a:latin typeface="华文中宋" panose="02010600040101010101" pitchFamily="2" charset="-122"/>
              </a:rPr>
              <a:t>1</a:t>
            </a:r>
            <a:r>
              <a:rPr kumimoji="0" lang="zh-CN" altLang="en-US" b="1" dirty="0">
                <a:latin typeface="华文中宋" panose="02010600040101010101" pitchFamily="2" charset="-122"/>
              </a:rPr>
              <a:t>的表，将相邻的表成对合并，得到长度为</a:t>
            </a:r>
            <a:r>
              <a:rPr kumimoji="0" lang="en-US" altLang="zh-CN" b="1" dirty="0">
                <a:latin typeface="华文中宋" panose="02010600040101010101" pitchFamily="2" charset="-122"/>
              </a:rPr>
              <a:t>2</a:t>
            </a:r>
            <a:r>
              <a:rPr kumimoji="0" lang="zh-CN" altLang="en-US" b="1" dirty="0">
                <a:latin typeface="华文中宋" panose="02010600040101010101" pitchFamily="2" charset="-122"/>
              </a:rPr>
              <a:t>的</a:t>
            </a:r>
            <a:r>
              <a:rPr kumimoji="0" lang="en-US" altLang="zh-CN" b="1" dirty="0">
                <a:latin typeface="华文中宋" panose="02010600040101010101" pitchFamily="2" charset="-122"/>
              </a:rPr>
              <a:t>n/2</a:t>
            </a:r>
            <a:r>
              <a:rPr kumimoji="0" lang="zh-CN" altLang="en-US" b="1" dirty="0">
                <a:latin typeface="华文中宋" panose="02010600040101010101" pitchFamily="2" charset="-122"/>
              </a:rPr>
              <a:t>个有序表；</a:t>
            </a:r>
          </a:p>
          <a:p>
            <a:pPr lvl="1" eaLnBrk="1" hangingPunct="1"/>
            <a:r>
              <a:rPr kumimoji="0" lang="zh-CN" altLang="en-US" b="1" dirty="0">
                <a:latin typeface="华文中宋" panose="02010600040101010101" pitchFamily="2" charset="-122"/>
              </a:rPr>
              <a:t>再将相邻表成对合并，得到长度为</a:t>
            </a:r>
            <a:r>
              <a:rPr kumimoji="0" lang="en-US" altLang="zh-CN" b="1" dirty="0">
                <a:latin typeface="华文中宋" panose="02010600040101010101" pitchFamily="2" charset="-122"/>
              </a:rPr>
              <a:t>4</a:t>
            </a:r>
            <a:r>
              <a:rPr kumimoji="0" lang="zh-CN" altLang="en-US" b="1" dirty="0">
                <a:latin typeface="华文中宋" panose="02010600040101010101" pitchFamily="2" charset="-122"/>
              </a:rPr>
              <a:t>的</a:t>
            </a:r>
            <a:r>
              <a:rPr kumimoji="0" lang="en-US" altLang="zh-CN" b="1" dirty="0">
                <a:latin typeface="华文中宋" panose="02010600040101010101" pitchFamily="2" charset="-122"/>
              </a:rPr>
              <a:t>n/4</a:t>
            </a:r>
            <a:r>
              <a:rPr kumimoji="0" lang="zh-CN" altLang="en-US" b="1" dirty="0">
                <a:latin typeface="华文中宋" panose="02010600040101010101" pitchFamily="2" charset="-122"/>
              </a:rPr>
              <a:t>个有序表；</a:t>
            </a:r>
          </a:p>
          <a:p>
            <a:pPr lvl="1" eaLnBrk="1" hangingPunct="1"/>
            <a:r>
              <a:rPr kumimoji="0" lang="en-US" altLang="zh-CN" b="1" dirty="0">
                <a:latin typeface="Courier New" panose="02070309020205020404" pitchFamily="49" charset="0"/>
              </a:rPr>
              <a:t>……</a:t>
            </a:r>
            <a:endParaRPr kumimoji="0" lang="en-US" altLang="zh-CN" b="1" dirty="0">
              <a:latin typeface="华文中宋" panose="02010600040101010101" pitchFamily="2" charset="-122"/>
            </a:endParaRPr>
          </a:p>
          <a:p>
            <a:pPr lvl="1" eaLnBrk="1" hangingPunct="1"/>
            <a:r>
              <a:rPr kumimoji="0" lang="zh-CN" altLang="en-US" b="1" dirty="0">
                <a:latin typeface="华文中宋" panose="02010600040101010101" pitchFamily="2" charset="-122"/>
              </a:rPr>
              <a:t>如此重复做下去，直至所有数据均合并到一个长度为</a:t>
            </a:r>
            <a:r>
              <a:rPr kumimoji="0" lang="en-US" altLang="zh-CN" b="1" dirty="0">
                <a:latin typeface="华文中宋" panose="02010600040101010101" pitchFamily="2" charset="-122"/>
              </a:rPr>
              <a:t>n</a:t>
            </a:r>
            <a:r>
              <a:rPr kumimoji="0" lang="zh-CN" altLang="en-US" b="1" dirty="0">
                <a:latin typeface="华文中宋" panose="02010600040101010101" pitchFamily="2" charset="-122"/>
              </a:rPr>
              <a:t>的有序表为止，即完成排序。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合并排序图示</a:t>
            </a:r>
          </a:p>
        </p:txBody>
      </p:sp>
      <p:sp>
        <p:nvSpPr>
          <p:cNvPr id="88102" name="Text Box 38"/>
          <p:cNvSpPr txBox="1">
            <a:spLocks noChangeArrowheads="1"/>
          </p:cNvSpPr>
          <p:nvPr/>
        </p:nvSpPr>
        <p:spPr bwMode="auto">
          <a:xfrm>
            <a:off x="1115695" y="2636520"/>
            <a:ext cx="1828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分别排序！</a:t>
            </a:r>
          </a:p>
        </p:txBody>
      </p:sp>
      <p:sp>
        <p:nvSpPr>
          <p:cNvPr id="88103" name="Text Box 39"/>
          <p:cNvSpPr txBox="1">
            <a:spLocks noChangeArrowheads="1"/>
          </p:cNvSpPr>
          <p:nvPr/>
        </p:nvSpPr>
        <p:spPr bwMode="auto">
          <a:xfrm>
            <a:off x="467360" y="3789045"/>
            <a:ext cx="25908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二路合并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两个有序表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3630771" y="2120265"/>
            <a:ext cx="5183188" cy="727075"/>
            <a:chOff x="1776" y="167"/>
            <a:chExt cx="3265" cy="458"/>
          </a:xfrm>
        </p:grpSpPr>
        <p:grpSp>
          <p:nvGrpSpPr>
            <p:cNvPr id="56350" name="Group 5"/>
            <p:cNvGrpSpPr/>
            <p:nvPr/>
          </p:nvGrpSpPr>
          <p:grpSpPr bwMode="auto">
            <a:xfrm>
              <a:off x="1776" y="432"/>
              <a:ext cx="3265" cy="193"/>
              <a:chOff x="1775" y="335"/>
              <a:chExt cx="3265" cy="193"/>
            </a:xfrm>
          </p:grpSpPr>
          <p:sp>
            <p:nvSpPr>
              <p:cNvPr id="56354" name="Rectangle 6"/>
              <p:cNvSpPr>
                <a:spLocks noChangeArrowheads="1"/>
              </p:cNvSpPr>
              <p:nvPr/>
            </p:nvSpPr>
            <p:spPr bwMode="auto">
              <a:xfrm>
                <a:off x="1775" y="335"/>
                <a:ext cx="3265" cy="19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6355" name="Line 7"/>
              <p:cNvSpPr>
                <a:spLocks noChangeShapeType="1"/>
              </p:cNvSpPr>
              <p:nvPr/>
            </p:nvSpPr>
            <p:spPr bwMode="auto">
              <a:xfrm>
                <a:off x="3408" y="33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356" name="Line 8"/>
              <p:cNvSpPr>
                <a:spLocks noChangeShapeType="1"/>
              </p:cNvSpPr>
              <p:nvPr/>
            </p:nvSpPr>
            <p:spPr bwMode="auto">
              <a:xfrm>
                <a:off x="3312" y="33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357" name="Line 9"/>
              <p:cNvSpPr>
                <a:spLocks noChangeShapeType="1"/>
              </p:cNvSpPr>
              <p:nvPr/>
            </p:nvSpPr>
            <p:spPr bwMode="auto">
              <a:xfrm>
                <a:off x="1968" y="33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358" name="Line 10"/>
              <p:cNvSpPr>
                <a:spLocks noChangeShapeType="1"/>
              </p:cNvSpPr>
              <p:nvPr/>
            </p:nvSpPr>
            <p:spPr bwMode="auto">
              <a:xfrm>
                <a:off x="2053" y="33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359" name="Line 11"/>
              <p:cNvSpPr>
                <a:spLocks noChangeShapeType="1"/>
              </p:cNvSpPr>
              <p:nvPr/>
            </p:nvSpPr>
            <p:spPr bwMode="auto">
              <a:xfrm>
                <a:off x="4752" y="33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360" name="Line 12"/>
              <p:cNvSpPr>
                <a:spLocks noChangeShapeType="1"/>
              </p:cNvSpPr>
              <p:nvPr/>
            </p:nvSpPr>
            <p:spPr bwMode="auto">
              <a:xfrm>
                <a:off x="4848" y="336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6351" name="Text Box 13"/>
            <p:cNvSpPr txBox="1">
              <a:spLocks noChangeArrowheads="1"/>
            </p:cNvSpPr>
            <p:nvPr/>
          </p:nvSpPr>
          <p:spPr bwMode="auto">
            <a:xfrm>
              <a:off x="1946" y="174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6352" name="Text Box 14"/>
            <p:cNvSpPr txBox="1">
              <a:spLocks noChangeArrowheads="1"/>
            </p:cNvSpPr>
            <p:nvPr/>
          </p:nvSpPr>
          <p:spPr bwMode="auto">
            <a:xfrm>
              <a:off x="4741" y="181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h</a:t>
              </a:r>
            </a:p>
          </p:txBody>
        </p:sp>
        <p:sp>
          <p:nvSpPr>
            <p:cNvPr id="56353" name="Text Box 15"/>
            <p:cNvSpPr txBox="1">
              <a:spLocks noChangeArrowheads="1"/>
            </p:cNvSpPr>
            <p:nvPr/>
          </p:nvSpPr>
          <p:spPr bwMode="auto">
            <a:xfrm>
              <a:off x="3282" y="167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m</a:t>
              </a:r>
            </a:p>
          </p:txBody>
        </p:sp>
      </p:grpSp>
      <p:sp>
        <p:nvSpPr>
          <p:cNvPr id="88080" name="Line 16"/>
          <p:cNvSpPr>
            <a:spLocks noChangeShapeType="1"/>
          </p:cNvSpPr>
          <p:nvPr/>
        </p:nvSpPr>
        <p:spPr bwMode="auto">
          <a:xfrm>
            <a:off x="6221571" y="2823528"/>
            <a:ext cx="0" cy="820737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8081" name="Line 17"/>
          <p:cNvSpPr>
            <a:spLocks noChangeShapeType="1"/>
          </p:cNvSpPr>
          <p:nvPr/>
        </p:nvSpPr>
        <p:spPr bwMode="auto">
          <a:xfrm>
            <a:off x="3935571" y="280606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8082" name="Line 18"/>
          <p:cNvSpPr>
            <a:spLocks noChangeShapeType="1"/>
          </p:cNvSpPr>
          <p:nvPr/>
        </p:nvSpPr>
        <p:spPr bwMode="auto">
          <a:xfrm>
            <a:off x="8507571" y="2806065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grpSp>
        <p:nvGrpSpPr>
          <p:cNvPr id="4" name="Group 19"/>
          <p:cNvGrpSpPr/>
          <p:nvPr/>
        </p:nvGrpSpPr>
        <p:grpSpPr bwMode="auto">
          <a:xfrm>
            <a:off x="3630771" y="3644265"/>
            <a:ext cx="2597150" cy="304800"/>
            <a:chOff x="2208" y="1104"/>
            <a:chExt cx="1636" cy="192"/>
          </a:xfrm>
        </p:grpSpPr>
        <p:sp>
          <p:nvSpPr>
            <p:cNvPr id="56346" name="Rectangle 20"/>
            <p:cNvSpPr>
              <a:spLocks noChangeArrowheads="1"/>
            </p:cNvSpPr>
            <p:nvPr/>
          </p:nvSpPr>
          <p:spPr bwMode="auto">
            <a:xfrm>
              <a:off x="2208" y="1104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7" name="Rectangle 21" descr="宽下对角线"/>
            <p:cNvSpPr>
              <a:spLocks noChangeArrowheads="1"/>
            </p:cNvSpPr>
            <p:nvPr/>
          </p:nvSpPr>
          <p:spPr bwMode="auto">
            <a:xfrm>
              <a:off x="2400" y="1104"/>
              <a:ext cx="1444" cy="192"/>
            </a:xfrm>
            <a:prstGeom prst="rect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</p:spPr>
          <p:txBody>
            <a:bodyPr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8" name="Line 22" descr="宽下对角线"/>
            <p:cNvSpPr>
              <a:spLocks noChangeShapeType="1"/>
            </p:cNvSpPr>
            <p:nvPr/>
          </p:nvSpPr>
          <p:spPr bwMode="auto">
            <a:xfrm>
              <a:off x="2496" y="11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49" name="Line 23" descr="宽下对角线"/>
            <p:cNvSpPr>
              <a:spLocks noChangeShapeType="1"/>
            </p:cNvSpPr>
            <p:nvPr/>
          </p:nvSpPr>
          <p:spPr bwMode="auto">
            <a:xfrm>
              <a:off x="3744" y="110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5" name="Group 24"/>
          <p:cNvGrpSpPr/>
          <p:nvPr/>
        </p:nvGrpSpPr>
        <p:grpSpPr bwMode="auto">
          <a:xfrm>
            <a:off x="6221571" y="3644265"/>
            <a:ext cx="2590800" cy="312738"/>
            <a:chOff x="3840" y="1104"/>
            <a:chExt cx="1632" cy="197"/>
          </a:xfrm>
        </p:grpSpPr>
        <p:sp>
          <p:nvSpPr>
            <p:cNvPr id="56343" name="Rectangle 25" descr="宽上对角线"/>
            <p:cNvSpPr>
              <a:spLocks noChangeArrowheads="1"/>
            </p:cNvSpPr>
            <p:nvPr/>
          </p:nvSpPr>
          <p:spPr bwMode="auto">
            <a:xfrm>
              <a:off x="3840" y="1104"/>
              <a:ext cx="1440" cy="19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</a:ln>
          </p:spPr>
          <p:txBody>
            <a:bodyPr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44" name="Line 26" descr="宽上对角线"/>
            <p:cNvSpPr>
              <a:spLocks noChangeShapeType="1"/>
            </p:cNvSpPr>
            <p:nvPr/>
          </p:nvSpPr>
          <p:spPr bwMode="auto">
            <a:xfrm flipH="1" flipV="1">
              <a:off x="5191" y="1109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345" name="Rectangle 27"/>
            <p:cNvSpPr>
              <a:spLocks noChangeArrowheads="1"/>
            </p:cNvSpPr>
            <p:nvPr/>
          </p:nvSpPr>
          <p:spPr bwMode="auto">
            <a:xfrm>
              <a:off x="5280" y="1104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Group 28"/>
          <p:cNvGrpSpPr/>
          <p:nvPr/>
        </p:nvGrpSpPr>
        <p:grpSpPr bwMode="auto">
          <a:xfrm>
            <a:off x="3630771" y="4855528"/>
            <a:ext cx="5181600" cy="312737"/>
            <a:chOff x="2208" y="1867"/>
            <a:chExt cx="3264" cy="197"/>
          </a:xfrm>
        </p:grpSpPr>
        <p:grpSp>
          <p:nvGrpSpPr>
            <p:cNvPr id="56337" name="Group 29"/>
            <p:cNvGrpSpPr/>
            <p:nvPr/>
          </p:nvGrpSpPr>
          <p:grpSpPr bwMode="auto">
            <a:xfrm>
              <a:off x="2400" y="1867"/>
              <a:ext cx="2880" cy="197"/>
              <a:chOff x="2400" y="1867"/>
              <a:chExt cx="2880" cy="197"/>
            </a:xfrm>
          </p:grpSpPr>
          <p:sp>
            <p:nvSpPr>
              <p:cNvPr id="56340" name="Rectangle 30" descr="宽下对角线"/>
              <p:cNvSpPr>
                <a:spLocks noChangeArrowheads="1"/>
              </p:cNvSpPr>
              <p:nvPr/>
            </p:nvSpPr>
            <p:spPr bwMode="auto">
              <a:xfrm>
                <a:off x="2400" y="1872"/>
                <a:ext cx="2880" cy="192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28575">
                <a:solidFill>
                  <a:schemeClr val="tx1"/>
                </a:solidFill>
                <a:miter lim="800000"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6341" name="Line 31" descr="宽下对角线"/>
              <p:cNvSpPr>
                <a:spLocks noChangeShapeType="1"/>
              </p:cNvSpPr>
              <p:nvPr/>
            </p:nvSpPr>
            <p:spPr bwMode="auto">
              <a:xfrm>
                <a:off x="2496" y="1872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6342" name="Line 32" descr="宽下对角线"/>
              <p:cNvSpPr>
                <a:spLocks noChangeShapeType="1"/>
              </p:cNvSpPr>
              <p:nvPr/>
            </p:nvSpPr>
            <p:spPr bwMode="auto">
              <a:xfrm>
                <a:off x="5191" y="1867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 anchor="ctr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sz="4400" kern="1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6338" name="Rectangle 33"/>
            <p:cNvSpPr>
              <a:spLocks noChangeArrowheads="1"/>
            </p:cNvSpPr>
            <p:nvPr/>
          </p:nvSpPr>
          <p:spPr bwMode="auto">
            <a:xfrm>
              <a:off x="5280" y="1872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339" name="Rectangle 34"/>
            <p:cNvSpPr>
              <a:spLocks noChangeArrowheads="1"/>
            </p:cNvSpPr>
            <p:nvPr/>
          </p:nvSpPr>
          <p:spPr bwMode="auto">
            <a:xfrm>
              <a:off x="2208" y="1872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4400" kern="1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8099" name="AutoShape 35"/>
          <p:cNvSpPr>
            <a:spLocks noChangeArrowheads="1"/>
          </p:cNvSpPr>
          <p:nvPr/>
        </p:nvSpPr>
        <p:spPr bwMode="auto">
          <a:xfrm>
            <a:off x="4468971" y="3034665"/>
            <a:ext cx="1295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0" name="AutoShape 36"/>
          <p:cNvSpPr>
            <a:spLocks noChangeArrowheads="1"/>
          </p:cNvSpPr>
          <p:nvPr/>
        </p:nvSpPr>
        <p:spPr bwMode="auto">
          <a:xfrm>
            <a:off x="6754971" y="3034665"/>
            <a:ext cx="12192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1" name="AutoShape 37"/>
          <p:cNvSpPr>
            <a:spLocks noChangeArrowheads="1"/>
          </p:cNvSpPr>
          <p:nvPr/>
        </p:nvSpPr>
        <p:spPr bwMode="auto">
          <a:xfrm>
            <a:off x="5002371" y="4101465"/>
            <a:ext cx="2362200" cy="5334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</a:ln>
        </p:spPr>
        <p:txBody>
          <a:bodyPr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104" name="Line 40"/>
          <p:cNvSpPr>
            <a:spLocks noChangeShapeType="1"/>
          </p:cNvSpPr>
          <p:nvPr/>
        </p:nvSpPr>
        <p:spPr bwMode="auto">
          <a:xfrm>
            <a:off x="3935571" y="3872865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8105" name="Line 41"/>
          <p:cNvSpPr>
            <a:spLocks noChangeShapeType="1"/>
          </p:cNvSpPr>
          <p:nvPr/>
        </p:nvSpPr>
        <p:spPr bwMode="auto">
          <a:xfrm>
            <a:off x="8507571" y="3949065"/>
            <a:ext cx="0" cy="914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4400" kern="1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02" grpId="0" autoUpdateAnimBg="0"/>
      <p:bldP spid="88103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合并排序算法实现</a:t>
            </a:r>
            <a:r>
              <a:rPr lang="en-US" altLang="zh-CN" sz="4000" dirty="0">
                <a:solidFill>
                  <a:schemeClr val="tx1"/>
                </a:solidFill>
              </a:rPr>
              <a:t>-</a:t>
            </a:r>
            <a:r>
              <a:rPr lang="zh-CN" altLang="en-US" sz="4000" dirty="0">
                <a:solidFill>
                  <a:schemeClr val="tx1"/>
                </a:solidFill>
              </a:rPr>
              <a:t>递归形式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552" y="1844824"/>
            <a:ext cx="8858944" cy="3744416"/>
          </a:xfr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template &lt; class Type &gt;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void</a:t>
            </a:r>
            <a:r>
              <a:rPr lang="en-US" altLang="zh-CN" sz="2200" b="1" dirty="0">
                <a:latin typeface="Input" panose="02000506020000090004" pitchFamily="2" charset="0"/>
              </a:rPr>
              <a:t> </a:t>
            </a:r>
            <a:r>
              <a:rPr lang="en-US" altLang="zh-CN" sz="2200" b="1" dirty="0" err="1">
                <a:solidFill>
                  <a:srgbClr val="7375CD"/>
                </a:solidFill>
                <a:latin typeface="Input" panose="02000506020000090004" pitchFamily="2" charset="0"/>
              </a:rPr>
              <a:t>MergeSort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(Type a[ ], int left, int right){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    if (left &lt; right) {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至少有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2</a:t>
            </a: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个元素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200" b="1" dirty="0">
                <a:latin typeface="Input" panose="02000506020000090004" pitchFamily="2" charset="0"/>
              </a:rPr>
              <a:t>       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int </a:t>
            </a:r>
            <a:r>
              <a:rPr lang="en-US" altLang="zh-CN" sz="22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 = (left + right)/2;        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取中点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200" b="1" dirty="0">
                <a:latin typeface="Input" panose="02000506020000090004" pitchFamily="2" charset="0"/>
              </a:rPr>
              <a:t>       </a:t>
            </a:r>
            <a:r>
              <a:rPr lang="en-US" altLang="zh-CN" sz="2200" b="1" dirty="0" err="1">
                <a:solidFill>
                  <a:srgbClr val="7375CD"/>
                </a:solidFill>
                <a:latin typeface="Input" panose="02000506020000090004" pitchFamily="2" charset="0"/>
              </a:rPr>
              <a:t>MergeSort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(a, left, </a:t>
            </a:r>
            <a:r>
              <a:rPr lang="en-US" altLang="zh-CN" sz="22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latin typeface="Input" panose="02000506020000090004" pitchFamily="2" charset="0"/>
              </a:rPr>
              <a:t>       </a:t>
            </a:r>
            <a:r>
              <a:rPr lang="en-US" altLang="zh-CN" sz="2200" b="1" dirty="0" err="1">
                <a:solidFill>
                  <a:srgbClr val="7375CD"/>
                </a:solidFill>
                <a:latin typeface="Input" panose="02000506020000090004" pitchFamily="2" charset="0"/>
              </a:rPr>
              <a:t>MergeSort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(a, </a:t>
            </a:r>
            <a:r>
              <a:rPr lang="en-US" altLang="zh-CN" sz="22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 + 1, right);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latin typeface="Input" panose="02000506020000090004" pitchFamily="2" charset="0"/>
              </a:rPr>
              <a:t>       </a:t>
            </a:r>
            <a:r>
              <a:rPr lang="en-US" altLang="zh-CN" sz="2200" b="1" dirty="0">
                <a:solidFill>
                  <a:srgbClr val="1B6EA1"/>
                </a:solidFill>
                <a:latin typeface="Input" panose="02000506020000090004" pitchFamily="2" charset="0"/>
              </a:rPr>
              <a:t>Merge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(a, b, left, </a:t>
            </a:r>
            <a:r>
              <a:rPr lang="en-US" altLang="zh-CN" sz="22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, </a:t>
            </a:r>
            <a:r>
              <a:rPr lang="en-US" altLang="zh-CN" sz="2200" b="1" dirty="0" err="1">
                <a:solidFill>
                  <a:srgbClr val="002B36"/>
                </a:solidFill>
                <a:latin typeface="Input" panose="02000506020000090004" pitchFamily="2" charset="0"/>
              </a:rPr>
              <a:t>righ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);    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合并到数组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b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latin typeface="Input" panose="02000506020000090004" pitchFamily="2" charset="0"/>
              </a:rPr>
              <a:t>       </a:t>
            </a: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Copy(a, b, left, right);       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lang="zh-CN" altLang="en-US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复制回数组 </a:t>
            </a:r>
            <a:r>
              <a:rPr lang="en-US" altLang="zh-CN" sz="22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a 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   }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B36"/>
                </a:solidFill>
                <a:latin typeface="Input" panose="02000506020000090004" pitchFamily="2" charset="0"/>
              </a:rPr>
              <a:t>} </a:t>
            </a:r>
          </a:p>
        </p:txBody>
      </p:sp>
      <p:sp>
        <p:nvSpPr>
          <p:cNvPr id="90116" name="AutoShape 4"/>
          <p:cNvSpPr>
            <a:spLocks noChangeArrowheads="1"/>
          </p:cNvSpPr>
          <p:nvPr/>
        </p:nvSpPr>
        <p:spPr bwMode="auto">
          <a:xfrm>
            <a:off x="5868144" y="5301208"/>
            <a:ext cx="2057400" cy="609600"/>
          </a:xfrm>
          <a:prstGeom prst="wedgeRoundRectCallout">
            <a:avLst>
              <a:gd name="adj1" fmla="val -27162"/>
              <a:gd name="adj2" fmla="val -279690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分治方法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nimBg="1" autoUpdateAnimBg="0"/>
      <p:bldP spid="90116" grpId="0" animBg="1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合并排序复杂性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/>
              <a:t> </a:t>
            </a:r>
            <a:r>
              <a:rPr lang="en-US" altLang="zh-CN" sz="2800" b="1"/>
              <a:t> </a:t>
            </a:r>
            <a:r>
              <a:rPr lang="zh-CN" altLang="en-US" sz="2800" b="1"/>
              <a:t>时间复杂度递推式</a:t>
            </a:r>
          </a:p>
        </p:txBody>
      </p:sp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2386013" y="2305050"/>
            <a:ext cx="5157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2 T(n/2)  +  O(n)        ( n &gt; 1 )</a:t>
            </a:r>
          </a:p>
        </p:txBody>
      </p:sp>
      <p:sp>
        <p:nvSpPr>
          <p:cNvPr id="92166" name="Text Box 6"/>
          <p:cNvSpPr txBox="1">
            <a:spLocks noChangeArrowheads="1"/>
          </p:cNvSpPr>
          <p:nvPr/>
        </p:nvSpPr>
        <p:spPr bwMode="auto">
          <a:xfrm>
            <a:off x="2309813" y="2838450"/>
            <a:ext cx="5310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O(1)                            ( n = 1)</a:t>
            </a:r>
          </a:p>
        </p:txBody>
      </p: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1143000" y="258603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92168" name="AutoShape 8"/>
          <p:cNvSpPr/>
          <p:nvPr/>
        </p:nvSpPr>
        <p:spPr bwMode="auto">
          <a:xfrm>
            <a:off x="2233613" y="245197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92169" name="Text Box 9"/>
          <p:cNvSpPr txBox="1">
            <a:spLocks noChangeArrowheads="1"/>
          </p:cNvSpPr>
          <p:nvPr/>
        </p:nvSpPr>
        <p:spPr bwMode="auto">
          <a:xfrm>
            <a:off x="467544" y="5233057"/>
            <a:ext cx="7772400" cy="1008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解上述递推式，得：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 n ) = O(n log n)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</a:t>
            </a:r>
            <a:r>
              <a:rPr lang="zh-CN" altLang="en-US" sz="2800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合并排序</a:t>
            </a:r>
            <a:r>
              <a:rPr kumimoji="0"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是渐近意义下的最优算法</a:t>
            </a:r>
          </a:p>
        </p:txBody>
      </p:sp>
      <p:sp>
        <p:nvSpPr>
          <p:cNvPr id="92171" name="AutoShape 11"/>
          <p:cNvSpPr>
            <a:spLocks noChangeArrowheads="1"/>
          </p:cNvSpPr>
          <p:nvPr/>
        </p:nvSpPr>
        <p:spPr bwMode="auto">
          <a:xfrm>
            <a:off x="6011863" y="1371600"/>
            <a:ext cx="2736850" cy="533400"/>
          </a:xfrm>
          <a:prstGeom prst="wedgeRoundRectCallout">
            <a:avLst>
              <a:gd name="adj1" fmla="val -85556"/>
              <a:gd name="adj2" fmla="val 156250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二路合并所需</a:t>
            </a:r>
          </a:p>
        </p:txBody>
      </p:sp>
      <p:sp>
        <p:nvSpPr>
          <p:cNvPr id="56330" name="AutoShape 12"/>
          <p:cNvSpPr>
            <a:spLocks noChangeArrowheads="1"/>
          </p:cNvSpPr>
          <p:nvPr/>
        </p:nvSpPr>
        <p:spPr bwMode="auto">
          <a:xfrm>
            <a:off x="3412828" y="3836988"/>
            <a:ext cx="3960812" cy="1079500"/>
          </a:xfrm>
          <a:prstGeom prst="wedgeRoundRectCallout">
            <a:avLst>
              <a:gd name="adj1" fmla="val -52444"/>
              <a:gd name="adj2" fmla="val -125588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比较</a:t>
            </a:r>
            <a:r>
              <a:rPr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left</a:t>
            </a: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与 </a:t>
            </a:r>
            <a:r>
              <a:rPr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right</a:t>
            </a: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及取中点需常数时间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2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6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3" grpId="0" build="p" autoUpdateAnimBg="0"/>
      <p:bldP spid="92165" grpId="0" autoUpdateAnimBg="0"/>
      <p:bldP spid="92166" grpId="0" autoUpdateAnimBg="0"/>
      <p:bldP spid="92167" grpId="0" autoUpdateAnimBg="0"/>
      <p:bldP spid="92168" grpId="0" animBg="1"/>
      <p:bldP spid="92169" grpId="0" autoUpdateAnimBg="0"/>
      <p:bldP spid="92171" grpId="0" animBg="1" autoUpdateAnimBg="0"/>
      <p:bldP spid="5633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二路归并算法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/>
            <a:r>
              <a:rPr lang="zh-CN" altLang="en-US" sz="2800" b="1" dirty="0">
                <a:latin typeface="华文中宋" panose="02010600040101010101" pitchFamily="2" charset="-122"/>
              </a:rPr>
              <a:t>作用：将两个有序表合并成一个有序表。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467544" y="1844824"/>
            <a:ext cx="8382000" cy="4462760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void</a:t>
            </a: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rgbClr val="1B6EA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Merge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(Type c[],Type d[],int l, int m, int r)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{</a:t>
            </a: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c[l]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到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c[m]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、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c[m+1]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到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c[r]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是两有序文件合并到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d */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int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i,j,k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;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=l;  j=m+1;  k=l;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while((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&lt;=m) &amp;&amp; (j&lt;=r)){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if(c[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]&lt;=c[j])	d[k++]=c[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++];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从两个有序表中的第一个记录中选出小的记录 *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else  d[k++]=c[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j++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];   }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while (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&lt;=m)  d[k++]=c[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++];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复制第一个表的剩余记录 *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while (j&lt;=r)  d[k++]=c[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j++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];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复制第二个表的剩余记录 *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333375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合并排序算法实现</a:t>
            </a:r>
            <a:r>
              <a:rPr lang="en-US" altLang="zh-CN" sz="4000" dirty="0">
                <a:solidFill>
                  <a:schemeClr val="tx1"/>
                </a:solidFill>
              </a:rPr>
              <a:t>-</a:t>
            </a:r>
            <a:r>
              <a:rPr lang="zh-CN" altLang="en-US" sz="4000" b="1" dirty="0">
                <a:solidFill>
                  <a:schemeClr val="tx1"/>
                </a:solidFill>
                <a:latin typeface="华文中宋" panose="02010600040101010101" pitchFamily="2" charset="-122"/>
              </a:rPr>
              <a:t>无递归形式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772400" cy="10842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0000FF"/>
                </a:solidFill>
                <a:latin typeface="华文中宋" panose="02010600040101010101" pitchFamily="2" charset="-122"/>
              </a:rPr>
              <a:t>无递归的</a:t>
            </a:r>
            <a:r>
              <a:rPr lang="zh-CN" altLang="en-US" b="1" dirty="0">
                <a:solidFill>
                  <a:srgbClr val="0000FF"/>
                </a:solidFill>
              </a:rPr>
              <a:t>自然合并排序举例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给定数列 </a:t>
            </a:r>
            <a:r>
              <a:rPr lang="en-US" altLang="zh-CN" dirty="0"/>
              <a:t>7  15  13  10  4  20  19  8</a:t>
            </a:r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1066800" y="2895600"/>
            <a:ext cx="701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[7]  [15]       [13] [10]        [4] [20]       [19] [8]</a:t>
            </a:r>
          </a:p>
        </p:txBody>
      </p:sp>
      <p:sp>
        <p:nvSpPr>
          <p:cNvPr id="89093" name="Text Box 5"/>
          <p:cNvSpPr txBox="1">
            <a:spLocks noChangeArrowheads="1"/>
          </p:cNvSpPr>
          <p:nvPr/>
        </p:nvSpPr>
        <p:spPr bwMode="auto">
          <a:xfrm>
            <a:off x="685800" y="2209800"/>
            <a:ext cx="701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32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排序过程：</a:t>
            </a:r>
          </a:p>
        </p:txBody>
      </p:sp>
      <p:sp>
        <p:nvSpPr>
          <p:cNvPr id="89094" name="Text Box 6"/>
          <p:cNvSpPr txBox="1">
            <a:spLocks noChangeArrowheads="1"/>
          </p:cNvSpPr>
          <p:nvPr/>
        </p:nvSpPr>
        <p:spPr bwMode="auto">
          <a:xfrm>
            <a:off x="1066800" y="3886200"/>
            <a:ext cx="693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[7]  [15]       [10] [13]        [4] [20]       [8] [19]</a:t>
            </a:r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>
            <a:off x="1143000" y="3429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096" name="Line 8"/>
          <p:cNvSpPr>
            <a:spLocks noChangeShapeType="1"/>
          </p:cNvSpPr>
          <p:nvPr/>
        </p:nvSpPr>
        <p:spPr bwMode="auto">
          <a:xfrm>
            <a:off x="1752600" y="34290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097" name="Line 9"/>
          <p:cNvSpPr>
            <a:spLocks noChangeShapeType="1"/>
          </p:cNvSpPr>
          <p:nvPr/>
        </p:nvSpPr>
        <p:spPr bwMode="auto">
          <a:xfrm>
            <a:off x="2971800" y="3429000"/>
            <a:ext cx="457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3657600" y="34290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0" name="Text Box 12"/>
          <p:cNvSpPr txBox="1">
            <a:spLocks noChangeArrowheads="1"/>
          </p:cNvSpPr>
          <p:nvPr/>
        </p:nvSpPr>
        <p:spPr bwMode="auto">
          <a:xfrm>
            <a:off x="990600" y="48768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[7]  [10]  [13] [15]            [4] [8] [19] [20]</a:t>
            </a: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1" name="Text Box 13"/>
          <p:cNvSpPr txBox="1">
            <a:spLocks noChangeArrowheads="1"/>
          </p:cNvSpPr>
          <p:nvPr/>
        </p:nvSpPr>
        <p:spPr bwMode="auto">
          <a:xfrm>
            <a:off x="1066800" y="5715000"/>
            <a:ext cx="6934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[4]  [7]  [8] [10] [13] [15] [19] [20]</a:t>
            </a: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2" name="AutoShape 14"/>
          <p:cNvSpPr>
            <a:spLocks noChangeArrowheads="1"/>
          </p:cNvSpPr>
          <p:nvPr/>
        </p:nvSpPr>
        <p:spPr bwMode="auto">
          <a:xfrm>
            <a:off x="1524000" y="3505200"/>
            <a:ext cx="6096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3" name="AutoShape 15"/>
          <p:cNvSpPr>
            <a:spLocks noChangeArrowheads="1"/>
          </p:cNvSpPr>
          <p:nvPr/>
        </p:nvSpPr>
        <p:spPr bwMode="auto">
          <a:xfrm>
            <a:off x="3276600" y="35052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4" name="AutoShape 16"/>
          <p:cNvSpPr>
            <a:spLocks noChangeArrowheads="1"/>
          </p:cNvSpPr>
          <p:nvPr/>
        </p:nvSpPr>
        <p:spPr bwMode="auto">
          <a:xfrm>
            <a:off x="5257800" y="3505200"/>
            <a:ext cx="5334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5" name="AutoShape 17"/>
          <p:cNvSpPr>
            <a:spLocks noChangeArrowheads="1"/>
          </p:cNvSpPr>
          <p:nvPr/>
        </p:nvSpPr>
        <p:spPr bwMode="auto">
          <a:xfrm>
            <a:off x="7010400" y="3505200"/>
            <a:ext cx="4572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8" name="Line 20"/>
          <p:cNvSpPr>
            <a:spLocks noChangeShapeType="1"/>
          </p:cNvSpPr>
          <p:nvPr/>
        </p:nvSpPr>
        <p:spPr bwMode="auto">
          <a:xfrm>
            <a:off x="5029200" y="3429000"/>
            <a:ext cx="304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09" name="Line 21"/>
          <p:cNvSpPr>
            <a:spLocks noChangeShapeType="1"/>
          </p:cNvSpPr>
          <p:nvPr/>
        </p:nvSpPr>
        <p:spPr bwMode="auto">
          <a:xfrm>
            <a:off x="5562600" y="34290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0" name="Line 22"/>
          <p:cNvSpPr>
            <a:spLocks noChangeShapeType="1"/>
          </p:cNvSpPr>
          <p:nvPr/>
        </p:nvSpPr>
        <p:spPr bwMode="auto">
          <a:xfrm>
            <a:off x="6705600" y="34290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1" name="Line 23"/>
          <p:cNvSpPr>
            <a:spLocks noChangeShapeType="1"/>
          </p:cNvSpPr>
          <p:nvPr/>
        </p:nvSpPr>
        <p:spPr bwMode="auto">
          <a:xfrm>
            <a:off x="7391400" y="34290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2" name="Line 24"/>
          <p:cNvSpPr>
            <a:spLocks noChangeShapeType="1"/>
          </p:cNvSpPr>
          <p:nvPr/>
        </p:nvSpPr>
        <p:spPr bwMode="auto">
          <a:xfrm>
            <a:off x="1219200" y="4419600"/>
            <a:ext cx="1295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3" name="Line 25"/>
          <p:cNvSpPr>
            <a:spLocks noChangeShapeType="1"/>
          </p:cNvSpPr>
          <p:nvPr/>
        </p:nvSpPr>
        <p:spPr bwMode="auto">
          <a:xfrm>
            <a:off x="2819400" y="4419600"/>
            <a:ext cx="144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4" name="Line 26"/>
          <p:cNvSpPr>
            <a:spLocks noChangeShapeType="1"/>
          </p:cNvSpPr>
          <p:nvPr/>
        </p:nvSpPr>
        <p:spPr bwMode="auto">
          <a:xfrm>
            <a:off x="5029200" y="4419600"/>
            <a:ext cx="1143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5" name="Line 27"/>
          <p:cNvSpPr>
            <a:spLocks noChangeShapeType="1"/>
          </p:cNvSpPr>
          <p:nvPr/>
        </p:nvSpPr>
        <p:spPr bwMode="auto">
          <a:xfrm>
            <a:off x="6553200" y="4419600"/>
            <a:ext cx="1219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6" name="AutoShape 28"/>
          <p:cNvSpPr>
            <a:spLocks noChangeArrowheads="1"/>
          </p:cNvSpPr>
          <p:nvPr/>
        </p:nvSpPr>
        <p:spPr bwMode="auto">
          <a:xfrm>
            <a:off x="2362200" y="4495800"/>
            <a:ext cx="6096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7" name="AutoShape 29"/>
          <p:cNvSpPr>
            <a:spLocks noChangeArrowheads="1"/>
          </p:cNvSpPr>
          <p:nvPr/>
        </p:nvSpPr>
        <p:spPr bwMode="auto">
          <a:xfrm>
            <a:off x="6019800" y="4495800"/>
            <a:ext cx="6096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8" name="Line 30"/>
          <p:cNvSpPr>
            <a:spLocks noChangeShapeType="1"/>
          </p:cNvSpPr>
          <p:nvPr/>
        </p:nvSpPr>
        <p:spPr bwMode="auto">
          <a:xfrm>
            <a:off x="1371600" y="5410200"/>
            <a:ext cx="2895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19" name="Line 31"/>
          <p:cNvSpPr>
            <a:spLocks noChangeShapeType="1"/>
          </p:cNvSpPr>
          <p:nvPr/>
        </p:nvSpPr>
        <p:spPr bwMode="auto">
          <a:xfrm>
            <a:off x="4800600" y="5410200"/>
            <a:ext cx="2590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20" name="AutoShape 32"/>
          <p:cNvSpPr>
            <a:spLocks noChangeArrowheads="1"/>
          </p:cNvSpPr>
          <p:nvPr/>
        </p:nvSpPr>
        <p:spPr bwMode="auto">
          <a:xfrm>
            <a:off x="4191000" y="5410200"/>
            <a:ext cx="6096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9122" name="AutoShape 34"/>
          <p:cNvSpPr>
            <a:spLocks noChangeArrowheads="1"/>
          </p:cNvSpPr>
          <p:nvPr/>
        </p:nvSpPr>
        <p:spPr bwMode="auto">
          <a:xfrm>
            <a:off x="6216650" y="2009775"/>
            <a:ext cx="2819400" cy="914400"/>
          </a:xfrm>
          <a:prstGeom prst="wedgeEllipseCallout">
            <a:avLst>
              <a:gd name="adj1" fmla="val -105574"/>
              <a:gd name="adj2" fmla="val 3750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目的：消去递归过程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90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90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9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9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9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9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9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9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9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9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89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9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9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9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500"/>
                            </p:stCondLst>
                            <p:childTnLst>
                              <p:par>
                                <p:cTn id="1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89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9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89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89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89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89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89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89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89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89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89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  <p:bldP spid="89092" grpId="0" autoUpdateAnimBg="0"/>
      <p:bldP spid="89093" grpId="0" autoUpdateAnimBg="0"/>
      <p:bldP spid="89094" grpId="0" autoUpdateAnimBg="0"/>
      <p:bldP spid="89100" grpId="0" autoUpdateAnimBg="0"/>
      <p:bldP spid="89101" grpId="0" autoUpdateAnimBg="0"/>
      <p:bldP spid="89102" grpId="0" animBg="1"/>
      <p:bldP spid="89103" grpId="0" animBg="1"/>
      <p:bldP spid="89104" grpId="0" animBg="1"/>
      <p:bldP spid="89105" grpId="0" animBg="1"/>
      <p:bldP spid="89116" grpId="0" animBg="1"/>
      <p:bldP spid="89117" grpId="0" animBg="1"/>
      <p:bldP spid="89120" grpId="0" animBg="1"/>
      <p:bldP spid="89122" grpId="0" animBg="1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华文中宋" panose="02010600040101010101" pitchFamily="2" charset="-122"/>
              </a:rPr>
              <a:t>无递归的合并排序算法</a:t>
            </a:r>
            <a:r>
              <a:rPr lang="zh-CN" alt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77724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90000"/>
              </a:lnSpc>
            </a:pPr>
            <a:r>
              <a:rPr lang="zh-CN" altLang="en-US" dirty="0"/>
              <a:t>作用：消去递归、归并排序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711694" y="2420888"/>
            <a:ext cx="8001000" cy="341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void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MergeSort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(Type a[],int n){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Type *b=new Type[n];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int s=1;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while(s &lt; n){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MergePass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a,b,s,n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);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一趟归并结果放在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中*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s*=2;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MergePass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</a:t>
            </a:r>
            <a:r>
              <a:rPr lang="en-US" altLang="zh-CN" sz="20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b,a,s,n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); 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一趟归并结果放在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a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中*</a:t>
            </a:r>
            <a:r>
              <a:rPr lang="en-US" altLang="zh-CN" sz="20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s+=s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}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}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684213" y="594995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上述算法用二趟归并</a:t>
            </a:r>
          </a:p>
        </p:txBody>
      </p:sp>
      <p:sp>
        <p:nvSpPr>
          <p:cNvPr id="94215" name="AutoShape 7"/>
          <p:cNvSpPr>
            <a:spLocks noChangeArrowheads="1"/>
          </p:cNvSpPr>
          <p:nvPr/>
        </p:nvSpPr>
        <p:spPr bwMode="auto">
          <a:xfrm>
            <a:off x="3707904" y="5268179"/>
            <a:ext cx="3695700" cy="914400"/>
          </a:xfrm>
          <a:prstGeom prst="wedgeRoundRectCallout">
            <a:avLst>
              <a:gd name="adj1" fmla="val -62264"/>
              <a:gd name="adj2" fmla="val -98611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dirty="0" err="1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MergePass</a:t>
            </a:r>
            <a:r>
              <a:rPr lang="zh-CN" altLang="en-US" sz="2800" b="1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是一趟归并算法，见下页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 autoUpdateAnimBg="0"/>
      <p:bldP spid="94212" grpId="0" autoUpdateAnimBg="0"/>
      <p:bldP spid="94214" grpId="0" autoUpdateAnimBg="0"/>
      <p:bldP spid="94215" grpId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 b="1" dirty="0">
                <a:solidFill>
                  <a:schemeClr val="tx1"/>
                </a:solidFill>
              </a:rPr>
              <a:t>一趟归并算法 </a:t>
            </a:r>
            <a:r>
              <a:rPr lang="en-US" altLang="zh-CN" sz="3600" b="1" dirty="0" err="1">
                <a:solidFill>
                  <a:schemeClr val="tx1"/>
                </a:solidFill>
                <a:latin typeface="Input" panose="02000506020000090004" pitchFamily="2" charset="0"/>
              </a:rPr>
              <a:t>MergePass</a:t>
            </a:r>
            <a:endParaRPr lang="en-US" altLang="zh-CN" sz="3600" b="1" dirty="0">
              <a:solidFill>
                <a:schemeClr val="tx1"/>
              </a:solidFill>
              <a:latin typeface="Input" panose="02000506020000090004" pitchFamily="2" charset="0"/>
            </a:endParaRP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000125"/>
            <a:ext cx="7772400" cy="144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/>
            <a:r>
              <a:rPr lang="zh-CN" altLang="en-US" sz="2400" b="1" dirty="0">
                <a:latin typeface="华文中宋" panose="02010600040101010101" pitchFamily="2" charset="-122"/>
              </a:rPr>
              <a:t>作用：调用二路归并算法，对数组进行一趟归并，将长为</a:t>
            </a:r>
            <a:r>
              <a:rPr lang="en-US" altLang="zh-CN" sz="2400" b="1" dirty="0">
                <a:latin typeface="华文中宋" panose="02010600040101010101" pitchFamily="2" charset="-122"/>
              </a:rPr>
              <a:t>s</a:t>
            </a:r>
            <a:r>
              <a:rPr lang="zh-CN" altLang="en-US" sz="2400" b="1" dirty="0">
                <a:latin typeface="华文中宋" panose="02010600040101010101" pitchFamily="2" charset="-122"/>
              </a:rPr>
              <a:t>的有序组归并为长为</a:t>
            </a:r>
            <a:r>
              <a:rPr lang="en-US" altLang="zh-CN" sz="2400" b="1" dirty="0">
                <a:latin typeface="华文中宋" panose="02010600040101010101" pitchFamily="2" charset="-122"/>
              </a:rPr>
              <a:t>2s</a:t>
            </a:r>
            <a:r>
              <a:rPr lang="zh-CN" altLang="en-US" sz="2400" b="1" dirty="0">
                <a:latin typeface="华文中宋" panose="02010600040101010101" pitchFamily="2" charset="-122"/>
              </a:rPr>
              <a:t>的有序组。</a:t>
            </a:r>
            <a:r>
              <a:rPr lang="en-US" altLang="zh-CN" sz="2400" b="1" dirty="0">
                <a:latin typeface="华文中宋" panose="02010600040101010101" pitchFamily="2" charset="-122"/>
              </a:rPr>
              <a:t>/* </a:t>
            </a:r>
            <a:r>
              <a:rPr lang="zh-CN" altLang="en-US" sz="2400" b="1" dirty="0">
                <a:latin typeface="华文中宋" panose="02010600040101010101" pitchFamily="2" charset="-122"/>
              </a:rPr>
              <a:t>对</a:t>
            </a:r>
            <a:r>
              <a:rPr lang="en-US" altLang="zh-CN" sz="2400" b="1" dirty="0">
                <a:latin typeface="华文中宋" panose="02010600040101010101" pitchFamily="2" charset="-122"/>
              </a:rPr>
              <a:t>x</a:t>
            </a:r>
            <a:r>
              <a:rPr lang="zh-CN" altLang="en-US" sz="2400" b="1" dirty="0">
                <a:latin typeface="华文中宋" panose="02010600040101010101" pitchFamily="2" charset="-122"/>
              </a:rPr>
              <a:t>做一趟归并，结果放在</a:t>
            </a:r>
            <a:r>
              <a:rPr lang="en-US" altLang="zh-CN" sz="2400" b="1" dirty="0">
                <a:latin typeface="华文中宋" panose="02010600040101010101" pitchFamily="2" charset="-122"/>
              </a:rPr>
              <a:t>y</a:t>
            </a:r>
            <a:r>
              <a:rPr lang="zh-CN" altLang="en-US" sz="2400" b="1" dirty="0">
                <a:latin typeface="华文中宋" panose="02010600040101010101" pitchFamily="2" charset="-122"/>
              </a:rPr>
              <a:t>中 *</a:t>
            </a:r>
            <a:r>
              <a:rPr lang="en-US" altLang="zh-CN" sz="2400" b="1" dirty="0">
                <a:latin typeface="华文中宋" panose="02010600040101010101" pitchFamily="2" charset="-122"/>
              </a:rPr>
              <a:t>/</a:t>
            </a:r>
          </a:p>
        </p:txBody>
      </p:sp>
      <p:sp>
        <p:nvSpPr>
          <p:cNvPr id="95236" name="Text Box 4"/>
          <p:cNvSpPr txBox="1">
            <a:spLocks noChangeArrowheads="1"/>
          </p:cNvSpPr>
          <p:nvPr/>
        </p:nvSpPr>
        <p:spPr bwMode="auto">
          <a:xfrm>
            <a:off x="274890" y="2783040"/>
            <a:ext cx="8839200" cy="36939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void </a:t>
            </a:r>
            <a:r>
              <a:rPr lang="en-US" altLang="zh-CN" sz="18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MergePass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(Type x[],Type y[],int s, int n)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{	int </a:t>
            </a:r>
            <a:r>
              <a:rPr lang="en-US" altLang="zh-CN" sz="18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=0, j;         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n</a:t>
            </a: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为本趟归并的有序子数组的长度 *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while(i+2*s-1&lt;n)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{ Merge(x,y,i,i+s-1,i+2*s-1);  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归并长度为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s</a:t>
            </a: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的两子数组*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  </a:t>
            </a:r>
            <a:r>
              <a:rPr lang="en-US" altLang="zh-CN" sz="18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= i+2*s;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}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if(</a:t>
            </a:r>
            <a:r>
              <a:rPr lang="en-US" altLang="zh-CN" sz="18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i+s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&lt;n)          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剩下两个子数组，其中一个长度小于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s */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</a:t>
            </a:r>
            <a:r>
              <a:rPr lang="en-US" altLang="zh-CN" sz="1800" b="1" dirty="0">
                <a:solidFill>
                  <a:srgbClr val="1B6EA1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Merge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(x,y,i,i+s-1,n-1);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else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for(j=</a:t>
            </a:r>
            <a:r>
              <a:rPr lang="en-US" altLang="zh-CN" sz="18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i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; j&lt;n; </a:t>
            </a:r>
            <a:r>
              <a:rPr lang="en-US" altLang="zh-CN" sz="1800" b="1" dirty="0" err="1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j++</a:t>
            </a: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) 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/* </a:t>
            </a: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将最后一个子数组复制到数组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y</a:t>
            </a:r>
            <a:r>
              <a:rPr lang="zh-CN" altLang="en-US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中 *</a:t>
            </a:r>
            <a:r>
              <a:rPr lang="en-US" altLang="zh-CN" sz="18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/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	  y[j]=x[j];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build="p" autoUpdateAnimBg="0"/>
      <p:bldP spid="95236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algn="just" eaLnBrk="1" hangingPunct="1"/>
            <a:r>
              <a:rPr lang="zh-CN" altLang="en-US" sz="4000" dirty="0">
                <a:solidFill>
                  <a:schemeClr val="tx1"/>
                </a:solidFill>
              </a:rPr>
              <a:t>合并排序最好、最坏复杂性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77724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>
                <a:solidFill>
                  <a:srgbClr val="0000FF"/>
                </a:solidFill>
              </a:rPr>
              <a:t>最好情况：</a:t>
            </a:r>
            <a:r>
              <a:rPr lang="zh-CN" altLang="en-US" sz="2800" b="1"/>
              <a:t>长为</a:t>
            </a:r>
            <a:r>
              <a:rPr lang="en-US" altLang="zh-CN" sz="2800" b="1"/>
              <a:t>n/2</a:t>
            </a:r>
            <a:r>
              <a:rPr lang="zh-CN" altLang="en-US" sz="2800" b="1"/>
              <a:t>的两已排序的段，左边段元素总小于右边段元素</a:t>
            </a:r>
          </a:p>
        </p:txBody>
      </p:sp>
      <p:graphicFrame>
        <p:nvGraphicFramePr>
          <p:cNvPr id="96353" name="Group 97"/>
          <p:cNvGraphicFramePr>
            <a:graphicFrameLocks noGrp="1"/>
          </p:cNvGraphicFramePr>
          <p:nvPr/>
        </p:nvGraphicFramePr>
        <p:xfrm>
          <a:off x="533400" y="2819400"/>
          <a:ext cx="8001000" cy="44168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4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85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41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L="19050" marR="19050" marT="37963" marB="3796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…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3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s-1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-1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3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s-1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3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s-1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+1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3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s+1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+2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3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s+2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+3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…</a:t>
                      </a: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34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s</a:t>
                      </a:r>
                      <a:endParaRPr kumimoji="1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L="19050" marR="19050" marT="37963" marB="3796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6355" name="Line 99"/>
          <p:cNvSpPr>
            <a:spLocks noChangeShapeType="1"/>
          </p:cNvSpPr>
          <p:nvPr/>
        </p:nvSpPr>
        <p:spPr bwMode="auto">
          <a:xfrm>
            <a:off x="3886200" y="2590800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96356" name="Text Box 100"/>
          <p:cNvSpPr txBox="1">
            <a:spLocks noChangeArrowheads="1"/>
          </p:cNvSpPr>
          <p:nvPr/>
        </p:nvSpPr>
        <p:spPr bwMode="auto">
          <a:xfrm>
            <a:off x="685800" y="3505200"/>
            <a:ext cx="7086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T(n)=2T(n/2)+n/2</a:t>
            </a:r>
          </a:p>
        </p:txBody>
      </p:sp>
      <p:sp>
        <p:nvSpPr>
          <p:cNvPr id="96357" name="Text Box 101"/>
          <p:cNvSpPr txBox="1">
            <a:spLocks noChangeArrowheads="1"/>
          </p:cNvSpPr>
          <p:nvPr/>
        </p:nvSpPr>
        <p:spPr bwMode="auto">
          <a:xfrm>
            <a:off x="685800" y="4114800"/>
            <a:ext cx="464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T(1)=0</a:t>
            </a:r>
            <a:r>
              <a:rPr lang="zh-CN" altLang="en-US" sz="32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32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T(2)=1, T(4)=4</a:t>
            </a:r>
          </a:p>
        </p:txBody>
      </p:sp>
      <p:sp>
        <p:nvSpPr>
          <p:cNvPr id="96358" name="Rectangle 102"/>
          <p:cNvSpPr>
            <a:spLocks noChangeArrowheads="1"/>
          </p:cNvSpPr>
          <p:nvPr/>
        </p:nvSpPr>
        <p:spPr bwMode="auto">
          <a:xfrm>
            <a:off x="304800" y="4724400"/>
            <a:ext cx="7772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0000FF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最坏情况：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长为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n/2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的两已排序的段，左边段元素与右边段元素需比较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n-1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次：</a:t>
            </a:r>
          </a:p>
        </p:txBody>
      </p:sp>
      <p:sp>
        <p:nvSpPr>
          <p:cNvPr id="96359" name="Text Box 103"/>
          <p:cNvSpPr txBox="1">
            <a:spLocks noChangeArrowheads="1"/>
          </p:cNvSpPr>
          <p:nvPr/>
        </p:nvSpPr>
        <p:spPr bwMode="auto">
          <a:xfrm>
            <a:off x="571500" y="5786438"/>
            <a:ext cx="792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T(n)=2T(n/2)+n-1,   T(1)=0, T(2)=1, T(4)=5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6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6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6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6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6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6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/>
      <p:bldP spid="96356" grpId="0" autoUpdateAnimBg="0"/>
      <p:bldP spid="96357" grpId="0" autoUpdateAnimBg="0"/>
      <p:bldP spid="96358" grpId="0" autoUpdateAnimBg="0"/>
      <p:bldP spid="96359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en-US" altLang="en-US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</a:rPr>
              <a:t>合并排序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</a:rPr>
              <a:t>小结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700213"/>
            <a:ext cx="7772400" cy="21097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v"/>
            </a:pPr>
            <a:r>
              <a:rPr kumimoji="0" lang="zh-CN" altLang="en-US" sz="2800" b="1" dirty="0"/>
              <a:t>最坏时间复杂度：</a:t>
            </a:r>
            <a:r>
              <a:rPr kumimoji="0" lang="en-US" altLang="zh-CN" sz="2800" b="1" dirty="0"/>
              <a:t>O(</a:t>
            </a:r>
            <a:r>
              <a:rPr kumimoji="0" lang="en-US" altLang="zh-CN" sz="2800" b="1" dirty="0" err="1"/>
              <a:t>nlogn</a:t>
            </a:r>
            <a:r>
              <a:rPr kumimoji="0" lang="en-US" altLang="zh-CN" sz="2800" b="1" dirty="0"/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v"/>
            </a:pPr>
            <a:r>
              <a:rPr kumimoji="0" lang="zh-CN" altLang="en-US" sz="2800" b="1" dirty="0"/>
              <a:t>最好时间复杂度：</a:t>
            </a:r>
            <a:r>
              <a:rPr kumimoji="0" lang="en-US" altLang="zh-CN" sz="2800" b="1" dirty="0"/>
              <a:t>O(</a:t>
            </a:r>
            <a:r>
              <a:rPr kumimoji="0" lang="en-US" altLang="zh-CN" sz="2800" b="1" dirty="0" err="1"/>
              <a:t>nlogn</a:t>
            </a:r>
            <a:r>
              <a:rPr kumimoji="0" lang="en-US" altLang="zh-CN" sz="2800" b="1" dirty="0"/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v"/>
            </a:pPr>
            <a:r>
              <a:rPr kumimoji="0" lang="zh-CN" altLang="en-US" sz="2800" b="1" dirty="0"/>
              <a:t>平均时间复杂度：</a:t>
            </a:r>
            <a:r>
              <a:rPr kumimoji="0" lang="en-US" altLang="zh-CN" sz="2800" b="1" dirty="0"/>
              <a:t>O(</a:t>
            </a:r>
            <a:r>
              <a:rPr kumimoji="0" lang="en-US" altLang="zh-CN" sz="2800" b="1" dirty="0" err="1"/>
              <a:t>nlogn</a:t>
            </a:r>
            <a:r>
              <a:rPr kumimoji="0" lang="en-US" altLang="zh-CN" sz="2800" b="1" dirty="0"/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v"/>
            </a:pPr>
            <a:r>
              <a:rPr kumimoji="0" lang="zh-CN" altLang="en-US" sz="2800" b="1" dirty="0"/>
              <a:t>辅助空间：</a:t>
            </a:r>
            <a:r>
              <a:rPr kumimoji="0" lang="en-US" altLang="zh-CN" sz="2800" b="1" dirty="0"/>
              <a:t>O(n)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AC2F36"/>
                </a:solidFill>
              </a:rPr>
              <a:t>2.8  </a:t>
            </a:r>
            <a:r>
              <a:rPr lang="zh-CN" altLang="en-US" sz="4000" b="1" dirty="0">
                <a:solidFill>
                  <a:srgbClr val="AC2F36"/>
                </a:solidFill>
              </a:rPr>
              <a:t>快速排序 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71600"/>
            <a:ext cx="8458200" cy="519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indent="0" algn="just" eaLnBrk="1" hangingPunct="1"/>
            <a:r>
              <a:rPr lang="zh-CN" altLang="en-US" sz="2800" dirty="0"/>
              <a:t>快速排序是对起泡排序的改进，由</a:t>
            </a:r>
            <a:r>
              <a:rPr lang="en-US" altLang="zh-CN" sz="2800" dirty="0"/>
              <a:t>C.A.R Hoar</a:t>
            </a:r>
            <a:r>
              <a:rPr lang="zh-CN" altLang="en-US" sz="2800" dirty="0"/>
              <a:t>提出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381000" y="1981200"/>
            <a:ext cx="8382000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FF33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基本思想∶</a:t>
            </a:r>
          </a:p>
          <a:p>
            <a:pPr lvl="1" algn="just" eaLnBrk="1" hangingPunct="1">
              <a:spcBef>
                <a:spcPct val="20000"/>
              </a:spcBef>
              <a:buFontTx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在待排序的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个元素中任取一个元素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如取第一个元素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，把所有小于该元素的元素移到其左边，把所有大于该元素的元素移到其右边，所选元素正好处在其应在的位置，且把原有序列划分成两个子序列。</a:t>
            </a:r>
          </a:p>
          <a:p>
            <a:pPr lvl="1" algn="just" eaLnBrk="1" hangingPunct="1">
              <a:spcBef>
                <a:spcPct val="20000"/>
              </a:spcBef>
              <a:buFontTx/>
              <a:buAutoNum type="arabicPeriod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然后，对两个子序列分别重复上述过程，直到所有元素都排好序。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 b="1" dirty="0">
                <a:solidFill>
                  <a:srgbClr val="FF3300"/>
                </a:solidFill>
                <a:latin typeface="华文中宋" panose="02010600040101010101" pitchFamily="2" charset="-122"/>
              </a:rPr>
              <a:t>快速排序法排序举例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66800"/>
            <a:ext cx="77724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初始序列为</a:t>
            </a:r>
            <a:r>
              <a:rPr lang="en-US" altLang="zh-CN" sz="2400" dirty="0"/>
              <a:t>3, 9, 1, 6, 5, 4, 8, 2, 10, 7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一次分区：设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个指针</a:t>
            </a:r>
            <a:r>
              <a:rPr lang="en-US" altLang="zh-CN" sz="2400" b="1" dirty="0" err="1"/>
              <a:t>i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j</a:t>
            </a:r>
            <a:r>
              <a:rPr lang="zh-CN" altLang="en-US" sz="2400" b="1" dirty="0"/>
              <a:t>，以第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个元素为基准</a:t>
            </a:r>
          </a:p>
        </p:txBody>
      </p:sp>
      <p:graphicFrame>
        <p:nvGraphicFramePr>
          <p:cNvPr id="104916" name="Group 468"/>
          <p:cNvGraphicFramePr>
            <a:graphicFrameLocks noGrp="1"/>
          </p:cNvGraphicFramePr>
          <p:nvPr/>
        </p:nvGraphicFramePr>
        <p:xfrm>
          <a:off x="1066800" y="1981200"/>
          <a:ext cx="6096000" cy="8382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865" name="Group 417"/>
          <p:cNvGraphicFramePr>
            <a:graphicFrameLocks noGrp="1"/>
          </p:cNvGraphicFramePr>
          <p:nvPr/>
        </p:nvGraphicFramePr>
        <p:xfrm>
          <a:off x="1066800" y="2895600"/>
          <a:ext cx="6096000" cy="8128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866" name="Group 418"/>
          <p:cNvGraphicFramePr>
            <a:graphicFrameLocks noGrp="1"/>
          </p:cNvGraphicFramePr>
          <p:nvPr/>
        </p:nvGraphicFramePr>
        <p:xfrm>
          <a:off x="1066800" y="3733800"/>
          <a:ext cx="6096000" cy="8128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867" name="Group 419"/>
          <p:cNvGraphicFramePr>
            <a:graphicFrameLocks noGrp="1"/>
          </p:cNvGraphicFramePr>
          <p:nvPr/>
        </p:nvGraphicFramePr>
        <p:xfrm>
          <a:off x="1066800" y="4572000"/>
          <a:ext cx="6096000" cy="8128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915" name="Group 467"/>
          <p:cNvGraphicFramePr>
            <a:graphicFrameLocks noGrp="1"/>
          </p:cNvGraphicFramePr>
          <p:nvPr/>
        </p:nvGraphicFramePr>
        <p:xfrm>
          <a:off x="1066800" y="5511800"/>
          <a:ext cx="6096000" cy="8128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i↑j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1FCAAA6-1AE4-2C07-7A85-64962CE591EC}"/>
                  </a:ext>
                </a:extLst>
              </p14:cNvPr>
              <p14:cNvContentPartPr/>
              <p14:nvPr/>
            </p14:nvContentPartPr>
            <p14:xfrm>
              <a:off x="5653800" y="2456640"/>
              <a:ext cx="133920" cy="2422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1FCAAA6-1AE4-2C07-7A85-64962CE591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44440" y="2447280"/>
                <a:ext cx="152640" cy="26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26035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 b="1" dirty="0">
                <a:solidFill>
                  <a:srgbClr val="FF3300"/>
                </a:solidFill>
                <a:latin typeface="华文中宋" panose="02010600040101010101" pitchFamily="2" charset="-122"/>
              </a:rPr>
              <a:t>各趟排序之后的状态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981075"/>
            <a:ext cx="7772400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/>
            <a:r>
              <a:rPr lang="zh-CN" altLang="en-US" sz="2800" dirty="0">
                <a:latin typeface="华文中宋" panose="02010600040101010101" pitchFamily="2" charset="-122"/>
              </a:rPr>
              <a:t>假设每次分区后，都先对前一区的记录进行快速排序</a:t>
            </a:r>
            <a:r>
              <a:rPr lang="en-US" altLang="zh-CN" sz="2800" dirty="0">
                <a:latin typeface="华文中宋" panose="02010600040101010101" pitchFamily="2" charset="-122"/>
              </a:rPr>
              <a:t>,</a:t>
            </a:r>
            <a:r>
              <a:rPr lang="zh-CN" altLang="en-US" sz="2800" dirty="0">
                <a:latin typeface="华文中宋" panose="02010600040101010101" pitchFamily="2" charset="-122"/>
              </a:rPr>
              <a:t>如</a:t>
            </a:r>
          </a:p>
        </p:txBody>
      </p:sp>
      <p:graphicFrame>
        <p:nvGraphicFramePr>
          <p:cNvPr id="105503" name="Group 31"/>
          <p:cNvGraphicFramePr>
            <a:graphicFrameLocks noGrp="1"/>
          </p:cNvGraphicFramePr>
          <p:nvPr/>
        </p:nvGraphicFramePr>
        <p:xfrm>
          <a:off x="2438400" y="1989138"/>
          <a:ext cx="4438650" cy="812800"/>
        </p:xfrm>
        <a:graphic>
          <a:graphicData uri="http://schemas.openxmlformats.org/drawingml/2006/table">
            <a:tbl>
              <a:tblPr/>
              <a:tblGrid>
                <a:gridCol w="63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559" name="Group 87"/>
          <p:cNvGraphicFramePr>
            <a:graphicFrameLocks noGrp="1"/>
          </p:cNvGraphicFramePr>
          <p:nvPr/>
        </p:nvGraphicFramePr>
        <p:xfrm>
          <a:off x="2438400" y="3081338"/>
          <a:ext cx="4438650" cy="812800"/>
        </p:xfrm>
        <a:graphic>
          <a:graphicData uri="http://schemas.openxmlformats.org/drawingml/2006/table">
            <a:tbl>
              <a:tblPr/>
              <a:tblGrid>
                <a:gridCol w="63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587" name="Group 115"/>
          <p:cNvGraphicFramePr>
            <a:graphicFrameLocks noGrp="1"/>
          </p:cNvGraphicFramePr>
          <p:nvPr/>
        </p:nvGraphicFramePr>
        <p:xfrm>
          <a:off x="2438400" y="4224338"/>
          <a:ext cx="4438650" cy="812800"/>
        </p:xfrm>
        <a:graphic>
          <a:graphicData uri="http://schemas.openxmlformats.org/drawingml/2006/table">
            <a:tbl>
              <a:tblPr/>
              <a:tblGrid>
                <a:gridCol w="63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</a:t>
                      </a: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1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↑j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5619" name="Group 147"/>
          <p:cNvGraphicFramePr>
            <a:graphicFrameLocks noGrp="1"/>
          </p:cNvGraphicFramePr>
          <p:nvPr/>
        </p:nvGraphicFramePr>
        <p:xfrm>
          <a:off x="2438400" y="5341938"/>
          <a:ext cx="4438650" cy="812800"/>
        </p:xfrm>
        <a:graphic>
          <a:graphicData uri="http://schemas.openxmlformats.org/drawingml/2006/table">
            <a:tbl>
              <a:tblPr/>
              <a:tblGrid>
                <a:gridCol w="633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 ↑j</a:t>
                      </a:r>
                    </a:p>
                  </a:txBody>
                  <a:tcPr marL="36000" marR="36000" marT="18000" marB="18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191AAF6F-2A10-438F-93B6-32035A14CEB8}"/>
                  </a:ext>
                </a:extLst>
              </p14:cNvPr>
              <p14:cNvContentPartPr/>
              <p14:nvPr/>
            </p14:nvContentPartPr>
            <p14:xfrm>
              <a:off x="6907320" y="2432880"/>
              <a:ext cx="19440" cy="547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191AAF6F-2A10-438F-93B6-32035A14CE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7960" y="2423520"/>
                <a:ext cx="38160" cy="73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/>
            <a:r>
              <a:rPr lang="zh-CN" altLang="en-US" sz="4000" dirty="0">
                <a:solidFill>
                  <a:srgbClr val="FF0000"/>
                </a:solidFill>
              </a:rPr>
              <a:t>算法实现与复杂性（</a:t>
            </a:r>
            <a:r>
              <a:rPr lang="en-US" altLang="zh-CN" sz="4000" dirty="0">
                <a:solidFill>
                  <a:srgbClr val="FF0000"/>
                </a:solidFill>
              </a:rPr>
              <a:t>1</a:t>
            </a:r>
            <a:r>
              <a:rPr lang="zh-CN" altLang="en-US" sz="4000" dirty="0">
                <a:solidFill>
                  <a:srgbClr val="FF0000"/>
                </a:solidFill>
              </a:rPr>
              <a:t>）</a:t>
            </a:r>
            <a:endParaRPr lang="zh-CN" altLang="en-US" sz="4000" dirty="0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484313"/>
            <a:ext cx="67056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/>
            <a:r>
              <a:rPr lang="zh-CN" altLang="en-US" dirty="0">
                <a:solidFill>
                  <a:srgbClr val="FF0000"/>
                </a:solidFill>
              </a:rPr>
              <a:t>算法实现</a:t>
            </a:r>
          </a:p>
        </p:txBody>
      </p:sp>
      <p:pic>
        <p:nvPicPr>
          <p:cNvPr id="106500" name="Picture 4" descr="BD14719_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17145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501" name="Text Box 5"/>
          <p:cNvSpPr txBox="1">
            <a:spLocks noChangeArrowheads="1"/>
          </p:cNvSpPr>
          <p:nvPr/>
        </p:nvSpPr>
        <p:spPr bwMode="auto">
          <a:xfrm>
            <a:off x="762000" y="22098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复杂性分析：</a:t>
            </a:r>
            <a:endParaRPr lang="zh-CN" altLang="en-US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6502" name="Text Box 6"/>
          <p:cNvSpPr txBox="1">
            <a:spLocks noChangeArrowheads="1"/>
          </p:cNvSpPr>
          <p:nvPr/>
        </p:nvSpPr>
        <p:spPr bwMode="auto">
          <a:xfrm>
            <a:off x="755650" y="2781300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对于输入序列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a[p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：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r]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Partition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的计算时间显然为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O(r-p-1)</a:t>
            </a:r>
          </a:p>
        </p:txBody>
      </p:sp>
      <p:sp>
        <p:nvSpPr>
          <p:cNvPr id="106503" name="Text Box 7"/>
          <p:cNvSpPr txBox="1">
            <a:spLocks noChangeArrowheads="1"/>
          </p:cNvSpPr>
          <p:nvPr/>
        </p:nvSpPr>
        <p:spPr bwMode="auto">
          <a:xfrm>
            <a:off x="755650" y="3789363"/>
            <a:ext cx="746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33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最坏情况：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严重不对称时，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段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分别包含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n-1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个元素和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个元素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T(1)=0, T(2)=1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，则</a:t>
            </a:r>
          </a:p>
        </p:txBody>
      </p:sp>
      <p:sp>
        <p:nvSpPr>
          <p:cNvPr id="106504" name="Text Box 8"/>
          <p:cNvSpPr txBox="1">
            <a:spLocks noChangeArrowheads="1"/>
          </p:cNvSpPr>
          <p:nvPr/>
        </p:nvSpPr>
        <p:spPr bwMode="auto">
          <a:xfrm>
            <a:off x="2386013" y="5029200"/>
            <a:ext cx="5157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T(n-1)  +  O(n)            ( n &gt; 1 )</a:t>
            </a:r>
          </a:p>
        </p:txBody>
      </p:sp>
      <p:sp>
        <p:nvSpPr>
          <p:cNvPr id="106505" name="Text Box 9"/>
          <p:cNvSpPr txBox="1">
            <a:spLocks noChangeArrowheads="1"/>
          </p:cNvSpPr>
          <p:nvPr/>
        </p:nvSpPr>
        <p:spPr bwMode="auto">
          <a:xfrm>
            <a:off x="2309813" y="5562600"/>
            <a:ext cx="5310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O(1)                            ( n = 1)</a:t>
            </a:r>
          </a:p>
        </p:txBody>
      </p:sp>
      <p:sp>
        <p:nvSpPr>
          <p:cNvPr id="106506" name="Text Box 10"/>
          <p:cNvSpPr txBox="1">
            <a:spLocks noChangeArrowheads="1"/>
          </p:cNvSpPr>
          <p:nvPr/>
        </p:nvSpPr>
        <p:spPr bwMode="auto">
          <a:xfrm>
            <a:off x="1143000" y="531018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06507" name="AutoShape 11"/>
          <p:cNvSpPr/>
          <p:nvPr/>
        </p:nvSpPr>
        <p:spPr bwMode="auto">
          <a:xfrm>
            <a:off x="2233613" y="517612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6508" name="Text Box 12"/>
          <p:cNvSpPr txBox="1">
            <a:spLocks noChangeArrowheads="1"/>
          </p:cNvSpPr>
          <p:nvPr/>
        </p:nvSpPr>
        <p:spPr bwMode="auto">
          <a:xfrm>
            <a:off x="762000" y="60198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求得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T(n)=n(n-1)/2=O(n</a:t>
            </a:r>
            <a:r>
              <a:rPr lang="en-US" altLang="zh-CN" sz="2800" b="1" baseline="300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01" grpId="0" autoUpdateAnimBg="0"/>
      <p:bldP spid="106502" grpId="0" autoUpdateAnimBg="0"/>
      <p:bldP spid="106503" grpId="0" autoUpdateAnimBg="0"/>
      <p:bldP spid="106504" grpId="0" autoUpdateAnimBg="0"/>
      <p:bldP spid="106505" grpId="0" autoUpdateAnimBg="0"/>
      <p:bldP spid="106506" grpId="0" autoUpdateAnimBg="0"/>
      <p:bldP spid="106507" grpId="0" animBg="1"/>
      <p:bldP spid="106508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3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/>
            <a:r>
              <a:rPr lang="zh-CN" altLang="en-US" sz="4000" dirty="0">
                <a:solidFill>
                  <a:srgbClr val="FF0000"/>
                </a:solidFill>
              </a:rPr>
              <a:t>算法实现与复杂性（</a:t>
            </a:r>
            <a:r>
              <a:rPr lang="en-US" altLang="zh-CN" sz="4000" dirty="0">
                <a:solidFill>
                  <a:srgbClr val="FF0000"/>
                </a:solidFill>
              </a:rPr>
              <a:t>2</a:t>
            </a:r>
            <a:r>
              <a:rPr lang="zh-CN" altLang="en-US" sz="4000" dirty="0">
                <a:solidFill>
                  <a:srgbClr val="FF0000"/>
                </a:solidFill>
              </a:rPr>
              <a:t>）</a:t>
            </a:r>
            <a:endParaRPr lang="zh-CN" alt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</a:rPr>
              <a:t>最好情况：</a:t>
            </a:r>
            <a:r>
              <a:rPr lang="zh-CN" altLang="en-US" sz="2800" b="1" dirty="0">
                <a:solidFill>
                  <a:schemeClr val="tx2"/>
                </a:solidFill>
              </a:rPr>
              <a:t>完全对称，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段</a:t>
            </a:r>
            <a:r>
              <a:rPr lang="zh-CN" altLang="en-US" sz="2800" b="1" dirty="0">
                <a:solidFill>
                  <a:schemeClr val="tx2"/>
                </a:solidFill>
                <a:latin typeface="华文中宋" panose="02010600040101010101" pitchFamily="2" charset="-122"/>
              </a:rPr>
              <a:t>分别包含</a:t>
            </a:r>
            <a:r>
              <a:rPr lang="en-US" altLang="zh-CN" sz="2800" b="1" dirty="0">
                <a:solidFill>
                  <a:schemeClr val="tx2"/>
                </a:solidFill>
              </a:rPr>
              <a:t>n/2</a:t>
            </a:r>
            <a:r>
              <a:rPr lang="zh-CN" altLang="en-US" sz="2800" b="1" dirty="0">
                <a:solidFill>
                  <a:schemeClr val="tx2"/>
                </a:solidFill>
                <a:latin typeface="华文中宋" panose="02010600040101010101" pitchFamily="2" charset="-122"/>
              </a:rPr>
              <a:t>个元素</a:t>
            </a:r>
          </a:p>
        </p:txBody>
      </p:sp>
      <p:sp>
        <p:nvSpPr>
          <p:cNvPr id="107524" name="Text Box 4"/>
          <p:cNvSpPr txBox="1">
            <a:spLocks noChangeArrowheads="1"/>
          </p:cNvSpPr>
          <p:nvPr/>
        </p:nvSpPr>
        <p:spPr bwMode="auto">
          <a:xfrm>
            <a:off x="2538413" y="2209800"/>
            <a:ext cx="5157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2T(n/2)  +  O(n)            ( n &gt; 1 )</a:t>
            </a:r>
          </a:p>
        </p:txBody>
      </p:sp>
      <p:sp>
        <p:nvSpPr>
          <p:cNvPr id="107525" name="Text Box 5"/>
          <p:cNvSpPr txBox="1">
            <a:spLocks noChangeArrowheads="1"/>
          </p:cNvSpPr>
          <p:nvPr/>
        </p:nvSpPr>
        <p:spPr bwMode="auto">
          <a:xfrm>
            <a:off x="2462213" y="2743200"/>
            <a:ext cx="5310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O(1)                            ( n = 1)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1295400" y="249078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07527" name="AutoShape 7"/>
          <p:cNvSpPr/>
          <p:nvPr/>
        </p:nvSpPr>
        <p:spPr bwMode="auto">
          <a:xfrm>
            <a:off x="2386013" y="235672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914400" y="32004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求得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 =O(n log n) 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T(2)=1 </a:t>
            </a:r>
          </a:p>
        </p:txBody>
      </p:sp>
      <p:sp>
        <p:nvSpPr>
          <p:cNvPr id="107529" name="Text Box 9"/>
          <p:cNvSpPr txBox="1">
            <a:spLocks noChangeArrowheads="1"/>
          </p:cNvSpPr>
          <p:nvPr/>
        </p:nvSpPr>
        <p:spPr bwMode="auto">
          <a:xfrm>
            <a:off x="457200" y="3886200"/>
            <a:ext cx="8382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 dirty="0">
                <a:solidFill>
                  <a:srgbClr val="FF33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平均情况：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设分划的数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x=a[p]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在最后排序的第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位，第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轮比较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n-1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次，前有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k-1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个元素，后有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n-k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个元素。</a:t>
            </a:r>
          </a:p>
        </p:txBody>
      </p:sp>
      <p:graphicFrame>
        <p:nvGraphicFramePr>
          <p:cNvPr id="107579" name="Group 59"/>
          <p:cNvGraphicFramePr>
            <a:graphicFrameLocks noGrp="1"/>
          </p:cNvGraphicFramePr>
          <p:nvPr/>
        </p:nvGraphicFramePr>
        <p:xfrm>
          <a:off x="1524000" y="4876800"/>
          <a:ext cx="6096000" cy="792308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元素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&lt;x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的段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x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元素</a:t>
                      </a: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&gt;x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的段</a:t>
                      </a:r>
                    </a:p>
                  </a:txBody>
                  <a:tcPr marT="45677" marB="456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k-1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个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n-k</a:t>
                      </a:r>
                      <a:r>
                        <a:rPr kumimoji="1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个</a:t>
                      </a:r>
                    </a:p>
                  </a:txBody>
                  <a:tcPr marT="45677" marB="4567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7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7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autoUpdateAnimBg="0"/>
      <p:bldP spid="107524" grpId="0" autoUpdateAnimBg="0"/>
      <p:bldP spid="107525" grpId="0" autoUpdateAnimBg="0"/>
      <p:bldP spid="107526" grpId="0" autoUpdateAnimBg="0"/>
      <p:bldP spid="107527" grpId="0" animBg="1"/>
      <p:bldP spid="107528" grpId="0" autoUpdateAnimBg="0"/>
      <p:bldP spid="107529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>
                <a:solidFill>
                  <a:srgbClr val="C00000"/>
                </a:solidFill>
              </a:rPr>
              <a:t>平均情况复杂性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T(n) = </a:t>
            </a:r>
            <a:endParaRPr lang="en-US" altLang="zh-CN"/>
          </a:p>
        </p:txBody>
      </p:sp>
      <p:graphicFrame>
        <p:nvGraphicFramePr>
          <p:cNvPr id="108549" name="Object 5"/>
          <p:cNvGraphicFramePr>
            <a:graphicFrameLocks noChangeAspect="1"/>
          </p:cNvGraphicFramePr>
          <p:nvPr/>
        </p:nvGraphicFramePr>
        <p:xfrm>
          <a:off x="2133600" y="1752600"/>
          <a:ext cx="52578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2000" imgH="431800" progId="Equation.3">
                  <p:embed/>
                </p:oleObj>
              </mc:Choice>
              <mc:Fallback>
                <p:oleObj name="Equation" r:id="rId2" imgW="2032000" imgH="431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52600"/>
                        <a:ext cx="52578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0" name="Text Box 6"/>
          <p:cNvSpPr txBox="1">
            <a:spLocks noChangeArrowheads="1"/>
          </p:cNvSpPr>
          <p:nvPr/>
        </p:nvSpPr>
        <p:spPr bwMode="auto">
          <a:xfrm>
            <a:off x="1295400" y="3048000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Palatino Linotype" panose="02040502050505030304" pitchFamily="18" charset="0"/>
                <a:ea typeface="华文中宋" panose="02010600040101010101" pitchFamily="2" charset="-122"/>
              </a:rPr>
              <a:t>=</a:t>
            </a:r>
          </a:p>
        </p:txBody>
      </p:sp>
      <p:graphicFrame>
        <p:nvGraphicFramePr>
          <p:cNvPr id="108551" name="Object 7"/>
          <p:cNvGraphicFramePr>
            <a:graphicFrameLocks noChangeAspect="1"/>
          </p:cNvGraphicFramePr>
          <p:nvPr/>
        </p:nvGraphicFramePr>
        <p:xfrm>
          <a:off x="2114550" y="2895600"/>
          <a:ext cx="595947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400" imgH="431800" progId="Equation.3">
                  <p:embed/>
                </p:oleObj>
              </mc:Choice>
              <mc:Fallback>
                <p:oleObj name="Equation" r:id="rId4" imgW="1676400" imgH="431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4550" y="2895600"/>
                        <a:ext cx="595947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2" name="Text Box 8"/>
          <p:cNvSpPr txBox="1">
            <a:spLocks noChangeArrowheads="1"/>
          </p:cNvSpPr>
          <p:nvPr/>
        </p:nvSpPr>
        <p:spPr bwMode="auto">
          <a:xfrm>
            <a:off x="762000" y="4149725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得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:  (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n+1)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T(n+1)=(n+2)T(n) +2n</a:t>
            </a:r>
          </a:p>
        </p:txBody>
      </p:sp>
      <p:sp>
        <p:nvSpPr>
          <p:cNvPr id="108553" name="Text Box 9"/>
          <p:cNvSpPr txBox="1">
            <a:spLocks noChangeArrowheads="1"/>
          </p:cNvSpPr>
          <p:nvPr/>
        </p:nvSpPr>
        <p:spPr bwMode="auto">
          <a:xfrm>
            <a:off x="762000" y="5140325"/>
            <a:ext cx="708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求得：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T(n)=(2n+2)log n +Θ(1)= Θ(n log 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96F1769-DA65-ACF1-C51B-CE8AFC5761F3}"/>
                  </a:ext>
                </a:extLst>
              </p14:cNvPr>
              <p14:cNvContentPartPr/>
              <p14:nvPr/>
            </p14:nvContentPartPr>
            <p14:xfrm>
              <a:off x="838800" y="987840"/>
              <a:ext cx="7643880" cy="27882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96F1769-DA65-ACF1-C51B-CE8AFC5761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9440" y="978480"/>
                <a:ext cx="7662600" cy="280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autoUpdateAnimBg="0"/>
      <p:bldP spid="108550" grpId="0" autoUpdateAnimBg="0"/>
      <p:bldP spid="108552" grpId="0" autoUpdateAnimBg="0"/>
      <p:bldP spid="108553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52" name="Text Box 20"/>
          <p:cNvSpPr txBox="1">
            <a:spLocks noChangeArrowheads="1"/>
          </p:cNvSpPr>
          <p:nvPr/>
        </p:nvSpPr>
        <p:spPr bwMode="auto">
          <a:xfrm>
            <a:off x="914400" y="1628775"/>
            <a:ext cx="6553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n+1)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T(n+1)=(n+2)T(n) +2n</a:t>
            </a:r>
          </a:p>
        </p:txBody>
      </p:sp>
      <p:grpSp>
        <p:nvGrpSpPr>
          <p:cNvPr id="2" name="Group 21"/>
          <p:cNvGrpSpPr/>
          <p:nvPr/>
        </p:nvGrpSpPr>
        <p:grpSpPr bwMode="auto">
          <a:xfrm>
            <a:off x="187325" y="2514600"/>
            <a:ext cx="8728075" cy="849313"/>
            <a:chOff x="0" y="2832"/>
            <a:chExt cx="5498" cy="535"/>
          </a:xfrm>
        </p:grpSpPr>
        <p:sp>
          <p:nvSpPr>
            <p:cNvPr id="69650" name="Text Box 22"/>
            <p:cNvSpPr txBox="1">
              <a:spLocks noChangeArrowheads="1"/>
            </p:cNvSpPr>
            <p:nvPr/>
          </p:nvSpPr>
          <p:spPr bwMode="auto">
            <a:xfrm>
              <a:off x="0" y="2976"/>
              <a:ext cx="32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即：       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T(n)  =      T(n - 1)  +  </a:t>
              </a:r>
            </a:p>
          </p:txBody>
        </p:sp>
        <p:sp>
          <p:nvSpPr>
            <p:cNvPr id="69651" name="Line 23"/>
            <p:cNvSpPr>
              <a:spLocks noChangeShapeType="1"/>
            </p:cNvSpPr>
            <p:nvPr/>
          </p:nvSpPr>
          <p:spPr bwMode="auto">
            <a:xfrm>
              <a:off x="864" y="3127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52" name="Text Box 24"/>
            <p:cNvSpPr txBox="1">
              <a:spLocks noChangeArrowheads="1"/>
            </p:cNvSpPr>
            <p:nvPr/>
          </p:nvSpPr>
          <p:spPr bwMode="auto">
            <a:xfrm>
              <a:off x="890" y="3098"/>
              <a:ext cx="38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n+1</a:t>
              </a:r>
            </a:p>
          </p:txBody>
        </p:sp>
        <p:sp>
          <p:nvSpPr>
            <p:cNvPr id="69653" name="Text Box 25"/>
            <p:cNvSpPr txBox="1">
              <a:spLocks noChangeArrowheads="1"/>
            </p:cNvSpPr>
            <p:nvPr/>
          </p:nvSpPr>
          <p:spPr bwMode="auto">
            <a:xfrm>
              <a:off x="1008" y="2844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69654" name="Line 26"/>
            <p:cNvSpPr>
              <a:spLocks noChangeShapeType="1"/>
            </p:cNvSpPr>
            <p:nvPr/>
          </p:nvSpPr>
          <p:spPr bwMode="auto">
            <a:xfrm>
              <a:off x="1968" y="312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55" name="Text Box 27"/>
            <p:cNvSpPr txBox="1">
              <a:spLocks noChangeArrowheads="1"/>
            </p:cNvSpPr>
            <p:nvPr/>
          </p:nvSpPr>
          <p:spPr bwMode="auto">
            <a:xfrm>
              <a:off x="2012" y="3069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</a:p>
          </p:txBody>
        </p:sp>
        <p:sp>
          <p:nvSpPr>
            <p:cNvPr id="69656" name="Text Box 28"/>
            <p:cNvSpPr txBox="1">
              <a:spLocks noChangeArrowheads="1"/>
            </p:cNvSpPr>
            <p:nvPr/>
          </p:nvSpPr>
          <p:spPr bwMode="auto">
            <a:xfrm>
              <a:off x="2012" y="2843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69657" name="Line 29"/>
            <p:cNvSpPr>
              <a:spLocks noChangeShapeType="1"/>
            </p:cNvSpPr>
            <p:nvPr/>
          </p:nvSpPr>
          <p:spPr bwMode="auto">
            <a:xfrm>
              <a:off x="3224" y="3109"/>
              <a:ext cx="856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58" name="Text Box 30"/>
            <p:cNvSpPr txBox="1">
              <a:spLocks noChangeArrowheads="1"/>
            </p:cNvSpPr>
            <p:nvPr/>
          </p:nvSpPr>
          <p:spPr bwMode="auto">
            <a:xfrm>
              <a:off x="3290" y="2832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2(n - 1)</a:t>
              </a:r>
            </a:p>
          </p:txBody>
        </p:sp>
        <p:sp>
          <p:nvSpPr>
            <p:cNvPr id="69659" name="Text Box 31"/>
            <p:cNvSpPr txBox="1">
              <a:spLocks noChangeArrowheads="1"/>
            </p:cNvSpPr>
            <p:nvPr/>
          </p:nvSpPr>
          <p:spPr bwMode="auto">
            <a:xfrm>
              <a:off x="3264" y="3095"/>
              <a:ext cx="8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n(n + 1)</a:t>
              </a:r>
            </a:p>
          </p:txBody>
        </p:sp>
        <p:sp>
          <p:nvSpPr>
            <p:cNvPr id="69660" name="Line 32"/>
            <p:cNvSpPr>
              <a:spLocks noChangeShapeType="1"/>
            </p:cNvSpPr>
            <p:nvPr/>
          </p:nvSpPr>
          <p:spPr bwMode="auto">
            <a:xfrm>
              <a:off x="4176" y="3120"/>
              <a:ext cx="960" cy="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61" name="Text Box 33"/>
            <p:cNvSpPr txBox="1">
              <a:spLocks noChangeArrowheads="1"/>
            </p:cNvSpPr>
            <p:nvPr/>
          </p:nvSpPr>
          <p:spPr bwMode="auto">
            <a:xfrm>
              <a:off x="5114" y="2954"/>
              <a:ext cx="38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(1)</a:t>
              </a:r>
            </a:p>
          </p:txBody>
        </p:sp>
      </p:grpSp>
      <p:grpSp>
        <p:nvGrpSpPr>
          <p:cNvPr id="3" name="Group 34"/>
          <p:cNvGrpSpPr/>
          <p:nvPr/>
        </p:nvGrpSpPr>
        <p:grpSpPr bwMode="auto">
          <a:xfrm>
            <a:off x="381000" y="3457575"/>
            <a:ext cx="8305800" cy="822325"/>
            <a:chOff x="0" y="3419"/>
            <a:chExt cx="5232" cy="518"/>
          </a:xfrm>
        </p:grpSpPr>
        <p:sp>
          <p:nvSpPr>
            <p:cNvPr id="69643" name="Text Box 35"/>
            <p:cNvSpPr txBox="1">
              <a:spLocks noChangeArrowheads="1"/>
            </p:cNvSpPr>
            <p:nvPr/>
          </p:nvSpPr>
          <p:spPr bwMode="auto">
            <a:xfrm>
              <a:off x="0" y="3552"/>
              <a:ext cx="52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令：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Q(n)  =        T(n), 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有：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Q(n - 1) =    T(n - 1)</a:t>
              </a:r>
            </a:p>
          </p:txBody>
        </p:sp>
        <p:sp>
          <p:nvSpPr>
            <p:cNvPr id="69644" name="Line 36"/>
            <p:cNvSpPr>
              <a:spLocks noChangeShapeType="1"/>
            </p:cNvSpPr>
            <p:nvPr/>
          </p:nvSpPr>
          <p:spPr bwMode="auto">
            <a:xfrm>
              <a:off x="1488" y="3696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45" name="Text Box 37"/>
            <p:cNvSpPr txBox="1">
              <a:spLocks noChangeArrowheads="1"/>
            </p:cNvSpPr>
            <p:nvPr/>
          </p:nvSpPr>
          <p:spPr bwMode="auto">
            <a:xfrm>
              <a:off x="1499" y="3668"/>
              <a:ext cx="38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n+1</a:t>
              </a:r>
            </a:p>
          </p:txBody>
        </p:sp>
        <p:sp>
          <p:nvSpPr>
            <p:cNvPr id="69646" name="Text Box 38"/>
            <p:cNvSpPr txBox="1">
              <a:spLocks noChangeArrowheads="1"/>
            </p:cNvSpPr>
            <p:nvPr/>
          </p:nvSpPr>
          <p:spPr bwMode="auto">
            <a:xfrm>
              <a:off x="1620" y="3427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69647" name="Line 39"/>
            <p:cNvSpPr>
              <a:spLocks noChangeShapeType="1"/>
            </p:cNvSpPr>
            <p:nvPr/>
          </p:nvSpPr>
          <p:spPr bwMode="auto">
            <a:xfrm>
              <a:off x="3936" y="369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48" name="Text Box 40"/>
            <p:cNvSpPr txBox="1">
              <a:spLocks noChangeArrowheads="1"/>
            </p:cNvSpPr>
            <p:nvPr/>
          </p:nvSpPr>
          <p:spPr bwMode="auto">
            <a:xfrm>
              <a:off x="3983" y="3646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</a:p>
          </p:txBody>
        </p:sp>
        <p:sp>
          <p:nvSpPr>
            <p:cNvPr id="69649" name="Text Box 41"/>
            <p:cNvSpPr txBox="1">
              <a:spLocks noChangeArrowheads="1"/>
            </p:cNvSpPr>
            <p:nvPr/>
          </p:nvSpPr>
          <p:spPr bwMode="auto">
            <a:xfrm>
              <a:off x="3972" y="3419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</p:grpSp>
      <p:sp>
        <p:nvSpPr>
          <p:cNvPr id="69637" name="Rectangle 4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rgbClr val="C00000"/>
                </a:solidFill>
              </a:rPr>
              <a:t>求解细节（可略过）</a:t>
            </a:r>
          </a:p>
        </p:txBody>
      </p:sp>
      <p:grpSp>
        <p:nvGrpSpPr>
          <p:cNvPr id="4" name="Group 43"/>
          <p:cNvGrpSpPr/>
          <p:nvPr/>
        </p:nvGrpSpPr>
        <p:grpSpPr bwMode="auto">
          <a:xfrm>
            <a:off x="152400" y="4572000"/>
            <a:ext cx="7467600" cy="838200"/>
            <a:chOff x="0" y="-13"/>
            <a:chExt cx="4704" cy="528"/>
          </a:xfrm>
        </p:grpSpPr>
        <p:sp>
          <p:nvSpPr>
            <p:cNvPr id="69639" name="Text Box 44"/>
            <p:cNvSpPr txBox="1">
              <a:spLocks noChangeArrowheads="1"/>
            </p:cNvSpPr>
            <p:nvPr/>
          </p:nvSpPr>
          <p:spPr bwMode="auto">
            <a:xfrm>
              <a:off x="0" y="131"/>
              <a:ext cx="37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     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代入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(1)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式：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Q(n)  =  Q(n - 1)  + </a:t>
              </a:r>
            </a:p>
          </p:txBody>
        </p:sp>
        <p:sp>
          <p:nvSpPr>
            <p:cNvPr id="69640" name="Line 45"/>
            <p:cNvSpPr>
              <a:spLocks noChangeShapeType="1"/>
            </p:cNvSpPr>
            <p:nvPr/>
          </p:nvSpPr>
          <p:spPr bwMode="auto">
            <a:xfrm>
              <a:off x="3744" y="264"/>
              <a:ext cx="9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69641" name="Text Box 46"/>
            <p:cNvSpPr txBox="1">
              <a:spLocks noChangeArrowheads="1"/>
            </p:cNvSpPr>
            <p:nvPr/>
          </p:nvSpPr>
          <p:spPr bwMode="auto">
            <a:xfrm>
              <a:off x="3843" y="246"/>
              <a:ext cx="8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n(n + 1)</a:t>
              </a:r>
            </a:p>
          </p:txBody>
        </p:sp>
        <p:sp>
          <p:nvSpPr>
            <p:cNvPr id="69642" name="Text Box 47"/>
            <p:cNvSpPr txBox="1">
              <a:spLocks noChangeArrowheads="1"/>
            </p:cNvSpPr>
            <p:nvPr/>
          </p:nvSpPr>
          <p:spPr bwMode="auto">
            <a:xfrm>
              <a:off x="3839" y="-13"/>
              <a:ext cx="86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2(n - 1)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52" grpId="0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 bwMode="auto">
          <a:xfrm>
            <a:off x="1439863" y="533400"/>
            <a:ext cx="5991225" cy="838200"/>
            <a:chOff x="192" y="1078"/>
            <a:chExt cx="3774" cy="528"/>
          </a:xfrm>
        </p:grpSpPr>
        <p:sp>
          <p:nvSpPr>
            <p:cNvPr id="70714" name="Text Box 8"/>
            <p:cNvSpPr txBox="1">
              <a:spLocks noChangeArrowheads="1"/>
            </p:cNvSpPr>
            <p:nvPr/>
          </p:nvSpPr>
          <p:spPr bwMode="auto">
            <a:xfrm>
              <a:off x="192" y="1200"/>
              <a:ext cx="288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     Q(n - 1)  =  Q(n - 2)  + </a:t>
              </a:r>
            </a:p>
          </p:txBody>
        </p:sp>
        <p:grpSp>
          <p:nvGrpSpPr>
            <p:cNvPr id="70715" name="Group 9"/>
            <p:cNvGrpSpPr/>
            <p:nvPr/>
          </p:nvGrpSpPr>
          <p:grpSpPr bwMode="auto">
            <a:xfrm>
              <a:off x="3006" y="1078"/>
              <a:ext cx="960" cy="528"/>
              <a:chOff x="3600" y="1056"/>
              <a:chExt cx="960" cy="528"/>
            </a:xfrm>
          </p:grpSpPr>
          <p:sp>
            <p:nvSpPr>
              <p:cNvPr id="70716" name="Line 10"/>
              <p:cNvSpPr>
                <a:spLocks noChangeShapeType="1"/>
              </p:cNvSpPr>
              <p:nvPr/>
            </p:nvSpPr>
            <p:spPr bwMode="auto">
              <a:xfrm>
                <a:off x="3600" y="1333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717" name="Text Box 11"/>
              <p:cNvSpPr txBox="1">
                <a:spLocks noChangeArrowheads="1"/>
              </p:cNvSpPr>
              <p:nvPr/>
            </p:nvSpPr>
            <p:spPr bwMode="auto">
              <a:xfrm>
                <a:off x="3699" y="1315"/>
                <a:ext cx="81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(n - 1)n</a:t>
                </a:r>
              </a:p>
            </p:txBody>
          </p:sp>
          <p:sp>
            <p:nvSpPr>
              <p:cNvPr id="70718" name="Text Box 12"/>
              <p:cNvSpPr txBox="1">
                <a:spLocks noChangeArrowheads="1"/>
              </p:cNvSpPr>
              <p:nvPr/>
            </p:nvSpPr>
            <p:spPr bwMode="auto">
              <a:xfrm>
                <a:off x="3695" y="1056"/>
                <a:ext cx="86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2(n - 2)</a:t>
                </a:r>
              </a:p>
            </p:txBody>
          </p:sp>
        </p:grpSp>
      </p:grpSp>
      <p:grpSp>
        <p:nvGrpSpPr>
          <p:cNvPr id="4" name="Group 13"/>
          <p:cNvGrpSpPr/>
          <p:nvPr/>
        </p:nvGrpSpPr>
        <p:grpSpPr bwMode="auto">
          <a:xfrm>
            <a:off x="1949450" y="1295400"/>
            <a:ext cx="6157913" cy="855663"/>
            <a:chOff x="1305" y="1189"/>
            <a:chExt cx="3879" cy="539"/>
          </a:xfrm>
        </p:grpSpPr>
        <p:sp>
          <p:nvSpPr>
            <p:cNvPr id="70710" name="Text Box 14"/>
            <p:cNvSpPr txBox="1">
              <a:spLocks noChangeArrowheads="1"/>
            </p:cNvSpPr>
            <p:nvPr/>
          </p:nvSpPr>
          <p:spPr bwMode="auto">
            <a:xfrm>
              <a:off x="1305" y="1355"/>
              <a:ext cx="24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Q(n - 2)  =  Q(n - 3)  + </a:t>
              </a:r>
            </a:p>
          </p:txBody>
        </p:sp>
        <p:sp>
          <p:nvSpPr>
            <p:cNvPr id="70711" name="Line 15"/>
            <p:cNvSpPr>
              <a:spLocks noChangeShapeType="1"/>
            </p:cNvSpPr>
            <p:nvPr/>
          </p:nvSpPr>
          <p:spPr bwMode="auto">
            <a:xfrm>
              <a:off x="3822" y="1477"/>
              <a:ext cx="1266" cy="1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712" name="Text Box 16"/>
            <p:cNvSpPr txBox="1">
              <a:spLocks noChangeArrowheads="1"/>
            </p:cNvSpPr>
            <p:nvPr/>
          </p:nvSpPr>
          <p:spPr bwMode="auto">
            <a:xfrm>
              <a:off x="3921" y="1459"/>
              <a:ext cx="126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(n - 2)(n - 1)</a:t>
              </a:r>
            </a:p>
          </p:txBody>
        </p:sp>
        <p:sp>
          <p:nvSpPr>
            <p:cNvPr id="70713" name="Text Box 17"/>
            <p:cNvSpPr txBox="1">
              <a:spLocks noChangeArrowheads="1"/>
            </p:cNvSpPr>
            <p:nvPr/>
          </p:nvSpPr>
          <p:spPr bwMode="auto">
            <a:xfrm>
              <a:off x="4159" y="1189"/>
              <a:ext cx="86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2(n - 3)</a:t>
              </a:r>
            </a:p>
          </p:txBody>
        </p:sp>
      </p:grpSp>
      <p:sp>
        <p:nvSpPr>
          <p:cNvPr id="45074" name="Text Box 18"/>
          <p:cNvSpPr txBox="1">
            <a:spLocks noChangeArrowheads="1"/>
          </p:cNvSpPr>
          <p:nvPr/>
        </p:nvSpPr>
        <p:spPr bwMode="auto">
          <a:xfrm>
            <a:off x="2508250" y="2057400"/>
            <a:ext cx="1066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………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5" name="Group 19"/>
          <p:cNvGrpSpPr/>
          <p:nvPr/>
        </p:nvGrpSpPr>
        <p:grpSpPr bwMode="auto">
          <a:xfrm>
            <a:off x="209550" y="2362200"/>
            <a:ext cx="6834188" cy="877888"/>
            <a:chOff x="132" y="1629"/>
            <a:chExt cx="4305" cy="553"/>
          </a:xfrm>
        </p:grpSpPr>
        <p:sp>
          <p:nvSpPr>
            <p:cNvPr id="70706" name="Text Box 20"/>
            <p:cNvSpPr txBox="1">
              <a:spLocks noChangeArrowheads="1"/>
            </p:cNvSpPr>
            <p:nvPr/>
          </p:nvSpPr>
          <p:spPr bwMode="auto">
            <a:xfrm>
              <a:off x="132" y="1798"/>
              <a:ext cx="33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                         Q(2)  =  Q(1)  + </a:t>
              </a:r>
            </a:p>
          </p:txBody>
        </p:sp>
        <p:sp>
          <p:nvSpPr>
            <p:cNvPr id="70707" name="Line 21"/>
            <p:cNvSpPr>
              <a:spLocks noChangeShapeType="1"/>
            </p:cNvSpPr>
            <p:nvPr/>
          </p:nvSpPr>
          <p:spPr bwMode="auto">
            <a:xfrm>
              <a:off x="3456" y="1920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708" name="Text Box 22"/>
            <p:cNvSpPr txBox="1">
              <a:spLocks noChangeArrowheads="1"/>
            </p:cNvSpPr>
            <p:nvPr/>
          </p:nvSpPr>
          <p:spPr bwMode="auto">
            <a:xfrm>
              <a:off x="3669" y="1629"/>
              <a:ext cx="76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•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1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709" name="Text Box 23"/>
            <p:cNvSpPr txBox="1">
              <a:spLocks noChangeArrowheads="1"/>
            </p:cNvSpPr>
            <p:nvPr/>
          </p:nvSpPr>
          <p:spPr bwMode="auto">
            <a:xfrm>
              <a:off x="3688" y="1913"/>
              <a:ext cx="5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•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3</a:t>
              </a:r>
            </a:p>
          </p:txBody>
        </p:sp>
      </p:grpSp>
      <p:grpSp>
        <p:nvGrpSpPr>
          <p:cNvPr id="6" name="Group 24"/>
          <p:cNvGrpSpPr/>
          <p:nvPr/>
        </p:nvGrpSpPr>
        <p:grpSpPr bwMode="auto">
          <a:xfrm>
            <a:off x="838200" y="2813050"/>
            <a:ext cx="7620000" cy="463550"/>
            <a:chOff x="528" y="1912"/>
            <a:chExt cx="4800" cy="292"/>
          </a:xfrm>
        </p:grpSpPr>
        <p:sp>
          <p:nvSpPr>
            <p:cNvPr id="70704" name="Line 25"/>
            <p:cNvSpPr>
              <a:spLocks noChangeShapeType="1"/>
            </p:cNvSpPr>
            <p:nvPr/>
          </p:nvSpPr>
          <p:spPr bwMode="auto">
            <a:xfrm>
              <a:off x="528" y="2204"/>
              <a:ext cx="4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705" name="Text Box 26"/>
            <p:cNvSpPr txBox="1">
              <a:spLocks noChangeArrowheads="1"/>
            </p:cNvSpPr>
            <p:nvPr/>
          </p:nvSpPr>
          <p:spPr bwMode="auto">
            <a:xfrm>
              <a:off x="564" y="1912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+)</a:t>
              </a:r>
            </a:p>
          </p:txBody>
        </p:sp>
      </p:grpSp>
      <p:grpSp>
        <p:nvGrpSpPr>
          <p:cNvPr id="7" name="Group 27"/>
          <p:cNvGrpSpPr/>
          <p:nvPr/>
        </p:nvGrpSpPr>
        <p:grpSpPr bwMode="auto">
          <a:xfrm>
            <a:off x="1279525" y="3276600"/>
            <a:ext cx="4776788" cy="1049338"/>
            <a:chOff x="144" y="2489"/>
            <a:chExt cx="3009" cy="661"/>
          </a:xfrm>
        </p:grpSpPr>
        <p:sp>
          <p:nvSpPr>
            <p:cNvPr id="70698" name="Text Box 28"/>
            <p:cNvSpPr txBox="1">
              <a:spLocks noChangeArrowheads="1"/>
            </p:cNvSpPr>
            <p:nvPr/>
          </p:nvSpPr>
          <p:spPr bwMode="auto">
            <a:xfrm>
              <a:off x="144" y="2688"/>
              <a:ext cx="2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Q(n)  -  Q(1)  =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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699" name="Text Box 29"/>
            <p:cNvSpPr txBox="1">
              <a:spLocks noChangeArrowheads="1"/>
            </p:cNvSpPr>
            <p:nvPr/>
          </p:nvSpPr>
          <p:spPr bwMode="auto">
            <a:xfrm>
              <a:off x="1959" y="2489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</a:p>
          </p:txBody>
        </p:sp>
        <p:sp>
          <p:nvSpPr>
            <p:cNvPr id="70700" name="Text Box 30"/>
            <p:cNvSpPr txBox="1">
              <a:spLocks noChangeArrowheads="1"/>
            </p:cNvSpPr>
            <p:nvPr/>
          </p:nvSpPr>
          <p:spPr bwMode="auto">
            <a:xfrm>
              <a:off x="1824" y="2881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k=2</a:t>
              </a:r>
            </a:p>
          </p:txBody>
        </p:sp>
        <p:sp>
          <p:nvSpPr>
            <p:cNvPr id="70701" name="Line 31"/>
            <p:cNvSpPr>
              <a:spLocks noChangeShapeType="1"/>
            </p:cNvSpPr>
            <p:nvPr/>
          </p:nvSpPr>
          <p:spPr bwMode="auto">
            <a:xfrm>
              <a:off x="2208" y="2832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702" name="Text Box 32"/>
            <p:cNvSpPr txBox="1">
              <a:spLocks noChangeArrowheads="1"/>
            </p:cNvSpPr>
            <p:nvPr/>
          </p:nvSpPr>
          <p:spPr bwMode="auto">
            <a:xfrm>
              <a:off x="2337" y="2803"/>
              <a:ext cx="8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k(k + 1)</a:t>
              </a:r>
            </a:p>
          </p:txBody>
        </p:sp>
        <p:sp>
          <p:nvSpPr>
            <p:cNvPr id="70703" name="Text Box 33"/>
            <p:cNvSpPr txBox="1">
              <a:spLocks noChangeArrowheads="1"/>
            </p:cNvSpPr>
            <p:nvPr/>
          </p:nvSpPr>
          <p:spPr bwMode="auto">
            <a:xfrm>
              <a:off x="2352" y="2537"/>
              <a:ext cx="72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2(k - 1)</a:t>
              </a:r>
            </a:p>
          </p:txBody>
        </p:sp>
      </p:grpSp>
      <p:grpSp>
        <p:nvGrpSpPr>
          <p:cNvPr id="8" name="Group 34"/>
          <p:cNvGrpSpPr/>
          <p:nvPr/>
        </p:nvGrpSpPr>
        <p:grpSpPr bwMode="auto">
          <a:xfrm>
            <a:off x="3962400" y="4267200"/>
            <a:ext cx="2819400" cy="1020763"/>
            <a:chOff x="2400" y="2843"/>
            <a:chExt cx="1776" cy="643"/>
          </a:xfrm>
        </p:grpSpPr>
        <p:grpSp>
          <p:nvGrpSpPr>
            <p:cNvPr id="70684" name="Group 35"/>
            <p:cNvGrpSpPr/>
            <p:nvPr/>
          </p:nvGrpSpPr>
          <p:grpSpPr bwMode="auto">
            <a:xfrm>
              <a:off x="2534" y="2843"/>
              <a:ext cx="432" cy="643"/>
              <a:chOff x="1698" y="3316"/>
              <a:chExt cx="432" cy="643"/>
            </a:xfrm>
          </p:grpSpPr>
          <p:sp>
            <p:nvSpPr>
              <p:cNvPr id="70695" name="Text Box 36"/>
              <p:cNvSpPr txBox="1">
                <a:spLocks noChangeArrowheads="1"/>
              </p:cNvSpPr>
              <p:nvPr/>
            </p:nvSpPr>
            <p:spPr bwMode="auto">
              <a:xfrm>
                <a:off x="1776" y="3504"/>
                <a:ext cx="2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</a:t>
                </a:r>
                <a:endPara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696" name="Text Box 37"/>
              <p:cNvSpPr txBox="1">
                <a:spLocks noChangeArrowheads="1"/>
              </p:cNvSpPr>
              <p:nvPr/>
            </p:nvSpPr>
            <p:spPr bwMode="auto">
              <a:xfrm>
                <a:off x="1698" y="3690"/>
                <a:ext cx="43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k=2</a:t>
                </a:r>
              </a:p>
            </p:txBody>
          </p:sp>
          <p:sp>
            <p:nvSpPr>
              <p:cNvPr id="70697" name="Text Box 38"/>
              <p:cNvSpPr txBox="1">
                <a:spLocks noChangeArrowheads="1"/>
              </p:cNvSpPr>
              <p:nvPr/>
            </p:nvSpPr>
            <p:spPr bwMode="auto">
              <a:xfrm>
                <a:off x="1801" y="3316"/>
                <a:ext cx="1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n</a:t>
                </a:r>
              </a:p>
            </p:txBody>
          </p:sp>
        </p:grpSp>
        <p:sp>
          <p:nvSpPr>
            <p:cNvPr id="70685" name="Text Box 39"/>
            <p:cNvSpPr txBox="1">
              <a:spLocks noChangeArrowheads="1"/>
            </p:cNvSpPr>
            <p:nvPr/>
          </p:nvSpPr>
          <p:spPr bwMode="auto">
            <a:xfrm>
              <a:off x="2400" y="3043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=</a:t>
              </a:r>
            </a:p>
          </p:txBody>
        </p:sp>
        <p:sp>
          <p:nvSpPr>
            <p:cNvPr id="70686" name="AutoShape 40"/>
            <p:cNvSpPr/>
            <p:nvPr/>
          </p:nvSpPr>
          <p:spPr bwMode="auto">
            <a:xfrm>
              <a:off x="2976" y="2955"/>
              <a:ext cx="0" cy="427"/>
            </a:xfrm>
            <a:prstGeom prst="leftBracket">
              <a:avLst>
                <a:gd name="adj" fmla="val 66667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687" name="Line 41"/>
            <p:cNvSpPr>
              <a:spLocks noChangeShapeType="1"/>
            </p:cNvSpPr>
            <p:nvPr/>
          </p:nvSpPr>
          <p:spPr bwMode="auto">
            <a:xfrm>
              <a:off x="3072" y="316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688" name="Text Box 42"/>
            <p:cNvSpPr txBox="1">
              <a:spLocks noChangeArrowheads="1"/>
            </p:cNvSpPr>
            <p:nvPr/>
          </p:nvSpPr>
          <p:spPr bwMode="auto">
            <a:xfrm>
              <a:off x="3201" y="3138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k+1</a:t>
              </a:r>
            </a:p>
          </p:txBody>
        </p:sp>
        <p:sp>
          <p:nvSpPr>
            <p:cNvPr id="70689" name="Text Box 43"/>
            <p:cNvSpPr txBox="1">
              <a:spLocks noChangeArrowheads="1"/>
            </p:cNvSpPr>
            <p:nvPr/>
          </p:nvSpPr>
          <p:spPr bwMode="auto">
            <a:xfrm>
              <a:off x="3307" y="2877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4</a:t>
              </a:r>
            </a:p>
          </p:txBody>
        </p:sp>
        <p:sp>
          <p:nvSpPr>
            <p:cNvPr id="70690" name="Text Box 44"/>
            <p:cNvSpPr txBox="1">
              <a:spLocks noChangeArrowheads="1"/>
            </p:cNvSpPr>
            <p:nvPr/>
          </p:nvSpPr>
          <p:spPr bwMode="auto">
            <a:xfrm>
              <a:off x="3744" y="2999"/>
              <a:ext cx="4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-</a:t>
              </a:r>
            </a:p>
          </p:txBody>
        </p:sp>
        <p:sp>
          <p:nvSpPr>
            <p:cNvPr id="70691" name="Line 45"/>
            <p:cNvSpPr>
              <a:spLocks noChangeShapeType="1"/>
            </p:cNvSpPr>
            <p:nvPr/>
          </p:nvSpPr>
          <p:spPr bwMode="auto">
            <a:xfrm>
              <a:off x="3936" y="316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0692" name="Text Box 46"/>
            <p:cNvSpPr txBox="1">
              <a:spLocks noChangeArrowheads="1"/>
            </p:cNvSpPr>
            <p:nvPr/>
          </p:nvSpPr>
          <p:spPr bwMode="auto">
            <a:xfrm>
              <a:off x="3939" y="3166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k </a:t>
              </a:r>
            </a:p>
          </p:txBody>
        </p:sp>
        <p:sp>
          <p:nvSpPr>
            <p:cNvPr id="70693" name="Text Box 47"/>
            <p:cNvSpPr txBox="1">
              <a:spLocks noChangeArrowheads="1"/>
            </p:cNvSpPr>
            <p:nvPr/>
          </p:nvSpPr>
          <p:spPr bwMode="auto">
            <a:xfrm>
              <a:off x="3957" y="2880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70694" name="AutoShape 48"/>
            <p:cNvSpPr/>
            <p:nvPr/>
          </p:nvSpPr>
          <p:spPr bwMode="auto">
            <a:xfrm>
              <a:off x="4176" y="2964"/>
              <a:ext cx="0" cy="427"/>
            </a:xfrm>
            <a:prstGeom prst="rightBracket">
              <a:avLst>
                <a:gd name="adj" fmla="val 7500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10" name="Group 49"/>
          <p:cNvGrpSpPr/>
          <p:nvPr/>
        </p:nvGrpSpPr>
        <p:grpSpPr bwMode="auto">
          <a:xfrm>
            <a:off x="3978275" y="5233988"/>
            <a:ext cx="3719513" cy="1020762"/>
            <a:chOff x="2506" y="3548"/>
            <a:chExt cx="2343" cy="643"/>
          </a:xfrm>
        </p:grpSpPr>
        <p:sp>
          <p:nvSpPr>
            <p:cNvPr id="70667" name="Text Box 50"/>
            <p:cNvSpPr txBox="1">
              <a:spLocks noChangeArrowheads="1"/>
            </p:cNvSpPr>
            <p:nvPr/>
          </p:nvSpPr>
          <p:spPr bwMode="auto">
            <a:xfrm>
              <a:off x="2506" y="3752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=</a:t>
              </a:r>
            </a:p>
          </p:txBody>
        </p:sp>
        <p:grpSp>
          <p:nvGrpSpPr>
            <p:cNvPr id="70668" name="Group 51"/>
            <p:cNvGrpSpPr/>
            <p:nvPr/>
          </p:nvGrpSpPr>
          <p:grpSpPr bwMode="auto">
            <a:xfrm>
              <a:off x="2664" y="3608"/>
              <a:ext cx="1057" cy="530"/>
              <a:chOff x="3082" y="3586"/>
              <a:chExt cx="1057" cy="530"/>
            </a:xfrm>
          </p:grpSpPr>
          <p:sp>
            <p:nvSpPr>
              <p:cNvPr id="70677" name="AutoShape 52"/>
              <p:cNvSpPr/>
              <p:nvPr/>
            </p:nvSpPr>
            <p:spPr bwMode="auto">
              <a:xfrm>
                <a:off x="3082" y="3664"/>
                <a:ext cx="0" cy="427"/>
              </a:xfrm>
              <a:prstGeom prst="leftBracket">
                <a:avLst>
                  <a:gd name="adj" fmla="val 66667"/>
                </a:avLst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678" name="Line 53"/>
              <p:cNvSpPr>
                <a:spLocks noChangeShapeType="1"/>
              </p:cNvSpPr>
              <p:nvPr/>
            </p:nvSpPr>
            <p:spPr bwMode="auto">
              <a:xfrm>
                <a:off x="3178" y="3873"/>
                <a:ext cx="57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679" name="Text Box 54"/>
              <p:cNvSpPr txBox="1">
                <a:spLocks noChangeArrowheads="1"/>
              </p:cNvSpPr>
              <p:nvPr/>
            </p:nvSpPr>
            <p:spPr bwMode="auto">
              <a:xfrm>
                <a:off x="3307" y="3847"/>
                <a:ext cx="43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n+1</a:t>
                </a:r>
              </a:p>
            </p:txBody>
          </p:sp>
          <p:sp>
            <p:nvSpPr>
              <p:cNvPr id="70680" name="Text Box 55"/>
              <p:cNvSpPr txBox="1">
                <a:spLocks noChangeArrowheads="1"/>
              </p:cNvSpPr>
              <p:nvPr/>
            </p:nvSpPr>
            <p:spPr bwMode="auto">
              <a:xfrm>
                <a:off x="3413" y="3586"/>
                <a:ext cx="19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4</a:t>
                </a:r>
              </a:p>
            </p:txBody>
          </p:sp>
          <p:sp>
            <p:nvSpPr>
              <p:cNvPr id="70681" name="Text Box 56"/>
              <p:cNvSpPr txBox="1">
                <a:spLocks noChangeArrowheads="1"/>
              </p:cNvSpPr>
              <p:nvPr/>
            </p:nvSpPr>
            <p:spPr bwMode="auto">
              <a:xfrm>
                <a:off x="3850" y="3708"/>
                <a:ext cx="4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-</a:t>
                </a:r>
              </a:p>
            </p:txBody>
          </p:sp>
          <p:sp>
            <p:nvSpPr>
              <p:cNvPr id="70682" name="AutoShape 57"/>
              <p:cNvSpPr/>
              <p:nvPr/>
            </p:nvSpPr>
            <p:spPr bwMode="auto">
              <a:xfrm>
                <a:off x="4139" y="3673"/>
                <a:ext cx="0" cy="427"/>
              </a:xfrm>
              <a:prstGeom prst="rightBracket">
                <a:avLst>
                  <a:gd name="adj" fmla="val 75000"/>
                </a:avLst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683" name="Text Box 58"/>
              <p:cNvSpPr txBox="1">
                <a:spLocks noChangeArrowheads="1"/>
              </p:cNvSpPr>
              <p:nvPr/>
            </p:nvSpPr>
            <p:spPr bwMode="auto">
              <a:xfrm>
                <a:off x="4017" y="3712"/>
                <a:ext cx="96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1</a:t>
                </a:r>
              </a:p>
            </p:txBody>
          </p:sp>
        </p:grpSp>
        <p:sp>
          <p:nvSpPr>
            <p:cNvPr id="70669" name="Text Box 59"/>
            <p:cNvSpPr txBox="1">
              <a:spLocks noChangeArrowheads="1"/>
            </p:cNvSpPr>
            <p:nvPr/>
          </p:nvSpPr>
          <p:spPr bwMode="auto">
            <a:xfrm>
              <a:off x="3848" y="3744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+  2</a:t>
              </a:r>
            </a:p>
          </p:txBody>
        </p:sp>
        <p:grpSp>
          <p:nvGrpSpPr>
            <p:cNvPr id="70670" name="Group 60"/>
            <p:cNvGrpSpPr/>
            <p:nvPr/>
          </p:nvGrpSpPr>
          <p:grpSpPr bwMode="auto">
            <a:xfrm>
              <a:off x="4201" y="3548"/>
              <a:ext cx="648" cy="643"/>
              <a:chOff x="4201" y="3548"/>
              <a:chExt cx="648" cy="643"/>
            </a:xfrm>
          </p:grpSpPr>
          <p:sp>
            <p:nvSpPr>
              <p:cNvPr id="70671" name="Text Box 61"/>
              <p:cNvSpPr txBox="1">
                <a:spLocks noChangeArrowheads="1"/>
              </p:cNvSpPr>
              <p:nvPr/>
            </p:nvSpPr>
            <p:spPr bwMode="auto">
              <a:xfrm>
                <a:off x="4279" y="3736"/>
                <a:ext cx="2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</a:t>
                </a:r>
                <a:endPara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672" name="Text Box 62"/>
              <p:cNvSpPr txBox="1">
                <a:spLocks noChangeArrowheads="1"/>
              </p:cNvSpPr>
              <p:nvPr/>
            </p:nvSpPr>
            <p:spPr bwMode="auto">
              <a:xfrm>
                <a:off x="4201" y="3922"/>
                <a:ext cx="43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k=3</a:t>
                </a:r>
              </a:p>
            </p:txBody>
          </p:sp>
          <p:sp>
            <p:nvSpPr>
              <p:cNvPr id="70673" name="Text Box 63"/>
              <p:cNvSpPr txBox="1">
                <a:spLocks noChangeArrowheads="1"/>
              </p:cNvSpPr>
              <p:nvPr/>
            </p:nvSpPr>
            <p:spPr bwMode="auto">
              <a:xfrm>
                <a:off x="4304" y="3548"/>
                <a:ext cx="1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n</a:t>
                </a:r>
              </a:p>
            </p:txBody>
          </p:sp>
          <p:sp>
            <p:nvSpPr>
              <p:cNvPr id="70674" name="Line 64"/>
              <p:cNvSpPr>
                <a:spLocks noChangeShapeType="1"/>
              </p:cNvSpPr>
              <p:nvPr/>
            </p:nvSpPr>
            <p:spPr bwMode="auto">
              <a:xfrm>
                <a:off x="4560" y="388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0675" name="Text Box 65"/>
              <p:cNvSpPr txBox="1">
                <a:spLocks noChangeArrowheads="1"/>
              </p:cNvSpPr>
              <p:nvPr/>
            </p:nvSpPr>
            <p:spPr bwMode="auto">
              <a:xfrm>
                <a:off x="4657" y="3871"/>
                <a:ext cx="19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k</a:t>
                </a:r>
              </a:p>
            </p:txBody>
          </p:sp>
          <p:sp>
            <p:nvSpPr>
              <p:cNvPr id="70676" name="Text Box 66"/>
              <p:cNvSpPr txBox="1">
                <a:spLocks noChangeArrowheads="1"/>
              </p:cNvSpPr>
              <p:nvPr/>
            </p:nvSpPr>
            <p:spPr bwMode="auto">
              <a:xfrm>
                <a:off x="4637" y="3606"/>
                <a:ext cx="1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1</a:t>
                </a:r>
              </a:p>
            </p:txBody>
          </p:sp>
        </p:grpSp>
      </p:grpSp>
      <p:sp>
        <p:nvSpPr>
          <p:cNvPr id="70666" name="Rectangle 6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85800"/>
            <a:ext cx="15240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zh-CN" sz="2800" b="1">
                <a:solidFill>
                  <a:schemeClr val="tx1"/>
                </a:solidFill>
              </a:rPr>
              <a:t>递推：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74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93675" y="685800"/>
            <a:ext cx="4073525" cy="1054100"/>
            <a:chOff x="0" y="44"/>
            <a:chExt cx="2566" cy="664"/>
          </a:xfrm>
        </p:grpSpPr>
        <p:grpSp>
          <p:nvGrpSpPr>
            <p:cNvPr id="71691" name="Group 3"/>
            <p:cNvGrpSpPr/>
            <p:nvPr/>
          </p:nvGrpSpPr>
          <p:grpSpPr bwMode="auto">
            <a:xfrm>
              <a:off x="0" y="44"/>
              <a:ext cx="1368" cy="643"/>
              <a:chOff x="0" y="0"/>
              <a:chExt cx="1368" cy="643"/>
            </a:xfrm>
          </p:grpSpPr>
          <p:sp>
            <p:nvSpPr>
              <p:cNvPr id="71701" name="Text Box 4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62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  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因为：</a:t>
                </a:r>
              </a:p>
            </p:txBody>
          </p:sp>
          <p:grpSp>
            <p:nvGrpSpPr>
              <p:cNvPr id="71702" name="Group 5"/>
              <p:cNvGrpSpPr/>
              <p:nvPr/>
            </p:nvGrpSpPr>
            <p:grpSpPr bwMode="auto">
              <a:xfrm>
                <a:off x="720" y="0"/>
                <a:ext cx="648" cy="643"/>
                <a:chOff x="4201" y="3548"/>
                <a:chExt cx="648" cy="643"/>
              </a:xfrm>
            </p:grpSpPr>
            <p:sp>
              <p:nvSpPr>
                <p:cNvPr id="71703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4279" y="3736"/>
                  <a:ext cx="288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Palatino Linotype" panose="02040502050505030304" pitchFamily="18" charset="0"/>
                      <a:ea typeface="华文中宋" panose="02010600040101010101" pitchFamily="2" charset="-122"/>
                      <a:sym typeface="Symbol" panose="05050102010706020507" pitchFamily="18" charset="2"/>
                    </a:rPr>
                    <a:t></a:t>
                  </a:r>
                  <a:endPara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71704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4201" y="3922"/>
                  <a:ext cx="432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Palatino Linotype" panose="02040502050505030304" pitchFamily="18" charset="0"/>
                      <a:ea typeface="华文中宋" panose="02010600040101010101" pitchFamily="2" charset="-122"/>
                    </a:rPr>
                    <a:t>k=3</a:t>
                  </a:r>
                </a:p>
              </p:txBody>
            </p:sp>
            <p:sp>
              <p:nvSpPr>
                <p:cNvPr id="71705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304" y="3548"/>
                  <a:ext cx="14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Palatino Linotype" panose="02040502050505030304" pitchFamily="18" charset="0"/>
                      <a:ea typeface="华文中宋" panose="02010600040101010101" pitchFamily="2" charset="-122"/>
                    </a:rPr>
                    <a:t>n</a:t>
                  </a:r>
                </a:p>
              </p:txBody>
            </p:sp>
            <p:sp>
              <p:nvSpPr>
                <p:cNvPr id="71706" name="Line 9"/>
                <p:cNvSpPr>
                  <a:spLocks noChangeShapeType="1"/>
                </p:cNvSpPr>
                <p:nvPr/>
              </p:nvSpPr>
              <p:spPr bwMode="auto">
                <a:xfrm>
                  <a:off x="4560" y="3888"/>
                  <a:ext cx="28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0" tIns="0" rIns="0" bIns="0" anchor="ctr">
                  <a:spAutoFit/>
                </a:bodyPr>
                <a:lstStyle/>
                <a:p>
                  <a:endParaRPr lang="zh-CN" altLang="en-US" dirty="0">
                    <a:latin typeface="Palatino Linotype" panose="02040502050505030304" pitchFamily="18" charset="0"/>
                    <a:ea typeface="华文中宋" panose="02010600040101010101" pitchFamily="2" charset="-122"/>
                  </a:endParaRPr>
                </a:p>
              </p:txBody>
            </p:sp>
            <p:sp>
              <p:nvSpPr>
                <p:cNvPr id="7170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657" y="3871"/>
                  <a:ext cx="192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Palatino Linotype" panose="02040502050505030304" pitchFamily="18" charset="0"/>
                      <a:ea typeface="华文中宋" panose="02010600040101010101" pitchFamily="2" charset="-122"/>
                    </a:rPr>
                    <a:t>k</a:t>
                  </a:r>
                </a:p>
              </p:txBody>
            </p:sp>
            <p:sp>
              <p:nvSpPr>
                <p:cNvPr id="71708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637" y="3606"/>
                  <a:ext cx="14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4400">
                      <a:solidFill>
                        <a:schemeClr val="tx2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chemeClr val="tx1"/>
                      </a:solidFill>
                      <a:latin typeface="Palatino Linotype" panose="02040502050505030304" pitchFamily="18" charset="0"/>
                      <a:ea typeface="华文中宋" panose="02010600040101010101" pitchFamily="2" charset="-122"/>
                    </a:rPr>
                    <a:t>1</a:t>
                  </a:r>
                </a:p>
              </p:txBody>
            </p:sp>
          </p:grpSp>
        </p:grpSp>
        <p:sp>
          <p:nvSpPr>
            <p:cNvPr id="71692" name="Text Box 12"/>
            <p:cNvSpPr txBox="1">
              <a:spLocks noChangeArrowheads="1"/>
            </p:cNvSpPr>
            <p:nvPr/>
          </p:nvSpPr>
          <p:spPr bwMode="auto">
            <a:xfrm>
              <a:off x="1462" y="244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 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grpSp>
          <p:nvGrpSpPr>
            <p:cNvPr id="71693" name="Group 13"/>
            <p:cNvGrpSpPr/>
            <p:nvPr/>
          </p:nvGrpSpPr>
          <p:grpSpPr bwMode="auto">
            <a:xfrm>
              <a:off x="1728" y="88"/>
              <a:ext cx="838" cy="620"/>
              <a:chOff x="1728" y="-33"/>
              <a:chExt cx="838" cy="620"/>
            </a:xfrm>
          </p:grpSpPr>
          <p:sp>
            <p:nvSpPr>
              <p:cNvPr id="71694" name="Text Box 14"/>
              <p:cNvSpPr txBox="1">
                <a:spLocks noChangeArrowheads="1"/>
              </p:cNvSpPr>
              <p:nvPr/>
            </p:nvSpPr>
            <p:spPr bwMode="auto">
              <a:xfrm>
                <a:off x="1728" y="144"/>
                <a:ext cx="192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</a:t>
                </a:r>
                <a:endPara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1695" name="Text Box 15"/>
              <p:cNvSpPr txBox="1">
                <a:spLocks noChangeArrowheads="1"/>
              </p:cNvSpPr>
              <p:nvPr/>
            </p:nvSpPr>
            <p:spPr bwMode="auto">
              <a:xfrm>
                <a:off x="1776" y="318"/>
                <a:ext cx="1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3</a:t>
                </a:r>
              </a:p>
            </p:txBody>
          </p:sp>
          <p:sp>
            <p:nvSpPr>
              <p:cNvPr id="71696" name="Text Box 16"/>
              <p:cNvSpPr txBox="1">
                <a:spLocks noChangeArrowheads="1"/>
              </p:cNvSpPr>
              <p:nvPr/>
            </p:nvSpPr>
            <p:spPr bwMode="auto">
              <a:xfrm>
                <a:off x="1828" y="-33"/>
                <a:ext cx="1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n</a:t>
                </a:r>
              </a:p>
            </p:txBody>
          </p:sp>
          <p:sp>
            <p:nvSpPr>
              <p:cNvPr id="71697" name="Line 17"/>
              <p:cNvSpPr>
                <a:spLocks noChangeShapeType="1"/>
              </p:cNvSpPr>
              <p:nvPr/>
            </p:nvSpPr>
            <p:spPr bwMode="auto">
              <a:xfrm>
                <a:off x="2016" y="288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tIns="0" rIns="0" bIns="0" anchor="ctr">
                <a:spAutoFit/>
              </a:bodyPr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71698" name="Text Box 18"/>
              <p:cNvSpPr txBox="1">
                <a:spLocks noChangeArrowheads="1"/>
              </p:cNvSpPr>
              <p:nvPr/>
            </p:nvSpPr>
            <p:spPr bwMode="auto">
              <a:xfrm>
                <a:off x="2064" y="0"/>
                <a:ext cx="14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1</a:t>
                </a:r>
              </a:p>
            </p:txBody>
          </p:sp>
          <p:sp>
            <p:nvSpPr>
              <p:cNvPr id="71699" name="Text Box 19"/>
              <p:cNvSpPr txBox="1">
                <a:spLocks noChangeArrowheads="1"/>
              </p:cNvSpPr>
              <p:nvPr/>
            </p:nvSpPr>
            <p:spPr bwMode="auto">
              <a:xfrm>
                <a:off x="2056" y="245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x</a:t>
                </a:r>
              </a:p>
            </p:txBody>
          </p:sp>
          <p:sp>
            <p:nvSpPr>
              <p:cNvPr id="71700" name="Text Box 20"/>
              <p:cNvSpPr txBox="1">
                <a:spLocks noChangeArrowheads="1"/>
              </p:cNvSpPr>
              <p:nvPr/>
            </p:nvSpPr>
            <p:spPr bwMode="auto">
              <a:xfrm>
                <a:off x="2278" y="111"/>
                <a:ext cx="2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tx1"/>
                    </a:solidFill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dx</a:t>
                </a:r>
              </a:p>
            </p:txBody>
          </p:sp>
        </p:grpSp>
      </p:grpSp>
      <p:sp>
        <p:nvSpPr>
          <p:cNvPr id="46101" name="Text Box 21"/>
          <p:cNvSpPr txBox="1">
            <a:spLocks noChangeArrowheads="1"/>
          </p:cNvSpPr>
          <p:nvPr/>
        </p:nvSpPr>
        <p:spPr bwMode="auto">
          <a:xfrm>
            <a:off x="4419600" y="1020763"/>
            <a:ext cx="2514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=  ln n  -  ln 3</a:t>
            </a:r>
          </a:p>
        </p:txBody>
      </p:sp>
      <p:grpSp>
        <p:nvGrpSpPr>
          <p:cNvPr id="6" name="Group 22"/>
          <p:cNvGrpSpPr/>
          <p:nvPr/>
        </p:nvGrpSpPr>
        <p:grpSpPr bwMode="auto">
          <a:xfrm>
            <a:off x="0" y="1870075"/>
            <a:ext cx="9144000" cy="796925"/>
            <a:chOff x="0" y="687"/>
            <a:chExt cx="5760" cy="502"/>
          </a:xfrm>
        </p:grpSpPr>
        <p:sp>
          <p:nvSpPr>
            <p:cNvPr id="71687" name="Text Box 23"/>
            <p:cNvSpPr txBox="1">
              <a:spLocks noChangeArrowheads="1"/>
            </p:cNvSpPr>
            <p:nvPr/>
          </p:nvSpPr>
          <p:spPr bwMode="auto">
            <a:xfrm>
              <a:off x="0" y="816"/>
              <a:ext cx="57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由：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Q(n)  =        T(n),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及：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T(1)  =  b,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知：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Q(1)  =  1/2b</a:t>
              </a:r>
            </a:p>
          </p:txBody>
        </p:sp>
        <p:sp>
          <p:nvSpPr>
            <p:cNvPr id="71688" name="Line 24"/>
            <p:cNvSpPr>
              <a:spLocks noChangeShapeType="1"/>
            </p:cNvSpPr>
            <p:nvPr/>
          </p:nvSpPr>
          <p:spPr bwMode="auto">
            <a:xfrm>
              <a:off x="1440" y="960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71689" name="Text Box 25"/>
            <p:cNvSpPr txBox="1">
              <a:spLocks noChangeArrowheads="1"/>
            </p:cNvSpPr>
            <p:nvPr/>
          </p:nvSpPr>
          <p:spPr bwMode="auto">
            <a:xfrm>
              <a:off x="1433" y="920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n+1</a:t>
              </a:r>
            </a:p>
          </p:txBody>
        </p:sp>
        <p:sp>
          <p:nvSpPr>
            <p:cNvPr id="71690" name="Text Box 26"/>
            <p:cNvSpPr txBox="1">
              <a:spLocks noChangeArrowheads="1"/>
            </p:cNvSpPr>
            <p:nvPr/>
          </p:nvSpPr>
          <p:spPr bwMode="auto">
            <a:xfrm>
              <a:off x="1565" y="687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</p:grpSp>
      <p:sp>
        <p:nvSpPr>
          <p:cNvPr id="46107" name="Text Box 27"/>
          <p:cNvSpPr txBox="1">
            <a:spLocks noChangeArrowheads="1"/>
          </p:cNvSpPr>
          <p:nvPr/>
        </p:nvSpPr>
        <p:spPr bwMode="auto">
          <a:xfrm>
            <a:off x="0" y="2970213"/>
            <a:ext cx="91440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T(n)  =  (n + 1) Q(n)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2(n + 1) ln n  + (b/2 - 1 - 2ln 3)(n +1)  + 4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46108" name="Text Box 28"/>
          <p:cNvSpPr txBox="1">
            <a:spLocks noChangeArrowheads="1"/>
          </p:cNvSpPr>
          <p:nvPr/>
        </p:nvSpPr>
        <p:spPr bwMode="auto">
          <a:xfrm>
            <a:off x="0" y="41449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=  O(n ln 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01" grpId="0" autoUpdateAnimBg="0"/>
      <p:bldP spid="46107" grpId="0" autoUpdateAnimBg="0"/>
      <p:bldP spid="46108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685800"/>
          </a:xfrm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快速排序</a:t>
            </a:r>
            <a:r>
              <a:rPr lang="zh-CN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</a:rPr>
              <a:t>小结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143000"/>
            <a:ext cx="7772400" cy="2057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&amp;"/>
            </a:pPr>
            <a:r>
              <a:rPr kumimoji="0" lang="zh-CN" altLang="en-US" sz="2400" b="1" dirty="0"/>
              <a:t>最坏时间复杂度：</a:t>
            </a:r>
            <a:r>
              <a:rPr kumimoji="0" lang="en-US" altLang="zh-CN" sz="2400" b="1" dirty="0"/>
              <a:t>O(n</a:t>
            </a:r>
            <a:r>
              <a:rPr kumimoji="0" lang="en-US" altLang="zh-CN" sz="2400" b="1" baseline="30000" dirty="0"/>
              <a:t>2</a:t>
            </a:r>
            <a:r>
              <a:rPr kumimoji="0" lang="en-US" altLang="zh-CN" sz="2400" b="1" dirty="0"/>
              <a:t>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&amp;"/>
            </a:pPr>
            <a:r>
              <a:rPr kumimoji="0" lang="zh-CN" altLang="en-US" sz="2400" b="1" dirty="0"/>
              <a:t>最好时间复杂度：</a:t>
            </a:r>
            <a:r>
              <a:rPr lang="en-US" altLang="zh-CN" sz="2400" b="1" dirty="0">
                <a:solidFill>
                  <a:schemeClr val="tx2"/>
                </a:solidFill>
              </a:rPr>
              <a:t>O(n log n)</a:t>
            </a:r>
            <a:endParaRPr kumimoji="0" lang="en-US" altLang="zh-CN" sz="2400" b="1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&amp;"/>
            </a:pPr>
            <a:r>
              <a:rPr kumimoji="0" lang="zh-CN" altLang="en-US" sz="2400" b="1" dirty="0"/>
              <a:t>平均时间复杂度：</a:t>
            </a:r>
            <a:r>
              <a:rPr kumimoji="0" lang="en-US" altLang="zh-CN" sz="2400" b="1" dirty="0"/>
              <a:t>O(</a:t>
            </a:r>
            <a:r>
              <a:rPr kumimoji="0" lang="en-US" altLang="zh-CN" sz="2400" b="1" dirty="0" err="1"/>
              <a:t>nlogn</a:t>
            </a:r>
            <a:r>
              <a:rPr kumimoji="0" lang="en-US" altLang="zh-CN" sz="2400" b="1" dirty="0"/>
              <a:t>)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&amp;"/>
            </a:pPr>
            <a:r>
              <a:rPr kumimoji="0" lang="zh-CN" altLang="en-US" sz="2400" b="1" dirty="0"/>
              <a:t>辅助空间：</a:t>
            </a:r>
            <a:r>
              <a:rPr kumimoji="0" lang="en-US" altLang="zh-CN" sz="2400" b="1" dirty="0"/>
              <a:t>O(n)</a:t>
            </a:r>
            <a:r>
              <a:rPr kumimoji="0" lang="zh-CN" altLang="en-US" sz="2400" b="1" dirty="0"/>
              <a:t>或</a:t>
            </a:r>
            <a:r>
              <a:rPr kumimoji="0" lang="en-US" altLang="zh-CN" sz="2400" b="1" dirty="0"/>
              <a:t>O(</a:t>
            </a:r>
            <a:r>
              <a:rPr kumimoji="0" lang="en-US" altLang="zh-CN" sz="2400" b="1" dirty="0" err="1"/>
              <a:t>logn</a:t>
            </a:r>
            <a:r>
              <a:rPr kumimoji="0" lang="en-US" altLang="zh-CN" sz="2400" b="1" dirty="0"/>
              <a:t>)</a:t>
            </a:r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533400" y="3429000"/>
            <a:ext cx="8229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一个可以采纳的算法：随机选择策略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快速排序算法的性能取决于划分的对称性。</a:t>
            </a:r>
          </a:p>
          <a:p>
            <a:pPr algn="just"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在快速排序算法的每一步中，当数组还没有被划分时，可以在</a:t>
            </a:r>
            <a:r>
              <a:rPr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a[</a:t>
            </a:r>
            <a:r>
              <a:rPr lang="en-US" altLang="zh-CN" sz="24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p:r</a:t>
            </a:r>
            <a:r>
              <a:rPr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中随机选出一个元素作为划分基准，可使划分基准的选择是随机的，从而可以期望划分是较对称的。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1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1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1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5" grpId="0" build="p" autoUpdateAnimBg="0"/>
      <p:bldP spid="141316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6" name="Text Box 82"/>
          <p:cNvSpPr txBox="1">
            <a:spLocks noChangeArrowheads="1"/>
          </p:cNvSpPr>
          <p:nvPr/>
        </p:nvSpPr>
        <p:spPr bwMode="auto">
          <a:xfrm>
            <a:off x="87313" y="3044478"/>
            <a:ext cx="3581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分别找出最大元的位置</a:t>
            </a:r>
          </a:p>
        </p:txBody>
      </p:sp>
      <p:sp>
        <p:nvSpPr>
          <p:cNvPr id="11347" name="Text Box 83"/>
          <p:cNvSpPr txBox="1">
            <a:spLocks noChangeArrowheads="1"/>
          </p:cNvSpPr>
          <p:nvPr/>
        </p:nvSpPr>
        <p:spPr bwMode="auto">
          <a:xfrm>
            <a:off x="52388" y="4111278"/>
            <a:ext cx="3657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确定最大元的最后位置</a:t>
            </a:r>
          </a:p>
        </p:txBody>
      </p:sp>
      <p:sp>
        <p:nvSpPr>
          <p:cNvPr id="73748" name="Rectangle 8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04800" y="457200"/>
            <a:ext cx="69342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练习</a:t>
            </a:r>
            <a:r>
              <a:rPr lang="en-US" altLang="zh-CN" sz="36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36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：在无序数组中找最大元</a:t>
            </a:r>
          </a:p>
        </p:txBody>
      </p:sp>
      <p:grpSp>
        <p:nvGrpSpPr>
          <p:cNvPr id="46" name="Group 40">
            <a:extLst>
              <a:ext uri="{FF2B5EF4-FFF2-40B4-BE49-F238E27FC236}">
                <a16:creationId xmlns:a16="http://schemas.microsoft.com/office/drawing/2014/main" id="{865E6230-B26E-4DD2-83B3-AE97E6991E17}"/>
              </a:ext>
            </a:extLst>
          </p:cNvPr>
          <p:cNvGrpSpPr>
            <a:grpSpLocks/>
          </p:cNvGrpSpPr>
          <p:nvPr/>
        </p:nvGrpSpPr>
        <p:grpSpPr bwMode="auto">
          <a:xfrm>
            <a:off x="3707904" y="1988840"/>
            <a:ext cx="5181600" cy="768350"/>
            <a:chOff x="2208" y="2300"/>
            <a:chExt cx="3264" cy="484"/>
          </a:xfrm>
        </p:grpSpPr>
        <p:sp>
          <p:nvSpPr>
            <p:cNvPr id="47" name="Rectangle 41">
              <a:extLst>
                <a:ext uri="{FF2B5EF4-FFF2-40B4-BE49-F238E27FC236}">
                  <a16:creationId xmlns:a16="http://schemas.microsoft.com/office/drawing/2014/main" id="{30BA43C8-7402-451B-8F09-ABA085BDA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592"/>
              <a:ext cx="3264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8" name="Line 42">
              <a:extLst>
                <a:ext uri="{FF2B5EF4-FFF2-40B4-BE49-F238E27FC236}">
                  <a16:creationId xmlns:a16="http://schemas.microsoft.com/office/drawing/2014/main" id="{7C89E414-DB45-495E-9F9E-AFF5AFB2E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59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43">
              <a:extLst>
                <a:ext uri="{FF2B5EF4-FFF2-40B4-BE49-F238E27FC236}">
                  <a16:creationId xmlns:a16="http://schemas.microsoft.com/office/drawing/2014/main" id="{DE5FE2D0-6849-474E-9B07-2770FE532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59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44">
              <a:extLst>
                <a:ext uri="{FF2B5EF4-FFF2-40B4-BE49-F238E27FC236}">
                  <a16:creationId xmlns:a16="http://schemas.microsoft.com/office/drawing/2014/main" id="{6CA9F20B-2989-40CF-89BE-CFD5B1F085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59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45">
              <a:extLst>
                <a:ext uri="{FF2B5EF4-FFF2-40B4-BE49-F238E27FC236}">
                  <a16:creationId xmlns:a16="http://schemas.microsoft.com/office/drawing/2014/main" id="{95916CCA-1F4F-4730-BC08-34E90F179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59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46">
              <a:extLst>
                <a:ext uri="{FF2B5EF4-FFF2-40B4-BE49-F238E27FC236}">
                  <a16:creationId xmlns:a16="http://schemas.microsoft.com/office/drawing/2014/main" id="{5CED54EF-0074-4772-87BB-95CE7AA41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59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47">
              <a:extLst>
                <a:ext uri="{FF2B5EF4-FFF2-40B4-BE49-F238E27FC236}">
                  <a16:creationId xmlns:a16="http://schemas.microsoft.com/office/drawing/2014/main" id="{DF4A1BAD-44A6-419A-894F-383603FC1E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91" y="259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Text Box 48">
              <a:extLst>
                <a:ext uri="{FF2B5EF4-FFF2-40B4-BE49-F238E27FC236}">
                  <a16:creationId xmlns:a16="http://schemas.microsoft.com/office/drawing/2014/main" id="{8614A2B8-E48B-484E-A163-C0F9F21F4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2" y="2300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55" name="Text Box 49">
              <a:extLst>
                <a:ext uri="{FF2B5EF4-FFF2-40B4-BE49-F238E27FC236}">
                  <a16:creationId xmlns:a16="http://schemas.microsoft.com/office/drawing/2014/main" id="{D8903601-4DAA-45E9-8325-D265DD579E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4" y="2314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56" name="Text Box 50">
              <a:extLst>
                <a:ext uri="{FF2B5EF4-FFF2-40B4-BE49-F238E27FC236}">
                  <a16:creationId xmlns:a16="http://schemas.microsoft.com/office/drawing/2014/main" id="{4AADA0C9-3D3C-43FB-811D-4FD6CAF18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2" y="2311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h</a:t>
              </a:r>
            </a:p>
          </p:txBody>
        </p:sp>
      </p:grpSp>
      <p:sp>
        <p:nvSpPr>
          <p:cNvPr id="57" name="Line 51">
            <a:extLst>
              <a:ext uri="{FF2B5EF4-FFF2-40B4-BE49-F238E27FC236}">
                <a16:creationId xmlns:a16="http://schemas.microsoft.com/office/drawing/2014/main" id="{42F202F5-ECFA-46C1-9080-8C15385D0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8704" y="275719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58" name="Line 52">
            <a:extLst>
              <a:ext uri="{FF2B5EF4-FFF2-40B4-BE49-F238E27FC236}">
                <a16:creationId xmlns:a16="http://schemas.microsoft.com/office/drawing/2014/main" id="{37A3FECF-5665-4F70-A9CC-5CC71447A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704" y="275084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59" name="Group 53">
            <a:extLst>
              <a:ext uri="{FF2B5EF4-FFF2-40B4-BE49-F238E27FC236}">
                <a16:creationId xmlns:a16="http://schemas.microsoft.com/office/drawing/2014/main" id="{FD7A3B14-D0C2-45A9-9F7E-EAF3CD65EA2F}"/>
              </a:ext>
            </a:extLst>
          </p:cNvPr>
          <p:cNvGrpSpPr>
            <a:grpSpLocks/>
          </p:cNvGrpSpPr>
          <p:nvPr/>
        </p:nvGrpSpPr>
        <p:grpSpPr bwMode="auto">
          <a:xfrm>
            <a:off x="3707904" y="3595390"/>
            <a:ext cx="2597150" cy="304800"/>
            <a:chOff x="2208" y="3312"/>
            <a:chExt cx="1636" cy="192"/>
          </a:xfrm>
        </p:grpSpPr>
        <p:sp>
          <p:nvSpPr>
            <p:cNvPr id="60" name="Rectangle 54" descr="棕色大理石">
              <a:extLst>
                <a:ext uri="{FF2B5EF4-FFF2-40B4-BE49-F238E27FC236}">
                  <a16:creationId xmlns:a16="http://schemas.microsoft.com/office/drawing/2014/main" id="{3DA07B18-591F-49EC-9CB7-BBF81C311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312"/>
              <a:ext cx="1444" cy="192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" name="Line 55">
              <a:extLst>
                <a:ext uri="{FF2B5EF4-FFF2-40B4-BE49-F238E27FC236}">
                  <a16:creationId xmlns:a16="http://schemas.microsoft.com/office/drawing/2014/main" id="{5ED351A2-BB66-4363-B405-797198EEF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7" y="331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56">
              <a:extLst>
                <a:ext uri="{FF2B5EF4-FFF2-40B4-BE49-F238E27FC236}">
                  <a16:creationId xmlns:a16="http://schemas.microsoft.com/office/drawing/2014/main" id="{2B056CBA-C09B-4F2F-960F-438CA956E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331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Rectangle 57">
              <a:extLst>
                <a:ext uri="{FF2B5EF4-FFF2-40B4-BE49-F238E27FC236}">
                  <a16:creationId xmlns:a16="http://schemas.microsoft.com/office/drawing/2014/main" id="{0E81C148-2AA8-46D1-AAB2-BEFF66AC3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312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64" name="Line 58">
            <a:extLst>
              <a:ext uri="{FF2B5EF4-FFF2-40B4-BE49-F238E27FC236}">
                <a16:creationId xmlns:a16="http://schemas.microsoft.com/office/drawing/2014/main" id="{894A8B3D-9746-4BA4-BEBD-07A52BDD0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4704" y="2757190"/>
            <a:ext cx="0" cy="838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65" name="Group 59">
            <a:extLst>
              <a:ext uri="{FF2B5EF4-FFF2-40B4-BE49-F238E27FC236}">
                <a16:creationId xmlns:a16="http://schemas.microsoft.com/office/drawing/2014/main" id="{D208184F-210D-45FE-AE95-62B0464DC5BC}"/>
              </a:ext>
            </a:extLst>
          </p:cNvPr>
          <p:cNvGrpSpPr>
            <a:grpSpLocks/>
          </p:cNvGrpSpPr>
          <p:nvPr/>
        </p:nvGrpSpPr>
        <p:grpSpPr bwMode="auto">
          <a:xfrm>
            <a:off x="6298704" y="3595390"/>
            <a:ext cx="2590800" cy="304800"/>
            <a:chOff x="3840" y="3312"/>
            <a:chExt cx="1632" cy="192"/>
          </a:xfrm>
        </p:grpSpPr>
        <p:sp>
          <p:nvSpPr>
            <p:cNvPr id="66" name="Rectangle 60" descr="绿色大理石">
              <a:extLst>
                <a:ext uri="{FF2B5EF4-FFF2-40B4-BE49-F238E27FC236}">
                  <a16:creationId xmlns:a16="http://schemas.microsoft.com/office/drawing/2014/main" id="{51CF6B45-4ECC-49F5-9105-C6DFB2395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312"/>
              <a:ext cx="1440" cy="192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7" name="Line 61" descr="绿色大理石">
              <a:extLst>
                <a:ext uri="{FF2B5EF4-FFF2-40B4-BE49-F238E27FC236}">
                  <a16:creationId xmlns:a16="http://schemas.microsoft.com/office/drawing/2014/main" id="{46A6259C-D5A0-4683-A40C-851CCB40C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0" y="331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62" descr="绿色大理石">
              <a:extLst>
                <a:ext uri="{FF2B5EF4-FFF2-40B4-BE49-F238E27FC236}">
                  <a16:creationId xmlns:a16="http://schemas.microsoft.com/office/drawing/2014/main" id="{A104A83C-42D8-43A2-B13C-6ADCF8E63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312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Rectangle 63">
              <a:extLst>
                <a:ext uri="{FF2B5EF4-FFF2-40B4-BE49-F238E27FC236}">
                  <a16:creationId xmlns:a16="http://schemas.microsoft.com/office/drawing/2014/main" id="{C3987A13-574E-44A2-807F-F207238B0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3312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70" name="Text Box 64">
            <a:extLst>
              <a:ext uri="{FF2B5EF4-FFF2-40B4-BE49-F238E27FC236}">
                <a16:creationId xmlns:a16="http://schemas.microsoft.com/office/drawing/2014/main" id="{D8F9F274-626D-4E3E-A425-C6AF15721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6104" y="3179465"/>
            <a:ext cx="9144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max1</a:t>
            </a:r>
          </a:p>
        </p:txBody>
      </p:sp>
      <p:sp>
        <p:nvSpPr>
          <p:cNvPr id="71" name="Text Box 65">
            <a:extLst>
              <a:ext uri="{FF2B5EF4-FFF2-40B4-BE49-F238E27FC236}">
                <a16:creationId xmlns:a16="http://schemas.microsoft.com/office/drawing/2014/main" id="{6EC8D80D-2066-4E0D-8286-85B8C695C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5904" y="3173115"/>
            <a:ext cx="838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max2</a:t>
            </a:r>
          </a:p>
        </p:txBody>
      </p:sp>
      <p:grpSp>
        <p:nvGrpSpPr>
          <p:cNvPr id="72" name="Group 66">
            <a:extLst>
              <a:ext uri="{FF2B5EF4-FFF2-40B4-BE49-F238E27FC236}">
                <a16:creationId xmlns:a16="http://schemas.microsoft.com/office/drawing/2014/main" id="{690B3113-5105-4491-A63B-1FD923333E68}"/>
              </a:ext>
            </a:extLst>
          </p:cNvPr>
          <p:cNvGrpSpPr>
            <a:grpSpLocks/>
          </p:cNvGrpSpPr>
          <p:nvPr/>
        </p:nvGrpSpPr>
        <p:grpSpPr bwMode="auto">
          <a:xfrm>
            <a:off x="3707904" y="4662190"/>
            <a:ext cx="5181600" cy="304800"/>
            <a:chOff x="2208" y="3984"/>
            <a:chExt cx="3264" cy="192"/>
          </a:xfrm>
        </p:grpSpPr>
        <p:sp>
          <p:nvSpPr>
            <p:cNvPr id="73" name="Rectangle 67" descr="紫色网格">
              <a:extLst>
                <a:ext uri="{FF2B5EF4-FFF2-40B4-BE49-F238E27FC236}">
                  <a16:creationId xmlns:a16="http://schemas.microsoft.com/office/drawing/2014/main" id="{92560DA2-9398-4FE1-8A1B-C7AF740BD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3984"/>
              <a:ext cx="2880" cy="192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" name="Line 68">
              <a:extLst>
                <a:ext uri="{FF2B5EF4-FFF2-40B4-BE49-F238E27FC236}">
                  <a16:creationId xmlns:a16="http://schemas.microsoft.com/office/drawing/2014/main" id="{4670FCD8-077D-441A-9A23-FC8E4B5AB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98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Line 69">
              <a:extLst>
                <a:ext uri="{FF2B5EF4-FFF2-40B4-BE49-F238E27FC236}">
                  <a16:creationId xmlns:a16="http://schemas.microsoft.com/office/drawing/2014/main" id="{F3D1544E-9A4E-4E9C-B101-A2A69EC4B9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2" y="398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Line 70">
              <a:extLst>
                <a:ext uri="{FF2B5EF4-FFF2-40B4-BE49-F238E27FC236}">
                  <a16:creationId xmlns:a16="http://schemas.microsoft.com/office/drawing/2014/main" id="{5C487680-18D8-4393-BD6F-6A3C0384E8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2" y="398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7" name="Line 71">
              <a:extLst>
                <a:ext uri="{FF2B5EF4-FFF2-40B4-BE49-F238E27FC236}">
                  <a16:creationId xmlns:a16="http://schemas.microsoft.com/office/drawing/2014/main" id="{104BC713-7BA9-4C52-8D5B-A345A97F8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3984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8" name="Rectangle 72">
              <a:extLst>
                <a:ext uri="{FF2B5EF4-FFF2-40B4-BE49-F238E27FC236}">
                  <a16:creationId xmlns:a16="http://schemas.microsoft.com/office/drawing/2014/main" id="{D42826E3-BC5C-4B18-8247-ED6F47A9B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984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9" name="Rectangle 73">
              <a:extLst>
                <a:ext uri="{FF2B5EF4-FFF2-40B4-BE49-F238E27FC236}">
                  <a16:creationId xmlns:a16="http://schemas.microsoft.com/office/drawing/2014/main" id="{D3A207A2-3F20-4052-9E23-CCDDF8D12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3984"/>
              <a:ext cx="192" cy="19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0" name="Text Box 74">
            <a:extLst>
              <a:ext uri="{FF2B5EF4-FFF2-40B4-BE49-F238E27FC236}">
                <a16:creationId xmlns:a16="http://schemas.microsoft.com/office/drawing/2014/main" id="{B07941C5-A235-41BF-8723-316A9BD08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067" y="4252615"/>
            <a:ext cx="10366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max1?</a:t>
            </a:r>
          </a:p>
        </p:txBody>
      </p:sp>
      <p:sp>
        <p:nvSpPr>
          <p:cNvPr id="81" name="Line 77">
            <a:extLst>
              <a:ext uri="{FF2B5EF4-FFF2-40B4-BE49-F238E27FC236}">
                <a16:creationId xmlns:a16="http://schemas.microsoft.com/office/drawing/2014/main" id="{A182A477-E9D0-4AEA-A5EF-8A639BD0E8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2704" y="390019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23" name="Line 78">
            <a:extLst>
              <a:ext uri="{FF2B5EF4-FFF2-40B4-BE49-F238E27FC236}">
                <a16:creationId xmlns:a16="http://schemas.microsoft.com/office/drawing/2014/main" id="{A5C4C501-59FC-482D-9E49-006F6E687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4704" y="3900190"/>
            <a:ext cx="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24" name="AutoShape 79">
            <a:extLst>
              <a:ext uri="{FF2B5EF4-FFF2-40B4-BE49-F238E27FC236}">
                <a16:creationId xmlns:a16="http://schemas.microsoft.com/office/drawing/2014/main" id="{690E46D5-F866-417A-B79A-212C67786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704" y="2909590"/>
            <a:ext cx="8382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5" name="AutoShape 80">
            <a:extLst>
              <a:ext uri="{FF2B5EF4-FFF2-40B4-BE49-F238E27FC236}">
                <a16:creationId xmlns:a16="http://schemas.microsoft.com/office/drawing/2014/main" id="{500E84A7-09F3-4EB1-A77E-CF8B74664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0704" y="2909590"/>
            <a:ext cx="8382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6" name="AutoShape 81">
            <a:extLst>
              <a:ext uri="{FF2B5EF4-FFF2-40B4-BE49-F238E27FC236}">
                <a16:creationId xmlns:a16="http://schemas.microsoft.com/office/drawing/2014/main" id="{C106D418-3A96-4BE7-A9EA-872BABAAD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4617" y="4052590"/>
            <a:ext cx="17526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7" name="Text Box 84">
            <a:extLst>
              <a:ext uri="{FF2B5EF4-FFF2-40B4-BE49-F238E27FC236}">
                <a16:creationId xmlns:a16="http://schemas.microsoft.com/office/drawing/2014/main" id="{6826806E-B068-4CE9-BCB7-DF60F5EE6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8304" y="4235153"/>
            <a:ext cx="1219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max2?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7EE73DA-AC38-8664-813B-9AC1131F6967}"/>
                  </a:ext>
                </a:extLst>
              </p14:cNvPr>
              <p14:cNvContentPartPr/>
              <p14:nvPr/>
            </p14:nvContentPartPr>
            <p14:xfrm>
              <a:off x="4744440" y="3444840"/>
              <a:ext cx="2625480" cy="6336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7EE73DA-AC38-8664-813B-9AC1131F696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35080" y="3435480"/>
                <a:ext cx="2644200" cy="65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46" grpId="0" autoUpdateAnimBg="0"/>
      <p:bldP spid="11347" grpId="0" autoUpdateAnimBg="0"/>
      <p:bldP spid="70" grpId="0" autoUpdateAnimBg="0"/>
      <p:bldP spid="71" grpId="0" autoUpdateAnimBg="0"/>
      <p:bldP spid="80" grpId="0" autoUpdateAnimBg="0"/>
      <p:bldP spid="124" grpId="0" animBg="1"/>
      <p:bldP spid="125" grpId="0" animBg="1"/>
      <p:bldP spid="126" grpId="0" animBg="1"/>
      <p:bldP spid="127" grpId="0" autoUpdateAnimBg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250825" y="1974476"/>
            <a:ext cx="775017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int  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max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 Type a[], L,  h )</a:t>
            </a:r>
          </a:p>
        </p:txBody>
      </p:sp>
      <p:sp>
        <p:nvSpPr>
          <p:cNvPr id="13360" name="Text Box 48"/>
          <p:cNvSpPr txBox="1">
            <a:spLocks noChangeArrowheads="1"/>
          </p:cNvSpPr>
          <p:nvPr/>
        </p:nvSpPr>
        <p:spPr bwMode="auto">
          <a:xfrm>
            <a:off x="152400" y="2431676"/>
            <a:ext cx="8686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{  if  (L  ==  h)    return L;</a:t>
            </a:r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0" y="2888876"/>
            <a:ext cx="86868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else  { m = ( L + h ) / 2;</a:t>
            </a:r>
          </a:p>
        </p:txBody>
      </p:sp>
      <p:sp>
        <p:nvSpPr>
          <p:cNvPr id="13362" name="Text Box 50"/>
          <p:cNvSpPr txBox="1">
            <a:spLocks noChangeArrowheads="1"/>
          </p:cNvSpPr>
          <p:nvPr/>
        </p:nvSpPr>
        <p:spPr bwMode="auto">
          <a:xfrm>
            <a:off x="-972616" y="3357207"/>
            <a:ext cx="8534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     max1 =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max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 a, L,  m );</a:t>
            </a:r>
          </a:p>
        </p:txBody>
      </p:sp>
      <p:sp>
        <p:nvSpPr>
          <p:cNvPr id="13363" name="Text Box 51"/>
          <p:cNvSpPr txBox="1">
            <a:spLocks noChangeArrowheads="1"/>
          </p:cNvSpPr>
          <p:nvPr/>
        </p:nvSpPr>
        <p:spPr bwMode="auto">
          <a:xfrm>
            <a:off x="-934516" y="3866856"/>
            <a:ext cx="8458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     max2 = </a:t>
            </a:r>
            <a:r>
              <a:rPr lang="en-US" altLang="zh-CN" sz="2000" b="1" dirty="0">
                <a:solidFill>
                  <a:schemeClr val="accent6">
                    <a:lumMod val="75000"/>
                  </a:schemeClr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max</a:t>
            </a: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( a, m+1,  h );</a:t>
            </a:r>
          </a:p>
        </p:txBody>
      </p:sp>
      <p:sp>
        <p:nvSpPr>
          <p:cNvPr id="13364" name="Text Box 52"/>
          <p:cNvSpPr txBox="1">
            <a:spLocks noChangeArrowheads="1"/>
          </p:cNvSpPr>
          <p:nvPr/>
        </p:nvSpPr>
        <p:spPr bwMode="auto">
          <a:xfrm>
            <a:off x="-961022" y="4353360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     int max0 =  max1;</a:t>
            </a:r>
          </a:p>
        </p:txBody>
      </p:sp>
      <p:sp>
        <p:nvSpPr>
          <p:cNvPr id="13365" name="Text Box 53"/>
          <p:cNvSpPr txBox="1">
            <a:spLocks noChangeArrowheads="1"/>
          </p:cNvSpPr>
          <p:nvPr/>
        </p:nvSpPr>
        <p:spPr bwMode="auto">
          <a:xfrm>
            <a:off x="-612576" y="4715787"/>
            <a:ext cx="9144000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   if  (a[max2] &gt; a[max1])  max0 = max2;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     return max0;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                }</a:t>
            </a:r>
          </a:p>
        </p:txBody>
      </p:sp>
      <p:sp>
        <p:nvSpPr>
          <p:cNvPr id="13366" name="Text Box 54"/>
          <p:cNvSpPr txBox="1">
            <a:spLocks noChangeArrowheads="1"/>
          </p:cNvSpPr>
          <p:nvPr/>
        </p:nvSpPr>
        <p:spPr bwMode="auto">
          <a:xfrm>
            <a:off x="242324" y="6001543"/>
            <a:ext cx="3429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002B36"/>
                </a:solidFill>
                <a:latin typeface="Input" panose="02000506020000090004" pitchFamily="2" charset="0"/>
                <a:ea typeface="华文中宋" panose="02010600040101010101" pitchFamily="2" charset="-122"/>
              </a:rPr>
              <a:t>   }</a:t>
            </a:r>
          </a:p>
        </p:txBody>
      </p:sp>
      <p:sp>
        <p:nvSpPr>
          <p:cNvPr id="74762" name="Rectangle 55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455342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36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找最大元算法设计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9" grpId="0" autoUpdateAnimBg="0"/>
      <p:bldP spid="13360" grpId="0" autoUpdateAnimBg="0"/>
      <p:bldP spid="13361" grpId="0" autoUpdateAnimBg="0"/>
      <p:bldP spid="13362" grpId="0" autoUpdateAnimBg="0"/>
      <p:bldP spid="13363" grpId="0" autoUpdateAnimBg="0"/>
      <p:bldP spid="13364" grpId="0" autoUpdateAnimBg="0"/>
      <p:bldP spid="13365" grpId="0" autoUpdateAnimBg="0"/>
      <p:bldP spid="13366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828800" y="1676400"/>
            <a:ext cx="6934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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 )  + T( n/2 )  + 1      (n &gt; 1)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1905000" y="2362200"/>
            <a:ext cx="6477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0                 (n = 1)</a:t>
            </a:r>
          </a:p>
        </p:txBody>
      </p:sp>
      <p:sp>
        <p:nvSpPr>
          <p:cNvPr id="15364" name="AutoShape 4"/>
          <p:cNvSpPr/>
          <p:nvPr/>
        </p:nvSpPr>
        <p:spPr bwMode="auto">
          <a:xfrm>
            <a:off x="1600200" y="1892975"/>
            <a:ext cx="228600" cy="709851"/>
          </a:xfrm>
          <a:prstGeom prst="leftBrace">
            <a:avLst>
              <a:gd name="adj1" fmla="val 25000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74675" y="2016125"/>
            <a:ext cx="990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304800" y="2854325"/>
            <a:ext cx="8610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解之，得：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 n )  =  n - 1</a:t>
            </a:r>
          </a:p>
        </p:txBody>
      </p:sp>
      <p:sp>
        <p:nvSpPr>
          <p:cNvPr id="75783" name="Rectangle 1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4000" b="1" dirty="0">
                <a:solidFill>
                  <a:srgbClr val="C00000"/>
                </a:solidFill>
              </a:rPr>
              <a:t>找最大元算法复杂性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3" grpId="0" autoUpdateAnimBg="0"/>
      <p:bldP spid="15364" grpId="0" animBg="1"/>
      <p:bldP spid="15365" grpId="0" autoUpdateAnimBg="0"/>
      <p:bldP spid="15366" grpId="0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2.9  </a:t>
            </a:r>
            <a:r>
              <a:rPr lang="zh-CN" altLang="en-US" sz="4000" b="1" dirty="0">
                <a:solidFill>
                  <a:srgbClr val="C00000"/>
                </a:solidFill>
                <a:latin typeface="华文中宋" panose="02010600040101010101" pitchFamily="2" charset="-122"/>
              </a:rPr>
              <a:t>线性时间选择 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8077200" cy="144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问题：</a:t>
            </a:r>
            <a:r>
              <a:rPr lang="zh-CN" altLang="en-US" sz="2800" b="1" dirty="0">
                <a:latin typeface="华文中宋" panose="02010600040101010101" pitchFamily="2" charset="-122"/>
              </a:rPr>
              <a:t>给定线性序集</a:t>
            </a:r>
            <a:r>
              <a:rPr lang="en-US" altLang="zh-CN" sz="2800" b="1" dirty="0"/>
              <a:t>n</a:t>
            </a:r>
            <a:r>
              <a:rPr lang="zh-CN" altLang="en-US" sz="2800" b="1" dirty="0">
                <a:latin typeface="华文中宋" panose="02010600040101010101" pitchFamily="2" charset="-122"/>
              </a:rPr>
              <a:t>个元素和一个整数</a:t>
            </a:r>
            <a:r>
              <a:rPr lang="en-US" altLang="zh-CN" sz="2800" b="1" dirty="0"/>
              <a:t>k</a:t>
            </a:r>
            <a:r>
              <a:rPr lang="zh-CN" altLang="en-US" sz="2800" b="1" dirty="0">
                <a:latin typeface="华文中宋" panose="02010600040101010101" pitchFamily="2" charset="-122"/>
              </a:rPr>
              <a:t>，</a:t>
            </a:r>
            <a:r>
              <a:rPr lang="en-US" altLang="zh-CN" sz="2800" b="1" dirty="0"/>
              <a:t>1&lt;</a:t>
            </a:r>
            <a:r>
              <a:rPr lang="en-US" altLang="zh-CN" sz="2800" b="1" dirty="0">
                <a:latin typeface="华文中宋" panose="02010600040101010101" pitchFamily="2" charset="-122"/>
              </a:rPr>
              <a:t>=</a:t>
            </a:r>
            <a:r>
              <a:rPr lang="en-US" altLang="zh-CN" sz="2800" b="1" dirty="0"/>
              <a:t>k&lt;=n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latin typeface="华文中宋" panose="02010600040101010101" pitchFamily="2" charset="-122"/>
              </a:rPr>
              <a:t>要求找出这</a:t>
            </a:r>
            <a:r>
              <a:rPr lang="en-US" altLang="zh-CN" sz="2800" b="1" dirty="0"/>
              <a:t>n</a:t>
            </a:r>
            <a:r>
              <a:rPr lang="zh-CN" altLang="en-US" sz="2800" b="1" dirty="0">
                <a:latin typeface="华文中宋" panose="02010600040101010101" pitchFamily="2" charset="-122"/>
              </a:rPr>
              <a:t>个元素中第</a:t>
            </a:r>
            <a:r>
              <a:rPr lang="en-US" altLang="zh-CN" sz="2800" b="1" dirty="0"/>
              <a:t>k</a:t>
            </a:r>
            <a:r>
              <a:rPr lang="zh-CN" altLang="en-US" sz="2800" b="1" dirty="0">
                <a:latin typeface="华文中宋" panose="02010600040101010101" pitchFamily="2" charset="-122"/>
              </a:rPr>
              <a:t>小的元素。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即从</a:t>
            </a:r>
            <a:r>
              <a:rPr lang="en-US" altLang="zh-CN" sz="2800" b="1" dirty="0"/>
              <a:t>a[1]~a[n] </a:t>
            </a:r>
            <a:r>
              <a:rPr lang="zh-CN" altLang="en-US" sz="2800" b="1" dirty="0"/>
              <a:t>找出第</a:t>
            </a:r>
            <a:r>
              <a:rPr lang="en-US" altLang="zh-CN" sz="2800" b="1" dirty="0"/>
              <a:t>k</a:t>
            </a:r>
            <a:r>
              <a:rPr lang="zh-CN" altLang="en-US" sz="2800" b="1" dirty="0"/>
              <a:t>小元素。</a:t>
            </a:r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914400" y="30480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特殊情况：</a:t>
            </a: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914400" y="3657600"/>
            <a:ext cx="510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、当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k=1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时，找最小元素；</a:t>
            </a:r>
          </a:p>
        </p:txBody>
      </p:sp>
      <p:sp>
        <p:nvSpPr>
          <p:cNvPr id="109574" name="Text Box 6"/>
          <p:cNvSpPr txBox="1">
            <a:spLocks noChangeArrowheads="1"/>
          </p:cNvSpPr>
          <p:nvPr/>
        </p:nvSpPr>
        <p:spPr bwMode="auto">
          <a:xfrm>
            <a:off x="914400" y="419100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、当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k=n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时，找最大元素；</a:t>
            </a:r>
          </a:p>
        </p:txBody>
      </p:sp>
      <p:sp>
        <p:nvSpPr>
          <p:cNvPr id="109575" name="Text Box 7"/>
          <p:cNvSpPr txBox="1">
            <a:spLocks noChangeArrowheads="1"/>
          </p:cNvSpPr>
          <p:nvPr/>
        </p:nvSpPr>
        <p:spPr bwMode="auto">
          <a:xfrm>
            <a:off x="990600" y="4800600"/>
            <a:ext cx="579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、当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k=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（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＋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）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时，找中位数。</a:t>
            </a:r>
          </a:p>
        </p:txBody>
      </p:sp>
      <p:sp>
        <p:nvSpPr>
          <p:cNvPr id="109576" name="Text Box 8"/>
          <p:cNvSpPr txBox="1">
            <a:spLocks noChangeArrowheads="1"/>
          </p:cNvSpPr>
          <p:nvPr/>
        </p:nvSpPr>
        <p:spPr bwMode="auto">
          <a:xfrm>
            <a:off x="914400" y="5410200"/>
            <a:ext cx="7696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结论：某些特殊情况可以在</a:t>
            </a:r>
            <a:r>
              <a:rPr lang="en-US" altLang="zh-CN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O(n)</a:t>
            </a:r>
            <a:r>
              <a:rPr lang="zh-CN" altLang="en-US" sz="28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时间内得到解决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  <p:bldP spid="109572" grpId="0" autoUpdateAnimBg="0"/>
      <p:bldP spid="109573" grpId="0" autoUpdateAnimBg="0"/>
      <p:bldP spid="109574" grpId="0" autoUpdateAnimBg="0"/>
      <p:bldP spid="109575" grpId="0" autoUpdateAnimBg="0"/>
      <p:bldP spid="109576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 dirty="0"/>
              <a:t>一个初步思路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考察将数组分为左、右三部分</a:t>
            </a:r>
          </a:p>
        </p:txBody>
      </p:sp>
      <p:sp>
        <p:nvSpPr>
          <p:cNvPr id="79876" name="Line 5"/>
          <p:cNvSpPr>
            <a:spLocks noChangeShapeType="1"/>
          </p:cNvSpPr>
          <p:nvPr/>
        </p:nvSpPr>
        <p:spPr bwMode="auto">
          <a:xfrm>
            <a:off x="1752600" y="3116263"/>
            <a:ext cx="525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79877" name="Line 6"/>
          <p:cNvSpPr>
            <a:spLocks noChangeShapeType="1"/>
          </p:cNvSpPr>
          <p:nvPr/>
        </p:nvSpPr>
        <p:spPr bwMode="auto">
          <a:xfrm>
            <a:off x="1752600" y="3268663"/>
            <a:ext cx="5257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79878" name="Rectangle 8"/>
          <p:cNvSpPr>
            <a:spLocks noChangeArrowheads="1"/>
          </p:cNvSpPr>
          <p:nvPr/>
        </p:nvSpPr>
        <p:spPr bwMode="auto">
          <a:xfrm>
            <a:off x="3733800" y="3040063"/>
            <a:ext cx="5334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</a:ln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</a:p>
        </p:txBody>
      </p:sp>
      <p:sp>
        <p:nvSpPr>
          <p:cNvPr id="79879" name="Line 9"/>
          <p:cNvSpPr>
            <a:spLocks noChangeShapeType="1"/>
          </p:cNvSpPr>
          <p:nvPr/>
        </p:nvSpPr>
        <p:spPr bwMode="auto">
          <a:xfrm>
            <a:off x="4038600" y="3344863"/>
            <a:ext cx="0" cy="3810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79880" name="AutoShape 11"/>
          <p:cNvSpPr/>
          <p:nvPr/>
        </p:nvSpPr>
        <p:spPr bwMode="auto">
          <a:xfrm rot="5400000">
            <a:off x="2820194" y="2353469"/>
            <a:ext cx="74612" cy="2209800"/>
          </a:xfrm>
          <a:prstGeom prst="rightBrace">
            <a:avLst>
              <a:gd name="adj1" fmla="val 246810"/>
              <a:gd name="adj2" fmla="val 50000"/>
            </a:avLst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79881" name="Text Box 12"/>
          <p:cNvSpPr txBox="1">
            <a:spLocks noChangeArrowheads="1"/>
          </p:cNvSpPr>
          <p:nvPr/>
        </p:nvSpPr>
        <p:spPr bwMode="auto">
          <a:xfrm>
            <a:off x="2438400" y="3725863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j</a:t>
            </a:r>
            <a:r>
              <a:rPr lang="zh-CN" altLang="en-US" sz="2800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个 </a:t>
            </a:r>
          </a:p>
        </p:txBody>
      </p:sp>
      <p:sp>
        <p:nvSpPr>
          <p:cNvPr id="79882" name="Text Box 13"/>
          <p:cNvSpPr txBox="1">
            <a:spLocks noChangeArrowheads="1"/>
          </p:cNvSpPr>
          <p:nvPr/>
        </p:nvSpPr>
        <p:spPr bwMode="auto">
          <a:xfrm>
            <a:off x="2438400" y="24923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&lt; x</a:t>
            </a:r>
          </a:p>
        </p:txBody>
      </p:sp>
      <p:sp>
        <p:nvSpPr>
          <p:cNvPr id="79883" name="Text Box 14"/>
          <p:cNvSpPr txBox="1">
            <a:spLocks noChangeArrowheads="1"/>
          </p:cNvSpPr>
          <p:nvPr/>
        </p:nvSpPr>
        <p:spPr bwMode="auto">
          <a:xfrm>
            <a:off x="5029200" y="2568575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&gt; x</a:t>
            </a:r>
          </a:p>
        </p:txBody>
      </p:sp>
      <p:sp>
        <p:nvSpPr>
          <p:cNvPr id="79884" name="Text Box 15"/>
          <p:cNvSpPr txBox="1">
            <a:spLocks noChangeArrowheads="1"/>
          </p:cNvSpPr>
          <p:nvPr/>
        </p:nvSpPr>
        <p:spPr bwMode="auto">
          <a:xfrm>
            <a:off x="1295400" y="4397375"/>
            <a:ext cx="33528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如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k&lt;=j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，在左边；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如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k&gt;j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，在右边；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1626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 b="1" dirty="0"/>
              <a:t>随机化分治算法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6172" y="1700808"/>
            <a:ext cx="8371656" cy="4298032"/>
          </a:xfrm>
          <a:noFill/>
          <a:ln w="31750">
            <a:solidFill>
              <a:srgbClr val="FF99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Type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RandomizedSelect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(Type a[],int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p,int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r,int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 k)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{ </a:t>
            </a:r>
            <a:r>
              <a:rPr lang="en-US" altLang="zh-CN" sz="16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//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  <a:latin typeface="Input" panose="02000506020000090004" pitchFamily="2" charset="0"/>
              </a:rPr>
              <a:t>随机选择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1600" b="1" dirty="0">
                <a:solidFill>
                  <a:srgbClr val="002B36"/>
                </a:solidFill>
                <a:latin typeface="Input" panose="02000506020000090004" pitchFamily="2" charset="0"/>
              </a:rPr>
              <a:t>	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if(p==r)  return a[p];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int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 = </a:t>
            </a:r>
            <a:r>
              <a:rPr lang="en-US" altLang="zh-CN" sz="1600" b="1" dirty="0" err="1">
                <a:solidFill>
                  <a:srgbClr val="7375CD"/>
                </a:solidFill>
                <a:latin typeface="Input" panose="02000506020000090004" pitchFamily="2" charset="0"/>
              </a:rPr>
              <a:t>RandomizedPartition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(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a,p,r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int j=i-p+1;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if(k&lt;=j)  return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RandomizedSelect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(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a,p,i,k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else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    return 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RandomizedSelect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(a,i+1,r,k-j);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1600" b="1" dirty="0">
              <a:solidFill>
                <a:srgbClr val="002B36"/>
              </a:solidFill>
              <a:latin typeface="Input" panose="02000506020000090004" pitchFamily="2" charset="0"/>
            </a:endParaRPr>
          </a:p>
          <a:p>
            <a:pPr marL="0" indent="0" eaLnBrk="1" hangingPunct="1"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Type </a:t>
            </a:r>
            <a:r>
              <a:rPr lang="en-US" altLang="zh-CN" sz="1600" b="1" dirty="0" err="1">
                <a:solidFill>
                  <a:srgbClr val="7375CD"/>
                </a:solidFill>
                <a:latin typeface="Input" panose="02000506020000090004" pitchFamily="2" charset="0"/>
              </a:rPr>
              <a:t>RandomizedPartition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(Type a[],int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p,int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 r) {</a:t>
            </a:r>
          </a:p>
          <a:p>
            <a:pPr marL="0" indent="0" eaLnBrk="1" hangingPunct="1"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int 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 = </a:t>
            </a:r>
            <a:r>
              <a:rPr lang="en-US" altLang="zh-CN" sz="1600" b="1" dirty="0">
                <a:solidFill>
                  <a:srgbClr val="AC2F36"/>
                </a:solidFill>
                <a:latin typeface="Input" panose="02000506020000090004" pitchFamily="2" charset="0"/>
              </a:rPr>
              <a:t>Random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(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p,r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Swap(a[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i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],a[p]);</a:t>
            </a:r>
          </a:p>
          <a:p>
            <a:pPr marL="0" indent="0" eaLnBrk="1" hangingPunct="1"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	return Partition(</a:t>
            </a:r>
            <a:r>
              <a:rPr lang="en-US" altLang="zh-CN" sz="1600" b="1" dirty="0" err="1">
                <a:solidFill>
                  <a:srgbClr val="002B36"/>
                </a:solidFill>
                <a:latin typeface="Input" panose="02000506020000090004" pitchFamily="2" charset="0"/>
              </a:rPr>
              <a:t>a,p,r</a:t>
            </a: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)</a:t>
            </a:r>
          </a:p>
          <a:p>
            <a:pPr marL="0" indent="0" eaLnBrk="1" hangingPunct="1">
              <a:buNone/>
            </a:pPr>
            <a:r>
              <a:rPr lang="en-US" altLang="zh-CN" sz="1600" b="1" dirty="0">
                <a:solidFill>
                  <a:srgbClr val="002B36"/>
                </a:solidFill>
                <a:latin typeface="Input" panose="02000506020000090004" pitchFamily="2" charset="0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CN" sz="1600" dirty="0">
              <a:solidFill>
                <a:srgbClr val="002B36"/>
              </a:solidFill>
              <a:latin typeface="Input" panose="02000506020000090004" pitchFamily="2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DAEACA6E-CC47-468F-8400-5ED85DA863A9}"/>
                  </a:ext>
                </a:extLst>
              </p14:cNvPr>
              <p14:cNvContentPartPr/>
              <p14:nvPr/>
            </p14:nvContentPartPr>
            <p14:xfrm>
              <a:off x="2256120" y="5600160"/>
              <a:ext cx="1420560" cy="7200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DAEACA6E-CC47-468F-8400-5ED85DA863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6760" y="5590800"/>
                <a:ext cx="1439280" cy="9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3600" b="1"/>
              <a:t>随机化算法的复杂性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772400" cy="449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一般，对输入数组的划分可随机产生，在最坏情况下分成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个和</a:t>
            </a:r>
            <a:r>
              <a:rPr lang="en-US" altLang="zh-CN" dirty="0">
                <a:solidFill>
                  <a:srgbClr val="000000"/>
                </a:solidFill>
              </a:rPr>
              <a:t>n-1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个。故仿照快速排序，推得最坏情况复杂性为</a:t>
            </a:r>
            <a:r>
              <a:rPr lang="en-US" altLang="zh-CN" dirty="0">
                <a:solidFill>
                  <a:srgbClr val="000000"/>
                </a:solidFill>
                <a:latin typeface="华文中宋" panose="02010600040101010101" pitchFamily="2" charset="-122"/>
              </a:rPr>
              <a:t>Ω</a:t>
            </a:r>
            <a:r>
              <a:rPr lang="en-US" altLang="zh-CN" dirty="0">
                <a:solidFill>
                  <a:srgbClr val="000000"/>
                </a:solidFill>
              </a:rPr>
              <a:t>(n</a:t>
            </a:r>
            <a:r>
              <a:rPr lang="en-US" altLang="zh-CN" baseline="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304800" y="914400"/>
            <a:ext cx="868680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一、算法思想：</a:t>
            </a: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模仿快速排序算法，对输入数组进行递归划分，关键是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找到</a:t>
            </a: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划分基准，使划分出的</a:t>
            </a:r>
            <a:r>
              <a:rPr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个子数组长度都至少为原数组长度的</a:t>
            </a:r>
            <a:r>
              <a:rPr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ε</a:t>
            </a:r>
            <a:r>
              <a:rPr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倍</a:t>
            </a:r>
            <a:r>
              <a:rPr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(0&lt;ε&lt;1) </a:t>
            </a:r>
          </a:p>
        </p:txBody>
      </p:sp>
      <p:sp>
        <p:nvSpPr>
          <p:cNvPr id="82962" name="Rectangle 67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152400"/>
            <a:ext cx="77724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sz="4000" dirty="0">
                <a:solidFill>
                  <a:srgbClr val="FF0000"/>
                </a:solidFill>
              </a:rPr>
              <a:t>一般选择问题的分治算法</a:t>
            </a:r>
            <a:endParaRPr lang="zh-CN" altLang="en-US" dirty="0"/>
          </a:p>
        </p:txBody>
      </p:sp>
      <p:grpSp>
        <p:nvGrpSpPr>
          <p:cNvPr id="126" name="Group 5">
            <a:extLst>
              <a:ext uri="{FF2B5EF4-FFF2-40B4-BE49-F238E27FC236}">
                <a16:creationId xmlns:a16="http://schemas.microsoft.com/office/drawing/2014/main" id="{419C2D4E-77F1-485C-A1F1-F9B7DEC53615}"/>
              </a:ext>
            </a:extLst>
          </p:cNvPr>
          <p:cNvGrpSpPr>
            <a:grpSpLocks/>
          </p:cNvGrpSpPr>
          <p:nvPr/>
        </p:nvGrpSpPr>
        <p:grpSpPr bwMode="auto">
          <a:xfrm>
            <a:off x="2005013" y="2359025"/>
            <a:ext cx="5808662" cy="228600"/>
            <a:chOff x="1265" y="1488"/>
            <a:chExt cx="3659" cy="144"/>
          </a:xfrm>
        </p:grpSpPr>
        <p:sp>
          <p:nvSpPr>
            <p:cNvPr id="127" name="Line 6">
              <a:extLst>
                <a:ext uri="{FF2B5EF4-FFF2-40B4-BE49-F238E27FC236}">
                  <a16:creationId xmlns:a16="http://schemas.microsoft.com/office/drawing/2014/main" id="{04CB11E5-4DC9-41D8-B3E5-260CF7636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5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8" name="Line 7">
              <a:extLst>
                <a:ext uri="{FF2B5EF4-FFF2-40B4-BE49-F238E27FC236}">
                  <a16:creationId xmlns:a16="http://schemas.microsoft.com/office/drawing/2014/main" id="{41EF6F7A-F8BC-4B55-B2CA-0EB80124E0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3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9" name="Line 8">
              <a:extLst>
                <a:ext uri="{FF2B5EF4-FFF2-40B4-BE49-F238E27FC236}">
                  <a16:creationId xmlns:a16="http://schemas.microsoft.com/office/drawing/2014/main" id="{8F385193-BC38-4F3F-8A72-FD51541E22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0" name="Line 9">
              <a:extLst>
                <a:ext uri="{FF2B5EF4-FFF2-40B4-BE49-F238E27FC236}">
                  <a16:creationId xmlns:a16="http://schemas.microsoft.com/office/drawing/2014/main" id="{EEE6D67C-D50A-41D9-9180-EBE4513F3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3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1" name="Line 10">
              <a:extLst>
                <a:ext uri="{FF2B5EF4-FFF2-40B4-BE49-F238E27FC236}">
                  <a16:creationId xmlns:a16="http://schemas.microsoft.com/office/drawing/2014/main" id="{75466FE3-055B-40BB-AE46-F56B67EEE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4" y="1488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32" name="Group 11">
            <a:extLst>
              <a:ext uri="{FF2B5EF4-FFF2-40B4-BE49-F238E27FC236}">
                <a16:creationId xmlns:a16="http://schemas.microsoft.com/office/drawing/2014/main" id="{AC483D5F-F76E-492D-A218-963A5A96671D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3352800"/>
            <a:ext cx="7256462" cy="228600"/>
            <a:chOff x="357" y="2112"/>
            <a:chExt cx="4571" cy="144"/>
          </a:xfrm>
        </p:grpSpPr>
        <p:sp>
          <p:nvSpPr>
            <p:cNvPr id="133" name="Rectangle 12" descr="绿色大理石">
              <a:extLst>
                <a:ext uri="{FF2B5EF4-FFF2-40B4-BE49-F238E27FC236}">
                  <a16:creationId xmlns:a16="http://schemas.microsoft.com/office/drawing/2014/main" id="{D27E4680-6E5B-46F0-B3AE-1E23DA1CC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" y="2112"/>
              <a:ext cx="912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4" name="Rectangle 13" descr="棕色大理石">
              <a:extLst>
                <a:ext uri="{FF2B5EF4-FFF2-40B4-BE49-F238E27FC236}">
                  <a16:creationId xmlns:a16="http://schemas.microsoft.com/office/drawing/2014/main" id="{FA7DF4C2-F065-4FB9-81A0-B7BCAD765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9" y="2112"/>
              <a:ext cx="912" cy="144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5" name="Rectangle 14" descr="紫色网格">
              <a:extLst>
                <a:ext uri="{FF2B5EF4-FFF2-40B4-BE49-F238E27FC236}">
                  <a16:creationId xmlns:a16="http://schemas.microsoft.com/office/drawing/2014/main" id="{FEACF8FC-B00C-4100-BD46-2233C1C9F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2112"/>
              <a:ext cx="912" cy="1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6" name="Rectangle 15" descr="绿色大理石">
              <a:extLst>
                <a:ext uri="{FF2B5EF4-FFF2-40B4-BE49-F238E27FC236}">
                  <a16:creationId xmlns:a16="http://schemas.microsoft.com/office/drawing/2014/main" id="{E9143A25-16E2-4818-8A8C-46FB25295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3" y="2112"/>
              <a:ext cx="912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7" name="Rectangle 16" descr="紫色网格">
              <a:extLst>
                <a:ext uri="{FF2B5EF4-FFF2-40B4-BE49-F238E27FC236}">
                  <a16:creationId xmlns:a16="http://schemas.microsoft.com/office/drawing/2014/main" id="{4DC05E93-2716-4094-B792-8FEC26957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6" y="2112"/>
              <a:ext cx="912" cy="1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8" name="Line 17">
              <a:extLst>
                <a:ext uri="{FF2B5EF4-FFF2-40B4-BE49-F238E27FC236}">
                  <a16:creationId xmlns:a16="http://schemas.microsoft.com/office/drawing/2014/main" id="{5EEF05CF-A4AE-471B-89D8-924E29587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9" name="Line 18">
              <a:extLst>
                <a:ext uri="{FF2B5EF4-FFF2-40B4-BE49-F238E27FC236}">
                  <a16:creationId xmlns:a16="http://schemas.microsoft.com/office/drawing/2014/main" id="{8479E746-7AEE-456B-AC1E-DCD931B27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0" name="Line 19">
              <a:extLst>
                <a:ext uri="{FF2B5EF4-FFF2-40B4-BE49-F238E27FC236}">
                  <a16:creationId xmlns:a16="http://schemas.microsoft.com/office/drawing/2014/main" id="{1182DD9E-AB2D-441D-BE88-E00E17D44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4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1" name="Line 20">
              <a:extLst>
                <a:ext uri="{FF2B5EF4-FFF2-40B4-BE49-F238E27FC236}">
                  <a16:creationId xmlns:a16="http://schemas.microsoft.com/office/drawing/2014/main" id="{43675ECB-D8DB-432B-A2B9-78DAA1132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2" name="Line 21">
              <a:extLst>
                <a:ext uri="{FF2B5EF4-FFF2-40B4-BE49-F238E27FC236}">
                  <a16:creationId xmlns:a16="http://schemas.microsoft.com/office/drawing/2014/main" id="{5CC34536-3936-4202-BF76-06BB878D3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" name="Line 22">
              <a:extLst>
                <a:ext uri="{FF2B5EF4-FFF2-40B4-BE49-F238E27FC236}">
                  <a16:creationId xmlns:a16="http://schemas.microsoft.com/office/drawing/2014/main" id="{F860AF17-AAE0-418D-B4D6-435917496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4" name="Line 23">
              <a:extLst>
                <a:ext uri="{FF2B5EF4-FFF2-40B4-BE49-F238E27FC236}">
                  <a16:creationId xmlns:a16="http://schemas.microsoft.com/office/drawing/2014/main" id="{9CF981E6-FF83-4A48-9D40-BC89AED81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1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5" name="Line 24">
              <a:extLst>
                <a:ext uri="{FF2B5EF4-FFF2-40B4-BE49-F238E27FC236}">
                  <a16:creationId xmlns:a16="http://schemas.microsoft.com/office/drawing/2014/main" id="{189F2C3D-DD58-4E39-9B53-D67F69C4B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6" name="Line 25">
              <a:extLst>
                <a:ext uri="{FF2B5EF4-FFF2-40B4-BE49-F238E27FC236}">
                  <a16:creationId xmlns:a16="http://schemas.microsoft.com/office/drawing/2014/main" id="{48C40D87-AD8A-40A6-9368-78382847E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7" name="Line 26">
              <a:extLst>
                <a:ext uri="{FF2B5EF4-FFF2-40B4-BE49-F238E27FC236}">
                  <a16:creationId xmlns:a16="http://schemas.microsoft.com/office/drawing/2014/main" id="{69D4E447-2F99-4AA1-91D5-DC74F0E2E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1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8" name="Group 27">
            <a:extLst>
              <a:ext uri="{FF2B5EF4-FFF2-40B4-BE49-F238E27FC236}">
                <a16:creationId xmlns:a16="http://schemas.microsoft.com/office/drawing/2014/main" id="{7500C8D6-B337-463E-8ADD-3B11AE5F9232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581400"/>
            <a:ext cx="5791200" cy="838200"/>
            <a:chOff x="816" y="2256"/>
            <a:chExt cx="3648" cy="528"/>
          </a:xfrm>
        </p:grpSpPr>
        <p:sp>
          <p:nvSpPr>
            <p:cNvPr id="149" name="Line 28">
              <a:extLst>
                <a:ext uri="{FF2B5EF4-FFF2-40B4-BE49-F238E27FC236}">
                  <a16:creationId xmlns:a16="http://schemas.microsoft.com/office/drawing/2014/main" id="{AD32AAE0-62CD-4480-9779-593B0F908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256"/>
              <a:ext cx="1344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0" name="Line 29">
              <a:extLst>
                <a:ext uri="{FF2B5EF4-FFF2-40B4-BE49-F238E27FC236}">
                  <a16:creationId xmlns:a16="http://schemas.microsoft.com/office/drawing/2014/main" id="{754529CC-0A99-4BF3-A020-85FFA2C4E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256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1" name="Line 30">
              <a:extLst>
                <a:ext uri="{FF2B5EF4-FFF2-40B4-BE49-F238E27FC236}">
                  <a16:creationId xmlns:a16="http://schemas.microsoft.com/office/drawing/2014/main" id="{2EB7BE89-5770-4EEF-9B26-F6E94D3513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2256"/>
              <a:ext cx="144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" name="Line 31">
              <a:extLst>
                <a:ext uri="{FF2B5EF4-FFF2-40B4-BE49-F238E27FC236}">
                  <a16:creationId xmlns:a16="http://schemas.microsoft.com/office/drawing/2014/main" id="{DF1CDB94-D365-4A1B-8CC6-60C918B32B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256"/>
              <a:ext cx="624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" name="Line 32">
              <a:extLst>
                <a:ext uri="{FF2B5EF4-FFF2-40B4-BE49-F238E27FC236}">
                  <a16:creationId xmlns:a16="http://schemas.microsoft.com/office/drawing/2014/main" id="{ADD8594F-F28B-4E11-A0CE-E4BE42676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2256"/>
              <a:ext cx="72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54" name="Group 33">
            <a:extLst>
              <a:ext uri="{FF2B5EF4-FFF2-40B4-BE49-F238E27FC236}">
                <a16:creationId xmlns:a16="http://schemas.microsoft.com/office/drawing/2014/main" id="{E6BAE43C-C8E7-45CA-83FC-5242F769E9C1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257800"/>
            <a:ext cx="1981200" cy="241300"/>
            <a:chOff x="1968" y="3312"/>
            <a:chExt cx="1248" cy="152"/>
          </a:xfrm>
        </p:grpSpPr>
        <p:sp>
          <p:nvSpPr>
            <p:cNvPr id="155" name="Rectangle 34">
              <a:extLst>
                <a:ext uri="{FF2B5EF4-FFF2-40B4-BE49-F238E27FC236}">
                  <a16:creationId xmlns:a16="http://schemas.microsoft.com/office/drawing/2014/main" id="{56F8C982-ED5E-4D3A-9120-3BAECEB8B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320"/>
              <a:ext cx="1248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6" name="Line 35">
              <a:extLst>
                <a:ext uri="{FF2B5EF4-FFF2-40B4-BE49-F238E27FC236}">
                  <a16:creationId xmlns:a16="http://schemas.microsoft.com/office/drawing/2014/main" id="{7E499BE4-3DF8-4B71-A348-017468668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9" y="33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7" name="Line 36">
              <a:extLst>
                <a:ext uri="{FF2B5EF4-FFF2-40B4-BE49-F238E27FC236}">
                  <a16:creationId xmlns:a16="http://schemas.microsoft.com/office/drawing/2014/main" id="{79740AA6-04C4-49FF-8660-34F33E2C24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312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58" name="Line 37">
            <a:extLst>
              <a:ext uri="{FF2B5EF4-FFF2-40B4-BE49-F238E27FC236}">
                <a16:creationId xmlns:a16="http://schemas.microsoft.com/office/drawing/2014/main" id="{E3A5B5DB-6060-4DAD-9D9A-175CDC134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25" y="3581400"/>
            <a:ext cx="0" cy="25908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sp>
        <p:nvSpPr>
          <p:cNvPr id="159" name="Line 38">
            <a:extLst>
              <a:ext uri="{FF2B5EF4-FFF2-40B4-BE49-F238E27FC236}">
                <a16:creationId xmlns:a16="http://schemas.microsoft.com/office/drawing/2014/main" id="{5C2358FA-711E-4D21-98C4-3CD6BD08D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590800"/>
            <a:ext cx="0" cy="350520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 anchor="ctr">
            <a:spAutoFit/>
          </a:bodyPr>
          <a:lstStyle/>
          <a:p>
            <a:endParaRPr lang="zh-CN" altLang="en-US"/>
          </a:p>
        </p:txBody>
      </p:sp>
      <p:grpSp>
        <p:nvGrpSpPr>
          <p:cNvPr id="160" name="Group 39">
            <a:extLst>
              <a:ext uri="{FF2B5EF4-FFF2-40B4-BE49-F238E27FC236}">
                <a16:creationId xmlns:a16="http://schemas.microsoft.com/office/drawing/2014/main" id="{2D1CFCCE-1668-4903-8DB4-740DF9F6F406}"/>
              </a:ext>
            </a:extLst>
          </p:cNvPr>
          <p:cNvGrpSpPr>
            <a:grpSpLocks/>
          </p:cNvGrpSpPr>
          <p:nvPr/>
        </p:nvGrpSpPr>
        <p:grpSpPr bwMode="auto">
          <a:xfrm>
            <a:off x="3951288" y="4695825"/>
            <a:ext cx="3973512" cy="461963"/>
            <a:chOff x="2489" y="2958"/>
            <a:chExt cx="2326" cy="291"/>
          </a:xfrm>
        </p:grpSpPr>
        <p:sp>
          <p:nvSpPr>
            <p:cNvPr id="161" name="AutoShape 40">
              <a:extLst>
                <a:ext uri="{FF2B5EF4-FFF2-40B4-BE49-F238E27FC236}">
                  <a16:creationId xmlns:a16="http://schemas.microsoft.com/office/drawing/2014/main" id="{59C6BF5A-965C-4D79-A2C3-31B7A2A01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9" y="3009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chemeClr val="accent2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2" name="Text Box 41">
              <a:extLst>
                <a:ext uri="{FF2B5EF4-FFF2-40B4-BE49-F238E27FC236}">
                  <a16:creationId xmlns:a16="http://schemas.microsoft.com/office/drawing/2014/main" id="{1FBD8034-67D9-4CF1-A32F-D1E6ECEEEE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9" y="2958"/>
              <a:ext cx="201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递归，找中间元素</a:t>
              </a:r>
              <a:r>
                <a:rPr lang="en-US" altLang="zh-CN" sz="2800" b="1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m</a:t>
              </a:r>
              <a:r>
                <a:rPr lang="en-US" altLang="zh-CN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sz="2800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！</a:t>
              </a:r>
            </a:p>
          </p:txBody>
        </p:sp>
      </p:grpSp>
      <p:grpSp>
        <p:nvGrpSpPr>
          <p:cNvPr id="163" name="Group 42">
            <a:extLst>
              <a:ext uri="{FF2B5EF4-FFF2-40B4-BE49-F238E27FC236}">
                <a16:creationId xmlns:a16="http://schemas.microsoft.com/office/drawing/2014/main" id="{00985600-65E3-4EA9-AA06-EA0EFCB13566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5540375"/>
            <a:ext cx="3016250" cy="444500"/>
            <a:chOff x="2372" y="3490"/>
            <a:chExt cx="1471" cy="280"/>
          </a:xfrm>
        </p:grpSpPr>
        <p:sp>
          <p:nvSpPr>
            <p:cNvPr id="164" name="AutoShape 43" descr="棚架">
              <a:extLst>
                <a:ext uri="{FF2B5EF4-FFF2-40B4-BE49-F238E27FC236}">
                  <a16:creationId xmlns:a16="http://schemas.microsoft.com/office/drawing/2014/main" id="{6048ED17-0309-4E0B-8EF8-608ADDC0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2" y="3530"/>
              <a:ext cx="432" cy="240"/>
            </a:xfrm>
            <a:prstGeom prst="downArrow">
              <a:avLst>
                <a:gd name="adj1" fmla="val 50000"/>
                <a:gd name="adj2" fmla="val 25000"/>
              </a:avLst>
            </a:prstGeom>
            <a:blipFill dpi="0" rotWithShape="0">
              <a:blip r:embed="rId6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5" name="Text Box 44">
              <a:extLst>
                <a:ext uri="{FF2B5EF4-FFF2-40B4-BE49-F238E27FC236}">
                  <a16:creationId xmlns:a16="http://schemas.microsoft.com/office/drawing/2014/main" id="{312AA2FF-2EC5-4B2E-9777-6064DB36E8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1" y="3490"/>
              <a:ext cx="912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300" b="1">
                  <a:solidFill>
                    <a:srgbClr val="FF0000"/>
                  </a:solidFill>
                </a:rPr>
                <a:t>按</a:t>
              </a:r>
              <a:r>
                <a:rPr lang="en-US" altLang="zh-CN" sz="2300" b="1">
                  <a:solidFill>
                    <a:srgbClr val="FF0000"/>
                  </a:solidFill>
                </a:rPr>
                <a:t>m</a:t>
              </a:r>
              <a:r>
                <a:rPr lang="zh-CN" altLang="en-US" sz="2300" b="1">
                  <a:solidFill>
                    <a:srgbClr val="FF0000"/>
                  </a:solidFill>
                </a:rPr>
                <a:t>对</a:t>
              </a:r>
              <a:r>
                <a:rPr lang="en-US" altLang="zh-CN" sz="2300" b="1">
                  <a:solidFill>
                    <a:srgbClr val="FF0000"/>
                  </a:solidFill>
                </a:rPr>
                <a:t>a</a:t>
              </a:r>
              <a:r>
                <a:rPr lang="zh-CN" altLang="en-US" sz="2300" b="1">
                  <a:solidFill>
                    <a:srgbClr val="FF0000"/>
                  </a:solidFill>
                </a:rPr>
                <a:t>划分！</a:t>
              </a:r>
            </a:p>
          </p:txBody>
        </p:sp>
      </p:grpSp>
      <p:grpSp>
        <p:nvGrpSpPr>
          <p:cNvPr id="166" name="Group 45">
            <a:extLst>
              <a:ext uri="{FF2B5EF4-FFF2-40B4-BE49-F238E27FC236}">
                <a16:creationId xmlns:a16="http://schemas.microsoft.com/office/drawing/2014/main" id="{6E3A6CC8-3631-40F4-9677-FF6C37B34FC4}"/>
              </a:ext>
            </a:extLst>
          </p:cNvPr>
          <p:cNvGrpSpPr>
            <a:grpSpLocks/>
          </p:cNvGrpSpPr>
          <p:nvPr/>
        </p:nvGrpSpPr>
        <p:grpSpPr bwMode="auto">
          <a:xfrm>
            <a:off x="2474913" y="4308475"/>
            <a:ext cx="2630487" cy="427038"/>
            <a:chOff x="1559" y="2714"/>
            <a:chExt cx="1657" cy="269"/>
          </a:xfrm>
        </p:grpSpPr>
        <p:sp>
          <p:nvSpPr>
            <p:cNvPr id="167" name="Rectangle 46">
              <a:extLst>
                <a:ext uri="{FF2B5EF4-FFF2-40B4-BE49-F238E27FC236}">
                  <a16:creationId xmlns:a16="http://schemas.microsoft.com/office/drawing/2014/main" id="{21B61BEB-D0AA-4B4E-95EB-DF2ED19E7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784"/>
              <a:ext cx="1248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8" name="Text Box 47">
              <a:extLst>
                <a:ext uri="{FF2B5EF4-FFF2-40B4-BE49-F238E27FC236}">
                  <a16:creationId xmlns:a16="http://schemas.microsoft.com/office/drawing/2014/main" id="{E5BF5867-84E4-4CE8-A64B-C8D3C4855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9" y="2714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M:</a:t>
              </a:r>
            </a:p>
          </p:txBody>
        </p:sp>
      </p:grpSp>
      <p:grpSp>
        <p:nvGrpSpPr>
          <p:cNvPr id="169" name="Group 48">
            <a:extLst>
              <a:ext uri="{FF2B5EF4-FFF2-40B4-BE49-F238E27FC236}">
                <a16:creationId xmlns:a16="http://schemas.microsoft.com/office/drawing/2014/main" id="{D1D2FE26-90BD-432B-9870-3FF3DAEE048B}"/>
              </a:ext>
            </a:extLst>
          </p:cNvPr>
          <p:cNvGrpSpPr>
            <a:grpSpLocks/>
          </p:cNvGrpSpPr>
          <p:nvPr/>
        </p:nvGrpSpPr>
        <p:grpSpPr bwMode="auto">
          <a:xfrm>
            <a:off x="139700" y="2220913"/>
            <a:ext cx="8531225" cy="427037"/>
            <a:chOff x="88" y="1399"/>
            <a:chExt cx="5374" cy="269"/>
          </a:xfrm>
        </p:grpSpPr>
        <p:sp>
          <p:nvSpPr>
            <p:cNvPr id="170" name="Rectangle 49">
              <a:extLst>
                <a:ext uri="{FF2B5EF4-FFF2-40B4-BE49-F238E27FC236}">
                  <a16:creationId xmlns:a16="http://schemas.microsoft.com/office/drawing/2014/main" id="{AE9D834B-40C5-4868-8E43-4475E2EF5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88"/>
              <a:ext cx="5126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1" name="Text Box 50">
              <a:extLst>
                <a:ext uri="{FF2B5EF4-FFF2-40B4-BE49-F238E27FC236}">
                  <a16:creationId xmlns:a16="http://schemas.microsoft.com/office/drawing/2014/main" id="{2A9B1A84-79AD-425A-AAEA-A1D39E57EB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" y="1399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a:</a:t>
              </a:r>
            </a:p>
          </p:txBody>
        </p:sp>
      </p:grpSp>
      <p:grpSp>
        <p:nvGrpSpPr>
          <p:cNvPr id="172" name="Group 51">
            <a:extLst>
              <a:ext uri="{FF2B5EF4-FFF2-40B4-BE49-F238E27FC236}">
                <a16:creationId xmlns:a16="http://schemas.microsoft.com/office/drawing/2014/main" id="{6DE789BB-61AF-4899-B1A3-864C1C999E77}"/>
              </a:ext>
            </a:extLst>
          </p:cNvPr>
          <p:cNvGrpSpPr>
            <a:grpSpLocks/>
          </p:cNvGrpSpPr>
          <p:nvPr/>
        </p:nvGrpSpPr>
        <p:grpSpPr bwMode="auto">
          <a:xfrm>
            <a:off x="568325" y="2590800"/>
            <a:ext cx="7245350" cy="838200"/>
            <a:chOff x="358" y="1632"/>
            <a:chExt cx="4564" cy="528"/>
          </a:xfrm>
        </p:grpSpPr>
        <p:sp>
          <p:nvSpPr>
            <p:cNvPr id="173" name="Line 52">
              <a:extLst>
                <a:ext uri="{FF2B5EF4-FFF2-40B4-BE49-F238E27FC236}">
                  <a16:creationId xmlns:a16="http://schemas.microsoft.com/office/drawing/2014/main" id="{C4B4E551-F6E0-487E-8654-87D407B4D1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" y="1632"/>
              <a:ext cx="0" cy="48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" name="Line 53">
              <a:extLst>
                <a:ext uri="{FF2B5EF4-FFF2-40B4-BE49-F238E27FC236}">
                  <a16:creationId xmlns:a16="http://schemas.microsoft.com/office/drawing/2014/main" id="{15B57A22-478C-4D0B-B5E9-8735A9670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2" y="1632"/>
              <a:ext cx="0" cy="48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" name="Line 54">
              <a:extLst>
                <a:ext uri="{FF2B5EF4-FFF2-40B4-BE49-F238E27FC236}">
                  <a16:creationId xmlns:a16="http://schemas.microsoft.com/office/drawing/2014/main" id="{97773912-8696-4C43-9ED0-56F588D85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0" y="1632"/>
              <a:ext cx="0" cy="48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6" name="Line 55">
              <a:extLst>
                <a:ext uri="{FF2B5EF4-FFF2-40B4-BE49-F238E27FC236}">
                  <a16:creationId xmlns:a16="http://schemas.microsoft.com/office/drawing/2014/main" id="{38012845-882D-4359-816F-837E00449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1" y="1632"/>
              <a:ext cx="0" cy="48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" name="Line 56">
              <a:extLst>
                <a:ext uri="{FF2B5EF4-FFF2-40B4-BE49-F238E27FC236}">
                  <a16:creationId xmlns:a16="http://schemas.microsoft.com/office/drawing/2014/main" id="{C38DF018-9CE3-4D92-A647-AE3AAFA20C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3" y="1632"/>
              <a:ext cx="0" cy="480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Line 57">
              <a:extLst>
                <a:ext uri="{FF2B5EF4-FFF2-40B4-BE49-F238E27FC236}">
                  <a16:creationId xmlns:a16="http://schemas.microsoft.com/office/drawing/2014/main" id="{6BC3BC1D-0559-4D3D-B94B-0F4A9BE66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632"/>
              <a:ext cx="0" cy="52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9" name="Group 58">
            <a:extLst>
              <a:ext uri="{FF2B5EF4-FFF2-40B4-BE49-F238E27FC236}">
                <a16:creationId xmlns:a16="http://schemas.microsoft.com/office/drawing/2014/main" id="{DA7B6736-2F6A-4A25-BBA9-AAB903B8D3C1}"/>
              </a:ext>
            </a:extLst>
          </p:cNvPr>
          <p:cNvGrpSpPr>
            <a:grpSpLocks/>
          </p:cNvGrpSpPr>
          <p:nvPr/>
        </p:nvGrpSpPr>
        <p:grpSpPr bwMode="auto">
          <a:xfrm>
            <a:off x="158750" y="5938838"/>
            <a:ext cx="8528050" cy="427037"/>
            <a:chOff x="100" y="3741"/>
            <a:chExt cx="5372" cy="269"/>
          </a:xfrm>
        </p:grpSpPr>
        <p:sp>
          <p:nvSpPr>
            <p:cNvPr id="180" name="Rectangle 59" descr="蓝色砂纸">
              <a:extLst>
                <a:ext uri="{FF2B5EF4-FFF2-40B4-BE49-F238E27FC236}">
                  <a16:creationId xmlns:a16="http://schemas.microsoft.com/office/drawing/2014/main" id="{EFB6FBB8-1337-4545-B61B-CC4EF1226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" y="3840"/>
              <a:ext cx="1514" cy="144"/>
            </a:xfrm>
            <a:prstGeom prst="rect">
              <a:avLst/>
            </a:prstGeom>
            <a:blipFill dpi="0" rotWithShape="0">
              <a:blip r:embed="rId7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1" name="Rectangle 60" descr="绿色大理石">
              <a:extLst>
                <a:ext uri="{FF2B5EF4-FFF2-40B4-BE49-F238E27FC236}">
                  <a16:creationId xmlns:a16="http://schemas.microsoft.com/office/drawing/2014/main" id="{C6F27BAC-73CB-4324-9C59-6C7507288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840"/>
              <a:ext cx="1728" cy="144"/>
            </a:xfrm>
            <a:prstGeom prst="rect">
              <a:avLst/>
            </a:prstGeom>
            <a:blipFill dpi="0" rotWithShape="0">
              <a:blip r:embed="rId3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2" name="Rectangle 61" descr="紫色网格">
              <a:extLst>
                <a:ext uri="{FF2B5EF4-FFF2-40B4-BE49-F238E27FC236}">
                  <a16:creationId xmlns:a16="http://schemas.microsoft.com/office/drawing/2014/main" id="{35DAF7B6-9444-46D2-9A90-A63D92659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840"/>
              <a:ext cx="1872" cy="144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3" name="Text Box 62">
              <a:extLst>
                <a:ext uri="{FF2B5EF4-FFF2-40B4-BE49-F238E27FC236}">
                  <a16:creationId xmlns:a16="http://schemas.microsoft.com/office/drawing/2014/main" id="{8283D252-096F-4583-AAA2-9AB3CB305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" y="3741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a:</a:t>
              </a:r>
            </a:p>
          </p:txBody>
        </p:sp>
      </p:grpSp>
      <p:sp>
        <p:nvSpPr>
          <p:cNvPr id="184" name="Text Box 63">
            <a:extLst>
              <a:ext uri="{FF2B5EF4-FFF2-40B4-BE49-F238E27FC236}">
                <a16:creationId xmlns:a16="http://schemas.microsoft.com/office/drawing/2014/main" id="{4A4085F8-FEB0-4FB8-9181-DE40466B6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463" y="6343650"/>
            <a:ext cx="457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S1</a:t>
            </a:r>
          </a:p>
        </p:txBody>
      </p:sp>
      <p:sp>
        <p:nvSpPr>
          <p:cNvPr id="185" name="Text Box 64">
            <a:extLst>
              <a:ext uri="{FF2B5EF4-FFF2-40B4-BE49-F238E27FC236}">
                <a16:creationId xmlns:a16="http://schemas.microsoft.com/office/drawing/2014/main" id="{D632586C-1FDB-4BDC-A252-DF136181C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8300" y="6354763"/>
            <a:ext cx="381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S2</a:t>
            </a:r>
          </a:p>
        </p:txBody>
      </p:sp>
      <p:sp>
        <p:nvSpPr>
          <p:cNvPr id="186" name="Text Box 65">
            <a:extLst>
              <a:ext uri="{FF2B5EF4-FFF2-40B4-BE49-F238E27FC236}">
                <a16:creationId xmlns:a16="http://schemas.microsoft.com/office/drawing/2014/main" id="{3DBDA6E9-7497-41FA-80FB-3152A4322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4063" y="6324600"/>
            <a:ext cx="381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S3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 autoUpdateAnimBg="0"/>
      <p:bldP spid="184" grpId="0" autoUpdateAnimBg="0"/>
      <p:bldP spid="185" grpId="0" autoUpdateAnimBg="0"/>
      <p:bldP spid="186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1981200" y="106363"/>
            <a:ext cx="6705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int Select(k,  a,  n){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88925" y="533400"/>
            <a:ext cx="882015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if  (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n&lt;= r)        //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对某“足够”小正整数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r,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例如：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r=5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{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对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排序，并返回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a[k];   }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0" y="1752600"/>
            <a:ext cx="9144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49475" indent="-2149475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else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{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(1)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把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划分为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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n/r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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个、长度为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r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的“子数组”，并对各“子数组”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分别排序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；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71438" y="2819400"/>
            <a:ext cx="896461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49475" indent="-2149475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(2)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用上述排序后的各“子数组”的“中间”元素，构造数组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M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；</a:t>
            </a:r>
          </a:p>
        </p:txBody>
      </p:sp>
      <p:grpSp>
        <p:nvGrpSpPr>
          <p:cNvPr id="2" name="Group 6"/>
          <p:cNvGrpSpPr/>
          <p:nvPr/>
        </p:nvGrpSpPr>
        <p:grpSpPr bwMode="auto">
          <a:xfrm>
            <a:off x="34925" y="3886200"/>
            <a:ext cx="8893175" cy="1068388"/>
            <a:chOff x="0" y="2448"/>
            <a:chExt cx="5760" cy="681"/>
          </a:xfrm>
        </p:grpSpPr>
        <p:sp>
          <p:nvSpPr>
            <p:cNvPr id="83977" name="Text Box 7"/>
            <p:cNvSpPr txBox="1">
              <a:spLocks noChangeArrowheads="1"/>
            </p:cNvSpPr>
            <p:nvPr/>
          </p:nvSpPr>
          <p:spPr bwMode="auto">
            <a:xfrm>
              <a:off x="0" y="2448"/>
              <a:ext cx="5760" cy="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             (3)</a:t>
              </a:r>
              <a:r>
                <a:rPr lang="zh-CN" altLang="en-US" sz="28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递归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求出数组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的“中间”值元素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m,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即：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                      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     (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Select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(</a:t>
              </a:r>
              <a:r>
                <a:rPr lang="en-US" altLang="zh-CN" sz="2800" b="1" dirty="0">
                  <a:solidFill>
                    <a:srgbClr val="FF33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</a:t>
              </a:r>
              <a:r>
                <a:rPr lang="en-US" altLang="zh-CN" sz="2800" b="1" dirty="0">
                  <a:solidFill>
                    <a:srgbClr val="FF99FF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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n/r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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/2</a:t>
              </a:r>
              <a:r>
                <a:rPr lang="en-US" altLang="zh-CN" sz="2800" b="1" dirty="0">
                  <a:solidFill>
                    <a:srgbClr val="FF3300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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,  M,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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n/r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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);</a:t>
              </a:r>
            </a:p>
          </p:txBody>
        </p:sp>
        <p:sp>
          <p:nvSpPr>
            <p:cNvPr id="83978" name="Line 8"/>
            <p:cNvSpPr>
              <a:spLocks noChangeShapeType="1"/>
            </p:cNvSpPr>
            <p:nvPr/>
          </p:nvSpPr>
          <p:spPr bwMode="auto">
            <a:xfrm flipH="1">
              <a:off x="1610" y="302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42875" y="5084763"/>
            <a:ext cx="889317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976755" indent="-1976755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(4)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再以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m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为“基准”，把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数组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划分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为小于、等于、大于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m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的三个“子数组”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(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假设它们记为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S1, S2, S3);</a:t>
            </a:r>
          </a:p>
        </p:txBody>
      </p:sp>
      <p:sp>
        <p:nvSpPr>
          <p:cNvPr id="83976" name="Rectangle 10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76200" y="76200"/>
            <a:ext cx="1828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sz="2800" b="1">
                <a:solidFill>
                  <a:srgbClr val="FF3300"/>
                </a:solidFill>
              </a:rPr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算法描述 </a:t>
            </a:r>
            <a:endParaRPr lang="zh-CN" altLang="en-US">
              <a:solidFill>
                <a:srgbClr val="FF33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296A9C8C-EF80-4112-AF9A-832211110D3D}"/>
                  </a:ext>
                </a:extLst>
              </p14:cNvPr>
              <p14:cNvContentPartPr/>
              <p14:nvPr/>
            </p14:nvContentPartPr>
            <p14:xfrm>
              <a:off x="3763080" y="5425920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296A9C8C-EF80-4112-AF9A-832211110D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53720" y="541656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autoUpdateAnimBg="0"/>
      <p:bldP spid="48132" grpId="0" autoUpdateAnimBg="0"/>
      <p:bldP spid="48133" grpId="0" autoUpdateAnimBg="0"/>
      <p:bldP spid="48137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912813"/>
            <a:ext cx="9067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(5) if (k &lt;=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S1)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                {return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Select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( k, S1, S1)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；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}</a:t>
            </a:r>
            <a:endParaRPr lang="en-US" altLang="zh-CN" sz="2800" b="1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0" y="2132013"/>
            <a:ext cx="91440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else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 if  (k&lt;=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S1 + S2)  return m;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0" y="3349625"/>
            <a:ext cx="9144000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 else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               return (Select( k-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S1-S2, S3, S3) );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       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}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utoUpdateAnimBg="0"/>
      <p:bldP spid="49155" grpId="0" autoUpdateAnimBg="0"/>
      <p:bldP spid="49156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2">
            <a:extLst>
              <a:ext uri="{FF2B5EF4-FFF2-40B4-BE49-F238E27FC236}">
                <a16:creationId xmlns:a16="http://schemas.microsoft.com/office/drawing/2014/main" id="{282A8637-567B-483D-B5C7-B463A033C3BB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447800"/>
            <a:ext cx="8534400" cy="228600"/>
            <a:chOff x="240" y="288"/>
            <a:chExt cx="5376" cy="144"/>
          </a:xfrm>
        </p:grpSpPr>
        <p:sp>
          <p:nvSpPr>
            <p:cNvPr id="80" name="Rectangle 3">
              <a:extLst>
                <a:ext uri="{FF2B5EF4-FFF2-40B4-BE49-F238E27FC236}">
                  <a16:creationId xmlns:a16="http://schemas.microsoft.com/office/drawing/2014/main" id="{06288083-D82D-4F26-8C46-2F4CD6CE5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288"/>
              <a:ext cx="1008" cy="144"/>
            </a:xfrm>
            <a:prstGeom prst="rect">
              <a:avLst/>
            </a:prstGeom>
            <a:solidFill>
              <a:schemeClr val="tx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9E70710B-B7E2-406B-A756-971935ABD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88"/>
              <a:ext cx="1008" cy="144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44E5A8DC-BE8E-4234-BB43-D56ACFCA6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88"/>
              <a:ext cx="1008" cy="144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3" name="Rectangle 6">
              <a:extLst>
                <a:ext uri="{FF2B5EF4-FFF2-40B4-BE49-F238E27FC236}">
                  <a16:creationId xmlns:a16="http://schemas.microsoft.com/office/drawing/2014/main" id="{36E37D06-BCF4-41CB-96E0-727F0207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88"/>
              <a:ext cx="1008" cy="144"/>
            </a:xfrm>
            <a:prstGeom prst="rect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4" name="Rectangle 7">
              <a:extLst>
                <a:ext uri="{FF2B5EF4-FFF2-40B4-BE49-F238E27FC236}">
                  <a16:creationId xmlns:a16="http://schemas.microsoft.com/office/drawing/2014/main" id="{1823E2A3-284B-4005-9BDA-DD2FBF2F1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88"/>
              <a:ext cx="1008" cy="144"/>
            </a:xfrm>
            <a:prstGeom prst="rect">
              <a:avLst/>
            </a:prstGeom>
            <a:solidFill>
              <a:srgbClr val="FF99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5" name="Rectangle 8">
              <a:extLst>
                <a:ext uri="{FF2B5EF4-FFF2-40B4-BE49-F238E27FC236}">
                  <a16:creationId xmlns:a16="http://schemas.microsoft.com/office/drawing/2014/main" id="{D1FC8926-1F52-46CD-AB0D-453B0F2A0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288"/>
              <a:ext cx="336" cy="14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86" name="Oval 9">
            <a:extLst>
              <a:ext uri="{FF2B5EF4-FFF2-40B4-BE49-F238E27FC236}">
                <a16:creationId xmlns:a16="http://schemas.microsoft.com/office/drawing/2014/main" id="{9C17E43C-9D08-425D-841A-AB59E51EE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3035300"/>
            <a:ext cx="457200" cy="457200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7" name="Rectangle 10">
            <a:extLst>
              <a:ext uri="{FF2B5EF4-FFF2-40B4-BE49-F238E27FC236}">
                <a16:creationId xmlns:a16="http://schemas.microsoft.com/office/drawing/2014/main" id="{48716694-3C28-4B93-A911-B95E4389475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273425" y="3154363"/>
            <a:ext cx="1600200" cy="228600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8" name="Rectangle 11">
            <a:extLst>
              <a:ext uri="{FF2B5EF4-FFF2-40B4-BE49-F238E27FC236}">
                <a16:creationId xmlns:a16="http://schemas.microsoft.com/office/drawing/2014/main" id="{26002474-B1E6-4BC4-BD0D-5001AB1419F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475163" y="3154363"/>
            <a:ext cx="1600200" cy="2286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9" name="Rectangle 12">
            <a:extLst>
              <a:ext uri="{FF2B5EF4-FFF2-40B4-BE49-F238E27FC236}">
                <a16:creationId xmlns:a16="http://schemas.microsoft.com/office/drawing/2014/main" id="{AE9048C0-C82E-48DA-BDE7-6694E27915C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88988" y="3140075"/>
            <a:ext cx="1600200" cy="228600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0" name="Rectangle 13">
            <a:extLst>
              <a:ext uri="{FF2B5EF4-FFF2-40B4-BE49-F238E27FC236}">
                <a16:creationId xmlns:a16="http://schemas.microsoft.com/office/drawing/2014/main" id="{E76D2FFD-73BB-42D1-B896-7AF98F0A2DA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057400" y="3154363"/>
            <a:ext cx="1600200" cy="2286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1" name="Rectangle 14">
            <a:extLst>
              <a:ext uri="{FF2B5EF4-FFF2-40B4-BE49-F238E27FC236}">
                <a16:creationId xmlns:a16="http://schemas.microsoft.com/office/drawing/2014/main" id="{80FF702B-E160-4ED3-8915-7FE8B1D89FC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5743575" y="3154363"/>
            <a:ext cx="1600200" cy="228600"/>
          </a:xfrm>
          <a:prstGeom prst="rect">
            <a:avLst/>
          </a:prstGeom>
          <a:solidFill>
            <a:srgbClr val="FF99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" name="Rectangle 15">
            <a:extLst>
              <a:ext uri="{FF2B5EF4-FFF2-40B4-BE49-F238E27FC236}">
                <a16:creationId xmlns:a16="http://schemas.microsoft.com/office/drawing/2014/main" id="{BD6FB5B7-19F9-4DDB-8851-0D434D64852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562850" y="2620963"/>
            <a:ext cx="533400" cy="22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3" name="Rectangle 16">
            <a:extLst>
              <a:ext uri="{FF2B5EF4-FFF2-40B4-BE49-F238E27FC236}">
                <a16:creationId xmlns:a16="http://schemas.microsoft.com/office/drawing/2014/main" id="{A35A4236-CDD1-438E-B373-715C6EC02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154363"/>
            <a:ext cx="5562600" cy="22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4" name="Text Box 17">
            <a:extLst>
              <a:ext uri="{FF2B5EF4-FFF2-40B4-BE49-F238E27FC236}">
                <a16:creationId xmlns:a16="http://schemas.microsoft.com/office/drawing/2014/main" id="{27714659-5AAB-4B3D-8AC9-CE28B7381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" y="3032125"/>
            <a:ext cx="685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M:</a:t>
            </a:r>
          </a:p>
        </p:txBody>
      </p:sp>
      <p:grpSp>
        <p:nvGrpSpPr>
          <p:cNvPr id="95" name="Group 18">
            <a:extLst>
              <a:ext uri="{FF2B5EF4-FFF2-40B4-BE49-F238E27FC236}">
                <a16:creationId xmlns:a16="http://schemas.microsoft.com/office/drawing/2014/main" id="{37533689-77CB-44DC-9849-AB303AC0EA66}"/>
              </a:ext>
            </a:extLst>
          </p:cNvPr>
          <p:cNvGrpSpPr>
            <a:grpSpLocks/>
          </p:cNvGrpSpPr>
          <p:nvPr/>
        </p:nvGrpSpPr>
        <p:grpSpPr bwMode="auto">
          <a:xfrm>
            <a:off x="842963" y="3430588"/>
            <a:ext cx="6507162" cy="468312"/>
            <a:chOff x="531" y="1518"/>
            <a:chExt cx="4099" cy="295"/>
          </a:xfrm>
        </p:grpSpPr>
        <p:sp>
          <p:nvSpPr>
            <p:cNvPr id="96" name="Line 19">
              <a:extLst>
                <a:ext uri="{FF2B5EF4-FFF2-40B4-BE49-F238E27FC236}">
                  <a16:creationId xmlns:a16="http://schemas.microsoft.com/office/drawing/2014/main" id="{FB2E961D-7770-40BF-84B9-18FCB7500A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680"/>
              <a:ext cx="35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97" name="Text Box 20">
              <a:extLst>
                <a:ext uri="{FF2B5EF4-FFF2-40B4-BE49-F238E27FC236}">
                  <a16:creationId xmlns:a16="http://schemas.microsoft.com/office/drawing/2014/main" id="{59E6FD61-2248-4F5E-9F4E-DE4BA2882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" y="1544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tx1"/>
                  </a:solidFill>
                </a:rPr>
                <a:t>小</a:t>
              </a:r>
            </a:p>
          </p:txBody>
        </p:sp>
        <p:sp>
          <p:nvSpPr>
            <p:cNvPr id="98" name="Text Box 21">
              <a:extLst>
                <a:ext uri="{FF2B5EF4-FFF2-40B4-BE49-F238E27FC236}">
                  <a16:creationId xmlns:a16="http://schemas.microsoft.com/office/drawing/2014/main" id="{C2157A99-FE99-4B6C-9BAF-CC589B66C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2" y="1518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tx1"/>
                  </a:solidFill>
                </a:rPr>
                <a:t>大</a:t>
              </a:r>
            </a:p>
          </p:txBody>
        </p:sp>
      </p:grpSp>
      <p:grpSp>
        <p:nvGrpSpPr>
          <p:cNvPr id="99" name="Group 22">
            <a:extLst>
              <a:ext uri="{FF2B5EF4-FFF2-40B4-BE49-F238E27FC236}">
                <a16:creationId xmlns:a16="http://schemas.microsoft.com/office/drawing/2014/main" id="{CD52981A-FD8E-4A5E-8AA7-6694A581E3B9}"/>
              </a:ext>
            </a:extLst>
          </p:cNvPr>
          <p:cNvGrpSpPr>
            <a:grpSpLocks/>
          </p:cNvGrpSpPr>
          <p:nvPr/>
        </p:nvGrpSpPr>
        <p:grpSpPr bwMode="auto">
          <a:xfrm>
            <a:off x="314325" y="2011363"/>
            <a:ext cx="568325" cy="2484437"/>
            <a:chOff x="198" y="624"/>
            <a:chExt cx="358" cy="1565"/>
          </a:xfrm>
        </p:grpSpPr>
        <p:sp>
          <p:nvSpPr>
            <p:cNvPr id="100" name="Line 23">
              <a:extLst>
                <a:ext uri="{FF2B5EF4-FFF2-40B4-BE49-F238E27FC236}">
                  <a16:creationId xmlns:a16="http://schemas.microsoft.com/office/drawing/2014/main" id="{63F4CBA0-1272-40C9-A641-8C9E4E4B9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912"/>
              <a:ext cx="0" cy="100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Text Box 24">
              <a:extLst>
                <a:ext uri="{FF2B5EF4-FFF2-40B4-BE49-F238E27FC236}">
                  <a16:creationId xmlns:a16="http://schemas.microsoft.com/office/drawing/2014/main" id="{0D5B52B9-3895-464F-AA6C-439D140542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" y="1920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tx1"/>
                  </a:solidFill>
                </a:rPr>
                <a:t>大</a:t>
              </a:r>
            </a:p>
          </p:txBody>
        </p:sp>
        <p:sp>
          <p:nvSpPr>
            <p:cNvPr id="102" name="Text Box 25">
              <a:extLst>
                <a:ext uri="{FF2B5EF4-FFF2-40B4-BE49-F238E27FC236}">
                  <a16:creationId xmlns:a16="http://schemas.microsoft.com/office/drawing/2014/main" id="{CFCF2D9C-7C79-464A-A1FD-FC1D69C44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" y="624"/>
              <a:ext cx="336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chemeClr val="tx1"/>
                  </a:solidFill>
                </a:rPr>
                <a:t>小</a:t>
              </a:r>
            </a:p>
          </p:txBody>
        </p:sp>
      </p:grpSp>
      <p:sp>
        <p:nvSpPr>
          <p:cNvPr id="103" name="Rectangle 26">
            <a:extLst>
              <a:ext uri="{FF2B5EF4-FFF2-40B4-BE49-F238E27FC236}">
                <a16:creationId xmlns:a16="http://schemas.microsoft.com/office/drawing/2014/main" id="{559D1E0B-9588-4E28-9EA0-FF67BDDAF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316163"/>
            <a:ext cx="3352800" cy="1143000"/>
          </a:xfrm>
          <a:prstGeom prst="rect">
            <a:avLst/>
          </a:prstGeom>
          <a:noFill/>
          <a:ln w="2857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" name="Rectangle 27">
            <a:extLst>
              <a:ext uri="{FF2B5EF4-FFF2-40B4-BE49-F238E27FC236}">
                <a16:creationId xmlns:a16="http://schemas.microsoft.com/office/drawing/2014/main" id="{D47E03E1-7C33-4981-B4C5-52C6DBBAB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001963"/>
            <a:ext cx="3200400" cy="1219200"/>
          </a:xfrm>
          <a:prstGeom prst="rect">
            <a:avLst/>
          </a:prstGeom>
          <a:noFill/>
          <a:ln w="2857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5" name="Text Box 28">
            <a:extLst>
              <a:ext uri="{FF2B5EF4-FFF2-40B4-BE49-F238E27FC236}">
                <a16:creationId xmlns:a16="http://schemas.microsoft.com/office/drawing/2014/main" id="{BFF580A5-C990-43F9-8752-3DAAD66CE0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745163"/>
            <a:ext cx="1219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1"/>
                </a:solidFill>
              </a:rPr>
              <a:t>  T(n) </a:t>
            </a:r>
            <a:r>
              <a:rPr lang="en-US" altLang="zh-CN" sz="2800" b="1">
                <a:solidFill>
                  <a:schemeClr val="tx1"/>
                </a:solidFill>
                <a:sym typeface="Symbol" panose="05050102010706020507" pitchFamily="18" charset="2"/>
              </a:rPr>
              <a:t></a:t>
            </a:r>
            <a:endParaRPr lang="en-US" altLang="zh-CN" sz="2800" b="1">
              <a:solidFill>
                <a:schemeClr val="tx1"/>
              </a:solidFill>
            </a:endParaRPr>
          </a:p>
        </p:txBody>
      </p:sp>
      <p:sp>
        <p:nvSpPr>
          <p:cNvPr id="106" name="AutoShape 29">
            <a:extLst>
              <a:ext uri="{FF2B5EF4-FFF2-40B4-BE49-F238E27FC236}">
                <a16:creationId xmlns:a16="http://schemas.microsoft.com/office/drawing/2014/main" id="{D2212076-5EAB-439C-A9C3-6E89D4C733E4}"/>
              </a:ext>
            </a:extLst>
          </p:cNvPr>
          <p:cNvSpPr>
            <a:spLocks/>
          </p:cNvSpPr>
          <p:nvPr/>
        </p:nvSpPr>
        <p:spPr bwMode="auto">
          <a:xfrm>
            <a:off x="1524000" y="5584825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07" name="Group 30">
            <a:extLst>
              <a:ext uri="{FF2B5EF4-FFF2-40B4-BE49-F238E27FC236}">
                <a16:creationId xmlns:a16="http://schemas.microsoft.com/office/drawing/2014/main" id="{1E1BCA43-8A66-4B95-8DAA-E7D23B410428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5184775"/>
            <a:ext cx="5943600" cy="850900"/>
            <a:chOff x="1056" y="2318"/>
            <a:chExt cx="3744" cy="536"/>
          </a:xfrm>
        </p:grpSpPr>
        <p:sp>
          <p:nvSpPr>
            <p:cNvPr id="108" name="Text Box 31">
              <a:extLst>
                <a:ext uri="{FF2B5EF4-FFF2-40B4-BE49-F238E27FC236}">
                  <a16:creationId xmlns:a16="http://schemas.microsoft.com/office/drawing/2014/main" id="{5CE5FA4E-5750-4969-A685-3E00292DB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448"/>
              <a:ext cx="37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T(     n)  +  T(     n)  +  cn           (n&gt;&gt; 5)</a:t>
              </a:r>
            </a:p>
          </p:txBody>
        </p:sp>
        <p:sp>
          <p:nvSpPr>
            <p:cNvPr id="109" name="Line 32">
              <a:extLst>
                <a:ext uri="{FF2B5EF4-FFF2-40B4-BE49-F238E27FC236}">
                  <a16:creationId xmlns:a16="http://schemas.microsoft.com/office/drawing/2014/main" id="{4DF3A6B3-97D1-44C1-83E7-CE914ECBE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59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Text Box 33">
              <a:extLst>
                <a:ext uri="{FF2B5EF4-FFF2-40B4-BE49-F238E27FC236}">
                  <a16:creationId xmlns:a16="http://schemas.microsoft.com/office/drawing/2014/main" id="{36705793-001E-4373-A02C-C418C22669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574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11" name="Text Box 34">
              <a:extLst>
                <a:ext uri="{FF2B5EF4-FFF2-40B4-BE49-F238E27FC236}">
                  <a16:creationId xmlns:a16="http://schemas.microsoft.com/office/drawing/2014/main" id="{72D3AEE6-5C49-47C8-B782-C8C2DC0A2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8" y="2318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2" name="Line 35">
              <a:extLst>
                <a:ext uri="{FF2B5EF4-FFF2-40B4-BE49-F238E27FC236}">
                  <a16:creationId xmlns:a16="http://schemas.microsoft.com/office/drawing/2014/main" id="{146F3E14-90E3-49DF-BF13-D1D767668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614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Text Box 36">
              <a:extLst>
                <a:ext uri="{FF2B5EF4-FFF2-40B4-BE49-F238E27FC236}">
                  <a16:creationId xmlns:a16="http://schemas.microsoft.com/office/drawing/2014/main" id="{2F02C404-A1B2-48F9-A10D-B19C94C54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9" y="2585"/>
              <a:ext cx="2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14" name="Text Box 37">
              <a:extLst>
                <a:ext uri="{FF2B5EF4-FFF2-40B4-BE49-F238E27FC236}">
                  <a16:creationId xmlns:a16="http://schemas.microsoft.com/office/drawing/2014/main" id="{D54F9AAC-B615-425C-BB58-A19FDC5D7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4" y="2352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115" name="Group 38">
            <a:extLst>
              <a:ext uri="{FF2B5EF4-FFF2-40B4-BE49-F238E27FC236}">
                <a16:creationId xmlns:a16="http://schemas.microsoft.com/office/drawing/2014/main" id="{CB5A0FD6-C3C5-4612-91F1-35CE44D05C4F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6019800"/>
            <a:ext cx="5237163" cy="441325"/>
            <a:chOff x="1056" y="2854"/>
            <a:chExt cx="3299" cy="278"/>
          </a:xfrm>
        </p:grpSpPr>
        <p:sp>
          <p:nvSpPr>
            <p:cNvPr id="116" name="Text Box 39">
              <a:extLst>
                <a:ext uri="{FF2B5EF4-FFF2-40B4-BE49-F238E27FC236}">
                  <a16:creationId xmlns:a16="http://schemas.microsoft.com/office/drawing/2014/main" id="{DE97A28A-7F81-47F6-9273-28B367E805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863"/>
              <a:ext cx="168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cn        (n </a:t>
              </a:r>
              <a:r>
                <a:rPr lang="en-US" altLang="zh-CN" sz="2800" b="1">
                  <a:solidFill>
                    <a:schemeClr val="tx1"/>
                  </a:solidFill>
                  <a:sym typeface="Symbol" panose="05050102010706020507" pitchFamily="18" charset="2"/>
                </a:rPr>
                <a:t>  5)</a:t>
              </a:r>
              <a:endParaRPr lang="en-US" altLang="zh-CN" sz="2800" b="1">
                <a:solidFill>
                  <a:schemeClr val="tx1"/>
                </a:solidFill>
              </a:endParaRPr>
            </a:p>
          </p:txBody>
        </p:sp>
        <p:sp>
          <p:nvSpPr>
            <p:cNvPr id="117" name="Text Box 40">
              <a:extLst>
                <a:ext uri="{FF2B5EF4-FFF2-40B4-BE49-F238E27FC236}">
                  <a16:creationId xmlns:a16="http://schemas.microsoft.com/office/drawing/2014/main" id="{6165A7A1-5BC6-4922-B49A-F51768D77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" y="2854"/>
              <a:ext cx="115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solidFill>
                    <a:schemeClr val="tx1"/>
                  </a:solidFill>
                </a:rPr>
                <a:t>(</a:t>
              </a:r>
              <a:r>
                <a:rPr lang="zh-CN" altLang="en-US" sz="2800" b="1">
                  <a:solidFill>
                    <a:schemeClr val="tx1"/>
                  </a:solidFill>
                </a:rPr>
                <a:t>设：</a:t>
              </a:r>
              <a:r>
                <a:rPr lang="en-US" altLang="zh-CN" sz="2800" b="1">
                  <a:solidFill>
                    <a:schemeClr val="tx1"/>
                  </a:solidFill>
                </a:rPr>
                <a:t>r = 5)</a:t>
              </a:r>
            </a:p>
          </p:txBody>
        </p:sp>
      </p:grpSp>
      <p:grpSp>
        <p:nvGrpSpPr>
          <p:cNvPr id="118" name="Group 47">
            <a:extLst>
              <a:ext uri="{FF2B5EF4-FFF2-40B4-BE49-F238E27FC236}">
                <a16:creationId xmlns:a16="http://schemas.microsoft.com/office/drawing/2014/main" id="{F1C30373-58D4-4CCF-B032-ACDFCE2F2E25}"/>
              </a:ext>
            </a:extLst>
          </p:cNvPr>
          <p:cNvGrpSpPr>
            <a:grpSpLocks/>
          </p:cNvGrpSpPr>
          <p:nvPr/>
        </p:nvGrpSpPr>
        <p:grpSpPr bwMode="auto">
          <a:xfrm>
            <a:off x="1481138" y="2528888"/>
            <a:ext cx="228600" cy="1524000"/>
            <a:chOff x="4992" y="2880"/>
            <a:chExt cx="144" cy="960"/>
          </a:xfrm>
        </p:grpSpPr>
        <p:sp>
          <p:nvSpPr>
            <p:cNvPr id="119" name="Oval 42">
              <a:extLst>
                <a:ext uri="{FF2B5EF4-FFF2-40B4-BE49-F238E27FC236}">
                  <a16:creationId xmlns:a16="http://schemas.microsoft.com/office/drawing/2014/main" id="{D411E19E-F5D2-4D04-88B4-B13D45A9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880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0" name="Oval 43">
              <a:extLst>
                <a:ext uri="{FF2B5EF4-FFF2-40B4-BE49-F238E27FC236}">
                  <a16:creationId xmlns:a16="http://schemas.microsoft.com/office/drawing/2014/main" id="{E0BC66A1-7C55-4486-B9B3-B29F5A945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072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1" name="Oval 44">
              <a:extLst>
                <a:ext uri="{FF2B5EF4-FFF2-40B4-BE49-F238E27FC236}">
                  <a16:creationId xmlns:a16="http://schemas.microsoft.com/office/drawing/2014/main" id="{B2A85FDB-BE4F-48E8-8C8E-1E22FAD01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64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2" name="Oval 45">
              <a:extLst>
                <a:ext uri="{FF2B5EF4-FFF2-40B4-BE49-F238E27FC236}">
                  <a16:creationId xmlns:a16="http://schemas.microsoft.com/office/drawing/2014/main" id="{EFF97DD9-3E9F-40BC-9BEE-E5069A461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5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" name="Oval 46">
              <a:extLst>
                <a:ext uri="{FF2B5EF4-FFF2-40B4-BE49-F238E27FC236}">
                  <a16:creationId xmlns:a16="http://schemas.microsoft.com/office/drawing/2014/main" id="{DF734CC7-DE90-4BC1-835F-9C4D380DD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69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24" name="Group 48">
            <a:extLst>
              <a:ext uri="{FF2B5EF4-FFF2-40B4-BE49-F238E27FC236}">
                <a16:creationId xmlns:a16="http://schemas.microsoft.com/office/drawing/2014/main" id="{D9912308-470D-4CB9-A910-796852FA0E86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528888"/>
            <a:ext cx="228600" cy="1524000"/>
            <a:chOff x="4992" y="2880"/>
            <a:chExt cx="144" cy="960"/>
          </a:xfrm>
        </p:grpSpPr>
        <p:sp>
          <p:nvSpPr>
            <p:cNvPr id="125" name="Oval 49">
              <a:extLst>
                <a:ext uri="{FF2B5EF4-FFF2-40B4-BE49-F238E27FC236}">
                  <a16:creationId xmlns:a16="http://schemas.microsoft.com/office/drawing/2014/main" id="{54A47353-22E3-4289-8145-802008082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880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6" name="Oval 50">
              <a:extLst>
                <a:ext uri="{FF2B5EF4-FFF2-40B4-BE49-F238E27FC236}">
                  <a16:creationId xmlns:a16="http://schemas.microsoft.com/office/drawing/2014/main" id="{F17FA15D-4A29-4DE9-9954-835F23CA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072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7" name="Oval 51">
              <a:extLst>
                <a:ext uri="{FF2B5EF4-FFF2-40B4-BE49-F238E27FC236}">
                  <a16:creationId xmlns:a16="http://schemas.microsoft.com/office/drawing/2014/main" id="{AA3A3CDD-62BC-4676-94AF-47B8895B1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64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8" name="Oval 52">
              <a:extLst>
                <a:ext uri="{FF2B5EF4-FFF2-40B4-BE49-F238E27FC236}">
                  <a16:creationId xmlns:a16="http://schemas.microsoft.com/office/drawing/2014/main" id="{BA48C7ED-A506-4B63-9B4B-0F9131ABD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5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9" name="Oval 53">
              <a:extLst>
                <a:ext uri="{FF2B5EF4-FFF2-40B4-BE49-F238E27FC236}">
                  <a16:creationId xmlns:a16="http://schemas.microsoft.com/office/drawing/2014/main" id="{05C457DD-412E-4B92-913D-517B5E20D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69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0" name="Group 54">
            <a:extLst>
              <a:ext uri="{FF2B5EF4-FFF2-40B4-BE49-F238E27FC236}">
                <a16:creationId xmlns:a16="http://schemas.microsoft.com/office/drawing/2014/main" id="{B58A5EFF-CC44-4FF2-876A-572D44AB48A8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528888"/>
            <a:ext cx="228600" cy="1524000"/>
            <a:chOff x="4992" y="2880"/>
            <a:chExt cx="144" cy="960"/>
          </a:xfrm>
        </p:grpSpPr>
        <p:sp>
          <p:nvSpPr>
            <p:cNvPr id="131" name="Oval 55">
              <a:extLst>
                <a:ext uri="{FF2B5EF4-FFF2-40B4-BE49-F238E27FC236}">
                  <a16:creationId xmlns:a16="http://schemas.microsoft.com/office/drawing/2014/main" id="{65B28AC2-DAEB-4052-9178-5DF179526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880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2" name="Oval 56">
              <a:extLst>
                <a:ext uri="{FF2B5EF4-FFF2-40B4-BE49-F238E27FC236}">
                  <a16:creationId xmlns:a16="http://schemas.microsoft.com/office/drawing/2014/main" id="{6E9D965D-52EB-4BC8-883F-0947A7F66F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072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" name="Oval 57">
              <a:extLst>
                <a:ext uri="{FF2B5EF4-FFF2-40B4-BE49-F238E27FC236}">
                  <a16:creationId xmlns:a16="http://schemas.microsoft.com/office/drawing/2014/main" id="{8FEC8226-B00E-4D00-8676-D0015F5CB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64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4" name="Oval 58">
              <a:extLst>
                <a:ext uri="{FF2B5EF4-FFF2-40B4-BE49-F238E27FC236}">
                  <a16:creationId xmlns:a16="http://schemas.microsoft.com/office/drawing/2014/main" id="{C706C9B8-C499-4C2E-AD9F-A670C2B4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5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5" name="Oval 59">
              <a:extLst>
                <a:ext uri="{FF2B5EF4-FFF2-40B4-BE49-F238E27FC236}">
                  <a16:creationId xmlns:a16="http://schemas.microsoft.com/office/drawing/2014/main" id="{AF7FE201-EEB6-4539-A480-A3B86877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69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6" name="Group 60">
            <a:extLst>
              <a:ext uri="{FF2B5EF4-FFF2-40B4-BE49-F238E27FC236}">
                <a16:creationId xmlns:a16="http://schemas.microsoft.com/office/drawing/2014/main" id="{33BA42B7-5331-4EA6-A61B-461AB93FDC43}"/>
              </a:ext>
            </a:extLst>
          </p:cNvPr>
          <p:cNvGrpSpPr>
            <a:grpSpLocks/>
          </p:cNvGrpSpPr>
          <p:nvPr/>
        </p:nvGrpSpPr>
        <p:grpSpPr bwMode="auto">
          <a:xfrm>
            <a:off x="5160963" y="2501900"/>
            <a:ext cx="228600" cy="1524000"/>
            <a:chOff x="4992" y="2880"/>
            <a:chExt cx="144" cy="960"/>
          </a:xfrm>
        </p:grpSpPr>
        <p:sp>
          <p:nvSpPr>
            <p:cNvPr id="137" name="Oval 61">
              <a:extLst>
                <a:ext uri="{FF2B5EF4-FFF2-40B4-BE49-F238E27FC236}">
                  <a16:creationId xmlns:a16="http://schemas.microsoft.com/office/drawing/2014/main" id="{CA4D94A7-DE21-4E7D-977D-699FF5A1F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880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8" name="Oval 62">
              <a:extLst>
                <a:ext uri="{FF2B5EF4-FFF2-40B4-BE49-F238E27FC236}">
                  <a16:creationId xmlns:a16="http://schemas.microsoft.com/office/drawing/2014/main" id="{17D0B3F4-4069-4B66-B5BD-F5485BA86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072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9" name="Oval 63">
              <a:extLst>
                <a:ext uri="{FF2B5EF4-FFF2-40B4-BE49-F238E27FC236}">
                  <a16:creationId xmlns:a16="http://schemas.microsoft.com/office/drawing/2014/main" id="{13C75042-A045-4A9A-907D-3287D67B0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64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0" name="Oval 64">
              <a:extLst>
                <a:ext uri="{FF2B5EF4-FFF2-40B4-BE49-F238E27FC236}">
                  <a16:creationId xmlns:a16="http://schemas.microsoft.com/office/drawing/2014/main" id="{DE958065-BEB6-4F31-A390-D31C85C18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5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1" name="Oval 65">
              <a:extLst>
                <a:ext uri="{FF2B5EF4-FFF2-40B4-BE49-F238E27FC236}">
                  <a16:creationId xmlns:a16="http://schemas.microsoft.com/office/drawing/2014/main" id="{0A33A1A1-F0AA-410E-ADE4-E6715D502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69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2" name="Group 66">
            <a:extLst>
              <a:ext uri="{FF2B5EF4-FFF2-40B4-BE49-F238E27FC236}">
                <a16:creationId xmlns:a16="http://schemas.microsoft.com/office/drawing/2014/main" id="{CFA0117E-8CCF-4198-8D1C-390B26E72AFD}"/>
              </a:ext>
            </a:extLst>
          </p:cNvPr>
          <p:cNvGrpSpPr>
            <a:grpSpLocks/>
          </p:cNvGrpSpPr>
          <p:nvPr/>
        </p:nvGrpSpPr>
        <p:grpSpPr bwMode="auto">
          <a:xfrm>
            <a:off x="6426200" y="2493963"/>
            <a:ext cx="228600" cy="1524000"/>
            <a:chOff x="4992" y="2880"/>
            <a:chExt cx="144" cy="960"/>
          </a:xfrm>
        </p:grpSpPr>
        <p:sp>
          <p:nvSpPr>
            <p:cNvPr id="143" name="Oval 67">
              <a:extLst>
                <a:ext uri="{FF2B5EF4-FFF2-40B4-BE49-F238E27FC236}">
                  <a16:creationId xmlns:a16="http://schemas.microsoft.com/office/drawing/2014/main" id="{5BD91E36-BC91-4D0C-BB6D-BF8FFEED2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2880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4" name="Oval 68">
              <a:extLst>
                <a:ext uri="{FF2B5EF4-FFF2-40B4-BE49-F238E27FC236}">
                  <a16:creationId xmlns:a16="http://schemas.microsoft.com/office/drawing/2014/main" id="{68246B96-64CE-42DF-BC45-3D7E0300B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072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5" name="Oval 69">
              <a:extLst>
                <a:ext uri="{FF2B5EF4-FFF2-40B4-BE49-F238E27FC236}">
                  <a16:creationId xmlns:a16="http://schemas.microsoft.com/office/drawing/2014/main" id="{DA5CB68C-573B-4EC0-B2B2-7456AB7A3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64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6" name="Oval 70">
              <a:extLst>
                <a:ext uri="{FF2B5EF4-FFF2-40B4-BE49-F238E27FC236}">
                  <a16:creationId xmlns:a16="http://schemas.microsoft.com/office/drawing/2014/main" id="{919D06E9-867E-48FC-B75D-F8E2F1465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45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7" name="Oval 71">
              <a:extLst>
                <a:ext uri="{FF2B5EF4-FFF2-40B4-BE49-F238E27FC236}">
                  <a16:creationId xmlns:a16="http://schemas.microsoft.com/office/drawing/2014/main" id="{8015384E-88E7-41C3-A6BF-6D569482E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696"/>
              <a:ext cx="144" cy="14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48" name="Text Box 72">
            <a:extLst>
              <a:ext uri="{FF2B5EF4-FFF2-40B4-BE49-F238E27FC236}">
                <a16:creationId xmlns:a16="http://schemas.microsoft.com/office/drawing/2014/main" id="{AB4FB379-635D-4D62-9975-F6AC83AFA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86288"/>
            <a:ext cx="8077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注意：两个子数组</a:t>
            </a:r>
            <a:r>
              <a:rPr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</a:t>
            </a:r>
            <a:r>
              <a:rPr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分别至多有  </a:t>
            </a:r>
            <a:r>
              <a:rPr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3n/4</a:t>
            </a:r>
            <a:r>
              <a:rPr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个元素 </a:t>
            </a:r>
          </a:p>
        </p:txBody>
      </p:sp>
      <p:sp>
        <p:nvSpPr>
          <p:cNvPr id="149" name="AutoShape 74">
            <a:extLst>
              <a:ext uri="{FF2B5EF4-FFF2-40B4-BE49-F238E27FC236}">
                <a16:creationId xmlns:a16="http://schemas.microsoft.com/office/drawing/2014/main" id="{BF6713C1-8E8C-4368-876C-37C6B9B7C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5791200"/>
            <a:ext cx="2057400" cy="914400"/>
          </a:xfrm>
          <a:prstGeom prst="wedgeRoundRectCallout">
            <a:avLst>
              <a:gd name="adj1" fmla="val -65431"/>
              <a:gd name="adj2" fmla="val -45833"/>
              <a:gd name="adj3" fmla="val 16667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10800" rIns="0" bIns="10800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可以调整，没采用书上的</a:t>
            </a:r>
            <a:r>
              <a:rPr lang="en-US" altLang="zh-CN" sz="2400" b="1" dirty="0">
                <a:solidFill>
                  <a:srgbClr val="FF0000"/>
                </a:solidFill>
                <a:ea typeface="楷体_GB2312" panose="02010609030101010101" pitchFamily="49" charset="-122"/>
              </a:rPr>
              <a:t>75</a:t>
            </a:r>
          </a:p>
        </p:txBody>
      </p:sp>
      <p:sp>
        <p:nvSpPr>
          <p:cNvPr id="150" name="AutoShape 78">
            <a:extLst>
              <a:ext uri="{FF2B5EF4-FFF2-40B4-BE49-F238E27FC236}">
                <a16:creationId xmlns:a16="http://schemas.microsoft.com/office/drawing/2014/main" id="{120EEA9B-0104-4486-8508-69433A56B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57200"/>
            <a:ext cx="3657600" cy="447675"/>
          </a:xfrm>
          <a:prstGeom prst="wedgeRoundRectCallout">
            <a:avLst>
              <a:gd name="adj1" fmla="val -76218"/>
              <a:gd name="adj2" fmla="val 156384"/>
              <a:gd name="adj3" fmla="val 16667"/>
            </a:avLst>
          </a:prstGeom>
          <a:solidFill>
            <a:srgbClr val="FFFF66"/>
          </a:solidFill>
          <a:ln w="28575">
            <a:solidFill>
              <a:srgbClr val="FFCC00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tx1"/>
                </a:solidFill>
              </a:rPr>
              <a:t>对各“子表”</a:t>
            </a:r>
            <a:r>
              <a:rPr lang="zh-CN" altLang="en-US" sz="2400" b="1"/>
              <a:t>分别排序</a:t>
            </a:r>
          </a:p>
        </p:txBody>
      </p:sp>
      <p:sp>
        <p:nvSpPr>
          <p:cNvPr id="151" name="AutoShape 79">
            <a:extLst>
              <a:ext uri="{FF2B5EF4-FFF2-40B4-BE49-F238E27FC236}">
                <a16:creationId xmlns:a16="http://schemas.microsoft.com/office/drawing/2014/main" id="{91248863-4146-437C-B3FD-191D34AA7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3429000" cy="447675"/>
          </a:xfrm>
          <a:prstGeom prst="wedgeRoundRectCallout">
            <a:avLst>
              <a:gd name="adj1" fmla="val 19630"/>
              <a:gd name="adj2" fmla="val 243583"/>
              <a:gd name="adj3" fmla="val 16667"/>
            </a:avLst>
          </a:prstGeom>
          <a:solidFill>
            <a:srgbClr val="FFFF66"/>
          </a:solidFill>
          <a:ln w="28575">
            <a:solidFill>
              <a:srgbClr val="FFCC00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0000CC"/>
                </a:solidFill>
              </a:rPr>
              <a:t>构造“中间”元素表</a:t>
            </a:r>
            <a:r>
              <a:rPr lang="en-US" altLang="zh-CN" sz="2400" b="1" dirty="0">
                <a:solidFill>
                  <a:srgbClr val="0000CC"/>
                </a:solidFill>
              </a:rPr>
              <a:t>M</a:t>
            </a:r>
          </a:p>
        </p:txBody>
      </p:sp>
      <p:sp>
        <p:nvSpPr>
          <p:cNvPr id="152" name="AutoShape 80">
            <a:extLst>
              <a:ext uri="{FF2B5EF4-FFF2-40B4-BE49-F238E27FC236}">
                <a16:creationId xmlns:a16="http://schemas.microsoft.com/office/drawing/2014/main" id="{993F7BBF-5223-44C1-9973-3277485E9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752600"/>
            <a:ext cx="3657600" cy="447675"/>
          </a:xfrm>
          <a:prstGeom prst="wedgeRoundRectCallout">
            <a:avLst>
              <a:gd name="adj1" fmla="val -43532"/>
              <a:gd name="adj2" fmla="val 226597"/>
              <a:gd name="adj3" fmla="val 16667"/>
            </a:avLst>
          </a:prstGeom>
          <a:solidFill>
            <a:srgbClr val="FFFF66"/>
          </a:solidFill>
          <a:ln w="28575">
            <a:solidFill>
              <a:srgbClr val="FFCC00"/>
            </a:solidFill>
            <a:miter lim="800000"/>
            <a:headEnd/>
            <a:tailEnd/>
          </a:ln>
        </p:spPr>
        <p:txBody>
          <a:bodyPr lIns="18000" tIns="10800" rIns="18000" bIns="1080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chemeClr val="tx1"/>
                </a:solidFill>
              </a:rPr>
              <a:t>求</a:t>
            </a:r>
            <a:r>
              <a:rPr lang="en-US" altLang="zh-CN" sz="2400" b="1" dirty="0">
                <a:solidFill>
                  <a:schemeClr val="tx1"/>
                </a:solidFill>
              </a:rPr>
              <a:t>M</a:t>
            </a:r>
            <a:r>
              <a:rPr lang="zh-CN" altLang="en-US" sz="2400" b="1" dirty="0">
                <a:solidFill>
                  <a:schemeClr val="tx1"/>
                </a:solidFill>
              </a:rPr>
              <a:t>表的“中间”值元素</a:t>
            </a:r>
            <a:r>
              <a:rPr lang="en-US" altLang="zh-CN" sz="2400" b="1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153" name="Text Box 81">
            <a:extLst>
              <a:ext uri="{FF2B5EF4-FFF2-40B4-BE49-F238E27FC236}">
                <a16:creationId xmlns:a16="http://schemas.microsoft.com/office/drawing/2014/main" id="{AEDD797D-CCD5-44B6-B199-B8AF5EAD0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362200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&lt;m</a:t>
            </a:r>
          </a:p>
        </p:txBody>
      </p:sp>
      <p:sp>
        <p:nvSpPr>
          <p:cNvPr id="154" name="Text Box 82">
            <a:extLst>
              <a:ext uri="{FF2B5EF4-FFF2-40B4-BE49-F238E27FC236}">
                <a16:creationId xmlns:a16="http://schemas.microsoft.com/office/drawing/2014/main" id="{B6FC4F93-361C-47A7-B634-021A0DB2F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65760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</a:rPr>
              <a:t>&gt;m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9FB351-14C6-4968-85B7-E5CADB26FEFC}"/>
              </a:ext>
            </a:extLst>
          </p:cNvPr>
          <p:cNvSpPr txBox="1"/>
          <p:nvPr/>
        </p:nvSpPr>
        <p:spPr>
          <a:xfrm>
            <a:off x="349250" y="260648"/>
            <a:ext cx="27105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图示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F4D3B16-799C-A21E-400A-2758AC06FE30}"/>
                  </a:ext>
                </a:extLst>
              </p14:cNvPr>
              <p14:cNvContentPartPr/>
              <p14:nvPr/>
            </p14:nvContentPartPr>
            <p14:xfrm>
              <a:off x="1631520" y="3204360"/>
              <a:ext cx="11880" cy="3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F4D3B16-799C-A21E-400A-2758AC06FE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22160" y="3195000"/>
                <a:ext cx="306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522B4F4-AEEB-EE1E-CA58-5F69494C2275}"/>
                  </a:ext>
                </a:extLst>
              </p14:cNvPr>
              <p14:cNvContentPartPr/>
              <p14:nvPr/>
            </p14:nvContentPartPr>
            <p14:xfrm>
              <a:off x="1516680" y="2496960"/>
              <a:ext cx="2679840" cy="180144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522B4F4-AEEB-EE1E-CA58-5F69494C22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7320" y="2487600"/>
                <a:ext cx="2698560" cy="182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60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500"/>
                            </p:stCondLst>
                            <p:childTnLst>
                              <p:par>
                                <p:cTn id="51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85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9000"/>
                            </p:stCondLst>
                            <p:childTnLst>
                              <p:par>
                                <p:cTn id="63" presetID="15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1000"/>
                            </p:stCondLst>
                            <p:childTnLst>
                              <p:par>
                                <p:cTn id="7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1500"/>
                            </p:stCondLst>
                            <p:childTnLst>
                              <p:par>
                                <p:cTn id="7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3000"/>
                            </p:stCondLst>
                            <p:childTnLst>
                              <p:par>
                                <p:cTn id="80" presetID="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0"/>
                            </p:stCondLst>
                            <p:childTnLst>
                              <p:par>
                                <p:cTn id="9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0"/>
                            </p:stCondLst>
                            <p:childTnLst>
                              <p:par>
                                <p:cTn id="108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utoUpdateAnimBg="0"/>
      <p:bldP spid="103" grpId="0" animBg="1"/>
      <p:bldP spid="104" grpId="0" animBg="1"/>
      <p:bldP spid="105" grpId="0" autoUpdateAnimBg="0"/>
      <p:bldP spid="106" grpId="0" animBg="1"/>
      <p:bldP spid="148" grpId="0" autoUpdateAnimBg="0"/>
      <p:bldP spid="149" grpId="0" animBg="1" autoUpdateAnimBg="0"/>
      <p:bldP spid="150" grpId="0" animBg="1" autoUpdateAnimBg="0"/>
      <p:bldP spid="151" grpId="0" animBg="1" autoUpdateAnimBg="0"/>
      <p:bldP spid="152" grpId="0" animBg="1" autoUpdateAnimBg="0"/>
      <p:bldP spid="153" grpId="0" autoUpdateAnimBg="0"/>
      <p:bldP spid="154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514600" y="106363"/>
            <a:ext cx="44196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令：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a = 1/5,    b = 3/4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有：</a:t>
            </a:r>
          </a:p>
        </p:txBody>
      </p:sp>
      <p:sp>
        <p:nvSpPr>
          <p:cNvPr id="51203" name="Text Box 3"/>
          <p:cNvSpPr txBox="1">
            <a:spLocks noChangeArrowheads="1"/>
          </p:cNvSpPr>
          <p:nvPr/>
        </p:nvSpPr>
        <p:spPr bwMode="auto">
          <a:xfrm>
            <a:off x="0" y="533400"/>
            <a:ext cx="8229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T(n)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T(an)  +  T(bn)  +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914400" y="1095375"/>
            <a:ext cx="82296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[ T(a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  +  T(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abn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)  +  c an  ]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+  [  T(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abn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)  +  T(b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  +c bn  ]  + 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05" name="Text Box 5"/>
          <p:cNvSpPr txBox="1">
            <a:spLocks noChangeArrowheads="1"/>
          </p:cNvSpPr>
          <p:nvPr/>
        </p:nvSpPr>
        <p:spPr bwMode="auto">
          <a:xfrm>
            <a:off x="0" y="2338388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T(a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 + 2T(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abn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) + T(b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 + (a + b)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06" name="Text Box 6"/>
          <p:cNvSpPr txBox="1">
            <a:spLocks noChangeArrowheads="1"/>
          </p:cNvSpPr>
          <p:nvPr/>
        </p:nvSpPr>
        <p:spPr bwMode="auto">
          <a:xfrm>
            <a:off x="0" y="2895600"/>
            <a:ext cx="91440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T(a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 + 3T(a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bn) + 3T(ab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 + T(b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       + (a + b)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+ (a + b)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0" y="4038600"/>
            <a:ext cx="91440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     ……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0" y="4495800"/>
            <a:ext cx="9144000" cy="1816100"/>
            <a:chOff x="0" y="2621"/>
            <a:chExt cx="5760" cy="1144"/>
          </a:xfrm>
        </p:grpSpPr>
        <p:sp>
          <p:nvSpPr>
            <p:cNvPr id="87050" name="Text Box 9"/>
            <p:cNvSpPr txBox="1">
              <a:spLocks noChangeArrowheads="1"/>
            </p:cNvSpPr>
            <p:nvPr/>
          </p:nvSpPr>
          <p:spPr bwMode="auto">
            <a:xfrm>
              <a:off x="0" y="2688"/>
              <a:ext cx="5760" cy="1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          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T(</a:t>
              </a:r>
              <a:r>
                <a:rPr lang="en-US" altLang="zh-CN" sz="2800" b="1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a</a:t>
              </a:r>
              <a:r>
                <a:rPr lang="en-US" altLang="zh-CN" sz="2800" b="1" baseline="30000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</a:t>
              </a:r>
              <a:r>
                <a:rPr lang="en-US" altLang="zh-CN" sz="2800" b="1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) + (    )T(a</a:t>
              </a:r>
              <a:r>
                <a:rPr lang="en-US" altLang="zh-CN" sz="2800" b="1" baseline="30000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m-1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bn) + (     )T(a</a:t>
              </a:r>
              <a:r>
                <a:rPr lang="en-US" altLang="zh-CN" sz="2800" b="1" baseline="30000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m-2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="1" baseline="30000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n)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            + (     )T(a</a:t>
              </a:r>
              <a:r>
                <a:rPr lang="en-US" altLang="zh-CN" sz="2800" b="1" baseline="30000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m-</a:t>
              </a:r>
              <a:r>
                <a:rPr lang="en-US" altLang="zh-CN" sz="2800" b="1" baseline="30000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 b="1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="1" baseline="30000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 b="1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) + …   +T(</a:t>
              </a:r>
              <a:r>
                <a:rPr lang="en-US" altLang="zh-CN" sz="2800" b="1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b</a:t>
              </a:r>
              <a:r>
                <a:rPr lang="en-US" altLang="zh-CN" sz="2800" b="1" baseline="30000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</a:t>
              </a:r>
              <a:r>
                <a:rPr lang="en-US" altLang="zh-CN" sz="2800" b="1" dirty="0" err="1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n</a:t>
              </a:r>
              <a:r>
                <a:rPr lang="en-US" altLang="zh-CN" sz="2800" b="1" dirty="0"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)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+ (a + b)</a:t>
              </a:r>
              <a:r>
                <a:rPr lang="en-US" altLang="zh-CN" sz="2800" b="1" baseline="30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m-1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cn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            +(a + b)</a:t>
              </a:r>
              <a:r>
                <a:rPr lang="en-US" altLang="zh-CN" sz="2800" b="1" baseline="30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m-2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cn + … +(a + b)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cn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+ 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cn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87051" name="Text Box 10"/>
            <p:cNvSpPr txBox="1">
              <a:spLocks noChangeArrowheads="1"/>
            </p:cNvSpPr>
            <p:nvPr/>
          </p:nvSpPr>
          <p:spPr bwMode="auto">
            <a:xfrm>
              <a:off x="1824" y="2621"/>
              <a:ext cx="192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 1</a:t>
              </a:r>
            </a:p>
          </p:txBody>
        </p:sp>
        <p:sp>
          <p:nvSpPr>
            <p:cNvPr id="87052" name="Text Box 11"/>
            <p:cNvSpPr txBox="1">
              <a:spLocks noChangeArrowheads="1"/>
            </p:cNvSpPr>
            <p:nvPr/>
          </p:nvSpPr>
          <p:spPr bwMode="auto">
            <a:xfrm>
              <a:off x="3367" y="2625"/>
              <a:ext cx="240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 2</a:t>
              </a:r>
            </a:p>
          </p:txBody>
        </p:sp>
        <p:sp>
          <p:nvSpPr>
            <p:cNvPr id="87053" name="Text Box 12"/>
            <p:cNvSpPr txBox="1">
              <a:spLocks noChangeArrowheads="1"/>
            </p:cNvSpPr>
            <p:nvPr/>
          </p:nvSpPr>
          <p:spPr bwMode="auto">
            <a:xfrm>
              <a:off x="1126" y="3039"/>
              <a:ext cx="192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 k</a:t>
              </a:r>
            </a:p>
          </p:txBody>
        </p:sp>
      </p:grpSp>
      <p:sp>
        <p:nvSpPr>
          <p:cNvPr id="87049" name="Rectangle 1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52400" y="0"/>
            <a:ext cx="19050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FF0000"/>
                </a:solidFill>
              </a:rPr>
              <a:t>求解过程：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F9DC677-2338-F1BB-1E6C-CD92D5A6A6D7}"/>
                  </a:ext>
                </a:extLst>
              </p14:cNvPr>
              <p14:cNvContentPartPr/>
              <p14:nvPr/>
            </p14:nvContentPartPr>
            <p14:xfrm>
              <a:off x="1239120" y="3471480"/>
              <a:ext cx="7222680" cy="31118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F9DC677-2338-F1BB-1E6C-CD92D5A6A6D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9760" y="3462120"/>
                <a:ext cx="7241400" cy="313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03" grpId="0" autoUpdateAnimBg="0"/>
      <p:bldP spid="51204" grpId="0" autoUpdateAnimBg="0"/>
      <p:bldP spid="51205" grpId="0" autoUpdateAnimBg="0"/>
      <p:bldP spid="51206" grpId="0" autoUpdateAnimBg="0"/>
      <p:bldP spid="51207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7159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因为：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0&lt;a&lt;b&lt;1,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a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&lt;a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m-1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b&lt; … &lt;a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m-k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&lt; … &lt;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baseline="30000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0" y="1136650"/>
            <a:ext cx="8759825" cy="966788"/>
            <a:chOff x="0" y="403"/>
            <a:chExt cx="5518" cy="609"/>
          </a:xfrm>
        </p:grpSpPr>
        <p:sp>
          <p:nvSpPr>
            <p:cNvPr id="88089" name="Text Box 4"/>
            <p:cNvSpPr txBox="1">
              <a:spLocks noChangeArrowheads="1"/>
            </p:cNvSpPr>
            <p:nvPr/>
          </p:nvSpPr>
          <p:spPr bwMode="auto">
            <a:xfrm>
              <a:off x="0" y="576"/>
              <a:ext cx="220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 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对于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T(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b</a:t>
              </a:r>
              <a:r>
                <a:rPr lang="en-US" altLang="zh-CN" sz="2800" b="1" baseline="30000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),</a:t>
              </a: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当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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90" name="Line 5"/>
            <p:cNvSpPr>
              <a:spLocks noChangeShapeType="1"/>
            </p:cNvSpPr>
            <p:nvPr/>
          </p:nvSpPr>
          <p:spPr bwMode="auto">
            <a:xfrm>
              <a:off x="2047" y="72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91" name="Text Box 6"/>
            <p:cNvSpPr txBox="1">
              <a:spLocks noChangeArrowheads="1"/>
            </p:cNvSpPr>
            <p:nvPr/>
          </p:nvSpPr>
          <p:spPr bwMode="auto">
            <a:xfrm>
              <a:off x="2124" y="403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log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5</a:t>
              </a:r>
            </a:p>
          </p:txBody>
        </p:sp>
        <p:sp>
          <p:nvSpPr>
            <p:cNvPr id="88092" name="Text Box 7"/>
            <p:cNvSpPr txBox="1">
              <a:spLocks noChangeArrowheads="1"/>
            </p:cNvSpPr>
            <p:nvPr/>
          </p:nvSpPr>
          <p:spPr bwMode="auto">
            <a:xfrm>
              <a:off x="2125" y="712"/>
              <a:ext cx="8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|log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b|</a:t>
              </a:r>
            </a:p>
          </p:txBody>
        </p:sp>
        <p:sp>
          <p:nvSpPr>
            <p:cNvPr id="88093" name="Text Box 8"/>
            <p:cNvSpPr txBox="1">
              <a:spLocks noChangeArrowheads="1"/>
            </p:cNvSpPr>
            <p:nvPr/>
          </p:nvSpPr>
          <p:spPr bwMode="auto">
            <a:xfrm>
              <a:off x="3037" y="762"/>
              <a:ext cx="8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</a:t>
              </a: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log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b</a:t>
              </a: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</a:t>
              </a:r>
              <a:endParaRPr lang="en-US" altLang="zh-CN" sz="26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94" name="Text Box 9"/>
            <p:cNvSpPr txBox="1">
              <a:spLocks noChangeArrowheads="1"/>
            </p:cNvSpPr>
            <p:nvPr/>
          </p:nvSpPr>
          <p:spPr bwMode="auto">
            <a:xfrm>
              <a:off x="3200" y="414"/>
              <a:ext cx="6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log</a:t>
              </a:r>
              <a:r>
                <a:rPr lang="en-US" altLang="zh-CN" sz="2600" b="1" baseline="-25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  <a:r>
                <a:rPr lang="en-US" altLang="zh-CN" sz="26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n</a:t>
              </a:r>
            </a:p>
          </p:txBody>
        </p:sp>
        <p:sp>
          <p:nvSpPr>
            <p:cNvPr id="88095" name="Text Box 10"/>
            <p:cNvSpPr txBox="1">
              <a:spLocks noChangeArrowheads="1"/>
            </p:cNvSpPr>
            <p:nvPr/>
          </p:nvSpPr>
          <p:spPr bwMode="auto">
            <a:xfrm>
              <a:off x="2767" y="576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+</a:t>
              </a:r>
            </a:p>
          </p:txBody>
        </p:sp>
        <p:sp>
          <p:nvSpPr>
            <p:cNvPr id="88096" name="Line 11"/>
            <p:cNvSpPr>
              <a:spLocks noChangeShapeType="1"/>
            </p:cNvSpPr>
            <p:nvPr/>
          </p:nvSpPr>
          <p:spPr bwMode="auto">
            <a:xfrm>
              <a:off x="3055" y="720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97" name="Text Box 12"/>
            <p:cNvSpPr txBox="1">
              <a:spLocks noChangeArrowheads="1"/>
            </p:cNvSpPr>
            <p:nvPr/>
          </p:nvSpPr>
          <p:spPr bwMode="auto">
            <a:xfrm>
              <a:off x="3864" y="569"/>
              <a:ext cx="165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时，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b</a:t>
              </a:r>
              <a:r>
                <a:rPr lang="en-US" altLang="zh-CN" sz="2800" b="1" baseline="30000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 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 5</a:t>
              </a:r>
              <a:r>
                <a:rPr lang="zh-CN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成立</a:t>
              </a:r>
              <a:endPara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52237" name="Text Box 13"/>
          <p:cNvSpPr txBox="1">
            <a:spLocks noChangeArrowheads="1"/>
          </p:cNvSpPr>
          <p:nvPr/>
        </p:nvSpPr>
        <p:spPr bwMode="auto">
          <a:xfrm>
            <a:off x="0" y="21637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         T(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baseline="30000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)  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baseline="30000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52238" name="Text Box 14"/>
          <p:cNvSpPr txBox="1">
            <a:spLocks noChangeArrowheads="1"/>
          </p:cNvSpPr>
          <p:nvPr/>
        </p:nvSpPr>
        <p:spPr bwMode="auto">
          <a:xfrm>
            <a:off x="0" y="2697163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T(n)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(a + b)</a:t>
            </a:r>
            <a:r>
              <a:rPr lang="en-US" altLang="zh-CN" sz="2800" b="1" baseline="30000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 +  (a +b)</a:t>
            </a:r>
            <a:r>
              <a:rPr lang="en-US" altLang="zh-CN" sz="2800" b="1" baseline="30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m-1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  +  …  + (a + b)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+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3" name="Group 15"/>
          <p:cNvGrpSpPr/>
          <p:nvPr/>
        </p:nvGrpSpPr>
        <p:grpSpPr bwMode="auto">
          <a:xfrm>
            <a:off x="0" y="3294063"/>
            <a:ext cx="4114800" cy="1049337"/>
            <a:chOff x="0" y="1680"/>
            <a:chExt cx="2592" cy="661"/>
          </a:xfrm>
        </p:grpSpPr>
        <p:sp>
          <p:nvSpPr>
            <p:cNvPr id="88084" name="Text Box 16"/>
            <p:cNvSpPr txBox="1">
              <a:spLocks noChangeArrowheads="1"/>
            </p:cNvSpPr>
            <p:nvPr/>
          </p:nvSpPr>
          <p:spPr bwMode="auto">
            <a:xfrm>
              <a:off x="0" y="1872"/>
              <a:ext cx="25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                (a + b)</a:t>
              </a:r>
              <a:r>
                <a:rPr lang="en-US" altLang="zh-CN" sz="2800" b="1" baseline="30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k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cn</a:t>
              </a: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  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85" name="Text Box 17"/>
            <p:cNvSpPr txBox="1">
              <a:spLocks noChangeArrowheads="1"/>
            </p:cNvSpPr>
            <p:nvPr/>
          </p:nvSpPr>
          <p:spPr bwMode="auto">
            <a:xfrm>
              <a:off x="1056" y="2072"/>
              <a:ext cx="43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k=0</a:t>
              </a:r>
            </a:p>
          </p:txBody>
        </p:sp>
        <p:sp>
          <p:nvSpPr>
            <p:cNvPr id="88086" name="Text Box 18"/>
            <p:cNvSpPr txBox="1">
              <a:spLocks noChangeArrowheads="1"/>
            </p:cNvSpPr>
            <p:nvPr/>
          </p:nvSpPr>
          <p:spPr bwMode="auto">
            <a:xfrm>
              <a:off x="1130" y="1680"/>
              <a:ext cx="144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</a:t>
              </a:r>
            </a:p>
          </p:txBody>
        </p:sp>
        <p:sp>
          <p:nvSpPr>
            <p:cNvPr id="88087" name="AutoShape 19"/>
            <p:cNvSpPr/>
            <p:nvPr/>
          </p:nvSpPr>
          <p:spPr bwMode="auto">
            <a:xfrm>
              <a:off x="945" y="1802"/>
              <a:ext cx="63" cy="443"/>
            </a:xfrm>
            <a:prstGeom prst="leftBracket">
              <a:avLst>
                <a:gd name="adj" fmla="val 48810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88" name="AutoShape 20"/>
            <p:cNvSpPr/>
            <p:nvPr/>
          </p:nvSpPr>
          <p:spPr bwMode="auto">
            <a:xfrm>
              <a:off x="2016" y="1803"/>
              <a:ext cx="0" cy="427"/>
            </a:xfrm>
            <a:prstGeom prst="rightBracket">
              <a:avLst>
                <a:gd name="adj" fmla="val 66667"/>
              </a:avLst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4267200" y="3352800"/>
            <a:ext cx="2732088" cy="944563"/>
            <a:chOff x="2688" y="1680"/>
            <a:chExt cx="1721" cy="595"/>
          </a:xfrm>
        </p:grpSpPr>
        <p:sp>
          <p:nvSpPr>
            <p:cNvPr id="88080" name="Line 22"/>
            <p:cNvSpPr>
              <a:spLocks noChangeShapeType="1"/>
            </p:cNvSpPr>
            <p:nvPr/>
          </p:nvSpPr>
          <p:spPr bwMode="auto">
            <a:xfrm>
              <a:off x="2688" y="2016"/>
              <a:ext cx="1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81" name="Text Box 23"/>
            <p:cNvSpPr txBox="1">
              <a:spLocks noChangeArrowheads="1"/>
            </p:cNvSpPr>
            <p:nvPr/>
          </p:nvSpPr>
          <p:spPr bwMode="auto">
            <a:xfrm>
              <a:off x="2736" y="1680"/>
              <a:ext cx="144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1 - (a + b)</a:t>
              </a:r>
              <a:r>
                <a:rPr lang="en-US" altLang="zh-CN" sz="2800" b="1" baseline="30000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m+1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82" name="Text Box 24"/>
            <p:cNvSpPr txBox="1">
              <a:spLocks noChangeArrowheads="1"/>
            </p:cNvSpPr>
            <p:nvPr/>
          </p:nvSpPr>
          <p:spPr bwMode="auto">
            <a:xfrm>
              <a:off x="2832" y="2006"/>
              <a:ext cx="9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1 - (a + b)</a:t>
              </a:r>
            </a:p>
          </p:txBody>
        </p:sp>
        <p:sp>
          <p:nvSpPr>
            <p:cNvPr id="88083" name="Text Box 25"/>
            <p:cNvSpPr txBox="1">
              <a:spLocks noChangeArrowheads="1"/>
            </p:cNvSpPr>
            <p:nvPr/>
          </p:nvSpPr>
          <p:spPr bwMode="auto">
            <a:xfrm>
              <a:off x="4121" y="1843"/>
              <a:ext cx="28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cn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5" name="Group 26"/>
          <p:cNvGrpSpPr/>
          <p:nvPr/>
        </p:nvGrpSpPr>
        <p:grpSpPr bwMode="auto">
          <a:xfrm>
            <a:off x="995363" y="4244975"/>
            <a:ext cx="2743200" cy="860425"/>
            <a:chOff x="0" y="2434"/>
            <a:chExt cx="1728" cy="542"/>
          </a:xfrm>
        </p:grpSpPr>
        <p:sp>
          <p:nvSpPr>
            <p:cNvPr id="88076" name="Text Box 27"/>
            <p:cNvSpPr txBox="1">
              <a:spLocks noChangeArrowheads="1"/>
            </p:cNvSpPr>
            <p:nvPr/>
          </p:nvSpPr>
          <p:spPr bwMode="auto">
            <a:xfrm>
              <a:off x="0" y="2544"/>
              <a:ext cx="172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                       </a:t>
              </a:r>
              <a:r>
                <a:rPr lang="en-US" altLang="zh-CN" sz="2800" b="1" dirty="0" err="1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  <a:sym typeface="Symbol" panose="05050102010706020507" pitchFamily="18" charset="2"/>
                </a:rPr>
                <a:t>cn</a:t>
              </a:r>
              <a:endPara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77" name="Line 28"/>
            <p:cNvSpPr>
              <a:spLocks noChangeShapeType="1"/>
            </p:cNvSpPr>
            <p:nvPr/>
          </p:nvSpPr>
          <p:spPr bwMode="auto">
            <a:xfrm>
              <a:off x="288" y="2721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8078" name="Text Box 29"/>
            <p:cNvSpPr txBox="1">
              <a:spLocks noChangeArrowheads="1"/>
            </p:cNvSpPr>
            <p:nvPr/>
          </p:nvSpPr>
          <p:spPr bwMode="auto">
            <a:xfrm>
              <a:off x="336" y="2707"/>
              <a:ext cx="96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1 - (a + b)</a:t>
              </a:r>
            </a:p>
          </p:txBody>
        </p:sp>
        <p:sp>
          <p:nvSpPr>
            <p:cNvPr id="88079" name="Text Box 30"/>
            <p:cNvSpPr txBox="1">
              <a:spLocks noChangeArrowheads="1"/>
            </p:cNvSpPr>
            <p:nvPr/>
          </p:nvSpPr>
          <p:spPr bwMode="auto">
            <a:xfrm>
              <a:off x="775" y="2434"/>
              <a:ext cx="19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tx1"/>
                  </a:solidFill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</p:grpSp>
      <p:sp>
        <p:nvSpPr>
          <p:cNvPr id="52255" name="Text Box 31"/>
          <p:cNvSpPr txBox="1">
            <a:spLocks noChangeArrowheads="1"/>
          </p:cNvSpPr>
          <p:nvPr/>
        </p:nvSpPr>
        <p:spPr bwMode="auto">
          <a:xfrm>
            <a:off x="1176338" y="5135563"/>
            <a:ext cx="12192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  20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cn</a:t>
            </a:r>
            <a:endParaRPr lang="en-US" altLang="zh-CN" sz="28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88074" name="Rectangle 3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04800" y="152400"/>
            <a:ext cx="838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altLang="zh-CN" sz="3200" b="1">
                <a:solidFill>
                  <a:srgbClr val="FF3300"/>
                </a:solidFill>
              </a:rPr>
              <a:t>(</a:t>
            </a:r>
            <a:r>
              <a:rPr lang="zh-CN" altLang="en-US" sz="3200" b="1">
                <a:solidFill>
                  <a:srgbClr val="FF3300"/>
                </a:solidFill>
              </a:rPr>
              <a:t>续</a:t>
            </a:r>
            <a:r>
              <a:rPr lang="en-US" altLang="zh-CN" sz="3200" b="1">
                <a:solidFill>
                  <a:srgbClr val="FF3300"/>
                </a:solidFill>
              </a:rPr>
              <a:t>)</a:t>
            </a:r>
          </a:p>
        </p:txBody>
      </p:sp>
      <p:sp>
        <p:nvSpPr>
          <p:cNvPr id="52258" name="Text Box 34"/>
          <p:cNvSpPr txBox="1">
            <a:spLocks noChangeArrowheads="1"/>
          </p:cNvSpPr>
          <p:nvPr/>
        </p:nvSpPr>
        <p:spPr bwMode="auto">
          <a:xfrm>
            <a:off x="609600" y="58054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结论：</a:t>
            </a:r>
            <a:r>
              <a:rPr lang="en-US" altLang="zh-CN" sz="28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T(n)=O(</a:t>
            </a:r>
            <a:r>
              <a:rPr lang="en-US" altLang="zh-CN" sz="2800" b="1" dirty="0">
                <a:solidFill>
                  <a:srgbClr val="C0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n)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7884D9C4-34C1-A35D-49C0-C642E7B71282}"/>
                  </a:ext>
                </a:extLst>
              </p14:cNvPr>
              <p14:cNvContentPartPr/>
              <p14:nvPr/>
            </p14:nvContentPartPr>
            <p14:xfrm>
              <a:off x="1348920" y="3138480"/>
              <a:ext cx="4890600" cy="152172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7884D9C4-34C1-A35D-49C0-C642E7B712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39560" y="3129120"/>
                <a:ext cx="4909320" cy="154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2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utoUpdateAnimBg="0"/>
      <p:bldP spid="52237" grpId="0" autoUpdateAnimBg="0"/>
      <p:bldP spid="52238" grpId="0" autoUpdateAnimBg="0"/>
      <p:bldP spid="52255" grpId="0" autoUpdateAnimBg="0"/>
      <p:bldP spid="52258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333375"/>
            <a:ext cx="77724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en-US" altLang="zh-CN" sz="4000" b="1" dirty="0">
                <a:solidFill>
                  <a:srgbClr val="C00000"/>
                </a:solidFill>
              </a:rPr>
              <a:t>2.10 </a:t>
            </a:r>
            <a:r>
              <a:rPr lang="zh-CN" altLang="en-US" sz="4000" b="1" dirty="0">
                <a:solidFill>
                  <a:srgbClr val="C00000"/>
                </a:solidFill>
              </a:rPr>
              <a:t>最接近点对问题 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458200" cy="152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问题：</a:t>
            </a:r>
            <a:r>
              <a:rPr lang="zh-CN" altLang="en-US" sz="2800" b="1" dirty="0">
                <a:latin typeface="华文中宋" panose="02010600040101010101" pitchFamily="2" charset="-122"/>
              </a:rPr>
              <a:t>给定平面上</a:t>
            </a:r>
            <a:r>
              <a:rPr lang="en-US" altLang="zh-CN" sz="2800" b="1" dirty="0"/>
              <a:t>n</a:t>
            </a:r>
            <a:r>
              <a:rPr lang="zh-CN" altLang="en-US" sz="2800" b="1" dirty="0">
                <a:latin typeface="华文中宋" panose="02010600040101010101" pitchFamily="2" charset="-122"/>
              </a:rPr>
              <a:t>个点，找其中的一对点，使得在</a:t>
            </a:r>
            <a:r>
              <a:rPr lang="en-US" altLang="zh-CN" sz="2800" b="1" dirty="0"/>
              <a:t>n</a:t>
            </a:r>
            <a:r>
              <a:rPr lang="zh-CN" altLang="en-US" sz="2800" b="1" dirty="0">
                <a:latin typeface="华文中宋" panose="02010600040101010101" pitchFamily="2" charset="-122"/>
              </a:rPr>
              <a:t>个点组成的所有点对中，该点对间的距离最小。</a:t>
            </a:r>
          </a:p>
        </p:txBody>
      </p:sp>
      <p:sp>
        <p:nvSpPr>
          <p:cNvPr id="111620" name="Text Box 4"/>
          <p:cNvSpPr txBox="1">
            <a:spLocks noChangeArrowheads="1"/>
          </p:cNvSpPr>
          <p:nvPr/>
        </p:nvSpPr>
        <p:spPr bwMode="auto">
          <a:xfrm>
            <a:off x="381000" y="2819400"/>
            <a:ext cx="8153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粗略计算：任取两点求距离</a:t>
            </a:r>
          </a:p>
        </p:txBody>
      </p:sp>
      <p:sp>
        <p:nvSpPr>
          <p:cNvPr id="111621" name="Text Box 5"/>
          <p:cNvSpPr txBox="1">
            <a:spLocks noChangeArrowheads="1"/>
          </p:cNvSpPr>
          <p:nvPr/>
        </p:nvSpPr>
        <p:spPr bwMode="auto">
          <a:xfrm>
            <a:off x="990600" y="3505200"/>
            <a:ext cx="716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复杂性：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O(C )=O(n</a:t>
            </a:r>
            <a:r>
              <a:rPr lang="en-US" altLang="zh-CN" sz="2800" b="1" baseline="32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),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效率太低 </a:t>
            </a:r>
          </a:p>
        </p:txBody>
      </p:sp>
      <p:grpSp>
        <p:nvGrpSpPr>
          <p:cNvPr id="2" name="Group 8"/>
          <p:cNvGrpSpPr/>
          <p:nvPr/>
        </p:nvGrpSpPr>
        <p:grpSpPr bwMode="auto">
          <a:xfrm>
            <a:off x="2916238" y="3429000"/>
            <a:ext cx="488950" cy="733425"/>
            <a:chOff x="1862" y="2217"/>
            <a:chExt cx="308" cy="462"/>
          </a:xfrm>
        </p:grpSpPr>
        <p:sp>
          <p:nvSpPr>
            <p:cNvPr id="89096" name="Text Box 6"/>
            <p:cNvSpPr txBox="1">
              <a:spLocks noChangeArrowheads="1"/>
            </p:cNvSpPr>
            <p:nvPr/>
          </p:nvSpPr>
          <p:spPr bwMode="auto">
            <a:xfrm>
              <a:off x="1872" y="2217"/>
              <a:ext cx="2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  <p:sp>
          <p:nvSpPr>
            <p:cNvPr id="89097" name="Text Box 7"/>
            <p:cNvSpPr txBox="1">
              <a:spLocks noChangeArrowheads="1"/>
            </p:cNvSpPr>
            <p:nvPr/>
          </p:nvSpPr>
          <p:spPr bwMode="auto">
            <a:xfrm>
              <a:off x="1862" y="2448"/>
              <a:ext cx="29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n</a:t>
              </a:r>
            </a:p>
          </p:txBody>
        </p:sp>
      </p:grpSp>
      <p:sp>
        <p:nvSpPr>
          <p:cNvPr id="111625" name="Text Box 9"/>
          <p:cNvSpPr txBox="1">
            <a:spLocks noChangeArrowheads="1"/>
          </p:cNvSpPr>
          <p:nvPr/>
        </p:nvSpPr>
        <p:spPr bwMode="auto">
          <a:xfrm>
            <a:off x="381000" y="4114800"/>
            <a:ext cx="8305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精确计算：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问题的计算时间下界为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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 </a:t>
            </a:r>
            <a:r>
              <a:rPr lang="en-US" altLang="zh-CN" sz="2800" b="1" dirty="0" err="1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nlog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  <p:bldP spid="111620" grpId="0" autoUpdateAnimBg="0"/>
      <p:bldP spid="111621" grpId="0" autoUpdateAnimBg="0"/>
      <p:bldP spid="111625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zh-CN" altLang="en-US" sz="4000" b="1" dirty="0">
                <a:solidFill>
                  <a:srgbClr val="C00000"/>
                </a:solidFill>
              </a:rPr>
              <a:t>计算时间下界为</a:t>
            </a:r>
            <a:r>
              <a:rPr lang="zh-CN" altLang="en-US" sz="4000" b="1" dirty="0">
                <a:solidFill>
                  <a:srgbClr val="C00000"/>
                </a:solidFill>
                <a:sym typeface="Symbol" panose="05050102010706020507" pitchFamily="18" charset="2"/>
              </a:rPr>
              <a:t></a:t>
            </a:r>
            <a:r>
              <a:rPr lang="en-US" altLang="zh-CN" sz="4000" b="1" dirty="0">
                <a:solidFill>
                  <a:srgbClr val="C00000"/>
                </a:solidFill>
              </a:rPr>
              <a:t>( </a:t>
            </a:r>
            <a:r>
              <a:rPr lang="en-US" altLang="zh-CN" sz="4000" b="1" dirty="0" err="1">
                <a:solidFill>
                  <a:srgbClr val="C00000"/>
                </a:solidFill>
              </a:rPr>
              <a:t>nlog</a:t>
            </a:r>
            <a:r>
              <a:rPr lang="en-US" altLang="zh-CN" sz="4000" b="1" dirty="0">
                <a:solidFill>
                  <a:srgbClr val="C00000"/>
                </a:solidFill>
              </a:rPr>
              <a:t> n)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8077200" cy="2667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 dirty="0"/>
              <a:t>思想方法：</a:t>
            </a:r>
          </a:p>
          <a:p>
            <a:pPr lvl="1" eaLnBrk="1" hangingPunct="1"/>
            <a:r>
              <a:rPr lang="zh-CN" altLang="en-US" b="1" dirty="0">
                <a:latin typeface="华文中宋" panose="02010600040101010101" pitchFamily="2" charset="-122"/>
              </a:rPr>
              <a:t>将所给的平面上</a:t>
            </a:r>
            <a:r>
              <a:rPr lang="zh-CN" altLang="en-US" b="1" dirty="0"/>
              <a:t> </a:t>
            </a:r>
            <a:r>
              <a:rPr lang="en-US" altLang="zh-CN" b="1" dirty="0"/>
              <a:t>n</a:t>
            </a:r>
            <a:r>
              <a:rPr lang="zh-CN" altLang="en-US" b="1" dirty="0">
                <a:latin typeface="华文中宋" panose="02010600040101010101" pitchFamily="2" charset="-122"/>
              </a:rPr>
              <a:t>个点的集合</a:t>
            </a:r>
            <a:r>
              <a:rPr lang="zh-CN" altLang="en-US" b="1" dirty="0"/>
              <a:t> </a:t>
            </a:r>
            <a:r>
              <a:rPr lang="en-US" altLang="zh-CN" b="1" dirty="0"/>
              <a:t>S</a:t>
            </a:r>
            <a:r>
              <a:rPr lang="zh-CN" altLang="en-US" b="1" dirty="0">
                <a:latin typeface="华文中宋" panose="02010600040101010101" pitchFamily="2" charset="-122"/>
              </a:rPr>
              <a:t>分成两个子集</a:t>
            </a:r>
            <a:r>
              <a:rPr lang="zh-CN" altLang="en-US" b="1" dirty="0"/>
              <a:t> </a:t>
            </a:r>
            <a:r>
              <a:rPr lang="en-US" altLang="zh-CN" b="1" dirty="0"/>
              <a:t>S1</a:t>
            </a:r>
            <a:r>
              <a:rPr lang="zh-CN" altLang="en-US" b="1" dirty="0">
                <a:latin typeface="华文中宋" panose="02010600040101010101" pitchFamily="2" charset="-122"/>
              </a:rPr>
              <a:t>和</a:t>
            </a:r>
            <a:r>
              <a:rPr lang="zh-CN" altLang="en-US" b="1" dirty="0"/>
              <a:t> </a:t>
            </a:r>
            <a:r>
              <a:rPr lang="en-US" altLang="zh-CN" b="1" dirty="0"/>
              <a:t>S2</a:t>
            </a:r>
            <a:r>
              <a:rPr lang="zh-CN" altLang="en-US" b="1" dirty="0">
                <a:latin typeface="华文中宋" panose="02010600040101010101" pitchFamily="2" charset="-122"/>
              </a:rPr>
              <a:t>，每个子集中约有</a:t>
            </a:r>
            <a:r>
              <a:rPr lang="zh-CN" altLang="en-US" b="1" dirty="0"/>
              <a:t>  </a:t>
            </a:r>
            <a:r>
              <a:rPr lang="en-US" altLang="zh-CN" b="1" dirty="0"/>
              <a:t>n/2</a:t>
            </a:r>
            <a:r>
              <a:rPr lang="zh-CN" altLang="en-US" b="1" dirty="0">
                <a:latin typeface="华文中宋" panose="02010600040101010101" pitchFamily="2" charset="-122"/>
              </a:rPr>
              <a:t>个点</a:t>
            </a:r>
          </a:p>
          <a:p>
            <a:pPr lvl="1" eaLnBrk="1" hangingPunct="1"/>
            <a:r>
              <a:rPr lang="zh-CN" altLang="en-US" b="1" dirty="0">
                <a:latin typeface="华文中宋" panose="02010600040101010101" pitchFamily="2" charset="-122"/>
              </a:rPr>
              <a:t>在每个子集中递归地求其最接近的点对</a:t>
            </a:r>
          </a:p>
          <a:p>
            <a:pPr lvl="1" eaLnBrk="1" hangingPunct="1"/>
            <a:r>
              <a:rPr lang="zh-CN" altLang="en-US" b="1" dirty="0">
                <a:latin typeface="华文中宋" panose="02010600040101010101" pitchFamily="2" charset="-122"/>
              </a:rPr>
              <a:t>求整体集合</a:t>
            </a:r>
            <a:r>
              <a:rPr lang="en-US" altLang="zh-CN" b="1" dirty="0">
                <a:latin typeface="华文中宋" panose="02010600040101010101" pitchFamily="2" charset="-122"/>
              </a:rPr>
              <a:t>S</a:t>
            </a:r>
            <a:r>
              <a:rPr lang="zh-CN" altLang="en-US" b="1" dirty="0">
                <a:latin typeface="华文中宋" panose="02010600040101010101" pitchFamily="2" charset="-122"/>
              </a:rPr>
              <a:t>的最接近的点对</a:t>
            </a:r>
          </a:p>
        </p:txBody>
      </p:sp>
      <p:sp>
        <p:nvSpPr>
          <p:cNvPr id="112644" name="Text Box 4"/>
          <p:cNvSpPr txBox="1">
            <a:spLocks noChangeArrowheads="1"/>
          </p:cNvSpPr>
          <p:nvPr/>
        </p:nvSpPr>
        <p:spPr bwMode="auto">
          <a:xfrm>
            <a:off x="762000" y="4114800"/>
            <a:ext cx="807720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切入点：一维的情形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中的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个点退化为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轴上的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个实数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32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3200" b="1" baseline="-25000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 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…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3200" b="1" baseline="-25000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endParaRPr lang="en-US" altLang="zh-CN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 bldLvl="2" autoUpdateAnimBg="0"/>
      <p:bldP spid="112644" grpId="0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609600" indent="-609600" eaLnBrk="1" hangingPunct="1">
              <a:buFontTx/>
              <a:buAutoNum type="arabicPeriod"/>
            </a:pPr>
            <a:r>
              <a:rPr lang="zh-CN" altLang="en-US" b="1" dirty="0"/>
              <a:t>将</a:t>
            </a:r>
            <a:r>
              <a:rPr lang="en-US" altLang="zh-CN" sz="2800" b="1" dirty="0"/>
              <a:t>x</a:t>
            </a:r>
            <a:r>
              <a:rPr lang="en-US" altLang="zh-CN" sz="2800" b="1" baseline="-25000" dirty="0"/>
              <a:t>1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x</a:t>
            </a:r>
            <a:r>
              <a:rPr lang="en-US" altLang="zh-CN" sz="2800" b="1" baseline="-25000" dirty="0"/>
              <a:t>2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…</a:t>
            </a:r>
            <a:r>
              <a:rPr lang="zh-CN" altLang="en-US" sz="2800" b="1" dirty="0"/>
              <a:t>， </a:t>
            </a:r>
            <a:r>
              <a:rPr lang="en-US" altLang="zh-CN" sz="2800" b="1" dirty="0" err="1"/>
              <a:t>x</a:t>
            </a:r>
            <a:r>
              <a:rPr lang="en-US" altLang="zh-CN" sz="2800" b="1" baseline="-25000" dirty="0" err="1"/>
              <a:t>n</a:t>
            </a:r>
            <a:r>
              <a:rPr lang="zh-CN" altLang="en-US" b="1" dirty="0"/>
              <a:t>排序，需</a:t>
            </a:r>
            <a:r>
              <a:rPr lang="en-US" altLang="zh-CN" b="1" dirty="0"/>
              <a:t>O(</a:t>
            </a:r>
            <a:r>
              <a:rPr lang="en-US" altLang="zh-CN" b="1" dirty="0" err="1"/>
              <a:t>nlog</a:t>
            </a:r>
            <a:r>
              <a:rPr lang="en-US" altLang="zh-CN" b="1" dirty="0"/>
              <a:t> n)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1139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>
                <a:solidFill>
                  <a:srgbClr val="AC2F36"/>
                </a:solidFill>
              </a:rPr>
              <a:t>一维点集</a:t>
            </a:r>
            <a:r>
              <a:rPr lang="en-US" altLang="zh-CN" sz="4000" b="1" dirty="0">
                <a:solidFill>
                  <a:srgbClr val="AC2F36"/>
                </a:solidFill>
              </a:rPr>
              <a:t>S={x</a:t>
            </a:r>
            <a:r>
              <a:rPr lang="en-US" altLang="zh-CN" sz="4000" b="1" baseline="-25000" dirty="0">
                <a:solidFill>
                  <a:srgbClr val="AC2F36"/>
                </a:solidFill>
              </a:rPr>
              <a:t>1</a:t>
            </a:r>
            <a:r>
              <a:rPr lang="zh-CN" altLang="en-US" sz="4000" b="1" dirty="0">
                <a:solidFill>
                  <a:srgbClr val="AC2F36"/>
                </a:solidFill>
              </a:rPr>
              <a:t>，</a:t>
            </a:r>
            <a:r>
              <a:rPr lang="en-US" altLang="zh-CN" sz="4000" b="1" dirty="0">
                <a:solidFill>
                  <a:srgbClr val="AC2F36"/>
                </a:solidFill>
              </a:rPr>
              <a:t>x</a:t>
            </a:r>
            <a:r>
              <a:rPr lang="en-US" altLang="zh-CN" sz="4000" b="1" baseline="-25000" dirty="0">
                <a:solidFill>
                  <a:srgbClr val="AC2F36"/>
                </a:solidFill>
              </a:rPr>
              <a:t>2</a:t>
            </a:r>
            <a:r>
              <a:rPr lang="en-US" altLang="zh-CN" sz="4000" b="1" dirty="0">
                <a:solidFill>
                  <a:srgbClr val="AC2F36"/>
                </a:solidFill>
              </a:rPr>
              <a:t> </a:t>
            </a:r>
            <a:r>
              <a:rPr lang="zh-CN" altLang="en-US" sz="4000" b="1" dirty="0">
                <a:solidFill>
                  <a:srgbClr val="AC2F36"/>
                </a:solidFill>
              </a:rPr>
              <a:t>，</a:t>
            </a:r>
            <a:r>
              <a:rPr lang="en-US" altLang="zh-CN" sz="4000" b="1" dirty="0">
                <a:solidFill>
                  <a:srgbClr val="AC2F36"/>
                </a:solidFill>
              </a:rPr>
              <a:t>…</a:t>
            </a:r>
            <a:r>
              <a:rPr lang="zh-CN" altLang="en-US" sz="4000" b="1" dirty="0">
                <a:solidFill>
                  <a:srgbClr val="AC2F36"/>
                </a:solidFill>
              </a:rPr>
              <a:t>， </a:t>
            </a:r>
            <a:r>
              <a:rPr lang="en-US" altLang="zh-CN" sz="4000" b="1" dirty="0" err="1">
                <a:solidFill>
                  <a:srgbClr val="AC2F36"/>
                </a:solidFill>
              </a:rPr>
              <a:t>x</a:t>
            </a:r>
            <a:r>
              <a:rPr lang="en-US" altLang="zh-CN" sz="4000" b="1" baseline="-25000" dirty="0" err="1">
                <a:solidFill>
                  <a:srgbClr val="AC2F36"/>
                </a:solidFill>
              </a:rPr>
              <a:t>n</a:t>
            </a:r>
            <a:r>
              <a:rPr lang="en-US" altLang="zh-CN" sz="4000" b="1" dirty="0">
                <a:solidFill>
                  <a:srgbClr val="AC2F36"/>
                </a:solidFill>
              </a:rPr>
              <a:t> }</a:t>
            </a:r>
          </a:p>
        </p:txBody>
      </p:sp>
      <p:sp>
        <p:nvSpPr>
          <p:cNvPr id="113669" name="Text Box 5"/>
          <p:cNvSpPr txBox="1">
            <a:spLocks noChangeArrowheads="1"/>
          </p:cNvSpPr>
          <p:nvPr/>
        </p:nvSpPr>
        <p:spPr bwMode="auto">
          <a:xfrm>
            <a:off x="914400" y="2133600"/>
            <a:ext cx="6324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求相差最小的两个实数</a:t>
            </a:r>
            <a:r>
              <a: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3671" name="Rectangle 7"/>
          <p:cNvSpPr>
            <a:spLocks noChangeArrowheads="1"/>
          </p:cNvSpPr>
          <p:nvPr/>
        </p:nvSpPr>
        <p:spPr bwMode="auto">
          <a:xfrm>
            <a:off x="685800" y="3581400"/>
            <a:ext cx="8077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buFontTx/>
              <a:buAutoNum type="arabicPeriod" startAt="2"/>
            </a:pP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分治法： 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划分为两个集合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S1={x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x&lt;=m}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S2= {x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x&gt;m}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1219200" y="4876800"/>
            <a:ext cx="7467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再分别对</a:t>
            </a: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S2</a:t>
            </a: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作分治处理</a:t>
            </a:r>
          </a:p>
        </p:txBody>
      </p:sp>
      <p:sp>
        <p:nvSpPr>
          <p:cNvPr id="113673" name="Text Box 9"/>
          <p:cNvSpPr txBox="1">
            <a:spLocks noChangeArrowheads="1"/>
          </p:cNvSpPr>
          <p:nvPr/>
        </p:nvSpPr>
        <p:spPr bwMode="auto">
          <a:xfrm>
            <a:off x="1219200" y="5638800"/>
            <a:ext cx="320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如何选择</a:t>
            </a:r>
            <a:r>
              <a:rPr lang="en-US" altLang="zh-CN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m</a:t>
            </a:r>
            <a:r>
              <a:rPr lang="zh-CN" altLang="en-US" sz="32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？</a:t>
            </a:r>
          </a:p>
        </p:txBody>
      </p:sp>
      <p:sp>
        <p:nvSpPr>
          <p:cNvPr id="113674" name="Text Box 10"/>
          <p:cNvSpPr txBox="1">
            <a:spLocks noChangeArrowheads="1"/>
          </p:cNvSpPr>
          <p:nvPr/>
        </p:nvSpPr>
        <p:spPr bwMode="auto">
          <a:xfrm>
            <a:off x="1295400" y="2895600"/>
            <a:ext cx="6629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此方法无法推广到二维情形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3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3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3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3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 autoUpdateAnimBg="0"/>
      <p:bldP spid="113669" grpId="0" autoUpdateAnimBg="0"/>
      <p:bldP spid="113671" grpId="0" build="p" autoUpdateAnimBg="0"/>
      <p:bldP spid="113672" grpId="0" autoUpdateAnimBg="0"/>
      <p:bldP spid="113673" grpId="0" autoUpdateAnimBg="0"/>
      <p:bldP spid="113674" grpId="0" autoUpdateAnimBg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b="1"/>
              <a:t>m </a:t>
            </a:r>
            <a:r>
              <a:rPr lang="zh-CN" altLang="en-US" b="1"/>
              <a:t>的选择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7924800" cy="1828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chemeClr val="tx2"/>
                </a:solidFill>
              </a:rPr>
              <a:t>m=(max(S)+min(S))/2, 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</a:rPr>
              <a:t>最坏情况：子集</a:t>
            </a:r>
            <a:r>
              <a:rPr lang="en-US" altLang="zh-CN" b="1" dirty="0">
                <a:solidFill>
                  <a:schemeClr val="tx2"/>
                </a:solidFill>
              </a:rPr>
              <a:t>S1</a:t>
            </a: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</a:rPr>
              <a:t>和</a:t>
            </a:r>
            <a:r>
              <a:rPr lang="en-US" altLang="zh-CN" b="1" dirty="0">
                <a:solidFill>
                  <a:schemeClr val="tx2"/>
                </a:solidFill>
              </a:rPr>
              <a:t>S2</a:t>
            </a: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</a:rPr>
              <a:t>不平衡，其中一个有</a:t>
            </a:r>
            <a:r>
              <a:rPr lang="en-US" altLang="zh-CN" b="1" dirty="0">
                <a:solidFill>
                  <a:schemeClr val="tx2"/>
                </a:solidFill>
                <a:latin typeface="华文中宋" panose="02010600040101010101" pitchFamily="2" charset="-122"/>
              </a:rPr>
              <a:t>n-1</a:t>
            </a: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</a:rPr>
              <a:t>个元素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b="1" dirty="0">
                <a:solidFill>
                  <a:schemeClr val="tx2"/>
                </a:solidFill>
                <a:latin typeface="华文中宋" panose="02010600040101010101" pitchFamily="2" charset="-122"/>
              </a:rPr>
              <a:t>T(n)=T(n-1)+O(n)</a:t>
            </a:r>
            <a:r>
              <a:rPr lang="en-US" altLang="zh-CN" b="1" dirty="0">
                <a:solidFill>
                  <a:schemeClr val="tx2"/>
                </a:solidFill>
              </a:rPr>
              <a:t>   =&gt; T(n)=O(n</a:t>
            </a:r>
            <a:r>
              <a:rPr lang="en-US" altLang="zh-CN" b="1" baseline="30000" dirty="0">
                <a:solidFill>
                  <a:schemeClr val="tx2"/>
                </a:solidFill>
              </a:rPr>
              <a:t>2</a:t>
            </a:r>
            <a:r>
              <a:rPr lang="en-US" altLang="zh-CN" b="1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15716" name="Text Box 4"/>
          <p:cNvSpPr txBox="1">
            <a:spLocks noChangeArrowheads="1"/>
          </p:cNvSpPr>
          <p:nvPr/>
        </p:nvSpPr>
        <p:spPr bwMode="auto">
          <a:xfrm>
            <a:off x="2386013" y="4343400"/>
            <a:ext cx="5157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2T(n/2)  +  O(n)            ( n &gt; 4 )</a:t>
            </a:r>
          </a:p>
        </p:txBody>
      </p:sp>
      <p:sp>
        <p:nvSpPr>
          <p:cNvPr id="115717" name="Text Box 5"/>
          <p:cNvSpPr txBox="1">
            <a:spLocks noChangeArrowheads="1"/>
          </p:cNvSpPr>
          <p:nvPr/>
        </p:nvSpPr>
        <p:spPr bwMode="auto">
          <a:xfrm>
            <a:off x="2309813" y="4876800"/>
            <a:ext cx="5310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O(1)                            ( n = 4)</a:t>
            </a:r>
          </a:p>
        </p:txBody>
      </p:sp>
      <p:sp>
        <p:nvSpPr>
          <p:cNvPr id="115718" name="Text Box 6"/>
          <p:cNvSpPr txBox="1">
            <a:spLocks noChangeArrowheads="1"/>
          </p:cNvSpPr>
          <p:nvPr/>
        </p:nvSpPr>
        <p:spPr bwMode="auto">
          <a:xfrm>
            <a:off x="1143000" y="462438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15719" name="AutoShape 7"/>
          <p:cNvSpPr/>
          <p:nvPr/>
        </p:nvSpPr>
        <p:spPr bwMode="auto">
          <a:xfrm>
            <a:off x="2233613" y="449032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5720" name="Text Box 8"/>
          <p:cNvSpPr txBox="1">
            <a:spLocks noChangeArrowheads="1"/>
          </p:cNvSpPr>
          <p:nvPr/>
        </p:nvSpPr>
        <p:spPr bwMode="auto">
          <a:xfrm>
            <a:off x="762000" y="5334000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求得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T(n)=O(n log n)</a:t>
            </a:r>
          </a:p>
        </p:txBody>
      </p:sp>
      <p:sp>
        <p:nvSpPr>
          <p:cNvPr id="115721" name="Text Box 9"/>
          <p:cNvSpPr txBox="1">
            <a:spLocks noChangeArrowheads="1"/>
          </p:cNvSpPr>
          <p:nvPr/>
        </p:nvSpPr>
        <p:spPr bwMode="auto">
          <a:xfrm>
            <a:off x="685800" y="3505200"/>
            <a:ext cx="7467600" cy="604838"/>
          </a:xfrm>
          <a:prstGeom prst="rect">
            <a:avLst/>
          </a:prstGeom>
          <a:solidFill>
            <a:srgbClr val="FFFF66"/>
          </a:solidFill>
          <a:ln w="25400">
            <a:solidFill>
              <a:srgbClr val="FFCC00"/>
            </a:solidFill>
            <a:miter lim="800000"/>
          </a:ln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3200" b="1" dirty="0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zh-CN" altLang="en-US" sz="3200" b="1" dirty="0">
                <a:solidFill>
                  <a:srgbClr val="0000CC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取中位数，两组元素个数大致相同</a:t>
            </a:r>
          </a:p>
        </p:txBody>
      </p:sp>
      <p:sp>
        <p:nvSpPr>
          <p:cNvPr id="115722" name="Rectangle 10"/>
          <p:cNvSpPr>
            <a:spLocks noChangeArrowheads="1"/>
          </p:cNvSpPr>
          <p:nvPr/>
        </p:nvSpPr>
        <p:spPr bwMode="auto">
          <a:xfrm>
            <a:off x="5334000" y="5791200"/>
            <a:ext cx="3048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取中位数可行！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5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5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 autoUpdateAnimBg="0"/>
      <p:bldP spid="115716" grpId="0" autoUpdateAnimBg="0"/>
      <p:bldP spid="115717" grpId="0" autoUpdateAnimBg="0"/>
      <p:bldP spid="115718" grpId="0" autoUpdateAnimBg="0"/>
      <p:bldP spid="115719" grpId="0" animBg="1"/>
      <p:bldP spid="115720" grpId="0" autoUpdateAnimBg="0"/>
      <p:bldP spid="115721" grpId="0" animBg="1" autoUpdateAnimBg="0"/>
      <p:bldP spid="115722" grpId="0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dirty="0">
                <a:solidFill>
                  <a:srgbClr val="FF0000"/>
                </a:solidFill>
              </a:rPr>
              <a:t>二维点集</a:t>
            </a:r>
            <a:r>
              <a:rPr lang="en-US" altLang="zh-CN" sz="4000" dirty="0">
                <a:solidFill>
                  <a:srgbClr val="FF0000"/>
                </a:solidFill>
              </a:rPr>
              <a:t>S={p</a:t>
            </a:r>
            <a:r>
              <a:rPr lang="en-US" altLang="zh-CN" sz="4000" baseline="-25000" dirty="0">
                <a:solidFill>
                  <a:srgbClr val="FF0000"/>
                </a:solidFill>
              </a:rPr>
              <a:t>1</a:t>
            </a:r>
            <a:r>
              <a:rPr lang="zh-CN" altLang="en-US" sz="4000" dirty="0">
                <a:solidFill>
                  <a:srgbClr val="FF0000"/>
                </a:solidFill>
              </a:rPr>
              <a:t>，</a:t>
            </a:r>
            <a:r>
              <a:rPr lang="en-US" altLang="zh-CN" sz="4000" dirty="0">
                <a:solidFill>
                  <a:srgbClr val="FF0000"/>
                </a:solidFill>
              </a:rPr>
              <a:t>p</a:t>
            </a:r>
            <a:r>
              <a:rPr lang="en-US" altLang="zh-CN" sz="4000" baseline="-25000" dirty="0">
                <a:solidFill>
                  <a:srgbClr val="FF0000"/>
                </a:solidFill>
              </a:rPr>
              <a:t>2</a:t>
            </a:r>
            <a:r>
              <a:rPr lang="en-US" altLang="zh-CN" sz="4000" dirty="0">
                <a:solidFill>
                  <a:srgbClr val="FF0000"/>
                </a:solidFill>
              </a:rPr>
              <a:t> </a:t>
            </a:r>
            <a:r>
              <a:rPr lang="zh-CN" altLang="en-US" sz="4000" dirty="0">
                <a:solidFill>
                  <a:srgbClr val="FF0000"/>
                </a:solidFill>
              </a:rPr>
              <a:t>，</a:t>
            </a:r>
            <a:r>
              <a:rPr lang="en-US" altLang="zh-CN" sz="4000" dirty="0">
                <a:solidFill>
                  <a:srgbClr val="FF0000"/>
                </a:solidFill>
              </a:rPr>
              <a:t>…</a:t>
            </a:r>
            <a:r>
              <a:rPr lang="zh-CN" altLang="en-US" sz="4000" dirty="0">
                <a:solidFill>
                  <a:srgbClr val="FF0000"/>
                </a:solidFill>
              </a:rPr>
              <a:t>， </a:t>
            </a:r>
            <a:r>
              <a:rPr lang="en-US" altLang="zh-CN" sz="4000" dirty="0" err="1">
                <a:solidFill>
                  <a:srgbClr val="FF0000"/>
                </a:solidFill>
              </a:rPr>
              <a:t>p</a:t>
            </a:r>
            <a:r>
              <a:rPr lang="en-US" altLang="zh-CN" sz="4000" baseline="-25000" dirty="0" err="1">
                <a:solidFill>
                  <a:srgbClr val="FF0000"/>
                </a:solidFill>
              </a:rPr>
              <a:t>n</a:t>
            </a:r>
            <a:r>
              <a:rPr lang="en-US" altLang="zh-CN" sz="4000" dirty="0">
                <a:solidFill>
                  <a:srgbClr val="FF0000"/>
                </a:solidFill>
              </a:rPr>
              <a:t> }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68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/>
              <a:t>作一条垂直线</a:t>
            </a:r>
            <a:r>
              <a:rPr lang="en-US" altLang="zh-CN" b="1"/>
              <a:t>l: x=m</a:t>
            </a:r>
            <a:r>
              <a:rPr lang="zh-CN" altLang="en-US" b="1"/>
              <a:t>将平面分为两部分</a:t>
            </a:r>
          </a:p>
        </p:txBody>
      </p:sp>
      <p:sp>
        <p:nvSpPr>
          <p:cNvPr id="114692" name="Rectangle 4"/>
          <p:cNvSpPr>
            <a:spLocks noChangeArrowheads="1"/>
          </p:cNvSpPr>
          <p:nvPr/>
        </p:nvSpPr>
        <p:spPr bwMode="auto">
          <a:xfrm>
            <a:off x="685800" y="2286000"/>
            <a:ext cx="8229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划分为两个集合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|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S1|</a:t>
            </a:r>
            <a:r>
              <a:rPr lang="zh-CN" altLang="en-US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|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S2|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大致相同</a:t>
            </a:r>
            <a:endParaRPr lang="zh-CN" altLang="en-US" sz="32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S1= { 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x&lt;=m}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S2= { 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2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：</a:t>
            </a:r>
            <a:r>
              <a:rPr lang="en-US" altLang="zh-CN" sz="32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 &gt; m}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4693" name="Rectangle 5"/>
          <p:cNvSpPr>
            <a:spLocks noChangeArrowheads="1"/>
          </p:cNvSpPr>
          <p:nvPr/>
        </p:nvSpPr>
        <p:spPr bwMode="auto">
          <a:xfrm>
            <a:off x="611188" y="5805488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记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en-US" altLang="zh-CN" sz="28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=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{ 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R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: 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有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Wingdings" panose="05000000000000000000" pitchFamily="2" charset="2"/>
              </a:rPr>
              <a:t>(</a:t>
            </a:r>
            <a:r>
              <a:rPr lang="en-US" altLang="zh-CN" sz="2800" b="1" dirty="0" err="1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x,y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S}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m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为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en-US" altLang="zh-CN" sz="2800" b="1" baseline="-25000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的中位数，</a:t>
            </a:r>
          </a:p>
        </p:txBody>
      </p:sp>
      <p:grpSp>
        <p:nvGrpSpPr>
          <p:cNvPr id="2" name="Group 22"/>
          <p:cNvGrpSpPr/>
          <p:nvPr/>
        </p:nvGrpSpPr>
        <p:grpSpPr bwMode="auto">
          <a:xfrm>
            <a:off x="5257800" y="3200400"/>
            <a:ext cx="3505200" cy="2362200"/>
            <a:chOff x="3312" y="1776"/>
            <a:chExt cx="2208" cy="1488"/>
          </a:xfrm>
        </p:grpSpPr>
        <p:sp>
          <p:nvSpPr>
            <p:cNvPr id="93193" name="Line 6"/>
            <p:cNvSpPr>
              <a:spLocks noChangeShapeType="1"/>
            </p:cNvSpPr>
            <p:nvPr/>
          </p:nvSpPr>
          <p:spPr bwMode="auto">
            <a:xfrm>
              <a:off x="4416" y="1776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194" name="Line 7"/>
            <p:cNvSpPr>
              <a:spLocks noChangeShapeType="1"/>
            </p:cNvSpPr>
            <p:nvPr/>
          </p:nvSpPr>
          <p:spPr bwMode="auto">
            <a:xfrm>
              <a:off x="5184" y="1776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195" name="Line 8"/>
            <p:cNvSpPr>
              <a:spLocks noChangeShapeType="1"/>
            </p:cNvSpPr>
            <p:nvPr/>
          </p:nvSpPr>
          <p:spPr bwMode="auto">
            <a:xfrm>
              <a:off x="3648" y="1776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196" name="Line 9"/>
            <p:cNvSpPr>
              <a:spLocks noChangeShapeType="1"/>
            </p:cNvSpPr>
            <p:nvPr/>
          </p:nvSpPr>
          <p:spPr bwMode="auto">
            <a:xfrm>
              <a:off x="3648" y="1968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197" name="Line 10"/>
            <p:cNvSpPr>
              <a:spLocks noChangeShapeType="1"/>
            </p:cNvSpPr>
            <p:nvPr/>
          </p:nvSpPr>
          <p:spPr bwMode="auto">
            <a:xfrm>
              <a:off x="4416" y="1968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198" name="Line 11"/>
            <p:cNvSpPr>
              <a:spLocks noChangeShapeType="1"/>
            </p:cNvSpPr>
            <p:nvPr/>
          </p:nvSpPr>
          <p:spPr bwMode="auto">
            <a:xfrm rot="-2280000">
              <a:off x="4441" y="2425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199" name="Line 12"/>
            <p:cNvSpPr>
              <a:spLocks noChangeShapeType="1"/>
            </p:cNvSpPr>
            <p:nvPr/>
          </p:nvSpPr>
          <p:spPr bwMode="auto">
            <a:xfrm rot="3300000">
              <a:off x="3648" y="244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200" name="Text Box 13"/>
            <p:cNvSpPr txBox="1">
              <a:spLocks noChangeArrowheads="1"/>
            </p:cNvSpPr>
            <p:nvPr/>
          </p:nvSpPr>
          <p:spPr bwMode="auto">
            <a:xfrm>
              <a:off x="3312" y="249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S1</a:t>
              </a:r>
            </a:p>
          </p:txBody>
        </p:sp>
        <p:sp>
          <p:nvSpPr>
            <p:cNvPr id="93201" name="Text Box 14"/>
            <p:cNvSpPr txBox="1">
              <a:spLocks noChangeArrowheads="1"/>
            </p:cNvSpPr>
            <p:nvPr/>
          </p:nvSpPr>
          <p:spPr bwMode="auto">
            <a:xfrm>
              <a:off x="5184" y="254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S2</a:t>
              </a:r>
            </a:p>
          </p:txBody>
        </p:sp>
        <p:sp>
          <p:nvSpPr>
            <p:cNvPr id="93202" name="Text Box 15"/>
            <p:cNvSpPr txBox="1">
              <a:spLocks noChangeArrowheads="1"/>
            </p:cNvSpPr>
            <p:nvPr/>
          </p:nvSpPr>
          <p:spPr bwMode="auto">
            <a:xfrm>
              <a:off x="3792" y="259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sz="2000" b="1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203" name="Text Box 16"/>
            <p:cNvSpPr txBox="1">
              <a:spLocks noChangeArrowheads="1"/>
            </p:cNvSpPr>
            <p:nvPr/>
          </p:nvSpPr>
          <p:spPr bwMode="auto">
            <a:xfrm>
              <a:off x="4704" y="259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sz="2000" b="1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3204" name="Text Box 19"/>
            <p:cNvSpPr txBox="1">
              <a:spLocks noChangeArrowheads="1"/>
            </p:cNvSpPr>
            <p:nvPr/>
          </p:nvSpPr>
          <p:spPr bwMode="auto">
            <a:xfrm>
              <a:off x="3936" y="219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  <a:r>
                <a:rPr lang="en-US" altLang="zh-CN" sz="20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93205" name="Text Box 20"/>
            <p:cNvSpPr txBox="1">
              <a:spLocks noChangeArrowheads="1"/>
            </p:cNvSpPr>
            <p:nvPr/>
          </p:nvSpPr>
          <p:spPr bwMode="auto">
            <a:xfrm>
              <a:off x="4464" y="220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  <a:r>
                <a:rPr lang="en-US" altLang="zh-CN" sz="20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</p:grpSp>
      <p:sp>
        <p:nvSpPr>
          <p:cNvPr id="114711" name="Line 23"/>
          <p:cNvSpPr>
            <a:spLocks noChangeShapeType="1"/>
          </p:cNvSpPr>
          <p:nvPr/>
        </p:nvSpPr>
        <p:spPr bwMode="auto">
          <a:xfrm>
            <a:off x="7010400" y="3048000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4712" name="AutoShape 24"/>
          <p:cNvSpPr>
            <a:spLocks noChangeArrowheads="1"/>
          </p:cNvSpPr>
          <p:nvPr/>
        </p:nvSpPr>
        <p:spPr bwMode="auto">
          <a:xfrm>
            <a:off x="7391400" y="5181600"/>
            <a:ext cx="1447800" cy="533400"/>
          </a:xfrm>
          <a:prstGeom prst="wedgeRoundRectCallout">
            <a:avLst>
              <a:gd name="adj1" fmla="val -67764"/>
              <a:gd name="adj2" fmla="val -83333"/>
              <a:gd name="adj3" fmla="val 16667"/>
            </a:avLst>
          </a:prstGeom>
          <a:solidFill>
            <a:srgbClr val="FFFF66"/>
          </a:solidFill>
          <a:ln w="9525">
            <a:solidFill>
              <a:srgbClr val="000000"/>
            </a:solidFill>
            <a:miter lim="800000"/>
          </a:ln>
        </p:spPr>
        <p:txBody>
          <a:bodyPr lIns="18000" tIns="0" rIns="18000" bIns="0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l: x=m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4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4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1" grpId="0" build="p" autoUpdateAnimBg="0"/>
      <p:bldP spid="114692" grpId="0" autoUpdateAnimBg="0"/>
      <p:bldP spid="114693" grpId="0" autoUpdateAnimBg="0"/>
      <p:bldP spid="114712" grpId="0" animBg="1" autoUpdateAnimBg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b="1" dirty="0">
                <a:latin typeface="华文中宋" panose="02010600040101010101" pitchFamily="2" charset="-122"/>
              </a:rPr>
              <a:t>最小距离</a:t>
            </a:r>
            <a:r>
              <a:rPr lang="zh-CN" altLang="en-US" b="1" dirty="0"/>
              <a:t> 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1905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en-US" altLang="zh-CN"/>
              <a:t>=min_distance(S1)</a:t>
            </a:r>
          </a:p>
          <a:p>
            <a:pPr eaLnBrk="1" hangingPunct="1"/>
            <a:r>
              <a:rPr lang="en-US" altLang="zh-CN"/>
              <a:t>d</a:t>
            </a:r>
            <a:r>
              <a:rPr lang="en-US" altLang="zh-CN" baseline="-25000"/>
              <a:t>2</a:t>
            </a:r>
            <a:r>
              <a:rPr lang="en-US" altLang="zh-CN"/>
              <a:t>=min_distance(S2)</a:t>
            </a:r>
          </a:p>
          <a:p>
            <a:pPr eaLnBrk="1" hangingPunct="1"/>
            <a:r>
              <a:rPr lang="en-US" altLang="zh-CN"/>
              <a:t>d=min(d</a:t>
            </a:r>
            <a:r>
              <a:rPr lang="en-US" altLang="zh-CN" baseline="-25000"/>
              <a:t>1</a:t>
            </a:r>
            <a:r>
              <a:rPr lang="en-US" altLang="zh-CN"/>
              <a:t>, d</a:t>
            </a:r>
            <a:r>
              <a:rPr lang="en-US" altLang="zh-CN" baseline="-25000"/>
              <a:t>2</a:t>
            </a:r>
            <a:r>
              <a:rPr lang="en-US" altLang="zh-CN"/>
              <a:t>)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5257800" y="1371600"/>
            <a:ext cx="3505200" cy="2378075"/>
            <a:chOff x="3312" y="1766"/>
            <a:chExt cx="2208" cy="1498"/>
          </a:xfrm>
        </p:grpSpPr>
        <p:sp>
          <p:nvSpPr>
            <p:cNvPr id="94220" name="Line 5"/>
            <p:cNvSpPr>
              <a:spLocks noChangeShapeType="1"/>
            </p:cNvSpPr>
            <p:nvPr/>
          </p:nvSpPr>
          <p:spPr bwMode="auto">
            <a:xfrm>
              <a:off x="4416" y="1776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1" name="Line 6"/>
            <p:cNvSpPr>
              <a:spLocks noChangeShapeType="1"/>
            </p:cNvSpPr>
            <p:nvPr/>
          </p:nvSpPr>
          <p:spPr bwMode="auto">
            <a:xfrm>
              <a:off x="5184" y="1776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2" name="Line 7"/>
            <p:cNvSpPr>
              <a:spLocks noChangeShapeType="1"/>
            </p:cNvSpPr>
            <p:nvPr/>
          </p:nvSpPr>
          <p:spPr bwMode="auto">
            <a:xfrm>
              <a:off x="3648" y="1776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3" name="Line 8"/>
            <p:cNvSpPr>
              <a:spLocks noChangeShapeType="1"/>
            </p:cNvSpPr>
            <p:nvPr/>
          </p:nvSpPr>
          <p:spPr bwMode="auto">
            <a:xfrm>
              <a:off x="3648" y="1968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4" name="Line 9"/>
            <p:cNvSpPr>
              <a:spLocks noChangeShapeType="1"/>
            </p:cNvSpPr>
            <p:nvPr/>
          </p:nvSpPr>
          <p:spPr bwMode="auto">
            <a:xfrm>
              <a:off x="4416" y="1968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5" name="Line 10"/>
            <p:cNvSpPr>
              <a:spLocks noChangeShapeType="1"/>
            </p:cNvSpPr>
            <p:nvPr/>
          </p:nvSpPr>
          <p:spPr bwMode="auto">
            <a:xfrm rot="-2280000">
              <a:off x="4441" y="2425"/>
              <a:ext cx="52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6" name="Line 11"/>
            <p:cNvSpPr>
              <a:spLocks noChangeShapeType="1"/>
            </p:cNvSpPr>
            <p:nvPr/>
          </p:nvSpPr>
          <p:spPr bwMode="auto">
            <a:xfrm rot="3300000">
              <a:off x="3648" y="2448"/>
              <a:ext cx="76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oval" w="sm" len="sm"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4227" name="Text Box 12"/>
            <p:cNvSpPr txBox="1">
              <a:spLocks noChangeArrowheads="1"/>
            </p:cNvSpPr>
            <p:nvPr/>
          </p:nvSpPr>
          <p:spPr bwMode="auto">
            <a:xfrm>
              <a:off x="3312" y="249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S1</a:t>
              </a:r>
            </a:p>
          </p:txBody>
        </p:sp>
        <p:sp>
          <p:nvSpPr>
            <p:cNvPr id="94228" name="Text Box 13"/>
            <p:cNvSpPr txBox="1">
              <a:spLocks noChangeArrowheads="1"/>
            </p:cNvSpPr>
            <p:nvPr/>
          </p:nvSpPr>
          <p:spPr bwMode="auto">
            <a:xfrm>
              <a:off x="5184" y="254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S2</a:t>
              </a:r>
            </a:p>
          </p:txBody>
        </p:sp>
        <p:sp>
          <p:nvSpPr>
            <p:cNvPr id="94229" name="Text Box 14"/>
            <p:cNvSpPr txBox="1">
              <a:spLocks noChangeArrowheads="1"/>
            </p:cNvSpPr>
            <p:nvPr/>
          </p:nvSpPr>
          <p:spPr bwMode="auto">
            <a:xfrm>
              <a:off x="3792" y="259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P1</a:t>
              </a:r>
            </a:p>
          </p:txBody>
        </p:sp>
        <p:sp>
          <p:nvSpPr>
            <p:cNvPr id="94230" name="Text Box 15"/>
            <p:cNvSpPr txBox="1">
              <a:spLocks noChangeArrowheads="1"/>
            </p:cNvSpPr>
            <p:nvPr/>
          </p:nvSpPr>
          <p:spPr bwMode="auto">
            <a:xfrm>
              <a:off x="4704" y="259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P2</a:t>
              </a:r>
            </a:p>
          </p:txBody>
        </p:sp>
        <p:sp>
          <p:nvSpPr>
            <p:cNvPr id="94231" name="Text Box 16"/>
            <p:cNvSpPr txBox="1">
              <a:spLocks noChangeArrowheads="1"/>
            </p:cNvSpPr>
            <p:nvPr/>
          </p:nvSpPr>
          <p:spPr bwMode="auto">
            <a:xfrm>
              <a:off x="3840" y="176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</a:p>
          </p:txBody>
        </p:sp>
        <p:sp>
          <p:nvSpPr>
            <p:cNvPr id="94232" name="Text Box 17"/>
            <p:cNvSpPr txBox="1">
              <a:spLocks noChangeArrowheads="1"/>
            </p:cNvSpPr>
            <p:nvPr/>
          </p:nvSpPr>
          <p:spPr bwMode="auto">
            <a:xfrm>
              <a:off x="4608" y="176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</a:p>
          </p:txBody>
        </p:sp>
        <p:sp>
          <p:nvSpPr>
            <p:cNvPr id="94233" name="Text Box 18"/>
            <p:cNvSpPr txBox="1">
              <a:spLocks noChangeArrowheads="1"/>
            </p:cNvSpPr>
            <p:nvPr/>
          </p:nvSpPr>
          <p:spPr bwMode="auto">
            <a:xfrm>
              <a:off x="3936" y="219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  <a:r>
                <a:rPr lang="en-US" altLang="zh-CN" sz="20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1</a:t>
              </a:r>
            </a:p>
          </p:txBody>
        </p:sp>
        <p:sp>
          <p:nvSpPr>
            <p:cNvPr id="94234" name="Text Box 19"/>
            <p:cNvSpPr txBox="1">
              <a:spLocks noChangeArrowheads="1"/>
            </p:cNvSpPr>
            <p:nvPr/>
          </p:nvSpPr>
          <p:spPr bwMode="auto">
            <a:xfrm>
              <a:off x="4464" y="220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  <a:r>
                <a:rPr lang="en-US" altLang="zh-CN" sz="2000" b="1" baseline="-25000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2</a:t>
              </a:r>
            </a:p>
          </p:txBody>
        </p:sp>
      </p:grpSp>
      <p:sp>
        <p:nvSpPr>
          <p:cNvPr id="116756" name="Text Box 20"/>
          <p:cNvSpPr txBox="1">
            <a:spLocks noChangeArrowheads="1"/>
          </p:cNvSpPr>
          <p:nvPr/>
        </p:nvSpPr>
        <p:spPr bwMode="auto">
          <a:xfrm>
            <a:off x="762000" y="3505200"/>
            <a:ext cx="655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en-US" altLang="zh-CN" sz="28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p,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q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)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为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的最接近点对</a:t>
            </a:r>
          </a:p>
        </p:txBody>
      </p:sp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838200" y="4114800"/>
            <a:ext cx="61722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情况：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p,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q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2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p,</a:t>
            </a:r>
            <a:r>
              <a:rPr lang="en-US" altLang="zh-CN" sz="2800" b="1" dirty="0" err="1">
                <a:latin typeface="Palatino Linotype" panose="02040502050505030304" pitchFamily="18" charset="0"/>
                <a:ea typeface="华文中宋" panose="02010600040101010101" pitchFamily="2" charset="-122"/>
              </a:rPr>
              <a:t>q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3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S1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q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S2</a:t>
            </a:r>
          </a:p>
        </p:txBody>
      </p:sp>
      <p:sp>
        <p:nvSpPr>
          <p:cNvPr id="116758" name="Line 22"/>
          <p:cNvSpPr>
            <a:spLocks noChangeShapeType="1"/>
          </p:cNvSpPr>
          <p:nvPr/>
        </p:nvSpPr>
        <p:spPr bwMode="auto">
          <a:xfrm>
            <a:off x="7010400" y="1371600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6759" name="AutoShape 23"/>
          <p:cNvSpPr>
            <a:spLocks noChangeArrowheads="1"/>
          </p:cNvSpPr>
          <p:nvPr/>
        </p:nvSpPr>
        <p:spPr bwMode="auto">
          <a:xfrm>
            <a:off x="7391400" y="3505200"/>
            <a:ext cx="1447800" cy="533400"/>
          </a:xfrm>
          <a:prstGeom prst="wedgeRoundRectCallout">
            <a:avLst>
              <a:gd name="adj1" fmla="val -67764"/>
              <a:gd name="adj2" fmla="val -83333"/>
              <a:gd name="adj3" fmla="val 16667"/>
            </a:avLst>
          </a:prstGeom>
          <a:solidFill>
            <a:srgbClr val="FFFF66"/>
          </a:solidFill>
          <a:ln w="9525">
            <a:solidFill>
              <a:srgbClr val="000000"/>
            </a:solidFill>
            <a:miter lim="800000"/>
          </a:ln>
        </p:spPr>
        <p:txBody>
          <a:bodyPr lIns="18000" tIns="0" rIns="18000" bIns="0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l: x=m</a:t>
            </a:r>
          </a:p>
        </p:txBody>
      </p:sp>
      <p:sp>
        <p:nvSpPr>
          <p:cNvPr id="116760" name="AutoShape 24"/>
          <p:cNvSpPr>
            <a:spLocks noChangeArrowheads="1"/>
          </p:cNvSpPr>
          <p:nvPr/>
        </p:nvSpPr>
        <p:spPr bwMode="auto">
          <a:xfrm>
            <a:off x="4953000" y="5410200"/>
            <a:ext cx="2355850" cy="990600"/>
          </a:xfrm>
          <a:prstGeom prst="wedgeRoundRectCallout">
            <a:avLst>
              <a:gd name="adj1" fmla="val -55727"/>
              <a:gd name="adj2" fmla="val -110417"/>
              <a:gd name="adj3" fmla="val 16667"/>
            </a:avLst>
          </a:prstGeom>
          <a:solidFill>
            <a:srgbClr val="FFFF66"/>
          </a:solidFill>
          <a:ln w="9525">
            <a:solidFill>
              <a:srgbClr val="000000"/>
            </a:solidFill>
            <a:miter lim="800000"/>
          </a:ln>
        </p:spPr>
        <p:txBody>
          <a:bodyPr lIns="18000" tIns="0" rIns="18000" bIns="0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容易处理，分治</a:t>
            </a:r>
          </a:p>
        </p:txBody>
      </p:sp>
      <p:sp>
        <p:nvSpPr>
          <p:cNvPr id="116761" name="AutoShape 25"/>
          <p:cNvSpPr/>
          <p:nvPr/>
        </p:nvSpPr>
        <p:spPr bwMode="auto">
          <a:xfrm>
            <a:off x="4572000" y="4343400"/>
            <a:ext cx="228600" cy="762000"/>
          </a:xfrm>
          <a:prstGeom prst="rightBrace">
            <a:avLst>
              <a:gd name="adj1" fmla="val 27778"/>
              <a:gd name="adj2" fmla="val 48333"/>
            </a:avLst>
          </a:prstGeom>
          <a:noFill/>
          <a:ln w="31750">
            <a:solidFill>
              <a:srgbClr val="0000CC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16762" name="AutoShape 26"/>
          <p:cNvSpPr>
            <a:spLocks noChangeArrowheads="1"/>
          </p:cNvSpPr>
          <p:nvPr/>
        </p:nvSpPr>
        <p:spPr bwMode="auto">
          <a:xfrm>
            <a:off x="5715000" y="4572000"/>
            <a:ext cx="2362200" cy="762000"/>
          </a:xfrm>
          <a:prstGeom prst="wedgeRoundRectCallout">
            <a:avLst>
              <a:gd name="adj1" fmla="val -25000"/>
              <a:gd name="adj2" fmla="val -234167"/>
              <a:gd name="adj3" fmla="val 16667"/>
            </a:avLst>
          </a:prstGeom>
          <a:solidFill>
            <a:srgbClr val="FFCC99"/>
          </a:solidFill>
          <a:ln w="9525">
            <a:solidFill>
              <a:srgbClr val="000000"/>
            </a:solidFill>
            <a:miter lim="800000"/>
          </a:ln>
        </p:spPr>
        <p:txBody>
          <a:bodyPr lIns="18000" tIns="0" rIns="18000" bIns="0"/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P1</a:t>
            </a:r>
            <a:r>
              <a:rPr lang="zh-CN" altLang="en-US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表示直线</a:t>
            </a:r>
            <a:r>
              <a:rPr lang="en-US" altLang="zh-CN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l</a:t>
            </a:r>
            <a:r>
              <a:rPr lang="zh-CN" altLang="en-US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左边宽</a:t>
            </a:r>
            <a:r>
              <a:rPr lang="en-US" altLang="zh-CN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的长条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56" grpId="0" autoUpdateAnimBg="0"/>
      <p:bldP spid="116757" grpId="0" autoUpdateAnimBg="0"/>
      <p:bldP spid="116759" grpId="0" animBg="1" autoUpdateAnimBg="0"/>
      <p:bldP spid="116760" grpId="0" animBg="1" autoUpdateAnimBg="0"/>
      <p:bldP spid="116761" grpId="0" animBg="1"/>
      <p:bldP spid="116762" grpId="0" animBg="1" autoUpdateAnimBg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3600" b="1" dirty="0">
                <a:latin typeface="华文中宋" panose="02010600040101010101" pitchFamily="2" charset="-122"/>
              </a:rPr>
              <a:t>p</a:t>
            </a:r>
            <a:r>
              <a:rPr lang="en-US" altLang="zh-CN" sz="3600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3600" b="1" dirty="0">
                <a:solidFill>
                  <a:schemeClr val="tx1"/>
                </a:solidFill>
              </a:rPr>
              <a:t>S1</a:t>
            </a:r>
            <a:r>
              <a:rPr lang="zh-CN" altLang="en-US" sz="3600" b="1" dirty="0">
                <a:solidFill>
                  <a:schemeClr val="tx1"/>
                </a:solidFill>
              </a:rPr>
              <a:t>，</a:t>
            </a:r>
            <a:r>
              <a:rPr lang="en-US" altLang="zh-CN" sz="3600" b="1" dirty="0"/>
              <a:t>q</a:t>
            </a:r>
            <a:r>
              <a:rPr lang="en-US" altLang="zh-CN" sz="3600" b="1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3600" b="1" dirty="0">
                <a:solidFill>
                  <a:schemeClr val="tx1"/>
                </a:solidFill>
              </a:rPr>
              <a:t>S2</a:t>
            </a:r>
            <a:r>
              <a:rPr lang="zh-CN" altLang="en-US" sz="3600" b="1" dirty="0">
                <a:solidFill>
                  <a:schemeClr val="tx1"/>
                </a:solidFill>
              </a:rPr>
              <a:t>的情形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44958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/>
              <a:t>候选点对数最坏时：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1"/>
              <a:t>            </a:t>
            </a:r>
            <a:r>
              <a:rPr lang="en-US" altLang="zh-CN" sz="2800" b="1"/>
              <a:t>n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/4--- </a:t>
            </a:r>
            <a:r>
              <a:rPr lang="zh-CN" altLang="en-US" sz="2400" b="1"/>
              <a:t>二次函数极值</a:t>
            </a:r>
          </a:p>
        </p:txBody>
      </p:sp>
      <p:grpSp>
        <p:nvGrpSpPr>
          <p:cNvPr id="2" name="Group 54"/>
          <p:cNvGrpSpPr/>
          <p:nvPr/>
        </p:nvGrpSpPr>
        <p:grpSpPr bwMode="auto">
          <a:xfrm>
            <a:off x="5257800" y="1371600"/>
            <a:ext cx="3505200" cy="2378075"/>
            <a:chOff x="3312" y="864"/>
            <a:chExt cx="2208" cy="1498"/>
          </a:xfrm>
        </p:grpSpPr>
        <p:sp>
          <p:nvSpPr>
            <p:cNvPr id="95262" name="Text Box 12"/>
            <p:cNvSpPr txBox="1">
              <a:spLocks noChangeArrowheads="1"/>
            </p:cNvSpPr>
            <p:nvPr/>
          </p:nvSpPr>
          <p:spPr bwMode="auto">
            <a:xfrm>
              <a:off x="3312" y="159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S1</a:t>
              </a:r>
            </a:p>
          </p:txBody>
        </p:sp>
        <p:grpSp>
          <p:nvGrpSpPr>
            <p:cNvPr id="95263" name="Group 24"/>
            <p:cNvGrpSpPr/>
            <p:nvPr/>
          </p:nvGrpSpPr>
          <p:grpSpPr bwMode="auto">
            <a:xfrm>
              <a:off x="3648" y="864"/>
              <a:ext cx="1872" cy="1498"/>
              <a:chOff x="3648" y="864"/>
              <a:chExt cx="1872" cy="1498"/>
            </a:xfrm>
          </p:grpSpPr>
          <p:sp>
            <p:nvSpPr>
              <p:cNvPr id="95264" name="Line 5"/>
              <p:cNvSpPr>
                <a:spLocks noChangeShapeType="1"/>
              </p:cNvSpPr>
              <p:nvPr/>
            </p:nvSpPr>
            <p:spPr bwMode="auto">
              <a:xfrm>
                <a:off x="4416" y="874"/>
                <a:ext cx="0" cy="14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65" name="Line 6"/>
              <p:cNvSpPr>
                <a:spLocks noChangeShapeType="1"/>
              </p:cNvSpPr>
              <p:nvPr/>
            </p:nvSpPr>
            <p:spPr bwMode="auto">
              <a:xfrm>
                <a:off x="5184" y="874"/>
                <a:ext cx="0" cy="14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66" name="Line 7"/>
              <p:cNvSpPr>
                <a:spLocks noChangeShapeType="1"/>
              </p:cNvSpPr>
              <p:nvPr/>
            </p:nvSpPr>
            <p:spPr bwMode="auto">
              <a:xfrm>
                <a:off x="3648" y="874"/>
                <a:ext cx="0" cy="14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67" name="Line 8"/>
              <p:cNvSpPr>
                <a:spLocks noChangeShapeType="1"/>
              </p:cNvSpPr>
              <p:nvPr/>
            </p:nvSpPr>
            <p:spPr bwMode="auto">
              <a:xfrm>
                <a:off x="3648" y="1066"/>
                <a:ext cx="76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68" name="Line 9"/>
              <p:cNvSpPr>
                <a:spLocks noChangeShapeType="1"/>
              </p:cNvSpPr>
              <p:nvPr/>
            </p:nvSpPr>
            <p:spPr bwMode="auto">
              <a:xfrm>
                <a:off x="4416" y="1066"/>
                <a:ext cx="76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69" name="Line 10"/>
              <p:cNvSpPr>
                <a:spLocks noChangeShapeType="1"/>
              </p:cNvSpPr>
              <p:nvPr/>
            </p:nvSpPr>
            <p:spPr bwMode="auto">
              <a:xfrm rot="-2280000">
                <a:off x="4441" y="1523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70" name="Line 11"/>
              <p:cNvSpPr>
                <a:spLocks noChangeShapeType="1"/>
              </p:cNvSpPr>
              <p:nvPr/>
            </p:nvSpPr>
            <p:spPr bwMode="auto">
              <a:xfrm rot="3300000">
                <a:off x="3552" y="1546"/>
                <a:ext cx="7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oval" w="sm" len="sm"/>
                <a:tailEnd type="oval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71" name="Text Box 13"/>
              <p:cNvSpPr txBox="1">
                <a:spLocks noChangeArrowheads="1"/>
              </p:cNvSpPr>
              <p:nvPr/>
            </p:nvSpPr>
            <p:spPr bwMode="auto">
              <a:xfrm>
                <a:off x="5184" y="1642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S2</a:t>
                </a:r>
              </a:p>
            </p:txBody>
          </p:sp>
          <p:sp>
            <p:nvSpPr>
              <p:cNvPr id="95272" name="Text Box 14"/>
              <p:cNvSpPr txBox="1">
                <a:spLocks noChangeArrowheads="1"/>
              </p:cNvSpPr>
              <p:nvPr/>
            </p:nvSpPr>
            <p:spPr bwMode="auto">
              <a:xfrm>
                <a:off x="3792" y="169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P1</a:t>
                </a:r>
              </a:p>
            </p:txBody>
          </p:sp>
          <p:sp>
            <p:nvSpPr>
              <p:cNvPr id="95273" name="Text Box 15"/>
              <p:cNvSpPr txBox="1">
                <a:spLocks noChangeArrowheads="1"/>
              </p:cNvSpPr>
              <p:nvPr/>
            </p:nvSpPr>
            <p:spPr bwMode="auto">
              <a:xfrm>
                <a:off x="4800" y="169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P2</a:t>
                </a:r>
              </a:p>
            </p:txBody>
          </p:sp>
          <p:sp>
            <p:nvSpPr>
              <p:cNvPr id="95274" name="Text Box 16"/>
              <p:cNvSpPr txBox="1">
                <a:spLocks noChangeArrowheads="1"/>
              </p:cNvSpPr>
              <p:nvPr/>
            </p:nvSpPr>
            <p:spPr bwMode="auto">
              <a:xfrm>
                <a:off x="3840" y="864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d</a:t>
                </a:r>
              </a:p>
            </p:txBody>
          </p:sp>
          <p:sp>
            <p:nvSpPr>
              <p:cNvPr id="95275" name="Text Box 17"/>
              <p:cNvSpPr txBox="1">
                <a:spLocks noChangeArrowheads="1"/>
              </p:cNvSpPr>
              <p:nvPr/>
            </p:nvSpPr>
            <p:spPr bwMode="auto">
              <a:xfrm>
                <a:off x="4608" y="864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d</a:t>
                </a:r>
              </a:p>
            </p:txBody>
          </p:sp>
          <p:sp>
            <p:nvSpPr>
              <p:cNvPr id="95276" name="Text Box 18"/>
              <p:cNvSpPr txBox="1">
                <a:spLocks noChangeArrowheads="1"/>
              </p:cNvSpPr>
              <p:nvPr/>
            </p:nvSpPr>
            <p:spPr bwMode="auto">
              <a:xfrm>
                <a:off x="3936" y="143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d</a:t>
                </a:r>
                <a:r>
                  <a:rPr lang="en-US" altLang="zh-CN" sz="2000" b="1" baseline="-250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1</a:t>
                </a:r>
              </a:p>
            </p:txBody>
          </p:sp>
          <p:sp>
            <p:nvSpPr>
              <p:cNvPr id="95277" name="Text Box 19"/>
              <p:cNvSpPr txBox="1">
                <a:spLocks noChangeArrowheads="1"/>
              </p:cNvSpPr>
              <p:nvPr/>
            </p:nvSpPr>
            <p:spPr bwMode="auto">
              <a:xfrm>
                <a:off x="4512" y="1526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d</a:t>
                </a:r>
                <a:r>
                  <a:rPr lang="en-US" altLang="zh-CN" sz="2000" b="1" baseline="-25000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2</a:t>
                </a:r>
              </a:p>
            </p:txBody>
          </p:sp>
          <p:sp>
            <p:nvSpPr>
              <p:cNvPr id="95278" name="Text Box 20"/>
              <p:cNvSpPr txBox="1">
                <a:spLocks noChangeArrowheads="1"/>
              </p:cNvSpPr>
              <p:nvPr/>
            </p:nvSpPr>
            <p:spPr bwMode="auto">
              <a:xfrm>
                <a:off x="3984" y="1152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p</a:t>
                </a:r>
              </a:p>
            </p:txBody>
          </p:sp>
          <p:sp>
            <p:nvSpPr>
              <p:cNvPr id="95279" name="Text Box 21"/>
              <p:cNvSpPr txBox="1">
                <a:spLocks noChangeArrowheads="1"/>
              </p:cNvSpPr>
              <p:nvPr/>
            </p:nvSpPr>
            <p:spPr bwMode="auto">
              <a:xfrm>
                <a:off x="4416" y="120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Palatino Linotype" panose="02040502050505030304" pitchFamily="18" charset="0"/>
                    <a:ea typeface="华文中宋" panose="02010600040101010101" pitchFamily="2" charset="-122"/>
                  </a:rPr>
                  <a:t>q</a:t>
                </a:r>
              </a:p>
            </p:txBody>
          </p:sp>
          <p:sp>
            <p:nvSpPr>
              <p:cNvPr id="95280" name="Oval 22"/>
              <p:cNvSpPr>
                <a:spLocks noChangeArrowheads="1"/>
              </p:cNvSpPr>
              <p:nvPr/>
            </p:nvSpPr>
            <p:spPr bwMode="auto">
              <a:xfrm>
                <a:off x="4128" y="1392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  <p:sp>
            <p:nvSpPr>
              <p:cNvPr id="95281" name="Oval 23"/>
              <p:cNvSpPr>
                <a:spLocks noChangeArrowheads="1"/>
              </p:cNvSpPr>
              <p:nvPr/>
            </p:nvSpPr>
            <p:spPr bwMode="auto">
              <a:xfrm>
                <a:off x="4608" y="124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dirty="0">
                  <a:latin typeface="Palatino Linotype" panose="02040502050505030304" pitchFamily="18" charset="0"/>
                  <a:ea typeface="华文中宋" panose="02010600040101010101" pitchFamily="2" charset="-122"/>
                </a:endParaRPr>
              </a:p>
            </p:txBody>
          </p:sp>
        </p:grpSp>
      </p:grpSp>
      <p:sp>
        <p:nvSpPr>
          <p:cNvPr id="117786" name="Rectangle 26"/>
          <p:cNvSpPr>
            <a:spLocks noChangeArrowheads="1"/>
          </p:cNvSpPr>
          <p:nvPr/>
        </p:nvSpPr>
        <p:spPr bwMode="auto">
          <a:xfrm>
            <a:off x="533400" y="2667000"/>
            <a:ext cx="4325938" cy="533400"/>
          </a:xfrm>
          <a:prstGeom prst="rect">
            <a:avLst/>
          </a:prstGeom>
          <a:solidFill>
            <a:srgbClr val="FFFF99"/>
          </a:solidFill>
          <a:ln w="28575">
            <a:solidFill>
              <a:srgbClr val="FF9900"/>
            </a:solidFill>
            <a:miter lim="800000"/>
          </a:ln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但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P1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P2</a:t>
            </a: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有稀疏性质：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7787" name="Text Box 27"/>
          <p:cNvSpPr txBox="1">
            <a:spLocks noChangeArrowheads="1"/>
          </p:cNvSpPr>
          <p:nvPr/>
        </p:nvSpPr>
        <p:spPr bwMode="auto">
          <a:xfrm>
            <a:off x="762000" y="3200400"/>
            <a:ext cx="4343400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  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对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P1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中任意一点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，在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P2</a:t>
            </a: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中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最多只有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6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个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中的点使与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的距离不超过</a:t>
            </a:r>
            <a:r>
              <a:rPr lang="en-US" altLang="zh-CN" sz="28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d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  </a:t>
            </a:r>
          </a:p>
        </p:txBody>
      </p:sp>
      <p:grpSp>
        <p:nvGrpSpPr>
          <p:cNvPr id="4" name="Group 52"/>
          <p:cNvGrpSpPr/>
          <p:nvPr/>
        </p:nvGrpSpPr>
        <p:grpSpPr bwMode="auto">
          <a:xfrm>
            <a:off x="5791200" y="4022725"/>
            <a:ext cx="2971800" cy="2378075"/>
            <a:chOff x="3648" y="2534"/>
            <a:chExt cx="1872" cy="1498"/>
          </a:xfrm>
        </p:grpSpPr>
        <p:sp>
          <p:nvSpPr>
            <p:cNvPr id="95243" name="Line 29"/>
            <p:cNvSpPr>
              <a:spLocks noChangeShapeType="1"/>
            </p:cNvSpPr>
            <p:nvPr/>
          </p:nvSpPr>
          <p:spPr bwMode="auto">
            <a:xfrm>
              <a:off x="4416" y="2544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44" name="Line 30"/>
            <p:cNvSpPr>
              <a:spLocks noChangeShapeType="1"/>
            </p:cNvSpPr>
            <p:nvPr/>
          </p:nvSpPr>
          <p:spPr bwMode="auto">
            <a:xfrm>
              <a:off x="5184" y="2544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45" name="Line 31"/>
            <p:cNvSpPr>
              <a:spLocks noChangeShapeType="1"/>
            </p:cNvSpPr>
            <p:nvPr/>
          </p:nvSpPr>
          <p:spPr bwMode="auto">
            <a:xfrm>
              <a:off x="3648" y="2544"/>
              <a:ext cx="0" cy="1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46" name="Line 32"/>
            <p:cNvSpPr>
              <a:spLocks noChangeShapeType="1"/>
            </p:cNvSpPr>
            <p:nvPr/>
          </p:nvSpPr>
          <p:spPr bwMode="auto">
            <a:xfrm>
              <a:off x="3648" y="2736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47" name="Line 33"/>
            <p:cNvSpPr>
              <a:spLocks noChangeShapeType="1"/>
            </p:cNvSpPr>
            <p:nvPr/>
          </p:nvSpPr>
          <p:spPr bwMode="auto">
            <a:xfrm>
              <a:off x="4416" y="2736"/>
              <a:ext cx="7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48" name="Text Box 36"/>
            <p:cNvSpPr txBox="1">
              <a:spLocks noChangeArrowheads="1"/>
            </p:cNvSpPr>
            <p:nvPr/>
          </p:nvSpPr>
          <p:spPr bwMode="auto">
            <a:xfrm>
              <a:off x="5184" y="331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S2</a:t>
              </a:r>
            </a:p>
          </p:txBody>
        </p:sp>
        <p:sp>
          <p:nvSpPr>
            <p:cNvPr id="95249" name="Text Box 37"/>
            <p:cNvSpPr txBox="1">
              <a:spLocks noChangeArrowheads="1"/>
            </p:cNvSpPr>
            <p:nvPr/>
          </p:nvSpPr>
          <p:spPr bwMode="auto">
            <a:xfrm>
              <a:off x="3792" y="359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P1</a:t>
              </a:r>
            </a:p>
          </p:txBody>
        </p:sp>
        <p:sp>
          <p:nvSpPr>
            <p:cNvPr id="95250" name="Text Box 38"/>
            <p:cNvSpPr txBox="1">
              <a:spLocks noChangeArrowheads="1"/>
            </p:cNvSpPr>
            <p:nvPr/>
          </p:nvSpPr>
          <p:spPr bwMode="auto">
            <a:xfrm>
              <a:off x="4800" y="373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P2</a:t>
              </a:r>
            </a:p>
          </p:txBody>
        </p:sp>
        <p:sp>
          <p:nvSpPr>
            <p:cNvPr id="95251" name="Text Box 39"/>
            <p:cNvSpPr txBox="1">
              <a:spLocks noChangeArrowheads="1"/>
            </p:cNvSpPr>
            <p:nvPr/>
          </p:nvSpPr>
          <p:spPr bwMode="auto">
            <a:xfrm>
              <a:off x="3840" y="253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</a:p>
          </p:txBody>
        </p:sp>
        <p:sp>
          <p:nvSpPr>
            <p:cNvPr id="95252" name="Text Box 40"/>
            <p:cNvSpPr txBox="1">
              <a:spLocks noChangeArrowheads="1"/>
            </p:cNvSpPr>
            <p:nvPr/>
          </p:nvSpPr>
          <p:spPr bwMode="auto">
            <a:xfrm>
              <a:off x="4608" y="2534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d</a:t>
              </a:r>
            </a:p>
          </p:txBody>
        </p:sp>
        <p:sp>
          <p:nvSpPr>
            <p:cNvPr id="95253" name="Text Box 43"/>
            <p:cNvSpPr txBox="1">
              <a:spLocks noChangeArrowheads="1"/>
            </p:cNvSpPr>
            <p:nvPr/>
          </p:nvSpPr>
          <p:spPr bwMode="auto">
            <a:xfrm>
              <a:off x="3888" y="3158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p</a:t>
              </a:r>
            </a:p>
          </p:txBody>
        </p:sp>
        <p:sp>
          <p:nvSpPr>
            <p:cNvPr id="95254" name="Text Box 44"/>
            <p:cNvSpPr txBox="1">
              <a:spLocks noChangeArrowheads="1"/>
            </p:cNvSpPr>
            <p:nvPr/>
          </p:nvSpPr>
          <p:spPr bwMode="auto">
            <a:xfrm>
              <a:off x="4416" y="2870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Palatino Linotype" panose="02040502050505030304" pitchFamily="18" charset="0"/>
                  <a:ea typeface="华文中宋" panose="02010600040101010101" pitchFamily="2" charset="-122"/>
                </a:rPr>
                <a:t>q</a:t>
              </a:r>
            </a:p>
          </p:txBody>
        </p:sp>
        <p:sp>
          <p:nvSpPr>
            <p:cNvPr id="95255" name="Oval 45"/>
            <p:cNvSpPr>
              <a:spLocks noChangeArrowheads="1"/>
            </p:cNvSpPr>
            <p:nvPr/>
          </p:nvSpPr>
          <p:spPr bwMode="auto">
            <a:xfrm>
              <a:off x="4128" y="3360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56" name="Oval 46"/>
            <p:cNvSpPr>
              <a:spLocks noChangeArrowheads="1"/>
            </p:cNvSpPr>
            <p:nvPr/>
          </p:nvSpPr>
          <p:spPr bwMode="auto">
            <a:xfrm>
              <a:off x="4464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57" name="Oval 47"/>
            <p:cNvSpPr>
              <a:spLocks noChangeArrowheads="1"/>
            </p:cNvSpPr>
            <p:nvPr/>
          </p:nvSpPr>
          <p:spPr bwMode="auto">
            <a:xfrm>
              <a:off x="4896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58" name="Oval 48"/>
            <p:cNvSpPr>
              <a:spLocks noChangeArrowheads="1"/>
            </p:cNvSpPr>
            <p:nvPr/>
          </p:nvSpPr>
          <p:spPr bwMode="auto">
            <a:xfrm>
              <a:off x="5040" y="321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59" name="Oval 49"/>
            <p:cNvSpPr>
              <a:spLocks noChangeArrowheads="1"/>
            </p:cNvSpPr>
            <p:nvPr/>
          </p:nvSpPr>
          <p:spPr bwMode="auto">
            <a:xfrm>
              <a:off x="4608" y="355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60" name="Oval 50"/>
            <p:cNvSpPr>
              <a:spLocks noChangeArrowheads="1"/>
            </p:cNvSpPr>
            <p:nvPr/>
          </p:nvSpPr>
          <p:spPr bwMode="auto">
            <a:xfrm>
              <a:off x="4848" y="3456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95261" name="Oval 51"/>
            <p:cNvSpPr>
              <a:spLocks noChangeArrowheads="1"/>
            </p:cNvSpPr>
            <p:nvPr/>
          </p:nvSpPr>
          <p:spPr bwMode="auto">
            <a:xfrm>
              <a:off x="4512" y="31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latin typeface="Palatino Linotype" panose="0204050205050503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17813" name="Rectangle 53"/>
          <p:cNvSpPr>
            <a:spLocks noChangeArrowheads="1"/>
          </p:cNvSpPr>
          <p:nvPr/>
        </p:nvSpPr>
        <p:spPr bwMode="auto">
          <a:xfrm>
            <a:off x="609600" y="5562600"/>
            <a:ext cx="4495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目前候选的点对数最多为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  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6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× 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n/2 =3n</a:t>
            </a:r>
          </a:p>
        </p:txBody>
      </p:sp>
      <p:sp>
        <p:nvSpPr>
          <p:cNvPr id="117815" name="Rectangle 55"/>
          <p:cNvSpPr>
            <a:spLocks noChangeArrowheads="1"/>
          </p:cNvSpPr>
          <p:nvPr/>
        </p:nvSpPr>
        <p:spPr bwMode="auto">
          <a:xfrm>
            <a:off x="762000" y="4953000"/>
            <a:ext cx="2081213" cy="533400"/>
          </a:xfrm>
          <a:prstGeom prst="rect">
            <a:avLst/>
          </a:prstGeom>
          <a:solidFill>
            <a:srgbClr val="FFFF99"/>
          </a:solidFill>
          <a:ln w="28575">
            <a:solidFill>
              <a:srgbClr val="FF9900"/>
            </a:solidFill>
            <a:miter lim="800000"/>
          </a:ln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为什么？？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</a:t>
            </a:r>
          </a:p>
        </p:txBody>
      </p:sp>
      <p:sp>
        <p:nvSpPr>
          <p:cNvPr id="117816" name="Text Box 56"/>
          <p:cNvSpPr txBox="1">
            <a:spLocks noChangeArrowheads="1"/>
          </p:cNvSpPr>
          <p:nvPr/>
        </p:nvSpPr>
        <p:spPr bwMode="auto">
          <a:xfrm>
            <a:off x="2895600" y="49530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抽屉原理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04058E66-2781-C3E4-3C5D-A73710A52062}"/>
                  </a:ext>
                </a:extLst>
              </p14:cNvPr>
              <p14:cNvContentPartPr/>
              <p14:nvPr/>
            </p14:nvContentPartPr>
            <p14:xfrm>
              <a:off x="5951160" y="3928320"/>
              <a:ext cx="2781000" cy="261396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04058E66-2781-C3E4-3C5D-A73710A520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1800" y="3918960"/>
                <a:ext cx="2799720" cy="2632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7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7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7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7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7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7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  <p:bldP spid="117786" grpId="0" animBg="1" autoUpdateAnimBg="0"/>
      <p:bldP spid="117787" grpId="0" autoUpdateAnimBg="0"/>
      <p:bldP spid="117813" grpId="0" autoUpdateAnimBg="0"/>
      <p:bldP spid="117815" grpId="0" animBg="1" autoUpdateAnimBg="0"/>
      <p:bldP spid="117816" grpId="0" autoUpdateAnimBg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4000" b="1"/>
              <a:t>3n</a:t>
            </a:r>
            <a:r>
              <a:rPr lang="zh-CN" altLang="en-US" sz="4000" b="1"/>
              <a:t>个点的考察方法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7772400" cy="2286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</a:rPr>
              <a:t>将</a:t>
            </a:r>
            <a:r>
              <a:rPr lang="en-US" altLang="zh-CN" sz="2800" b="1" dirty="0"/>
              <a:t>P1</a:t>
            </a:r>
            <a:r>
              <a:rPr lang="zh-CN" altLang="en-US" sz="2800" b="1" dirty="0">
                <a:latin typeface="华文中宋" panose="02010600040101010101" pitchFamily="2" charset="-122"/>
              </a:rPr>
              <a:t>和</a:t>
            </a:r>
            <a:r>
              <a:rPr lang="en-US" altLang="zh-CN" sz="2800" b="1" dirty="0"/>
              <a:t>P2</a:t>
            </a:r>
            <a:r>
              <a:rPr lang="zh-CN" altLang="en-US" sz="2800" b="1" dirty="0">
                <a:latin typeface="华文中宋" panose="02010600040101010101" pitchFamily="2" charset="-122"/>
              </a:rPr>
              <a:t>中所有</a:t>
            </a:r>
            <a:r>
              <a:rPr lang="en-US" altLang="zh-CN" sz="2800" b="1" dirty="0"/>
              <a:t>S</a:t>
            </a:r>
            <a:r>
              <a:rPr lang="zh-CN" altLang="en-US" sz="2800" b="1" dirty="0">
                <a:latin typeface="华文中宋" panose="02010600040101010101" pitchFamily="2" charset="-122"/>
              </a:rPr>
              <a:t>中点按</a:t>
            </a:r>
            <a:r>
              <a:rPr lang="en-US" altLang="zh-CN" sz="2800" b="1" dirty="0"/>
              <a:t>y</a:t>
            </a:r>
            <a:r>
              <a:rPr lang="zh-CN" altLang="en-US" sz="2800" b="1" dirty="0">
                <a:latin typeface="华文中宋" panose="02010600040101010101" pitchFamily="2" charset="-122"/>
              </a:rPr>
              <a:t>坐标排序</a:t>
            </a:r>
          </a:p>
          <a:p>
            <a:pPr eaLnBrk="1" hangingPunct="1"/>
            <a:r>
              <a:rPr lang="zh-CN" altLang="en-US" sz="2800" b="1" dirty="0"/>
              <a:t>按</a:t>
            </a:r>
            <a:r>
              <a:rPr lang="en-US" altLang="zh-CN" sz="2800" b="1" dirty="0"/>
              <a:t>y</a:t>
            </a:r>
            <a:r>
              <a:rPr lang="zh-CN" altLang="en-US" sz="2800" b="1" dirty="0"/>
              <a:t>序，对</a:t>
            </a:r>
            <a:r>
              <a:rPr lang="en-US" altLang="zh-CN" sz="2800" b="1" dirty="0"/>
              <a:t>P1</a:t>
            </a:r>
            <a:r>
              <a:rPr lang="zh-CN" altLang="en-US" sz="2800" b="1" dirty="0">
                <a:latin typeface="华文中宋" panose="02010600040101010101" pitchFamily="2" charset="-122"/>
              </a:rPr>
              <a:t>中所有点</a:t>
            </a:r>
            <a:r>
              <a:rPr lang="en-US" altLang="zh-CN" sz="2800" b="1" dirty="0">
                <a:latin typeface="华文中宋" panose="02010600040101010101" pitchFamily="2" charset="-122"/>
              </a:rPr>
              <a:t>p</a:t>
            </a:r>
            <a:r>
              <a:rPr lang="zh-CN" altLang="en-US" sz="2800" b="1" dirty="0">
                <a:latin typeface="华文中宋" panose="02010600040101010101" pitchFamily="2" charset="-122"/>
              </a:rPr>
              <a:t>作一次扫描，再按</a:t>
            </a:r>
            <a:r>
              <a:rPr lang="en-US" altLang="zh-CN" sz="2800" b="1" dirty="0">
                <a:latin typeface="华文中宋" panose="02010600040101010101" pitchFamily="2" charset="-122"/>
              </a:rPr>
              <a:t>y</a:t>
            </a:r>
            <a:r>
              <a:rPr lang="zh-CN" altLang="en-US" sz="2800" b="1" dirty="0">
                <a:latin typeface="华文中宋" panose="02010600040101010101" pitchFamily="2" charset="-122"/>
              </a:rPr>
              <a:t>序找出</a:t>
            </a:r>
            <a:r>
              <a:rPr lang="en-US" altLang="zh-CN" sz="2800" b="1" dirty="0">
                <a:latin typeface="华文中宋" panose="02010600040101010101" pitchFamily="2" charset="-122"/>
              </a:rPr>
              <a:t>P2</a:t>
            </a:r>
            <a:r>
              <a:rPr lang="zh-CN" altLang="en-US" sz="2800" b="1" dirty="0">
                <a:latin typeface="华文中宋" panose="02010600040101010101" pitchFamily="2" charset="-122"/>
              </a:rPr>
              <a:t>中所有至多</a:t>
            </a:r>
            <a:r>
              <a:rPr lang="en-US" altLang="zh-CN" sz="2800" b="1" dirty="0">
                <a:latin typeface="华文中宋" panose="02010600040101010101" pitchFamily="2" charset="-122"/>
              </a:rPr>
              <a:t>6</a:t>
            </a:r>
            <a:r>
              <a:rPr lang="zh-CN" altLang="en-US" sz="2800" b="1" dirty="0">
                <a:latin typeface="华文中宋" panose="02010600040101010101" pitchFamily="2" charset="-122"/>
              </a:rPr>
              <a:t>个最接近点对的候选者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12954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 fontScale="90000"/>
          </a:bodyPr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算法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536" y="620688"/>
            <a:ext cx="8077200" cy="6019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bool </a:t>
            </a:r>
            <a:r>
              <a:rPr lang="en-US" altLang="zh-CN" sz="2200" b="1" dirty="0">
                <a:solidFill>
                  <a:srgbClr val="7030A0"/>
                </a:solidFill>
                <a:latin typeface="Input" panose="02000506020000090004" pitchFamily="2" charset="0"/>
              </a:rPr>
              <a:t>Cpair2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(</a:t>
            </a:r>
            <a:r>
              <a:rPr lang="en-US" altLang="zh-CN" sz="2200" b="1" dirty="0" err="1">
                <a:solidFill>
                  <a:srgbClr val="002060"/>
                </a:solidFill>
                <a:latin typeface="Input" panose="02000506020000090004" pitchFamily="2" charset="0"/>
              </a:rPr>
              <a:t>S,d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) {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             n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＝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|S|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；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if (n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＜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2){ d=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  <a:sym typeface="Symbol" panose="05050102010706020507" pitchFamily="18" charset="2"/>
              </a:rPr>
              <a:t>; 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return  false; }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1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． 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m=S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中各点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间坐标的中位数；构造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S1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和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S2;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2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． </a:t>
            </a:r>
            <a:r>
              <a:rPr lang="en-US" altLang="zh-CN" sz="2200" b="1" dirty="0">
                <a:solidFill>
                  <a:srgbClr val="7030A0"/>
                </a:solidFill>
                <a:latin typeface="Input" panose="02000506020000090004" pitchFamily="2" charset="0"/>
              </a:rPr>
              <a:t>Cpair2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(S1,d1);  </a:t>
            </a:r>
            <a:r>
              <a:rPr lang="en-US" altLang="zh-CN" sz="2200" b="1" dirty="0">
                <a:solidFill>
                  <a:srgbClr val="7030A0"/>
                </a:solidFill>
                <a:latin typeface="Input" panose="02000506020000090004" pitchFamily="2" charset="0"/>
              </a:rPr>
              <a:t>Cpair2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(S2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，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d2);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3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．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dm=min( d1,d2);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4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．设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P1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是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S1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中距垂直分割线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l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的距离在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dm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之内的所有点组成的集合；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P2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是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S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中距分割线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l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的距离在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dm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之内所有点组成的集合；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P1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和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P2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中点依其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y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坐标值排序；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(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在未处理前，先对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S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以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y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值排序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)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   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并设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和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Y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是相应的已排好序的点列；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5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．通过扫描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以及对于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中每个点检查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Y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中与其距离在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dm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之内的所有点（最多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6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个）可以完成合并；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      当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X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中的扫描指针逐次向上移动时，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Y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中的扫描指针可在宽为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2dm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的一个区间内移动；设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dl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是按这种扫描方式找到的点对间的最小距离；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 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6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．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d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＝ 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min(</a:t>
            </a:r>
            <a:r>
              <a:rPr lang="en-US" altLang="zh-CN" sz="2200" b="1" dirty="0" err="1">
                <a:solidFill>
                  <a:srgbClr val="002060"/>
                </a:solidFill>
                <a:latin typeface="Input" panose="02000506020000090004" pitchFamily="2" charset="0"/>
              </a:rPr>
              <a:t>dm,dl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)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            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return true</a:t>
            </a:r>
            <a:r>
              <a:rPr lang="zh-CN" altLang="en-US" sz="2200" b="1" dirty="0">
                <a:solidFill>
                  <a:srgbClr val="002060"/>
                </a:solidFill>
                <a:latin typeface="Input" panose="02000506020000090004" pitchFamily="2" charset="0"/>
              </a:rPr>
              <a:t>；  </a:t>
            </a:r>
            <a:r>
              <a:rPr lang="en-US" altLang="zh-CN" sz="2200" b="1" dirty="0">
                <a:solidFill>
                  <a:srgbClr val="002060"/>
                </a:solidFill>
                <a:latin typeface="Input" panose="02000506020000090004" pitchFamily="2" charset="0"/>
              </a:rPr>
              <a:t>}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en-US" altLang="zh-CN" sz="3600" b="1"/>
              <a:t>Cpair2(S,d)</a:t>
            </a:r>
            <a:r>
              <a:rPr lang="zh-CN" altLang="en-US" sz="3600" b="1"/>
              <a:t>的时间复杂性 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447800"/>
            <a:ext cx="8001000" cy="533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2800" b="1" dirty="0">
                <a:latin typeface="华文中宋" panose="02010600040101010101" pitchFamily="2" charset="-122"/>
              </a:rPr>
              <a:t>第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latin typeface="华文中宋" panose="02010600040101010101" pitchFamily="2" charset="-122"/>
              </a:rPr>
              <a:t>步和第</a:t>
            </a:r>
            <a:r>
              <a:rPr lang="en-US" altLang="zh-CN" sz="2800" b="1" dirty="0"/>
              <a:t>5</a:t>
            </a:r>
            <a:r>
              <a:rPr lang="zh-CN" altLang="en-US" sz="2800" b="1" dirty="0">
                <a:latin typeface="华文中宋" panose="02010600040101010101" pitchFamily="2" charset="-122"/>
              </a:rPr>
              <a:t>步用</a:t>
            </a:r>
            <a:r>
              <a:rPr lang="en-US" altLang="zh-CN" sz="2800" b="1" dirty="0"/>
              <a:t>O(n)</a:t>
            </a:r>
            <a:r>
              <a:rPr lang="zh-CN" altLang="en-US" sz="2800" b="1" dirty="0">
                <a:latin typeface="华文中宋" panose="02010600040101010101" pitchFamily="2" charset="-122"/>
              </a:rPr>
              <a:t>时间</a:t>
            </a:r>
            <a:endParaRPr lang="zh-CN" altLang="en-US" sz="2800" b="1" dirty="0"/>
          </a:p>
        </p:txBody>
      </p:sp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457200" y="2209800"/>
            <a:ext cx="632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步和第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6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步用常数时间</a:t>
            </a:r>
          </a:p>
        </p:txBody>
      </p:sp>
      <p:sp>
        <p:nvSpPr>
          <p:cNvPr id="120843" name="Text Box 11"/>
          <p:cNvSpPr txBox="1">
            <a:spLocks noChangeArrowheads="1"/>
          </p:cNvSpPr>
          <p:nvPr/>
        </p:nvSpPr>
        <p:spPr bwMode="auto">
          <a:xfrm>
            <a:off x="533400" y="3886200"/>
            <a:ext cx="601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步用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2T(n/2)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时间</a:t>
            </a:r>
          </a:p>
        </p:txBody>
      </p:sp>
      <p:sp>
        <p:nvSpPr>
          <p:cNvPr id="120844" name="Text Box 12"/>
          <p:cNvSpPr txBox="1">
            <a:spLocks noChangeArrowheads="1"/>
          </p:cNvSpPr>
          <p:nvPr/>
        </p:nvSpPr>
        <p:spPr bwMode="auto">
          <a:xfrm>
            <a:off x="457200" y="2819400"/>
            <a:ext cx="83820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使用分治法之前，先将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S</a:t>
            </a:r>
            <a:r>
              <a:rPr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中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</a:t>
            </a:r>
            <a:r>
              <a:rPr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个点依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y</a:t>
            </a:r>
            <a:r>
              <a:rPr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坐标值排好序，需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O(</a:t>
            </a:r>
            <a:r>
              <a:rPr lang="en-US" altLang="zh-CN" sz="2800" b="1" dirty="0" err="1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nlog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n)</a:t>
            </a:r>
            <a:r>
              <a:rPr lang="zh-CN" altLang="en-US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。设排好序的点列为</a:t>
            </a:r>
            <a:r>
              <a:rPr lang="en-US" altLang="zh-CN" sz="2800" b="1" dirty="0">
                <a:solidFill>
                  <a:srgbClr val="FF0000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P*</a:t>
            </a:r>
          </a:p>
        </p:txBody>
      </p:sp>
      <p:sp>
        <p:nvSpPr>
          <p:cNvPr id="120845" name="Text Box 13"/>
          <p:cNvSpPr txBox="1">
            <a:spLocks noChangeArrowheads="1"/>
          </p:cNvSpPr>
          <p:nvPr/>
        </p:nvSpPr>
        <p:spPr bwMode="auto">
          <a:xfrm>
            <a:off x="533400" y="4495800"/>
            <a:ext cx="8077200" cy="204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步只作一次线性扫描，抽取所需的排好序的点列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和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Y;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在第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步中再对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X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作一次线性扫描，求得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dl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。第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4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步和第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5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步的两遍扫描合在一起只要用</a:t>
            </a: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O(n)</a:t>
            </a:r>
            <a:r>
              <a:rPr lang="zh-CN" altLang="en-US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时间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  <p:bldP spid="120842" grpId="0" autoUpdateAnimBg="0"/>
      <p:bldP spid="120843" grpId="0" autoUpdateAnimBg="0"/>
      <p:bldP spid="120844" grpId="0" autoUpdateAnimBg="0"/>
      <p:bldP spid="120845" grpId="0" autoUpdateAnimBg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</a:rPr>
              <a:t>最接近点对问题时间复杂性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3962400"/>
            <a:ext cx="7772400" cy="144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/>
              <a:t>程序：略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2614613" y="1981200"/>
            <a:ext cx="51577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2T(n/2)  +  O(n)            ( n &gt; 4 )</a:t>
            </a:r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2538413" y="2514600"/>
            <a:ext cx="531018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O(1)                            ( n &lt;= 4)</a:t>
            </a:r>
          </a:p>
        </p:txBody>
      </p:sp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1371600" y="2262188"/>
            <a:ext cx="1066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T(n) = </a:t>
            </a:r>
          </a:p>
        </p:txBody>
      </p:sp>
      <p:sp>
        <p:nvSpPr>
          <p:cNvPr id="121863" name="AutoShape 7"/>
          <p:cNvSpPr/>
          <p:nvPr/>
        </p:nvSpPr>
        <p:spPr bwMode="auto">
          <a:xfrm>
            <a:off x="2462213" y="2128123"/>
            <a:ext cx="152400" cy="696754"/>
          </a:xfrm>
          <a:prstGeom prst="leftBrace">
            <a:avLst>
              <a:gd name="adj1" fmla="val 2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21864" name="Text Box 8"/>
          <p:cNvSpPr txBox="1">
            <a:spLocks noChangeArrowheads="1"/>
          </p:cNvSpPr>
          <p:nvPr/>
        </p:nvSpPr>
        <p:spPr bwMode="auto">
          <a:xfrm>
            <a:off x="1219200" y="298608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求得</a:t>
            </a:r>
            <a:r>
              <a:rPr lang="en-US" altLang="zh-CN" sz="2800" b="1" dirty="0">
                <a:latin typeface="Palatino Linotype" panose="02040502050505030304" pitchFamily="18" charset="0"/>
                <a:ea typeface="华文中宋" panose="02010600040101010101" pitchFamily="2" charset="-122"/>
              </a:rPr>
              <a:t>T(n)=O(n log 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1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autoUpdateAnimBg="0"/>
      <p:bldP spid="121860" grpId="0" autoUpdateAnimBg="0"/>
      <p:bldP spid="121861" grpId="0" autoUpdateAnimBg="0"/>
      <p:bldP spid="121862" grpId="0" autoUpdateAnimBg="0"/>
      <p:bldP spid="121863" grpId="0" animBg="1"/>
      <p:bldP spid="121864" grpId="0" autoUpdateAnimBg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457200" y="1012825"/>
            <a:ext cx="8001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分治法不仅可以用来设计算法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,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而且在其他方面也有广泛应用。如可用分治思想来设计电路、构造数学证明等。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3048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kumimoji="0" lang="en-US" altLang="zh-CN" sz="3600" b="1" dirty="0">
                <a:solidFill>
                  <a:srgbClr val="FF3300"/>
                </a:solidFill>
                <a:latin typeface="华文中宋" panose="02010600040101010101" pitchFamily="2" charset="-122"/>
              </a:rPr>
              <a:t> 2.11</a:t>
            </a:r>
            <a:r>
              <a:rPr kumimoji="0" lang="zh-CN" altLang="en-US" sz="3600" b="1" dirty="0">
                <a:solidFill>
                  <a:srgbClr val="FF3300"/>
                </a:solidFill>
                <a:latin typeface="华文中宋" panose="02010600040101010101" pitchFamily="2" charset="-122"/>
              </a:rPr>
              <a:t>循环赛日程表</a:t>
            </a:r>
          </a:p>
        </p:txBody>
      </p:sp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609600" y="2495550"/>
            <a:ext cx="8077200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0" lang="zh-CN" altLang="en-US" sz="32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循环赛日程表</a:t>
            </a:r>
          </a:p>
          <a:p>
            <a:pPr algn="just">
              <a:lnSpc>
                <a:spcPct val="120000"/>
              </a:lnSpc>
            </a:pP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设有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n=2</a:t>
            </a:r>
            <a:r>
              <a:rPr kumimoji="0" lang="en-US" altLang="zh-CN" sz="2800" b="1" baseline="300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k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个运动员要进行网球循环赛。现要设计一个满足以下要求的比赛日程表：</a:t>
            </a:r>
          </a:p>
          <a:p>
            <a:pPr algn="just">
              <a:lnSpc>
                <a:spcPct val="120000"/>
              </a:lnSpc>
            </a:pP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）每个选手必须与其他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n-1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个选手各赛一次；</a:t>
            </a:r>
          </a:p>
          <a:p>
            <a:pPr algn="just">
              <a:lnSpc>
                <a:spcPct val="120000"/>
              </a:lnSpc>
            </a:pP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）每个选手一天只能赛一次；</a:t>
            </a:r>
          </a:p>
          <a:p>
            <a:pPr algn="just">
              <a:lnSpc>
                <a:spcPct val="120000"/>
              </a:lnSpc>
            </a:pP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）循环赛一共进行</a:t>
            </a:r>
            <a:r>
              <a:rPr kumimoji="0" lang="en-US" altLang="zh-CN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n-1</a:t>
            </a:r>
            <a:r>
              <a:rPr kumimoji="0" lang="zh-CN" altLang="en-US" sz="28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天。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9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0" grpId="0" autoUpdateAnimBg="0"/>
      <p:bldP spid="99332" grpId="0" autoUpdateAnimBg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kumimoji="0" lang="zh-CN" altLang="en-US" sz="3600" b="1" dirty="0">
                <a:solidFill>
                  <a:srgbClr val="FF3300"/>
                </a:solidFill>
                <a:latin typeface="华文中宋" panose="02010600040101010101" pitchFamily="2" charset="-122"/>
              </a:rPr>
              <a:t>循环赛日程表设计</a:t>
            </a:r>
            <a:endParaRPr lang="zh-CN" altLang="en-US" sz="3600" b="1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144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kumimoji="0" lang="zh-CN" altLang="en-US" sz="2800" b="1" dirty="0">
                <a:latin typeface="华文中宋" panose="02010600040101010101" pitchFamily="2" charset="-122"/>
              </a:rPr>
              <a:t>按要求可将比赛日程表设计成有</a:t>
            </a:r>
            <a:r>
              <a:rPr kumimoji="0" lang="en-US" altLang="zh-CN" sz="2800" b="1" dirty="0">
                <a:latin typeface="华文中宋" panose="02010600040101010101" pitchFamily="2" charset="-122"/>
              </a:rPr>
              <a:t>n</a:t>
            </a:r>
            <a:r>
              <a:rPr kumimoji="0" lang="zh-CN" altLang="en-US" sz="2800" b="1" dirty="0">
                <a:latin typeface="华文中宋" panose="02010600040101010101" pitchFamily="2" charset="-122"/>
              </a:rPr>
              <a:t>行和</a:t>
            </a:r>
            <a:r>
              <a:rPr kumimoji="0" lang="en-US" altLang="zh-CN" sz="2800" b="1" dirty="0">
                <a:latin typeface="华文中宋" panose="02010600040101010101" pitchFamily="2" charset="-122"/>
              </a:rPr>
              <a:t>n-l</a:t>
            </a:r>
            <a:r>
              <a:rPr kumimoji="0" lang="zh-CN" altLang="en-US" sz="2800" b="1" dirty="0">
                <a:latin typeface="华文中宋" panose="02010600040101010101" pitchFamily="2" charset="-122"/>
              </a:rPr>
              <a:t>列的一个表。在表中第</a:t>
            </a:r>
            <a:r>
              <a:rPr kumimoji="0" lang="en-US" altLang="zh-CN" sz="2800" b="1" dirty="0" err="1">
                <a:latin typeface="华文中宋" panose="02010600040101010101" pitchFamily="2" charset="-122"/>
              </a:rPr>
              <a:t>i</a:t>
            </a:r>
            <a:r>
              <a:rPr kumimoji="0" lang="zh-CN" altLang="en-US" sz="2800" b="1" dirty="0">
                <a:latin typeface="华文中宋" panose="02010600040101010101" pitchFamily="2" charset="-122"/>
              </a:rPr>
              <a:t>行和第</a:t>
            </a:r>
            <a:r>
              <a:rPr kumimoji="0" lang="en-US" altLang="zh-CN" sz="2800" b="1" dirty="0">
                <a:latin typeface="华文中宋" panose="02010600040101010101" pitchFamily="2" charset="-122"/>
              </a:rPr>
              <a:t>j</a:t>
            </a:r>
            <a:r>
              <a:rPr kumimoji="0" lang="zh-CN" altLang="en-US" sz="2800" b="1" dirty="0">
                <a:latin typeface="华文中宋" panose="02010600040101010101" pitchFamily="2" charset="-122"/>
              </a:rPr>
              <a:t>列处填入第</a:t>
            </a:r>
            <a:r>
              <a:rPr kumimoji="0" lang="en-US" altLang="zh-CN" sz="2800" b="1" dirty="0" err="1">
                <a:latin typeface="华文中宋" panose="02010600040101010101" pitchFamily="2" charset="-122"/>
              </a:rPr>
              <a:t>i</a:t>
            </a:r>
            <a:r>
              <a:rPr kumimoji="0" lang="zh-CN" altLang="en-US" sz="2800" b="1" dirty="0">
                <a:latin typeface="华文中宋" panose="02010600040101010101" pitchFamily="2" charset="-122"/>
              </a:rPr>
              <a:t>个选手在第</a:t>
            </a:r>
            <a:r>
              <a:rPr kumimoji="0" lang="en-US" altLang="zh-CN" sz="2800" b="1" dirty="0">
                <a:latin typeface="华文中宋" panose="02010600040101010101" pitchFamily="2" charset="-122"/>
              </a:rPr>
              <a:t>j</a:t>
            </a:r>
            <a:r>
              <a:rPr kumimoji="0" lang="zh-CN" altLang="en-US" sz="2800" b="1" dirty="0">
                <a:latin typeface="华文中宋" panose="02010600040101010101" pitchFamily="2" charset="-122"/>
              </a:rPr>
              <a:t>天所遇到的选手。</a:t>
            </a:r>
          </a:p>
        </p:txBody>
      </p:sp>
      <p:graphicFrame>
        <p:nvGraphicFramePr>
          <p:cNvPr id="123032" name="Group 152"/>
          <p:cNvGraphicFramePr>
            <a:graphicFrameLocks noGrp="1"/>
          </p:cNvGraphicFramePr>
          <p:nvPr/>
        </p:nvGraphicFramePr>
        <p:xfrm>
          <a:off x="1524000" y="2819400"/>
          <a:ext cx="6629400" cy="3783016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27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天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人</a:t>
                      </a:r>
                    </a:p>
                  </a:txBody>
                  <a:tcPr marL="38100" marR="38100" marT="38104" marB="381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Palatino Linotype" panose="02040502050505030304" pitchFamily="18" charset="0"/>
                        <a:ea typeface="华文中宋" panose="02010600040101010101" pitchFamily="2" charset="-122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C9A7C488-09A6-AD74-9733-ABC9796D742D}"/>
                  </a:ext>
                </a:extLst>
              </p14:cNvPr>
              <p14:cNvContentPartPr/>
              <p14:nvPr/>
            </p14:nvContentPartPr>
            <p14:xfrm>
              <a:off x="2737800" y="3989160"/>
              <a:ext cx="35280" cy="224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C9A7C488-09A6-AD74-9733-ABC9796D74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8440" y="3979800"/>
                <a:ext cx="54000" cy="24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/>
          <p:cNvSpPr txBox="1">
            <a:spLocks noChangeArrowheads="1"/>
          </p:cNvSpPr>
          <p:nvPr/>
        </p:nvSpPr>
        <p:spPr bwMode="auto">
          <a:xfrm>
            <a:off x="381000" y="1841500"/>
            <a:ext cx="8382000" cy="250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0000"/>
              </a:lnSpc>
            </a:pP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思想方法：</a:t>
            </a:r>
          </a:p>
          <a:p>
            <a:pPr algn="just">
              <a:lnSpc>
                <a:spcPct val="110000"/>
              </a:lnSpc>
            </a:pP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将所有选手对分为两组，</a:t>
            </a:r>
            <a:r>
              <a:rPr kumimoji="0"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个选手的比赛日程表可通过为</a:t>
            </a:r>
            <a:r>
              <a:rPr kumimoji="0"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n/2</a:t>
            </a: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个选手设计的比赛日程表来决定。</a:t>
            </a:r>
          </a:p>
          <a:p>
            <a:pPr algn="just">
              <a:lnSpc>
                <a:spcPct val="110000"/>
              </a:lnSpc>
            </a:pP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递归地用这种一分为二的策略对选手进行分割，直到只剩下</a:t>
            </a:r>
            <a:r>
              <a:rPr kumimoji="0"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个选手时，比赛日程表的制定就变得很简单。这时只要让这</a:t>
            </a:r>
            <a:r>
              <a:rPr kumimoji="0" lang="en-US" altLang="zh-CN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个选手进行比赛即可。</a:t>
            </a:r>
            <a:endParaRPr kumimoji="0" lang="zh-CN" altLang="en-US" sz="2400" b="1" dirty="0">
              <a:solidFill>
                <a:schemeClr val="tx1"/>
              </a:solidFill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7620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zh-CN" altLang="en-US" sz="3200" b="1" dirty="0">
                <a:solidFill>
                  <a:srgbClr val="FF0000"/>
                </a:solidFill>
                <a:latin typeface="华文中宋" panose="02010600040101010101" pitchFamily="2" charset="-122"/>
              </a:rPr>
              <a:t>分治策略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pull dir="r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381000" y="3508375"/>
            <a:ext cx="84582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图所列出的正方形表是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4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个选手的比赛日程表。其中左上角与左下角的两小块分别为选手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至选手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和选手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至选手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4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第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天的比赛日程。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         据此，将左上角小块中的所有数字按其相对位置抄到右下角，将左下角小块中的所有数字按其相对位置抄到右上角，就分别安排好了选手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1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至选手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和选手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3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至选手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4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在后</a:t>
            </a:r>
            <a:r>
              <a:rPr kumimoji="0" lang="en-US" altLang="zh-CN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2</a:t>
            </a:r>
            <a:r>
              <a:rPr kumimoji="0" lang="zh-CN" altLang="en-US" sz="2400" b="1" dirty="0">
                <a:solidFill>
                  <a:schemeClr val="tx1"/>
                </a:solidFill>
                <a:latin typeface="Palatino Linotype" panose="02040502050505030304" pitchFamily="18" charset="0"/>
                <a:ea typeface="华文中宋" panose="02010600040101010101" pitchFamily="2" charset="-122"/>
              </a:rPr>
              <a:t>天的比赛日程。这种安排是符合要求的。</a:t>
            </a:r>
          </a:p>
        </p:txBody>
      </p:sp>
      <p:sp>
        <p:nvSpPr>
          <p:cNvPr id="103427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457200"/>
            <a:ext cx="77724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 eaLnBrk="1" hangingPunct="1"/>
            <a:r>
              <a:rPr kumimoji="0" lang="en-US" altLang="zh-CN" sz="3600" b="1">
                <a:solidFill>
                  <a:schemeClr val="tx1"/>
                </a:solidFill>
              </a:rPr>
              <a:t>4</a:t>
            </a:r>
            <a:r>
              <a:rPr kumimoji="0" lang="zh-CN" altLang="en-US" sz="3600" b="1">
                <a:solidFill>
                  <a:schemeClr val="tx1"/>
                </a:solidFill>
              </a:rPr>
              <a:t>个选手的比赛日程表</a:t>
            </a:r>
            <a:endParaRPr lang="zh-CN" altLang="en-US" sz="3600" b="1"/>
          </a:p>
        </p:txBody>
      </p:sp>
      <p:graphicFrame>
        <p:nvGraphicFramePr>
          <p:cNvPr id="101473" name="Group 97"/>
          <p:cNvGraphicFramePr>
            <a:graphicFrameLocks noGrp="1"/>
          </p:cNvGraphicFramePr>
          <p:nvPr/>
        </p:nvGraphicFramePr>
        <p:xfrm>
          <a:off x="2819400" y="1371600"/>
          <a:ext cx="3962400" cy="18367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51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474" name="Line 98"/>
          <p:cNvSpPr>
            <a:spLocks noChangeShapeType="1"/>
          </p:cNvSpPr>
          <p:nvPr/>
        </p:nvSpPr>
        <p:spPr bwMode="auto">
          <a:xfrm>
            <a:off x="2819400" y="2286000"/>
            <a:ext cx="3886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1475" name="Line 99"/>
          <p:cNvSpPr>
            <a:spLocks noChangeShapeType="1"/>
          </p:cNvSpPr>
          <p:nvPr/>
        </p:nvSpPr>
        <p:spPr bwMode="auto">
          <a:xfrm>
            <a:off x="4800600" y="1371600"/>
            <a:ext cx="0" cy="1828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0C2ED4C-C3DC-E6B3-6867-E37B75BDB369}"/>
                  </a:ext>
                </a:extLst>
              </p14:cNvPr>
              <p14:cNvContentPartPr/>
              <p14:nvPr/>
            </p14:nvContentPartPr>
            <p14:xfrm>
              <a:off x="2907360" y="1230840"/>
              <a:ext cx="6810480" cy="48135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0C2ED4C-C3DC-E6B3-6867-E37B75BDB36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8000" y="1221480"/>
                <a:ext cx="6829200" cy="483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1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1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1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4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85800" y="609600"/>
            <a:ext cx="77724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kumimoji="0" lang="en-US" altLang="zh-CN" sz="3600" b="1">
                <a:solidFill>
                  <a:schemeClr val="tx1"/>
                </a:solidFill>
              </a:rPr>
              <a:t>8</a:t>
            </a:r>
            <a:r>
              <a:rPr kumimoji="0" lang="zh-CN" altLang="en-US" sz="3600" b="1">
                <a:solidFill>
                  <a:schemeClr val="tx1"/>
                </a:solidFill>
              </a:rPr>
              <a:t>个选手的比赛日程表</a:t>
            </a:r>
          </a:p>
        </p:txBody>
      </p:sp>
      <p:graphicFrame>
        <p:nvGraphicFramePr>
          <p:cNvPr id="102507" name="Group 107"/>
          <p:cNvGraphicFramePr>
            <a:graphicFrameLocks noGrp="1"/>
          </p:cNvGraphicFramePr>
          <p:nvPr/>
        </p:nvGraphicFramePr>
        <p:xfrm>
          <a:off x="1447800" y="1600200"/>
          <a:ext cx="6629400" cy="3783016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27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       </a:t>
                      </a: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天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 人</a:t>
                      </a:r>
                    </a:p>
                  </a:txBody>
                  <a:tcPr marL="38100" marR="38100" marT="38104" marB="3810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8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8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6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5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2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Palatino Linotype" panose="02040502050505030304" pitchFamily="18" charset="0"/>
                          <a:ea typeface="华文中宋" panose="02010600040101010101" pitchFamily="2" charset="-122"/>
                        </a:rPr>
                        <a:t>1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2500" name="Line 100"/>
          <p:cNvSpPr>
            <a:spLocks noChangeShapeType="1"/>
          </p:cNvSpPr>
          <p:nvPr/>
        </p:nvSpPr>
        <p:spPr bwMode="auto">
          <a:xfrm>
            <a:off x="1447800" y="3810000"/>
            <a:ext cx="6629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501" name="Line 101"/>
          <p:cNvSpPr>
            <a:spLocks noChangeShapeType="1"/>
          </p:cNvSpPr>
          <p:nvPr/>
        </p:nvSpPr>
        <p:spPr bwMode="auto">
          <a:xfrm>
            <a:off x="4772025" y="2209800"/>
            <a:ext cx="0" cy="3200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502" name="Line 102"/>
          <p:cNvSpPr>
            <a:spLocks noChangeShapeType="1"/>
          </p:cNvSpPr>
          <p:nvPr/>
        </p:nvSpPr>
        <p:spPr bwMode="auto">
          <a:xfrm>
            <a:off x="1447800" y="3019425"/>
            <a:ext cx="33528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p:sp>
        <p:nvSpPr>
          <p:cNvPr id="102503" name="Line 103"/>
          <p:cNvSpPr>
            <a:spLocks noChangeShapeType="1"/>
          </p:cNvSpPr>
          <p:nvPr/>
        </p:nvSpPr>
        <p:spPr bwMode="auto">
          <a:xfrm>
            <a:off x="3124200" y="2209800"/>
            <a:ext cx="0" cy="1600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Palatino Linotype" panose="02040502050505030304" pitchFamily="18" charset="0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8C5D16C4-A306-CBA4-6203-9D74A3B3517D}"/>
                  </a:ext>
                </a:extLst>
              </p14:cNvPr>
              <p14:cNvContentPartPr/>
              <p14:nvPr/>
            </p14:nvContentPartPr>
            <p14:xfrm>
              <a:off x="1458360" y="1990800"/>
              <a:ext cx="6646320" cy="34552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8C5D16C4-A306-CBA4-6203-9D74A3B3517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9000" y="1981440"/>
                <a:ext cx="6665040" cy="3474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2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4000" b="1"/>
              <a:t>补充习题</a:t>
            </a:r>
          </a:p>
        </p:txBody>
      </p:sp>
      <p:sp>
        <p:nvSpPr>
          <p:cNvPr id="106499" name="内容占位符 2"/>
          <p:cNvSpPr>
            <a:spLocks noGrp="1"/>
          </p:cNvSpPr>
          <p:nvPr>
            <p:ph idx="1"/>
          </p:nvPr>
        </p:nvSpPr>
        <p:spPr bwMode="auto">
          <a:xfrm>
            <a:off x="457200" y="1071563"/>
            <a:ext cx="8401050" cy="5054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r>
              <a:rPr lang="zh-CN" altLang="en-US" sz="2400" b="1" dirty="0"/>
              <a:t>（最大最小元问题）：给定数组</a:t>
            </a:r>
            <a:r>
              <a:rPr lang="en-US" altLang="zh-CN" sz="2400" b="1" dirty="0"/>
              <a:t>a[0:n-1]</a:t>
            </a:r>
            <a:r>
              <a:rPr lang="zh-CN" altLang="en-US" sz="2400" b="1" dirty="0"/>
              <a:t>。设计一个算法在最坏情况下用</a:t>
            </a:r>
            <a:r>
              <a:rPr lang="en-US" altLang="zh-CN" sz="2400" b="1" dirty="0"/>
              <a:t>3n/2-2</a:t>
            </a:r>
            <a:r>
              <a:rPr lang="zh-CN" altLang="en-US" sz="2400" b="1" dirty="0"/>
              <a:t>次比较找出</a:t>
            </a:r>
            <a:r>
              <a:rPr lang="en-US" altLang="zh-CN" sz="2400" b="1" dirty="0"/>
              <a:t>a[0:n-1]</a:t>
            </a:r>
            <a:r>
              <a:rPr lang="zh-CN" altLang="en-US" sz="2400" b="1" dirty="0"/>
              <a:t>中的元素最大值和最小值。</a:t>
            </a:r>
            <a:endParaRPr lang="en-US" altLang="zh-CN" sz="2400" b="1" dirty="0"/>
          </a:p>
          <a:p>
            <a:r>
              <a:rPr lang="zh-CN" altLang="en-US" sz="2400" b="1" dirty="0"/>
              <a:t>（最大次大元问题） ：给定数组</a:t>
            </a:r>
            <a:r>
              <a:rPr lang="en-US" altLang="zh-CN" sz="2400" b="1" dirty="0"/>
              <a:t>a[0:n-1]</a:t>
            </a:r>
            <a:r>
              <a:rPr lang="zh-CN" altLang="en-US" sz="2400" b="1" dirty="0"/>
              <a:t>。设计一个算法在最坏情况下用</a:t>
            </a:r>
            <a:r>
              <a:rPr lang="en-US" altLang="zh-CN" sz="2400" b="1" dirty="0"/>
              <a:t>n+</a:t>
            </a:r>
            <a:r>
              <a:rPr lang="en-US" altLang="zh-CN" sz="2400" b="1" dirty="0">
                <a:sym typeface="Symbol" panose="05050102010706020507" pitchFamily="18" charset="2"/>
              </a:rPr>
              <a:t>log n-2</a:t>
            </a:r>
            <a:r>
              <a:rPr lang="zh-CN" altLang="en-US" sz="2400" b="1" dirty="0"/>
              <a:t>次比较找出</a:t>
            </a:r>
            <a:r>
              <a:rPr lang="en-US" altLang="zh-CN" sz="2400" b="1" dirty="0"/>
              <a:t>a[0:n-1]</a:t>
            </a:r>
            <a:r>
              <a:rPr lang="zh-CN" altLang="en-US" sz="2400" b="1" dirty="0"/>
              <a:t>中的元素最大值和次大值。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cloudbkgd">
  <a:themeElements>
    <a:clrScheme name="cloudbkgd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oudbkgd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4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loudbkgd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oudbkgd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oudbkgd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Settings\Administrator\Application Data\Microsoft\Templates\cloudbkgd.pot</Template>
  <TotalTime>3360</TotalTime>
  <Words>10566</Words>
  <Application>Microsoft Office PowerPoint</Application>
  <PresentationFormat>全屏显示(4:3)</PresentationFormat>
  <Paragraphs>1241</Paragraphs>
  <Slides>106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106</vt:i4>
      </vt:variant>
    </vt:vector>
  </HeadingPairs>
  <TitlesOfParts>
    <vt:vector size="118" baseType="lpstr">
      <vt:lpstr>华文中宋</vt:lpstr>
      <vt:lpstr>等线</vt:lpstr>
      <vt:lpstr>Times New Roman</vt:lpstr>
      <vt:lpstr>Wingdings</vt:lpstr>
      <vt:lpstr>Palatino Linotype</vt:lpstr>
      <vt:lpstr>Cambria Math</vt:lpstr>
      <vt:lpstr>Symbol</vt:lpstr>
      <vt:lpstr>Courier New</vt:lpstr>
      <vt:lpstr>Arial</vt:lpstr>
      <vt:lpstr>Input</vt:lpstr>
      <vt:lpstr>cloudbkgd</vt:lpstr>
      <vt:lpstr>Equation</vt:lpstr>
      <vt:lpstr>PowerPoint 演示文稿</vt:lpstr>
      <vt:lpstr>主要内容</vt:lpstr>
      <vt:lpstr>2.0 学习要点 </vt:lpstr>
      <vt:lpstr>2.1 递归的概念</vt:lpstr>
      <vt:lpstr>递归函数举例(1)</vt:lpstr>
      <vt:lpstr>递归函数举例(2)</vt:lpstr>
      <vt:lpstr>递归函数举例(2)</vt:lpstr>
      <vt:lpstr>递归函数举例(2)</vt:lpstr>
      <vt:lpstr>递归函数举例(2)</vt:lpstr>
      <vt:lpstr>递归算法举例(1)</vt:lpstr>
      <vt:lpstr>产生Perm(R)的递归算法</vt:lpstr>
      <vt:lpstr>递归算法举例(2)</vt:lpstr>
      <vt:lpstr>递归算法举例(2)</vt:lpstr>
      <vt:lpstr>递归算法举例(3)</vt:lpstr>
      <vt:lpstr>PowerPoint 演示文稿</vt:lpstr>
      <vt:lpstr>“Hanoi 塔”问题程序</vt:lpstr>
      <vt:lpstr>“Hanoi 塔”问题移动次数递推关系</vt:lpstr>
      <vt:lpstr>递归程序代价</vt:lpstr>
      <vt:lpstr>2.2 分治法的基本思想</vt:lpstr>
      <vt:lpstr>2.2.1 分治法概述</vt:lpstr>
      <vt:lpstr>2.2.1 分治法概述</vt:lpstr>
      <vt:lpstr>2.2.1 分治法概述</vt:lpstr>
      <vt:lpstr>2.2.2 分治法算法构架</vt:lpstr>
      <vt:lpstr>2.2.3 分治法示例</vt:lpstr>
      <vt:lpstr>2.2.4 代价分析—展开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2.3 二分搜索技术</vt:lpstr>
      <vt:lpstr>2.3 二分搜索技术</vt:lpstr>
      <vt:lpstr>二分搜索法复杂性</vt:lpstr>
      <vt:lpstr>小结   算法分析的一般方法</vt:lpstr>
      <vt:lpstr>算法分析的一般方法 </vt:lpstr>
      <vt:lpstr>3. 考察算法的“关键操作”数，随“问题规模”而变化的规律</vt:lpstr>
      <vt:lpstr>时间</vt:lpstr>
      <vt:lpstr>2.4 大整数的乘法</vt:lpstr>
      <vt:lpstr>算法一</vt:lpstr>
      <vt:lpstr> 改进算法</vt:lpstr>
      <vt:lpstr>对大整数乘法的算法思考</vt:lpstr>
      <vt:lpstr>2.5  矩阵乘法</vt:lpstr>
      <vt:lpstr>矩阵乘法算法分析</vt:lpstr>
      <vt:lpstr>算法之二(Strassen算法）：</vt:lpstr>
      <vt:lpstr>对矩阵乘法的算法思考</vt:lpstr>
      <vt:lpstr>2.6 棋盘覆盖</vt:lpstr>
      <vt:lpstr>棋盘覆盖 </vt:lpstr>
      <vt:lpstr>分治策略</vt:lpstr>
      <vt:lpstr>覆盖特殊棋盘的复杂性</vt:lpstr>
      <vt:lpstr>覆盖特殊棋盘的复杂性</vt:lpstr>
      <vt:lpstr>程序实现</vt:lpstr>
      <vt:lpstr>2.7  合并排序</vt:lpstr>
      <vt:lpstr>合并排序思想</vt:lpstr>
      <vt:lpstr>合并排序图示</vt:lpstr>
      <vt:lpstr>合并排序算法实现-递归形式</vt:lpstr>
      <vt:lpstr>合并排序复杂性</vt:lpstr>
      <vt:lpstr>二路归并算法</vt:lpstr>
      <vt:lpstr>合并排序算法实现-无递归形式</vt:lpstr>
      <vt:lpstr>无递归的合并排序算法 </vt:lpstr>
      <vt:lpstr>一趟归并算法 MergePass</vt:lpstr>
      <vt:lpstr>合并排序最好、最坏复杂性</vt:lpstr>
      <vt:lpstr>合并排序小结</vt:lpstr>
      <vt:lpstr>2.8  快速排序 </vt:lpstr>
      <vt:lpstr>快速排序法排序举例</vt:lpstr>
      <vt:lpstr>各趟排序之后的状态</vt:lpstr>
      <vt:lpstr>算法实现与复杂性（1）</vt:lpstr>
      <vt:lpstr>算法实现与复杂性（2）</vt:lpstr>
      <vt:lpstr>平均情况复杂性</vt:lpstr>
      <vt:lpstr>求解细节（可略过）</vt:lpstr>
      <vt:lpstr>递推：</vt:lpstr>
      <vt:lpstr>PowerPoint 演示文稿</vt:lpstr>
      <vt:lpstr>快速排序小结</vt:lpstr>
      <vt:lpstr>练习1：在无序数组中找最大元</vt:lpstr>
      <vt:lpstr>找最大元算法设计</vt:lpstr>
      <vt:lpstr>找最大元算法复杂性</vt:lpstr>
      <vt:lpstr>2.9  线性时间选择 </vt:lpstr>
      <vt:lpstr>一个初步思路</vt:lpstr>
      <vt:lpstr>随机化分治算法</vt:lpstr>
      <vt:lpstr>随机化算法的复杂性</vt:lpstr>
      <vt:lpstr>一般选择问题的分治算法</vt:lpstr>
      <vt:lpstr> 算法描述 </vt:lpstr>
      <vt:lpstr>PowerPoint 演示文稿</vt:lpstr>
      <vt:lpstr>PowerPoint 演示文稿</vt:lpstr>
      <vt:lpstr>求解过程： </vt:lpstr>
      <vt:lpstr>(续)</vt:lpstr>
      <vt:lpstr>2.10 最接近点对问题 </vt:lpstr>
      <vt:lpstr>计算时间下界为( nlog n)</vt:lpstr>
      <vt:lpstr>一维点集S={x1，x2 ，…， xn }</vt:lpstr>
      <vt:lpstr>m 的选择</vt:lpstr>
      <vt:lpstr>二维点集S={p1，p2 ，…， pn }</vt:lpstr>
      <vt:lpstr>最小距离 </vt:lpstr>
      <vt:lpstr>pS1，qS2的情形</vt:lpstr>
      <vt:lpstr>3n个点的考察方法</vt:lpstr>
      <vt:lpstr>算法</vt:lpstr>
      <vt:lpstr>Cpair2(S,d)的时间复杂性 </vt:lpstr>
      <vt:lpstr>最接近点对问题时间复杂性</vt:lpstr>
      <vt:lpstr> 2.11循环赛日程表</vt:lpstr>
      <vt:lpstr>循环赛日程表设计</vt:lpstr>
      <vt:lpstr>分治策略</vt:lpstr>
      <vt:lpstr>4个选手的比赛日程表</vt:lpstr>
      <vt:lpstr>8个选手的比赛日程表</vt:lpstr>
      <vt:lpstr>补充习题</vt:lpstr>
    </vt:vector>
  </TitlesOfParts>
  <Company>shu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递归与分治策略</dc:title>
  <dc:creator>csshu</dc:creator>
  <cp:lastModifiedBy>Jiangtao LI</cp:lastModifiedBy>
  <cp:revision>553</cp:revision>
  <cp:lastPrinted>2021-09-09T06:49:00Z</cp:lastPrinted>
  <dcterms:created xsi:type="dcterms:W3CDTF">2003-11-20T14:29:00Z</dcterms:created>
  <dcterms:modified xsi:type="dcterms:W3CDTF">2023-09-11T12:30:06Z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7ED69A1843B8407580B9AF98C31DF9B9</vt:lpwstr>
  </property>
  <property fmtid="{D5CDD505-2E9C-101B-9397-08002B2CF9AE}" pid="3" name="KSOProductBuildVer">
    <vt:lpwstr>2052-11.1.0.10700</vt:lpwstr>
  </property>
</Properties>
</file>