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Override1.xml" ContentType="application/vnd.openxmlformats-officedocument.themeOverrid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tags/tag1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1"/>
    <p:sldMasterId id="2147483679" r:id="rId2"/>
  </p:sldMasterIdLst>
  <p:notesMasterIdLst>
    <p:notesMasterId r:id="rId38"/>
  </p:notesMasterIdLst>
  <p:sldIdLst>
    <p:sldId id="587" r:id="rId3"/>
    <p:sldId id="773" r:id="rId4"/>
    <p:sldId id="836" r:id="rId5"/>
    <p:sldId id="837" r:id="rId6"/>
    <p:sldId id="838" r:id="rId7"/>
    <p:sldId id="839" r:id="rId8"/>
    <p:sldId id="840" r:id="rId9"/>
    <p:sldId id="729" r:id="rId10"/>
    <p:sldId id="422" r:id="rId11"/>
    <p:sldId id="1055" r:id="rId12"/>
    <p:sldId id="1056" r:id="rId13"/>
    <p:sldId id="1057" r:id="rId14"/>
    <p:sldId id="1058" r:id="rId15"/>
    <p:sldId id="1059" r:id="rId16"/>
    <p:sldId id="1060" r:id="rId17"/>
    <p:sldId id="1061" r:id="rId18"/>
    <p:sldId id="1062" r:id="rId19"/>
    <p:sldId id="1063" r:id="rId20"/>
    <p:sldId id="1064" r:id="rId21"/>
    <p:sldId id="1065" r:id="rId22"/>
    <p:sldId id="1066" r:id="rId23"/>
    <p:sldId id="1067" r:id="rId24"/>
    <p:sldId id="1068" r:id="rId25"/>
    <p:sldId id="1069" r:id="rId26"/>
    <p:sldId id="1070" r:id="rId27"/>
    <p:sldId id="1051" r:id="rId28"/>
    <p:sldId id="878" r:id="rId29"/>
    <p:sldId id="1053" r:id="rId30"/>
    <p:sldId id="1054" r:id="rId31"/>
    <p:sldId id="1052" r:id="rId32"/>
    <p:sldId id="1071" r:id="rId33"/>
    <p:sldId id="812" r:id="rId34"/>
    <p:sldId id="881" r:id="rId35"/>
    <p:sldId id="813" r:id="rId36"/>
    <p:sldId id="814" r:id="rId37"/>
  </p:sldIdLst>
  <p:sldSz cx="12192000" cy="6858000"/>
  <p:notesSz cx="6858000" cy="9144000"/>
  <p:defaultTextStyle>
    <a:defPPr>
      <a:defRPr lang="zh-CN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080"/>
    <a:srgbClr val="E73A1C"/>
    <a:srgbClr val="F23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6FE5CD-BD0C-4114-A8B8-3BDDE965EA4B}" v="32" dt="2021-01-09T16:06:57.2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54" autoAdjust="0"/>
    <p:restoredTop sz="93673" autoAdjust="0"/>
  </p:normalViewPr>
  <p:slideViewPr>
    <p:cSldViewPr snapToGrid="0" snapToObjects="1">
      <p:cViewPr varScale="1">
        <p:scale>
          <a:sx n="114" d="100"/>
          <a:sy n="114" d="100"/>
        </p:scale>
        <p:origin x="426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928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microsoft.com/office/2015/10/relationships/revisionInfo" Target="revisionInfo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1-09T15:14:42.2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13646 12432 1583 0,'0'0'0'0,"0"-5"0"0,0 1 0 0,-2 2 0 0,2-2 0 0,0 1 0 0,0 0 0 0,-2 0 0 0,0-1 0 0,2 0 0 16,0 2 112-16,0 0 163 0,0 0-123 0,0-1-56 47,0-1-27-47,0 0 33 0,0 0-30 0,4 1 9 47,3-1-41-47,0-2 103 31,0 2-52-31,0 1-25 0,0-1 89 0,4 0-48 0,-4 3-38 0,0-3 0 0,0 1 64 0,1 2-47 0,0-1 0 0,-1 0 64 31,2 0-60-31,0 2 0 0,-2-1-76 0,0-2-14 0,0 3 0 0,3-2 0 0,-1 2 0 0,-1-2 0 0,1 1 0 0,3 1 0 0,-5-2 0 0,2 2 0 16,1 0 0-16,1 0 0 0,-2 0 0 0,1 0 0 0,1 0 0 0,-4 0 0 0,4 0 0 0,-2 0 0 31,-2 0 0-31,2 0 0 0,1 0 0 0,-1 0 0 0,0 2 0 0,1-1 0 31,-1 1 0-31,2 0 0 0,1-2 0 0,-1 3 0 0,-2-2 0 0,3-1 0 0,1 2 0 0,-2 0 0 0,-1-2 0 0,-1 2 0 0,6 2 0 0,-4-2 0 0,0 0 0 0,1-1 0 0,1 3 0 0,1 0 0 16,0-2 0-16,-1 2 0 31,4-1 0-31,-2 1 0 16,2 2 0-16,2-2 0 15,-1-1 0-15,2-1 0 32,4 2 0-32,-4-2 0 15,7-1 0-15,-3 1 0 0,5 0 0 0,-1 0 0 0,2-2 0 0,0 2 0 0,0-2 0 0,2 0 0 16,-2 0 0-16,0 0 0 0,-2 0 0 0,2 0 0 0,-2 2 0 0,-2-2 0 0,8 1 0 0,-4 2 0 0,0-3 0 0,4 3 0 0,-1-3 0 0,0 3 0 31,-1-2 0-31,4-1 0 0,-1 4 0 0,3-2 0 0,-1 0 0 0,3-1 0 16,3 4 0-16,-8-4 0 0,9 1 0 31,-8 0 0-15,3 2 0-16,7-3 0 0,-7 1 0 0,2 1 0 0,1 0 0 0,-1 0 0 0,-6-2 0 0,13 1 0 0,-4 2 0 0,1-2 0 0,0-1 0 0,0 1 0 0,-5 0 0 0,7 0 0 62,-4-1 0-62,2-1 0 0,-4 2 0 0,3-2 0 0,-7 2 0 0,11-2 0 78,-15 2 0-78,12 0 0 0,-4 0 0 0,1 0 0 0,-7 1 0 0,5-2 0 0,-3 1 0 0,-1 2 0 0,0-1 0 0,-2-1 0 0,1 2 0 0,-1-2 0 31,1-1 0-31,1 2 0 32,1-3 0-32,-2 1 0 0,1-1 0 0,1 0 0 0,0 2 0 0,2-2 0 0,0 0 0 0,-2 0 0 0,2 0 0 0,-1 2 0 31,-1-2 0-31,1 0 0 0,-1 0 0 0,1 0 0 0,0 0 0 0,-3 0 0 31,8 0 0-31,-9 0 0 0,4 0 0 0,7 0 0 0,-10 0 0 0,13 0 0 0,-7 0 0 0,2 0 0 0,-1 0 0 0,-1-2 0 0,-4 0 0 0,10 1 0 47,-4-2 0-47,1 2 0 0,1 1 0 0,0-2 0 31,-4 0 0-31,8 0 0 0,0 2 0 0,0-2 0 0,-1 2 0 0,0-2 0 0,-7 2 0 0,11 0 0 0,-5 0 0 16,0-1 0 15,-2 1 0-31,4 0 0 0,-8 0 0 0,10 0 0 0,-4 0 0 0,4 0 0 31,0 0 0-31,-1 0 0 0,1 0 0 0,0 0 0 0,-1 0 0 0,3 0 0 0,0 0 0 0,-1 0 0 0,1 0 0 0,-1 0 0 63,5 0 0-63,7 0 0 0,-14 0 0 0,6 0 0 0,-1 0 0 0,0 0 0 0,-1 0 0 0,-2 0 0 0,3 0 0 0,-2 0 0 0,2 0 0 0,-2 0 0 31,13 1 0-31,-8 1 0 0,-5-2 0 0,5 0 0 0,-1 2 0 0,-1 0 0 0,0-2 0 0,2 2 0 31,-1 0 0-31,-1-1 0 0,10 3 0 0,-6-2 0 0,-7 1 0 0,5 2 0 0,1-4 0 0,-2 3 0 32,1 0 0-32,1 0 0 0,4 0 0 0,-2-1 0 0,2-1 0 0,-1 0 0 0,14 2 0 0,-8-4 0 0,-1 1 0 0,2 2 0 0,0-3 0 0,-7 0 0 0,12 0 0 0,-1 1 0 0,3-1 0 0,-5 0 0 0,1 0 0 0,-8 0 0 0,12 2 0 0,-3-2 0 15,-3 3 0-15,1-2 0 0,4-1 0 0,-1 1 0 63,-3-1 0-63,0 4 0 0,1-4 0 0,-1 1 0 0,-2-1 0 0,-5 2 0 0,17 0 0 0,-5-2 0 15,-5 1 0-15,2 1 0 0,-4 0 0 0,-7 2 0 0,14-2 0 0,-11 2 0 63,3-1 0-63,4 0 0 0,-5 2 0 0,-6-2 0 0,10 4 0 16,-9-2 0-16,0-1 0 0,-1 1 0 0,0-1 0 0,-5 2 0 0,13-1 0 0,-3-1 0 0,-2-1 0 0,-2 1 0 0,-11 0 0 0,5 0 0 0,-1-1 0 0,-5 3 0 31,-1-2 0-31,-4 1 0 62,-1 1 0-62,-7-1 0 0,8 0 0 0,-12 0 0 0,4 1 0 0,-5 1 0 0,-2-5 0 0,-8 4 0 0,2 0 0 0,-4-1 0 0,1 1 0 0,-5-2 0 0,-2 1 0 0,0 1 0 0,-2-3 0 0,-1 1 0 0,0 0 0 0,-4-2 0 0,0 2 0 0,2-3 0 0,-4 2 0 0,1-2 0 0,-2 2 0 0,-1-2 0 0,-1-1 0 0,2 0 0 0,-2 1 0 0,-2-1 0 16,0 0 0-16,0 0 0 0,0 0 0 0,0 0 0 0,0 0 0 0,0 0 0 0,0 0 0 0,-12 0 0 0,-2 0 0 0,-7 0 0 0,-8 11-247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1-09T15:14:54.8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16386 4028 1346 0,'-14'-7'0'16,"0"-2"0"31,1 6 0-47,1 1 0 31,5 2 0-31,2-1 0 0,1 1 0 0,0-3 0 0,2 2 0 0,2-1 0 0,0 2 311 0,0-2-136 0,4 0-66 0,5 0 121 0,2 0-84 0,3 2-57 0,-1 0-1 0,0 0 61 0,0 0-54 0,1 0-26 0,-2 2 9 0,3 2 149 0,2 1-92 0,2-1-48 0,5 1 1 0,1-1 124 0,5-4-75 0,2 0-54 0,1 0-6 0,13 0-77 0,-3 0 0 0,4 0 0 16,3 0 0-16,12 0 0 0,-2 0 0 0,6 0 0 0,2 0 0 0,5 0 0 0,4 0 0 0,0 0 0 0,0-3 0 0,2 2 0 15,2-2 0-15,-3 1 0 0,0 2 0 0,-2 0 0 16,-2 0 0-16,-3 0 0 0,-3 0 0 0,-7 0 0 16,-6 0 0-16,2 5 0 0,-7 0 0 0,-6 1 0 15,-11-1 0 1,3 1 0-16,-10-1 0 0,1 1 0 31,-3 1 0-31,-6-3 0 16,0 0 0-16,-7 0 0 15,0-1 0-15,-1 2 0 47,-5-4 0-47,1 1 0 0,-3 0 0 0,1 0 0 16,-2-2 0-16,1 2 0 0,-2-2 0 0,-1 0 0 0,0 0 0 0,0 0 0 0,2 0 0 0,-2 0 0 0,0 0 0 0,0 0 0 0,0 0 0 0,2 0 0 0,-2 0 0 0,2-2 0 0,-2-2 0 0,0-2 0 0,0 1-42 0,0-1-1114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06T00:06:55.3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3178 7347 3 0,'5'9'0'0,"-5"-5"0"0,0-3 0 0,0 1 0 0,0 2 223 0,0-3-99 0,-3 3-46 15,1-1-22-15,0-3 48 16,1 2-35-16,1-2 7 0,0 0-43 0,0 0 82 16,0 1-42-16,0-1 1 0,0 0-1 0,0 0 8 15,0 0-48-15,0 0 67 0,0 0-33 0,0 0 0 16,0 0-35-16,1 0 84 0,3 0-47 0,0 0 1 15,2 0-37-15,1 0 40 0,2-1 0 0,0-5-32 16,3-2-8-16,-1-3 76 0,5-2-38 0,-2 0 1 16,2 0-5-16,-1 1 8 0,0 1-42 0,1 0 0 15,2 2-7-15,-2 1 7 16,1 0-1-16,-2 3-42 0,2 1 17 0,-1-2 0 16,1 2 25-16,-1-1-38 0,1 1 1 0,2-1 45 15,-3-1-30-15,2-2-140 0,-2 1 59 0,1 2 41 16,-6-4-155-16,2 5 88 0,-5-1 29 0,0 0 28 15,-3 1-107-15,0 2 66 0,-2 0 7 0,-1 0-89 16,-2 2 69-16,0 0 30 0,0 0 1 0,0 0-54 16,0 0 43-16,0 0 12 15,0 0 8-15,-2 6-215 0,-3 3 118 0</inkml:trace>
  <inkml:trace contextRef="#ctx0" brushRef="#br0" timeOffset="248.65">3359 7595 779 0,'-8'5'0'0,"0"-5"0"0,-1 2 0 0,4 0 0 0,0-2 0 0,0 0 0 0,2 0 0 0,1 0 378 16,2 0-164-16,0 0-95 0,0 0-43 0,0-2 105 16,7-2-74-16,6-4-38 0,4 1 131 0,-1-2-87 15,3-1-41-15,1 2 4 0,5-7-22 0,-2 6 0 16,1-2-13-16,3-2-57 0,-2 1 24 0,-1 1 0 0,-5 2 25 15,2 0-201-15,-2-1 108 0,-3 3 43 0,-3 0 24 16,1 0-364-16,-6 3 176 16,-2 1 54-16,1-1-124 0,-3 1 110 0,-1 1 54 0,-1-2-270 15,-2-2 162-15</inkml:trace>
  <inkml:trace contextRef="#ctx0" brushRef="#br0" timeOffset="571.8">3486 7040 532 0,'-13'-2'0'0,"1"0"0"0,3 1 0 0,5-1 0 0,-1 2 0 0,2 0 486 0,3 0-227 0,0-2-112 0,3-2 180 16,10-2-152-16,10 1-70 0,3-2 48 16,4 1-59-16,2 0-23 0,1 2-8 0,0 1-64 0,1 1 34 15,-1 0 0-15,-3 2-1 0,2 0-68 0,-2 0 30 16,0 0 0-16,-3 0-46 0,-3 0 42 15,-3 0 21-15,-2 5 9 0,-2 1-49 0,-4 4 5 16,-2-3 1-16,-1 4 55 0,-4 2 0 16,-1 1-53-16,-4 2 24 15,1 1 177-15,0 2-84 0,-2 4-32 0,0 1-25 0,0-1 153 0,-2 7-83 16,-4 0-39-16,-4 1 1 0,1 3-77 0,-3 2 0 16,-1 0 47-16,-2 7-236 0,0-3 114 15,0-3 57-15,5-3 28 0,-7-1-194 0,4-1 84 16,2-3 58-16,3-9-504 0,3-3 260 0,2-7 129 15,3-2 65-15</inkml:trace>
  <inkml:trace contextRef="#ctx0" brushRef="#br0" timeOffset="899.93">4307 6795 810 0,'0'0'0'0,"0"0"0"0,0 0 0 0,0 0 0 0,3 0 0 0,0 0 0 0,7-3 175 15,2 1-71-15,1 0-36 0,6-3 1 0,2 1 191 16,6-2-117-16,0 1-56 0,1-1-26 0,2 0 125 0,1-1-68 15,-1 1-47-15,0 1 7 0,-2 1-22 16,-2 1-1-16,1-1-77 0,-5 2 35 0,2 0-8 16,-1 0 28-16,-4 1-179 0,-1-2 89 15,-2 1 45-15,-5 1 31 0,-4 1-147 0,-1-3 42 16,-2 3 49-16,-2 0-24 0,-2 0-337 0,0 0 161 16,-14 3 106-16</inkml:trace>
  <inkml:trace contextRef="#ctx0" brushRef="#br0" timeOffset="1239.02">4341 7078 1012 0,'2'8'0'0,"0"2"0"0,3 4 0 0,-1-3 0 0,-2-3 0 0,1-1 0 0,-2 0 0 0,1 1 0 0,0-2 190 0,1-2-78 0,0-1-40 15,-1 1-41-15,-1-2 2 0,1-2 8 0,-2 2-9 16,0-2-92-16,2 0 47 0,-2 0 22 0,0 0-25 0,0-2 33 15,0-7-9-15,0-3 25 0,0-1-87 0,3-2 40 16,5 0 0-16,3 0 12 16,0 0-15-16,3 3 0 0,2 0 9 0,0 4 38 0,-2 0-24 15,2 7 0-15,-3-1 8 0,1 2 23 16,-1 0 8-16,-5 2-35 0,0 9 14 0,-2 2-9 16,-3 4-2-16,-2 0 0 0,-1 2-2 0,0 2 3 15,-4-1 3-15,-5-1 1 0,-4-2 23 0,1-2 1 16,-3-4-27-16,0-2 1 0,-2-1-29 0,1-5 33 15,-1-3-4-15,1 0-64 0,1 0 30 16,4 0 0-16,4-1-248 0,0-9 129 0,6-3 56 16,1-2 36-16,0-4-363 0,3-2 187 15</inkml:trace>
  <inkml:trace contextRef="#ctx0" brushRef="#br0" timeOffset="1541.22">4645 6835 1044 0,'0'-4'0'0,"3"-4"0"0,-3 6 0 0,0-1 0 0,0 2 0 0,0 1 0 0,0-2 238 0,0 2-107 0,0 0-49 16,0 0 317-16,0 0-183 0,0 0-92 15,1 3 52-15,3 11-76 0,-1 1-34 0,5 6 0 16,-2 3 105-16,-1 4-69 0,3 6-26 0,-3 8-9 16,3 2 45-16,1 5-39 0,-3 3-1 0,3 3-39 15,1-2 41-15,0 1-9 0,-2-3-32 0,4-2-29 16,-3-4 1-16,2-4 27 0,-1-3-25 0,-1 2-9 15,-1-7 35-15,-3-3-1 0,-1-6-65 0,1-1 32 16,-4-9 14-16,-1-2-7 16,0-2-107-16,0-4 58 0,-10-6 13 0,-3 0-1 15,-4 0-145-15,-3-8 73 0,-1-7-230 16,0-2 152-16,-1 0 68 0,1-4 41 0,2 2-145 0,-1-5 96 16,3 1 44-16,2-1 22 0,5 2-364 0,5-5 193 15,3 3 89-15</inkml:trace>
  <inkml:trace contextRef="#ctx0" brushRef="#br0" timeOffset="1757.41">4953 6773 1320 0,'3'0'0'0,"-3"-2"0"0,1 1 0 0,1-1 0 0,0 0 0 0,1 2 0 16,-3 0 192-16,5 0-80 0,-2 0-39 0,0 7 53 0,0 5-38 0,2 3-32 0,-4 2 0 15,0 5 16-15,-1 3 0 0,0-1-40 0,0-1-138 16,-7 7 65-16,-2-6 37 0,-3-1 0 0,-1-1-201 16,1-5 119-16,1-2 68 15,-2-1-431-15,7-9 190 0,1-1 120 0,-1-4 20 16</inkml:trace>
  <inkml:trace contextRef="#ctx0" brushRef="#br0" timeOffset="1950.32">5096 6807 1209 0,'2'4'0'0,"0"3"0"0,-2 1 0 0,0 0 0 0,0 5 0 0,-2-1 0 0,-6 2 0 0,3 5 0 0,-4 5 418 16,0 3-193-16,0-5-87 0,0 9 18 0,0-3-61 16,0 0-31-16,-3 0-1 0,1 0-225 0,2-5 106 15,-5 7 40-15,5-9 24 0,-1-1-382 0,3-4 204 16,4-6 101-16,0-3-245 0,0-1 97 0,3-6 100 15,0 0-18-15</inkml:trace>
  <inkml:trace contextRef="#ctx0" brushRef="#br0" timeOffset="2144.81">4964 7159 13 0,'11'-16'0'0,"-2"4"0"0,1-2 0 0,0 5 0 0,-4 0 0 0,-1 3 163 0,3-1-65 16,-3 6-33-16,1 0 70 0,0-1-55 0,2 2-24 16,-3 0 1-16,3 2 305 0,-1 7-164 0,1 2-75 15,-3 2 325-15,0 4-208 0,2 6-103 0,-4 2-53 16,-1-1 216-16,0 5-138 0,0 4-64 0,0-3-33 15,-2 1-82-15,0 3 24 0,0 0 9 0,0 4 17 16,0-5-138-16,-2 1 69 16,2-11 34-16,0-1-363 0,0-9 207 0,0-1 92 15,0-5-546-15,0-3 289 0,0-4 146 0,0-2 71 16,2-11-227-16,1-12 154 0</inkml:trace>
  <inkml:trace contextRef="#ctx0" brushRef="#br0" timeOffset="2318.34">5296 6658 883 0,'1'-6'0'0,"1"4"0"0,0 2 0 0,-1 0 0 0,-1 0 114 16,0 0-33-16,0 8-8 0,0 2 266 0,0 4-153 16,0 0-77-16,0 4-38 0,0 1-62 0,0-1-9 15,0 2 33-15,0-1 0 0,0 1-429 0,-3-2 214 16,0-3 115-16,-1 1 46 0,3-10-551 0</inkml:trace>
  <inkml:trace contextRef="#ctx0" brushRef="#br0" timeOffset="2606.6">5224 6881 829 0,'-12'7'0'0,"2"4"0"0,0 3 0 0,0 0 0 0,3-2 0 0,0 3 0 0,1-1 0 0,0 2 0 0,5 1 288 0,-1-2-119 0,2 0-73 15,0 0 9-15,0-8-37 0,0 1 1 0,0-2-37 16,2-2-52-16,3-4 22 0,7 0 0 0,-2-6 31 15,4-11-164-15,0-4 82 0,0 3 49 0,4-7-8 16,1 2-187-16,-3 1 109 16,0 1 7-16,0 6-145 0,1-2 103 15,-3 3 24-15,2 1 49 0,-3 3 15 0,-2 2 0 16,-2 5-8-16,0-1 122 0,-1 2-58 0,-2 2-27 0,-3 0-1 16,0 0 226-16,-2 3-103 0,1 5-63 0,0 2 308 15,-2-1-169-15,0 1-63 0,0-1 84 0,0 2-83 16,0-2-53-16,0 1-24 0,0-3 13 0,0 3-35 15,0-3 0-15,0-1 8 16,0 1-199-16,0-1 96 0,0 0 47 0,-4 1 24 0,0 1-516 16,-1 1 224-16</inkml:trace>
  <inkml:trace contextRef="#ctx0" brushRef="#br0" timeOffset="2750.73">5226 7190 624 0,'-10'5'0'0,"4"-2"0"0,3-1 0 0,1-2 0 0,2 0 0 0,0 0 0 0,0-2 207 0,7-3-92 0,5-6-41 0,1 1 86 0,2-1-63 16,0-1-33-16,2 3 9 0,0-2-257 0,-2 3 108 15,0 2 55-15,-4 5 27 0,1-1-205 0</inkml:trace>
  <inkml:trace contextRef="#ctx0" brushRef="#br0" timeOffset="3596.92">5280 7298 856 0,'-8'10'0'0,"3"0"0"0,-1 5 0 0,3-3 0 0,-1-1 0 0,0 4 0 0,2-2 0 0,-2 2 0 0,2 0 151 0,-1 0-60 0,1-4-21 16,2 3 84-16,-2-4-61 0,2-2-30 0,0 0 0 16,0-4-32-16,0-2 1 0,0-2 1 0,0 0 0 15,0-1-39-15,4-10-1 0,4-6 48 0,3-4-125 16,-2 3 58-16,1-3 30 0,1 2-168 0,0-2 91 15,0 5 16-15,1 1 30 16,-3 3-57-16,-1 5 36 0,-1 1-2 0,0 4-1 16,-3 2 149-16,0 0-56 0,-2 14-33 0,-2 6 101 15,0 3-55-15,0-1-31 0,0-3 214 0,0 4-114 16,0-3-30-16,-2-1-36 0,0-4 34 0,2-4-29 16,0 0 7-16,0-3-37 0,0-4-146 0,2-4 74 15,3 0 35-15,7-4 0 0,-1-14-204 0,2-4 111 16,0-4 36-16,0-4-143 0,5-10 68 0,-2 5 62 15,-1-4-150-15,2-10-9 0,0 2 100 16,1-2 50-16,-2 1-161 0,1-1 106 16,-2 0 44-16,2 2 94 0,-1 2 0 0,0-1 0 15,0 5 0-15,-6 9 0 0,2-1 82 0,-5 8-44 16,0 2-35-16,-2 7 427 0,-4 7-201 0,1 1-120 16,-2 4-10-16,0 2 182 0,0 2-106 0,0 0-72 15,0 19 117-15,-3 5-93 0,-6 4-40 0,2 14-31 16,1-1 74-16,-5 5-48 0,3 4-25 15,-4 0 0-15,0 2-43 0,3-4-8 16,0-5 27-16,1-9-72 0,2 0 36 0,2-8 0 16,-1-3 44-16,3-8-47 0,2-4-1 0,-2-5 39 15,2-2-172-15,0-4 78 0,0-3 20 0,0-9 25 16,2-9-131-16,8-2 70 0,1 0 15 0,2-2 25 16,2-2-89-16,3-1 53 0,-2 2 13 0,0 2 51 15,3 1-4-15,-3 8-19 0,1 0 183 0,-4 3-84 16,1 5-45-16,-6 6-23 0,1 1 145 0,1 0-65 15,-2 5-42-15,-5 10-21 16,-1 9 354-16,-2 2-171 0,0 6-69 0,0 4-39 16,-4 7 132-16,-5-1-95 0,-1-3-47 0,1 2-36 15,-2-1-11-15,1-6 8 0,-1 3-175 0,-2-2 83 16,1-2 43-16,-1-5 19 0,-4-1-120 0,4-7 79 16,-4-2 27-16,3-2 3 0,0-7-402 0,-1-3 149 15,2-6 115-15,0 0 16 0,2-1-130 0,-1-15 110 16,2-7 54-16,0-1-96 0,4-5 76 0,0 0 29 15,3-2 0-15,3 2 23 0,0-1 0 16,0 1 24-16,0 9 32 16,0-1-8-16,0 4-24 0,1 8-1 0,5-1 207 0,2 4-103 15,-1 5-52-15,4 1 360 0,3 0-191 16,2 4-55-16,4 13-62 0,1 1 193 0,5 3 45 16,1 2-130-16,9 2-77 0,-1 0 247 0,3 2-157 15,0-3-80-15,1 2-110 0,-5-5 8 0,10 4 23 16,-12-9-1-16,2 1-159 0,-4-2 80 0,-2-2 40 0,-6-1 8 15,3-5-436-15,-5 1 225 16,1-5 120-16,0-1-38 0,-3-2-620 0</inkml:trace>
  <inkml:trace contextRef="#ctx0" brushRef="#br0" timeOffset="3735.55">6720 7666 1221 0,'0'0'0'0,"0"2"0"0,2-2 0 0,-2 0 0 0,0 0 927 0,0-2-447 0,0-6-216 0,0-3-119 16,0-3 46-16,0 0-79 0,3 1-39 0</inkml:trace>
  <inkml:trace contextRef="#ctx0" brushRef="#br0" timeOffset="60101">15813 12732 406 0,'0'0'0'0,"0"0"0"0,0 0 0 0,0 0 0 0,0 0 0 0,0-2 0 0,0 0 0 0,-2 1 88 16,0-1-28-16,0-1 0 0,2 0-19 0,0 1 53 15,0 0-30-15,0 2 0 16,0 0 14-16,0-1-22 0,0 1 8 0,0 0-27 15,0 0-4-15,0-2 0 0,0 2-1 0,0 0 31 16,2 0 8-16,2 0-38 0,1 0 0 0,-2 0-7 16,3 0 7-16,-1 0 0 0,2 0 38 0,2 0-38 15,-2 0 0-15,0 0 0 0,2 0 0 0,1 0 8 16,-2 0-8-16,1 0-22 0,3 0 21 0,-5 0 1 16,0 0 0-16,-1 0-26 0,-1 0-8 0,1 0 27 15,2 0 5-15,-3 0-13 16,-1 0 11-16,1 0 0 0,2 0-13 0,0 0 4 15,2 0 6-15,0 0-6 0,1 0 44 0,-1 0-32 16,2 0-6-16,-1 0 9 0,3 0-7 0,-2 0 1 16,1 0-1-16,1 0-16 0,0 0-6 0,0 0 22 15,3 0-1-15,0 0-10 0,1 2 9 0,0-2 3 16,4 0-27-16,0 0 14 0,-1 0 8 0,6 0-7 16,-5 0-13-16,2 0 20 0,-1 0-3 15,0 0-19-15,1-2 18 0,-3 0-1 16,3 0 0-16,-2 0-29 0,-1 0 28 0,-1 1-2 15,2-1 2-15,-1 1-38 0,1 1 35 0,0-3 2 16,-1 3-33-16,1-3 29 0,0 3 0 0,-1 0-3 16,1 0 13-16,0 0-9 0,-1 0-3 0,3-1-14 15,-2 1 14-15,2-2-3 0,-3 2 2 0,2 0 22 16,1 0-22-16,4 0 1 0,-7 0 0 0,3-1-19 16,-2 1 19-16,0 0 3 15,-2 0-34-15,2 0 30 0,-1 0-1 0,3 0 1 16,-2 0 5-16,-1 0-5 0,3 0-1 0,-1 0 3 15,5 0-3-15,-4 0-2 0,2 0 2 0,-2 0 37 16,5 0-37-16,0 0-2 0,-1 0 1 0,-1 0-6 16,0 0 8-16,-2-3 6 0,6 3-29 0,-1 0 24 15,-1 0-1-15,0 0 1 0,4 0-12 0,-5 0 13 16,4 0-3-16,-1 0 41 0,1 0-40 0,-1 0-1 16,-2 0 0-16,-4 0-9 0,6 0 8 0,-4 0 1 15,0 0 1-15,-1 0 9 16,-2 0-4-16,5 0-4 0,-4 0-6 0,0 0 6 15,1 0 1-15,-2 0-1 0,-1 0 9 0,4 0-9 16,-5 0-1-16,6 0 1 0,-1 0-17 0,0 0 16 16,-6 0 4-16,9 0-5 0,-5 0 1 0,3 0 0 15,-3-2-3-15,0 1-23 0,-1-1 26 0,3-2-1 16,1-1-3-16,-1 3 17 0,1-3-15 0,-4 1 1 16,2 3-26-16,3-1 25 0,-3-2-2 0,1 2-16 15,-2 1 16-15,-3 1 1 0,3 0 0 16,3 0-24-16,-3 0 20 0,0-2 2 15,-1 2-1-15,1 0-9 0,-3-2 8 0,3 0 0 16,-1 0 12-16,0 1-12 0,0-2-2 0,-3 2 2 16,2-3 26-16,-1 2-25 0,-1-2 2 0,3 0-12 15,-2 3 12-15,1-1-1 0,-1 0 2 0,0 0-20 16,-3 2 18-16,3 0 0 0,0 0 0 0,-1 0-46 16,1 0 19-16,0 0 1 0,-3-2-23 15,1 2-1-15,1 0 34 0,-2 0 6 16,-1-2-26-16,1 2 22 0,0-2-8 0,-4 1 0 15,3-1 4-15,-2 0 1 0,-1-1-6 0,0 2 32 16,0-1-1-16,-1 1-24 0,-1-2 3 0,-3 3 19 16,2-1-19-16,-2 1 0 0,1-3 6 0,-3 3-5 15,2-2 4-15,-1 2-3 0,0-1-8 0,-1-1 8 16,0 2 0-16,1-2 1 0,0 2-17 0,-3-2 16 16,2 2-2-16,-1-2 14 0,0 2-14 0,-2 0 1 15,0-2-2-15,-1 2 19 16,-1 0-19-16,0 0 2 0,0-1 34 0,-2 1-31 15,0 0-1-15,0 0 4 0,0-2-37 0,0-2 36 16,0-7-2-16,0 8-459 0,0-6 219 0,-6 6 91 16</inkml:trace>
  <inkml:trace contextRef="#ctx0" brushRef="#br0" timeOffset="65928.63">14523 12912 328 0,'0'0'0'0,"0"0"0"0,0 0-164 0,0 0 82 0,0 0 41 0,0 0 41 0,0 0 99 0,0-1-14 0,0 1-20 0,0 0 1 16,0 0-35-16,0 0 0 0,0 0 0 0,0 0 31 15,0 0 7-15,0 0-36 0,0 0 0 0,0 0 23 16,0 0 1-16,0 0-24 16,0 0 49-16,0 0-29 0,0 0 1 0,0-2-22 15,0 2 47-15,0 0-24 0,0 0 9 0,0 0-5 16,0 0 1-16,0 0-27 0,0 0 0 0,0 0 19 15,0 0-11-15,2 0-8 0,0 0 0 0,2 0 29 16,1 0 1-16,1 0-31 0,-3 0 56 0,3 0-32 16,0 0 1-16,0 0 6 0,1 0-30 0,0-2-1 15,1 2 9-15,0 0-16 16,-1 0 8-16,0 0 0 0,1 0-1 0,0 0-15 16,1 0 24-16,-2 0-8 0,3 0-1 0,-1 0-26 15,0 0 26-15,1 2 1 0,0 0-29 0,-1-2 27 16,4 1-8-16,-4 1 7 0,2 0-28 0,1 0 25 15,-1-2-1-15,2 2-11 0,-1 0 11 0,2 0-1 16,2-2-2-16,-2 2-19 0,4-2 26 0,0 2-8 16,1-2 2-16,0 0-16 0,1 0 15 0,-1 0 0 15,2 0-28-15,-1 0-7 16,0 0 32-16,-2 0-45 0,1 0 1 0,-2 2 40 16,-2-2-3-16,0 2-36 0,-4-2-1 0,2 0 27 15,-5 0 5-15,-1 0-42 0,-1 1 41 0,-1-1-9 16,-1 0 6-16,1 1 0 0,-4-1-2 0,1 0-4 15,0 3 0-15,0-3 2 0,0 0 1 0,-2 0 25 16,2 0-24-16,-2 0 1 0,0 0 0 0,1 0 12 16,-1 2-12-16,0-2 2 0,0 0-1 0,0 0 1 15,0 0-1-15,0 0 1 16,0 0 30-16,0 0-30 0,0 0 0 0,0 0 4 16,0 0-20-16,0 0 17 0,0 0 0 0,0 0 0 15,0 0-1-15,0 0 4 0,0 0-3 0,0 3-919 16</inkml:trace>
  <inkml:trace contextRef="#ctx0" brushRef="#br0" timeOffset="71960.73">20167 12591 328 0,'0'2'0'0,"-2"2"0"0,0 0 0 0,0-1-164 0,-4 2 82 0,4-2 41 0,-2-1 41 0,3 2 0 15,-1-2 0-15,0-2-20 0,2 2 22 0,0-2-1 16,0 0 1-16,0 0 52 0,0 0-22 0,0 0-1 15,0 0-22-15,0 0 66 0,0 0-30 0,0 0-1 16,0 2 40-16,-2-2-33 16,0 1 6-16,2-1-22 0,0 0 13 0,0 3 15 15,0-3-34-15,0 0 29 0,0 0 9 0,0 0-35 16,0 0 1-16,0 0 22 0,0 0 0 0,0 0-23 16,0 0 9-16,0 0 17 0,0 0-1 0,0 0-24 15,0 0 26-15,0 1-27 0,0-1 9 0,0 0-8 16,0 3 33-16,0-3-33 0,0 1-1 0,0-1 18 15,0 2-9-15,0 0-8 0,2-2 0 0,0 2 11 16,0-1-12-16,1 2 1 0,-1-2 8 0,2-1-24 16,-1 2 16-16,-1 0-1 15,1 0-9-15,1-2 10 0,-1 3 8 0,1-1-8 16,2 0-4-16,-3 0-1 0,2 1 4 0,0 0-25 16,-1 1 8-16,-1-2 13 0,3-1 1 0,-2 4-35 15,1-2 34-15,1 1-4 0,0-3 9 0,-2 4-36 16,3-2 1-16,-2 1 22 0,2 0-26 0,0-2-4 15,-2 1 36-15,3-1-13 0,-3 2-35 0,3-2 36 16,-2-2 2-16,1 1 9 0,-1-1-14 16,-1 0 3-16,2 0 0 0,-2 0 39 15,2 0-38-15,-1 0 2 0,-1 0-2 0,3 0 28 16,-2 0-1-16,1 0-21 0,0 0 1 0,4 0 4 16,-4 0-1-16,2 0-4 0,0-1-32 0,1-1 0 15,-1 2 30-15,0 0-25 0,1 0 21 0,-1 0 2 16,0 0-6-16,2 0-27 0,-2 0-7 0,0 0 38 15,3 0-14-15,-3 0 19 16,2 0-16-16,1 0 5 0,-3 0-5 0,2 0 6 16,-1 0-3-16,2 0 0 0,-3 0 27 0,1 0-25 15,0-2 2-15,0 2 1 0,1 0 13 0,1 0-15 16,-3 0 4-16,3 0-10 0,1 0 9 0,-2 0 1 16,3 0-3-16,0-2-7 0,2 0 7 0,-2 2 0 15,4-2 1-15,-2 1 6 0,3-1-7 0,-2 1 0 16,2-2-15-16,0 3 14 0,-3-3 0 0,2 3-5 15,-2-1 4-15,3 1 1 0,-2 0-1 0,0 0-1 16,0 0 1-16,-1 0 3 16,2 0-4-16,0 0-5 0,1 0 4 0,2-2 1 15,-1 2 2-15,3 0 0 0,3-1-1 0,1 1-1 16,-3-3-16-16,2 3 16 0,-1 0 0 0,-3-2-11 16,3 2 10-16,0 0 0 0,-4 0-2 0,4 0-2 15,-2 0 3-15,0 0 2 0,0 0-4 0,0 0 19 16,0 0-17-16,0 0 0 0,-2 0-1 0,4 0 38 15,2 0-1-15,-3 0-33 0,3 0 33 0,-4 0 1 16,4 0-25-16,-3 0 37 0,8-1-1 0,-2-1-36 16,0 0 8-16,-3 0-18 15,1 2 16-15,-5 0 2 0,-1 0 1 0,0 0-34 16,1 0 30-16,-3 0-1 0,1 0-20 0,0 0-5 16,-1 0 19-16,1 0 3 0,2 0-41 0,-3 0 38 15,3 0-2-15,0 0-30 0,3 0 0 0,-1 0 27 16,0 0-4-16,0 0 5 0,-2 0-2 0,5 0-2 15,-2 0 1-15,1 0-3 0,-2 0 2 0,2 0 1 16,-6 0 0-16,3 0 10 16,-2 0-11-16,1 0 2 0,0 0-20 0,-2 0 19 15,-1 2 1-15,1 0 1 0,-2 0-42 0,1-1 37 16,1 1 2-16,2 1-36 0,-3-2 34 0,2 1-4 16,1-1 2-16,2 2-26 0,-2-3 0 0,0 0 19 15,0 0 4-15,3 0-11 0,-7 0 9 0,3 0-5 16,1 0 11-16,-3 0-7 0,1 0-1 0,0 0 0 15,-3 0 13-15,2 0-12 0,-1 0 0 0,-1 0 25 16,1 0-24-16,-3 0 2 16,4 3-1-16,1-3 30 0,-3 1-29 0,3-1 3 15,0 2 15-15,-1-2-14 0,1 0-2 0,2 0 3 16,-3 1 39-16,1-1-37 0,-2 0-1 0,-1 2-10 16,1-2 10-16,-3 2 2 0,2 0-1 0,-2 0-17 15,0 0 18-15,1-1-2 0,-2 1 0 0,2 0-28 16,-3 0 26-16,2-1-1 0,0 2-6 0,0-1 4 15,0 1 2-15,2-1-6 0,-4 0-10 0,3-1 12 16,-2 2 3-16,1-1-5 16,0 0 4-16,-2 0-2 0,-2 0 2 0,2 0-1 15,-3 0 1-15,2-1-1 0,-1 1 0 0,-1-2-5 16,-1 2 5-16,2 0 0 0,-3 0 1 0,5 0-6 16,-3-2 4-16,0 1 1 0,3-1-2 0,-3 0 1 15,-1 3 1-15,6-3-4 0,-3 0 4 0,0 0-2 16,0 1 1-16,-1-1 182 0,3 0-182 0,-4 2 0 15,2-2 0-15,-4 1 0 0,2-1 0 0,-1 0 0 16,0 3 0-16,0-3 0 16,0 2 0-16,-1 0 0 0,1-2 0 0,0 0 0 15,-1 1 0-15,0-1 0 0,1 2 0 0,-1-2 0 16,-2 3 0-16,2-3 0 0,0 0 0 0,-2 0 0 16,-2 0 0-16,1 0 0 0,-3 0 0 0,4 0 0 15,-5 0 0-15,0 0 0 0,-1 0 0 0,1 0 0 16,-2 0 0-16,0 0-174 0,0 0 128 0,0 0 17 15,0 0 14-15,0 0 5 0,0 1 1 16,2-1-22-16,0 0 11 0,-2 2 6 16,2-2-12-16,-1 0 27 0,0 2-16 0,-1-2-11 15,3 0 48-15,-3 0 0 0,0 0-31 0,0 0-4 16,0 0 34-16,0 0-2 0,0 0-20 0,0 0 12 16,0 0-12-16,0 0-4 0,0 0 8 0,0 0 4 15,0 0-5-15,0 0-4 0,0 0 8 0,0 0-95 16,0 0 40-16,0 0 20 0,0 0-332 0,0 0 168 15,0 0 69-15,0 0 46 0,0 0-686 0</inkml:trace>
  <inkml:trace contextRef="#ctx0" brushRef="#br0" timeOffset="88837.65">23831 17311 115 0,'0'0'0'0,"0"0"0"0,0 0 0 0,0 0 0 0,-2 0 0 0,1 0 0 0,-3 0 200 0,1 0-83 16,0 0-43-16,1 0 38 0,2 0-43 0,0 0-1 15,-2 0-35-15,2 0 106 0,0 0-53 0,0 0-18 16,0 0-8-16,0 0 59 16,0 0-43-16,0 0-22 0,0 0 28 0,0 0-17 15,0 0-8-15,0 0-24 0,0 0 30 0,0 0 0 16,0 0-30-16,0 0 44 0,0 0-44 0,0 0 0 16,0 0 0-16,0 1 30 0,2 4 0 0,0-2-22 15,-1 1-8-15,4-1 23 0,-3 2 0 0,0-4-23 16,-1 1 6-16,1 3 2 0,0-4-8 0,0 1-1 15,0 0 13-15,0 0-12 0,-1-1 0 0,3 3 31 16,-2-2-31-16,0-1 0 0,-1 4-1 16,4-4-7-16,-3 1 8 0,2 0 8 0,-1 2-8 15,-1-3-24-15,2 3 24 0,-1-2-1 16,1 1 1-16,-2-1-15 0,1-1-9 0,0-1 19 16,-1 3-18-16,0-3 13 0,0 0 5 0,-2 0-3 15,0 0 4-15,1 0-6 0,-1 0 3 0,0 0 29 16,0 0-29-16,0 0 6 0,0 0-6 0,2 0-11 15,0 0 12-15,0 0 2 0,2 0-32 0,1 2 6 16,-1-2 23-16,-1 1 0 0,4 1-4 0,-2 0 1 16,1-1 2-16,-1 1-49 15,0 1 19-15,2-2-8 0,-2 1 32 0,-1 0-32 16,0-2 0-16,1 2 22 0,-1-2 3 0,-1 0 1 16,-1 0-3-16,3 0-2 0,-2 3 37 0,-1-3-31 15,2 0-3-15,0 0-1 0,-1 0 14 0,1 0-12 16,1 0 1-16,2 0-2 0,0 0 3 0,-2 0 3 15,5 0-3-15,-2 2-20 0,1-2 20 0,2 2 3 16,1-2-5-16,-1 0-23 0,1 3-3 0,0-3 25 16,-1 0-19-16,3 0 16 15,-1 0-3-15,-1 0 3 0,0 0 26 0,-1 0-26 16,1 0 0-16,3 0 18 0,-5 0-18 0,2 0 1 16,-2 0 0-16,5 0 23 0,-4-3-17 0,2 1-5 15,0 0 8-15,2 2-8 0,0-3 159 0,2 1-169 16,0 0 0-16,1-1 0 0,1-2 0 0,2 4 0 15,-1-3 0-15,1 3 0 16,2-4 0-16,-1 4 0 0,1-1 0 0,-2-1 0 0,2 1 0 16,-3 1 0-16,1-2 0 0,0 3 0 15,-3 0 0-15,2-1 0 0,0 1-164 0,-2 0 328 16,1 0-331-16,2-2 167 0,-3 2-2 0,3-2 2 16,-1 0 169-16,1 0-169 0,-1 2 0 0,0-1 0 15,1-1 0-15,0-1 0 0,-3 3 0 0,3-1 0 16,0-1 0-16,-1 1 0 0,1 1 0 0,-2 0 0 15,1 0 0-15,0 0 0 0,0 0 0 0,0 0 0 16,1 0 0-16,0 0 0 0,-1 0 0 16,3 1 0-16,-2 2 0 0,-1 2 0 15,3-2 0-15,-2 1 0 0,0-2 0 0,2-1 0 16,2 2 0-16,1-2 0 0,-1-1 0 0,-2 2 0 16,-2-2 0-16,4 0 0 0,-2 0 0 0,-3 0 0 15,0 0 0-15,2 0 0 0,-2 0 0 0,-1 0 0 16,0 0 0-16,-2 0 0 0,5 0 0 0,-3 0 0 15,0 0 0-15,0 0 0 0,1 0 0 0,3 0 0 16,-2 0 0-16,3 0 0 0,-6 0 0 0,7 0 0 16,-2 0 0-16,-1 0 0 15,6 0 0-15,-3 0 0 0,-1 0 0 0,-1 0 0 16,7 0 0-16,-6-2 0 0,2 2 0 0,-1 0 0 16,1 0 0-16,-1 0 0 0,3 0 0 0,-2 0 0 15,2 0 0-15,0 0 0 0,-1 0 0 0,-2 0 0 16,6 0 0-16,-3 0 0 0,1 0 0 0,1 0 0 15,-2 0 0-15,-3 0 0 0,4 0 0 0,-1 0 0 16,2-1 0-16,0 1 0 0,0 0 0 0,-3 0 0 16,4 0 0-16,-2 0 0 0,-2 0 0 15,2 0 0-15,-1 0 0 0,-3 0 0 16,5 0 0-16,-2 0 0 0,-2 0 0 0,2 0 0 16,0 0 0-16,-1 0 0 0,3 0 0 0,-1 1 0 15,0-1 0-15,-1 2 0 0,2 1 0 0,2-1 0 16,0-2 0-16,1 1 0 0,0 2 0 0,1-1 0 15,-2-1 0-15,1 1 0 0,1 0 0 0,-3-2 0 16,5 1 0-16,-4-1 0 0,5 2 0 0,-4-2 0 16,5 0 0-16,-3 0 0 15,1 0 0-15,1 0 0 0,0 0 0 0,-1 0 0 16,4 0 0-16,-1-2 0 0,-2 2 0 0,0-1 0 16,-1 1 0-16,-1 0 0 0,3 0 0 0,-2 0 0 15,0 0 0-15,0 0 0 0,1 0 0 0,0 0 0 16,0 0 0-16,4 0 0 0,1 1 0 0,0-1 0 15,0 0 0-15,-2 0 0 0,10 0 0 0,-6 0 0 16,0 0 0-16,-1 0 0 0,1 0 0 16,-6 0 0-16,9 0 0 0,-3 0 0 15,-1 0 0-15,-1 0 0 0,1 0 0 0,-4 0 0 16,10 0 0-16,-6 0 0 0,1 0 0 0,-3 0 0 16,1 0 0-16,-3 0 0 0,4 0 0 0,-1 0 0 15,0 0 0-15,-2 0 0 0,-3 0 0 0,-1 0 0 16,3 0 0-16,-3 0 0 0,-1-1 0 0,-1-1 0 15,-2 0 0-15,-5 2 0 0,-3-1 0 0,1 1 0 16,-5 0 0-16,-3 0 0 16,-3 0 0-16,-1 0 0 0,-4 0 0 0,-2 0 0 15,-2 0 0-15,-2 0 0 0,3 0 0 0,-5 0 0 16,1 0 0-16,-2 0 0 16,0 0 0-16,0 0 0 0,0 0 0 0,0 0 0 0,0 0 0 0,0 0 0 15,0 0 0-15,0 0 0 0,0 0 0 0,0 0 0 16,0 0 0-16,0-2 0 0,0-1 0 0,0 2-342 15,0-4 149-15,0 2 89 0,-3-1-877 0,-5 0 475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06T00:08:52.69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05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0-03-06T00:12:41.054"/>
    </inkml:context>
  </inkml:definitions>
  <inkml:trace contextRef="#ctx0" brushRef="#br0">9335 1256 437 0,'0'0'0'0,"0"0"0"0,0-1 0 0,0-2 0 0,0 2 0 0,0 1 0 0,0-2 0 0,0 2 103 16,0-2-35-16,0 2 8 0,0 0 41 0,0 0-42 15,0 0-21-15,0 0 18 0,0 0 0 0,0 0-31 16,0 0-8-16,0 0 29 0,0 0 1 0,0 0-31 16,0 0 1-16,0 0 31 0,0 0-8 0,0-2-23 15,0 2 0-15,0 0 56 0,0 0-28 0,0 0 8 16,0 0 4-16,0 0 0 0,0 0-40 0,0 0 15 16,0 0-15-16,0 0 8 15,0 0-8-15,0 0 12 0,0 0-12 0,0 0 0 16,0 0-1-16,0 0 3 0,0 4-3 0,0-2 1 15,0-1 0-15,0 2-1 0,0-2 1 0,0 1 8 16,0 2-12-16,0-3 4 0,0 4 0 0,0-3-33 16,0 1 39-16,0-2-7 0,0 3-1 0,0 1-42 15,0-2 40-15,0 3 0 0,0-1 3 0,0 1-14 16,0 0 8-16,0 0 1 0,0 1-6 0,0 1-14 16,0-1 21-16,0 1-4 0,0 0-15 0,0 3 15 15,2-1-3-15,-2 0-7 16,2 1 14-16,0 2-6 0,-1-1 1 0,1 1-12 15,0 2 11-15,1-1 0 0,-3 0 4 0,3-1-26 16,-3 4-1-16,0 0 22 0,0 4-2 0,0-3 23 16,0 3 3-16,0 2-25 0,0-1 18 0,0-1-12 15,0 1-5-15,0-1-12 0,0 2 19 0,0-3-7 16,2 2 3-16,0-2-31 0,0 4 28 0,0 1 0 16,0-5 5-16,-1 6-49 15,1 0 20-15,-2 1-1 0,0-1 20 0,0 1-28 16,0-6 21-16,0 5 5 0,0 0-44 0,0 0-1 15,0 0 33-15,0 1 29 0,0-6-1 0,0 6-24 16,2-3-3-16,-2-2 22 0,2 0-19 0,-2 2 1 16,2-3 1-16,-2 2 28 0,0 1-26 0,0-2-1 15,0 3 5-15,0 0-8 0,0-3 9 0,0 5-1 16,0-8-10-16,0 6 7 0,0-2 3 0,0 0 13 16,0-1-14-16,-4 0-3 0,2-1 1 15,0 0-14-15,1-1 14 0,1 0 0 16,-2 1 3-16,2 0-24 0,-2 0 20 0,0 0 1 15,0-2 0-15,2 5-25 0,-2-3 2 0,2 0 18 16,-3-2 2-16,0 3-25 0,3-4 24 0,-2 0-8 16,2 0-20-16,0-2 19 0,0-1 5 0,0-3-20 15,0-3 18-15,0 0-2 16,0 2 2-16,0-4-29 0,0 0-1 0,0-1 25 0,0 0 2 0,0-1-40 16,2 1 37-16,-2-3-3 0,3 3-19 0,0-2 19 15,-3 1 1-15,0-3-31 16,0 3 30-16,0-2-5 0,0-1 3 0,0-2-57 15,0 2 26-15,0-2-7 0,0 0 33 0,0 0-95 16,0 0 43-16,0 0 17 0,0 0 0 0,0 0-86 16,0 0 56-16,0-6-297 0,0 0 173 0,0-1 85 15,-3-1 43-15,0 3-210 0,3-1 131 0,0 2 61 16,0 3 30-16,0-4-434 16,0 4 232-16</inkml:trace>
  <inkml:trace contextRef="#ctx0" brushRef="#br0" timeOffset="854.44">9356 2993 854 0,'-2'0'0'0,"-3"2"0"0,0-2 0 0,2 3 0 0,-1-3 0 0,2 0 0 0,0 0 0 0,0 0 192 0,2 0-80 0,-1 0-31 16,1 0-8-16,0 0 136 0,0 0-88 0,0 0-44 15,1 0-22-15,3 0 130 0,2 0-80 0,-1 0-37 16,5 0 80-16,-3 0-58 0,2 0-28 0,0 0 74 16,0 0-55-16,-2-3-25 0,2 1 1 0,-1 0 14 15,0 1 0-15,1-1-30 0,1-1-9 0,-3 1 61 16,4 1-30-16,1-1 0 0,-1 0-30 0,-2 1 31 16,6-3-8-16,-2 2-23 15,3 1-12-15,-2-2 5 0,4 2 7 0,-2-2-24 16,3 2-8-16,-1-2 32 0,3 3-1 0,0-2-36 15,-1 1 45-15,3 0-8 0,-2-2-14 0,2 1 10 16,-1 1-12-16,1 0 10 0,-1-3-8 0,5 3-10 16,-7-1 10-16,6 0 5 0,-1 0-34 0,-1 0 32 15,-4 0 5-15,9 0-51 0,-5-1 21 16,3 3 0-16,-4 0 19 0,-2-2-40 0,2 0 19 0,0-1-2 16,2 2 11-16,-2-1-21 0,-2 0 17 15,6 2 8-15,-5-2-12 0,0 1-12 16,3-2 14-16,-2 0 5 0,1-1-10 0,3 1 28 15,-9 1-21-15,5-2 2 0,1 0 1 0,-4 2-1 16,3-1 2-16,0-4-20 0,-2 4 20 0,-1-1-2 16,-1 0 1-16,1 0-29 0,-1 1 27 0,0 2 1 15,-2-4-3-15,2 2-27 0,-4 1-4 0,2-1 30 16,-1 2-41-16,2 0 0 0,-4-2 29 0,5 1-25 16,-1 1 27-16,-2-2 2 15,3 1-7-15,-2 1-37 0,2 0 13 0,0-2 5 16,-3 0 15-16,3 1 13 0,-2-1-12 0,2 0 1 15,-4 2-9-15,2-2 32 0,-3 0-3 0,0 3-20 16,1-3 47-16,-3 1-22 0,-2 1 1 0,6 1 9 16,-3 0 4-16,-1 0-30 0,2 0 9 0,1 0-4 15,0-2 2-15,-2 2 7 0,3 0-8 0,-2 0-18 16,2-3 19-16,-2 3 0 0,2-1-4 0,-2 1 6 16,2-2-3-16,-2 2-1 0,2 0 17 0,-2-2-17 15,2 2-3-15,-2-1 19 16,2 1-15-16,-3 0 2 0,-1 0-2 0,2-2 0 15,1 2 1-15,-2 0 2 0,0-2-2 0,3 0 9 16,-4 2-8-16,4-2 0 0,-3 0 0 0,2 0 1 16,-2-1-1-16,0 2-1 0,-1 0 6 0,-2-1-6 15,0-1 1-15,1 2-5 0,-3 1 5 0,-1-1 0 16,-2 1 0-16,2 0-16 0,-2-3 16 0,-1 3 0 16,0 0-1-16,-3 0 2 15,1 0-1-15,0 0-3 0,0 0 2 0,0 0 13 16,-1 0-12-16,1 0-1 0,1 0 7 0,-1 0-7 15,-2 0 0-15,0 0-27 0,0 0 27 0,0 0 1 16,0 0-1-16,0 0-200 0,0 0 96 0,0 0 41 16,0 0 26-16,-5 0-465 0,0 0 237 0,1 0 109 15,1 0 67-15,1 0-507 0</inkml:trace>
  <inkml:trace contextRef="#ctx0" brushRef="#br0" timeOffset="1094.83">11516 2535 977 0,'-4'4'0'0,"-3"-2"0"0,2 3 0 0,5 0 0 0,0 0 0 0,0-2 118 0,0 1-43 0,2 0-21 0,12 2 400 15,5-1-214-15,3 1-104 0,3 3-52 0,3-1 176 16,0 1-113-16,4 1-49 0,-2 1-37 0,-2 0 11 16,-1 2 0-16,-4 0-107 0,-3 0 34 15,-1 2 9-15,-3 3 25 0,-4-2-30 16,-3 5 1-16,-7-1 28 0,-2 5 1 0,0-4 2 15,-7 6-3-15,-11-4 1 0,-3 3 0 0,-4-3-36 16,-3 2 0-16,-2 0 10 0,-8 0 12 0,0 0-311 16,-1-3 148-16,-4-1 68 0,-5 0-758 0,-3 3 393 15</inkml:trace>
  <inkml:trace contextRef="#ctx0" brushRef="#br0" timeOffset="1686.92">9270 1126 629 0,'1'-2'0'0,"-1"-3"0"0,0 1 0 0,0 2 0 0,0 1 0 0,0-1 0 0,0 2 0 0,0 0 0 0,0 0 67 16,0 0-8-16,0 0 81 0,0 5-53 0,0 6-27 16,0 3-1-16,0 3 79 0,0 4-58 0,-3 2-23 15,-3 3 0-15,1-1 8 0,-3 6 1 0,-2-2 2 16,1 1-7-16,-3-1-28 0,2 1 0 16,0-1-38-16,-1-4 0 0,1-3 46 15,0 5-8-15,1-6-118 0,0-1 59 0,2-1 29 16,3-7 1-16,1-5-245 0,1-2 123 0,2-2 41 15,0-3 39-15,0 0-330 0,2-10 154 0</inkml:trace>
  <inkml:trace contextRef="#ctx0" brushRef="#br0" timeOffset="1846.63">9247 1206 854 0,'2'-3'0'0,"-1"1"0"0,1 2 0 0,3 0 0 0,0 0 0 0,-1 5 0 0,5 3 210 0,3 5-81 0,2 2-52 0,6 1 324 15,1 0-185-15,4 4-91 0,1 3-46 0,3-2 135 16,1 3-95-16,0 0-43 0,5 2-22 0,-1-3-301 16,2 1 140-16,-6-3 78 0,5 7-660 0,-10-4 361 15</inkml:trace>
  <inkml:trace contextRef="#ctx0" brushRef="#br0" timeOffset="2513.55">8784 3020 617 0,'-7'0'0'0,"-2"0"0"0,1 0 0 0,1 4 0 0,0 4 0 0,-1 6 167 0,0 1-59 0,3 4-42 16,-1 1 1-16,4 3 143 0,0-1-89 0,2 2-44 16,0-3-13-16,2 0 43 0,7 0-37 0,3-2-1 15,3-3 60-15,3-1-40 0,-1-1-32 0,2-3 28 16,2-5-26-16,-1 0-1 16,0-6-25-16,-1 0-49 0,-1 0 21 0,-2-3-1 15,-2-4 29-15,0-8-99 0,-5-2 50 0,-2-4 32 16,-1-3-8-16,-4 3-125 0,-2-5 55 0,0 7 39 15,-4-3-4-15,-7 2-11 0,-5 2-1 0,2 1 65 16,-5 4-14-16,0 3-21 0,-3 3-17 0,1 3 124 16,1 2-50-16,-1 2-25 0,-1 0 7 0,3 4 0 15,1 5-18-15,7 3 15 0,-2-1-16 0,4 2-187 16,3 1 94-16,6 0 44 0,0 1 5 0,0 2-166 16,9 2 96-16,12-4-494 15</inkml:trace>
  <inkml:trace contextRef="#ctx0" brushRef="#br0" timeOffset="3118.65">12027 2585 968 0,'-3'0'0'0,"2"-3"0"0,-1 1 0 16,2 0 0-16,0 1 0 0,-2 1 0 0,2 0 217 0,0 0-93 0,-2 0-45 0,2 8 148 16,0 6-102-16,0 5-46 0,0 0 8 15,0 4-27-15,2 3 0 0,2-4-19 0,4 4-49 16,1-1 41-16,2-3 0 0,3-1-1 0,0 3-28 15,2-5 7-15,0-4 22 0,1-4-1 0,0-4-32 16,0-3 0-16,-1-4 32 0,4 0-113 0,-1-9 35 16,-3-10 32-16,2-3-161 0,-4-3 88 0,0-1 36 15,-3-2 14-15,-2 0-66 0,1-3 45 0,-3-3 13 16,-1 1-1-16,-1 4 4 16,-1 2-12-16,0-5 24 0,-2 11-16 0,0 3 148 15,-2 0-65-15,0 9-38 0,0-1 1 0,0 7 289 16,0 2-133-16,0 1 96 0,0 0-11 0,-4 4-90 15,0 15-51-15,2 4 154 0,2 3-111 0,0 5-55 16,0 2-27-16,0 0 74 0,0 5-43 0,0-3-34 16,3-2 0-16,6 2-98 0,-4-8 36 15,4 2 0-15,0-8-482 0,1 0 255 0,0-1 132 0,-1-6-788 16,-3-5 423-16</inkml:trace>
  <inkml:trace contextRef="#ctx0" brushRef="#br0" timeOffset="3837.69">8860 719 832 0,'0'-7'0'0,"-1"0"0"0,1 5 0 0,0-1 0 0,0 1 0 0,0 1 0 0,0 1 0 0,0 0 0 0,0 0 89 0,3 6-28 0,6 6 47 15,0 1-30-15,1 4-8 0,1 6-37 0,-3-4 56 16,2 7-27-16,-3-7-1 0,0 4-20 0,-1-4 27 15,-3 3 0-15,4-3-35 0,-4-3 0 0,1-1 35 16,-2-3-27-16,0-1-8 0,-1 0 38 0,1-4 1 16,0 1-40-16,-2-4 14 0,0-2-5 0,0-1-8 15,0 1-1-15,2-2 32 0,-2 0 0 0,2 0-31 16,5 0 8-16,7-12 101 16,2-7-55-16,3-3-27 0,2-8 0 0,6-7 15 15,-5 5-13-15,6-11-9 0,-2 4-20 0,1-3-45 16,-3 5 23-16,-4 5-124 0,-1 0 81 0,-1 6 28 15,-9 7 1-15,0 0-95 0,-5 8 63 0,1 1 9 16,-2 5 27-16,-1 3-316 0,-2 0 150 0,0 2 40 16,0 6 50-16,-7 15-472 0</inkml:trace>
  <inkml:trace contextRef="#ctx0" brushRef="#br0" timeOffset="5604.5">9882 1792 6 0,'0'0'0'0,"0"0"0"0,0 0 0 0,0 0 0 0,0 0 0 0,-2-2 161 16,2-1-63-16,-2 2-33 0,0-1 25 0,2 0-21 16,0-2-7-16,0 3 23 0,0-3-26 0,0 2 1 15,0 0-28-15,0 0 68 16,0 0-39-16,0 1 1 0,0-1-29 0,0 2 74 16,0 0-29-16,0 0-8 0,0 0-37 0,0 0 27 15,0 0 0-15,0 0-28 0,0 0 70 0,2 0-39 16,0 0 1-16,2 0-2 0,-1 0 1 0,1 0-30 15,2 0 8-15,0 2 22 0,-1-2 1 0,1 0-32 16,1 0 1-16,0 0 24 0,3 0 9 0,0 0-33 16,0 0-1-16,4 0-20 0,-1 0 21 0,2 0-1 15,0 0-6-15,4-2 7 16,-1-1 0-16,3 2-31 0,4-4 1 0,1 3 30 16,-1 0 8-16,7-3-36 0,0 2 0 0,0-1 15 15,1 0 6-15,1 2-29 0,2 1 33 0,-3-2-13 16,1 2 5-16,2-1 16 0,-5 2-15 0,3-2-2 15,1 2-8-15,-1 0 9 0,1 0 0 0,-1 0 5 16,0 0-5-16,-3 0 2 0,3 0 4 0,-2 0-31 16,2 0 25-16,-2 0-1 0,0 0 1 0,-1 0-31 15,1 0 5-15,0-2 19 16,1 0 3-16,-1 1-44 0,0-6 1 0,0 5 34 16,-4-1-52-16,2 0 22 0,-6 0 0 0,-1 2-5 15,-2-1 0-15,-3 2 22 0,-5-2 6 0,-2 2-36 16,0 0 31-16,-2 0-9 0,-6 0 7 0,-1 0-37 15,0 0-2-15,0 0 29 0,-2 0 5 0,0 0-92 16,0 0 43-16,0-2 16 0,0-4-259 16,-8-2 136-16,1 3 67 0,-3 0-178 15,-3-1 123-15,0 4 60 0,-6 2 23 0</inkml:trace>
  <inkml:trace contextRef="#ctx0" brushRef="#br0" timeOffset="6221.46">9863 2190 249 0,'-4'2'0'0,"-1"-1"0"0,-3-1 0 0,3 0 0 0,0 2 0 0,2-2 0 0,-1 0 63 0,2 0-30 0,0 0 73 15,2 0-37-15,0 0 9 0,0 0-45 0,0 0 59 16,0 0-29-16,2 0 0 0,6 0-30 0,2 0 60 15,-1 0-34-15,-2 0 0 0,7 0-26 0,-3-2 108 16,1 2-54-16,2-1 111 0,1-1-87 0,2 0-39 16,1-2 0-16,-1 2 59 0,3 0-49 0,-2 2-16 15,3-2-9-15,-2 2 36 16,1 0-30-16,3 0 0 0,3 0-30 0,-3 0 31 16,9 0-9-16,-2 0-22 0,4 0 40 0,1 0-40 15,8 0 0-15,-7-1 7 0,11-3-10 0,-2 0 2 16,2-1 1-16,-1-2-31 0,2 2-1 0,-7 2 40 15,8-4-8-15,-4 6-41 0,0-3 18 0,0 2 1 16,1-2 7-16,-5 3-20 0,8-1-14 0,-5-2 39 16,4 0-32-16,-2-1 28 0,-2 0-6 15,8 0-19-15,-3 2-4 0,-2-3 25 16,-2 2-7-16,0 0-23 0,-7 3 1 0,1-2 25 16,-1 1-4-16,-5 1-21 0,-4 1-1 0,-7 0 21 15,-2 0-2-15,-2 0-25 0,-4 0 22 0,-4 0 3 16,0 0-6-16,-5 1-3 0,-3 1 3 0,0 1-29 15,-1-3-3-15,1 1 33 0,-2-1-2 0,0 0-140 16,0 0 60-16,-9 0 32 0,-4 0 0 0,-2 0-457 16,-1 0 237-16,-2 0 119 0,-2 0 52 0</inkml:trace>
  <inkml:trace contextRef="#ctx0" brushRef="#br0" timeOffset="6814.75">10276 1251 408 0,'0'0'0'0,"0"-2"0"0,0-2 0 0,0 1 0 0,0 3 0 0,0 0 0 0,0 0 0 0,0 0 65 0,0 0-8 0,0 0 56 15,0 0-41-15,0 0 1 0,1 0-40 0,0 3 60 16,1 7-34-16,0-2-1 0,2 3-25 0,-1 3 69 16,-1 1-35-16,2 2 8 0,-2 1-42 0,-1 6 51 15,1 0-26-15,1 0 0 16,-1 3-25-16,0-2 31 0,-1 5-8 0,-1-1-24 16,2 2 0-16,0 0 1 0,0 0 0 0,0 6 12 15,0-4-12-15,-1 5 0 0,1-1-1 0,0 2-7 16,0-2 7-16,0 3 9 0,-1 2-8 0,1-2-28 15,1-1 27-15,-1 2 1 0,0 0-37 0,0-3 39 16,-2 10-9-16,1-7-41 0,-1 0 19 0,2 1 0 16,-2-2 18-16,2-2-48 0,-2 1 18 15,2-1-1-15,0-4 21 0,-1-2-23 0,1 0-8 16,0-7 35-16,0-1-18 0,0-4-35 16,1-3 14-16,-1-5 1 0,3-2 9 0,-3-2-49 15,-1-5 24-15,1 0-113 0,-2-3 65 0,2 0 35 16,-2 0 10-16,0 0-166 0,0 0 87 0,0-6 44 15,0-5 22-15,0 0-177 0,0-3 100 0,0-2 40 16</inkml:trace>
  <inkml:trace contextRef="#ctx0" brushRef="#br0" timeOffset="7397.83">10710 1288 607 0,'-3'0'0'0,"-1"-7"0"0,1 0 0 0,3 3 0 0,0-3 0 0,0 0 0 0,0 2 0 0,0-1 0 16,0-2 59-16,0 4 0 0,0-1 57 0,0 4-42 0,0-2-20 16,0 1 8-16,3 1-6 15,-1 1 0-15,0 0-24 0,0 0 1 0,-1 0 14 16,1 6-6-16,-2 1-8 0,2 1 0 0,-2 1 20 16,2 0 0-16,-2 1-20 0,0-2-3 0,2 2 3 15,-2-1 0-15,1 3-27 0,1-1 1 0,-2 0 26 16,2 0 8-16,0 4-35 0,0-1 0 0,0-1 22 15,-1 4 2-15,1-1-41 0,3 4 7 0,-3-2 19 16,-1 3 9-16,3-1-31 0,0 3 0 0,-2 2 20 16,-1-5-1-16,3 8 2 0,0-3 3 15,-3 0-7-15,1 4 5 0,1 2-2 16,-1-2 6-16,0 4 21 0,0 1 0 0,-1-1-24 16,-1 3 0-16,0 0 24 0,0 0 5 0,0 8-22 15,0-4-4-15,0 0 39 0,0 0-36 0,2-6 5 16,0 6 2-16,2-3-3 0,-1 1-1 0,1-2 4 15,0 1-4-15,0-2 2 0,-2 1 4 0,2-4-32 16,-3 0 25-16,3-4 0 0,-2 0 0 0,1-9-45 16,1 3 18-16,-2-1-4 0,0-1 27 15,0-6-83-15,-1-2 38 0,1-1 17 0,1-4-198 16,-3 0 95-16,0-3 54 0,0 0-115 16,0-2 78-16,0 2 13 0,-3-1 32 0,-2-3-331 15,1 1 173-15</inkml:trace>
  <inkml:trace contextRef="#ctx0" brushRef="#br0" timeOffset="11416.57">10462 2475 75 0,'0'0'0'0,"0"0"0"0,0 0 0 0,0 0 0 0,0-2 0 0,0 0 0 0,0-2 13 16,0 0-3-16,0 1 86 0,0 2-35 0,-1-4-1 15,1 4-34-15,0-1 76 0,0 0-39 0,0-1 1 16,0 3-32-16,0 0 49 0,0 0-24 0,0 0 8 15,0 0-32-15,0 0 34 0,0 0 0 0,0 0-34 16,-2 0 32-16,0 0-24 16,-1 0-8-16,0 0 36 0,1 7 0 0,-4-1-37 15,3-2 1-15,-5 6 34 0,0 1-34 0,1 1 0 16,-2-1 0-16,0 2-36 0,-3 2 1 0,3-1 43 16,0-1-8-16,-1 0-60 0,0-3 29 15,1 3-9-15,2-6-9 0,-1 0 21 0,2 1-6 0,1-2 5 16,1-1 14-16,1-1-16 0,-1 0 13 15,-1-3 24-15,2 1-3 0,1 1-27 0,0-2 4 0,2-1 49 16,-2 0-18-16,2 0 2 16,0 0-27-16,0 0 38 0,0 0 1 0,0 0-25 15,0 0-1-15,0 0-26 0,0 0 0 0,2 0-20 16,5 0 41-16,3 0 0 0,0 0 6 0,2 0 18 16,4 0 1-16,-3 0-28 0,4 0 2 0,-1 0-31 15,0 0 7-15,3 0 16 0,-3 0 5 0,2 0-56 16,-2 3 26-16,1 1-3 0,-2 0-32 0,0-1 24 15,-2 4 0-15,-1-4-32 0,-3 1 29 0,-2 0-8 16,1-2 33-16,-5-1-40 16,2 1 34-16,-3 1-13 0,0-3 10 0,-1 0 14 15,-1 0-18-15,0 0-3 0,0 0 4 0,0 0 104 16,0 0-50-16,0 0-21 0,0-5 57 0,-1-2-33 16,-6-4 0-16,4-1-59 0,-1 0 0 0,0-1 31 15,1-1-1-15,-1 0-25 0,0-2 0 16,-1 1 29-16,0-1-6 0,0 0-59 0,-1 3 30 0,-1-2-11 15,0 4 32-15,-1-1-45 0,0 1 0 0,3 5 13 16,-2-1-5-16,1 1 39 0,0 3-14 0,2-2 27 16,0 4-28-16,1-1 0 15,1 0 0-15,0 0 13 0,0 1-11 16,2-2 0-16,0 1 1 0,-2 2-20 0,2-1 21 0,0 1-2 16,0-1 3-16,0-2-77 0,0 3 34 0,0 0-1 15,0-2 29-15,0 2-295 0,0 0 129 0,8 0-338 16,3 0 242-16,1 0 121 0</inkml:trace>
  <inkml:trace contextRef="#ctx0" brushRef="#br0" timeOffset="12457.59">10746 2438 328 0,'0'0'0'0,"0"0"0"0,-2 0 0 0,0 0 0 0,-1 0-164 0,1 0 82 0,-3 0 41 0,3 0 41 0,-1 0 53 16,-1 0 7-16,2 0-5 0,0 0-39 0,1-3 50 16,-3 1-21-16,2 1 8 0,2 0 6 0,-2-2-33 15,1 1-1-15,-1 2 35 0,2-1-1 0,-2-1-30 16,0-1 7-16,2 3 47 15,-3 0-25-15,3-1 0 0,0 1-25 0,0 0 65 0,0 0-24 0,-2 0 13 16,2 0-28-16,-1 0 1 16,1 0-27-16,-2 6 21 0,2 2-13 0,0 2-9 15,0 3 1-15,0-2 35 0,0 3-1 0,0-1-34 16,0 0 8-16,0 0 3 0,0 0-11 0,2 0 0 16,4 0-8-16,1-1 8 0,-1-3 8 0,3 1-39 15,1-1-1-15,-1-2 32 0,2-3 0 0,3 2-45 16,-2-4 30-16,2-2-14 0,1 0 24 0,-1 0-37 15,4 0 0-15,-3-2 22 16,1-8 15-16,0-3-79 0,-1 0 33 0,-3-1 9 16,2-3-1-16,-3-1-94 0,-1-1 54 0,-1 1 17 15,-2 1-45-15,1 0 30 0,-2 2-1 0,-2 1 66 16,-1 2-41-16,-1 0 7 0,0 3-9 0,-2 2 52 16,0 1-22-16,0 2-4 0,0 1-23 0,0 3 144 15,0-2-56-15,0 2-35 0,0 0 0 0,0 0 99 16,0 0-42-16,0 0-30 0,0 0-11 0,0 0 0 15,0 0-3-15,0 0 27 0,0 0-36 0,0 2-3 16,0 3 6-16,0 0 17 16,0 3 0-16,0 0-13 0,0 0-8 0,0 0 50 15,0 4-25-15,0-3 0 0,2 4-26 0,0-1 43 16,-1 0-9-16,1 4-6 0,0-3 1 0,0 2-29 16,0-2 1-16,1 2-18 0,2-2 18 0,0 1-1 15,1-1 1-15,-1 0-57 0,4-2 28 0,-2-1 9 16,2-2 20-16,0 2-54 0,1-1 17 15,-1-3 0-15,0 3 9 0,0-7-274 16,3 4 120-16,1-2-522 0,1-2 319 0,0-1 160 16,5 5 79-16</inkml:trace>
  <inkml:trace contextRef="#ctx0" brushRef="#br0" timeOffset="13517.45">11645 1612 399 0,'2'0'0'0,"0"-5"0"0,-2 4 0 0,0-2 0 0,0 2 58 16,0-1 0-16,0-2-25 0,0 0-1 0,0 3 152 16,0-3-68-16,0 2-46 0,0-2 1 0,0 3 95 15,0-1-66-15,-2 0-34 0,2 2 9 0,-2 0 40 16,1 0-42-16,-1 0 14 0,0 0-27 0,-2 0 0 15,2 0-19-15,-1 2 2 0,-4 3-10 0,4 0 0 16,-3 5-1-16,-1 1 38 16,0-1 7-16,-3 4-44 0,-1 1 0 0,-2 0 21 15,-3 5-1-15,2 0-20 0,0 1 8 0,-4 4-34 16,-1-3 0-16,0-1-17 0,2 2 21 0,2-3 9 16,0 0 12-16,2-3-26 0,2-1 0 0,0-1 17 15,2-6 5-15,2 0 7 0,2-4-11 0,1 1-14 16,0-2 12-16,3-1 24 0,-1-3 0 0,0 3-21 15,2-3 29-15,0 0 0 0,0 0-29 16,0 0 10-16,0 0-29 0,0 0 34 16,0 0-6-16,0 2-43 0,2-1 0 0,9-1 36 15,1 3 0-15,4-3 32 0,3 0-12 0,-1 0-21 16,5 0-8-16,-2 0-6 0,-1 1 14 0,3-1 1 16,0 2-8-16,-3 0-45 0,1 0 22 0,0 0-42 15,-3 0 30-15,-1-1 4 0,1 3 27 16,-2-2-54-16,-3 0 23 0,0 0-1 0,-3-2 13 15,-1 0-16-15,-3 0 8 0,-2 1 13 0,-1-1-17 0,-1 0 25 16,0 0-17-16,0 0 3 16,-2 0-2-16,0 0 105 0,0 0-46 0,0-3 63 15,0-5-47-15,0-1-25 0,-2-3 14 0,-2-1-62 16,-1 2 8-16,-3-3 19 0,2-2 13 0,-1 1-89 16,-2-1 36-16,-1-1 0 0,1-2 41 0,0-1-71 15,0-1 27-15,0 2 3 0,2-1 1 0,-2 6-73 16,1-2 26-16,0 2 29 0,3 1-11 15,-1 3 28-15,1 1-8 0,-2 2 52 16,4 0-5-16,1 1-36 0,-2 4-3 0,4-3 38 16,0 4 5-16,-1 0-36 0,1 1 12 0,0-3-44 15,0 1 11-15,0 2 23 0,3-1 18 0,4 1-292 16,2-2 124-16,-2 2 68 0,2 0-330 0,-2 0 186 16,5 0 105-16,-3 5-373 0,0 2 235 0,0 4 117 15</inkml:trace>
  <inkml:trace contextRef="#ctx0" brushRef="#br0" timeOffset="13951.34">11875 1642 1061 0,'0'0'0'0,"-2"0"0"0,2 0 0 0,-3 0 0 0,2 0 0 0,-1 0 0 0,2 0 0 0,-2 0 177 0,2 0-73 0,0 0 226 16,0 0-149-16,4 6-74 0,2 1-29 0,3 1 154 15,0 5-100-15,0-1-49 0,0 3-25 0,0 2 66 16,-2 4-37-16,1 3-31 16,-2 1 0-16,-1 0 22 0,-1 1-23 0,1 0 1 15,-1-4-15-15,1 2-8 0,0-1 0 0,2-2 11 16,0-2-11-16,1-3 0 0,0 1 8 0,1-6-17 16,-2 1 9-16,1-4-1 0,2-3 1 0,-3-2-28 15,2-3 7-15,3 0 21 0,-1-3 0 0,2-14-47 16,0-4 21-16,2-5-64 15,-1-2 45-15,0-2 9 0,2-5 0 0,0-5-185 16,1 0 96-16,-4 9 35 0,3-5 28 0,-4 4-126 16,2 1 68-16,-3 9 16 0,-2 1 23 0,1 3 66 15,-4 7-32-15,-1-1 1 0,-1 6-19 0,-3 3 198 16,1 1-95-16,-2 0 58 0,0 2-74 0,0 0-13 16,0 0-24-16,0 0 105 0,2 0-53 0,-2 0-2 15,0 0-16-15,2 0 17 0,-2 2 0 0,2 0-36 16,-2 0 0-16,0-2-121 15,0 1 68-15,0-1 18 0,0 0 0 0,0 3-461 16,0 0 231-16,0 1-558 0,0 4 370 0,-6 3 198 16</inkml:trace>
  <inkml:trace contextRef="#ctx0" brushRef="#br0" timeOffset="18067.09">13456 1696 404 0,'6'0'0'0,"-5"0"0"0,-1 0 0 0,0 0 0 0,0 0 0 16,0 0 0-16,0 0 0 0,0 0 0 0,0-2 118 0,0 0-47 0,0 0 0 0,0 2-38 0,0 0 92 16,0 0-47-16,0 0-14 0,0 0-8 0,0 0 35 15,0 0-29-15,0 0 0 0,0 0-6 0,0 0-15 16,0 0-8-16,0 0 43 0,0 0-22 0,0 0 0 16,-3 4-21-16,-1 1 52 0,1 4-30 0,-3-2 0 15,-2 4-23-15,1 0 39 16,-3 3-38-16,-3 2 8 0,-2 4-8 0,-2 3-36 15,1 0-1-15,-4 1 37 0,2 2-59 0,-3 1 26 16,0-1-1-16,1-3 0 0,3 1 0 0,-2-3 12 16,6-5 20-16,-3 1-36 0,4-1 0 0,1-6 4 15,-1 2 15-15,3-3 32 0,2-1 4 0,1-2-41 16,0-2 57-16,2-1-22 0,0-1 0 0,3 0-18 16,1-2 24-16,0 0 2 0,0 0-27 0,0 0 28 15,0 0 0-15,0 0-15 16,0 0 1-16,0 0-58 0,0 0 24 0,0 0 2 15,0 1 24-15,1 1-30 0,5-2 7 0,4 3 12 16,1-3 4-16,2 0 36 0,2 0-1 0,1 0-39 16,4 0 19-16,1 0-14 0,-1 0 1 0,6 0-40 15,-1 0 0-15,-1 0 38 0,-3 0 12 0,8 1-41 16,-6 1 2-16,-2 2 27 0,4-2-4 0,-3 0-85 16,-1 2 36-16,-4-3 19 0,-1 3-3 0,-2-4-56 15,-7 2 28-15,2-1 14 0,-3-1-7 16,-4 3 28-16,0-3-10 0,0 0 139 15,-2 0-64-15,0 0-30 0,0-10 3 0,0-3 43 16,-4-3-28-16,-2-4 0 0,-1-3-15 0,1-3-67 16,1 2 24-16,-3-7 29 0,0 1 30 0,3-1-194 15,-2-1 80-15,-2 1 40 0,2 4-155 0,0 2 89 16,-2 3 29-16,-1 4-2 0,1 2 11 0,1 3 1 16,1 6-21-16,-3-1 59 0,3 5-19 0,1 0 1 15,3 1 0-15,-1 2-22 16,0 0-8-16,2 2 30 0,2 10 0 0,0-1-238 15,0 3 119-15,6-1 59 0,7 0-349 0,2-1 208 16,3 2 101-16</inkml:trace>
  <inkml:trace contextRef="#ctx0" brushRef="#br0" timeOffset="18469">13732 1810 782 0,'0'-2'0'0,"0"-4"0"0,0 3 0 0,0-1 0 0,0 1 0 0,0 3 0 0,0-2 0 0,-1-1 194 0,1 3-85 0,-2 0-38 16,0 5 0-16,0 10 228 0,0 1-133 0,2 3-59 16,0 6 131-16,0 2-102 0,0-2-52 0,0 1 39 15,0 0-46-15,6-3-13 0,3 0-9 0,2-3-64 16,2-3 20-16,2 0 1 0,0-6 21 0,2-1-89 16,2-2 40-16,-2-5 25 0,0-3-1 0,0 0-37 15,-2 0 30-15,2-5-141 16,-2-11 73-16,0-4 14 0,0-1 27 0,-5-1-89 15,2-3 50-15,-4 2 6 0,1-6 5 0,-3 0-24 16,0 1 25-16,-3-2-12 0,3 1 35 0,-4 4-3 16,-1-1 1-16,1 4-1 0,-2 6 0 0,0 5 34 15,0 2-1-15,0 2 196 0,0 5-106 0,-3-1-45 16,1 3-30-16,-4 0 191 0,3 12-99 0,1 2-26 16,0 6-34-16,0 0 96 0,2 7-55 0,0-4-28 15,0 2 0-15,0-4-90 16,2 7 27-16,2-8 1 0,1 3-205 0,2-2 115 15,3 0 61-15,-2-2-190 0,1-1 114 0,-2-2 28 16,5 0 39-16,-3-3-385 0,2-4 197 0,-1-3 89 16,1 1 57-16,2-7-246 0,-1 0 147 0,0 0 75 15</inkml:trace>
  <inkml:trace contextRef="#ctx0" brushRef="#br0" timeOffset="18950.62">14472 1673 780 0,'0'-8'0'0,"0"3"0"0,-1 1 0 0,-1 3 0 0,-2-1 0 0,-1 0 159 0,-2 2-62 0,0 0-33 0,0 0 263 15,-2 9-139-15,-2 4-82 0,-1 8-36 0,-2 0 89 16,-2 2-63-16,0 6-32 0,-2-1 9 0,-1 3-85 16,1-2 22-16,-2-1 0 0,1 1 23 0,1-5-68 15,4-3 42-15,0 0-23 16,0-5 18-16,5-1-1 0,0-4 32 0,3-3 0 15,2-1-37-15,2-5 23 0,0 1 1 0,2-2 27 16,0-1 1-16,0 0-39 0,0 0 20 0,2 0 27 16,10 0-24-16,2 0-8 0,4 0-1 0,2-4 77 15,1 0-21-15,2 3-9 0,3-3-62 0,-2 3 1 16,0-1 23-16,1 2-20 0,-2 0 8 0,3 0 13 16,-2 0-1-16,-3 0-76 0,2 3 32 15,-1 1-1-15,-3 1 34 0,0-1-59 16,-5-3 21-16,0 2 0 0,-3-3-19 0,-2 0 22 15,-1 0-9-15,-4 0 41 0,0 0-18 0,-3 0 2 16,1 0-5-16,-2-5 115 0,0-5-50 0,0-1-28 16,-3-4 7-16,-7-1-4 0,-1-2-15 0,0-3-8 15,-3 2 22-15,-2-5-90 0,0 0 40 0,0 1 1 16,-3 1 44-16,0 0-210 0,2 6 89 0,-2-3-50 16,2 4 58-16,2 2 36 0,2-1-1 0,2 3-18 15,1 4-8-15,3-1 7 16,1 1 15-16,1 4-55 0,3-1 37 0,0 2-9 15,2 0 45-15,0 0-132 0,0 2 67 0,0 0 32 16,4 4 0-16,7 5-299 0,2 1 170 0</inkml:trace>
  <inkml:trace contextRef="#ctx0" brushRef="#br0" timeOffset="19383.44">14797 1720 449 0,'0'0'0'0,"0"-3"0"0,0 1 0 0,0-1 0 0,0 1 289 16,-2 2-129-16,0 0-63 0,2 0 321 0,0 0-185 15,0 5-104-15,0 4 81 0,7 2-89 0,2 5-44 16,0-2-22-16,0 5 12 0,1-1-9 0,1 7-25 16,-4-1 0-16,0 1-51 0,-4 0 26 0,-1-3 8 15,2 4 17-15,-3-4-27 16,3 6 1-16,2-7 26 0,-3-1-22 0,4-1 30 15,-4-5-12-15,3-5 54 0,-3 1-33 0,3-2-1 16,-3-3-38-16,3-3 55 0,0-2-7 0,0 0-19 16,1 0-8-16,2-7 31 0,3-12-30 0,-1 0 8 15,3-10-8-15,0 0-81 0,1-4 41 0,0-2-1 16,3-6-19-16,-6 6 27 0,6-10-7 0,-4 5-121 16,-1 0 69-16,-1 7 36 15,-1-1 3-15,-4 7-29 0,1 0 22 0,-2 5-21 16,-1 6 39-16,-3 4 144 0,0 1-71 0,0 5-40 15,-1 3 1-15,-1 0 190 0,0 1-101 0,0 2-36 16,0 0 33-16,0 0-14 0,0 0-37 0,2 0-88 16,0 0 30-16,0 6 0 0,-2 1 39 0,2-2-179 15,-2-2 86-15,3 3 42 0,-3 0 22 0,0-2-556 16,0 1 266-16,0 1 97 0,0 1 80 0,0 2-552 16,-3 1 310-16</inkml:trace>
  <inkml:trace contextRef="#ctx0" brushRef="#br0" timeOffset="24644.39">17216 1012 328 0,'4'-10'0'0,"-1"2"-164"0,-1-2 82 0,0 0 41 0,0 3 41 0,-1 0 81 16,2-2-9-16,-3-2-21 0,2 4 1 0,0 1 16 15,-2-1 0-15,2 4-27 0,-2-2 23 0,1 2-1 16,-1-1-30-16,0 2 53 0,2 0-27 0,-2 0 8 15,0 2-34-15,0 0 46 0,0 0-24 0,0 0 1 16,0 0-23-16,2 0 13 0,-2 0-13 0,2 0 0 16,0 0-1-16,0 0 36 0,-1 4-1 0,1 5-26 15,0-2-8-15,2 0 37 0,-3 0-38 0,2 2 34 16,-3 1 0-16,0 2-25 16,0 0-9-16,0-1 31 0,0 3 0 0,0-3-31 15,0 1 1-15,0 3 28 0,0-3-29 0,2 3 1 16,-2 1 0-16,2-1-7 0,-2 1 6 0,0 2 9 15,0 0-6-15,0 1-3 0,0 2 1 0,0-1 12 16,0 6-12-16,0-5 8 0,0 6-8 0,0-3 11 16,0 0-12-16,0 3 1 0,-2-3 0 0,0-1 8 15,-1 5-8-15,3-2 0 16,-1-2-1-16,1 1-25 0,-2 1 25 0,0-1 9 16,2 4-9-16,-2-3 0 0,0 1 0 0,1 0-7 15,-1 1 6-15,0-2 6 0,0 4-6 0,0-2 17 16,0 0-16-16,1 1-1 0,-1-3 1 0,2-1 3 15,0 2-3-15,0-3-2 0,0 1 2 0,0-4-53 16,0 3 32-16,0-1-8 0,2-1-30 0,-1 1 23 16,1 0 1-16,0 1-14 0,0-4 5 0,2 3 24 15,-3 0 4-15,1-1-18 0,-2-1 14 0,0 1-10 16,0 3 11-16,0-3 10 16,0-1-13-16,0 0-7 0,0-2 6 0,0-4-31 15,2 3 35-15,-2-1-5 0,2-2-38 16,0 0 37-16,-2 1 1 0,1-2-18 0,2 1 16 0,-1 2 0 15,0-2-1-15,0 2 3 0,-2 1-3 0,2-2-6 16,-2 3-2-16,0-3 33 0,1 2 0 0,-1 0-26 16,0-1 4-16,0-1 20 0,0 3-15 0,2-3-5 15,0-1-18-15,-2-1 19 0,0 2 2 16,2-1-36-16,0 0 35 0,-2-1-3 16,0 0-1-16,0 1-14 0,0 1 11 0,0-1 3 15,0-1-7-15,0 1-9 0,0 0 10 0,0-2 2 16,0-3-4-16,-2-1-5 0,0 0 7 0,2-3 2 15,-2 0-3-15,2-3-22 0,0 0-2 0,0-2-14 16,0-1-3-16,0 0 38 0,0 0-5 0,0 0 22 16,0 0-21-16,0 0 1 15,0 0-6-15,0 0 28 0,-2 0-25 0,-1 0 2 16,-3 0-4-16,2 0-59 0,-2 0 27 0,3 0 2 16,-1 0-445-16,0 0 227 0,4 0 113 0,-2 0-676 15,2 0 387-15</inkml:trace>
  <inkml:trace contextRef="#ctx0" brushRef="#br0" timeOffset="26020.12">17280 2966 296 0,'0'0'0'0,"0"0"0"0,0 0 0 0,0 0 0 0,0 0 0 0,0 0 0 0,0 0 33 0,0 0 0 0,0 0 0 0,0 0 29 16,0 0 8-16,0 0-37 0,0 0 0 0,0 0 54 15,0 0-27-15,0 0-1 16,0 0-18-16,0 0 31 0,0-3 0 0,0 2-40 16,3 1 86-16,1-3-42 0,0 3-14 0,2 0 62 15,-1-2-45-15,1 2-24 0,1 0 1 0,3-1 23 16,-1 1-15-16,4-1-8 0,1-2-23 0,0 1 72 15,4 1-36-15,0-4 0 0,3 2-28 0,3 1 30 16,-4-2-1-16,3 2-37 0,0 0-14 0,2-1 14 16,-3 3 8-16,4-2-34 0,-1 0 26 15,-1 2 0-15,3 0-1 0,-1 0-9 16,-2 0 18-16,8 0-8 0,-2 0 0 0,0 0-25 16,3 0 17-16,0 0 7 0,1 0-8 0,0 0-18 15,-2 0 18-15,0 0 3 0,-1 0-32 0,0 0 1 16,-5 0 32-16,4 0-39 0,-8 0-3 0,2 0 35 15,3 0-5-15,-4 0 0 0,3 0-1 0,-2 4 2 16,2-4-5-16,1 5 15 0,-1-3-15 0,4 0 7 16,-2 0-10-16,6 0 41 0,-2-2-34 0,4 0 0 15,-1 0-22-15,3 0 4 0,0 0 21 16,5 0-40-16,-4-2 0 0,-5 0 35 16,4-2-2-16,-1-1-28 0,-1 1-5 0,-1 1 30 15,1 0-8-15,-2 1-2 0,0-1-1 0,0-1 8 16,-2 2-14-16,1 1 39 0,-1-2-31 0,-2 1 3 15,1 1-12-15,-7-1 13 0,6 0 1 0,-6 0-32 16,-1 1 30-16,-1 1 0 0,-2-3 1 0,0 1-25 16,-5 2 22-16,2-1 0 0,-2-1-2 15,0-1-4-15,-2 2 1 0,0-2 4 16,0 2-9-16,2-1 14 0,-2 0-9 0,3 0 2 16,-2-2 19-16,-2 3-19 0,3-3 2 0,-2 2-22 15,-4-2 21-15,2 2 1 0,-1 0 0 0,-4 1-39 16,-1-1 0-16,-1-1 36 0,0 2-2 0,-3 1-37 15,1 0-3-15,0 0 29 0,-2 0 7 0,2 0-4 16,1 0-5-16,-2 0 6 0,1 0 15 0,4 0-24 16,1-1 6-16,-2-2-4 0,6 3 77 0,-4-2-35 15,2 1 6-15,-2-2 17 16,3 0-24-16,-3 2 12 0,-1-2-34 0,-2 1 43 16,-1 1-32-16,-1 1 4 0,0-2-12 0,1 2 11 15,-3 0-4-15,0 0 9 0,0 0-42 0,0 0 34 16,0 0-1-16,0 0-32 0,0 0 30 0,0 0-4 15,0 0 3-15,0 0-38 0,0 0 0 0,0 0 31 16,0 0 3-16,0 0-55 0,0 0 25 0,0 0-6 16,0 0 30-16,0 0-84 0,0 0 38 0,0 0 13 15,0 0-63-15,0 0 34 16,-7 0 23-16,4 0-316 0,-1 0 163 0,0 0 81 16,2 0 32-16,1 0-307 0,-1 0 179 0,2 0 88 15,0 0 44-15</inkml:trace>
  <inkml:trace contextRef="#ctx0" brushRef="#br0" timeOffset="26314.17">19666 2580 763 0,'-7'0'0'0,"3"0"0"0,3 0 0 0,1 0 0 0,-2 0 0 0,2 0 81 0,0 0-24 0,0 0 9 0,0 0 207 16,7 0-120-16,10 2-60 0,6 6-30 0,3 0 249 15,2 0-131-15,4 4-78 0,0 1 37 0,1 2-54 16,0-1-26-16,-1 4-1 0,-2-1 9 0,-1 2-35 16,-2-1 0-16,-3 3 6 0,-1 0-6 0,0-2 0 15,-7-2 7-15,4 6-26 16,-4-2 19-16,-4-4 0 0,-1 0 0 0,-4 1-16 16,0-4 23-16,-6 1-7 0,1 0 0 0,-2 2 28 15,-5-1-29-15,-13 4 0 0,-4-2-18 0,-12 7-11 16,-2-3 29-16,-8 4-107 0,-16 3 50 0,-2 1 23 15,5-2 6-15,-19 8-514 0,9-4 251 0,5 1 104 16</inkml:trace>
  <inkml:trace contextRef="#ctx0" brushRef="#br0" timeOffset="26987.94">17361 819 568 0,'0'0'0'0,"0"0"0"0,0-3 0 0,0 3 0 0,0-1 0 0,0 1 0 0,0 0 69 0,0-2 9 0,0 2-46 16,-2 0 149-16,-2 3-74 0,-4 10-38 0,-3 5 106 15,-3 0-63-15,-4 9-44 0,-3 1 0 0,-5 5 43 16,-1 1-39-16,-2 2 0 0,5-2-31 0,-8 7-19 15,5-5 11-15,6-4 0 0,0 0-1 0,5 0-76 16,0-2 47-16,4-4-9 0,3 0-53 0,0-5 45 16,4-1 24-16,1 0-333 0,3-9 166 15,1-1 48-15,0-3 52 0,0-1-327 16,7-6 176-16</inkml:trace>
  <inkml:trace contextRef="#ctx0" brushRef="#br0" timeOffset="27165.46">17159 1059 1003 0,'2'-13'0'0,"-2"4"0"0,0 5 0 0,0 2 0 0,0 1 0 0,0-2 0 0,0 0 166 15,2 3-59-15,2 0 107 0,6 6-91 0,2 3-45 16,4 3-23-16,4 6 286 0,-3-3-146 0,8 7-85 16,-3 0-39-16,2 1-3 0,1 2 0 0,0-1-36 15,1 3 9-15,-1-2-315 0,2 1 153 0,-2 1 77 16,-3 1-548-16,1 3 280 0</inkml:trace>
  <inkml:trace contextRef="#ctx0" brushRef="#br0" timeOffset="27781.33">16469 2820 789 0,'0'-10'0'0,"0"-2"0"0,-5 7 0 0,-4 3 0 0,6 0 0 0,-3 0 0 0,-1 2 96 0,2 0-31 0,-6 2-1 0,4 11 72 16,0 8-51-16,1 1-18 15,0 6-8-15,2 2 33 0,4 0-30 0,0 0 0 16,0-3 23-16,7-6-19 0,7 3-7 0,1-6-2 16,6-5 0-16,0-1-24 0,-1-4 8 0,8-5-40 15,-3-3 0-15,1 0 32 0,-1 0 0 0,1-11-61 16,-2-8 38-16,-3-5-8 0,0-2 31 0,-7-5-40 15,-2 1 3-15,-6-2-1 0,-4 1 3 16,-2-2-83-16,0 6 34 0,-9-2-7 0,-9 7 23 0,-6 1-1 16,-5 4 17-16,-3 6 20 15,-9 6-8-15,2 5 1 0,-3 0-7 0,1 1 40 16,4 10-36-16,0 5 3 0,0 0 0 0,5 1 1 16,9-2 3-16,5-1-3 0,4 4-49 0,5-1 27 15,9 1-1-15,0 6-364 0,9-4 183 0,16 1 77 16</inkml:trace>
  <inkml:trace contextRef="#ctx0" brushRef="#br0" timeOffset="28374.62">20406 2539 533 0,'-5'0'0'0,"1"0"0"0,1-2 0 0,3 0 0 0,0-2 0 0,0-1 0 0,0-3 170 16,5-1-69-16,9 2-26 0,4-1 176 0,1 2-109 15,8 0-55-15,-1 5-27 0,2-2 176 0,-4 3-94 16,8 0-59-16,-4 6 36 0,-1 6-43 0,1 1-22 16,-4 4 0-16,-1 1 50 0,-1 1-39 0,-3 3-1 15,-1 1-31-15,-6 1-31 0,-1 3 0 0,-4-6 39 16,-4 7-9-16,-3-4-103 0,0 1 52 0,-5-1-100 15,-13-1 76-15,-3-2 29 0,-3-1-10 0,-2-3-57 16,-4-2 21-16,-2-2 31 0,-1-3-17 0,0-4-128 16,1-3 62-16,5-3 43 15,8 0-1-15,-1 0-143 0,8-3 91 0,6-7 36 16,4-4-165-16,2-1 109 0,4-6 54 0,16 3-211 16</inkml:trace>
  <inkml:trace contextRef="#ctx0" brushRef="#br0" timeOffset="28596.65">21043 2494 189 0,'14'-1'0'0,"-8"-8"0"0,-1 3 0 0,-3 3 0 0,0-3 337 15,-2 3-151-15,0-3-77 0,0 2-30 0,0 1 110 16,-11 1-78-16,-3 2-39 0,-8 0 0 0,-2 9 147 16,-5 8-84-16,-4 8-56 0,1 1 99 0,0 2-73 15,7-2-37-15,2 6 85 0,11-7-52 0,-2 9-39 16,12-5 1-16,2 1 24 0,5-2-27 0,13 1 1 15,10-2-20-15,10-2-146 0,5-3 69 0,4-4 34 16,4-3 0-16,4-4-114 0,-4-2 83 16,-1-1 28-16,-6-1-593 0,-10 1 293 15,1 2 101-15</inkml:trace>
  <inkml:trace contextRef="#ctx0" brushRef="#br0" timeOffset="29233.53">16514 796 684 0,'0'-4'0'0,"0"-7"0"0,0 4 0 0,0-1 0 0,0 4 0 0,0 1 0 0,0-1 0 0,0 2 75 0,0 0-21 0,0 0 0 0,5 2 70 15,5 0-45-15,1 2-15 0,0 6-8 0,3 3 76 16,0 2-49-16,0 0-25 0,1 0 0 0,0 0 23 15,0 2-7-15,-2-3-42 0,2-1-50 0,0 0 25 16,-2-4 0-16,-4-1-143 16,3 0 80-16,-3 0 44 0,-1-3 23 0,-3-1-183 15,0 0 95-15,0 0 26 0,-3-2-11 0,2 0-365 16</inkml:trace>
  <inkml:trace contextRef="#ctx0" brushRef="#br0" timeOffset="29540.91">16963 687 1056 0,'2'0'0'0,"-1"0"0"0,-1 0 0 0,0 0 0 0,0 0 0 0,0-2 0 0,0 1 0 0,0 1 173 0,0 0-70 16,0 3-36-16,-5 10 75 0,-3 6-47 0,-5 6-36 16,-3 10 1-16,-5 5 155 0,-9 11-92 0,-2 3-45 15,-4 8-14-15,-6 3 68 0,-8 16-50 0,3-5-25 16,-3-1 40-16,1-1-33 0,6-14 9 0,-3 5-46 15,5-6 6-15,4-4-1 0,10-10 1 16,1-2-30-16,5-7 8 0,5-4 22 16,2-4 0-16,3-7-26 0,1-2 1 0,4-4 25 15,1-6 8-15,3-2-82 0,0-3 22 0,2-2 22 16,0-2-58-16,0 0 36 0,0 0 9 0,0 0 38 16,0 0-23-16,0 0 4 0,0 0-6 0,0 0-113 15,0 0 55-15,-1 0 29 0,-1 0-8 0,2 0-137 16,0 0 74-16,0 0 43 0</inkml:trace>
  <inkml:trace contextRef="#ctx0" brushRef="#br0" timeOffset="36423.53">18198 973 0 0,'2'0'0'0,"0"-4"0"0,0 1 0 0,-2-1 0 0,0 2 0 0,0 0 140 0,0 0-54 0,0-2-18 16,0 3-8-16,0-3-5 15,0 3 0-15,0 1-23 0,0 0 35 0,2 0 7 16,-1 0-42-16,1 0 18 0,0 0-17 0,0 0-1 16,0 0 1-16,-1 0 33 0,2 0-8 0,-1 0-25 15,0 0 0-15,0 0 38 0,0 0-38 0,-2 0 8 16,0 1-9-16,1 3 27 0,-1-3 0 0,0-1-26 16,0 1 19-16,2 2-11 0,-2-1-8 0,0 0 36 15,0 2-37-15,0-1 1 0,0 1 0 0,0 1 14 16,2 1-14-16,-2-1-1 15,0 3 1-15,0-1 0 0,0 1 0 0,0 2 8 16,0 1-8-16,2-1-23 0,-2-2 22 0,2 0 1 16,-2 1 0-16,1 1-49 0,1 4 15 0,0-3 1 15,0 1 50-15,0-1-27 0,1 4 3 0,-2-7-2 16,1 5-3-16,2 0 3 0,-2-1 0 0,1-1 25 16,-1 1-25-16,2-4 4 0,-2 6-3 0,1-2-12 15,-1-2 12-15,0 1 3 0,0 0-3 0,0-1-23 16,0 3 25-16,0-1-26 15,0-1 21-15,0-1 1 0,0 0 3 0,-1 2-22 16,1-2 15-16,2 1 2 0,-1-2-6 0,1 3-32 16,3-4 37-16,-2 4-3 0,0 0-2 0,1-3-25 15,-1 2 24-15,3 0 1 0,-4-1-22 0,3 0-4 16,-1 2 21-16,-1 0-24 0,1-1 23 0,0-2 1 16,-2 2 0-16,1 1 8 0,1-1-12 0,-1-2 3 15,1 3-3-15,0-1 34 0,0-4-30 16,1 6-1-16,0-3-1 0,-1 0 42 15,2 0-36-15,-1 1-3 0,0-4 12 0,1 3-10 16,0 1 4-16,-1-1-23 0,-1 0 21 0,1-1-2 16,1 1 6-16,0 2-32 0,-1-1 25 0,0 2 0 15,1-2-2-15,1 2 0 0,-1-2 1 0,1 1 0 16,1-2-5-16,-1 2 9 0,0-2-7 0,1 1 2 16,1-3-1-16,0 2 1 0,3 0 0 0,-3-2-4 15,4 3 4-15,-2-3 0 0,2 2 2 16,-2-1-35-16,0 1 32 0,0-2 0 15,0 3-2-15,-1 0-19 0,-1-2 19 0,0 3 1 16,1-1-5-16,-3 0-25 0,2 0 25 0,1 0 1 16,-1 1-22-16,1-2 21 0,0 1-4 0,-1-1-1 15,3 0 2-15,-1-1 2 0,0 3-3 0,0-3-2 16,0 0 3-16,2 3 1 0,-2-3 0 0,1 2-6 16,0-1 5-16,0 1 1 0,1 1-1 0,-2-1-19 15,2 0 18-15,-1 0 1 0,0 0-26 0,2-1 1 16,-2 1 20-16,3 0-7 15,2-1 7-15,0-3 1 0,1 3-5 0,1-4-24 16,0 2 26-16,5-1 1 0,-2-2-4 0,-3-1-36 16,5 1 3-16,-7 1 31 0,3-1 1 0,-1 1-35 15,0 0 31-15,-3 1-6 0,0-1-24 0,-4 2-8 16,0-3 36-16,-1 2-44 0,0 0 0 0,-2-2 27 16,0 3 10-16,-1-5-163 0,-2 2 78 15,-1 0 38-15,-2-2-1 0,1 2-284 16,-2-4 166-16,-2 3 79 0,-2-2 39 0,0 2-209 15</inkml:trace>
  <inkml:trace contextRef="#ctx0" brushRef="#br0" timeOffset="37607.65">17535 1297 328 0,'0'0'-164'0,"0"0"82"0,0 0 41 0,0 0 41 0,0 0 0 16,0 0 0-16,0 0 0 0,0-1 0 0,0 1 159 16,0 0-43-16,0 0-42 0,0 0-20 0,0 0 27 15,0 0-16-15,0 0-8 16,0 1 28-16,0 5-26 0,0 3 0 0,0-3 27 15,0 2-19-15,0-1-8 0,0 0-26 0,0 4 54 16,0-3-27-16,0 2-1 0,0-1-18 0,0 2 31 16,0 1-40-16,0-1 1 0,0 0 0 0,2 3 36 15,-1-5 9-15,2 7-45 0,-1-6 36 0,0 3-36 16,2-2 0-16,-3 3 27 0,3-3-19 0,0 4-8 16,1-2-1-16,-1 0 11 0,2 3-11 0,0-3 1 15,-1 2 8-15,1-2-19 0,-1 2 11 0,0 0-1 16,2-1 1-16,0 0-9 15,-1 1 9-15,1 1 0 0,-1-4-16 0,2 3 16 16,-3 1-5-16,2-2-22 0,1-1 24 0,2 1 0 16,-3 1-5-16,0-2-31 0,0 0 32 0,4-2 6 15,-6 2-5-15,4 0-19 0,1-1 18 0,-3 1 0 16,1-2-5-16,1 2-31 0,-1-2 33 0,1 3-5 16,-2-3-18-16,2 0 21 0,2 1-4 15,-1 1-25-15,2-2 26 0,-1 0-2 16,0 1 2-16,3 0-27 0,-1 0-1 0,-2-1 27 15,0 0-2-15,0 0-34 0,1 3 0 0,-1-3 26 16,-2 0 4-16,1 2-16 0,-1-2 14 0,-1 3-8 16,1-1-7-16,-1 0 7 0,-1 0 5 0,1 0-1 15,-1 0 0-15,3 1-3 0,-3-3 3 0,2 2 10 16,-1 1-10-16,2-1 2 0,1-1-2 0,-1 2 21 16,1-1-20-16,-1 0 2 0,4 0-2 0,-1 0 12 15,0 1-11-15,0-1 2 16,0 0-4-16,1 0 4 0,0 1-1 0,0-2-28 15,-1 1 28-15,2-2-1 0,-2 3 0 0,0-2-29 16,0 0 27-16,0 1 0 0,3-3 0 0,-4 3 1 16,4-3-2-16,-1 2-3 0,0 2 3 0,1-3 25 15,2 0-25-15,0 2-1 0,-1 1 0 0,2-3 2 16,0 1-1-16,0 2-13 0,-1-3 13 0,1 2 3 16,4 2-2-16,-5-1-23 0,-1-3 22 15,4 1 0-15,-1 4 0 0,1-2-28 0,2-2-1 16,-3 0 23-16,3-1 3 0,-4-2-99 15,7 3 47-15,-4-5 18 0,1 0-80 0,-2 0 43 16,1-1 28-16,1 2-273 0,-2-5 145 0,1 3 69 16,-1 0 34-16,-2 0-356 0,-3-2 187 0,2-1 105 15,-8-3 50-15</inkml:trace>
  <inkml:trace contextRef="#ctx0" brushRef="#br0" timeOffset="38641.41">16994 2053 378 0,'2'1'0'0,"0"1"0"0,-2 1 0 0,0-2 0 0,0 1 0 0,0-1 68 16,0 1-8-16,2-2-27 0,-2 3-1 0,2-2 27 16,0 1 1-16,1 0-19 0,1 0 26 0,4 0 0 15,-1-1-34-15,2 3-1 16,0-4 36-16,3 2-27 0,3 1-8 0,-3-2 31 15,1-1-31-15,2 2-1 0,0-2 1 0,0 0 31 16,0 0-31-16,0 0-1 0,2 0 1 0,-2 0 5 16,0 0-5-16,2-2-12 0,-1-2 12 0,2-3-1 15,0 1 1-15,-1-3-3 0,1 1 3 0,2-1 8 16,-1-1-8-16,-3 2-23 0,3 0 21 16,-1-2 2-16,3 0-5 0,-1 2-21 15,0-2-7-15,1 0 26 0,3 2 2 0,-6 0-38 16,5-2-2-16,0 4 39 0,-2-1-27 15,1 0-5-15,-1-3 26 0,0 3-29 0,1 0 0 16,-1-3 20-16,0 2 3 0,0 1-11 0,0-2-16 16,0 1-6-16,4-3 12 0,-7 2 15 0,7-3-1 15,-4-1-3-15,1 1-32 0,-1 0 32 0,-2-3 1 16,-1 4-2-16,5-7-32 0,-2 2 30 0,-3 1 2 16,3-2-40-16,0 2 0 0,-1 1 30 0,5-4-31 15,-3 2 31-15,1 0 2 0,1-1-6 16,0 0-29-16,1 0 28 0,0-2 3 0,-3 2-6 15,0-2 28-15,-1 2-25 0,-2 1-1 0,3-5 0 16,-3 3 23-16,1 0-20 0,-4 0 0 0,1-3 12 16,-2 4-13-16,2-4 5 0,-2 2-2 0,-2 4-1 15,4-7 1-15,-5 5 1 0,4 0-2 0,-3 1 26 16,0-2-23-16,0 2 1 0,3-1-1 0,-4 0 32 16,2 2-32-16,-3 2 2 0,0-3-1 15,1 5 38-15,-5 0-36 0,0 2 4 16,-1 2 1-16,-1-1 0 0,-2 2-3 0,1 0-5 15,-2 1 5-15,-1 2 4 0,-1-2-3 0,0 2-34 16,0 0 0-16,0 0 31 0,0 1 1 0,0 0-52 16,0 0 22-16,0 1-6 0,0-3-79 0,0 0 47 15,2 1 26-15,0-3-49 0,0 3 28 0,0 2 14 16,-2-2 0-16,2 2-94 0,-2-1 56 0,1 2 27 16,-1 0-7-16,0 0-129 0,0 3 82 0</inkml:trace>
  <inkml:trace contextRef="#ctx0" brushRef="#br0" timeOffset="39719.3">17565 2764 499 0,'0'0'0'0,"0"0"0"0,0 0 0 0,0 0 0 0,0 0 0 0,0 0 0 0,-2 0 0 0,2 0 33 0,0 0 0 0,0 0 0 15,0 0 65-15,0 0-32 0,0 0 7 0,0 0-2 16,4 0-1-16,2 0-37 0,1 0 0 0,3-1 33 0,0-2-7 16,4 0-26-1,1-1-1-15,0-1 35 0,4-1-34 0,0 0 38 16,0-2-38-16,5 1 0 0,-5 2-1 0,7-3 1 15,-7 2 1-15,1 0 7 0,1 1-8 0,0 0 0 0,-1 0 5 16,1 2-5-16,-2-2-32 16,-1 0 8-16,3 3 23 0,-2-5 1 0,5-1 0 0,-1 2-34 15,2-2 26-15,-4-1 12 0,11-3-54 0,-7 1 21 16,3-4-7-16,0 2 27 0,1-2-60 0,-1-3 32 16,0 2-14-16,1-3 34 0,1 0-28 15,-2 0 0-15,0-1 52 16,0 1-28-16,0 0-5 0,0-1 2 0,0-2-4 0,-1 4 16 15,-1-3-14-15,0 1 10 0,-1-1-7 0,2-2 0 0,0 3 5 16,-1-4-5-16,3 1-24 0,-1 0 3 16,0-1 23-16,0 1-1 0,-1 1-34 0,-1 1-1 15,1-2 26-15,-6 0-24 0,4 4 22 0,-4-2 3 16,-1 0-7-16,1 0 39 0,2-1-2 16,-3-3-3-16,3 1-27 15,-1-2 0-15,1 0 2 0,-1-1-1 0,1-1 16 0,0-2-13 0,-1 2 6 16,0-2-27-16,-1 1 2 15,2 1 19-15,-3 0-25 0,3 2 0 0,-2 0 24 16,-1 0-1-16,-1 3-3 0,0 0-20 0,-4 2 17 0,-2 3 30 16,0 0-31-16,-2-2 3 0,1 1-6 0,-3 3 5 15,0 0 43-15,-1-1 0 0,-2 3 3 16,-1 0-1-16,1 4-35 0,-3-4-2 0,3 3 9 16,-2 2-16-16,0 1 15 0,-2-1-28 15,0 0 25-15,0 4 0 0,-1 2 6 0,1-1-6 0,-2 2-24 16,0 1 0-16,0-2 20 0,0 3 2 15,0 0-28-15,0 0 26 0,0 0-7 0,0 0-149 0,0 0 68 16,0 0 39-16,0 0 9 0,0 0-283 0,2 0 136 16,-2 0 75-16,2 0-341 0,-2 3 206 0</inkml:trace>
  <inkml:trace contextRef="#ctx0" brushRef="#br0" timeOffset="47579.93">18104 1726 272 0,'0'-4'0'0,"2"-1"0"0,0-4 0 0,0 3 0 0,0 0 0 0,0 0 0 0,-1-1 0 0,1 1 11 0,0-2 19 0,0 2 0 15,-2 3-1-15,0-1 42 0,0 3-9 0,0-1-29 16,0 0 46-16,0 0-23 0,0 2 0 0,0 0-14 15,0 0-9-15,0 0 0 0,0 4 0 0,-6 3 21 16,1 2-21-16,-1 3 8 0,-1 1-8 0,1 1 34 16,-2 2-35-16,1 2 1 15,-4 5 0-15,3-2 39 0,-3 5-39 0,2-1 0 16,-1 1-24-16,-1 2 0 0,2-2 24 0,-1-4 8 16,1 9-92-16,0-7 40 0,3-4 18 0,-2 3-51 15,1-1 32-15,1-4-6 0,1-1 16 0,1-2-105 16,2-4 45-16,1-1 33 0,-2-2-6 0,1-2-65 15,0-1 30-15,2-2 27 0,0-1-131 0,0-2 72 16,0 0 18-16,0 0-104 16,0 0 77-16</inkml:trace>
  <inkml:trace contextRef="#ctx0" brushRef="#br0" timeOffset="47847.49">18209 1786 551 0,'2'0'0'0,"-2"0"0"0,0 0 0 0,0 0 0 0,0 0 0 0,0 0 0 0,0 0 0 0,0 0 104 0,0 0-35 0,0 0 0 16,0 1 65-16,0 7-50 15,0 5-18-15,0 2-8 0,0 4 49 0,0 6-37 16,-7-1-1-16,-2 2 7 0,-1 2-13 0,-3 5-9 16,0-4-21-16,-1 4 2 0,2-4-2 0,0 2 0 15,3-7 8-15,0 4-69 0,3-7 30 0,0 1 1 16,2-3-113-16,0-2 72 0,3-6 22 0,-1 0-194 15,2-4 95-15,0-3 59 0,0-1 6 0,0-2-199 16,0-1 88-16,7 0 68 16,7-8 29-16,4-7-98 0,-1-3 65 0,1-1 32 15,2-4-8-15</inkml:trace>
  <inkml:trace contextRef="#ctx0" brushRef="#br0" timeOffset="48049.08">18358 1919 427 0,'9'-7'0'0,"1"-4"0"0,-8 4 0 0,1 2 0 0,-1 4 0 0,0-2 0 0,-2 3 0 0,0 0 100 15,0 0-34-15,0 3 1 0,0 7 91 0,-2 5-54 16,-5 2-40-16,-1 8 141 0,-3 1-87 0,0 2-42 16,-1 3-22-16,-3-2 64 0,5 2-47 0,-4-1 0 15,3-1-38-15,-1 2-47 16,3-3 24-16,-2 2 7 0,1-3 16 0,3-1-75 16,-1-8 38-16,3 2-1 0,-2-4-171 0,6-5 80 15,-3-4 57-15,4-2-278 0,-2-2 151 0,2-3 76 16,0 0-2-16,0-3-115 0,4-6 91 0,10-11 42 15</inkml:trace>
  <inkml:trace contextRef="#ctx0" brushRef="#br0" timeOffset="48288.44">18577 1932 758 0,'0'1'0'0,"0"4"0"0,0 1 0 0,0-1 0 0,0 1 0 0,-1 3 0 0,-1 3 0 0,-4 0 0 0,1 6 86 0,-5 1-31 0,1 4 131 15,0 0-77-15,-5 4-38 0,1 1 0 0,0 0 23 16,-2 0-34-16,2 0-1 0,-1 1-26 16,4-4-46-16,-4 2 23 0,3-4 7 15,0 2 16-15,1-5-124 0,1-1 62 0,3-4 31 16,1-3-163-16,-2-1 80 0,6-2 47 0,-3-3-102 16,4-4 67-16,-2-2 5 0,2 0 26 0,0 0-175 15,0 0 94-15,0 0 43 0,0 0 22 0,2-2-104 16,6-10 62-16</inkml:trace>
  <inkml:trace contextRef="#ctx0" brushRef="#br0" timeOffset="48506.11">18724 2019 617 0,'-4'0'0'0,"-1"4"0"0,3 0 0 0,0-1 0 0,1 0 0 0,-4 4 0 0,3-2 0 0,-1 4 123 16,-1 2-45-16,0 2-23 0,1 3 54 0,-5-1-42 15,2 2 0-15,-1 1-82 0,-1 2 23 0,-1 0 1 16,1-2 32-16,-1 4-97 0,2-1 45 0,1-2 21 16,0 0 1-16</inkml:trace>
  <inkml:trace contextRef="#ctx0" brushRef="#br0" timeOffset="100981.05">9284 5179 435 0,'0'0'0'0,"0"-4"0"0,0 1 0 0,0 1 0 0,0 0 0 0,0 0 0 0,0 0 0 0,0 0 112 0,-2-1-40 0,1 1-1 0,1 0 38 16,0 0-30-16,0 1-8 0,0-1-38 0,0 2 32 16,0 0 1-16,0 0-33 0,0 0 8 0,0 0 15 15,0 0 0-15,0 0-24 0,0 0-22 0,0 0-1 16,-2 5 32-16,-4 10-8 0,-3 6 35 0,-3 3-1 16,-1 6-34-16,-6 6-42 0,7-5 29 0,-9 12-8 15,2-5 21-15,2-5-36 0,1-2 11 0,0-3 0 16,5-5 18-16,-1-2-74 15,1-2 30-15,1-7 0 0,-1-1 33 0,2-3 0 16,2-3-9-16,0-3 99 0,-1 1-48 0,2-1-21 16,1-2-2-16,-1 0 121 0,4 0-52 0,1 0-41 15,-1 0-4-15,2 0 25 0,0 0-26 0,0 0 1 16,0 1-17-16,2-1-40 0,10 0 32 0,7 0-1 16,1 0-28-16,5 0 28 0,0 0 9 0,7 0-78 15,-4 0 35-15,2 0-1 0,-4-1 36 0,3 1-136 16,-7 0 57-16,0 0 30 15,1 0 0-15,-5 0-75 0,0 0 38 0,-6 0 26 16,-2 0 0-16,-1 0-1 0,-2 0-17 0,-6 0 35 16,1 0 32-16,-1 0 0 0,-1 0-54 0,0-5 241 15,0-3-105-15,0-4-53 0,-7-4-17 0,0 0 34 16,-2-1-14-16,-5-5-5 0,5 2 0 0,-5-3-80 16,1-2 29-16,1 3-1 0,0-1 56 0,-3-1-190 15,2 2 78-15,2 4 34 16,-3 2-44-16,1-2 40 0,2 5 4 15,1 4-89-15,3-1 52 0,0 3 2 0,1 2 0 0,4 0-7 16,-4 2-7-16,4 1 28 0,2 0 14 0,0 1-132 16,0 1 65-16,0 0 34 0,0 0-9 0,8 1-280 15,3 8 161-15,0 1 80 0,5-1 40 0,0 3-141 0</inkml:trace>
  <inkml:trace contextRef="#ctx0" brushRef="#br0" timeOffset="101372.09">9475 5221 598 0,'0'-9'0'0,"0"3"0"0,0 4 0 0,0 0 0 0,0 0 0 0,0 1 0 0,0-1 235 0,0 2-101 0,0 0-43 0,0 5-33 16,0 8 150-16,0 4-87 0,0 5-45 0,0 1 45 16,1-1-36-16,7 9-30 0,-1-6-26 15,0 0 3-15,3-6 1 0,-1 2 0 0,2-3-56 16,3-1 24-16,-1-4-1 15,0-3 33-15,-2-3-92 0,2-1 46 0,-3-4 31 16,-1 0-8-16,0-2-97 0,0 0 52 0,0-2-1 16,-2-9 2-16,0-4 8 0,1-4 1 0,-4-3-17 15,2-1 37-15,-3-4-9 0,1 1 8 0,-1 1-50 16,1-4 25-16,-1 3-4 0,1 5 25 0,-3 0 13 16,3 5-15-16,-2 6-3 0,0 0 3 0,-2 6 145 15,0 2-68-15,1 1-34 0,1 1 98 0,-2 1-54 16,2 15-35-16,1 3 152 0,-2 3-84 15,1 1-29-15,3 3-24 0,0-3 15 16,2 7-8-16,0-5-29 0,1-6 0 0,2 5-112 16,0-5 56-16,1 1 36 0,3-2-8 0,-3-3-290 15,4 0 153-15,-4-2 53 0,2-3-376 0,3-1 186 16,-2-3 117-16,0-6-225 0,1 0 172 0,0 0 86 0</inkml:trace>
  <inkml:trace contextRef="#ctx0" brushRef="#br0" timeOffset="101849.81">10213 5166 459 0,'2'-7'0'0,"-2"3"0"0,0 2 0 0,0 2 0 0,0 0 0 0,-10 4 0 0,-1 7 310 0,-2 6-139 0,1 4-69 0,0 0-26 16,-6 6 151-16,3 1-96 0,0 2-46 0,0 1-25 15,-2-3-1-15,2-6-18 0,-2 8-41 0,1-6-1 16,2-8 34-16,-1 0 0 15,0-2-16-15,2-3 24 0,1-2-8 0,3-2-1 16,2-2 35-16,1-3-34 0,3 0-1 0,1 0 1 16,2-2 57-16,0 0-28 0,0 0-41 0,0 0 12 15,9 0 0-15,6 0 8 0,2 0-14 0,1 0 6 16,3 0 0-16,6 0-1 0,-5 0-26 0,0 0 7 16,6 0 20-16,-3 0 0 15,2 0-88-15,-3 0 31 0,-1 3 25 0,-1 1-114 0,-1 4 62 16,1-4 16-16,-7 3 22 15,1-4-63-15,-5 2 36 0,-2-2 9 0,-1-1 22 16,-3-1-10-16,-3-1 8 0,0 0-11 0,0 0 102 16,-2 0-47-16,0-1-20 0,0-10 4 0,0-5 52 15,-2-2-27-15,-3-5-22 0,-1 0 17 0,0-7-3 16,-2 2-4-16,1-1-78 0,-2-2 34 0,-3 4 1 16,3 2 39-16,-5-3-93 0,3 9 37 0,-1 0-1 15,-2 4 30-15,1 2-34 0,3 4 11 0,-3 0-21 16,6 3 37-16,2 0-36 15,1 2 4-15,-1 2-14 0,5 1-75 0,0-2 47 16,0 2 29-16,0 1-205 0,7 0 112 0,0 0 49 16,6 0 36-16,-1 0-209 0,1 0 118 0,-1 5 60 15,2 2 30-15,-1 1-213 0</inkml:trace>
  <inkml:trace contextRef="#ctx0" brushRef="#br0" timeOffset="102255.79">10524 5111 1049 0,'0'0'0'16,"0"0"0"-16,0 0 0 0,0 0 0 0,0 0 0 0,0 0 0 0,0 0 0 0,0 0 161 0,0 0-63 0,0 0 10 15,0 0-38-15,2 2 9 0,2 6-47 0,1 5 66 16,3 3-33-16,0 0 0 0,-1 4-33 0,0 1 7 16,3 6-7-16,-2 1 1 0,-1 0 0 0,-1 5-27 15,1-2 27-15,-2 2 8 0,2-2-55 0,0-1 23 16,0-3 1-16,0-2-2 0,2-5 1 0,-2-2 11 16,0-3 9-16,2-3-29 0,-2-6-1 0,2 1 10 15,0-6 10-15,3-1 31 0,1-1-31 16,4-20-7-16,-1-4 5 0,4-9 34 0,-2-1 1 15,-1-1-18-15,4-13-85 0,-5 5 37 16,2-4 0-16,-6 2 37 0,1 0-70 0,-1 11 33 16,-5-3-4-16,1 6-70 0,-7 10 46 0,1 1 12 15,-2 6-3-15,0 4-50 0,0 4 23 0,0 3 23 16,0 2 0-16,0 2-187 0,0 0 84 0,0 7 58 16,0 5-331-16,0 4 190 0</inkml:trace>
  <inkml:trace contextRef="#ctx0" brushRef="#br0" timeOffset="102747.5">11345 5104 1435 0,'-11'-4'0'0,"3"1"0"0,3 1 0 0,0 2 0 0,0 0 0 0,-1 0 0 0,1 0 0 0,-2 0 172 0,0 8-74 0,2 2-32 0,-1 8-17 16,-3 3-16-16,0 1 0 0,-1 4 8 0,1 2-117 16,-2 0 54-16,-3-2 27 0,3 1 1 0,0-6-127 15,0 1 85-15,-2-3 30 0,1-3-67 0,-1-3 45 16,1-3-19-16,5-2 169 0,-2-3-74 0,2-1-25 16,0 0-19-16,4-4 234 0,-1 1-105 0,4-1-58 15,0 0-3-15,0 0 61 16,0 0-50-16,0 0-25 0,10 0 0 0,5 0-55 15,2 0 8-15,1 0 22 0,5 0-48 0,0 0 24 16,5 0 0-16,-1 0-93 0,-4 0 66 0,5 0 21 16,-7 3-8-16,8 3-92 0,-9 0 42 0,1-1 32 15,0 0-8-15,-5 1-27 0,1-2 6 0,-4-1 22 16,-3 0-8-16,-3-1-5 0,-1-2 12 0,-4 0 13 16,0 0 65-16,-1 0-32 0,-1-7 0 0,0-4 134 15,-3-5-76-15,-8-5-37 0,-1-4-9 16,1 0 18-16,-3-6-10 0,0-3 25 15,-4-3-43-15,6 4-97 0,-1 0 53 0,-1 3 21 16,1 2-32-16,3 7 27 0,1 1-4 0,2 2 28 16,2 3-112-16,3 4 50 0,0 1 7 0,2 3-190 15,0 1 106-15,2 1 37 0,5 3 29 0,6 2-278 16,2 0 153-16,2 0 68 0,0 7 46 0,2 5-340 16</inkml:trace>
  <inkml:trace contextRef="#ctx0" brushRef="#br0" timeOffset="103204.43">11615 5113 901 0,'2'0'0'0,"-2"0"0"0,0 0 0 0,0 0 0 0,0 0 0 0,0 0 0 0,0 7 0 0,0 1 105 16,0 4-35-16,0 5 232 0,0 1-138 0,0 7-66 16,2-1-32-16,2 2 103 0,0 5-69 0,2-2-25 15,-1 0-8-15,4-3-53 0,0-5 19 0,3 2-1 16,-1-5 1-16,1-3-30 15,1-2 29-15,-2-3 1 0,1-7-41 0,0-3 41 16,0 0 0-16,1-1-43 0,1-14 17 0,0-6-12 16,-1-1 35-16,1-7-111 0,-4-1 49 0,4-2 16 15,-3-4-4-15,0 1-79 0,-1 1 51 0,-1 0 17 16,0 5-7-16,-3 6-11 0,0 0 41 0,0 6-14 16,-5 8 91-16,1 1-45 0,0 5 1 0,0 0 167 15,0 3-94-15,-2 0-41 0,1 15-26 0,1 6 57 16,0 4-34-16,4 3 8 15,2 1-7-15,-1 9 0 0,2-4 0 0,3 4-22 16,1-2 8-16,0 0-53 0,2-7 23 0,1-2 0 16,0-3-39-16,-1-8 24 0,0-1 6 0,0-5-16 15,-2-4 36-15,0-4-14 0,-1-2 11 0,1-2 35 16,-2-11-32-16,2-11-18 0,0-4 11 16,-1-5 66-16,-1 0-30 0,-2-4 4 0,3-2-30 0,-3 0-28 15,0 1 0-15,1 3 36 16,-1 1-154-16,-3 3 70 0,1 9 37 0,-3 1-105 15,0 5 63-15,0 4 22 0,-2 3 0 0,1 5-360 16,-1 2 161-16,2 2 104 0,-1 0 48 0,1 11-417 16,1 6 232-16</inkml:trace>
  <inkml:trace contextRef="#ctx0" brushRef="#br0" timeOffset="103358.01">12626 5527 1576 0,'0'0'0'0,"0"4"0"0,0-3 0 0,0-1 0 0,0 0 0 0,0 0 419 0,4 0-185 0,3-1-105 15,3-7-48-15,-1-2 49 0,4-3-48 0,2 1-25 0</inkml:trace>
  <inkml:trace contextRef="#ctx0" brushRef="#br0" timeOffset="135487.57">17233 7170 429 0,'-6'0'0'0,"0"0"0"0,1-2 0 0,1 0 0 0,1 0 0 0,1 0 0 0,-2 1 200 0,0-3-84 0,4 3-42 0,-2-2 109 16,2 1-79-16,0 2-36 0,0 0 49 0,0 0-43 16,0 0-20-16,0 0 8 0,0 0-35 0,0 0 6 15,0 0 0-15,0 0-1 0,0 0 8 0,2 0 1 16,6 0-8-16,-1 0 25 0,2 0 30 0,3 0-27 15,-5 0 0-15,4 0 39 0,5 0-38 16,-5 0 0-16,4 0 14 0,-2-2-22 16,0 0 0-16,2 1-13 0,0-2 14 0,-2 1-1 15,2 1-21-15,-1-1 0 0,0 0 8 0,-2 0 0 16,4 2-8-16,0 0-1 0,-3 0-23 0,2 0 24 16,0 0 0-16,2 0-15 0,1 2-8 0,0 3 23 15,2 0-29-15,3 0 23 0,1 1 4 0,1-2-2 16,3-1 8-16,0 1-12 0,2 2 2 0,-1-3-5 15,-2 2 10-15,-3-2-1 16,5 2-5-16,-8 1 0 0,3 0-22 0,-2 1 2 16,-1-1 20-16,2 0-33 0,-3 1 31 15,3-3 0-15,0-1-12 0,3 1 9 0,2-2 2 0,-4-2 0 16,8 0 33-16,-4 0-34 0,2 0-1 0,0 0-1 16,0 0 28-16,-3 0-20 0,3-2-2 0,-2 1-3 15,0-3 21-15,1 2-19 0,-1 0 0 0,2 0-5 16,0 0 8-16,2 0-2 0,0 2-26 0,3-3 25 15,1 0 1-15,1 2 6 0,9-3-45 16,-3 2 36-16,0-2-3 0,0 3 3 16,-5-1-26-16,9 2-4 0,-6 0 23 0,0 0 157 15,-5 0-173-15,7 0-171 0,-7 0 342 0,8 0-360 16,-3 2 174-16,-2-1 0 0,2 3-1 0,-5 0-1 16,3-2-5-16,-3 2 26 0,-2-1-30 0,-1-3 0 15,3 4 18-15,-1-2 6 0,2 2-17 0,-2 1 15 16,8-1-3-16,-11 2-25 0,5-1 0 15,0 1 25-15,-1 2-4 0,-3-2-37 0,3-1 37 0,-1 1 2 16,4-1-26-16,3-1 23 0,-6 0-8 16,11-1 7-16,-6-1 23 0,4 2 0 15,-1-3-24-15,-1-1 1 0,-3 3 28 0,6-3 3 16,-5 0-25-16,1 0 46 0,-3 0-20 0,2 0 0 16,-2 0-17-16,5 0 36 0,-8 0-29 0,1 0-8 15,3 0 37-15,-2 0 1 0,-1 0-25 0,0 0-8 16,2 0 38-16,3-3-34 0,-2 1 6 0,0-3-5 15,-5 3 9-15,4 1-7 0,6-1 4 16,-1 0-35-16,-1-1 2 0,2 2 27 16,-6 1 2-16,13 0-30 0,-8 0 24 0,4-2 2 15,-2 2-25-15,0 0 23 0,-5-2-5 0,10 2 4 16,-7-1-6-16,4-1 5 0,-2 0-5 0,2 2 4 16,-6-2-10-16,11 1 9 0,-6 1 1 0,-2 0-39 15,-2-3 37-15,1 3 1 0,-5 0 0 0,6 0-50 16,-10 0 22-16,4 0-1 0,-2 0-1 0,-3 0 0 15,1 0 13-15,-1 0 8 0,0 0-10 16,-1 0 7-16,2 0-7 0,-3 0 5 16,2 0 1-16,-3 0-2 0,3 0-4 0,0 0 20 15,1 0 7-15,6 0-22 0,-2 0 0 0,5-1 26 16,-1-3 3-16,-6-1-26 0,-2 2 8 0,1 1 31 16,-6 0-35-16,-6 1 3 0,-2-2 9 0,-4 2-11 15,-4 1 5-15,0 0 2 0,-1 0-89 0,-2-2 39 16,0 2 0-16,0 0 35 0,1-2 15 0,-5 2-21 15,3 0 7-15,-4 0 5 0,-1 0-6 0,1-2-7 16,-2 2-28-16,-3 0-6 16,1 0 38-16,0 0-3 0,0 0-72 0,-2-2 34 15,0 2 1-15,0 0 36 0,0 0-441 0,0-2 213 16,0 2 107-16</inkml:trace>
  <inkml:trace contextRef="#ctx0" brushRef="#br0" timeOffset="182520.63">4202 9918 590 0,'0'0'0'0,"-3"-3"0"0,-2 3 0 0,3 0 0 0,1 0 0 0,-1 0 0 0,0 0 0 0,-2 0 66 15,4 0 0-15,0 0-25 0,-2 0 8 0,2 0-16 16,-3 0 0-16,3 0 0 0,0 0-1 0,-2 0-13 16,2 0 13-16,0 0-18 0,-2 4 19 0,2-2-1 15,-2 2 1-15,0 0 32 16,1-1-9-16,-2 3-23 0,-1-2-1 0,-1 1 53 0,-1-1-27 15,1 3 9-15,-3 2 1 0,0-2 0 16,-1 0-36-16,1 2 1 0,-3 1 0 0,3 1 34 0,-2 1-35 16,3 1 42-16,-3-2-1 15,2 2-40-15,1 0 0 0,1 4 62 0,0 4-35 0,1 1 0 16,2 1-27-16,0 2 57 0,1 1-28 16,2-4 8-16,0 7 9 0,0-2-23 0,0 1 0 0,2 1-24 15,2-3 18-15,3-1-9 0,7 5-8 16,-1-4-1-16,0 0 26 0,4-3-25 15,0-1-1-15,-1-1-28 0,7 0-10 0,-2-3 39 16,-6-5 0-16,4 2-61 0,-3-1 30 0,0-3 14 16,-3 0-56-16,-2-1 26 0,0-3 0 0,-6-1 33 0,-1 0-49 15,3-3 19-15,-6-3-3 0,1 4 11 0,1-4-58 16,-3 0 26-16,0 0 1 0,0 0-291 16,0 0 155-16,0 0 63 15,0 1 41-15</inkml:trace>
  <inkml:trace contextRef="#ctx0" brushRef="#br0" timeOffset="183588.61">4626 10108 328 0,'-5'5'0'0,"-1"0"0"0,1-2-164 0,1-1 82 0,0-1 41 0,2 1 41 0,-2 0 30 0,2-2 13 0,2 0 4 15,-1 0-31-15,1 0 25 0,0 0-23 0,-2 0 0 16,2 0 0-16,0 0 59 0,-2 0-30 0,1 0 0 16,1 0 49-16,-2 0-33 0,-1 0 0 0,3 0 43 15,0 0-41-15,-3 0 0 0,3 0-32 0,0 0 68 16,-2 0-34-16,2-2 8 0,0 0-43 0,0-4 25 16,0-1-1-16,0-1-24 15,2 1 38-15,4-1 8 0,-1 2-45 0,0 2 0 16,4-3 28-16,-1 4 0 0,2-2-28 0,-1 4-26 15,4 1 26-15,0 0-1 0,4 0 1 0,-4 0-24 16,5 9 7-16,2 5 17 0,-3 0 0 0,2 4-40 16,-6-3 38-16,2 3-10 0,-3 1-20 0,-2 5 2 15,-1-1-1-15,-4 0-14 0,-2 1-1 0,-2 0 25 16,-1-1 10-16,0-1-34 0,-4 1-1 0,-7-4 24 16,-5 0 3-16,2-5-26 15,-3 0 2-15,-3-3 17 0,2-1 3 0,-2-5-65 16,-2-2 30-16,2 1-10 0,1-1-30 0,2-2 28 15,0 1 1-15,4 0-150 0,4-1 84 0,-1 2 31 16,5-3 19-16,3 2-167 0,2-2 93 0,0 0 47 16,4 0 22-16,12 0-196 0,6-2 102 0</inkml:trace>
  <inkml:trace contextRef="#ctx0" brushRef="#br0" timeOffset="183833.96">5070 10069 749 0,'2'-16'0'0,"-2"5"0"0,0-1 0 0,-2-1 0 0,-10 2 0 0,3 0 0 0,-3 3 0 0,1 0 62 0,-2 4 0 0,2 3-21 0,-3 1 80 15,1 0-43-15,-3 5-23 0,-1 14 0 0,2 6 9 16,1 1 8-16,0 3-39 0,1 4-1 0,1 0 69 16,5 2-35-16,1-2 1 15,6-6 38-15,0 7-40 0,0-10 0 0,3 0-2 16,7-2-30-16,7-1 0 0,-6-6 8 0,10 4-52 15,0-4 22-15,1-2 0 0,3 1 22 0,2-4-214 16,-3 2 104-16,6-1 48 0,-4-1 29 0,2-3-456 16,1-1 222-16,-2-2 75 0</inkml:trace>
  <inkml:trace contextRef="#ctx0" brushRef="#br0" timeOffset="184122.2">5423 9872 830 0,'-15'-11'0'0,"3"10"0"0,0 1 0 0,0 0 0 0,-1 0 0 0,0 3 0 0,1 6 168 0,0 2-68 16,-1 5 118-16,1 3-92 0,3 3-39 15,1 6-31-15,0-1 44 0,8 6-33 0,-3-1-1 16,3 2-33-16,0-2 53 0,0 2-30 0,3-2-1 15,8-1-22-15,-1-2-33 0,1-1 33 0,1-5 8 16,6 0-108-16,-4-2 50 0,-1-4 25 0,4 0-228 16,1-4 107-16,-2-3 69 0,0-3 2 0,1-1-281 15,-1-6 134-15,-1 0 81 0,-1 0 20 0,0-6-89 16,-1-7 76-16,0 0 35 0,-5-5-1 0</inkml:trace>
  <inkml:trace contextRef="#ctx0" brushRef="#br0" timeOffset="184517.55">5604 9989 401 0,'0'-11'0'0,"0"3"0"0,0 2 0 0,0 3 0 0,-5 0 0 0,2 2 0 0,-1 1 397 0,0 0-174 16,1 1 56-16,0 15-124 16,3 0-60-16,0 5-32 0,0 4 1 0,0-3 72 15,0 10-56-15,0-4-9 0,0 0-1 0,3-1-37 16,3-4 8-16,2-1-41 0,0 0 0 0,3-4 33 0,0 0 0 15,-1-5 0-15,1-1-70 0,1-5 31 16,-2-2-100-16,2-3 58 0,1-2 36 0,-1 0 1 16,2-5-4-16,-1-15-126 0,1 1 69 0,-3-6-51 15,0-2 54-15,0 0 12 0,-3-3-5 0,-1-3 6 0,-1 2-60 16,0-1 41-16,0 2 3 0,-4 1 0 16,-1 7 31-16,1 1 9 15,0 6 102-15,-2 4-52 0,0 4-25 0,0 4 0 16,0 0-34-16,0 1 289 0,0 2-133 0,-2 0 136 15,0 8-122-15,1 4-44 0,1 7-29 0,0 0 9 0,0 7 53 16,0-1-42-16,0 1-22 0,3-2 39 0,1 0-21 16,3 3-9-16,-1-6-100 0,1 1 35 15,-1 1 1-15,1-3 33 16,-2 1-243-16,0 0 117 0,-1-2 64 0,1-2-444 0,-1-2 233 16,0-6 96-16,-1 0 58 0,2-5-182 15,2-2 118-15,1-2 59 0</inkml:trace>
  <inkml:trace contextRef="#ctx0" brushRef="#br0" timeOffset="184701.56">6067 10190 936 0,'4'2'0'0,"-1"2"0"0,-3-3 0 0,2 3 0 0,0-2 0 0,-2 2 0 0,0 1 104 0,0 1 151 0,0-1-103 0,0 7-63 0,0-1-29 15,-2 1-36-15,0 4 9 16,-3 0 0-16,-1 2 8 0,-1 0-193 0,-1 2 93 0,2-4 45 0,1 0-105 15,0-7 84-15,-1 2 30 0,2-5-1 16,2-3-340-16,0-2 148 0,2-1 96 0,0 0-18 0</inkml:trace>
  <inkml:trace contextRef="#ctx0" brushRef="#br0" timeOffset="184998.97">6166 10046 953 0,'5'-9'0'0,"0"6"0"0,-1 1 0 0,0 2 0 0,0 0 0 0,-1 0 0 0,-1 0 66 0,1 14-34 0,-1 0 290 16,4 8-145-16,0 3 40 16,0-3-83-16,-1 9-55 0,2-3-23 0,-1 0-1 0,0 2-23 15,2-3 1-15,-5-4 8 0,4-1-76 0,-1-4 34 16,0-3-1-16,1-5-69 16,-3-3 52-16,2-1 34 0,0-6-8 0,3 0-42 15,-1-4 17-15,2-17 20 0,0-3-35 0,2-2 22 16,-4-5-19-16,3-2 31 0,-1-3-18 0,1-5 22 15,1 1-14-15,-2 3 5 0,0-10-82 0,-1 6 40 16,-1 6 0-16,-4 2-43 0,0 9 37 0,1 1-4 16,-5 10 35-16,0 0-81 0,0 7 34 15,0 3 20-15,0 0-21 0,0 3-178 0,0 3 111 0,0 10 52 16,0 3-188-16,0 2 119 0,3 2 61 16</inkml:trace>
  <inkml:trace contextRef="#ctx0" brushRef="#br0" timeOffset="185189.03">6616 10132 1247 0,'0'5'0'0,"0"2"0"0,0-1 0 0,0 0 0 0,0-2 0 0,0 1 0 0,0 1 0 0,0 2 195 0,0-1-82 0,0 3-31 16,0 2 52-16,0 2-50 15,-1 3-26-15,-4 1 1 0,2 3-145 0,-3 0 72 0,-2 5-89 16,3-8 68-16,-3 6 34 0,2-6-313 0,0 1 171 0,4-2 93 15,-1-9 35-15,3 3-28 0,0-5 28 0</inkml:trace>
  <inkml:trace contextRef="#ctx0" brushRef="#br0" timeOffset="185589.01">6751 10106 1064 0,'5'-5'0'0,"1"3"0"0,1 2 0 0,-4 0 0 0,-1 0 0 0,-1 7 110 15,3 2-31-15,-1 5-8 0,-1 3-38 0,4 8 239 16,-2-3-119-16,0 4-19 0,0-1-42 0,1 7-34 16,-1-3-57-16,2-5 32 0,1-4 0 0,1-1 0 15,-1-2-72-15,2-4 33 0,4-4-1 16,-7-5 39-16,6-2 1 0,-1-2-156 0,2 0 86 16,0-17 18-16,2-9-113 0,-2-2 51 15,1-4-193-15,-1 0 233 0,1-3 18 0,-1 0-12 16,-2 2 10-16,1 1-23 0,-3 4-13 0,0 7 26 15,-1 0-6-15,-4 11 69 0,0 2-30 0,-2 4-1 0,0 2 113 16,-1 2-64 0,2 9-42-16,-3 11-3 0,0 5 246 0,0 1-116 0,0 1-65 0,0-2 100 15,1-3-66-15,4 0-25 16,0-3-21-16,4-2-1 0,0-5-20 0,1-5 0 0,0-2-18 16,3-3-25-16,-2-2 21 0,0 0 1 15,-2-2 20-15,4-12-55 0,-7-5 24 0,3-4-1 16,-3 4 33-16,-2-3-37 0,0-3-730 0,-1 2 700 15,-2 0 2-15,1 0 4 0,-2 2 14 0,1 3-33 0,-1-1-294 16,2 2 147-16,2 0 84 0,5 2-98 16,-1 0 87-16,0-2 45 0</inkml:trace>
  <inkml:trace contextRef="#ctx0" brushRef="#br0" timeOffset="185785.61">7356 9773 521 0,'3'-8'0'0,"1"6"0"0,-2 0 0 0,0 1 0 0,-1 1 97 0,2 0-31 0,-2 0 279 0,4 0-148 15,-2 0-86-15,5 11-39 0,2 0 0 0,1 2 337 16,0 4-189-16,5 6-85 0,-1 2 256 0,-2 0-180 16,3 3 95-16,-5 4-136 0,-1 4-69 15,-2 2-26-15,-4 9-8 0,-2-5-34 0,-2 4 11 0,0 1-11 16,-9-2-170-16,-2-8 92 16,-6 10 36-16,-1-9 20 0,0-8-431 0,-6 0 226 15,-1-1 114-15,0-7-694 0,-1-1 372 0,1-3 185 16,-2-3 92-16</inkml:trace>
  <inkml:trace contextRef="#ctx0" brushRef="#br0" timeOffset="186465.42">7934 10225 873 0,'0'-3'0'0,"0"0"0"0,0 2 0 0,0-1 0 0,0 0 0 0,0 2 0 0,0 0 143 0,0 0-55 0,0 0 50 15,0 0-56-15,0 0-25 0,0 4 0 0,0 6 44 16,0 2-34-16,0 5 8 0,0 2-43 0,0 1-48 15,-3-1 24-15,-2 2 0 0,1 0 25 0,-3-4-173 16,2-3 82-16,1-4 46 0,1 0-307 0,-2-3 143 16,3-3 90-16,2-2 1 0,0-2-136 0</inkml:trace>
  <inkml:trace contextRef="#ctx0" brushRef="#br0" timeOffset="186664.36">8058 9987 1754 0,'5'-2'0'0,"-2"0"0"0,0 2 0 0,4 0 0 0,-5 4 0 0,5 7 0 0,0 4 0 0,4 2 0 0,3 0 157 0,2 5-66 15,3-5 157-15,-1 3-108 0,5-5-53 0,-2-1-27 16,-3-2-64-16,2 3 15 0,-1-2 0 0,-3 0-104 16,0-2 63-16,-2 0 31 0,-5-2 8 15,1 3-378-15,-2-6 201 0,-5 1 96 0,1-3-507 16,0-2 256-16,-1-2 137 0,2 0 81 0</inkml:trace>
  <inkml:trace contextRef="#ctx0" brushRef="#br0" timeOffset="186908.7">8450 9754 589 0,'0'-8'0'0,"0"6"0"0,0 1 0 0,0 1 0 0,0 0 376 0,0 7-172 15,-3 10-85-15,-5 4 261 16,1 7-173-16,-3 6-80 0,-1 11-50 0,0 3-23 0,-4 13 109 15,1-2-65-15,-4 6-33 0,1-7 127 0,-4 17-83 0,2-6-39 16,-1-1 1-16,-1-3-16 0,2 1 0 0,4-9-14 16,-6 9-149-16,7-15 71 0,-2-1 35 15,2-7-1-15,5-9-222 0,1-4 137 0,0-4 56 16,5-4-181-16,1-5 108 0,2-5 8 16,0-5 42-16,0-2-49 0,0-4-236 0,0-1 153 15,2 0 78-15,3-4-243 0,6-11 161 16,1-5 70-16</inkml:trace>
  <inkml:trace contextRef="#ctx0" brushRef="#br0" timeOffset="187201.48">8714 9872 898 0,'0'-9'0'0,"0"3"0"0,0 5 0 0,0-1 0 0,-2 0 0 0,-2 2 0 0,-1 0 213 16,-5 0-93-16,2 11 182 15,2 6-134-15,-2 8-68 0,0 2 47 0,2 5-49 0,-1 4-37 16,3 7 1-16,2-1-29 0,-1-9 52 16,3 7-26-16,0-2 9 0,0-3-75 15,3-2 0-15,6-1 40 0,3-5 0 0,-1-7-189 16,2 1 91-16,1-4-265 0,-2-4 173 0,1-5 65 0,1-3 48 15,-3-4-16-15,4-1-299 0,-2 0 164 16,1-6 81-16,0-9 40 0,2-5-120 0,-5 0 73 16</inkml:trace>
  <inkml:trace contextRef="#ctx0" brushRef="#br0" timeOffset="187588.55">8951 9957 467 0,'0'-10'0'0,"0"6"0"0,0 3 0 0,0-1 0 0,0 0 0 0,-2 2 376 0,2 0-176 0,-3 7-83 16,3 9-43-16,-2 4 191 0,2 6-117 0,0 1 65 16,0 2-94-16,0 4-44 0,0-3-20 0,0-2-1 0,2-1-44 15,6-7 8 1,-1 1 15-16,5-4-1 0,2-4-33 0,0-4-1 16,-1-2-87-16,4-4 69 0,-2-3 22 0,0 0 1 15,3 0 30-15,-1-14-156 0,1-3 71 0,-5-1 4 0,4-8-118 16,-5-1 63-16,0 1 44 0,-3-4-95 15,1-5 61-15,-5 0 18 0,1-6 8 0,-2 1-3 16,0 7 1-16,-2-3 36 0,-1 4 0 0,-1 11 13 16,0 0 8-16,0 10-21 0,0 2 0 0,0 5 237 15,-3 4-119-15,-3 0-65 0,1 8 300 16,-2 13-146-16,4 3-86 0,-1 4 189 16,4 4-122-16,0 0-52 0,0 3-40 0,0 1 23 15,0 0-27-15,2-2 0 0,5-2-26 0,1-6-26 0,2 2-7 16,0-3 33-16,2-7-242 0,-3 3 121 15,2-4 60-15,1-4 39 16,-3-1-461-16,1-5 200 0,0 0 123 0,-3-4-377 0,0-3 235 0,0 0 111 16,2 0 66-16</inkml:trace>
  <inkml:trace contextRef="#ctx0" brushRef="#br0" timeOffset="187862.84">9500 10042 917 0,'0'0'0'0,"0"0"0"0,0 0 0 0,0 0 0 0,0 0 0 0,0 0 0 0,0 0 0 0,-2 0 178 0,2 0-72 0,0 0 176 15,-2 1-117-15,1 7-70 0,-3-1-31 0,2 4-13 16,-1 1-18-16,-1 3 0 0,-2 0-66 0,1 0-104 0,-1 3 85 16,0 0 42-1,1-1-153-15,-1-3 98 0,3 0 58 0,-4 1-440 0,4-6 187 16,1 0 124-16</inkml:trace>
  <inkml:trace contextRef="#ctx0" brushRef="#br0" timeOffset="188187">9597 9955 794 0,'2'-12'0'0,"-1"7"0"0,1 1 0 0,0 1 0 0,0 0 0 0,0 0 0 0,-1 1 389 0,1 2-178 16,2 0-90-16,3 0 217 0,1 0-145 0,3 5-84 16,-3 7-38-16,3 3-1 0,-3 4 47 15,-1 5-43-15,-2-1 36 0,4 7-43 0,-3-3 0 0,-3 2-35 16,0-3 1-16,1-5-44 0,0 0 30 15,-1-3-64-15,4-3 39 0,-4-4 0 0,1-2 39 16,0-4 0-16,-1-1-48 0,1-4 20 0,2 0-7 16,2 0 0-16,3-18-8 0,0-4 24 0,2-4-28 0,0-5 83 15,4-8-29-15,0 0 0 16,0-4-117-16,1-4 45 0,0-2 8 16,1-2-211-16,-3 4 113 0,-4 10 59 0,-1 1 21 15,-6 10 1-15,-1 7-176 0,-2 2 93 16,0 6-86-16,-2 4 88 0,0 4 45 0,0 3 22 15,0 0-136-15,-6 12 83 0,1 5 38 0,-1 7-1 0,1-2-323 16</inkml:trace>
  <inkml:trace contextRef="#ctx0" brushRef="#br0" timeOffset="188432.34">10036 10181 562 0,'0'0'0'0,"0"0"0"0,0 0 0 0,0 0 0 0,0 0 0 0,0 0 308 16,0 3-137-16,0 1-69 0,0 0 161 0,0 3-107 0,0 1-66 16,0 1-29-16,0 3-11 0,0-1-17 15,0 2-1-15,-2-1 9 0,-5 2-169 0,0-2 80 16,0 3 40-16,0-5-113 0,1-2 84 0,1-1 32 15,0-3-1-15,4 0 38 0,-1-4-461 0</inkml:trace>
  <inkml:trace contextRef="#ctx0" brushRef="#br0" timeOffset="188814.73">10218 9957 2045 0,'2'-2'0'0,"-2"2"0"0,0 0 0 0,0 7 0 0,0 9 0 0,0 4 0 0,0 3 0 0,0 7 0 0,0 0 0 0,0 0 0 0,-2-1 0 0,2 0 182 16,0-6-66-16,0 1-46 0,2-5 0 0,5-2-70 16,2-6-1-16,3-3 34 0,-3-8-134 0,10 0 62 15,-4 0 37-15,2-17-1 16,2-6-127-16,0-1 82 0,-3-7 48 0,0-1-142 16,1-1 50-16,-1-9 44 0,0 5-17 0,-5 5 15 15,0-4-25-15,1 4 46 0,-3 10-16 0,-4-1 65 0,-1 12-28 16,-1 2 0-16,-1 3 201 0,1 2-101 0,-3 4-41 15,0 0 94-15,0 19-60 16,0 6-37-16,-6 2 3 0,4-2-4 0,0 3 58 16,0-1-37-16,2 1-15 0,0-2-43 0,0-7 8 0,6-2 15 15,6-2 0-15,0-2-34 16,2-6 1-16,2-3 32 0,2-4-67 0,-2 0 27 16,1-2 6-16,3-10 1 0,-4-5-33 0,-2-4 25 0,0 2-13 15,-1-7-20-15,-6 7 19 0,1-4 0 16,-2 3 16-16,-2-1-278 0,-3 0 125 0,1 3 74 0,0-1 25 15,-2 2-462-15,0 0 245 0,2 0 115 0,0 2-155 16</inkml:trace>
  <inkml:trace contextRef="#ctx0" brushRef="#br0" timeOffset="188992.29">10789 9671 773 0,'3'-3'0'0,"4"0"0"0,0 1 0 0,0 1 0 0,1 1 194 0,0 0-80 0,3 0-41 0,1 6 0 0,2 5 474 16,1 8-250-16,2 5-135 0,-2 2-65 15,0 5 414-15,0 2-239 0,-3 11 14 0,-5-7-117 16,-5 13-73-16,-2 0-32 16,0 0-197-16,-8 3 83 0,-7 1 41 0,-7 3 29 0,-8 4-8 0,-5-4-565 15,-4-4 293-15,-2 1-281 16,-1-6 236-16,5-4 158 0</inkml:trace>
  <inkml:trace contextRef="#ctx0" brushRef="#br0" timeOffset="189554.84">11431 10218 408 0,'0'-4'0'0,"0"-2"0"0,0 5 0 0,0-1 0 0,0 0 0 0,0 2 0 0,0 0 249 16,-2 0-100-16,1 0-62 0,-1 0-27 0,0 0 124 16,0 0-76-16,-2 0-37 0,3 9 8 0,-5 4-77 15,0 2 31-15,0 3 0 0,1 2-134 0,-1 3 67 16,-1-3 41-16,1-1-127 0,0-2 76 0,4-7 38 15,1-1 1-15,1-6-388 0</inkml:trace>
  <inkml:trace contextRef="#ctx0" brushRef="#br0" timeOffset="189959.92">11557 9868 1362 0,'0'-3'0'0,"0"1"0"0,0 2 0 0,0 0 0 0,4 0 0 0,7 0 0 0,2 0 0 0,5 0 0 0,2 0 219 0,4 0-97 0,6 0-45 16,2 0 124-16,4 0-84 0,-3 0-42 0,6 0-12 16,-4 0-31-16,-3 0 1 15,0 2 0-15,-6-2-103 0,-6 2 51 0,1 2 35 16,-5-1-9-16,-7 3-80 0,0 1 54 0,-7 5 25 16,0 4-23-16,-2 5 6 0,-6 7-6 0,-10 2 171 15,-5 8-79-15,0-1-31 0,-4 5-8 0,0 1 38 16,-3 2-22-16,-1 2-1 0,-1 0 1 0,0-2-52 15,2 0 14-15,3-9 27 0,1-1-78 0,4-4 35 16,6-11 0-16,1 1 35 0,3-6-33 16,5-6 35-16,1-3-31 0,2-2 88 0,2-2-41 15,0-2 0-15,0 0-41 0,0 1 29 16,2-1-13-16,10 0-2 0,3 0 14 0,7 0 54 16,-2 0-22-16,1-1 7 0,8-5-48 0,-1-1 4 15,-2-1 0-15,3 0-77 0,-1 1 38 0,-8 1 9 16,4 1 30-16,-1-2-333 0,-3 6 148 0,-1-2 81 15,-1 0 23-15,-7 2-470 0,0-1 241 0,-1 2 122 16,-5 0 62-16,-3 0-366 0,0 0 213 0,-2-2 99 16,0-4-97-16,0-4 105 0</inkml:trace>
  <inkml:trace contextRef="#ctx0" brushRef="#br0" timeOffset="190124.58">11764 10192 1087 0,'-16'-4'0'0,"4"2"0"0,3 0 0 0,1-1 0 0,2 3 0 0,2 0 0 16,4 0 0-16,0 0 0 0,0 0 319 0,6 0-143 0,11 0-71 0,6 0-29 0,3 0 195 16,1 0-119-16,4 0-60 0,0 0-29 15,0 3-114-15,-5 3 50 0,6 1 13 0,-2 1-200 16,-2 1 111-16,0 0 54 0,-1 1-533 16,-4-3 296-16</inkml:trace>
  <inkml:trace contextRef="#ctx0" brushRef="#br0" timeOffset="190345.01">12442 9835 1086 0,'-16'-2'0'0,"2"2"0"0,-1 0 0 0,-4 2 0 0,0 13 0 0,-3 6 54 0,1 7 321 0,0 9-171 15,7 2 27-15,0 3-98 0,7-4-43 0,1 13-32 16,6-10 0-16,0 4 72 0,2-4-49 0,11-3-23 15,0-6-161-15,7 1 65 0,1-1 35 0,2-4 0 16,0-3-375-16,1-3 206 0,-3-7 110 16,7 0 44-16,-7-8-553 0,1-1 242 15,-1-6 148-15</inkml:trace>
  <inkml:trace contextRef="#ctx0" brushRef="#br0" timeOffset="190744.94">12615 9932 575 0,'-8'-9'0'0,"4"5"0"0,2 3 0 0,-1-2 0 0,-3 3 317 0,3 3-143 0,-1 15-62 0,4 8-44 0,0 6 195 16,0 8-115-16,0-1-57 0,0 5-30 0,0-9 9 16,4 6 38-16,3-3-38 0,2-5 1 0,1-1-77 15,-1-13 0-15,4 4 47 0,2-8-42 0,2-4 0 0,-2-3 34 16,0-6 0-16,2-2-104 0,0-2 60 15,4-17 18-15,-2-4-180 0,-3-6 79 0,0-4 52 16,0-6-150-16,-4 6 86 16,-1-16 34-16,-2 9 25 0,1-4-7 0,-5 2-36 15,1 0 28-15,-3 6-6 0,-1 1 9 0,0 3 26 0,-2 12 0 16,0-1 0-16,0 10 165 0,0 1-91 16,0 4-33-16,-4 5 292 0,-3 1-146 0,4 4-82 15,-3 16 174-15,0 1-108 0,2 9-41 0,2 1-32 16,0 3 68-16,2 9-50 0,0-3-25 0,0-2 8 15,0 1-34-15,0 0 23 0,0-1 0 0,0-3-73 16,6-2 25-16,0-2 9 0,3-1 17 0,0-3-1 16,2-3-337-16,-2-3 168 15,2-2 61-15,-1-4-488 0,2-2 250 0,1-5 142 0,1-6-285 16,-1-2 212-16,0 0 106 0</inkml:trace>
  <inkml:trace contextRef="#ctx0" brushRef="#br0" timeOffset="190923.47">13116 10169 969 0,'0'-6'0'0,"0"5"0"0,0-3 0 0,0 2 0 0,0 0 0 0,0 0 66 15,0 2 119-15,0 0-67 0,0 4 95 0,0 9-90 16,0 4-45-16,0 2-23 0,0 5-53 0,-2-1 9 16,-1 5 22-16,-1-3 0 0,0-4-1 0,0 2-233 15,-2-2 125-15,3-4 50 0,1 0-363 0,0-8 210 0,0-1 62 16,2-4-320-16,0-4 189 0</inkml:trace>
  <inkml:trace contextRef="#ctx0" brushRef="#br0" timeOffset="191188.13">13255 9934 927 0,'0'-5'0'0,"0"4"0"0,0 1 0 0,0 0 0 0,0 6 0 0,0 9 195 0,0 8-80 0,0 0-42 16,0 8 1-16,2 1-42 0,2 0 233 0,0 4-84 15,3-2-75-15,-1 2-36 0,1-4 0 0,1-3-80 16,-2-5 30-16,1 0-8 0,0-6 20 16,-1-5 1-16,0-6-29 0,1-3 28 15,1-4 9-15,1 0-18 0,4-18 9 0,0-8 1 16,4-10 0-16,0-2 35 0,-4 1 8 0,6-15-130 16,-4 4 40-16,0-4 18 0,-2 1 0 0,2 2-199 15,-5 10 107-15,-1-1 47 0,-2 7 27 0,-3 8-12 16,0 4-248-16,-1 10 119 0,-2 0 64 0,-1 6-120 15,0 4 90-15,0 1 43 16,0 0-291-16,0 15 168 0</inkml:trace>
  <inkml:trace contextRef="#ctx0" brushRef="#br0" timeOffset="191411.05">13676 10173 1433 0,'-11'0'0'0,"7"0"0"0,4 0 0 0,0 0 0 0,-3 0 0 0,2 0 144 0,1 0-55 0,0 0-28 0,0 0 114 15,0 8-75-15,0 4-33 0,0 3 22 0,0 5-28 0,0-2 0 16,0 7-20-16,0 1-160 0,-4-5 76 16,-1-1 38-16,1-1-265 0,-2-2 151 0,3-6 84 15,-1-2 30-15,2-3 0 0,-2-1-503 0,4-5 244 16,0 0-46-16,0-3 131 0</inkml:trace>
  <inkml:trace contextRef="#ctx0" brushRef="#br0" timeOffset="191790.03">13815 10055 1475 0,'0'-6'0'0,"0"3"0"0,0 0 0 0,0 3 0 0,0 0 0 0,-3 3 0 0,2 9 0 0,-5 8 0 0,1 8 228 0,1-1-97 0,-1 5-49 0,1 0 170 16,4 0-109-16,0-4-47 0,0 4-18 15,0-11-22-15,0-1-1 0,2-1-22 0,5-6-1 0,0-7-45 16,5 0 19-16,3-6-52 0,2-2 39 16,3-15 1-16,1-9 38 0,0-2 9 15,-1-5-8-15,3-6-165 0,-4 0 49 0,-3-4-179 16,2 2 109-16,-5 1 69 0,2 0 5 0,-4 8 29 0,-4 10-70 16,-1 1 44-16,-2 10 168 0,-2 3-71 15,0 5-23-15,-2 3 1 0,0 5-32 0,-2 18 80 16,-8 5-39-16,3 4 201 0,0 4-97 0,3-1-61 15,2-2 0-15,2-2-26 0,0-7 150 0,0-1-68 16,2-3-24-16,9-6-33 0,0-3-17 16,4-7 0-16,0-2-21 0,6-2 9 15,2-4 11-15,-2-13 1 0,-3-2-62 0,1-3 31 16,-5 3 8-16,2-10 23 0,-3 7-55 0,-6 2 24 16,-1-3-294-16,0 1 148 0,-4-1 63 0,0 4 40 15,-2-2 5-15,0 3-507 0,0-1 255 0,0 4 127 16,-4 5-346-16,2-5 241 0,0 5 116 0</inkml:trace>
  <inkml:trace contextRef="#ctx0" brushRef="#br0" timeOffset="191978.76">14315 9793 517 0,'3'-4'0'0,"5"3"0"0,1-1 0 0,-3 0 0 0,1 0 0 0,-1 1 395 0,3 1-181 0,1 0 283 16,1 3-232-16,2 10-116 0,0 6-50 0,2 5-38 15,-3 7 154-15,1 8-91 0,-8 0-46 0,-3 7-23 0,-2 5 209 16,0 1-120-1,-2 0 18-15,-9 1-65 0,-2-2-32 0,0-2 0 0,-2-10-24 0,-6 7-145 16,4-8 68-16,2-7 35 0,-2-5-382 0,8-9 208 16,2-6 112-16,1-4 34 15,2-2-682-15,3-4 331 0,1-1 173 0,0-11-206 0</inkml:trace>
  <inkml:trace contextRef="#ctx0" brushRef="#br0" timeOffset="192215.16">14623 9781 1560 0,'0'-14'0'0,"3"7"0"0,1-1 0 0,1 0 0 0,1 3 0 0,0 3 0 0,0 0 151 0,1 0-52 16,4 2-37-16,3 0 354 0,-2 15-192 16,6 6-95-16,-4 7 287 0,2 8-196 0,-3 2-93 0,0 4 49 15,-5 3-71-15,-1 3-37 16,-5 3 9-16,-1-1 188 0,-1 1-265 0,-1-1 0 0,-12 3 0 15,-4-4 0-15,-2-1 0 0,-2-1 0 16,-3-3 0-16,-4-3 0 0,-3-5-507 16,1-2 306-16,6-12-817 0,6-3 497 0,2-5 244 0</inkml:trace>
  <inkml:trace contextRef="#ctx0" brushRef="#br0" timeOffset="197453.01">16099 9928 440 0,'0'0'0'0,"0"-3"0"0,-2 1 0 0,2 0 0 0,0 2 0 0,0 0 0 0,0 0 0 0,0 0 145 15,0-2-57-15,0 2-27 0,0 0 44 0,0 0-37 16,0 0 9-16,0 0-44 0,0 0 26 0,0 0-26 15,0-1-1-15,0 1 36 16,0 0-27-16,0-3-8 0,0 3 0 0,0-2 39 16,0 2-39-16,0-1-1 0,0 1 9 0,2-2 20 15,-2 2 0-15,0-2-28 0,0 0-15 0,0 1 15 16,0-1 8-16,0 2-8 0,0 0-10 0,0-2 10 16,0 2 0-16,0-2-47 0,0 2 32 0,0 0-8 15,0-2 19-15,0 2-30 0,0-2-10 0,0 0 38 16,0-1-11-16,0 3-43 15,0-1 16-15,0 1 0 0,0 0 12 0,0 0 7 16,0 0 0-16,0 0 3 0,0 0 25 0,0 0 0 16,0 0-26-16,0 0 36 0,0 0-28 0,0 0-5 15,0 0 6-15,0 0-9 0,0 0 10 0,0 0 0 16,2 0 5-16,-2 12-10 0,0 0 6 0,0 7-3 16,0 6 2-16,0 5 34 0,0 4-6 0,0 7-29 15,-2 0 46-15,0 2-21 0,0 1 3 16,1-6 15-16,1 1-2 0,0-1-32 15,0-5 9-15,1-3-25 0,7-5 28 0,1-7 1 16,3 0-8-16,0-4-30 0,1-3 2 0,3-5 27 16,-2-4-73-16,2-2 40 0,0 0 5 0,1-2-1 15,4-16-96-15,-4-5 53 0,0-3 19 0,-2-5-166 16,0-2 84-16,-2-3 49 0,-2-7 10 0,-1 1-153 16,-3-1 75-16,1 4 39 0,0-9 22 0,-1 2-26 15,-2 9 26-15,1 0 1 16,-1 4 29-16,-3 9-10 0,3 3 8 0,-3 8 137 0,-2 2-69 0,0 3-34 15,0 4 0-15,0 3 191 16,0 1-93-16,0 0-59 0,-7 13-2 0,4 5 138 16,-1 7-65-16,0 1-43 0,2 6 7 0,2 1 36 15,0 7-39-15,0 3 0 0,0-1 58 0,0-7-41 16,6 5-32-16,1-2 0 0,3-2 67 0,-1-3-46 16,2-4-23-16,-1-4-50 0,-1 0 28 0,2-3 0 15,-1-3 0-15,0-2-136 16,-1-4 69-16,-4-6 41 0,2 1-8 0,-4-4-345 0,-1-1 165 15,2-3 95-15,-3 0 14 0,1 0-270 0,2-1 159 16,1-7 75-16,2-5-389 0,0 0 233 16,0-4 115-16</inkml:trace>
  <inkml:trace contextRef="#ctx0" brushRef="#br0" timeOffset="197787.11">16696 10078 786 0,'-4'0'0'15,"1"0"0"-15,1 0 0 0,0 0 0 0,0 0 0 0,2 0 0 0,-2 0 0 0,2 0 0 0,-1 0 325 0,1 0-146 0,0 0-73 0,0 0-29 0,0 0 207 16,3 0-125-16,6 0-64 0,2 0 119 0,5 0-91 15,0 0-37-15,3 0 136 16,2-3-95-16,-1-1-46 0,3 1-25 0,4-2 18 0,-6 4-12 16,7-1-9-16,-5 0-20 0,-2 1-80 0,2-1 40 15,-1 2 0-15,-1-2 48 0,-2 2-238 0,-3 0 115 16,0 0 58-16,-6 0-151 0,0 0 51 16,-2 0 65-16,-3 0-385 0,-1 0 206 0,-2 0 103 15,0 0 51-15,-2 0-300 0,0 0 168 0,0-2 95 16,0-3 44-16</inkml:trace>
  <inkml:trace contextRef="#ctx0" brushRef="#br0" timeOffset="198073.7">16991 9856 1068 0,'-2'-6'0'0,"-3"4"0"0,4 0 0 0,-3 0 0 0,2 1 0 0,2-2 0 0,-2 2 0 0,2 1 204 0,0 0-85 0,4 0-43 15,8 0 200-15,1 0-121 0,4 5-53 0,-1 3 48 16,3 1-58-16,0 2-30 15,0 0 0-15,0 1 50 0,3-1-32 0,-1-2-8 16,0 1-39-16,-1-3 4 0,-1 3-4 0,-5-3 8 16,2-1-9-16,-5 1-72 0,-1 1 37 0,-3-3-1 15,-3 3-34-15,-2-1 43 0,-1 1 5 0,-1 2-36 16,0 5 13-16,-10-1 0 0,-6 6 5 0,1-4-5 16,-5 7 7-16,1-1 13 0,-2 0-15 0,-1 1-45 15,1-2 22-15,4-4 1 0,-2 1-158 0,3 0 88 16,0-3 38-16,3-6 24 15,8-2-269-15,-2-2 129 0,4-2 77 0,3-3-94 16,0 0 81-16,0 0 41 0,3 0-1 0,8-2-296 0</inkml:trace>
  <inkml:trace contextRef="#ctx0" brushRef="#br0" timeOffset="198721.17">17575 9878 334 0,'0'-4'0'0,"0"2"0"0,0 1 0 0,0 1 0 0,-2-3 113 0,2 3-40 0,-2 0 7 16,2 0 95-16,0 0-72 0,0 0-35 0,0 0 0 15,0 0 54-15,0 0-37 0,0 0-30 16,0 0 112-16,0 0-68 0,-2 0-33 15,0 0 1-15,0 0 89 0,0 0-65 0,0 0-29 16,0 0 0-16,1 0-5 0,-1 3 1 0,0-2-17 16,0-1 17-16,0 2 1 0,1 0-26 0,-1 0-1 15,0-2 18-15,0 2-9 0,2-2-8 0,-2 2 21 16,-1-1 0-16,2 1-22 0,-1 0 9 0,0 4 8 0,0 2-17 16,2-1 1-16,-2 4 0 0,2 1 39 0,0 2-31 15,0 3-8-15,0 2 10 0,0 6-10 16,0 1-1-16,2 0-21 15,2-2 8-15,2 9 14 0,2-8 0 0,-3 4-77 16,2-2 37-16,3-1 14 0,-1-5 7 0,1 0-65 0,0-2 36 16,2-1 9-16,1-4 0 0,1-3 55 0,-2-3-33 15,4-4-17-15,-1-4 48 0,2 0-44 0,1-4 7 16,1-12-5-16,-1-6-27 0,2-6 2 16,-3 0 30-16,-1-2-197 0,0-4 93 0,-5 1 44 0,0-4 23 15,-1-7-233-15,-3 3 118 0,-2-2 40 16,-1-1 35-16,-2 9-111 0,0-3 65 15,0 8 44-15,-2 7 53 0,0 3-16 0,0 5-1 16,0 3 201-16,0 6-108 0,0 3-43 0,0 1-24 16,-4 2 308-16,0 0-160 0,2 10-45 0,-1 11-53 15,-1 5 210-15,1 4-111 0,1 4-47 0,0 3-31 16,0 8 71-16,2-8-43 0,0 9-34 0,0-4 30 16,0-7-28-16,0 2 0 0,2-3-27 0,5-8-22 15,4 7 22-15,3-9 0 16,-5-6 0-16,4 2-87 0,2-6 44 15,-2-1 29-15,2-5-288 0,0-1 146 0,-1-3 45 0,-2-2 45 16,0-2-542-16,-1 0 263 0,2 0 144 0,-1-2-435 16,-1-3 285-16,0-7 143 0,-1-1 71 0,1-5-174 15</inkml:trace>
  <inkml:trace contextRef="#ctx0" brushRef="#br0" timeOffset="198887.83">18117 10068 1262 0,'-2'-15'0'0,"1"2"0"0,-1 3 0 0,0 1 0 0,0-1 0 0,2 3 0 0,0 1 0 0,0 1 253 0,0 1-111 0,0 0 132 0,11 0-121 16,5 1-52-16,6 0-38 0,2 0 261 0,2 1-146 16,1 0-73-16,1 1-36 0,-5 1 74 0,9 0-59 15,-8 0-26-15,-5 0-242 0,2 0 108 0,-5 3 55 16,-1 2-489-16,-4 3 268 0,-3-2 137 0,-2-1 27 16,-2-1-326-16,-2 0 144 0,-2-2 106 0</inkml:trace>
  <inkml:trace contextRef="#ctx0" brushRef="#br0" timeOffset="199097.03">18277 9735 1760 0,'0'4'0'0,"-2"-3"0"0,-2 3 0 0,1 0 0 0,-3 2 0 0,2 0 0 0,1 3 0 0,1 4 0 0,2 4 0 0,0 6 272 0,0 1-120 0,0 4-51 0,0 6 283 15,2 0-175 1,0 3-88-16,1 1 41 0,1 5-65 0,-2-7-23 0,0 8-9 15,-1-3-89-15,-1-6 29 0,0 1-1 0,0-3 29 16,0-8-347-16,0-1 169 0,0-5 89 0,0-10-504 16,2 1 282-16,0-8 59 0,4-2-361 0,0 0 278 15,1-13 135-15</inkml:trace>
  <inkml:trace contextRef="#ctx0" brushRef="#br0" timeOffset="199588.72">18655 9882 997 0,'4'-8'0'0,"-3"6"0"0,1-2 0 0,-2 3 0 0,0-1 0 0,0 0 0 0,0 2 242 0,0 0-105 15,-2 0-52-15,-7 11 283 0,-3 4-167 0,1 4-77 16,-4 5-49-16,0 2 128 0,-2 5-85 16,1-1-43-16,-2 0-74 0,2-1 8 0,0-1 23 0,2-5 1 15,2-2-30-15,1-2 29 16,2-2 1-16,4-7 8 0,-2-1 11 0,3-4-20 15,3-1 1-15,-1-2 49 0,2 0-24 16,0-2 8-16,0 0 78 0,-2 0-55 0,2 0-29 0,0 0 1 16,0 0 29-16,0 0-20 0,0 0-8 0,0 0-29 15,7-2-42-15,5-2 21 0,3-1 0 0,0 1 29 16,3 2-67-16,2-2 29 0,1 3 1 0,-1 1-29 16,4 0 28-16,-1 0 9 0,3 0-21 0,-2 3-131 15,1 5 53-15,-4-1 46 16,-1 1-76-16,1 1 51 0,-4 0 12 0,-2 1 0 15,-2-3 55-15,-4 0-22 0,-1 0-13 0,-5-4 4 16,-1 1 58-16,0-2-25 0,0-2 2 0,-2 0 9 16,0 0-9-16,0 0-5 0,-4-7 9 0,-3-8 133 15,0 1-60-15,-1-2-40 0,-2-7-8 0,3 2 2 16,-4-9-7-16,1 0-14 0,1-6-182 0,-2-3 87 16,-1 1 43-16,3 5 23 0,-2-5-224 0,-1 4 112 15,3 2 37-15,-2 6-9 0,3 6 20 0,-3 3 14 16,4 1 69-16,1 9 1 15,0 0-39-15,2 2 0 0,2 4-62 0,1 1 24 16,1 0 7-16,0 7 31 0,0 6-317 0,7 4 159 16,5 0 79-16,2 0 32 0,5 2-442 0</inkml:trace>
  <inkml:trace contextRef="#ctx0" brushRef="#br0" timeOffset="199988.65">18915 9908 636 0,'2'-2'0'0,"2"2"0"0,-2 0 0 0,1 0 0 0,-2 0 0 0,-1 0 0 0,0 7 506 0,0 8-241 0,0 0-116 0,0 4-58 15,0 8 353-15,2-3-205 0,0 6-96 0,2 0-58 16,1 4 140-16,2-1-95 0,3 2-49 0,-2 2-15 16,1 1 8-16,0-3-41 15,3-2-163-15,1-5 81 0,0-10 41 0,2 1 0 16,0-4-31-16,0-8 31 0,2-4 0 0,0-3 41 15,2-1-201-15,-1-13 46 0,-1-9 61 0,2-5-28 16,-4-2-82-16,1-2 56 0,-4-5 41 0,1-7-30 16,-3 8 28-16,1-14 7 0,-4 3-39 0,2 0 38 15,-2 0-1-15,-4 11 38 0,-1 6-37 0,-2 0 37 16,0 8 1-16,0 5-1 0,0 5 201 0,-5 5-100 16,-2 3-59-16,-2 2-16 0,2 2 455 0,0 0-197 15,1 12-123-15,0 3 306 0,4 3-193 0,-2 5-108 16,4 3-50-16,0 4 210 15,0 4-131-15,0 4 71 0,0 1-233 0,2 10 0 16,5-5 0-16,0 2 0 0,2-3 0 0,0-1 0 16,3-8 0-16,1 3 0 0,2-3 0 0,2-5 0 15,0-2 0-15,-1-2-968 0,2-9 521 0,3-3 158 16,-3-1-675-16</inkml:trace>
  <inkml:trace contextRef="#ctx0" brushRef="#br0" timeOffset="201815.76">19783 10244 971 0,'-5'0'0'0,"1"4"0"0,2 2 0 0,0-2 0 0,-1 5 0 0,1 0 0 0,-4 2 0 0,2 3 0 0,0 0 0 0,-1 3 96 0,1 0-33 0,-3 2 1 0,1 1-93 16,-2-1 31-16,1 0 8 0,0-2-69 0,-1 0 46 15,0-4 23-15,4-3 0 0,-1-3-245 0,3-1 135 16,-2-4 57-16</inkml:trace>
  <inkml:trace contextRef="#ctx0" brushRef="#br0" timeOffset="202198.91">19905 9995 718 0,'-2'-8'0'0,"1"2"0"0,-3 3 0 0,2 0 0 0,0 2 0 0,0-1 229 0,2 0-90 0,0 2-57 0,-1 0-25 15,1 0 85-15,0 0-55 0,0 0-27 0,0 0 27 16,1 8-31-16,3 1 0 16,0 4-23-16,1 4 76 0,-1 2-37 0,0 3 7 15,0 6 8-15,-2 1-27 0,0 0-1 0,0 3-26 16,-1-1-12-16,1-5 20 0,4 8-8 0,-1-8-1 15,3-6-34-15,1-1 35 0,1-4-1 0,0-5 9 16,2 0-87-16,-1-7 39 0,1-3 0 0,1 0 1 16,-2 0 11-16,1-9-6 0,0-10 102 0,0-5-44 15,-1-4 0-15,0-1-45 0,-1-4-8 0,-3-3 19 16,3-9 0-16,-3 6 7 16,1 0-142-16,-2 6 68 0,-1-5 40 0,-1 4-78 0,-3 6 45 15,1 5 26-15,0 0-2 0,-2 7-141 16,0 5 52-16,0 2 46 0,0 3-200 0,0 2 112 15,0 3 55-15,0 1 29 0,0 0-327 0,5 1 181 16,2 12 87-16,0 1 43 0,2 0-235 0</inkml:trace>
  <inkml:trace contextRef="#ctx0" brushRef="#br0" timeOffset="202539.94">20303 10090 1153 0,'-9'4'0'0,"-2"-2"0"0,5 1 0 0,-3-1 0 0,2-2 0 0,-1 0 0 0,2 0 0 0,2 0 0 0,1 0 215 0,1 0-91 0,2 0-46 16,-2 0 267-16,2 0-160 0,0 0-76 0,0-2-39 15,0 1 130-15,0-1-84 0,0 0-34 0,0 0-28 16,2 0 38-16,0 2-30 0,-1 0 0 0,3 0-52 16,1 0 31-16,-3 0-8 15,1 0-17-15,3 0 17 0,-1 0 0 0,2 0 0 16,2 0 32-16,-2 0-9 0,2 0-23 0,-2 0 0 15,3 0 57-15,1 0-28 0,0 0 7 0,3 0 2 16,0 0 1-16,2-2-40 0,0 0 1 0,3-3-19 16,2 2 27-16,-1-4-8 0,5 2-63 0,0-1 32 15,-1 3-1-15,3-3 32 0,-7 2-177 16,3-1 82-16,-2-1 28 0,-1 2 27 16,-1 0-351-16,-3 2 144 0,-2 1 100 0,-3-1 47 15,-1 2-365-15,-5 0 200 0,1 0 99 0,-4 0-407 16,1 0 258-16,-3 5 125 0,0 1-146 0</inkml:trace>
  <inkml:trace contextRef="#ctx0" brushRef="#br0" timeOffset="202797.46">20652 9843 731 0,'-5'-3'0'0,"1"3"0"0,1 0 0 0,1 0 0 0,0 0 0 0,2 0 0 0,0 0 578 0,0 8-264 16,9 1-144-16,7 1 276 0,2 1-206 15,3 1-104-15,2 3-51 0,-5-5 80 0,8 7-70 0,-3-2-31 16,0 0-62-16,-3-2 31 0,-1 1-1 0,2-1 9 16,-5 0-136-16,0-2 63 0,-7 3 33 0,-2-1 0 15,-3 2-103-15,-4-1 76 0,0 3 25 0,-7 5-117 16,-8-4 62-16,-4 3-8 16,-4-2-34-16,5-5 25 0,-10 3 30 0,3-2-20 15,0-3-196-15,7-3 113 0,-3 1 56 0,4-5 21 16,6-2-159-16,2 0 98 0,4-3 49 0,3 0 24 15</inkml:trace>
  <inkml:trace contextRef="#ctx0" brushRef="#br0" timeOffset="203123.64">21177 9913 717 0,'0'0'0'0,"0"-1"0"0,0 1 0 0,0 0 0 0,0 0 423 0,0 0-196 15,2 7-88-15,0 8-58 0,2 2 293 0,1 7-170 16,-1 1-86-16,1 3-42 0,2 4 47 0,-4 0-49 16,1 2-20-16,0-2 4 0,-1-2 1 15,1-2-26-15,0-5 8 0,1-1-10 0,1-3 2 16,2-6 0-16,-3-3 20 0,1-5-20 16,-1-1 8-16,3-4-8 0,3 0 24 0,0-7 1 15,1-13-26-15,1-1 1 0,-1 0 20 0,0-8-20 16,-1 1 0-16,3-2-24 0,-3-3-1 15,1-2 25-15,-1 0-171 0,0-1 80 0,-1 0 34 0,-3 2 25 16,0 2-282-16,-1 4 140 0,-4 8 48 0,1-1 44 16,-1 4-248-16,-2 6 132 0,0 4 66 0,0 1 33 15,0 4-243-15,0 2 142 0,0 0 68 0,0 5-166 16,0 11 116-16,0-1 59 16</inkml:trace>
  <inkml:trace contextRef="#ctx0" brushRef="#br0" timeOffset="203337.15">21547 10047 958 0,'-8'2'0'16,"5"2"0"-16,1-2 0 0,-2 0 0 0,4-1 0 0,0-1 0 0,0 0 427 0,0 0-198 0,6 0-97 0,9 0-50 16,5 0 346-16,3 0-202 0,2-1-96 0,3-5 24 15,2-2-60-15,2-1-31 0,-2 3 9 0,0-1-63 16,-4 1 0-16,-4 4 23 0,-1-3-198 0,-2 4 99 15,-4 1 58-15,-3 0 17 0,-1 0-384 0,-6 0 204 16,-1 0 33-16,-2 0 77 0,-1 0-517 0,-1 0 273 16,0 0 137-16,-7 0-241 0</inkml:trace>
  <inkml:trace contextRef="#ctx0" brushRef="#br0" timeOffset="203513.68">21757 9843 866 0,'-9'-6'0'0,"2"4"0"0,1 2 0 0,1 0 0 0,-2 0 0 0,0 4 102 0,3 7-35 16,1 4 0-16,-1 2 341 0,2 6-179 0,2 4-102 16,0 3-48-16,-2 2 291 0,2 2-169 0,0 1-84 15,0 1-34-15,-1 2-11 0,-1-2 0 16,2-1-39-16,0 1-434 0,0-6 218 0,0-3 115 16,0-2 47-16,0-5-612 0,5-5 283 0,4-8 179 15</inkml:trace>
  <inkml:trace contextRef="#ctx0" brushRef="#br0" timeOffset="203899.69">22150 9899 1954 0,'2'-6'0'0,"-2"3"0"0,0 3 0 0,0 0 0 0,-6 0 0 0,-5 13 0 0,-4 3 0 0,-2 5 0 0,0 6 0 0,1 0 146 0,-3 4-48 0,1 1 51 16,0-1-58-16,-1-1-29 0,2-1 0 0,0-1-61 15,4-7 8-15,-2-1 23 0,6-3 1 0,1-4-2 16,2-3 1-16,2-3 1 0,3-2 8 0,-1 0-30 16,2-4 22-16,0 1 0 0,0 0 26 0,7-2-26 15,7 0 8-15,2 0 41 0,5 0-25 0,2 0 0 16,3 0-24-16,-4-2-43 0,10 0 17 16,-4-1 0-16,-1-1 26 0,-1 1-51 15,-3 2 26-15,0-1 8 0,-3-1-96 0,-1 2 51 16,-3 0 19-16,0 1-1 0,-7-2-52 0,0 0 38 15,-3 0-1-15,-2 0 22 0,-2 0-8 0,-2-5 9 16,0-3-15-16,0-1 134 0,-6-2-57 0,-4-4-28 16,-1-4 9-16,1-2-21 0,-4 0 3 0,3-6-10 15,-3 0 23-15,2-2-217 0,1-1 98 0,-1 0-340 16,3 4 196-16,1 6 97 16,0-1 40-16,4 4-267 0,1 8 163 0,3-2 82 0,0 5 39 0,0 3-365 15,0 3 207-15,7 2 99 0</inkml:trace>
  <inkml:trace contextRef="#ctx0" brushRef="#br0" timeOffset="204176.49">22417 9854 667 0,'2'0'0'0,"-2"0"0"0,0 2 0 0,0-1 0 0,0 5 0 0,0 2 272 16,0 3-119-16,0 4-61 0,0 7-29 0,0-1 412 15,0 9-226-15,0-2-107 0,0 4 170 0,2-2-139 16,-1 2-70-16,3-6-3 0,3 6-38 0,0-11 1 15,2 1-30-15,2-3-23 16,1-6 1-16,-3-5 30 0,3-2-9 0,2-6-30 16,1 0 31-16,4-4 0 0,-3-13 18 0,2-5-10 15,1-3-8-15,-1-3-1 0,-1-4-23 0,1-10-19 16,-2 3 39-16,-3 2-179 0,2-11 82 0,-4 8 38 16,-4 7 24-16,2 0-340 0,-6 8 168 0,1 0 61 15,-2 9 52-15,-2 4-284 0,0 5 159 0,0 1 78 16,0 6-124-16,-8 0 106 0,-2 13 49 0,3 10 24 15</inkml:trace>
  <inkml:trace contextRef="#ctx0" brushRef="#br0" timeOffset="204325.28">22934 10186 844 0,'0'7'0'16,"0"10"0"-16,0-2 0 0,0-7 0 0,-2 2 0 0,-8 1 610 0,1-2-281 0,0 2-152 0,-2 2-72 0,-1 5 468 15,1-2-270-15,-1 3-135 16,-1 3-434-16,-2 4 145 0,2 1 78 0,-1 0-474 0</inkml:trace>
  <inkml:trace contextRef="#ctx0" brushRef="#br0" timeOffset="205216.44">23330 9885 872 0,'0'-18'0'0,"-3"5"0"0,3 5 0 0,-2 2 0 0,1 3 0 0,1 1 0 0,0 0 0 0,0 2 227 0,-2 0-97 0,2 11-48 16,-2 13-25-16,0 5 192 0,-1 3-111 0,-3 11-54 15,1-4-25-15,1 3 52 0,1-7-40 0,0 3 9 16,3-1 48-16,0-3-47 15,0-2-24-15,0-4 19 0,8-7-21 0,1 0 8 16,4-7-31-16,-1-1-39 0,-2-3 0 0,1-4 40 16,1-5 0-16,-1-1-106 0,5 0 48 0,-4-7 30 15,2-11-57-15,-1-4 20 0,0-3 33 0,-2-2-23 16,0-3-128-16,-3-3 55 0,0-1 44 0,1 0-71 16,-4-1 45-16,3 4 16 0,-5 1-1 0,2 11 46 15,-1 0-17-15,-3 10 0 0,1 1-8 0,-2 4 142 16,0 3-64-16,0 1-28 0,0 10 94 15,0 12-54-15,0 4-33 0,0 5 0 0,0-2 51 16,0 3-18-16,0-2-23 0,6-2 52 16,6-7-27-16,6 3-4 0,1-5 0 0,1-5 7 15,-1-3 0-15,2-4-18 0,1-4-1 0,1-3-35 16,0 0 29-16,1-6-2 0,-6-9 1 0,3-9 16 16,-4-3-9-16,-2-3-8 0,-4-4-10 0,3-8 8 15,-7 3 3-15,-1-2-26 0,-5 5 6 0,1-11 16 16,-2 11 2-16,0-1-120 0,0 3 57 15,-2 6 23-15,-3 5 4 0,-1 2-223 16,-2 5 115-16,5 6 45 0,-1 5-134 0,2 2-107 16,2 0 132-16,0 3 79 0,0 0-193 0,4 15 132 15</inkml:trace>
  <inkml:trace contextRef="#ctx0" brushRef="#br0" timeOffset="205425.63">24067 10017 1411 0,'-7'0'0'0,"3"0"0"0,0 2 0 0,1-2 0 0,1 0 0 0,2 0 0 0,0 0 0 0,0-2 244 0,11-2-97 0,7-1-62 16,3 1 104-16,6 0-79 0,-1 2-38 0,4-1-67 16,-5 2 36-16,7 0-8 0,-6-2 0 0,1 2-268 15,-7 1 135-15,2 0 74 0,-2 0 25 0,-4 0-371 16,0 0 201-16,-5 0 39 0,-1 0-365 0,-1 0 220 15</inkml:trace>
  <inkml:trace contextRef="#ctx0" brushRef="#br0" timeOffset="205667.5">24348 9758 1130 0,'0'0'0'0,"0"0"0"0,0 0 0 16,0 0 0-16,2 3 0 0,5-1 0 0,2 4 0 0,3-2 126 0,4 4-47 0,2-1-23 0,2 0 280 0,1 3-151 0,0 1-68 15,5 2-47-15,-4-2 104 16,-5 1-70-16,3 1-36 0,-2 0-4 0,-1-1 9 16,-4 4-41-16,-4-1 1 0,-4 2-19 0,-2 0 18 15,-3 0 1-15,-3 4-42 0,-11 1 16 0,-7 0 1 16,-2-1 24-16,-1-1-58 0,-2 1 29 0,-2-3 9 16,-1-2-7-16,1 1-245 0,2-2 104 0,-3-4 69 15,9 1-392-15,-1-4 204 0,9-3 116 0,2-1 53 16,4-2-341-16,4-2 197 0</inkml:trace>
  <inkml:trace contextRef="#ctx0" brushRef="#br0" timeOffset="206177.13">24699 9883 786 0,'0'-1'0'0,"0"1"0"0,2 0 0 0,-1 0 0 0,0 0 0 0,2 0 265 16,-1 3-116-16,2 9-58 0,0-1-30 0,0 2 319 15,-2 0-178-15,-1 2-84 16,1 0 30-16,0 2-58 0,0-3-20 0,-2-1-23 16,2 4-14-16,-2-2 0 0,0 0 0 0,0-1 36 15,0 3-28-15,0-2-8 0,0 1 0 0,0-1 26 16,0 0 1-16,0 1-28 0,0 0 9 0,2-2 13 16,-1-2-22-16,1-3 1 0,4 0-48 0,0-3 24 15,1-2 8-15,1-2-111 0,4-2 61 0,0 0 25 16,3-4 0-16,0-9-136 0,-2-4 71 15,3 0 24-15,-5-2 26 0,3-3-125 16,0 0 66-16,-3-1 14 0,-1 0 0 0,1-6 6 16,-1 0 0-16,1 1 27 0,-2 0-27 0,-2 7 29 15,-2 0-8-15,-2 10 80 0,-2 0-37 0,2 3 1 16,-3 4-35-16,0 4 247 0,0 0-120 0,-8 16-39 16,-1 4-33-16,1 4 168 0,1 5-91 0,2 1-23 15,3 0 109-15,2-1-78 0,0 0-37 16,0-3-1-16,7-5-13 0,2 0 0 15,2-2-16-15,3-6 14 0,-2-2-22 0,4-4 0 16,-3-3-1-16,2-4-63 0,0 0 40 0,2 0-8 16,-2-2 32-16,0-11-87 0,0 0 44 0,-3-4 11 15,0-2-112-15,-1-5 50 0,-4-1 37 0,2-1-1 16,-4-2-43-16,-1-2 17 0,0-4 22 0,-1 0-168 16,-1 0 87-16,0 1 30 0,-2 1 27 0,0 7-238 15,0 1 121-15,0 4 73 16,-2 4 32-16,0 6-326 0,-1 3 179 0,3 3 90 15,0 4-335-15,0 0 216 0</inkml:trace>
  <inkml:trace contextRef="#ctx0" brushRef="#br0" timeOffset="206383.58">25315 9949 902 0,'-6'0'0'0,"3"0"0"0,1 0 0 0,2 0 0 0,0 0 0 0,0-4 138 0,0-1-53 16,2-3-27-16,11 4 355 15,6-5-195-15,3 3-92 0,2 1-47 0,3 2 135 16,0-1-90-16,0 0-38 0,7 0-91 0,-8 1 1 16,-3 2 36-16,1-1 1 0,-4 2-257 0,0 0 137 15,-7 0 55-15,-2 0 33 0,-1 2-189 0,-5 2 111 16,1 0 54-16,-5 0-565 0,-1 0 282 0,0-3 136 16,-1-1 69-16</inkml:trace>
  <inkml:trace contextRef="#ctx0" brushRef="#br0" timeOffset="206561.1">25504 9724 887 0,'0'-4'0'0,"0"2"0"0,0 2 0 0,-1 0 0 0,-1 0 0 0,-2 0 0 0,1 6 200 0,-4 9-84 0,3 6-41 16,1 3 309-16,-1 6-167 0,-1 2-96 0,1 2 164 16,0 9-127-16,1-4-62 0,1 1-32 0,0-2-31 15,2 0 0-15,0 2-1 0,0-2 1 0,0-4-257 16,0-2 129-16,2-6 72 0,3-1-504 15,5-5 279-15,-1-5 74 0,3-4 91 0</inkml:trace>
  <inkml:trace contextRef="#ctx0" brushRef="#br0" timeOffset="206972.97">25833 9854 1167 0,'2'-8'0'0,"1"5"0"0,0 0 0 0,-1 2 0 0,-2 1 0 0,0 0 0 0,-5 7 0 0,-7 10 181 16,-5 5-66-16,-4 5-45 0,-1 1 190 0,-6 7-114 16,3-3-56-16,-1 3-29 0,5-9 32 0,-4 4-35 15,3-4 1-15,1-3-14 0,9-5-12 0,-4-2-1 16,7-4 9-16,2-4-40 0,3-2 1 0,2-5 31 16,2 1-1-16,-3-2-7 0,3 0 15 0,0 0-7 15,14 0-24-15,5-2-1 0,1-3 11 0,5-1 11 16,-2 1-27-16,7-1 24 0,-4 1-9 15,0 5-102-15,-5-2 47 0,3 2 28 16,-2 0-5-16,-3 0-66 0,0 0 43 0,-4 2 22 16,-1 1-13-16,-5-1-4 0,0 2-13 0,-5-1 22 15,-1-3 44-15,0 3-43 0,-1-3 10 0,-2 0-24 16,0 0 140-16,0 0-53 0,0-8-30 0,-2-5 93 16,-2 0-53-16,0-5-16 0,0-2 4 0,-1-5-65 15,1 1-1-15,0-2 50 0,1-2-14 16,1 0-177-16,-2 2 87 0,-1-7 35 15,4 5-63-15,-3 7 40 0,1-1 28 0,-2 3-11 16,2 8-75-16,0 0 25 0,1 1 31 0,0 6-127 16,0 3 78-16,2 1 38 0,0 0-8 0,0 4-352 15,0 9 199-15</inkml:trace>
  <inkml:trace contextRef="#ctx0" brushRef="#br0" timeOffset="207439.78">26132 9897 810 0,'1'0'0'0,"2"0"0"0,-3 0 0 0,0 0 0 0,0-2 0 0,0 2 183 16,0 0-75-16,-6 2 171 0,-3 9-127 0,1 6-60 15,3 1-29-15,0 3 253 0,4 5-142 0,1-5-62 16,0 2-44-16,0 1 72 0,1-4-53 0,11 0-28 16,1-3 1-16,4-3 3 0,2-4-30 0,1-3 0 15,1-3-98-15,2-4 50 0,0 0 23 0,-1-3 9 16,2-7-61-16,-3-4 38 0,-2-3 1 0,-2-3-180 15,-1 0 100-15,-4 0 15 16,3-7 36-16,-7 2-135 0,5 1 75 0,-7-1 12 16,-1 8 27-16,-2-5-57 0,-1 5 43 0,-2 6 1 15,0 1 66-15,0 5 1 0,0 2-32 0,-2 3-8 16,-6 0 46-16,2 7 0 0,-2 13-38 0,0 3 27 16,3 5 0-16,-1 2-20 0,4 4 17 0,1 0 102 15,1-1-45-15,0-1-31 0,1 0 0 16,10-9 139-16,5 5-66 0,0-7-42 0,0-7 126 15,0 2-77-15,3-5-24 0,0-5-16 16,0-2 37-16,0-4-31 0,-1 0 1 0,1-4-68 16,-1-11 37-16,-2-3 8 0,1-4-8 0,-4-2-52 15,-2-3 27-15,1-2-1 0,-6-3 26 0,2-2-122 16,-3-2 42-16,0 0 35 0,-3 0-214 0,2 3 113 16,-2 3 37-16,1 6-13 0,-2-1 26 0,4 2 0 15,0 4 12-15,-2 5-5 0,3 2-7 0,-1 3 23 16,-2 5 7-16,1 0-61 15,0 4 30-15,1 0 1 0,-1 2 30 0,0 11-332 16,-3 2 170-16</inkml:trace>
  <inkml:trace contextRef="#ctx0" brushRef="#br0" timeOffset="-206196.97">24147 8358 660 0,'0'-7'0'0,"0"3"0"0,0 0 0 0,0 1 0 0,0 0 0 0,0-2 0 0,0 0 0 0,0-1 0 0,0 3 66 0,0 0 0 0,0 0-33 0,0 1 33 16,0 0 8-16,0 0-41 0,0 0 0 0,0 2 56 16,0 0-28-16,0 0 0 0,0 0 24 0,0 0-30 15,0 0 0-15,0 0-46 0,0 0 0 0,0 0 24 16,0 0 8-16,0 0-71 0,0 0 32 0,0 0-1 15,0 0 32-15,0 0-27 0,0 0 3 0,0 0 0 16,0 0-13-16,0 0-27 16,0 0 11-16,0-4 4 0,3-3 76 0,3-3-24 15,0-1-11-15,0-2-15 0,-1 0-49 0,-1 2 27 16,-1-3 1-16,-1 5 1 0,0 0 21 0,-2 1-1 16,0 3 2-16,0 3 31 0,0 0-3 0,0 0-29 15,0 2-1-15,-7 0-22 0,-1 0 17 0,1 8-3 16,-1 1-44-16,2 4 24 0,3-2-4 0,1 3 28 15,2-2-29-15,0-1 26 0,0-1 0 0,0 0-20 16,0 0 18-16,2-6 0 16,3 0-9-16,-1 0 21 0,1-2-15 0,2-2-3 15,-2 0 2-15,4 0 34 0,-1-6 0 0,0-4-20 16,-1-3 48-16,-1 3-22 0,-5 0 0 0,3-1-18 16,-2 1-18-16,-2 3 20 0,0-1-9 0,0 5-1 15,0 1 2-15,0 0 4 0,0 0-3 0,-6 2-56 16,-1 0 25-16,0 6-5 0,-1 3 32 0,2 3-49 15,1-1 21-15,3-2-12 16,0 3 18-16,2-3 7 0,0 1 3 0,0-4-9 16,0 0 10-16,0-2-10 0,0 0 5 0,4-2 22 15,1-2-22-15,2 0 0 0,3 0 0 0,0-2 65 16,-1-6-29-16,-3-2 9 0,-2 1-38 0,-1 0 30 16,-1 0 0-16,-2 0-18 0,0 3 18 0,0 0 8 15,0 4-29-15,-7-1 15 0,-1 0-12 0,0 3 11 16,1 0-9-16,0 0-53 0,3 0 25 0,0 0 0 15,2 3 26-15,0 2-104 0,2 0 48 0,0-3 16 16,0 3 1-16,0-2-78 16,0 1 47-16,0 0 10 0,0-2-17 0,0 0 10 15,2-2 0-15,-2 0-8 0,2 0 27 0,-2 0-8 16,0 0 12-16,0 0 87 0,0 0-42 0,0 0-2 16,0 0-48-16,0 0 210 0,0 0-93 0,0 0-34 15,0 0 68-15,0 0-45 0,0 0-29 16,0 0 3-16,0 0-402 0,0 5 184 0,0 6 88 0,0 4 47 15</inkml:trace>
  <inkml:trace contextRef="#ctx1" brushRef="#br0">33043 10335 0,'0'86'15,"-15"-17"-15,2 17 16,-16 42-16,29-85 16,0 13-1,-13-41-15,13 27 16,-15 15-1,1-28-15,14-17 16,0 3 0,0 0-16,-15-1 15</inkml:trace>
  <inkml:trace contextRef="#ctx0" brushRef="#br0" timeOffset="-199495.23">24175 8276 96 0,'-4'0'0'0,"-1"0"0"0,1 0 0 0,-1 0 0 0,2 0 0 0,1 0 0 0,-2 0 0 0,3 0 0 0,-1 0 11 0,0 0 0 0,0 0 0 0,2 0-35 15,-2 0 34-15,2 0-2 16,-3 0-20-16,3 0 18 0,0 0 1 0,0 0-1 15,0 0 2-15,0 0-2 0,0 0 0 0,0 0 13 16,0 0-13-16,0 0-2 0,0 0 4 0,0 0 26 16,0 0-27-16,0 0 1 0,0 0-1 0,0 0 42 15,-2 0-38-15,2 0 2 0,0 0 7 0,0 0-7 16,0 0-2-16,0 0 5 0,-2 0 3 0,2 0-5 16,0 0-1-16,0 0-16 0,0 0 16 0,0 0 0 15,0 0 3-15,0 0-31 16,0 0 0-16,0 0 23 0,0 0 3 0,0 0-41 15,0 0 36-15,0-2 1 0,0 0-23 0,0 2 19 16,0-1 3-16,0 1-7 0,0-2 29 0,0 0-24 16,0 2-2-16,0-2 10 0,0 2-8 0,0 0 1 15,0 0 3-15,0 0 8 0,0 0-9 0,0 0-1 16,0 0 0-16,0 0-9 0,0 0 12 0,0 0-3 16,0 0 16-16,0 0-16 0,0 0 1 0,0 0 0 15,0 0 28-15,0 0-1 16,0 0-25-16,0 0 4 0,0 0-2 0,0-2-1 15,0 2 6-15,0 0 12 0,0 0-13 0,0 0-3 16,0 0 7-16,0 0-29 0,0 0 28 0,0 0-5 16,0 0-28-16,0 0 27 0,0 0-3 0,0 0 2 15,0-1 16-15,0 1-16 0,-3-3-2 0,3 3-25 16,0-2 25-16,-2 2 0 0,2-1 2 0,0 1-6 16,0-2 3-16,-1 2 1 0,1-3 0 0,0 3 15 15,-2-1-12-15,2 0-3 16,-2-2-8-16,2 1 8 0,-2 0 0 0,2 2 2 15,-2-6-17-15,0 3 14 0,2-1 0 0,-1 0 0 16,-1 0 1-16,2 1 1 0,-2-3-2 0,2 2-6 16,0-1 6-16,0 2-1 0,0-4-1 0,0 0-9 15,0 2 9-15,0-5 1 0,0 0-32 0,0-1 31 16,0 0-2-16,0-1 3 0,2 0-16 0,1-2 13 16,1 3-2-16,-2 0 37 0,0 0-35 0,0 1 1 15,1-1-2-15,0 0 26 0,1-1-23 0,-4-1-1 16,7 0 3-16,-3-2-10 15,1 0 12-15,0-2-4 0,4 2-5 0,-4-1 6 16,4-2 3-16,-1 1-1 0,0-1-32 0,1 1 30 16,0 2-3-16,-2-2-16 0,2 2 15 0,-4-2 2 15,4 0-4-15,-2 1-7 0,2-4 8 16,2 0 0-16,-2-3-1 0,1 3 6 0,2-7-5 0,-1 3 0 16,3 0 17-16,-3-1-17 15,-1-2 1-15,-1 5 0 0,4-6 25 0,-3 3-25 16,-1 1 3-16,0 0 37 0,-2 6-36 0,2-3 3 15,-2 0-3-15,2 2 3 0,-1 2 0 0,-2 1-2 16,1 2 3-16,0 1-28 0,-1 2 25 0,-3 3 1 16,4-1-21-16,-4 1 18 0,1 2 2 0,0 1-2 15,-1-1-33-15,1 2-4 0,-2 1 35 0,1-3-42 16,1 2 38-16,1-1-6 0,0-3 5 0,2-1 1 16,1-1-3-16,2-1-2 0,-1-1 1 0,0-3 36 15,0 3-34-15,1-3 0 16,-1 2 18-16,-2-2-15 0,2 3-2 0,-2 3 5 15,-3 0 21-15,1-1-19 0,-3 4-4 0,1 1 20 16,-1 1-18-16,1 2 3 0,-3 0-3 0,0 0 27 16,0 2-26-16,0 0 3 0,0 0-1 0,0 0 23 15,0 0-1-15,0 0-19 0,0 0 40 0,0 0-38 16,0 0 2-16,0 0 1 0,0 0-12 0,0 0 14 16,0 0-4-16,0 0-36 0,0-1 39 0,0-2-3 15,0 2-1-15,0-1-45 16,0 0 21-16,0 2-4 0,0-2 27 0,2 2-48 15,-2 0 1-15,0 0 31 0,0 0-27 0,0 0-6 16,0 0 35-16,0 0-9 0,0 0-6 0,0 0 5 16,0 0 6-16,0 0 10 0,0 0-13 0,0 0-3 15,0 0 4-15,0 0 42 0,0 0-41 0,0 0 2 16,0 0-3-16,0 0-127 0,0 0 62 0,2 0 30 16</inkml:trace>
  <inkml:trace contextRef="#ctx0" brushRef="#br0" timeOffset="-198114.35">24164 8310 172 0,'-7'0'0'0,"4"0"0"0,-1-2 0 0,2 0 0 0,-1 0 0 0,-1-2 0 0,-1 3 59 0,5-2-40 0,-2 2-1 0,0-1 45 16,2 1 5-16,0 1-42 0,0 0 0 0,0 0 45 15,0 0-1-15,0 0-38 0,0 0 32 0,0 0-32 16,0 0 1-16,0 0 0 16,0 0 34-16,0 0-34 0,0 0 8 0,0 0 14 15,0 0 0-15,0 0-23 0,0 0 1 0,2 0 39 16,3 0 9-16,1 0-48 0,-1 0-1 0,1 0 30 15,0 0-1-15,1 0-28 0,1 0 52 0,-1 0-31 16,7 0 1-16,-2 0 11 0,2 0 1 0,1 0-26 16,0 0-8-16,3 0 0 0,2 0 0 0,-1 0-1 15,2 0 1-15,0 0 24 0,6 0-25 0,-5 0 1 16,4 0 0-16,2 0-22 0,2 0 22 0,1 0 8 16,1 0-7-16,3 0-1 15,0 0 0-15,1 0 0 0,1-2-36 0,0-1 4 16,0 1 23-16,1 0-26 0,0 1 30 0,-3-1-5 15,-1-1 4-15,0 2-43 0,-4-3 13 0,2 1 0 16,-2-1 15-16,-2-2-17 0,0 1-7 0,-8 1 31 16,3 0-16-16,-4 2 10 0,-4 0-6 0,-1 2 5 15,-3-3 19-15,-2 3-16 0,-1 0-3 0,-3 0 17 16,-1 0-15-16,0 0-2 0,-3 0 6 0,3 0 21 16,-2 0-21-16,0 0-2 0,-1 0 4 0,1 0-36 15,1 0 33-15,1 0 3 16,-1 0-29-16,1 0 0 0,0 3 22 15,-2-3 0-15,3 0-33 0,-1 2 2 0,0-2 23 0,-3 2-48 16,2-2 21-16,-1 0 1 0,0 0 17 0,-1 0-24 16,-1 0 21-16,0 0 6 0,0 0-11 0,0 0-19 15,0 0-6-15,0 0 29 0,0 0-91 0,0 0 43 16,0 0 16-16,0 0-1 0,0 0-323 0,0 0 158 16,0 0 90-16</inkml:trace>
  <inkml:trace contextRef="#ctx0" brushRef="#br0" timeOffset="-196783.73">24159 8262 113 0,'-2'0'0'0,"1"0"0"0,-3 1 0 0,2-1 0 0,0 0 0 0,1 0 0 0,-1 0 0 0,0 2 0 0,0-2 19 0,0 0-6 0,2 0-1 0,-3 0 38 15,3 0-35-15,0 0 4 0,0 0-4 0,0 0 35 16,0 0-33-16,0 0 0 0,0 0 0 0,0 0 38 15,0 0-37-15,0 0 1 0,-2 0 25 0,2 0 0 16,0 0-18-16,0 0 39 0,0 0-38 0,-2 0-3 16,2 0 5-16,-3 0-1 0,1 0 1 0,1 0 4 15,-3 0-1-15,2-2-11 0,-2-4 9 0,1-2-2 16,-1-2 3-16,1-2-28 0,-1-1-7 0,-1-1 30 16,2 0-24-16,-1-3 22 15,0 2-4-15,1 0 6 0,-1-2-6 0,1-1 2 16,1 0-3-16,-2 0 8 0,1-7-7 0,1 4 5 15,2-6-6-15,-1 0 20 0,1-5-16 0,0 0-2 16,0-3 6-16,0-3 3 0,0-5-4 0,0 1-3 16,0-1 0-16,0-2 0 0,0 6 6 0,0-10-6 15,0 4-30-15,0 2 30 0,-4 1-2 0,-1-1-44 16,2 3 24-16,-2-9-4 16,3 1 18-16,1 1-20 0,-1-4-6 0,2 1 27 15,0-1-8-15,0 0-18 0,0 1-9 0,2 1 28 16,3 2 32-16,2 1 0 0,1 5-35 0,0-5 2 15,1 1 31-15,-3 1-29 0,3-1 4 0,1 0-31 16,-5 2 34-16,4-7-5 0,-3 1 7 0,2-1-39 16,-3 1 36-16,1 4-3 0,-1 0 5 0,-1-5-70 15,-1 5 25-15,4 2 1 0,-5 1-6 0,1 5 1 16,3-1 19-16,-3 3 11 0,3 2-8 0,-1 3 5 16,2 1-7-16,-2 1 29 15,0 5-25-15,-1 2 2 0,-2 1 0 0,0 2 36 16,0 2-33-16,0 1-1 0,-2 1 5 0,0 1 18 15,0 2-16-15,0 0-4 0,0 2 36 0,1-1-34 16,-1 1 4-16,2 1 26 0,1-1-27 0,-1 2-1 16,0 1 4-16,-2 1 9 0,2 3-8 0,-1-1 0 15,-1 1-2-15,0 1-16 0,2-2 17 16,-2 3-1-16,0 0-8 0,0 0 7 0,0 0 0 0,0 0-1 16,0 0-5-16,0 0 6 15,0 0 0-15,0 0-4 0,0 0 50 0,0 0-22 16,0 0 0-16,0 0-49 0,0 0 30 0,0 0-1 15,0 0-1-15,0 0-94 0,0 0 44 0,0 0 23 16,0 0-272-16,0 0 135 0,0 0 70 0,0 0 24 16,0 0-180-16,0 0 104 0</inkml:trace>
  <inkml:trace contextRef="#ctx0" brushRef="#br0" timeOffset="-167955.94">6972 14770 498 0,'-7'0'0'0,"1"0"0"0,1 2 0 0,-1-1 0 0,0 2 0 0,2-2 0 0,-1 1 70 0,1-2 0 0,-1 3-37 15,4-2 47-15,1-1-9 0,-3 3-38 0,3-3 41 16,0 0-20-16,0 0 0 0,0 0-13 16,0 0-19-16,0 0 11 0,0 0 0 15,0 0 0-15,0 0 52 0,0 0-18 0,0 0-8 16,0 0 9-16,0 0 19 0,0 0-27 0,0 0 0 16,0 0 18-16,0 0-8 0,0 0-37 0,0 0 51 15,0 0-25-15,0 0-1 0,0 0-17 0,0 0 18 16,0 0-1-16,0 0-25 0,0 0-1 0,0 0 31 15,0 0-22-15,0 0-9 16,0 0 27-16,0 0 0 0,0 0-27 0,0 0 1 16,0 0-4-16,0 0 4 0,0 0 0 0,0 0-2 15,0 0 2-15,0 3 0 0,0-3 8 0,0 2-45 16,0-2 37-16,0 2 0 0,0-2 0 0,0 0-42 16,0 0 48-16,0 0-15 0,0 1-17 0,0-1-6 15,0 0 26-15,0 0-9 0,0 0 20 0,0 0-15 16,0 0 1-16,0 0 2 0,0 0-2 0,0 0-3 15,0 0 8-15,0 0-30 0,0 0 24 0,3 0 2 16,-3 0-2-16,1 0-40 0,1 3 44 0,0-3-6 16,-1 1 0-16,-1-1-1 15,2 2 1-15,-2-2-4 0,2 0-17 0,-2 0 18 16,0 2-2-16,3-2-15 0,-3 0 17 0,0 0-4 16,0 2 6-16,2-2-24 0,0 0 19 0,-2 2 1 15,2-2-3-15,-2 0-40 0,2 1 41 0,-2-1 0 16,3 0-33-16,-3 3 0 0,0-3 25 0,0 0 3 15,0 0-42-15,0 0 39 0,0 0-4 0,1 0-10 16,-1 0 9-16,0 0 2 16,0 0-5-16,0 0-7 0,0 0 7 0,0 0 2 15,0 0-2-15,0 0 29 0,0 0-26 0,0 0 0 16,0 0 18-16,0 0-17 0,0 0 2 0,0 0-1 16,0 0 32-16,0 0-30 0,0 0 1 0,0 0 14 15,0 0-13-15,0 0 1 0,0 0 1 0,0 0 2 16,0 0-2-16,0 0-2 0,0 0 3 0,0 0-6 15,0 0 5-15,0 0-1 0,0 0-21 0,0 0 20 16,0 0 0-16,2 0 1 0,-2 0-23 16,2 0 20-16,0 0-1 0,-2 0 28 15,2 0 0-15,-2 2-24 0,2-2-1 0,-2 0 2 16,1 0-1-16,-1 0-1 0,0 0 2 0,0 0-3 16,0 0 4-16,0 0-2 0,0 0-8 0,0 0 8 15,0 0 2-15,0 0 1 0,0 0 5 0,2 0-8 16,0 0-1-16,0 2 27 0,1-2 153 0,0 0-187 15,0 1 0-15,1-1 0 0,-2 1 0 16,3-1 0-16,-4 0 0 0,2 3 0 16,-1-3 0-16,0 1 0 0,0-1 0 0,1 0 0 15,-1 3 0-15,0-3 0 0,0 2 0 0,3-2 0 16,-2 1 0-16,0-1 0 0,0 2 0 0,0-2 0 16,1 3 0-16,-1-3 0 0,-1 0 0 0,2 1 0 15,1-1 0-15,-2 0 0 0,2 2 0 0,-1 0 0 16,0-2 0-16,1 2 0 0,1-1 0 0,0 1 0 15,0 0 0-15,1 0 0 0,-2 0 0 16,3-1 0-16,0 2 0 0,-1-2 0 16,2-1 0-16,0 3 0 0,-1-3 0 0,0 0 0 15,-1 0 0-15,3 0 0 0,-2 0 0 0,2 0 0 16,-4 0 0-16,2 0 0 0,0 0 0 0,-1 0 0 16,2 1 0-16,-1-1 0 0,0 2 0 0,0-2 0 15,0 3 0-15,0-2 0 0,1-1 0 0,2 2 0 16,-1-2 0-16,-1 2 0 0,2-2 0 0,3 0 0 15,-5 2 0-15,2-2 0 16,1 0 0-16,-3 0 0 0,3 0 0 0,-1 0 0 16,0 0 0-16,-1 0 0 0,1 0 0 0,-1 0 0 15,2 1 0-15,-1 1 0 16,0 0 0-16,2 2 0 0,-3 0 0 0,4 1 0 0,-2-3 0 0,1 2 0 16,1 0 0-16,-2-3 0 0,0 4 0 0,-1-3 0 15,1-1 0-15,3 1 0 0,-3 0 0 0,-1 0 0 16,1 0 0-16,0 0 0 0,-3-1 0 0,2 1 0 15,0 0 0-15,2 0 0 0,0 0 0 0,-2 2 0 16,1-2 0-16,1-1 0 16,1 2 0-16,-2-1 0 0,0-1 0 0,1 1 0 15,-3-2 0-15,1 2 0 0,2 0 0 0,-4-2 0 16,2 1 0-16,-5-1 0 0,3 2 0 0,1-2 0 16,0 2 0-16,-1 1 0 0,3-2 0 0,-3 1 0 15,1 0 0-15,1 0 0 0,0-1 0 0,-1 2 0 16,2 0 0-16,1 0 0 0,-2-2 0 0,3 1 0 15,0 2 0-15,4-2 0 16,-2 0 0-16,3-1 0 0,2 1 0 0,7-2 0 16,-6 2 0-16,5-2 0 0,1 0 0 0,4 0 0 15,0 0 0-15,0 0 0 0,3-2 0 0,8-3 0 16,-5-3 0-16,-4 2 0 0,5 1 0 0,-1-2 0 16,2-1 0-16,-3 1 0 0,0 1 0 0,2-2 0 15,-4 4 0-15,1-1 0 0,-1 1 0 0,1 2 0 16,-1 0 0-16,2 1 0 0,4-1 0 0,0 2 0 15,4 0 0-15,0 0 0 0,2 0 0 0,-4 0 0 16,10 0 0-16,-3 0 0 16,-1 0 0-16,2 0 0 0,-2 0 0 0,-5 0 0 15,9 0 0-15,-4 0 0 0,4 0 0 0,-3 0 0 16,1 0 0-16,-6 0 0 0,8 0 0 0,-6 0 0 16,0 0 0-16,0 0 0 0,-2-2 0 0,-5 2 0 15,8 0 0-15,-5 0 0 0,3 0 0 0,-2 0 0 16,2 0 0-16,-7 4 0 0,10 1 0 0,-8-1 0 15,2 1 0-15,1 3 0 0,-3-3 0 0,-6 1 0 16,13 1 0-16,-7 0 0 16,3 0 0-16,-2-2 0 0,4 1 0 0,0-3 0 15,4 2 0-15,-2-2 0 0,-1 1 0 0,0-2 0 16,2-1 0-16,-8-1 0 0,8 2 0 0,-6-2 0 16,1 0 0-16,-1 0 0 0,-2 0 0 0,-3 0 0 15,10 0 0-15,-2 0 0 0,-1 0 0 0,-3 0 0 16,4 0 0-16,-9-2 0 0,13-3 0 0,-9 2 0 15,-1 1 0-15,2-4 0 0,-1 3 0 16,-3-2 0-16,7 0 0 0,-4 1 0 16,3-2 0-16,-1 1 0 0,2-2 0 0,-3 1 0 15,6 0 0-15,-6-2 0 0,2 3 0 0,0-1 0 16,-1-2 0-16,-4 5 0 0,9-3 0 0,-6 1 0 16,-1-1 0-16,1 2 0 0,1 0 0 0,-1 1 0 15,5-2 0-15,-5-1 0 0,0 2 0 0,-6 0 0 16,8-2 0-16,-7 1 0 0,6-3 0 0,-4 3 0 15,3-3 0-15,-1 0 0 16,0 3 0-16,-3-3 0 0,9 0 0 0,0 1 0 16,0 1 0-16,-2-1 0 0,-4 4 0 0,8-5 0 15,-6 4 0-15,0 1 0 0,-1-1 0 16,-1-2 0-16,-6 2 0 0,3 1 0 0,0-3 0 0,0 0 0 16,-3 1 0-16,1 1 0 0,-3-2 0 0,1 3 0 15,-4-3 0-15,0 4 0 0,-5-1 0 0,-2 0 0 16,-2 2 0-16,-3-2 0 0,-1 3 0 0,-4 0 0 15,1 0 0-15,-2 0 0 0,-3 0 0 16,3 0 0-16,-3 0 0 0,0 0 0 16,2 0 0-16,-4 0 0 0,0 0 0 0,0 4 0 15,-1-1 0-15,2-3 0 0,-4 1 0 0,-1 1 0 16,-1 0 0-16,0-2 0 0,0 0 0 0,0 2 0 16,-2-2 0-16,0 0 0 0,0 0 0 0,0 0 0 15,0 0 0-15,0 0 0 0,0 0 0 0,0 4 0 16,0 11-281-16,-6 19 130 0</inkml:trace>
  <inkml:trace contextRef="#ctx0" brushRef="#br0" timeOffset="-165317.05">20963 14843 579 0,'0'0'0'0,"-2"0"0"0,2 0 0 0,0 0 0 0,0 0 0 0,0 0 0 0,0 0 0 0,0 0 0 0,0 0 79 0,0 0-8 16,0 0-38-16,0 0 58 0,0 0-29 0,0 0 0 15,0 0 57-15,0 0-48 0,0 0 1 0,0 0-39 16,0 0 63-16,0 0-31 0,0 0 8 0,0-2-41 16,0-3 105-16,6-5-52 0,5-1-26 0,1 0 75 15,0-2-43-15,-1 1-33 0,1 1 0 0,-4 6 35 16,-1-3-30-16,-4 4-1 0,1 3-21 15,-2-1 29-15,1-1-37 0,-3 3 0 16,0 0 37-16,0 0-37 0,0 0 8 0,0 0-9 16,0 0 31-16,0 0-1 0,0 0-29 0,0 0 29 15,0 0-21-15,0 0-8 0,0 0-1 0,0 0 22 16,0 0 0-16,0 0-21 0,0 0 8 0,0 0 18 16,0 0-26-16,0 0 0 0,0 0-39 0,2 0-1 15,1 0 48-15,4 0-8 0,1 5 35 0,2 0-1 16,1-2-34-16,0 2 8 0,1-2 0 0,2 3-8 15,2-2 0-15,-2-1-10 16,3 1 10-16,0-1 0 0,2 0 11 0,-3-1-12 16,4 0 157-16,-1-1-189 0,1 2 0 0,-1-3 0 15,2 1 0-15,-3 1 0 0,5 0 0 0,1 0 0 16,-2-2 0-16,5 0 0 0,-3 2 0 0,8-2 0 16,2 0 0-16,1 0 0 0,4 0 0 0,4 0 0 15,-2 0 0-15,10 0 0 0,-2 0 0 0,-1 0 0 16,3 0 0-16,-8 0 0 0,12 0 0 15,-6 0 0-15,-3 0 0 0,-1 0 0 16,1 0 0-16,-7 0 0 0,6 0 0 0,-2 0 0 16,-2 0 0-16,-1 0 0 0,-4 0 0 0,3 0 0 15,-2 0 0-15,2 1 0 0,-4 6 0 0,1-2 0 16,-1 1 0-16,1 1 0 0,1 0 0 0,5 1 0 16,-3 0 0-16,2-1 0 0,5-1 0 0,0-1 0 15,4-1 0-15,-1 0 0 0,1-2 0 0,-1 1 0 16,-1-2 0-16,-2-1 0 0,7 0 0 15,-5 0 0-15,1 0 0 0,0 0 0 16,-2 0 0-16,3-1 0 0,3-2 0 0,-4-1 0 16,1 2 0-16,0 1 0 0,-3-2 0 0,-8 3 0 15,9 0 0-15,-4 0 0 0,-1 0 0 0,1 0 0 16,-1 0 0-16,-4 0 0 0,14 4 0 0,-4-2 0 16,-1 0 0-16,5 0 0 0,-2 1 0 15,-1-3 0-15,3 0 0 0,-2 0 0 0,-1 0 0 0,3 0 0 16,-2 0 0-16,1 0 0 0,1 0 0 15,0-3 0-15,-1 1 0 0,-1 0 0 16,-2 0 0-16,-7 2 0 0,7 0 0 0,-6 0 0 16,1 0 0-16,-2 0 0 0,-1 0 0 0,-6 0 0 15,11 2 0-15,-3 0 0 0,4 3 0 0,-2-5 0 16,2 1 0-16,-6 0 0 0,10 0 0 0,-9-1 0 16,0 3 0-16,0-1 0 15,-7 0 0-15,3-1 0 0,-1 4 0 16,-1-3 0-16,0 1 0 0,0 3 0 0,1-3 0 0,0 3 0 15,5 0 0-15,-3-3 0 0,1 3 0 0,1 0 0 16,-7-5 0-16,7 3 0 0,2-1 0 0,-4 0 0 16,3-1 0-16,-3-2 0 0,-2 0 0 0,11 0 0 15,-5 0 0-15,4 0 0 0,-2 0 0 0,2 0 0 16,-7 0 0-16,9 0 0 0,-6-2 0 0,-8 0 0 16,5 1 0-16,-2 1 0 0,-3-3 0 0,1 1 0 15,-1 0 0-15,3 1 0 0,-5-1 0 0,4 0 0 16,0 0 0-16,6-1 0 15,-3-1 0-15,-1 0 0 0,2 0 0 0,0 0 0 16,-6 1 0-16,2-3 0 0,1 2 0 0,-3 3 0 16,-1-1 0-16,1 0 0 0,-3-1 0 0,-2 2 0 15,2-1 0-15,-2 2 0 0,2 0 0 0,3 0 0 16,-1 0 0-16,1 0 0 0,1 0 0 0,1 0 0 16,3 0 0-16,-3 0 0 0,-2 2 0 0,2-2 0 15,-5 1 0-15,-1 2 0 0,0-1 0 0,-1 0 0 16,-8-2 0-16,6 1 0 0,-6 1 0 0,-2-2 0 15,0 2 0-15,-3 0 0 16,0 0 0-16,-3-2 0 0,0 2 0 0,-1-1 0 16,-1-1 0-16,-2 2 0 0,0-2 0 0,-1 2 0 15,-2-2 0-15,0 0 0 0,-3 0 0 0,-1 0 0 16,0 0 0-16,1 0 0 0,-2 0 0 0,-2 0 0 16,0 0 0-16,0 0 0 0,0 0 0 0,0 0 0 15,0 0 0-15,0-7 0 0,0-6 0 0,-12-6 0 16,-5 0-264-16,-9 0 122 15,-11 1 65-15,-9 7 32 0,-19 9-1116 0</inkml:trace>
  <inkml:trace contextRef="#ctx0" brushRef="#br0" timeOffset="-163423.12">12885 16569 611 0,'0'0'0'0,"-2"0"0"0,-2-4 0 0,1 2 0 0,1 1 0 0,2-1 0 0,-2 0 79 0,2-1-8 16,-2 2-38-16,2 1 57 0,0 0-29 0,0 0 1 16,0 0-21-16,0 0 104 0,0 0-56 0,0 0-28 15,0 0 38-15,0 0 12 0,0 0-31 0,2 0-8 16,2 0 83-16,-1 0-61 15,3 0-31-15,0 0 0 0,0 0 76 0,-1 0-58 16,-1 0-24-16,-1 0 75 0,-1 0-50 0,2 0-24 16,-2 0 7-16,-1 0 23 0,-1 0-28 0,0 0 0 15,0 0 80-15,0 0-54 0,0 0-19 0,0 0-7 16,0 0 91-16,0 0-60 0,0 0-29 0,0 0 1 16,3 0-41-16,-1 0 11 0,0 1-1 0,2 4 23 15,-1-3 0-15,3 1-22 0,-1 0 8 0,1-1-20 16,2 3 160-16,-1-1-181 15,4 1 0-15,-1 1 0 0,-3 0 0 0,4-1 0 16,1 1 0-16,-1-1 0 0,2 3 0 0,0-3 0 16,4 0 0-16,-2 2 0 0,2-3 0 0,2 0 0 15,-2 1 0-15,1-4 0 0,2 2 0 0,-2-1 0 16,1-1 0-16,0 1 0 0,-1 2 0 0,3-2 0 16,-3 0 0-16,0 3 0 0,1-5 0 0,-1 4 0 15,1 0 0-15,-2 0 0 0,2-1 0 16,-2 1 0-16,0-1 0 0,0 0 0 15,-1-1 0-15,2-1 0 0,0 1 0 0,1-2 0 16,-2 0 0-16,2 0 0 0,2 0 0 0,-3 0 0 16,3 0 0-16,-2 0 0 0,1 0 0 0,-1 0 0 15,2 0 0-15,-3 0 0 0,1 0 0 0,2 0 0 16,-1 0 0-16,5 2 0 0,0 0 0 0,-1-1 0 16,8 2 0-16,-2-1 0 0,4-1 0 0,-2 1 0 15,1 1 0-15,1-3 0 0,4 0 0 0,-5 0 0 16,1 0 0-16,-2 0 0 15,0-3 0-15,-6 1 0 0,6-1 0 0,-7 0 0 16,-2 2 0-16,1-1 0 0,-2 0 0 0,1 0 0 16,3 2 0-16,-1 0 0 0,-1 0 0 0,2 0 0 15,0 0 0-15,-1 0 0 0,5 0 0 0,0 0 0 16,-2 0 0-16,1 0 0 0,1 0 0 0,0 0 0 16,0 0 0-16,0 0 0 0,0 0 0 0,0 0 0 15,-2 0 0-15,-2 0 0 0,7 0 0 0,-8 0 0 16,2 0 0-16,-1 2 0 15,2 0 0-15,-5 1 0 0,7 0 0 0,-3 0 0 16,-4 2 0-16,4-1 0 0,-3-1 0 0,-1 1 0 16,5 0 0-16,-8-2 0 0,9-1 0 0,-5 1 0 15,3 0 0-15,-3-1 0 0,6 2 0 0,-4-3 0 16,0 2 0-16,2-2 0 0,-3 0 0 0,3 0 0 16,1 0 0-16,-3 0 0 0,2 0 0 0,-2 0 0 15,4 0 0-15,-2 0 0 0,2 0 0 16,0 0 0-16,0 0 0 0,-1 0 0 15,-3 0 0-15,6 0 0 0,-2-2 0 0,-2-1 0 16,2 2 0-16,0 1 0 0,0-2 0 0,2 0 0 16,-2 1 0-16,4-1 0 0,-2-2 0 0,0 2 0 15,3-2 0-15,1 1 0 0,2-2 0 0,0 2 0 16,1-2 0-16,-2 2 0 0,2-1 0 0,-2 1 0 16,-2-1 0-16,3 2 0 0,-1-2 0 0,1 3 0 15,0-3 0-15,5 2 0 0,-3-2 0 0,-1 2 0 16,4 0 0-16,1 2 0 15,-2-5 0-15,9 3 0 0,-5 0 0 0,2 1 0 16,-4-2 0-16,6 0 0 0,-9 1 0 0,10-1 0 16,-3 0 0-16,-1 0 0 0,-2 2 0 0,4 0 0 15,-1-1 0-15,2-1 0 0,-1 3 0 0,-1-1 0 16,0 1 0-16,-2 0 0 0,-4 0 0 0,8 0 0 16,-4 0 0-16,0 0 0 0,0 0 0 15,0 0 0-15,3 0 0 0,3 0 0 0,-2 0 0 16,2-2 0-16,0 2 0 0,-2 0 0 15,-7 0 0-15,11 0 0 0,-5 0 0 0,0 0 0 16,0 0 0-16,0 3 0 0,3 2 0 0,1-3 0 16,2 3 0-16,-1-1 0 0,-4-1 0 0,1 2 0 15,-8-4 0-15,12 1 0 0,-9 0 0 0,-4 0 0 16,1 1 0-16,-6-3 0 0,4 0 0 0,1 2 0 16,0 0 0-16,-2 1 0 0,-5-2 0 0,2 3 0 15,1-2 0-15,-2 2 0 0,0-3 0 16,-4 2 0-16,0 2 0 0,-4-4 0 15,2 3 0-15,-4-2 0 0,-2-1 0 0,-1 2 0 16,-2-1 0-16,-1-1 0 0,-3 1 0 0,1 1 0 16,-6-3 0-16,-3 2 0 0,1 0 0 0,-2-2 0 15,-3 0 0-15,-1 1 0 0,-2-1 0 0,-1 0 0 16,1 0 0-16,-2 0 0 0,0 0 0 0,0 0 0 16,0 0 0-16,0 0 0 0,0 0 0 0,0 0 0 15,0 0 0-15,0 0 0 16,0 0 0-16,0 0 0 0,0 0 0 0,0 0 0 15,0 0 0-15,0 0 0 0,0 0 0 0,-3-5 0 16,-7-9 0-16,-3 4-551 0,-5 2 268 0</inkml:trace>
  <inkml:trace contextRef="#ctx0" brushRef="#br0" timeOffset="-133424.24">17028 11835 240 0,'0'2'0'0,"0"2"0"0,-2 1 0 0,1-2 0 0,-3 2 0 0,2-4 0 0,0 1 0 0,-1-2 47 0,2 0 0 0,1 2 75 16,0-2-50-16,0 0 1 0,-2 0-40 0,2 0 51 15,-2 0-26-15,2 0 8 0,-2 0-33 0,0 0 64 16,1 0-32-16,-1-2 0 0,0 0 62 0,0-1-40 16,0-3-31-16,2 1 16 15,-2-1 0-15,2-3-39 0,0-1 0 0,0-1 17 16,0-4-17-16,2 0 0 0,6-2 0 0,2 2-43 16,4 0 21-16,-3 2 9 0,5 3 13 0,-4 4-34 15,4 1 1-15,-2 3 32 0,4 2-45 0,-2 0 19 16,3 0-7-16,-1 7 2 0,2 4 43 0,-1 2-38 15,1 5 11-15,-5-3 16 0,3 9-16 0,-2-1 2 16,-3 0-2-16,-3 3 29 0,-1 0-26 0,-5-3 8 16,-1 8-4-16,-1-2-6 15,-2 2 6-15,0 3-3 0,-7 0 1 0,-8 2 54 16,-2-3-28-16,-2 2 0 0,-1-3-48 0,-3-2 1 16,-2-7 24-16,1 0-54 0,0-4 24 0,5-8-1 15,-4 1 27-15,3-5-210 0,1-1 99 0,6-4 42 16,-1-2 11-16,4 0-246 0,2 0 111 0,2 0 72 15,6-8-194-15,0-4 122 0,0-4 74 0,8-5-221 16,7 1 143-16,0 0 71 0</inkml:trace>
  <inkml:trace contextRef="#ctx0" brushRef="#br0" timeOffset="-133164.3">17451 11832 267 0,'7'-22'0'0,"-3"5"0"0,-2 0 0 0,0-1 0 0,-2 3 0 0,0 1 0 0,0 5 274 15,0-1-112-15,-4 1-69 0,-3 4-30 0,1 1 121 16,-4 3-75-16,-1-1-39 16,0 2 74-16,-2 0-60 0,-2 14-25 0,0 5 54 15,0 3-41-15,-1 5 1 0,6 3-32 0,-4 2 38 16,5 2-23-16,3 3-1 0,3 1-22 0,1-2 65 16,2-3-25-16,0-1-7 0,3 0-33 0,8-2 10 15,1-3-10-15,1-2 0 0,0-4-64 0,6 2 27 16,-5-6 1-16,6 0 36 0,-1-5-250 0,-1-2 122 15,5-1 41-15,-2-3-361 0,1-4 180 0,-1-2 106 16,1 0 22-16,1 0-112 0,-5-12 85 16,3-6 55-16</inkml:trace>
  <inkml:trace contextRef="#ctx0" brushRef="#br0" timeOffset="-132864.18">17853 11579 617 0,'-8'-3'0'0,"0"1"0"0,-3 2 0 0,-2 0 0 0,2 0 0 0,-2 0 351 0,1 5-151 0,1 5-87 16,-1 5-41-16,3 1 44 0,-2 7-41 0,4 2-21 16,-1 1 70-16,2 3-50 0,3 4-20 0,-1 1-1 15,4-1 57-15,0 3-38 0,0-1 7 0,0 1 15 16,0-2-31-16,2-2 1 0,5-2-32 0,5 1-26 15,-3-3-8-15,6-2 35 0,-1-2 0 0,0 1-34 16,2-5 1-16,-4-3 41 0,6 0-143 0,-4-2 54 16,4 0 39-16,-2-6-8 15,-1 0-259-15,2 0 111 0,-2-6 79 0,0 0-296 16,-1-3 175-16,-2 0 87 0,4 0 43 0,-3-5-245 16,-3-5 149-16,4 0 70 0</inkml:trace>
  <inkml:trace contextRef="#ctx0" brushRef="#br0" timeOffset="-132244.82">18082 11754 642 0,'-4'-6'0'0,"0"5"0"0,3-2 0 0,-3 2 0 0,2-1 0 0,-3 0 85 0,4 2-17 0,-1 0-9 0,0 0 144 16,-2 0-85-16,1 9-43 0,1 5-21 0,-2 2 52 15,2 3-41-15,1 2 1 0,-1 5-34 0,0-3 38 16,2 4-1-16,0-4-28 0,0 7 27 0,0-1 0 16,2-5-35-16,1-3 0 15,5 1 6-15,-1-1-6 0,3-3 0 0,-1-2-38 16,0-5 38-16,3 0-1 0,1-3 9 0,-2-3-90 16,4-3 39-16,-2-1 20 0,3-1-22 0,-2 0-94 15,2-8 53-15,0-9 32 0,-2-4-129 0,-2-3 73 16,0-2 23-16,-1-3-103 0,-2 0 54 15,-1-2 43-15,-2 1-26 16,0 0 27-16,-3 0-1 0,-1 2 28 0,-2 5 16 16,0 1 8-16,0 1-25 0,0 2 141 0,0 6-70 15,0 1-36-15,0 6-8 0,-2-1-26 16,0 6 349-16,1-1-160 0,-1 0-57 0,2 2 163 0,0 0-99 0,0 0-89 16,0 0-22-16,0 12 1 0,0 0-21 15,0 2 0-15,0 3 8 0,0 1 13 16,2 3-1-16,-1 2-20 0,5 2 32 0,-3-1 1 0,1-4-25 0,0 4-52 15,2 3 23-15,-2-5-1 16,-1-1 22-16,3 2-1 0,-2-2-171 16,-1-1 79-16,3-3 32 0,-4-1-223 0,4-2 118 15,-4-1-76-15,-1-6 78 0,3-1 59 0,0 0-3 16,-2-2 24-16,-1-4-304 0,5 0 161 0,0 0 73 0,2-3-285 16</inkml:trace>
  <inkml:trace contextRef="#ctx0" brushRef="#br0" timeOffset="-132045.36">18473 11820 948 0,'0'-8'0'0,"0"5"0"0,0 0 0 0,0 2 0 0,0-1 0 0,0 0 0 0,3 0 348 16,6 2-158-16,5 0-79 0,2 0-31 0,4 0 147 16,1 0-97-16,-1 0-49 0,4 0-24 0,-1 0 9 15,1 0-33-15,-2 0 0 0,1 0-147 0,-2 0 73 16,-3 0 37-16,0 0 8 0,-7 0-304 0,-2 0 166 15,-1 0 83-15,-4 0-425 0,-3 0 193 0,1 0 107 16,-2 0 76-16,0 0-180 0</inkml:trace>
  <inkml:trace contextRef="#ctx0" brushRef="#br0" timeOffset="-131856.86">18643 11594 1179 0,'-5'-1'0'0,"-1"1"0"0,2 0 0 0,1 1 0 0,1 9 0 0,-2 5 0 0,3 6 0 0,1 3 0 0,0 4 222 16,0 2-94-16,0 4-40 0,0 2 236 0,0 1-145 0,0 6-74 0,0-9-19 16,0 4-27-16,0 0 8 15,0-5-34-15,0 1-252 0,0-1 126 0,0-4 63 16,0-1 32-16,0-7-358 0,0-1 190 0,0-4 44 16,0-5-170-16,1-4 77 0,5-5 91 0,1-2-255 15</inkml:trace>
  <inkml:trace contextRef="#ctx0" brushRef="#br0" timeOffset="-131415.19">18927 11728 826 0,'6'-5'0'0,"1"4"0"0,-3 1 0 0,-2 0 0 15,-1 0 0-15,1 0 0 0,-2 10 0 0,0 2 335 0,0 6-155 0,-3-2-74 0,-7 7 65 0,1-1-70 16,-3 2-34-16,0 1 4 0,-4 2-8 0,2-3-31 15,-2-1 1-15,0-3 9 0,4-3-1 0,-3-2-8 16,4-1 0-16,1-3 40 16,3-4 0-16,2-1-40 0,1-1 8 0,0-3 62 15,3-1-34-15,1-1-1 0,0 0 6 0,0 0-20 16,0 3 8-16,0-1-59 0,1 0 0 0,8 1 30 16,4 0 0-16,1-3 1 0,2 2 7 0,2-2-9 15,0 0 1-15,1 0-38 0,0 0 0 0,-1 0 38 16,3 0 8-16,2 0-135 0,-5 0 59 0,3 0 15 15,-2 0-105-15,-2-2 60 0,-2-2 36 0,-2 0-37 16,-2-1 32-16,-1 1 5 16,-5-3 0-16,3 3 1 0,-6-4 10 0,-1-5-19 15,1-1 18-15,-2-1 158 0,0-3-76 0,0-6-36 16,-3 2-3-16,-7-7 66 0,0-2-45 0,0 2-6 16,-1 0-81-16,-3 3 32 0,5 3 25 0,-4 3-100 15,1 1 47-15,1 4 24 0,2 3 1 0,-1 3-39 16,5 4 16-16,1-2 0 0,0 6-11 0,4 0-105 15,0 1 66-15,0 0 9 0,0 0-3 16,0 7-303-16,4 6 176 0,5 2 86 16,3 0-346-16</inkml:trace>
  <inkml:trace contextRef="#ctx0" brushRef="#br0" timeOffset="-130975.45">19257 11701 1749 0,'0'-5'0'0,"-2"1"0"0,1 3 0 0,-1-4 0 0,-2 4 0 0,4-2 0 0,0 3 0 0,0 0 0 0,0 0 0 0,0 9 208 15,0 7-87-15,0 5-45 0,0 1 109 0,0 3-68 16,2 6-47-16,0 2-7 0,1-5 0 0,3 4-31 16,0-5 1-16,0-6-34 0,3 4 12 0,2-5 1 15,1-2 20-15,0-5-27 16,2-3-1-16,-1 0 37 0,2-4-8 0,0-2-59 0,0-4 22 15,0 0 0-15,1-2-148 0,0-13 85 0,1-9 19 0,-4 1-126 16,1-5 74-16,-3-4 45 0,-2-1 7 16,-2-2-119-16,-1-3 63 0,2-5 36 15,-5 10 0-15,-1-5-3 0,2 0 38 0,-2 5-8 16,-1 5 8-16,-1 4 52 0,0 6-26 0,0 5-1 16,0 2 225-16,0 3-133 0,0 4-38 0,0 2 306 15,0 1-156-15,0 1-93 0,0 0-11 16,0 5 11-16,-1 14-39 0,-1 2-1 0,2 3-30 0,0 3 56 15,0 1-28-15,0 1 8 0,0 4-36 0,0-4 25 16,2 2-1-16,3-5-24 0,3-1 6 16,1-4 2-16,0 3-9 0,2-6-110 15,-2 2 56-15,0-6 27 0,-2 0 0 0,1-2-307 16,1 0 155-16,-1-3 66 0,-3-3 43 0,5 1-528 16,-1-1 267-16,0-3 125 0,3 1-172 0,-1 0 156 15,2 0 79-15</inkml:trace>
  <inkml:trace contextRef="#ctx0" brushRef="#br0" timeOffset="-130547.29">19861 11962 352 0,'0'0'0'0,"0"0"0"0,0 0 0 0,0 0 0 0,0 0 0 0,-2 0 465 16,2 0-216-16,0 0-108 0,0 0-54 0,0 2 234 16,0 2-136-16,0 4-81 0,0 3 83 0,0 2-77 15,0-1-38-15,0 6-1 0,0-1-118 0,-6 0 36 16,0-2 22-16,-1 0-88 0,-1 0 55 0,1-4 27 15,-1-2 9-15,-1 1-350 0,1-2 185 16,1-2 33-16,2-3 66 0,-2-3-490 0</inkml:trace>
  <inkml:trace contextRef="#ctx0" brushRef="#br0" timeOffset="-130204.83">20007 11709 1329 0,'2'-4'0'0,"-2"2"0"0,0 0 0 0,2 0 0 0,-2 2 0 0,2 0 0 0,0 0 0 0,1 6 0 0,3 7 0 0,1 4 448 0,5 6-212 0,-3-1-102 16,0 4 193-16,1 3-147 0,-1 0-73 0,-2 0-30 16,-1-1 109-16,0 0-76 0,-2-5-39 0,1 1 41 15,-1-3-40-15,0-2 9 0,-1-4-48 0,1-6-32 16,-2-2 31-16,1-1 1 0,-2-4 0 0,5-2-77 15,-1 0 34-15,3-4 21 0,5-18 1 16,2-4-9-16,0-5 1 0,0-2 37 16,4-11-106-16,-1 1 42 0,0-3 4 0,-2-2-139 15,3 2 71-15,-1-1 44 0,-4 2 10 0,0 1-164 16,-3 13 83-16,-2 0 47 0,-4 7 13 0,2 3-65 16,-4 10 42-16,-1 0 22 0,0 5 1 0,-2 2-113 15,0 2 67-15,0 2-275 0,0 0 176 0,-2 16 83 16,-1 2 41-16,1 5-470 0</inkml:trace>
  <inkml:trace contextRef="#ctx0" brushRef="#br0" timeOffset="-129979.34">20466 11944 1925 0,'-5'0'0'0,"3"0"0"0,0 0 0 0,2 0 0 0,-1 0 0 0,1 0 0 0,0 0 0 0,0 0 0 0,0 0 260 0,0 0-105 0,0 7-66 0,0 4-29 15,0 3-28-15,0 2 1 0,0 4 8 0,-2 0-253 0,-2 1 123 0,1-3 60 16,-3 1-129-16,1-2 95 0,-2-2 57 0,0-2-470 16,3-5 237-16,1-1 46 0,-1-3 82 0,2-4-286 15</inkml:trace>
  <inkml:trace contextRef="#ctx0" brushRef="#br0" timeOffset="-129575.43">20601 11758 1507 0,'1'-2'0'0,"3"0"0"0,1 2 0 0,-1 0 0 0,1 0 0 0,-2 6 0 0,1 7 0 0,0 4 0 0,-1 7 221 15,-1 1-86-15,2 3-55 0,-2 4 45 0,1-5-47 16,2 0-22-16,0-4-11 0,1-3-4 0,-1-4-8 15,2 1 0-15,2-10-58 0,0 0 29 0,2-6-1 16,1-1 38-16,0-1-91 16,6-16 41-16,-2-5 21 0,0-4-142 0,0-3 54 15,1-1 52-15,-2-3-18 0,-1-4-42 0,-4 4 18 16,1 1 29-16,-1 2-78 0,-2 9 41 0,-3 2 16 16,1 4 0-16,-5 7 75 0,1-1-23 0,0 9-14 15,0-3-19-15,-2 3 114 0,0 20-49 0,-2 4-21 16,-5 7 103-16,0 3-53 0,3 0-35 0,2 1 3 15,2-1 44-15,0-4-17 0,0-7-22 16,0-1 77-16,7-3-39 0,4-6-13 16,1-1 1-16,-1-7 41 0,3-3-33 0,-3-2-7 15,0 0 8-15,0-2-6 0,0-13-24 0,-2-2 0 16,2-7 0-16,-4 2-36 0,0-5 14 0,-1-1 0 16,-3 0-138-16,-1-4 73 0,1 2 40 0,-3 0-196 15,0-3 109-15,0 5 38 0,0 6 35 0,0 0-560 16,0 5 277-16,0 3 132 0,0 3 77 0</inkml:trace>
  <inkml:trace contextRef="#ctx0" brushRef="#br0" timeOffset="-129397.83">21098 11400 982 0,'4'-12'0'0,"3"3"0"0,3 1 0 0,1 2 0 0,-2 3 0 0,5 1 0 0,0 2 268 15,4 0-121-15,0 12-58 0,-1 12 436 0,2 3-246 16,0 9-123-16,-6-1 352 0,0 13-241 0,-6 1-117 15,-3 1-59-15,-4 7 38 0,0 7-48 0,-11-10-16 16,-10 16-8-16,-1-7-131 16,-8-1 53-16,-4 0 27 0,-8-3-561 0,3-7 302 15,-15 8 139-15,2-7 73 0</inkml:trace>
  <inkml:trace contextRef="#ctx0" brushRef="#br0" timeOffset="-128693.84">21505 11806 1053 0,'0'0'0'0,"0"0"0"0,0 0 0 0,0 0 0 0,0 0 0 0,6 0 0 0,4 0 0 0,1 0 147 0,3 0-57 0,2 0-29 0,1 4 268 16,2-2-153-16,2 0-71 0,0 2-37 0,4-2 81 16,-4 0-59-16,2-1-20 0,-2-1-147 0,-1 0 55 15,-3 0 27-15,-1 0-123 0,-4 0 76 0,-3 0 45 16,-3 0-8-16,-2 0-420 0,-3 0 222 0,1 0 46 15</inkml:trace>
  <inkml:trace contextRef="#ctx0" brushRef="#br0" timeOffset="-128347.1">21983 11515 993 0,'-10'0'0'0,"3"-1"0"0,3-1 0 0,2 0 0 0,0 1 0 0,1-2 0 0,1 1 159 0,0 1-54 0,1-1-40 0,17 0 27 15,4-1-29-15,4 3 0 0,2 0-30 0,4 3 68 16,-2 7-38-16,-1 2 0 0,-1 3-31 0,-4 2-35 15,-4 2 0-15,-2 0 44 16,-4 5-57-16,-4 1 25 0,-6 1-1 0,-4 2-51 16,0 0 37-16,-7 3 9 0,-11-4-7 0,-4 2-32 15,-5-3 19-15,0-2-1 0,-3-3 11 0,-2-2-6 16,-1-3 1-16,1-2 15 0,2-6-12 0,10 1-88 16,-3-6 40-16,11 1 26 0,-2-4-294 0,8 0 150 15,6 0 60-15,0-2-266 0</inkml:trace>
  <inkml:trace contextRef="#ctx0" brushRef="#br0" timeOffset="-128131.7">22534 11499 532 0,'0'-16'0'0,"0"7"0"0,0 0 0 0,-14 1 0 0,-1 3 335 0,-6 2-152 0,0 2-75 15,-4 1 90-15,2 7-83 0,-2 12-33 0,3 3-28 16,2 6 151-16,0 5-86 0,8 1-43 15,2 1 80-15,2 0-54 0,7 2-38 0,1-2 0 0,0-1-30 16,7-2-1-16,12-2 0 16,4-2 8-16,4-1-201 0,1-7 97 0,4 1 48 15,3-6 23-15,-1-4-206 0,-1-3 103 0,1-3 57 16,0-3-629-16</inkml:trace>
  <inkml:trace contextRef="#ctx0" brushRef="#br0" timeOffset="-127682.25">22986 11311 1046 0,'0'-15'0'0,"-4"8"0"0,-2 3 0 0,1-2 0 0,-4 3 0 0,-3 2 0 0,-3 1 0 0,-2 0 0 0,-4 15 237 0,3 6-103 0,-1 6-50 15,-3 10-26-15,5-5 153 0,-3 13-93 0,8-3-42 16,1 0 107-16,4 0-75 0,4-6-38 0,3 3 9 16,0 0 8-16,0-2-27 0,10 1 0 0,3-4-61 15,4 0 33-15,1-5 9 0,3-2-8 0,2-3-248 16,-1-3 124-16,2-6 62 0,1-2 31 0,-4-5-546 15,3-2 271-15,-4-5 83 16,0-1-384-16</inkml:trace>
  <inkml:trace contextRef="#ctx0" brushRef="#br0" timeOffset="-127275.29">23079 11471 753 0,'-7'-6'0'0,"3"3"0"0,3 3 0 0,-1 0 0 0,0 0 0 0,-2 6 267 0,1 13-117 15,-2 6-50-15,3 5 187 0,0 2-127 0,2 4-64 16,0-2-31-16,0 7 38 0,4-4-28 0,6-1-7 16,3-4-35-16,1 0 35 0,0-7-35 0,2 0-1 15,-2-8-45-15,4-2 19 0,-2-4 0 0,-1-5 27 16,0-4-130-16,1-2 65 0,-2 0 40 15,3-14-138-15,-4-9 55 0,3-6 44 16,-5-2-7-16,-4-2-134 0,0-2 62 0,0-3 49 16,-4-7 1-16,1 10-22 0,-2-3 16 0,0 4 1 15,-1 10 0-15,-1-1 8 0,0 5 25 0,0 8-1 16,0 1 154-16,0 6-77 0,0 2-47 0,0 2 240 16,0 1-119-16,0 1-65 0,0 20-13 0,0 2 118 15,0 2-54-15,0 6-45 0,2 3 8 0,4 2 28 16,0-1-31-16,0 2 0 15,-1 0-1-15,0 0-30 0,1-1 0 0,1-1 0 16,1-1-233-16,1-6 116 0,-1-5 67 0,2-1-494 16,1-5 235-16,-2-2 134 0,1-9 34 0,1-1-366 15,2-5 213-15</inkml:trace>
  <inkml:trace contextRef="#ctx0" brushRef="#br0" timeOffset="-127114.72">23587 11786 433 0,'0'-6'0'0,"0"4"0"0,0 0 0 0,0 1 0 0,0 1 308 16,0 0-137-16,0 0-69 0,0 9-27 0,0 3 113 16,0 2-78-16,0 5-38 0,0-1 118 0,0 2-79 15,-2 2-31-15,-5 1-8 0,0-3-217 0,2 1 89 16,0-2 44-16,3-6-362 0,0 0 199 0,0-6 104 16,2-1 51-16</inkml:trace>
  <inkml:trace contextRef="#ctx0" brushRef="#br0" timeOffset="-126677.89">23767 11570 672 0,'6'-2'0'0,"-2"2"0"0,1 0 0 0,-1 0 0 0,-1 2 169 0,0 10-61 0,-1 2-41 0,-2 7 253 16,0 3-143-16,0 3-72 0,0 1-37 0,0-2 92 15,0 6-67-15,0-6-31 0,2-3 1 0,1 0-58 16,3-5-1-16,-1-7 37 15,1 1-103-15,2-3 47 0,-3-3 24 0,5-6 0 16,-1 0-36-16,3-2 38 0,0-17-8 0,2-3-68 16,-2-3 43-16,1-3-14 0,1-2 22 0,-1-4-77 15,2-6 44-15,-2 2 7 0,-1 1 1 0,-1 4-41 16,0-4 32-16,-3 12-11 0,-1-1 78 0,-1 5-2 16,-3 8-35-16,-1 4-4 0,0 3 247 0,0 2-113 15,-2 4-58-15,0 2-4 0,0 20-24 0,0 7 17 16,-4 2-36-16,2 3 117 15,2 0-54-15,0 1-4 0,0 2 1 0,2-3 3 16,7-5 1-16,3-5-30 0,5 3-11 0,-5-8 2 16,4-4 1-16,-1-2 0 0,0-5-41 0,-1-5 9 15,2-3 32-15,1 0-35 0,2-7 0 0,-2-12 35 16,-3-4 0-16,2-1-88 0,-5-4 36 0,1-4 8 16,-3-3-1-16,-2 0-127 0,-1-2 73 15,-3 1 21-15,0 4-227 0,-3 3 115 0,0 4 69 16,0 4 13-16,0 6-127 0,-5 0 89 15,2 6 40-15,-3 2-61 0,3 6 52 0,-1 1 24 16,2 0-8-16,2 13-272 0</inkml:trace>
  <inkml:trace contextRef="#ctx0" brushRef="#br0" timeOffset="-126480.42">24453 11778 1357 0,'0'6'0'0,"0"0"0"0,0 0 0 0,0-1 0 0,0 3 0 0,-6 1 0 0,1 5 0 0,-3 0 213 0,0 4-90 0,1 0-37 0,2 1-14 15,-4-1 1-15,4 3-40 0,0-2-1 0,4-2-203 16,0-6 110-16,1 0 42 0,0-1-462 0,0-7 246 16,0-2 124-16,1-1 61 0,0-8-401 0</inkml:trace>
  <inkml:trace contextRef="#ctx0" brushRef="#br0" timeOffset="-126077.98">24598 11640 982 0,'0'0'0'0,"0"0"0"0,0 3 0 0,0 8 0 0,0 1 0 0,0 4 0 0,0 0 0 0,0 4 320 0,0 1-143 0,0 4-73 16,0-3-35-16,0-2 74 0,0 0-47 0,3 0-35 15,3-5 33-15,1 0-31 0,0-5 0 0,0-3-30 16,0-1-68-16,2-6 30 0,2 0 0 0,1 0-77 15,1-8 58-15,-1-9 37 16,2-3-9-16,0-2-163 0,-3-4 67 0,0 0 55 16,1-4-18-16,0 2-41 0,0-2 11 0,-1-1 34 15,0 6-87-15,-2 4 53 0,-1 0 25 0,-3 9-9 16,1 0 103-16,-4 4-34 16,0 5 0-16,0 1 240 0,-2 2-127 0,0 2-60 15,-6 18-32-15,-5 5 171 0,-1 5-91 0,5 2-46 16,2 1 5-16,3 3 35 0,2-2-35 0,0 0 0 0,2-5-74 15,10-4 24-15,5-4 0 0,1-6 31 16,6-2-151-16,-1-5 70 0,1-7 35 0,3-1-117 16,-3-1 67-16,-4-10 12 0,7-8 23 0,-8-1-8 15,-3-5-1-15,-2-2-8 0,-5-1 25 0,-2-2 52 16,-3-2-24-16,-2-1 0 0,-1-2-58 0,-1 4 41 16,0 1-7-16,-5 5 21 0,-9-3-201 0,2 9 88 15,-1 2 42-15,1 5-294 0,1 1 160 16,6 6 71-16,-1 0 49 0,3-1-257 15</inkml:trace>
  <inkml:trace contextRef="#ctx0" brushRef="#br0" timeOffset="-125893.61">25228 11337 396 0,'7'-11'0'0,"-5"3"0"0,3 4 0 0,-3-3 0 0,0 1 0 0,-1 3 410 0,1 1-193 0,0 2-92 15,4 0-46-15,1 18 433 0,-1 5-239 0,2 7-112 16,-2 10 198-16,0 1-163 15,0 4-81-15,-3-1 251 0,2 5-166 0,-3 1-76 16,-2 0-50-16,0 3-39 0,0 1-2 0,-9 2 0 16,-7 7-1-16,-1-13-385 0,-13 14 188 0,-4-5 99 15,-9-1-823-15,-15 10 399 0</inkml:trace>
  <inkml:trace contextRef="#ctx0" brushRef="#br0" timeOffset="-124312.86">16324 12872 793 0,'0'0'0'0,"0"0"0"0,-2 0 0 0,2 1 0 0,0-1 0 0,0 2 0 0,0 0 0 0,0 1 133 0,0 2-49 0,6-4-18 15,8 3 216-15,-2-2-124 0,4-2-63 0,2 0 140 16,-1 0-102-16,1 0-42 0,0 0-33 0,0 0 19 16,-1 0-22-16,1 0 0 0,-2 0-22 0,0 0-143 15,-2 0 68-15,-3 0 37 16,1 0 0-16,-3 0-124 0,-2 2 81 0,2 0 49 15,-6 2-527-15,3 1 260 0,-5-1 69 0</inkml:trace>
  <inkml:trace contextRef="#ctx0" brushRef="#br0" timeOffset="-124142.31">16413 13154 989 0,'0'5'0'0,"0"4"0"0,0-3 0 0,0-4 0 0,0 0 0 0,0-2 0 0,1 1 0 0,8-1 340 15,3 0-154-15,3 0-76 0,0 0-39 0,2 0 146 16,0 0-83-16,1 0-55 0,2 0-67 0,-1 0 21 16,1 0 0-16,-1 0-326 0,2 3 171 0,-1 2 74 15,1 3 40-15,0-1-577 0</inkml:trace>
  <inkml:trace contextRef="#ctx0" brushRef="#br0" timeOffset="-123568.9">16993 12879 415 0,'-4'-6'0'0,"-1"5"0"0,2-2 0 0,-1 1 0 0,2-1 0 0,0 1 104 0,1-1-36 0,1 2 9 16,0-5-44-16,0 1 110 0,3-4-55 0,9 0-27 16,3-2 8-16,0 2 35 0,2 0-40 0,-2 3 0 15,3 2 19-15,-2 3-26 16,0 1 1-16,2 0-17 0,-2 0 36 0,1 11-23 15,0 6 1-15,-4 1 2 0,0 5 1 0,-3-2-17 16,1 7-9-16,-5-2 38 0,-3 3 0 0,-1 0-38 16,-2 0 2-16,0-4 7 0,-2 7-9 0,-7-9 1 15,-4 2-37-15,-4-4 0 0,4-6 37 0,-8-2 8 16,-3 0-119-16,1-4 53 0,-1-3 17 0,-2-2-214 16,1-4 106-16,4 0 62 0,-3 0 10 15,2 0-104-15,3 0 48 0,5-6 40 16,2-1-12-16,6-1-185 0,3-5 116 0,3 0 54 15,1 0-200-15,15-3 127 0</inkml:trace>
  <inkml:trace contextRef="#ctx0" brushRef="#br0" timeOffset="-123307.6">17481 12722 652 0,'-2'-14'0'0,"-4"0"0"0,-3 5 0 0,-2-3 0 0,-3 4 0 0,3-2 0 0,-3 3 156 15,5 5-62-15,-3-1-31 0,0 3 121 0,-1 0-68 16,-2 5-45-16,0 13-1 0,-1 7 25 0,2 5-31 16,-3 8 0-16,4-3 70 0,0 16-54 0,1-4-24 15,3 3 0-15,5-1 86 0,4-7-46 0,0 9-36 16,0-17 1-16,6 3 6 0,8-5-34 0,2-1 0 16,-1-9 8-16,6 3-43 0,-2-4 0 0,-1-4 35 15,-1-4-190-15,0 1 95 16,2-7 56-16,-2-1 13 0,-1-6-461 0,4 0 191 15,-4 0 123-15,1-6-341 0,0-9 216 0,2-4 120 16</inkml:trace>
  <inkml:trace contextRef="#ctx0" brushRef="#br0" timeOffset="-122930.61">17586 13075 490 0,'0'-14'0'0,"0"5"0"0,0 2 0 0,0-1 0 0,-2 0 0 0,0 4 0 0,-1 1 234 0,1 1-101 0,2-1-50 16,-2 2-17-16,2 1 168 0,0 0-101 0,0 0-49 15,0 12-14-15,0 3 0 0,0 0-29 0,2 6-8 16,0 3 118-16,3-4-60 0,-1 3-29 0,3-1 22 16,-2-1-18-16,4-2-8 0,0-4-25 0,0-1-32 15,1-4 1-15,1 0 31 0,-2-5-57 0,5 1 25 16,-5-6 0-16,3 0 31 0,2 0-57 0,-1-10 22 16,2-7 8-16,0-5-128 15,-1-1 67-15,-2-1 17 0,0 0 23 0,-3-3-140 16,-1 6 71-16,-1-10 22 0,1 7 24 0,-4-1-51 15,-1 5 31-15,1-1 5 0,-2 4 93 0,0 0-35 16,-2 6 1-16,0 3-43 0,0 2 116 0,0 2-48 16,0 2-33-16,0 0 325 0,0 2-159 0,0 0-59 15,0 0-47-15,0 6 161 0,0 9-85 0,0 6-54 16,0 2-23-16,0 3 128 0,2 1-76 0,-1 4-29 16,5-2 64-16,-3 0-54 0,6 2-29 15,-4-5 1-15,1 0-101 0,1-5 45 16,-1 1-9-16,2-3-142 0,-1-4 90 0,0-2 44 15,-1-5 22-15,2-1-668 0,-3-2 327 0,3-5 117 16,1 0 97-16</inkml:trace>
  <inkml:trace contextRef="#ctx0" brushRef="#br0" timeOffset="-120977.55">18322 12740 967 0,'2'0'0'0,"-2"0"0"0,0 0 0 0,0 0 0 0,0 0 0 0,0 0 0 0,0 0 0 0,0 0 158 0,0 0-66 0,0 0-30 16,0 0 181-16,0 0-105 0,0 0-52 15,0 0-19-15,0 0 46 0,0 0-41 0,0 0 1 16,0 2-12-16,0 2-20 0,0 3-8 0,0 5 103 15,-2-1-52-15,-7 7-26 0,-5 2 0 0,0 0 6 16,-5 4-8-16,-2 4-24 0,-1 0 1 0,-3 3-40 16,1 1 0-16,-3-5 48 0,3 2-8 0,2-5-49 15,1-3 24-15,6-4 0 0,0-2 30 0,4-6-4 16,-1 0-2-16,5-1 28 0,1-4 0 16,3-3-46-16,1 2 11 0,2-3 93 15,0 0-47-15,0 0-15 0,0 0-1 0,0 0-46 16,0 0 0-16,7 0 32 0,6 0-8 0,2 0-13 15,6 0 13-15,3 0 0 0,1 0-28 0,-3 0 36 16,10 0-8-16,-2 0-39 0,0 2 38 16,0 2-13-16,-1-3 10 0,-5 3-105 0,8 2 46 0,-12-1 19 15,3 1 0-15,-4 1-113 0,-2-1 65 0,-6-2 29 16,-1 0-1-16,-5-2-21 0,-1-1 24 0,-3 1-10 16,1-2 97-16,-2 0-46 15,0 0-6-15,0-5 157 0,-2-10-85 0,-5-8-38 16,0 1-23-16,-1-7 50 0,0-3-12 0,-1-2-1 15,0-7-8-15,-1 2-160 0,1 5 66 0,2-1 52 16,-3 3-156-16,-1 5 80 0,2 6 34 0,-3 2 22 16,1 5-60-16,4 4 32 0,-2 1-7 0,0 3-123 15,4 5 60-15,3-1 41 0,0 0-1 0,0 2-113 16,2 0 80-16,0 0 37 0,9 9-1 16,5 1-517-16,4 1 276 0,1-2 132 15,1 0 76-15</inkml:trace>
  <inkml:trace contextRef="#ctx0" brushRef="#br0" timeOffset="-120570.79">18566 12787 818 0,'2'0'0'0,"-2"0"0"0,0 0 0 0,0 0 0 0,0 0 0 0,0 0 0 0,0 0 192 16,0 0-80-16,2 0 277 16,2 7-178-16,1 5-89 0,1 5-36 0,2 5 142 15,1 2-98-15,-4 7-48 0,3 1-25 0,0-2 196 16,-1 4-102-16,2-2-63 0,1-3-27 0,3-4 25 15,0-3-26-15,1-5 0 0,-2-2-106 0,4-5 35 16,-2-2 22-16,2-7-170 0,-3-1 96 0,2 0 47 16,0-4 33-16,2-14-198 0,-4-3 70 0,1-1 58 15,-2-7-14-15,1-2-39 0,-1 1 3 0,-3-8 41 16,2 2-2-16,-3-5-52 0,-1 7 41 0,-1-2 21 16,-1 8-38-16,-3-6 34 15,0 15 0-15,0 0 25 0,-2 8 107 0,0 1-54 16,0 6-34-16,0 1 303 15,0 3-146-15,-4 0-81 0,-1 6-20 0,1 11 92 0,2 3-36 0,2 5-45 16,0-1 29-16,0 3 159 0,0 1-104 0,4 2-52 16,5-2 60-16,3 2-60 0,-1-1-26 0,0-1-45 15,2 0 18-15,-4-2 1 0,3-2 8 0,-1 3-263 16,-2-7 128-16,3 1 63 0,-3-5 32 0,0 0-424 16,3-4 189-16,-1-2 116 0,2-4 9 15,1-4-159-15,0-2 118 0,4 0 59 16,-2 0-332-16,1-4 199 0,1-5 96 0,-2 1-262 15,1-3 178-15</inkml:trace>
  <inkml:trace contextRef="#ctx0" brushRef="#br0" timeOffset="-120317.92">19287 12983 844 0,'-9'-10'0'0,"2"2"0"0,2 1 0 0,-2 0 0 0,0-5 0 0,1 5 0 0,3-1 0 0,-1 0 419 16,2 3-198-16,2 1-93 0,0-2-48 0,0 3 275 15,2-3-161-15,9 0-72 0,5 0 40 0,2 3-65 16,6-2-32-16,1 0 111 0,0 2-71 0,-4 1-28 16,8-2-8-16,-3 3-37 0,0-2 1 0,-5 1 0 15,1 0-1-15,3-1-180 0,-4 1 86 0,-1 0 47 16,-1 0-297-16,-2 0 148 0,-4 2 91 0,-4-1 2 16,1 1-169-16,-4-3 65 15,-3 3 71-15,-1 0-275 0,0 0 173 0,-2-1 79 16,0-1 51-16,0-1-208 0,-9-3 126 0,-3-2 62 15,1-1 32-15,-2-7-179 0</inkml:trace>
  <inkml:trace contextRef="#ctx0" brushRef="#br0" timeOffset="-120135.39">19492 12620 878 0,'-11'-20'0'0,"3"4"0"0,-1 1 0 0,2 2 0 0,0 1 0 0,2 5 0 0,0-1 0 0,3 7 0 0,0-3 385 0,0 2-180 0,2 2-86 15,0 2-43-15,0 21 250 0,0 3-147 0,0 8-65 16,2 7 362-16,0 1-222 0,-2 2-110 0,0 4 79 15,0 0-96-15,0-5-38 0,0 10-33 0,0-4-132 16,0 0 55-16,0-2 26 0,0 0 1 0,0-8-455 16,0 10 236-16,0-5 123 0,0-4-695 0,0-4 339 15,0 11 212-15</inkml:trace>
  <inkml:trace contextRef="#ctx0" brushRef="#br0" timeOffset="-118058.6">20183 12740 571 0,'-3'0'0'0,"-3"-5"0"0,1 2 0 0,1-1 0 0,2-2 0 0,-1 1 0 0,1-4 0 0,2 2 0 0,0-1 76 0,0-1-22 0,0 3 8 0,0 0 63 15,5 3-47-15,2-1-22 0,4 1 0 0,1 3 63 16,1 0-35-16,2 0-30 0,2 9 84 0,4 2-53 15,-3 1-26-15,3 6 0 0,-2-2 62 0,3 9-49 16,-5-2 1-16,3 1-28 0,-8 3-13 0,1 0 1 16,-3 2 8-16,-6 2-34 0,-3 3-1 0,-1 1 27 15,0 7-1-15,-12-5-64 16,-4-4 40-16,-8 5-8 0,4-12-92 0,-7 0 58 16,-1-5 30-16,1-6-7 0,1-7-105 0,-4-3 59 15,4-5 15-15,1 0-46 0,5 0 27 0,1-5 25 16,1-5-9-16,4-3-153 0,5 0 73 0,5-2 46 15,4-2 23-15,0-4-178 0,2 0 93 0,16-3 58 16</inkml:trace>
  <inkml:trace contextRef="#ctx0" brushRef="#br0" timeOffset="-117754.68">20597 12662 567 0,'2'-18'0'0,"-2"3"0"0,0 2 0 0,0 0 0 0,0 1 0 0,0 3 0 0,0 0 114 16,0 3-41-16,-6 1 0 0,0 3-40 0,2 1 152 16,-3 1-80-16,2 0-36 0,-5 0 17 0,0 6-27 15,1 8 0-15,0 0-19 0,-3 7 36 0,0 2-22 16,-1 2 0-16,1 6 67 16,-3 1-44-16,2 4-14 0,0 7-8 0,3-4 95 15,1 3-58-15,5-7-30 0,2 3 0 0,2-3 42 16,0 0-39-16,4-6-1 0,10-1 60 0,2-1-46 15,5-5-23-15,-1-1-4 0,5-2-19 0,-1-3 1 16,1 0 0-16,-1-3-128 0,-2-2 64 0,-1-4 40 16,0 1-9-16,-1-2-267 0,-2-5 129 0,-2-1 78 15,-2 0 7-15,-3 0-217 0,2 0 89 16,-2 0 79-16,0-2-454 0</inkml:trace>
  <inkml:trace contextRef="#ctx0" brushRef="#br0" timeOffset="-117202.11">20854 13012 864 0,'-2'-1'0'0,"0"-1"0"0,2 0 0 0,-2 2 0 0,2 0 0 0,0 0 0 0,-1-3 0 0,1 3 294 0,0 0-131 0,0 0-65 0,3 3-3 16,5 4-23-16,2 3-9 0,-3 1-30 0,2 2 47 15,0 1-23-15,-1 3-1 0,0 1-15 0,-1 0-7 16,-2 1-1-16,-1 1-1 0,1-2-27 0,-2 0 28 15,-1 0 8-15,0 1-8 0,2-5 0 0,-3 2 0 16,3-5-1-16,0-1 17 0,-3-2-8 0,3 0-8 16,1-4-1-16,-4-1-64 0,1-1 29 0,0-2-2 15,0 0 40-15,0 0-95 16,0 0 40-16,1-3 15 0,1-12-4 0,1-2-5 16,2-4 31-16,0-3-64 0,0-3 28 0,1-1-16 15,0-4 41-15,-1 2-112 0,2 1 50 0,0 0 17 16,-2 9 0-16,2-4-11 0,-4 6-1 0,1 3 25 15,-1 6 5-15,-3 0 54 0,3 3-25 0,-4 4-11 16,1-1 77-16,-2 2-43 0,0 1-26 0,0 0 13 16,0 0 2-16,0 0-1 0,0 0 0 0,0 0 18 15,0 0-32-15,0 0 18 0,0 0-15 16,0 0-28-16,0 0 29 0,0 0 1 16,0 0-3-16,0 0-94 0,0 0 38 0,0 0 25 15,0 0-203-15,0 0 99 0,2 0 40 0,0 0 36 16,2 0-342-16,-1 0 180 0,3 0 91 0</inkml:trace>
  <inkml:trace contextRef="#ctx0" brushRef="#br0" timeOffset="-116675.27">21328 12879 685 0,'0'-2'0'0,"0"0"0"0,0 0 0 0,0 1 0 0,0-2 0 0,-3 1 0 0,1 2 189 0,-1 0-83 0,1 0-36 16,0 0 220-16,0 0-129 0,0 0-63 0,1 0 97 15,-1 0-84-15,0 2-40 16,2 4 1-16,0-2-6 0,0-3 1 0,0 4-26 16,0-4-8-16,0 2 32 0,0-2 1 0,0 1-33 15,0-2-52-15,0 0 34 0,0 0-8 0,2 0-64 16,0 0 45-16,3 0 22 0,-1-2 0 0,-1-3-105 15,-1-3 41-15,1 3 36 0,-1-1-5 0,-1-1-26 16,-1 5 15-16,0-1-1 0,0 0 5 0,0 2 75 16,0-2-17-16,0 3-38 0,-1 0 126 15,-6 0-59-15,4 0-22 0,1 0 20 0,-2 0-16 0,2 5-1 16,1 0-3-16,1 0-69 16,0-1 26-16,0 2 14 0,0-3 14 0,0 1-114 15,0-3 55-15,0 2 16 0,0-1 1 0,0-2-44 16,0 0 32-16,0 1-7 0,0-1-73 0,0 0 37 15,0 0 28-15,0 0-4 0,0 0-48 0,0-1 27 16,1-1-7-16</inkml:trace>
  <inkml:trace contextRef="#ctx0" brushRef="#br0" timeOffset="-111721.79">21693 12746 234 0,'-2'-4'0'0,"-1"-3"0"0,1 4 0 0,0 1 0 0,0-1 0 0,-1-2 207 0,-1 2-78 16,0-1-53-16,1 1 91 0,-2-1-67 0,3 2-34 15,-1 0 0-15,1 1 18 0,0-1-31 0,0 2 1 16,2 0-21-16,-2 0 64 0,1 0-33 0,-1 0 9 15,-2 0-19-15,2 2-21 16,-1 5 0-16,-2 2-27 0,0 2 27 0,1-1 8 16,0 5-8-16,1-2 34 0,1 1-34 0,-2 0 0 15,1 1 0-15,1 3 40 0,-1-2-8 0,1 1-33 16,2 1 1-16,0 2 24 0,0 0-1 0,0-1-15 16,0 2 22-16,7-1-30 0,0 1 0 0,0-2 11 15,4-1-11-15,-1-1 8 0,3-1-8 0,-1-2-37 16,1 1 37-16,1-5-1 0,2-2 1 0,-2-1-18 15,5-2-8-15,-1-1 23 16,-2-4 3-16,3 0-29 0,-2 0 0 0,0 0 20 0,1-4-50 16,-2-7 20-16,3-5-1 0,-5-3-23 15,-1-3 22-15,-1 5-5 0,-3-12 26 0,0 4-76 16,-2 1 35-16,-4-2 10 0,1-1 1 0,-2 5-36 16,-2-6 25-16,0 2-10 0,0 5 16 0,0-3 5 15,-2 0 7-15,-5 5-15 0,-2-4 53 0,0 4-44 16,0 2 4-16,-3-1-7 0,-1 4 54 0,1 3-23 15,-4 2 2-15,0-1 64 0,-1 5-40 0,-1 3-12 16,0 0 0-16,-3 2 20 16,0 0 0-16,3 0-25 0,-3 5-11 0,4 5-29 15,-2 1 35-15,2 0 4 0,2 3-44 0,3-1 41 16,2 0-4-16,1 0-149 0,1 2 71 0,3 0 26 16,2 2 0-16,3 0-335 0,0 2 175 0,0 3 66 15,10-2 41-15,6 7-417 0</inkml:trace>
  <inkml:trace contextRef="#ctx0" brushRef="#br0" timeOffset="-110955.21">22289 12830 580 0,'-12'0'0'0,"5"-1"0"0,2-1 0 0,-1 0 0 0,3 0 0 0,1 0 210 16,0-1-88-16,-1 2-37 0,3 1-30 0,0 0 107 16,0 0-64-16,0 0-33 0,3 0 86 0,8 0-50 15,2 0-39-15,2 0 0 0,1 0 219 0,4 0-124 16,2 0-62-16,2 0 134 0,4 0-103 0,-3 0-46 15,3-2-24-15,0 1 22 0,1-2-22 0,-5 1 7 16,8-1-30-16,-7-1-29 16,-3 2 29-16,0-1 0 0,-2 2-89 0,-8-1 52 15,1 1 15-15,-3 1-1 0,-3-3-137 0,-1 3 79 16,-4 0 11-16,0 0-258 0,-1 0 144 0,-1 0 42 16,0 0 45-16,0 0-185 0,0 0 108 0,0-1 45 15,0-3 36-15,0-2-320 0,-3 1 174 0,-1-3 86 16,-1 3-133-16,-3-5 114 0</inkml:trace>
  <inkml:trace contextRef="#ctx0" brushRef="#br0" timeOffset="-110721.84">22502 12515 536 0,'0'-10'0'0,"-4"5"0"16,-1 3 0-16,4 0 0 0,-3-2 0 0,0 2 411 0,2 0-182 0,1 2-102 0,1 0-47 0,0 0 231 15,0 19-140-15,0 2-69 0,0 4 165 0,0 4-121 16,0 5-57-16,0 0-28 16,1 3 34-16,3 3-31 0,0-2 8 0,-2-1-76 15,1 0 37-15,2 3 0 16,-3-3-1-16,-1 2-223 0,1-1 120 0,0-1 48 0,-2-1 28 0,0-2-396 16,0-4 200-16,0-6 56 0,0 0-359 0,0-6 235 15,2 0 113-15,0-5 56 0</inkml:trace>
  <inkml:trace contextRef="#ctx0" brushRef="#br0" timeOffset="-109703.92">23042 12671 434 0,'0'0'0'0,"0"0"0"0,0 0 0 0,0 0 0 0,0 0 0 0,0 0 0 0,0-2 0 0,2-1 55 15,0-1 0-15,-1 3-23 0,1-3 109 0,5 0-58 16,-2 1-25-16,2-1 78 0,4 1-52 0,1-1-25 16,1 2 8-16,1 0 31 0,0 0-33 0,4 2 1 15,-2 0-33-15,1 0 29 0,1 0 8 0,0 10-38 16,-2-1-26-16,0 1 27 0,-2 5-1 0,0-1 1 15,-5 3-52-15,-2 2 22 16,-2 0 0-16,-3 1-42 0,-2 7 36 0,0-3 2 16,-10-3 6-16,-7 7-95 0,-2-4 51 0,-2-2 10 15,-1 0 1-15,-2-3-30 0,3-7 27 0,-6 3 5 16,4-4-99-16,2-2 51 0,-2-5 29 0,3 1-59 16,1-3 35-16,0-2 17 0,2 0 0 0,2 0-98 15,6 0 59-15,0 0 21 0,5-2 8 0,2-4-67 16,2-4 48-16,0 0 24 0</inkml:trace>
  <inkml:trace contextRef="#ctx0" brushRef="#br0" timeOffset="-109432.27">23559 12596 477 0,'-2'-10'0'0,"-5"3"0"0,-3 1 0 0,-1 0 0 0,-2 1 0 0,-3 2 0 0,2 0 0 0,-5 3 111 16,1 0-40-16,-3 6 1 0,1 9-39 0,1 5 122 16,1 3-66-16,3 3-27 0,4 5 102 0,2-2-66 15,5 3-32-15,2-1 104 0,2 2-73 0,0-1-32 16,4-2 1-16,7-2-4 0,3-2 0 0,0-3-21 16,5 3-8-16,-1-5-36 0,1-5-1 0,1 2 37 15,-2-5 0-15,3-2-161 0,-1-2 77 0,1-2 41 16,-2-3-336-16,1-1 177 0,-1-3 55 0,-1 0 54 15,0 0-337-15,-1 0 183 16,-4-7 90-16</inkml:trace>
  <inkml:trace contextRef="#ctx0" brushRef="#br0" timeOffset="-108949.88">23685 12858 989 0,'1'-1'0'0,"-1"1"0"0,0 0 0 0,0 0 0 0,0 0 0 0,0 2 0 0,0 11 0 0,0 1 0 0,0 4 155 0,2 0-54 0,0 2 104 16,2 0-87-16,-1 4-42 0,4-3-22 0,0 0 35 15,-2-3-20-15,3-2-8 0,2 0-29 0,-3-4-39 16,0-2 40-16,1-4 0 0,-2 0 8 0,1-3-65 16,-1-3 28-16,1 0 0 0,3 0-46 0,-1-1 37 15,0-13 8-15,0-2 29 0,1-3-98 0,0-1 41 16,-5-3 1-16,2 1-47 0,0 1 29 0,-2-3 22 15,-1 3-14-15,-2 3 13 16,-1 3 13-16,1 4 3 0,0 0-8 0,-2 4 34 16,0 1-2-16,0 4-25 0,0 0 159 0,0-1-75 15,0 3-32-15,0 0-1 0,0 0 19 0,2 8-24 16,0 8 0-16,0 2 33 0,-1 3-11 0,6 4-6 16,0-3-8-16,0 2-75 0,2-5 32 0,3-1 0 15,1 0 37-15,1-4-40 0,-2-1-1 16,4-4 5-16,-3-3 29 0,-1-3-12 0,-1-1-9 15,-1-2 1-15,0 0 36 0,3 0-25 16,-4-4-4-16,0-9 22 0,2-3-15 0,-4-1-11 16,0-4 4-16,-1-3-87 0,0-1 42 0,-2-2 22 15,-1 5 6-15,-1-3-79 0,0 3 43 0,-2 1 11 16,0 2-125-16,0 3 56 0,0 2 39 0,-7 2 0 16,1 4-76-16,0 2 35 0,-1 0 31 0,3 3-84 15,0 1 47-15,2-1 37 0,2 3-1 0,0 0-245 16,0 0 136-16,0 8 69 0,0 2 26 0</inkml:trace>
  <inkml:trace contextRef="#ctx0" brushRef="#br0" timeOffset="-108370.36">24283 12697 826 0,'0'0'0'0,"0"0"0"0,0 0 0 0,0 0 0 0,0 0 0 0,0 0 0 0,0 0 0 0,0 0 0 0,0 0 303 0,0 0-127 0,0 3-75 0,3-2-35 16,-1 1 112-16,0 1-73 0,0 1-36 0,-1 0 33 15,1-1-38-15,-2 1-1 0,2 0-30 0,0-1 76 16,0-1-38-16,-1 2 8 0,1-3-46 0,-2 2 51 16,2-1-25-16,-2-2-1 0,2 2-11 0,-2-2-14 15,0 0 0-15,2 0-33 0,-2 0 1 0,0 0 31 16,0 0 9-1,0 0-30-15,0 0 22 0,0 0-1 0,0 0 1 0,0 0 40 16,0 0-36-16,0 0-5 0,0 0 48 0,0 0-23 16,0 0-1-16,0 0-23 0,0 0 30 0,0 0-8 15,0 0-22-15,-2 0 0 0,-2-2-286 0,1-3 140 16,1 4 72-16,0-1-674 0,2 0 330 0,0 2 179 16</inkml:trace>
  <inkml:trace contextRef="#ctx0" brushRef="#br0" timeOffset="-107074.13">24662 12706 565 0,'-2'0'0'0,"2"0"0"0,-2 0 0 0,2-2 0 0,-3-1 0 0,2-1 0 0,-2 0 0 0,2 1 136 15,1 0-51-15,-2 0-26 0,2 1 0 0,0 0 81 16,-2-1-57-16,2-1-25 0,0 3 76 0,0 0-51 16,0 1-25-16,0 0 9 0,-2-2 61 0,2 2-47 15,0 0-24-15,0 0 27 0,0 0-26 0,-2 0 9 16,2 0-34-16,0 0 62 15,0 0-32-15,0 0 1 0,0-3-31 0,0 3 34 16,0 0-8-16,0 0-26 0,0 0-1 0,0 0-11 16,0 0 20-16,0 0-8 0,0 0-28 0,0 0 0 15,0 0 28-15,0 0-35 0,0 0 43 0,0 0-9 16,0 0-2-16,0 0-35 0,0 0 8 0,0 0 1 16,0 0 10-16,0 0-22 0,0 0-6 0,0 0 33 15,0 0-26-15,0 0 0 0,0 0 22 0,0 0-1 16,0 0-32-16,0 0 30 15,0 0-2-15,0 0-19 0,0 0 19 0,0 0 1 16,0 0-8-16,0 0-20 0,0 0 21 0,0 0 3 16,0 0-2-16,0 0 5 0,0 0-5 0,0 0 1 15,0 0 28-15,0 0-27 0,0 0 1 0,0 0-1 16,0 0 20-16,0 0-19 0,0 0 2 0,0 0-36 16,0 0 37-16,0 0-3 0,0 0 2 0,0 0-38 15,-1 0 35-15,-1 0 0 0,-2 0 0 0,-1 3-48 16,1 1 19-16,2 3-1 15,-4-2-7-15,2 3 28 0,0 0-9 0,-1 3 7 16,0-1 48-16,-1 3-24 0,0 2-1 0,2 1 59 16,-1 1-35-16,1 2-1 0,0 0-29 0,2 1 27 15,1 1-7-15,1 0 0 0,0 1 7 0,0-1 6 16,0 1 16-16,5 1-40 0,4-4-26 0,3 0 29 16,-1-3 13-16,3-1-11 0,2 0-28 0,0-4 1 15,4 0 18-15,-1-4-29 0,3-1 33 0,-1-3-2 16,1-1-7-16,1-2-73 15,3 0 35-15,-8 0-1 0,4-2 34 0,-4-6-43 16,-1 0 16-16,-2-4 0 0,0 2-35 0,-2-2 26 16,-3-1-12-16,1-1 36 0,-2-1-34 0,-2-3 29 15,2 0-16-15,-2-6 40 0,-2 3-7 0,1-5-21 16,-3 1-3-16,2 1-4 0,-3-3 10 0,0 6-3 16,-2-7 12-16,0 9-32 0,0-4 6 15,0 0 18-15,-7 4-27 0,-2 0-5 16,0 3 29-16,-5 1-1 0,0 2 37 0,-2 2-37 15,0 0-8-15,-3 2 33 0,-1 2 2 0,1 3-27 16,-1 3-1-16,1-1 49 0,-1 0-19 0,-1 2 7 16,3 0-29-16,-1 0 29 0,1 5-25 0,-1 3-1 15,1 0 19-15,2 0-12 0,0 2-3 0,2 0 4 16,1-2 13-16,-1 0-14 0,4 2-1 0,-1-3 4 16,2 2-4-16,4-3 0 0,-1 2 1 0,3 2-228 15,0-3 109-15,2 2 43 0,1 2 33 0,0 0-537 16,1 1 271-16,7 1 137 15,3 0-191-15</inkml:trace>
  <inkml:trace contextRef="#ctx0" brushRef="#br0" timeOffset="-103687.85">25228 12768 726 0,'-6'0'0'0,"3"0"0"0,1 0 0 0,-1 0 0 0,-1 0 0 0,2 0 0 0,-2 0 0 0,2 0 0 0,2 0 102 16,-2 0-35-16,2 0 63 0,0 0-50 0,0 0-14 15,0 0-10-15,0 0 138 0,0 0-82 0,0-2-39 16,0 1 0-16,10-5 85 0,1 0-67 0,3 1-29 16,2-1 106-16,-1-1-68 0,-2 4-34 0,2-1 9 15,2 1-9-15,0-1 1 0,0 2-34 0,2-2-18 16,1 1 17-16,1-3 9 0,-2 1-8 0,1-2-97 16,-2 3 48-16,-2-2 24 0,0 2 0 0,-6 1-230 15,2-2 94-15,-4 4 72 16,-2-1-377-16,-1-1 203 0,-2 2 102 0,-1 1 22 15,0 0-305-15,-1 0 188 0,1-3 96 0</inkml:trace>
  <inkml:trace contextRef="#ctx0" brushRef="#br0" timeOffset="-103489.39">25473 12494 480 0,'-8'0'0'0,"3"0"0"0,-5 0 0 0,2 0 0 0,1 0 202 16,-3 0-85-16,5 2-42 0,-4 6-21 0,5 3 288 15,2 3-159-15,0 5-74 0,2 4 130 0,0 2-103 16,0 3-52-16,0 1-17 0,2 3 14 0,2 0-25 16,1 2 1-16,1 2-24 0,2 0-117 0,-3-1 67 15,-1 1 21-15,0 2-122 0,-1-3 76 0,1 1 37 16,-1-4 8-16,-1-5-413 0,3-4 155 16,-1-2 121-16,-1-4-11 0</inkml:trace>
  <inkml:trace contextRef="#ctx0" brushRef="#br0" timeOffset="-102929.86">25858 12738 740 0,'-2'-6'0'0,"-1"1"0"0,1 0 0 0,-1 2 0 0,-2-1 0 0,3-1 0 0,-2 3 135 15,0-2-51-15,1 1-26 0,-1 2 173 0,2-2-99 16,-2 3-41-16,0 0-33 0,2 0 57 0,-1 0-41 16,-1 3-21-16,0 5 41 0,3 1-22 0,-3 4-9 15,4-1-30-15,0 1 94 16,0 1-47-16,0 0-24 0,0 0 9 0,0 0 36 15,2 0-35-15,1 0 1 0,5-1-11 0,-1 1-1 16,3-1-14-16,0 0-8 0,2-1 20 0,0-2 1 16,2-2-21-16,2 0-28 0,0-5 36 0,3 1-8 15,2-4 0-15,1 0-45 0,3 0 23 16,-1-4-1-16,-5-7 31 0,5-4-80 16,-3 0 33-16,-7 2 6 0,4-4-31 0,-5-2 19 15,-1 3-4-15,-3-2 8 0,-2-1-55 0,-2 3 25 16,-2-1 1-16,-1 0-48 0,-2-1 40 0,0 4 11 15,0 0 0-15,0 2-23 0,-7 1 21 0,-1 1-18 16,-1 1 35-16,-3 1-13 0,3 1 9 0,-4 2-7 16,-1 1 33-16,0 0-8 0,-2 2-17 0,0 0-1 15,-5 0 24-15,4 2-20 16,-4 0-2-16,0 0 32 0,1 0 4 0,-1 6-23 0,0 2-7 16,2-1 56-16,3 4-26 0,1-2 4 0,2 1-28 0,5-2 53 15,1-1-23-15,1 2 7 16,2 2-186-16,4-1 75 0,0 3 39 0,0-2 2 15,0 2-154-15,6 1 83 0,3-2 47 0,4 1-467 16,1 3 255-16</inkml:trace>
  <inkml:trace contextRef="#ctx0" brushRef="#br0" timeOffset="-101942.61">26598 12398 536 0,'-3'-15'0'0,"2"2"0"0,-3 4 0 0,2-1 0 0,-2 1 0 0,1-3 0 0,0 3 143 0,0 0-47 0,0 1-36 16,-1 1 0-16,0 0 55 0,-2 1-41 0,2 0-20 16,1 0 111-16,-1 3-70 0,0-1-31 0,-1 1 0 15,1 2 31-15,1-1-24 0,0 2-7 0,-1 0 4 16,2 0 1-16,-1 0-37 0,-1 0 1 0,0 2-10 16,-1 8 10-16,-3-1 0 15,2 1-1-15,-1 1 45 0,0 0-22 0,-4 2 8 16,3-2 2-16,0 3-32 0,-3-2 0 0,0 2 0 15,0 3 30-15,-2 0-22 0,3-1-8 0,-1 2 18 16,-1 4-18-16,2-3-1 0,0 1 1 0,0 3 46 16,-1 2-47-16,2-1 1 0,-1 0 0 0,-2 4 45 15,4 0-23-15,-2 0 8 0,3 2-2 16,-3-1 0-16,5 1-28 0,-1-2 0 0,0-1 46 0,4-2-14 16,-1 6-9-16,3-5 10 15,0-4 1-15,0 3-35 0,0-3 1 0,0-1 36 16,3 0-9-16,7-3-27 0,-1 0 0 0,4 1 184 15,-1-6-217-15,1 1 0 0,2 0 0 0,2-2 0 16,0 2 0-16,-1-3 0 0,2 0 0 0,-2-1 0 16,1-1 0-16,-2 1-172 0,-1-3 124 0,-3 0 21 15,-4-1 0-15,1 0-59 0,-1-3 43 0,-3 2 5 16,-2-4 0-16,0-1-15 0,0 2 0 0,-2-2 18 16,0 0 108-16,0 0-45 0,0 0-22 0,0 0-1 15,0 0 53-15,0 0-33 16,0 0 2-16,0 0-161 0,0 0 65 0,0-2 37 15,0 2 0-15,0 0-843 0</inkml:trace>
  <inkml:trace contextRef="#ctx0" brushRef="#br0" timeOffset="-90395.53">26814 12650 532 0,'2'0'0'0,"-2"-4"0"0,0 2 0 0,0 1 0 0,0-2 0 0,0 2 0 0,0-1 0 0,0 0 0 0,-2 0 118 0,-1 2-47 0,3 0 0 0,-1 0 0 16,1 0 0-16,0 0-38 0,0 0 8 0,-4 0 32 16,0 0 1-16,-1 4-41 0,-1 5 39 0,-3 4 0 15,-6 1-31-15,2 7-9 0,-6-1 44 0,-3 1-22 16,1 3 0-16,-6 0-5 0,1 1-8 0,0-3-8 16,1 0 0-16,2-1-13 0,7-5 12 0,-2-1 1 15,3-5 8-15,2 2-27 0,4-6 18 0,2-1 1 16,0-1 22-16,1 0-23 15,3-4 9-15,-1 2-8 0,1-2 12 0,3 0-12 16,-2 0-1-16,2 0-1 0,0 0 2 0,0 0 0 16,0 0-1-16,0 0-61 0,0 0 29 0,0 0 9 15,0 0 19-15,0 4-37 0,0-1 13 0,0 3 0 16,5-4-21-16,8 5 41 0,-2-1-18 0,6-2 11 16,-1-1 33-16,9 1 0 0,-2 0-39 0,-1-3 14 15,4 1-8-15,-5-2 0 0,0 3 5 0,-3-3-35 16,1 0 5-16,-6 0 31 15,2 0 3-15,-5 0-37 0,-1 0 33 0,1 0-3 16,-5 0-42-16,-1 0 43 0,-2 0-18 0,1 0 11 16,-1-3 32-16,0 1 0 0,-1-1-37 0,3-5 6 15,-4 1 84-15,0-4-39 0,0 2-16 0,0-3 20 16,0-3-33-16,0 1 13 0,0-2-14 0,0 0-78 16,-4 2 39-16,1-1 1 0,1-1-29 0,-1 4 33 15,1-3-5-15,-2 1 16 0,2 3-92 0,-1 2 35 16,-1 1 27-16,1 1-91 0,2 1 53 0,-1 3 13 15,0 1 0-15,2 0-168 16,0 0 94-16,0 2 31 0,0 0 34 0,0 0-412 16,0 0 219-16,5 6 109 0,5 1-109 0,1 1 101 15,3 1 63-15,-5-4 27 0</inkml:trace>
  <inkml:trace contextRef="#ctx0" brushRef="#br0" timeOffset="-89996.59">26936 12755 788 0,'0'-4'0'0,"0"3"0"0,0-1 0 0,0 0 0 0,0-2 0 0,0 2 0 0,0 0 0 0,-2-1 269 0,2 2-118 0,0 1-51 15,0 0-37-15,0 0 107 0,0 6-69 0,0 7-33 16,0 6 122-16,0 3-83 0,0 2-37 0,0 1 0 16,2-1-19-16,4 3-19 0,-1-7 9 0,1 5-58 15,3-4 25-15,2-1 0 0,0-3 25 0,1-2-81 16,0-3 49-16,0-3-9 0,2-4 41 0,-2 0-121 15,-1-5 56-15,2 0 9 16,4-3-73-16,-3-12 35 0,1-3 31 0,0-6-4 16,-1 3-41-16,-1-7 20 0,-2 5 17 0,0-9-78 15,-2 4 46-15,-1 0 14 0,-1 1 1 0,-3 7-1 16,-1 1-8-16,0 6 31 0,-3-1 0 0,0 6 134 16,0 5-66-16,0 1-33 0,0 0 176 0,0 2-88 15,-3 4-52-15,-2 11-10 0,-1 4 3 16,3 2 5-16,0 1 0 0,3-1 90 0,0 1-53 0,0 1-5 15,3 0-20-15,4-3-41 16,7-1 8-16,-1-2 21 0,-1 0-3 0,4-4-240 16,-2-1 113-16,-1-2 42 0,4-2-279 0,-5 0 160 15,1-5 79-15,-3-1 13 0,0-2-183 16,4 0 114-16,-4 0 50 0,1 0-39 0,-3-7 52 0,3-4 26 16</inkml:trace>
  <inkml:trace contextRef="#ctx0" brushRef="#br0" timeOffset="-89768.24">27464 12396 870 0,'5'-14'0'0,"-4"4"0"0,4 4 0 0,-3 1 0 0,1 3 0 0,4 0 0 0,-2 0 374 0,4 2-171 0,6 2-77 0,1 15 267 15,3 5-180-15,2 5-91 0,0 12-44 0,-7-3 116 16,3 13-85-16,-7 0-39 0,-1 1 1 0,-9 4 99 15,0 1-68-15,0 1-27 16,-11 10-68-16,-7-4 1 0,-3 0 24 0,-2 2 1 16,2-4-310-16,0-11 164 0,-5 4 68 0,2-5-597 15,3-5 285-15,1-9 173 0</inkml:trace>
  <inkml:trace contextRef="#ctx0" brushRef="#br0" timeOffset="-81691.36">28289 12687 590 0,'-4'0'0'0,"1"0"0"0,0 0 0 0,1 0 0 0,-3 0 0 0,4 0 0 0,-3 0 0 0,3 0 0 0,-3 0 0 0,4 0 92 0,0 0-29 0,-3 0-1 16,3 0 13-16,0-2-42 0,0 1-1 0,0-5 1 15,0 0-17-15,0-5 17 0,0 0 8 0,3 0 20 16,4-3-28-16,-1 0-1 0,1-1 1 0,0-1 0 16,0 1 8-16,-2 0-8 0,3 0-1 0,-2-2 10 15,3 0-9-15,-1 1 0 0,1-2-24 0,1 1-8 16,-2-3 29-16,2 4 3 16,-2-2-46-16,3 5 20 0,-2 0 4 0,-2 2-17 15,2 3-4-15,-4 3 33 0,0-1-10 0,1 4-3 16,-1 0 6-16,4 2 3 0,-1 0-14 0,2 0-16 15,-2 4 20-15,3 7 5 0,-2 0 58 0,0 1-30 16,1-1 3-16,-1 2-28 0,0-1 45 0,3-1-20 16,-3 2 13-16,2-4-46 0,1 2 20 0,-2-1-4 15,3-3 9-15,-1 1-41 0,0 0 9 0,0-3 24 16,2 1-30-16,-1-4 0 0,1-1 26 0,0-1 2 16,1 0-123-16,0 0 55 15,0 0 18-15,0-5 0 0,3-6-187 0,-4-1 102 16,1-2 33-16,0-1-257 0,-1 3 151 0,-1-2 75 15,-1 6 39-15,-4 2-252 0</inkml:trace>
  <inkml:trace contextRef="#ctx0" brushRef="#br0" timeOffset="-81316.24">28401 13009 581 0,'-15'7'0'0,"1"5"0"0,4-2 0 0,2 0 0 0,-1-4 0 0,6-3 0 0,0-2 0 0,1 2 166 16,2-3-71-16,0 1-31 0,0-1 0 0,0 0-8 15,5-1-1-15,9-12-14 0,4-2 25 0,-1-2 1 16,3 1-34-16,0-2-1 16,0-2-8-16,-5 6 17 0,2-1-8 0,-2 0-28 15,0 4 28-15,-3 4-1 0,-2 1 1 0,-1 2-45 16,0 3 18-16,-2-2-7 0,3 3 32 0,-3 0-86 15,1 0 39-15,-1 6 17 0,1 3-15 0,1 1 4 16,-1 1 0-16,-2 1 6 0,3 1 75 0,-1-2-31 16,2 0-3-16,2-1 55 0,-2-3-38 0,2 0-16 15,3-3 0-15,0 0 30 0,0-4-6 0,0 0-21 16,3 0-13-16,-4 0-17 0,3-5 21 0,-3-8 12 16,5-3-47-16,0-3 3 15,-5 1 33-15,2-5-7 0,0 2-275 0,-2 4 121 16,-2-2 68-16,2 1-366 0,3 1 200 0,-5 2 77 15,3 2 58-15,0 2-232 0</inkml:trace>
  <inkml:trace contextRef="#ctx0" brushRef="#br0" timeOffset="-80963.18">29141 12571 192 0,'1'0'0'0,"1"-2"0"0,-2 0 0 0,0 0 0 0,0-1 167 0,0 0-59 0,0-3-42 0,0 1 122 16,0 0-78-16,0-1-38 0,0 2-1 0,2 0 49 16,3 1-48-16,0-1 0 0,0 0-12 0,3 2-1 15,-1 1-18-15,5-2-8 0,-1 2 10 0,3-1-10 16,-1 2-1-16,4 0 1 16,-4 0-16-16,6 3-8 0,-6 5 24 0,4 1 0 15,-4 3-29-15,-1 1 28 0,0 2 9 0,-4 4-36 16,-1 0-14-16,-4 6 37 0,-3 0-17 0,0 3 1 15,0 2 14-15,-5 3-3 0,-6-2-34 0,-3-1-1 16,-1 2 28-16,-2-1 4 0,2-9-48 0,-2 0 20 16,3-4-3-16,-2-4 26 0,1-2-63 0,0-7 31 15,0-3 6-15,0-2-112 0,0 0 51 0,1 0 33 16,1-2 2-16,2-3-146 0,-1-1 61 0,0-3 51 16,7 1-94-16,0 1 66 15,0-3 33-15,5 1 0 0,0-2-117 0,1 0 79 16,10-1 36-16</inkml:trace>
  <inkml:trace contextRef="#ctx0" brushRef="#br0" timeOffset="-80662.97">29626 12479 611 0,'0'-19'0'0,"0"9"0"0,0-4 0 0,0 1 0 0,0 4 0 0,-8 0 0 0,3 2 0 0,-5 3 145 0,1 3-60 0,-2 1-26 0,-3 1 9 16,-2 16 0-16,-3 6-35 0,-1 5 8 0,-1 8 24 16,-3 1-32-16,2 5 0 0,1-1 0 0,2 2 67 15,5-7-26-15,0 11-7 0,7-6 84 0,2-8-59 16,1 6-30-16,4-6 1 16,0-1 36-16,0-1-37 0,11-4 0 0,0-3-74 15,3 0 22-15,-3-7 9 0,8 0 14 0,-1-1-139 16,1-4 70-16,-1-2 34 0,0-6 0 0,1-2-94 15,-1-2 56-15,1 0-6 0,-1 0-272 0,0-6 122 16,-3-9 87-16,2 2 0 0,-4-2-179 0,0 1 128 16,-2-4 63-16</inkml:trace>
  <inkml:trace contextRef="#ctx0" brushRef="#br0" timeOffset="-80275.8">29701 12823 522 0,'4'-5'0'0,"-2"2"0"0,1 2 0 0,-1-2 0 0,0 1 0 0,-2 2 0 0,1 0 197 0,2 0-82 0,-3 0-42 16,2 5 34-16,1 6-30 0,-1 3-7 0,0 9-38 16,-2 0 164-16,0 3-81 0,0 2-42 0,1-5 9 15,1 8 29-15,-1-8-39 16,2-1-1-16,5-2-38 0,-2 0-30 0,3-7 38 16,1 0-8-16,0-5-90 0,0-1 45 0,2-5 22 15,-1-2 0-15,4 0-111 0,2-6 63 0,2-9 4 16,-6-6-47-16,6-1 18 0,-5 0 34 0,-4-1-20 15,4-7-107-15,-3 2 50 0,0-2 41 0,-4 0-53 16,-1 0 43-16,-1 4 12 0,0-4 9 0,-2 9 67 16,1 2-23-16,-2 8 0 0,-1 0-22 0,-1 5 203 15,0 1-95-15,0 4-43 0,0-1 129 0,0 2-70 16,0 0-48-16,0 10 8 16,0 10 101-16,0 1-38 0,-1 5-43 0,-1 3 84 15,-2 0-62-15,4 2-22 0,0 1-9 0,0-2-2 16,0-2 0-16,0-2-28 0,0-5 0 0,0 1-81 15,6-2 36-15,0-6 23 0,-1-1-82 0,3-2 52 16,-3-5 34-16,4 0-6 0,-1-3-406 0,1-3 175 16,-2 0 108-16,4 0-361 0,-1 0 213 0,-2-2 119 15</inkml:trace>
  <inkml:trace contextRef="#ctx0" brushRef="#br0" timeOffset="-79517.77">30482 12490 695 0,'0'-11'0'0,"0"5"0"0,0 4 0 0,0-2 0 0,0 3 0 0,0-1 0 0,0 0 270 0,-2 0-119 0,1 1-51 16,-1 1-38-16,0 0 178 16,-3 0-103-16,-2 1-53 0,-3 16-77 0,-4 6 8 15,1 3 17-15,-7 2 1 0,2 4-53 0,-4 0 26 16,-2 0 0-16,3 0 9 0,-6 3-8 0,5-10 26 15,2-2-1-15,5-9-19 0,2 1-7 0,6-7 8 16,0-2 41-16,1 0-35 0,4-6-18 0,1 1 14 16,1-1 68-16,0 0-24 0,0 0-14 0,0 0 1 15,0 0-45-15,0 0 1 0,5 0 34 0,4 0-113 16,1 0 46-16,4 0 26 16,1 2-5-16,3 2 0 0,-5 0-11 0,6 0 40 15,0-1-32-15,-3 3-12 0,1-3 3 0,0 1 0 16,0 1-29-16,-3-4 24 0,0 2-16 0,-1 0 37 15,-5-2-8-15,5 0 6 0,-4-1 5 0,-4 3 20 16,-1-3-22-16,1 0-1 0,-3 0-10 0,0 0 51 16,-2 0 0-16,0 0-41 15,0 0 134-15,0 0-58 0,0-4-34 0,-2-7 0 16,-5-2 102-16,3-4-39 0,1 0-39 0,-2-4-22 16,2-3-6-16,0-1-1 0,-1 1 1 0,3 3-76 15,-5-5 34-15,1 6 21 0,2-3-1 0,-2 3-102 16,-1 3 56-16,1 3 17 0,-4 2-24 0,4 2 2 15,1 2 22-15,1 2-18 0,0 5-51 0,1-1 31 16,1 0 24-16,1 2-202 0,0 0 104 0,0 0 41 16,0 0 30-16,6 4-371 0,6 3 203 0,2 2 97 15,0 0 49-15,0-2-261 0</inkml:trace>
  <inkml:trace contextRef="#ctx0" brushRef="#br0" timeOffset="-79103.86">30642 12501 708 0,'0'-3'0'0,"0"1"0"0,2 0 0 0,-2 0 0 0,0 2 0 0,0 0 0 0,0 0 131 0,0 4-48 0,0 11-17 0,-2 2 207 16,-1 2-120-16,2 5-60 16,-3 2-30-16,3 2 105 0,-1 4-59 0,2-2-43 15,0-2 27-15,0 1-31 0,0-7 1 0,0 6-30 16,3-8 20-16,5-2-20 0,-1-3 0 0,1-3-36 15,3-2 0-15,0-2 36 0,-3-5 7 0,6 0-92 16,1-3 42-16,0 0 22 0,3-14-1 0,-1-4-117 16,5-6 67-16,-4-3 6 0,2-4-93 0,-1 0 52 15,1-7 36-15,-1-1 1 16,-6 6-55-16,4-11 31 0,-4 7 21 0,-1 2-22 16,-4 3 30-16,-3 9-7 0,-2 0 4 0,-1 7 88 15,-2 6-39-15,0 2-2 0,0 2-38 0,0 5 268 16,0 1-127-16,0 0-49 0,-7 7 51 0,-1 18-42 15,-1 1-30-15,4 6 9 0,2 3 86 0,-2 3-58 16,5 2-24-16,-3 4-1 0,3-7 19 0,0 0-22 16,0-1 9-16,3-4-4 0,4-3 0 0,-1-1-26 15,5-3-1-15,-3-4-127 0,3-2 72 0,0-1 23 16,0-3-359-16,-3-4 185 16,5 1 79-16,-2-1 51 0,3-3-490 0,-1-1 255 15,0-2 124-15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06T00:15:04.6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12846 6417 469 0,'0'-2'0'0,"0"0"0"0,0 0 0 0,0 1 0 0,0 1 0 0,0 0 0 0,-2 0 170 0,2 0-69 0,-2 0-34 0,2 0 1 16,0 0 109-16,0 0-64 0,0 0-44 0,0 0 83 15,0 0-59-15,0 0-30 0,0 0-1 16,0 0 44-16,0 0-42 0,0 0 1 0,0 0 78 16,0 0-55-16,0 0-28 0,0 0 9 0,0 0 87 15,0 0-62-15,0 0-30 0,0 0 0 0,0 0 47 16,0 0-31-16,0 0-8 0,0 0-43 0,0 0 3 16,0 0 1-16,0 0-21 0,0 0 28 0,0 0-7 15,0 0 0-15,0 0-38 0,0 0-1 0,2 0 39 16,1 0 8-16,3 0-4 15,0 0-10-15,0 0 5 0,-1 0-30 0,2 0 56 16,1 0-33-16,0-3 1 0,-1 3 27 0,1-1-1 16,1-1-20-16,-3 0 6 0,1 0 2 0,1 0-9 15,-1 1 5-15,-1 1-37 0,2 0 38 0,1 0-5 16,-2 0 9-16,3 0-40 0,-3 0 26 0,2 0 4 16,3 0-27-16,-1 0 0 0,-2 0 24 0,5 1-1 15,-1 1-36-15,-1 0 33 0,4-2-4 16,1 2-10-16,-2-2 10 0,-1 0 2 15,4 0 151-15,-3 0-173 0,-2 0 0 0,2 0 0 16,-2 0 0-16,0 0 0 0,-1 0 0 0,1 0 0 16,-2 0 0-16,-1 0 0 0,4 0 0 0,-2 0 0 15,1 2 0-15,0-2 0 0,0 0 0 0,4 0 0 16,-2 0 0-16,3 0 0 0,-2 0 0 0,1 0 0 16,1 0 0-16,0-2 0 0,0 0 0 0,3 0 0 15,-2 2 0-15,-1 0 0 0,1 0 0 16,0 0 0-16,2 0 0 0,-2 0 0 15,1 0 0-15,-1 0 0 0,2 0 0 0,-3 0 0 16,1 4 0-16,2-2 0 0,-3 2 0 0,2-3 0 16,0 3 0-16,1-2 0 0,0-1 0 0,0 2 0 15,0-3 0-15,0 0 0 0,0 0 0 0,1 0 0 16,-1 0 0-16,0 0 0 0,-1 0 0 0,1-3 0 16,0-2 0-16,-3 2 0 0,3-3 0 0,-2 0 0 15,1 3 0-15,0-1 0 0,-2 1 0 16,1-2 0-16,2 3 0 0,-1-2 0 15,1 3 0-15,5-2 0 0,-1 1 0 0,-3 1 0 16,6-3 0-16,0-2 0 0,1 2 0 0,1-2 0 16,0 2 0-16,2-2 0 0,-2 1 0 0,-2 1 0 15,-2 0 0-15,-3 2 0 0,1-2 0 0,-5 1 0 16,0 2 0-16,-1 1 0 0,0 0 0 16,-2 0 0-16,1 0 0 0,-2 0 0 15,2 0 0-15,-2 0 0 0,0 1 0 0,0 4 0 16,2-3 0-16,-2-2 0 0,2 2 0 0,-2-2 0 15,2 0 0-15,0 0 0 0,2 0 0 0,0 0 0 16,-1 0 0-16,1 0 0 0,0 0 0 0,1 0 0 16,1 0 0-16,2 0 0 0,-3 0 0 0,3 0 0 15,-2 0 0-15,-1 0 0 0,1-2 0 0,0 2 0 16,-3 0 0-16,1-2 0 0,0 2 0 0,-4 0 0 16,0-2 0-16,0 2 0 15,0 0 0-15,-4 0 0 0,2 0 0 0,-3 0 0 0,1 0 0 0,-2 0 0 16,-1 0 0-16,2 0 0 15,-1 0 0-15,1 0 0 0,-1 0 0 0,0 0 0 16,-2 0 0-16,5 0 0 0,-5 0 0 0,2 0 0 16,2 0 0-16,-4 0 0 0,2 0 0 0,-4 0 0 15,4 0 0-15,-4 0 0 0,0 0 0 0,-1 0 0 16,0 0 0-16,-2 0 0 0,-1 0 0 0,1 0 0 16,0 2 0-16,3-2 0 0,-4 0 0 0,3 0 0 15,-2 2 0-15,2-2 0 0,-1 0 0 0,1 0 0 16,1 2 0-16,-1-2 0 15,1 0 0-15,-4 0 0 0,3 0 0 0,-2 0 0 16,0 0 0-16,-1 0 0 0,1 0 0 0,-2 0 0 16,0 0 0-16,0 0 0 0,0 0 0 0,0 0 0 15,0 0 0-15,0 0 0 0,0 0 0 0,0 0 0 16,0 0 0-16,0 0 0 0,0 0 0 0,0 0 0 16,0 0 0-16,0 0 0 0,0 0 0 15,0 0 0-15,0 0 0 0,0 0 0 16,0 0 0-16,0 0 0 0,0 0 0 0,0 0 0 15,0 0 0-15,0 0 0 0,0 0 0 0,0 0 0 16,0 0 0-16,0 0 0 0,0 0 0 0,0 0 0 16,0 0 0-16,0 0 0 0,0 0 0 0,0 0 0 15,0 0 0-15,0 0 0 0,0 0 0 0,0 0-584 16,0 0 351-16,0 0 102 0,0 2 31 0</inkml:trace>
  <inkml:trace contextRef="#ctx0" brushRef="#br0" timeOffset="20828.95">2192 6259 392 0,'0'-2'0'0,"0"-2"0"0,-2 3 0 0,2-1 0 0,-1-1 0 0,-1 3 0 0,1-1 0 0,-1 1 33 0,2 0-1 0,-3 0 69 15,3 0-34-15,0 0 0 16,0 0-26-16,0 0 25 0,0 0 1 0,0-1-35 15,0 1 1-15,0 0 39 0,0-3 8 0,0 3-55 16,0 0 8-16,0-2 36 0,0 2 0 0,0 0-37 16,0 0 64-16,0 0-35 0,0 0-1 15,0 0 32-15,0 0-30 0,0 0 0 0,0 0-21 0,0 0 25 16,0 0-1-16,0 0-32 0,0 0 0 0,0 0 48 16,0 0-15-16,0 0-9 15,0 0-25-15,0 0 41 0,0 0-40 0,0 0 0 16,0 0-26-16,0 0-7 0,0 0 33 0,0 0-58 15,0 0 29-15,0 0 0 0,0 0 37 0,0 0-68 16,0 0 20-16,0 0 0 0,0 0 12 0,0 0 7 16,0 0-10-16,0 0 12 0,0 0-21 0,0 0 23 15,0 0-12-15,0 0 8 0,0 0-16 0,0 0 13 16,0 0 1-16,0 0-17 0,0 0 16 0,0 0 3 16,0 0-1-16,0 0 8 0,0 0-10 0,0 0 0 15,0 0-2-15,0 0-10 16,0 0 8-16,0 0 3 0,0 0-3 0,0 0 4 15,0 0-1-15,0 0 1 0,0 0-46 0,-2 0 21 16,-1 0 0-16,-3 0 22 0,1 0-403 0,-5 0 186 0</inkml:trace>
  <inkml:trace contextRef="#ctx0" brushRef="#br0" timeOffset="32781.39">1009 6939 263 0,'-5'0'0'0,"1"0"0"0,-1 0 0 0,5 2 0 0,-5-2 62 0,4 0-29 0,-3 0-1 16,1 0 9-16,0 0 16 16,1 0-24-16,1 0 0 0,-3-2-1 0,3-1 26 15,1 2 9-15,-3 0-34 0,0 1-1 0,3-2 45 16,0 2-23-16,0 0 1 0,0 0-14 0,-3 0 40 16,3 0-25-16,-2 0 17 0,0 0-4 0,1 2-37 15,-1 0 9-15,1 5 22 0,-1-3 0 0,-1 0-30 16,1 1-1-16,-1 0 19 15,1 2-10-15,-5 2-8 0,2 2 0 0,0 2-4 0,-3 2 4 0,-1 5-1 16,-1 2 9-16,-3 5-45 16,1 3 1-16,-4 1-37 0,0 0 36 0,0 1-7 15,2 0 34-15,-2-3-66 0,0-1 26 0,3-4-1 16,1-5 35-16,1 1-30 0,-2-3-12 0,2-2 32 16,1-1-21-16,0-3 32 0,0 0-23 0,2-2 6 15,-2 3-8-15,-1-3 75 0,3 0-30 0,0-1 49 16,0 1-35-16,-1-1-1 0,4 0-25 0,0-3 40 15,0 1-19-15,0-3 0 0,4-1-12 0,-1 1 13 16,2-3 20-16,0 0-39 0,0 0 19 16,0 0-11-16,0 0-5 0,0 0 1 15,0 0 8-15,0 0-51 0,0 0 22 0,0 0-33 16,0 0 24-16,0 0-1 0,0 0 26 0,0 0-37 16,0 0-5-16,0 0 35 0,0 0-10 0,0 0 2 15,0 0-2-15,2 0 5 0,1 0-14 0,3 0 58 16,-2 0-23-16,-1 0 5 0,2 0-23 0,1-3 24 15,-3 1 7-15,0 1-66 0,2-1 39 0,-2 2 5 16,0-3-1-16,4 3-42 16,-1 0 1-16,0 0 34 0,2 0-1 0,2 0-7 15,2 0 3-15,1 0 2 0,5 0-9 0,1 0 25 16,3 0-24-16,-1-1 8 0,7-1-10 0,1-2 25 16,-2 3-18-16,2-1-36 0,1-1 37 0,-5 3 3 15,7 0 0-15,-5 0-38 0,0 0 1 0,-4 0 32 16,-3 0-3-16,3 5-32 0,-4-2 28 0,-1 1 3 15,-4-3-9-15,-3 2 16 0,2-1-13 0,-5-1 4 16,-2-1-6-16,-2 0 6 16,-1 0-5-16,0 0 56 0,-3 0-24 0,0 0 1 15,0 0-22-15,0-1 138 0,0-7-62 0,0-2-34 16,0-1-10-16,0 2-12 0,0-6 3 0,-5 4-6 16,2-3 15-16,0 2-82 0,-2-2 36 0,0-1 9 15,2 1 32-15,-3-2-53 0,3-1 21 0,-2 2-106 16,0-1 54-16,-2 0 20 0,3 1-2 15,-4 0-16-15,3 2 12 0,-1 2 1 16,-2-1 3-16,0 1 35 0,2 0-17 0,-1 0-5 16,-1-1 4-16,3-1 24 0,-2 2-1 0,0-4-23 15,2 2 2-15,-1-1 33 0,1 0-31 0,-2-1 0 16,2 2 39-16,0-1-28 0,0 4-6 0,0 0 19 16,0 0-18-16,1 3 2 0,1 0-1 0,-2-1 40 15,2 4-1-15,0-1-34 0,-2 1-2 0,3 0 45 16,0 2 0-16,1-2-33 15,-1 2-7-15,1 1 9 0,1-1-5 0,-3 0-2 0,3 0 2 16,0 1 11-16,-3 1-10 0,3-3-35 16,0 3 0-16,0 0 33 0,0 0 5 0,0 0-81 15,0 0 36-15,0 0 12 0,0 0-1 0,0 0-52 16,0 0 32-16,0 0 10 0,0 0-1 0,0 0-129 16,0 0 69-16,0 0-120 0,0 0 81 0,0 0 43 15,0 0 24-15,0 0-662 0,7 0 344 0,9 4 172 16</inkml:trace>
  <inkml:trace contextRef="#ctx0" brushRef="#br0" timeOffset="34859.18">1347 6984 485 0,'0'-4'0'0,"0"1"0"0,0-2 0 0,0 1 0 0,0 1 0 0,0-1 0 0,0-1 0 0,0 1 64 0,0 0-23 0,-1 3-8 0,1-1 41 16,0 0-20-16,0 0-1 0,0 0-20 0,0-1 69 16,-2 3-39-16,2 0 29 0,0 0-30 0,0 0 0 0,0 0-29 15,0 0 8-15,0 0 35 0,0 0-21 16,0 0 14-16,0 0 0 0,0 0-28 0,0 0-8 16,0 0 8-16,0 0-8 0,0 0-1 0,0 0-37 15,0 0 46-15,0 0-8 0,0 0 0 0,0 0-1 0,0 0-36 16,0 0-1-16,0 0 9 15,0 0 27-15,0 0-8 0,0 0 5 16,0 0-13-16,0 0 41 0,0 0-29 0,0 0-3 16,0 0-5-16,0 0 42 0,0 0-38 0,0 0 1 0,0 0 24 15,0 0-21-15,0 0 6 0,0 0-5 16,0 0-41-16,0 0 1 0,0 0 48 0,0 5-53 16,0 6 41-16,0 0-1 0,0 4 62 0,2 0-31 15,4 4 5-15,-1 0-38 0,3 6 2 0,-1-3 50 16,3 4-22-16,0 3 0 0,2 2 12 0,0 3-25 15,-1 7-6-15,1-2 5 0,1 1-4 16,1-1 0-16,-2-5 8 0,-1 2-9 0,0-4-24 16,0-2 0-16,-1-4-2 0,-1-3-2 15,0-3 36-15,1 0-17 0,-2-8 7 0,-4-2 23 16,0-2-26-16,1-3-6 0,-4-3 44 0,1-2-41 16,1 0 2-16,-1 0 129 0,4-15-61 0,2-13-30 0,3-6 7 15,2-9-38-15,2-2 32 0,0-6 109 0,2-3-400 16,4-8 201-1,-7 11 36-15,5-15-7 0,-4 8-104 0,-1 6 60 16,-1-1 33-16,-5 4-67 0,1 13 46 0,-4 1 7 16,-1 11 0-16,-2-1 10 0,0 6 7 0,-1 7-38 0,1 1 124 15,-2 7-48-15,0 1-23 0,0 1 5 16,0 1 75-16,0 1-40 0,0 0-23 0,0 0 1 16,2 0 0-16,-2 0-42 0,3 0 28 0,-3 0 10 15,3 0 161-15,0 0-186 0,-2 0 0 0,1 0 0 0,1 0 0 16,-3 0 0-16,0 0 0 0,0 0 0 0,0 0 0 15,0 0 0 1,0 0 0-16,0 0 0 0,0 0-167 0,0 0 334 16,0 0-640-16,0 0 308 0,0 0 77 0,0 0 23 15,0 0-799-15,2 0 415 0,3 1 209 0</inkml:trace>
  <inkml:trace contextRef="#ctx0" brushRef="#br0" timeOffset="35394.33">2194 6259 725 0,'-4'-6'0'0,"3"3"0"0,1-1 0 0,0 0 0 0,0 2 0 0,0-2 0 0,0 3 33 0,0-3 311 0,0 2-156 0,0 0 197 16,0 0-169-16,0 0-95 0,1 0 199 16,1 2-144-16,0 0-71 0,1 0-36 0,-1 0 8 0,-1 0 145 15,2 0-94-15,-2 0-48 0,1 12 66 0,0 1-57 16,-2 8 77-16,0 8-71 0,-8 15-32 0,-11 16 1 16,-8 17-31-16,-3 9 0 15,4-2-539-15,-2 31 266 0</inkml:trace>
  <inkml:trace contextRef="#ctx0" brushRef="#br0" timeOffset="41102.48">2200 7076 320 0,'-3'0'0'0,"-2"0"0"0,2 0 0 0,1 0 0 0,-1 0 0 0,0 0 0 0,1 0 0 0,-1 0 61 0,1 0-29 0,1 0 48 15,1 0-25-15,0 0 0 0,0 0-23 0,0 0 44 16,0 0-22-16,0 0 9 0,0 0-31 0,0 0 1 0,0 0 43 15,0 2-21-15,0 0 0 0,0 2 20 16,1-2-7-16,1 3-35 0,6 0 75 0,-3 1-38 16,3-2 0-16,1 2-29 0,2-1 70 0,1-1-39 15,-2 0 0-15,3 0-1 0,3-2 0 0,-2 0-30 16,2-1-9-16,0-1-3 16,3 2 4-16,0-2 0 0,-1 2 8 0,-5-2-51 15,4 2 22-15,-3-1 0 0,2 1 21 0,-6-2-35 16,2 3 8-16,-2-3-97 0,-2 1 50 0,0-1 31 0,-2 0 1 15,-3 0 0-15,-1 0-159 0,1 0 84 0,-1 0 25 16,-2 0-193-16,0 0 103 0,0 0 60 16,0 0-243-16,0 0 154 0,0 4 73 0,0 4 36 15</inkml:trace>
  <inkml:trace contextRef="#ctx0" brushRef="#br0" timeOffset="41383.01">2259 7393 1375 0,'-12'0'0'0,"6"0"0"0,4 0 0 0,1 0 0 0,1 0 0 0,-2 0 0 0,2 0 0 0,0 0 259 0,0 0-114 0,0 0-47 0,0 0-37 15,2 0 0-15,9 0-4 0,5 0-24 0,0 2 112 16,3 0-47-16,8 0-37 0,-2 1 0 0,-1-2 11 15,3 0 1-15,0 2-40 0,-3-2-37 0,4 1 14 16,-8 0 0-16,5 0 23 0,-3 2-123 0,-3-2 61 16,-1 0 39-16,-7 0-8 0,1-1-61 0,-4 1 27 15,-3-2 27-15,0 0-249 0,-3 0 122 0,-2 0 39 16,0 0 39-16,0 0-331 0,0 0 176 0,0 2 89 16</inkml:trace>
  <inkml:trace contextRef="#ctx0" brushRef="#br0" timeOffset="43348.41">2949 6284 293 0,'0'0'0'0,"0"0"0"0,0 0 0 0,0 0 0 0,0 0 0 0,0-2 88 0,0 0-32 16,0 2 0-16,0-2 41 0,0 2-32 0,0 0 0 15,0 0-24-15,0 0-9 0,0 0 41 0,0 0 0 16,0 0-18 0,0 0 1-16,0 0-15 0,0 0-8 0,0 0 0 0,0 0 27 15,0 0 0-15,0 0-27 0,0 0 42 0,0 0-42 16,0 0 0-16,0 0 0 0,0 0-1 0,0 0 28 15,0 0-19-15,0 0-45 0,0 0 1 0,0 0 36 16,0 0 0-16,0 0 0 0,0 0-22 0,0 0 22 16,0 4-24-16,0-2 0 15,0 0 15-15,0 0 4 0,0-1-3 0,0-1-18 0,0 2 8 0,0-2 8 0,0 2-32 16,0-2 34 0,0 0-4-16,0 0-26 0,0 2 1 0,0-2 23 15,0 0-1-15,0 1-35 0,0 2 33 0,0-3-4 16,0 1 3-16,0 1 25 0,0 0-27 0,0 2 3 15,0-2 26-15,0 2-28 0,0-2 2 0,0 0 6 16,0 1-7-16,0-1 8 0,0 0-7 0,0 0 6 16,0 0-36-16,0 0 1 15,0 2-8-15,0-3 38 0,0 1-3 0,0 0-2 0,0 0-12 0,0-1 10 0,0 2 1 16,0-1-3-16,0-1 11 16,0 0-11-16,0 2 1 0,0-3 4 15,0 3-4-15,0 0 3 0,0-2-3 0,0 2 4 16,0-1-20-16,0-1 19 0,0 1-2 0,0 0-24 0,0 1 23 15,0-3-1-15,0 3 1 16,0-2-7-16,0 1 5 0,0 0 1 0,0-2 28 0,0 2-29 16,0-2 0-16,0 2 0 0,0 1 25 0,0-2-20 15,0 1-3-15,0-1 9 16,0 2-8-16,0-1 3 0,0 1 2 0,0 1 1 0,0-1-4 16,0 1 2-16,0 0-2 0,0-1-13 15,0 3 13-15,0-2 3 0,0 2-27 0,0-2 22 16,0 1 1-16,0 1-2 0,0-1-25 0,0 1 26 15,0 2-1-15,0-3-3 0,0 3 2 0,0 1-2 16,0-2 1-16,0 3 27 0,0-1-26 0,0 1-1 16,2 2 13-16,1-1-12 0,-3-3 1 15,0 3 24 1,2 1-24-16,-2-2 2 0,0 0-1 0,0 0 3 0,0 3-3 0,0-3 5 16,0 3-3-16,0-1-9 0,0 0 9 0,0 2 0 15,0-2 0-15,0 2-33 0,0 1 32 0,0-2-3 0,0 2-12 16,0 0 12-16,0 0 3 0,0-2-5 15,0 2-7-15,0 0 7 0,0 0 1 0,0 0-3 0,0 1 0 16,0-3 2-16,0 1 5 0,0 1-5 16,0-1 0-16,0 1 0 0,0-2 2 0,0 2 7 15,0-2-9-15,0 2 1 0,0 0-5 0,0 0 4 16,0 2 2-16,0-2-1 0,0 2-2 0,0 0 2 16,0 0 0-16,0 0 11 15,0 0-9-15,0-1-1 0,0 1-1 0,0 0-4 0,0-2 4 16,0 2 0-16,0-2 3 0,0 0-9 0,0 2 6 15,0-4 0-15,0 2-22 0,0-1 22 0,0-2 1 16,0 4-3-16,0-4 2 0,0 3 1 16,0 1-2-16,0-2 10 15,0-2-9-15,0 1-2 0,0 3 0 0,0-3 0 16,0-1 6-16,0 2-5 0,0-1-8 16,0 0 8-16,0 0 0 0,0 2 0 0,0 0 1 0,0 1-8 15,0-2 9-15,0 3-1 0,0-2-7 0,0 2 6 0,0-2-1 16,0 0-1-16,0 2 32 0,0-3-30 15,0 4-1-15,0-2 14 0,0-2-12 0,0 0 0 16,0-4 3-16,0 5-23 0,0-3 21 16,-2-3-1-16,2 2-15 0,0 3 15 0,0-3 2 0,0 3-1 15,-3-4-1-15,3 3-23 0,0 1 19 0,0 1-16 16,0-1 17-16,0 0 0 0,0 0-5 16,-2 0 4-16,2 1 13 0,0-2-14 0,0 0 13 15,0 0-12-15,0 0 0 0,0 1 0 16,-3-1 1-16,3-1-7 0,0 1 9 0,0-1-2 0,-2 1-18 15,2 1 18-15,0-2 0 0,0 3 0 16,0-1 0-16,0-1-23 0,0 2-2 0,0-2 11 16,0 0 9-16,0-2 0 0,0 3 19 0,0 0-18 15,0-4-2-15,0 2 0 0,0-6 0 16,0 4 42-16,0-1-39 0,0 1 0 16,0-1 1-16,0 3-1 0,0-2 4 0,0-1-2 15,0 2-15-15,0 2 15 0,0-2 2 0,0 3-20 16,0 0 18-16,0-1 0 0,0 4-1 0,0-2-14 15,0 1 13-15,0-4 0 0,0 3-5 0,0 1 4 0,0-3-2 16,0 0 2-16,0 2-3 0,0-2 5 16,0 2-3-16,0-2 4 0,0 0-4 0,0-1 1 15,0 1 0-15,0 0 0 0,0 1 4 16,0-3-4-16,0 1 6 0,0 0-6 16,0 1 0-16,0 0 1 0,2 0-1 0,1 2 6 15,-3 0-5-15,0 2 0 0,2 2-3 0,1 0 3 16,-3 0 0-16,2 4 0 0,-2-3-13 0,1 2 13 15,-1-1 0-15,0-1-83 0,0-1 38 0,0 0-1 0,0-6-269 16,0-1 146-16,2-1 66 0,-1-3 38 16,3 1 4-16,6-4-622 0,0 3 329 0</inkml:trace>
  <inkml:trace contextRef="#ctx0" brushRef="#br0" timeOffset="45405.4">7596 6128 287 0,'0'0'0'0,"0"-2"0"0,0-1 0 0,0 2 0 0,0-3 0 0,0 2 0 0,0 1 0 0,-3-1 88 15,3-1-27-15,0 3 7 0,-3 0-35 0,3 0 47 16,0-1-23-16,0 1-1 0,0 0 12 0,0 0-27 15,0 0-9-15,0 0 31 0,0 6-1 0,0 0-29 16,0-1 0-16,0 0 42 0,0 2-43 0,0-2 1 16,0 1 0-16,0-1 30 0,0 1 0 0,0-1-22 15,0 1 14-15,0 1 1 0,0-1-24 0,0 2 25 16,0-1-1-16,0-2-15 16,0 5-8-16,0-1 25 0,0 4 0 0,0-2-25 15,0 3 0-15,0-1 29 0,0 2-29 0,0 2 0 16,0 2-1-16,3-1-4 0,-3 2 5 0,0 0 8 15,0 3-9-15,0-3-15 0,0 3 16 0,0-2 0 16,0 0-3-16,0 3 11 0,0-1-8 0,0-4-7 16,0 4 7-16,0-3-1 0,0 1-4 0,0 3-12 15,0-6 14-15,0 3 1 0,0-1-2 16,0 1-21-16,0 0 21 0,0 1 8 16,0 5-9-16,0-4-24 0,0 2-3 0,0 2 26 15,0-1-29-15,0-4 32 0,0 8-10 0,-3-6 10 16,0 1-9-16,3-2 2 0,-3-1-4 0,2 3 13 15,1 1-10-15,-2-5 0 0,2 1 1 0,0 1-15 16,0-3 16-16,0 1 4 0,0 0-3 0,0-3-42 16,0 3 37-16,0 0 1 0,0-3-2 0,0 3-18 15,0 0-9-15,0 1 4 16,0-1 18-16,0 2 2 0,0-1-7 0,0 1-4 16,0-1 7-16,0 0 1 0,0 2-2 0,0-3-28 15,0 0 31-15,0 2-2 0,0-2-2 0,0-3-8 16,0 3 8-16,-2 0 1 0,2-1 26 0,-2 1-27 15,2 1-1-15,-2 3 28 0,1-1-25 0,-1-1-1 16,2 0 4-16,-2 2 16 0,0-3-18 0,2 2 0 16,0-1 3-16,0-1-26 0,0 0 29 0,0 1-5 15,0-2 3-15,0 1-37 0,0-1 34 0,0 1-1 16,0 1-32-16,0 3-2 16,0-3 25-16,0 3-34 0,0-2 33 0,0 1 2 15,0-1-4-15,0 3 25 0,-2-1-1 0,0 0-24 16,1 0 2-16,-2-1 28 0,1-2 1 0,0 4-23 15,0-2-2-15,1-1 0 0,0 1 1 0,-2-4 8 16,1 1-43-16,0 0 39 0,1 1-3 0,-1 3-42 16,-1-1 41-16,0 1-3 0,0-4 4 0,1 9-17 15,-3-5 13-15,4-2-6 0,-3 2 5 16,2 1 13-16,0-5-13 0,-2 7-3 16,3-3 2-16,-1 0-189 0,2-3 90 0,0-1-236 15,0 1 149-15,0-1 70 0,0-1 43 0,2 2-739 0</inkml:trace>
  <inkml:trace contextRef="#ctx0" brushRef="#br0" timeOffset="47682.88">2627 5795 479 0,'0'-7'0'0,"0"-1"0"0,0 2 0 0,0-1 0 0,0 1 0 0,-3-1 0 0,1 1 0 0,1 3 0 0,-1-1 111 0,2 1-40 0,0 1 0 0,0 0-38 15,0-1 59-15,0 3-33 0,0 0-1 0,0 0-25 0,0 0 36 16,0 0-36 0,0 0 40-16,0 0-8 0,0 7-32 0,0 3 0 0,0 2 88 15,0 0-44-15,0 4-13 0,0 3-9 0,0 1 45 16,0 5-34-16,0-1 1 0,0 4-34 15,0-3 47-15,-2 6-48 0,2 1 11 0,-1-2-10 0,-2 4-1 16,1 0 1-16,0-1 8 16,-1 6 0-16,1-2-8 0,-3 4 0 0,3 1 0 0,-1 1 36 15,-1-3-29-15,3 12-4 0,-1-3-3 16,1 1 0-16,1 1 0 0,0 0-27 0,-2-1 35 16,2 3-8-16,0-1-1 0,-3-1-6 0,3 4 7 0,-2 1-1 15,2 2 9-15,-1 8 9 0,-1-4-19 16,0 2 2-16,1 0 9 0,-4 0-9 0,4-9 5 15,-4 15-6-15,2-6 24 0,1 1-1 0,0-6-22 16,2 3 0-16,0-8-16 0,0 3-8 0,0 0 24 16,0-4-54-16,0-2 25 0,0 2 1 15,2 0-12-15,0 1 34 0,-1 8-5 16,3-2 4-16,-1 2-15 0,-2 2 12 0,1-6-5 16,1 15 2-16,-2-9 16 0,-1-2-16 0,0 0-7 15,0 0 5-15,0-7-35 0,0 5 35 0,2-4 2 16,0-1-45-16,-1-3 20 0,1-5 0 0,-2-6-19 15,3 7-3-15,-1-5 34 0,-1 0 3 0,1 2-25 16,-1 1 0-16,-1 6 16 0,2-2 3 0,0 1-16 16,1-1 13-16,-1 0-7 0,-2-3 5 0,0-8-22 15,4 0 22-15,-3-2-1 16,1-3-19-16,0-4 18 0,-1-3 1 0,1-5-58 16,0-3 28-16,1-1-2 0,-3-5 28 0,0-2-6 0,0-4-48 15,0-1 24-15,0-1 1 0,0-3 12 0,0 2-58 16,0-4 23-16,0 2-366 0,0-2 200 0,0 0 95 15,1 0 48-15</inkml:trace>
  <inkml:trace contextRef="#ctx0" brushRef="#br0" timeOffset="50270.61">8036 5764 668 0,'0'-3'0'0,"0"2"0"0,0-2 0 0,0 2 0 0,0-1 0 0,0 2 0 0,0-2 0 0,0 2 163 0,0-2-65 0,0 2 85 15,0 0-79-15,0 0-35 0,0 0-1 0,0 0 14 16,0 0-25-16,0 0 9 0,0 0-33 0,0 6 67 16,0 3-34-16,1 4 0 15,1 2-33-15,0 4 40 0,0 0-9 0,0 2-31 16,-2 5 48-16,0 0-24 0,0 1 0 0,0 2 30 16,0 3-32-16,0 4 1 0,0 7-24 0,0-1 25 15,-4 1 0-15,-3-4-16 0,-1 12-8 0,2-1 20 16,1 0-20-16,-1 2 0 0,2-1-1 0,0 0 22 15,1 1-21-15,0 0-1 0,-2 2 1 0,3-2-6 16,-1-1 6-16,1-1 8 0,0 1-4 16,0 0-4-16,0 1 0 0,0 3 20 15,1-1 1-15,1 3-13 0,-2-3-9 0,0 2 17 16,0-3-16-16,0 0 0 0,2-7 0 0,0-3 32 16,-3 7-9-16,3-4-23 0,0 0 0 0,0-2 3 15,0 0-3-15,0-7 8 0,0 11-28 0,0-7 20 16,0-6 0-16,0 5-26 0,0-1 0 0,0-2 34 15,0 1 149-15,0 0-190 0,0 1 0 16,0 4 0-16,0-2 0 0,0-5 0 0,0 11 0 16,0-3 0-16,0-1 0 0,0-1 0 15,0 0 0-15,0-6 0 0,0 9 0 0,0-3 0 16,0-1 0-16,3-6 0 0,-3 3 0 0,2 1 0 16,0-1 0-16,0-1 0 0,0 3 0 0,-1-3 0 15,1 5 0-15,0 3 0 0,0-12 0 0,0 5 0 16,0-2 0-16,1 0 0 0,-1-1 0 0,1-3 0 15,-1 0 0-15,-1-2 0 0,1-1 0 0,1-2-182 16,-3-4 177-16,0 0 0 16,0-1 0-16,0-3-139 0,0-2 66 0,0 0 29 15,0-2-4-15,-5 0-219 0,-1-2 120 0,1 0 59 16,-3-1-134-16,1-1-90 0,3-4 134 0,-4 3-118 16,2-3 134-16,-4 12 67 0,4-4 33 0,1 1-388 15,-3 3 202-15</inkml:trace>
  <inkml:trace contextRef="#ctx0" brushRef="#br0" timeOffset="53632.06">3165 6073 522 0,'0'0'0'0,"-5"0"0"0,-1 0 0 0,3-2 0 0,-2 1 0 0,2-1 0 0,0-4 0 0,-2 2 204 16,5 0-85-16,0 0-43 0,0-1 113 0,0-1-82 15,0 1-37-15,6-1 24 0,7 0-30 0,0 2-1 16,4 3-22-16,4 1 13 0,-2 0 0 0,2 0-21 16,1 11 0-16,-3 6 17 0,-3 2-9 0,1 5-8 15,-4 3 0-15,-2 3-23 0,-3 3 0 0,-5 1 23 16,-1 4-38-16,-2 0 15 15,0 5 0-15,-5-9-52 0,-3 3 29 0,-6-4 0 16,1 2 27-16,-1-8-21 0,1-2-16 0,-1-9 37 16,-2-2-20-16,0-6-56 0,0-3 28 0,-1-5-1 15,1 0 21-15,2 0-185 0,4-8 84 0,0-4 49 16,4-4-238-16,5 2 140 0,1-5 65 0,0 2-168 16,0-3 116-16,9-4 60 0</inkml:trace>
  <inkml:trace contextRef="#ctx0" brushRef="#br0" timeOffset="53866.61">3514 6004 375 0,'0'-19'0'0,"0"4"0"0,0 2 0 0,0-2 0 0,0 4 185 0,-4 1-68 0,-4 2-47 16,3 4 189-16,-4-1-113 0,2 3-57 16,-1 2 100-16,-3 2-71 0,0 14-46 0,0 6 0 15,1 4 40-15,2 6-40 16,2 2 1-16,1 2-32 0,5-1 94 0,0 2-51 0,0-2-26 15,2-1 0-15,9-5 15 0,3 1 8 16,0-1-48-16,4-3 0 0,-2-1-35 0,3-2-1 16,3 1-191-16,-6-6 122 0,8 2 48 0,-6-2 28 15,3-1-460-15,-3-4 209 0,3-2 120 0,-2-5 19 0,-2 1-432 16</inkml:trace>
  <inkml:trace contextRef="#ctx0" brushRef="#br0" timeOffset="54633.71">3682 6331 394 0,'0'-4'0'0,"0"0"0"0,-1 2 0 0,-2-3 0 0,2 3 0 0,1-2 111 0,-2 0-31 0,-1 2 91 16,3 0-70-16,0 2-33 0,0 0-1 0,0 0-2 16,0 0-24-16,0 0-8 0,3 6 0 0,-1 7 53 15,2 4-27-15,1 5 1 0,-2-1-19 0,2 8 51 16,-2-1-29-16,-1 2 0 0,1-2-24 0,2 2-6 15,-4-6 8-15,1 3-37 16,2-5 0-16,1-1 29 0,-3-6 0 0,2-4-29 16,0 1 8-16,1-5 20 0,-1-4 1 0,1-1-100 15,-2-2 48-15,2 0 7 0,3-3 3 0,0-14-116 16,-1-6 52-16,0 0 38 0,1-3-129 0,-3-2 76 16,-3 4 20-16,7-8-55 0,-6 4 40 0,2 3 26 15,-5 5-8-15,5 1 73 0,-4 6-28 0,1 1 7 16,-1 6-19-16,-1 3 67 0,0 0-34 0,0 3 0 15,0 0-42-15,0 5 215 16,0 13-85-16,0 0 163 0,0 4-111 0,2 3-64 16,0-5-2-16,-2 4-6 0,3 1-13 0,-2-2 0 15,4-1-23-15,-2-3-204 0,2-2 110 0,1-3 43 16,3-2 25-16,-3-3-194 0,3-2 88 0,-1-6 53 16,2-1 2-16,-1 0-425 0</inkml:trace>
  <inkml:trace contextRef="#ctx0" brushRef="#br0" timeOffset="55164.28">4059 6068 891 0,'0'2'0'0,"-5"3"0"0,-1 4 0 0,0 1 0 0,1 3 0 0,0 2 0 0,-3 5 271 0,2 1-119 0,0 0-51 0,1 7-17 0,0-4-26 16,-3 3 1-16,3-1-58 0,-1-1 1 15,-1-6 39-15,3 1-8 0,-1-3-23 16,0-2 0-16,2-5 23 0,-2-1 0 0,1-3 8 0,2-3-10 16,-1-1 1-16,1 0 79 0,0-2-39 15,1 0 0-15,-2 0-31 0,1 0 26 0,2 0-34 0,-5 0 0 16,5-2-1-16,-2 2-37 0,2-2 46 16,0 2-8-16,0-2 0 0,0 2-62 0,0 0 31 0,0 0 0 15,0 0 39-15,2 0-134 16,5 0 59-16,1 0-34 0,1 0 41 0,4 0 9 15,-4 0 3-15,4 0-16 0,-5 0 32 0,3 0-11 16,-1 0 8-16,1 0 11 0,-5-1-14 0,1 1-5 16,2 0 29-16,-4 0 1 0,1 0-22 0,-1 0 7 15,0 0 31-15,0 0-33 0,-2 0-1 0,1 0-28 16,-2 0-1-16,1 0 30 0,-1 0 1 0,-2 0-33 16,3 0 0-16,-3-3 27 0,0-4 1 0,0-4 35 15,0-5-5-15,-5 2-31 0,-2-3 18 16,-3-2-18-16,2-5 1 15,-4 1-35-15,2 3 34 0,0-7 1 0,-4 5 2 16,3 3-1-16,-2-2-41 0,-1 3 1 0,4 0 40 16,-4 3-2-16,3 4-3 0,1 2 1 0,3 3 37 15,-3-1-40-15,5 3-8 0,2 0 7 0,1 2 61 16,-1 0-29-16,3 2 4 16,0 0-30-16,0 0-132 0,0 0 65 0,0 0 36 0,3 0-318 15,7 0 157-15,0 0 76 0,2 2-297 0,1 4 191 0,1-2 96 0,-3 1 48 16</inkml:trace>
  <inkml:trace contextRef="#ctx0" brushRef="#br0" timeOffset="55560.1">4116 6084 364 0,'-2'4'0'0,"1"-4"0"0,-2 2 0 0,1-2 0 0,-2 2 0 0,2 2 321 16,2 0-144-16,0 5-73 0,0 4-35 0,0 0 195 15,0 6-108-15,0 1-65 0,5 5-29 0,2-1 113 16,0 0-71-16,2 2-30 0,-1-6-12 0,5 5-9 16,-5-5-20-16,3-1-32 0,2-3 1 0,-4 2 31 15,1-5 8-15,1 0-43 0,-5-6 0 0,1 1 35 16,1-2-111-16,1-3 56 0,-1-3 35 0,-1 0-15 16,2 0-134-16,-1-9 59 0,1-8 42 0,1-3-1 15,-2-2-71-15,1-5 39 0,-2-2 27 0,-1 1-40 16,0-4 29-16,1 0-13 15,-4-1 30-15,-2-2-6 0,1 1 9 0,0 5-4 16,-1 5 47-16,-1 1-23 0,0 10-8 0,0 1-10 0,0 5 258 16,0 3-118-16,0 2-62 0,0 0-22 15,0 2 276-15,0 0-131 0,0 15-77 0,0 8 168 16,0 3-115-16,2 6-49 0,3 14-36 0,1-2 89 16,-1 5-59-16,3 4-29 0,-2-2-1 0,4 0 114 15,4-5-76-15,0-1-34 16,4-5-213-16,-1-11 89 0,4 2 46 0,4-9-699 0,1-5 344 15,4-9 192-15,3-8 54 0</inkml:trace>
  <inkml:trace contextRef="#ctx0" brushRef="#br0" timeOffset="56843.78">4773 6071 670 0,'-1'0'0'0,"-2"0"0"0,2 0 0 0,1 0 0 0,0 2 0 0,0 2 226 15,0 0-96-15,0 3-49 0,5 2-24 0,4 4 196 0,3 0-102 0,-1 3-63 16,0-3-28-16,3 2 57 15,1 0-43-15,-1-2-20 0,-1-1 8 0,1-1-64 16,-1-2 0-16,1-1-207 0,-4-1 121 0,-2-3 60 16,1 2 39-16,-3-2-455 0,1-3 203 0,-4 1 124 0</inkml:trace>
  <inkml:trace contextRef="#ctx0" brushRef="#br0" timeOffset="57082.71">5067 5825 725 0,'0'-2'0'0,"0"2"0"0,0 0 0 0,-11 0 0 0,0 9 0 0,-2 9 0 0,2 2 487 15,-2 10-227-15,-1 6-105 0,-2 14-66 0,2 11 194 16,-4 5-126-16,1 7-62 0,-2 4-31 0,0 6 101 16,-2-3-70-16,5 0-31 0,1-9 1 0,5-13-32 15,-3 0 0 1,4-13-165-16,-1 6 78 0,1-14 43 0,-1-1-102 15,4-4 73-15,-2-2 36 0,0-7 9 0,0-3-402 16,5-7 193-16,-2-5 55 0,2-3 62 0,3-5-368 16,0 0 204-16</inkml:trace>
  <inkml:trace contextRef="#ctx0" brushRef="#br0" timeOffset="57410">5028 6357 957 0,'3'-7'0'0,"0"7"0"0,1 0 0 0,-4 6 0 0,0 6 0 0,0 5 66 0,0 2 293 0,0 3-155 0,0 5-89 16,2-1-42-16,3 1 39 0,5-4-40 15,-3-3-20-15,6 2-11 0,-3-5-9 0,1-2 1 16,3-4-105-16,-1-5 52 0,1-3 26 0,-4-3 9 0,1 0-153 16,3-3 86-16,-4-17 42 0,0-2-160 15,-2-4 92-15,-1-4 14 0,-2 2 31 0,-1-2-60 16,1 1 37-16,-4 9-11 15,1 0 1-15,-2 4 54 0,0 5 9 0,0 6-30 0,0 1 201 16,0 2-96-16,0 2-48 0,0 8-22 16,0 12 186-16,0 2-85 0,0 5 206 0,0-1-288 15,0 2 0-15,0-5 30 0,0 7-22 0,2-11-22 16,2 4-1-16,5-6 27 0,0 1 0 0,1-5-281 16,1-2 134-16,0-3 66 0,2-5-460 0,-2-3 229 15,3 0 130-15,-1 0 16 16</inkml:trace>
  <inkml:trace contextRef="#ctx0" brushRef="#br0" timeOffset="57826.18">5545 6090 1095 0,'5'-11'0'0,"-3"5"0"0,2 4 0 0,-2 1 0 0,-2 1 0 0,0 0 0 0,0 0 198 0,0 11-82 0,0 4-42 0,-2 4 101 0,-2 5-76 0,-1 0-32 16,-3 1-1-16,1 3 7 15,-2-2 1-15,1-5-100 0,-3 7 26 0,0-5-1 16,1-4 34-16,-1-2-60 0,0-1 37 0,1-3-7 16,1-3 30-16,1-2 5 0,2-5-5 0,1 1-1 15,3-2 72-15,0-2-42 0,1 0-15 0,1 0-24 16,0 0 33-16,0 0 0 0,1 0-11 0,8 0-16 16,8-2 1-16,-1 0 3 15,3-2-1-15,1-2-48 0,3 3 33 0,-1-1-9 16,-1 2 25-16,1 0-104 0,-1 0 46 0,-1 0 27 15,-2 1-11-15,-1 1-104 0,-4 0 52 0,-4-3 35 16,1 3 0-16,-5 0-8 0,-2 0 0 0,-1-2 3 0,1 1 39 16,-3-6-20-16,0-3-18 0,-5 0 172 15,-3-4-76-15,-4-1-36 0,0-3-14 0,-2-4 120 0,0 0-57 16,0-3-34-16,-1 1-45 0,1-1 20 16,1 1 15-16,2 5-10 15,-2 0 23-15,-1 3-115 0,6 8 58 0,-2-1 14 16,2 3-253-16,2 2 127 0,3 2 48 0,1 1-332 15,2 1 167-15,0 0 107 0,0 0 49 0,5 5-362 0,9 3 206 16,1-3 103-16</inkml:trace>
  <inkml:trace contextRef="#ctx0" brushRef="#br0" timeOffset="58190.96">5775 6060 1052 0,'1'4'0'0,"-1"2"0"0,0 1 0 0,0 0 0 0,0 3 0 0,0 1 120 15,0 2-35-15,0 3 127 0,2 2-90 0,0 1-44 16,3 3-23-16,1 3 0 0,1-7 162 0,-1 9-97 16,2-8-43-16,-1 1-24 0,2-4-20 0,0 1-93 15,-1-9 55-15,0 2 15 0,-1-6-1 0,3-2 24 0,0-2-160 16,-2-2 87-16,3-9 33 0,-1-10 0 0,1-4-191 16,-1-1 81-16,-2-2 57 0,-1-2-10 0,0 0-37 15,-1 0 14-15,-2-3-23 16,0 4 42-16,-1 1 20 0,-2 5-7 15,1 2 91-15,-2 4-31 0,0 7 0 0,0 1-32 0,0 4 289 16,0 3-143-16,0 0-66 0,-2 2-22 0,-2 4-23 16,0 10 317-16,0 2-152 0,2 6 60 15,2-1-102-15,0 2-45 0,0 3-24 16,0-1 100-16,0-1-61 16,4-4-23-16,2 3-78 0,1-2-1 0,0-2 40 0,1-2 0 15,0-2-293-15,0-2 155 0,-3-4 64 0,-2-2 38 16,3 1-394-16,-2-4 176 0,0-2 106 0,0-2 1 0,0 0-121 15,-1 0 101-15,2 0 50 0,-5 0 26 0</inkml:trace>
  <inkml:trace contextRef="#ctx0" brushRef="#br0" timeOffset="60223.5">6290 5905 1044 0,'-3'0'0'0,"-3"0"0"0,5 0 0 0,1 0 0 0,0 0 0 0,5 0 0 0,9 0 0 0,7 4 190 16,1-4-79-16,6 0-39 0,1 0 0 15,-2 0 112-15,-3 0-67 0,6-5-37 0,-5-1-23 16,-3 3-1-16,-1-3-23 0,-3 1 0 0,1 1-15 16,-6 2 15-16,-3 0 0 15,-2 2 39-15,-3 0-40 0,-3 0 1 0,-2 9 50 16,0 10-29-16,-8 8 0 0,-12 7-21 0,-1 1-1 0,-3 6 98 15,-2 1-40-15,1-2-41 0,0 4-16 16,-2 0 0-16,3-3 0 0,3-5-58 0,-6 7 26 16,8-11-1-16,1 0 33 0,0-5-85 0,8-6 42 15,-1-2 29-15,2-6-3 0,6-2 7 0,-1-6-16 16,4 1 11-16,0-3 36 16,0-3-37-16,0 0-15 0,7 0 9 0,3 0 102 0,7 0-47 15,0 0-17-15,1-9 16 0,7 2 4 16,-2 0-38-16,-5 0 11 0,5-1-160 0,0 0 77 15,-2 1 43-15,-1 1-369 0,-1 3 187 0,-3-1 82 16,-2 2 50-16,-2 1-235 0,-4-2 123 0,0 3 47 16,-2 0-394-16,-5 0 238 0,1 0 117 0,-2 0 60 0</inkml:trace>
  <inkml:trace contextRef="#ctx0" brushRef="#br0" timeOffset="60383.21">6313 6149 1523 0,'-14'1'0'0,"5"1"0"0,4 0 0 0,1 0 0 0,1-2 0 0,3 0 0 0,0 0 0 0,0 0 0 0,12 0 381 0,6 0-175 0,4 0-86 0,3 0 43 15,-5 0-57-15,9 4-41 0,-2-1 0 0,-4 1-190 16,-3 1 79-16,7 5 39 0,-4-2 8 0,1 2-561 16,-4 1 296-16</inkml:trace>
  <inkml:trace contextRef="#ctx0" brushRef="#br0" timeOffset="60668.46">6640 6299 1093 0,'0'11'0'0,"0"10"0"0,0-3 0 0,0 1 0 0,0-2 0 0,0 2 0 0,0-2 0 0,0-3 358 16,0 0-162-16,6-3-66 0,3-3-48 15,-1-3-25-15,1-3 9 0,4-2-92 0,-4 0 29 0,4-3 0 16,0-13 30-16,-2-5 0 0,-2 3-201 15,2-7 96-15,-1 1 53 0,-1-1-177 0,-4 7 109 16,-1-1 8-16,-1 6 37 0,-1 2-11 0,1 3 0 16,-2 4-4-16,-1 1-1 0,0 3 272 0,0 0-122 15,0 9 48-15,0 11-75 0,0 7-17 0,0 0-25 16,0 4 219-16,0 1-101 0,2 0-43 16,6-2-32-16,-1-5-92 0,2 1 29 15,3-7-376-15,1-2 208 0,1-5 89 16,0-3 51-16,1-6 9 0,0-3-540 0,3 0 247 0</inkml:trace>
  <inkml:trace contextRef="#ctx0" brushRef="#br0" timeOffset="61057.98">7066 5955 1444 0,'-3'-5'0'0,"-1"5"0"0,0 0 0 0,-1 0 0 0,-3 9 0 0,0 8 0 0,-3 5 0 0,3 6 0 0,-3 2 195 0,0 4-81 0,0-1-35 16,0 0-23-16,1 1-1 0,1-10-14 0,-3 7-8 0,5-10-87 16,0-3 44-16,-1-6 21 0,5-2 0 0,-3-5 0 15,3 0-8-15,2-4 65 0,1-1 0 0,-2 0-35 16,2 0 0-16,0 0 80 16,0 0-44-16,3 0-22 0,9 0 13 0,-1-1-28 0,2-1 11 15,3-1-10-15,0 2-62 0,-1-1 31 16,0 2 0-16,2 0 31 0,-4 0 8 0,3 0-126 15,-2 0 58-15,0 0-21 0,-2-2 35 0,0 0 1 16,-2-2 5-16,-1 0-59 0,-2-1 35 0,1-4 3 16,-4 1 0-16,-1-3 43 0,-1 1 0 0,-2-3-33 0,0-2 101 15,0-1-41-15,-5-3-23 0,-4-4 8 0,-1 1 3 16,-1-5 5 0,-1-1-27-16,1 4-58 0,-2-1 29 0,3 6 9 15,-3 1 25-15,2 3-205 0,1 3 95 0,3 5 42 16,0 2 27-16,1 0-351 0,3 5 165 0,3 0 95 15,0 0-300-15,0 11 193 0,3 2 97 0</inkml:trace>
  <inkml:trace contextRef="#ctx0" brushRef="#br0" timeOffset="61376.15">7258 5920 779 0,'0'-7'0'0,"0"5"0"0,0 1 0 0,0 0 0 0,0 1 0 0,0 0 366 0,0 4-166 0,0 10-76 0,0 9 106 15,0-2-98-15,0 8-50 0,0 4-25 0,2-2 179 16,0 2-94-16,3 1-58 0,1-2 2 0,0-5-26 0,1-6 0 16,4-1-63-16,-2-4 8 15,3-4 28-15,-1-5 0 0,1-6-121 0,2-1 60 0,-2-1 31 16,1-15 8-16,2-9-72 0,-4-3 47 16,3-2 6-16,-5-2 0 0,4-4-287 15,-5-3 142-15,-1-4 38 0,0 7-126 0,0 1 103 0,-1 0 53 16,-5 12 27-16,1 0 75 0,0 10-21 15,-2 3 0-15,0 4-29 0,0 5 359 0,0 1-188 16,-8 17-81-16,0 11 386 0,-3 13-219 0,3 3-83 16,3 2-61-16,-3 3 137 0,7 4-96 0,1-1-44 15,0-3 30-15,0-2-38 0,6-2 1 0,5-13-29 16,3 0-611-16,4-5 301 0,-2-7 151 16</inkml:trace>
  <inkml:trace contextRef="#ctx0" brushRef="#br0" timeOffset="62847.28">3089 7211 270 0,'-3'0'0'0,"0"0"0"0,1-2 0 0,-1 0 0 0,0 1 0 0,3-1 268 16,0 0-117-16,0 0-60 0,0-2-20 0,3 3 27 16,3-1-32-16,8-1-1 0,-1 3-5 0,3 0-27 15,-2 5 8-15,-1 6-7 0,0 7-1 0,-2-1-1 16,0 6 1-16,-6 1-7 16,-4-4 15-16,1 8-8 0,-2-3 0 0,0 2-29 15,-2-3 1-15,-9 0 27 0,0-6 9 0,-2 0-74 16,-1-1 30-16,0-4 0 0,-4-1-14 0,2-5-1 15,1-3 32-15,0-2-177 0,-1-2 85 0,7 0 42 16,1 0 8-16,-1 0-205 0,5 0 93 0,4-7 44 16,0-7 36-16,2-3-183 0,14-4 105 0</inkml:trace>
  <inkml:trace contextRef="#ctx0" brushRef="#br0" timeOffset="63044.75">3351 7125 352 0,'3'-17'0'0,"-1"8"0"0,-1 1 0 0,-1 1 0 0,0 1 0 0,-3 2 308 0,-7 2-138 0,-2 2-68 16,1 0 95-16,0 8-82 0,0 8-33 0,-4 9 11 16,1 3-30-16,3 5 0 0,3-2-30 0,0 3 69 15,3-3-39-15,4-2 1 0,1-3-32 0,0-5-31 16,0 2 32-16,6-3 8 16,5-1-8-16,2-3-113 0,2 2 56 0,0-3 29 15,2 0-295-15,-1-2 142 0,5 0 79 0,-3-2-185 16,0 3 120-16,1-4 28 0,-3 0 42 0</inkml:trace>
  <inkml:trace contextRef="#ctx0" brushRef="#br0" timeOffset="63302.11">3451 7388 492 0,'-2'5'0'0,"2"1"0"0,0-1 0 0,0 3 0 0,0 4 0 0,0-1 320 16,0 2-144-16,3 3-71 0,9 4 154 0,-1 0-104 15,5 5-66-15,-2-1-28 0,-1 2 29 0,4 1-28 16,-4-5-1-16,-1-3-44 0,1 0-8 0,-3-3 24 16,-3-7 0-16,0 3-41 0,-2-6 0 0,-4-2 49 15,1-3-9-15,-1-1-37 0,1 0 0 0,0-3 38 16,1-20 64-16,-1-3-29 0,1-4-8 16,1-4-213-16,1-2 88 0,-3-1 38 15,2-2 23-15,1 5-160 0,-3 4 82 0,3 7 44 16,-4 2 23-16,4 4-367 0,-2 3 179 0,2 3 57 15,0 8 60-15,-4-2-259 0</inkml:trace>
  <inkml:trace contextRef="#ctx0" brushRef="#br0" timeOffset="63810.17">3972 7193 637 0,'0'0'0'0,"0"0"0"0,0 0 0 0,-5 0 0 0,2 0 165 16,-1 0-58-16,3 0-41 0,1 0 0 0,-3 0 245 16,3 0-139-16,0 0-69 0,0 0-27 0,0 0 14 15,0 0-28-15,0 0-104 0,-2 7 38 0,-2 10 0 16,-3 1 45-16,-1 7 19 16,-4 3 0-16,0 1-27 0,-2 1 0 0,0-2-22 15,4-4 30-15,-9 6-9 0,5-5 1 0,4-8 23 16,1 1-29-16,1-3-1 0,3-5-4 0,-1-3 3 15,3-1 26-15,3-4 47 0,-3 0-33 0,3-2 0 16,0 0-24-16,0 0-61 0,0 0 27 0,0 0-1 16,3 0 27-16,8 0-27 0,1 0 33 0,1 0-7 15,1 0-10-15,1-2 11 0,2 2-17 16,2-2 11-16,2 2-6 0,-1 0 4 16,1 0-8-16,1 0-37 0,-1 0 19 0,-2 0 0 15,2 0 28-15,-4 0-94 0,-1 0 41 0,0 0 21 16,-8 0-3-16,4 0-45 0,-5 0 28 0,-2 0-2 15,-2 0 10-15,-2 0-2 0,1 0 1 0,-2-2 14 16,0-9 184-16,0-2-90 0,-3-3-45 0,-5-1 33 16,-3-7-29-16,1 0 0 0,1-3-12 0,-4-3-104 15,2 0 49-15,0 0 0 16,0 5 58-16,1 5-209 0,2 1 92 0,-4 4 39 16,0 2 24-16,6 6-45 0,-2 1 13 0,2 3 22 15,1 1-34-15,2-1-113 0,1 3 70 0,2 0 34 16,0 0-237-16,0 8 128 0,0 3 76 0,2-2-371 15,9 1 219-15,2-3 110 0,3-3 54 0</inkml:trace>
  <inkml:trace contextRef="#ctx0" brushRef="#br0" timeOffset="64112.5">4172 7190 1079 0,'0'5'0'0,"0"-2"0"0,0 1 0 0,0-2 0 0,0 1 0 0,0 3 0 0,0-1 0 0,0 1 133 15,2 2-51-15,5 3 232 0,1 0-141 0,-1 5-62 16,3 0-44-16,2 4 119 0,-1 0-77 0,0 2-38 16,-2 1 0-16,-2-1 5 0,5 5-43 0,-5-9 0 15,1 5-1-15,0-4-54 0,-1-3 27 0,0-3 9 16,-1 2-15-16,-2-8 1 16,1 0 33-16,-1-4-35 0,-2-1 0 0,2-2 34 15,1 0-1-15,0-2-47 0,0-14 1 0,3-7 12 16,-1-5 18-16,0-2 16 0,3-6-17 0,-2-7-1 15,1 0 0-15,-1 0-143 0,-3-1 68 0,-2 5 35 16,2-8-2-16,-2 15-226 0,0 0 121 0,-3 12 47 16,0-1-105-16,0 10 62 0,0 3 53 0,0 4-168 15,0 3 106-15,0 1 53 16,0 9 27-16,0 13-309 0</inkml:trace>
  <inkml:trace contextRef="#ctx0" brushRef="#br0" timeOffset="64455.89">4741 7146 1708 0,'-7'0'0'0,"3"0"0"0,3 0 0 0,-2 0 0 0,3 0 0 0,0 0 0 0,0 3 0 0,0 5 0 0,0-1 136 0,3 3-51 16,5-1 94-16,0 4-64 0,3 0-46 0,1 2 1 15,-2 0-67-15,2 3 29 0,0-1 1 0,-4 0 8 16,3 3-187-16,-3-2 89 0,0 0 45 0,0-2 22 15,-3-1-349-15,1-3 149 0,-2-3 102 0,1 0-411 16,-1-3 233-16,-1-4 117 0,-1-2-202 16</inkml:trace>
  <inkml:trace contextRef="#ctx0" brushRef="#br0" timeOffset="64707.91">5006 6996 593 0,'0'-5'0'0,"0"4"0"0,0 1 0 0,0 0 0 0,0 0 187 0,-4 11-78 0,-5 6-38 0,0 7 0 16,0 6 310-16,-2 10-166 0,-5 9 131 0,2 3-157 15,-2 10-78-15,-1-1-39 0,0 6 70 0,-2-6-46 16,-4 18-36-16,2-5 1 0,-3-3-31 0,-4 0 2 16,7-12 9-16,-1 3-8 0,2-10-122 0,2-7 64 15,7-11 30-15,1-2-1 0,4-7-61 0,-1-7 41 16,4-7 25-16,1-4-151 0,1-2-97 0,1-5 81 15,0 0-232-15,0 0 183 0,0-12 87 16,0-4 44-16,1-1-353 0,8-8 199 0,1 5 90 16</inkml:trace>
  <inkml:trace contextRef="#ctx0" brushRef="#br0" timeOffset="65051.98">4922 7420 837 0,'1'-8'0'0,"3"4"0"0,-2 3 0 0,0-2 0 0,-1 2 0 0,-1 1 153 0,0 0-60 0,2 0 192 16,0 13-131-16,2 2-60 0,4 4-31 0,1 3 175 15,-2 1-102-15,1-1-44 0,4 8-33 0,-5-5 14 16,3-1 1-16,-3-3-41 16,3-2-1-16,-2-1-42 0,-3-1 17 0,1-7 0 15,-3-1-11-15,2-2 1 0,-5-2 35 0,3-4-60 16,-2 0 27-16,1-1-6 0,-2 0 39 0,2 0-42 15,0-2 1-15,1-14 2 0,6-6 17 0,-1-1 32 16,0-3-31-16,2-4-1 0,-1-2 1 0,-1 3-122 16,0-2 58-16,0 3 30 0,-2 6-90 0,0 1 54 15,-2 2 28-15,-1 7-93 0,-1 2 56 16,-1 4 13-16,1 2-1 0,-2 1 86 16,0 2-29-16,0 1-35 0,0 0 2 0,0 0 101 15,0 0-48-15,0 0-18 0,0 1-1 0,0 6-131 16,0-1 57-16,-2-3 20 0,2 1 36 0,0 1 32 15,0-1-31-15</inkml:trace>
  <inkml:trace contextRef="#ctx0" brushRef="#br0" timeOffset="65571.59">5426 7036 655 0,'0'-1'0'0,"0"-1"0"0,-3 0 0 0,3 2 0 0,-4 0 0 0,0 0 0 0,1 0 399 0,-5 0-183 0,2 11-91 0,1 5-39 16,-4 4 80-16,0 4-67 0,-2 7-33 0,3-2 13 15,-6 5-23-15,3-2 8 0,1 0-42 16,-2-2 11-16,2-2-1 0,3-7 1 0,-2 1-1 15,3-5 9-15,1-5-8 0,-2 0 0 0,3-6 34 16,4-2-34-16,-3-2 0 0,1 0 8 0,0-2 55 16,2 0-31-16,0 0 0 0,0 0 29 0,0 0-31 15,0 0 9-15,0 0-115 16,2 0 38-16,7-2 0 0,4 0 38 0,5 0-35 16,-2 0 8-16,6 2 27 0,-2 0 0 0,2 0-124 15,0 0 47-15,-1 0 33 0,0 0-4 0,-3 2-116 16,1 0 47-16,-3 0 40 0,-1 0-46 0,-6-2 37 15,3 0-1-15,-4 0 62 0,-3 0-33 16,-2 0 3-16,-1 0-5 0,1-6 162 16,-3-5-73-16,0 0-37 0,0-5-14 0,-3 1 70 0,-5-3-31 0,1-3-26 15,-2-3 10-15,-1-2 41 0,-1-1-16 0,-1-1 1 16,2 0-172-16,-2 4 71 16,-3-4 35-16,4 9-201 0,0 0 102 0,-2 4 55 15,1 6 13-15,4 2-72 0,-1 1 36 0,4 4 26 16,-1-1-16-16,3 3-19 0,0 0 25 0,3 0-9 15,0 0 34-15,0 6-196 0,0 2 98 0,4-1-282 16,5 3 189-16,4-3 87 0</inkml:trace>
  <inkml:trace contextRef="#ctx0" brushRef="#br0" timeOffset="65865.83">5585 7074 1014 0,'1'0'0'0,"1"0"0"0,1 0 0 0,-3 0 0 0,0 0 0 0,0 0 0 16,1 6 0-16,1 0 366 0,4 7-166 0,1 0-75 0,7 6 38 0,-4 1-65 16,3 4-33-16,4 1 44 0,-4 1-29 0,1 2-15 15,-1 1-9-15,-2-1-57 16,1 0 34-16,-2-2 0 0,-5-5 0 0,1 0-39 16,-1-4 16-16,-1-6 0 0,-3-2 22 0,2-3 3 15,-2-4-2-15,1 0 8 0,0-2-9 0,1-4-26 16,-3-17-1-16,4-1 22 0,1-7 69 0,0-1-26 15,-1-4-7-15,1-9-84 0,2 0 25 0,-2-2 0 16,2-2 37-16,0 6-303 0,-3-2 136 0,2 5 64 16,0 7 37-16,-3 8-396 0,1 4 198 0,-2 7 70 15,3 3 64-15,-4 7-341 16,3 2 198-16</inkml:trace>
  <inkml:trace contextRef="#ctx0" brushRef="#br0" timeOffset="66402.02">6255 6952 1260 0,'-2'-4'0'0,"-1"3"0"0,-1-1 0 0,3 0 0 0,-4 2 0 0,5 0 0 0,-2 0 0 0,2 0 0 0,0 0 392 0,0 0-171 0,0 0-99 0,2 0-44 0,9 0 33 16,1 0-40-16,3 0-53 0,-3 0 23 0,6 0-8 15,-4 0 0-15,2 0-15 16,1-2 15-16,-2 2 0 0,-3 0 8 0,-2 0-44 16,0 0-1-16,0 0 37 0,-4 0 0 0,0 0-34 15,-2 0 8-15,-1 2-15 0,-2 2 62 0,1 3-38 16,-2 0 6-16,0 4-11 0,0 1 125 0,0 3-56 15,-2 2-27-15,-6 3 37 0,1 3-28 0,-3 2-1 16,-1 1-20-16,-1 2-15 0,1 2 6 0,-4 0 1 16,2 4 0-16,-2-2-92 15,0 2 55-15,0-3 14 0,0 0-171 0,2-5 87 16,-1 0 48-16,2-7-77 0,0 2 56 0,3-6 9 16,0-2 1-16,1-7 8 0,4 3 18 0,1-3-37 15,-2-3-12-15,5-3 184 0,0 2-70 0,0-2-36 16,0 0 0-16,0 0 139 0,0 0-63 0,0 2-44 15,12-2 61-15,3 0-45 0,4 0-23 0,-1 0-49 16,2 0 2-16,0 0 34 0,2 0 11 0,-2 0-248 16,-1-2 112-16,-1 0 58 0,-3 0 13 0,0 1-161 15,-4-1 72-15,1-1 52 16,-5 2-7-16,-2 1-320 0,-1 0 182 0,-2 0 87 16,1 0-292-16,-2-2 189 0,-1 0 95 0,0 0 39 15,-1-2-272-15,-8-3 164 0</inkml:trace>
  <inkml:trace contextRef="#ctx0" brushRef="#br0" timeOffset="66562.59">6196 7174 1211 0,'0'-10'0'0,"0"5"0"0,0-1 0 0,0 2 0 0,-3-2 0 0,1 3 0 0,2 1 0 0,0 0 254 16,0 0-111-16,0 2-55 0,7 0-27 0,5 0 245 15,1 0-140-15,2 0-67 0,0 7 25 0,1 1-45 16,-2 2-24-16,3 1 9 0,0 2-31 0,0 0 0 15,-1 2 0-15,-2 2-967 0,-1 0 451 0,-2 0 254 0</inkml:trace>
  <inkml:trace contextRef="#ctx0" brushRef="#br0" timeOffset="66829">6462 7313 707 0,'0'5'0'0,"0"5"0"0,0 1 0 0,0 2 0 0,0-2 0 0,0 4 0 0,0 2 229 0,0 2-99 0,0-1 195 16,2 4-151-16,1-2-70 0,4 2-36 0,-1-1 64 16,0-2-41-16,0-2-33 0,1-3-1 0,-1-6-55 15,-1 2 31-15,1-5 0 16,-2 0 8-16,0-4 17 0,-1-1-1 0,1 0-24 16,1-1 30-16,-3-13-1 0,5-3-21 0,1-6 50 15,-3 2-29-15,3-6 0 0,-2 1-29 0,4-5-68 16,-1 3 42-16,1-2-8 0,-1 3 34 0,-1-2-321 15,-1 8 155-15,1-1 77 16,1 3 29-16,-3 4-554 0,-1 8 275 0,1 1 136 0,-2 4-132 0</inkml:trace>
  <inkml:trace contextRef="#ctx0" brushRef="#br0" timeOffset="67418.17">6963 6996 1095 0,'-2'0'0'0,"0"0"0"0,1 0 0 0,-3 0 0 0,2 0 0 0,-2 0 0 0,0 0 0 0,2 0 124 0,-2 0-46 16,2 1-23-16,2 6 158 0,-5 3-82 0,3 3-53 0,-3 2-23 0,-1 8 15 15,-2 3 0-15,-1 4-88 16,-2 5 21-16,-4 4 0 0,1-2 30 0,-1-5-1 0,3 2-62 16,-4 1 39-16,3-8-8 0,4-6 31 0,0 2 42 15,-1-5-3-15,3-4-7 0,1-4-11 16,0-2-26-16,4-5-21 0,1-1 126 0,1-2-48 15,-3 0-27-15,3 0 12 0,0 0-8 0,0 0 0 0,0 0-29 16,3-2 1 0,6-1-55-16,4-3 35 0,4 1-7 0,0 0-47 0,3 2 37 15,-3 0 0-15,4 3 36 0,0 0-63 16,-2 0 26-16,1 0-1 0,-2 4-80 0,-2 3 38 16,1-4 27-16,-4-1-5 0,-2 0 0 0,1-2-7 15,-3 0 27-15,-1 0 12 0,-5 0 9 0,1 0-5 16,-2 0-19-16,0-2 142 0,-2-6-63 0,0-1-34 15,0-2-1-15,-4-1 30 0,-2-3-21 0,0 0-1 16,-2-3-50-16,-2-1 28 0,0-5 14 0,1 1-224 16,0-7 100-16,1 0 52 0,1 0 24 0,-2 1-205 15,1 0 99-15,2 4 51 0,-2-5 11 16,1 10 0-16,2 0-56 0,1 2 40 0,-1 3 0 16,2 6 9-16,3-1 7 0,0 4 25 0,0 3-183 15,0 1 92-15,0 2 44 0,11 0 16 16,-3 5-349-16,3 6 189 0</inkml:trace>
  <inkml:trace contextRef="#ctx0" brushRef="#br0" timeOffset="67752.07">7132 7038 1181 0,'0'-3'0'0,"0"1"0"0,0 0 0 0,0 0 0 0,0 0 0 0,0 2 0 0,0 0 0 0,2 4 444 0,0 11-206 0,4 6-103 0,-1 3 102 0,0 5-103 0,1 0-42 15,2 4-34-15,-2 2-4 0,1 1-1 16,-2-1-20-16,1-1-1 0,0-2-20 0,2-2-10 16,-3-2 31-16,-1-5-67 15,1-1 33-15,0-3 1 0,-2-6 41 0,-1-1-6 16,1-5-2-16,-2-3-1 0,-1-2-10 0,0-2 62 16,2 0-32-16,0-10-5 0,3-12 48 0,2-1-34 15,3-5 6-15,1-6-38 0,5-3-19 0,2-9-9 16,-1 2 32-16,4-2-134 0,-1-4 68 0,-1 3 34 15,-4 9-196-15,0 1 104 16,-2 5 45-16,-3 8 29 0,-1 0-80 0,-4 8 46 0,-2 7 4 0,-2 1 3 0,1 3 18 16,-2 3 2-16,0-1-42 15,0 3 47-15,0 0-27 0,-3 0 13 0,0 0 0 16,-2 7-350-16,-1 5 175 0,0 0 88 0,-1 0-598 16</inkml:trace>
  <inkml:trace contextRef="#ctx0" brushRef="#br0" timeOffset="70497.63">3175 8592 1182 0,'-4'-6'0'0,"3"4"0"0,1 0 0 0,0 1 0 0,0-1 0 0,0-1 0 0,0-1 0 0,6 1 99 16,8 1-33-16,2 0 117 0,2 2-75 0,1 0-38 16,-3 0 8-16,2 10-5 0,0 1-40 0,-3 4 0 15,-1 2-1-15,-4 5-13 0,-4-1 22 0,0 7-8 16,-4 1-40-16,-2-2 1 0,0 4 38 0,-10-3-63 15,-3 2 28-15,-2-3 0 0,-3-6 36 0,-2-1-146 16,-1-5 55-16,-1-6 40 16,-1-2-5-16,3-3-176 0,-1-4 86 0,4 0 52 15,4 0 9-15,1 0-127 0,3-11 60 0,8-4 43 16,1-8 18-16,1 1-214 0,13-6 120 0</inkml:trace>
  <inkml:trace contextRef="#ctx0" brushRef="#br0" timeOffset="70673.69">3429 8472 1056 0,'7'-8'0'0,"-3"4"0"0,-1 1 0 0,-3 0 0 0,0 3 0 0,0 0 0 0,-13 4 0 0,-1 10 220 0,-2 8-93 0,-1 4 199 15,1 2-147-15,0 6-65 0,3 0-45 0,2 0 161 16,3-1-98-16,5 2-50 0,3-6-25 0,0-4 22 16,0 3-47-16,5-2 1 0,8-3 0 0,4-3-71 15,1-1 36-15,2-4-333 0,4 0 179 0,-1-3 95 16,0-3 47-16,-3-4-572 0,3 1 245 0,-2 0 135 15</inkml:trace>
  <inkml:trace contextRef="#ctx0" brushRef="#br0" timeOffset="71057.9">3580 8770 1067 0,'-2'0'0'0,"0"0"0"0,1 2 0 0,-1 9 0 0,0 4 0 0,2 2 0 0,0 7 145 0,0-1-57 0,2-3 301 15,8 8-183-15,-1-11-86 0,2 2-44 0,2 0 47 16,0-5-45-16,3-3-15 0,-2-4-8 16,2-3-157-16,-2-4 67 0,-1 0 34 15,1-2 8-15,-5-9-175 0,4-10 101 0,-5-2-142 16,-3-3 118-16,1 0 21 0,-3 2 41 0,-1-6-83 16,0 9 47-16,-2-2-16 0,0 5 24 0,0 6 84 15,0 2-38-15,0 5 8 0,0 1-29 0,0 3 228 16,0 1-111-16,0 9-39 0,0 12-39 0,0 3 166 15,0 0-85-15,3 3 45 0,2-4-55 0,4-1-14 16,-1-1 8-16,3-3-18 16,2-1-21-16,-2-6 0 0,3-3 0 0,-1-5-21 15,-3 0 29-15,4-3-8 0,-6 0 0 0,0-12 27 16,1-8-27-16,-4-5 0 0,-5 2-28 0,3-6 28 16,-3-1 0-16,0 1-1 0,0 1-180 0,-3 0 82 15,-2 4 51-15,2 1-437 0,-3 1 223 0,1 5 97 16,3 6 59-16,2-1-223 0,0 5 123 0,0 1 74 15,2 2 33-15</inkml:trace>
  <inkml:trace contextRef="#ctx0" brushRef="#br0" timeOffset="71617.3">4183 8460 1186 0,'0'0'0'16,"0"0"0"-16,0 0 0 0,-2 0 0 0,-1 0 0 0,1 0 0 0,2-2 0 0,-2-2 199 0,2 3-76 0,0-3-48 16,0 2-22-16,0 0 147 0,0 0-84 0,0 2-41 15,0 0-13-15,0 0-27 0,0 0-2 0,0 0-50 16,0 0 25-16,-4 14 8 0,-4 1 17 0,-1 7-41 16,0 3 41-16,-5 2 0 0,0 2-1 0,0-1-13 15,3 0 11-15,-5 1 2 0,5-4-33 0,-1-6-5 16,2 2 11-16,3-2 19 0,1-6-12 0,1-4 65 15,1-1-22-15,2-3-1 0,0-3 11 16,2 0 7-16,0-2-36 0,0 0 15 16,0 0-17-16,0 0-2 0,0 0 1 0,8 0-18 15,3 0 18-15,5 0 0 0,0-2 0 0,1 0-23 16,3 1 23-16,3-1 7 0,-2 0-60 0,1 0 25 16,-3 0-10-16,0 0-60 0,-1 2 38 0,-1-2 29 15,-6 0-17-15,2 1-76 0,-5-2 44 0,0 1 26 16,-3 1-13-16,1-2 14 0,-2 0 9 0,-2-1 7 15,0-1-25-15,1 0 109 16,-3-3-46-16,0-1-22 0,0-5 41 0,-3 3-28 16,-5-1 6-16,0-2 50 0,0-1-31 0,-2 1 2 15,0 1-17-15,1-2 14 0,0 4 13 0,0-2-39 16,1 1 22-16,1-1-58 0,1 2 20 0,-2 1 0 16,5-5 22-16,-2 5-122 0,3-3 54 0,2 3 33 15,-1 1 1-15,1 1-75 0,0 2 33 0,0 5 27 16,0 0-134-16,0-2 69 0,0 1 21 0,0 2-18 15,0 0 19-15,0 0 0 16,0 0 9-16,0 0-12 0,0 0 33 0,0 2 1 16,0 1-1-16,0-1-64 0,0-1 33 0,0 2-9 15,0-1 40-15,0-2-121 0,0 2 61 0,0 0 30 16,0 2-322-16,1-1 168 0</inkml:trace>
  <inkml:trace contextRef="#ctx0" brushRef="#br0" timeOffset="72123.93">4434 8424 630 0,'-5'0'0'0,"2"0"0"0,-1-2 0 0,-2 1 0 0,5 1 0 0,-2 0 361 0,1 0-164 0,0 0-83 15,2 0-40-15,0 5 121 0,0 11-73 0,0 6-49 16,0 2 104-16,0 7-73 16,2 1-35-16,0-1 43 0,2 3-32 0,2-2-7 15,1 0-41-15,1-4 40 0,0-2-39 0,-1-7 0 16,2-2 8-16,0-2-46 0,1-4-1 0,-4-7 39 16,2 0 0-16,-2-4-83 0,2 0 49 0,0-2-111 15,-1-13 70-15,1-8 22 0,-2 1 20 16,-1-2-147-16,-1 1 75 0,-2-7 24 15,1 4 23-15,-2-1-43 0,0 7 27 0,-1-3-5 16,0 2 9-16,0 6 3 0,0 8 7 0,0 0-15 16,0 5 13-16,3 0 136 0,-3 2-71 0,1 5 98 15,-1 18-73-15,2 1-30 0,0 1 0 0,-1 1 59 16,6-2-41-16,0 6-11 0,0-3 1 0,3-11 3 0,2 3-2 16,-2-4 6-16,3-4 7 0,2-3 7 0,-4-4-52 15,3-4 11-15,-2 0-61 0,1-2 34 0,-1-14 7 16,-1-4 21-16,-1-2-38 15,1-3 16-15,-7 1 1 0,0-2 2 0,-2 1-12 0,-1-5-4 16,-1 2 15-16,0 0 8 0,0-1-79 16,-3 4 34-16,-5 0-111 0,0 6 71 0,-1-2 31 15,2 9 0-15,4 3-322 0,-1 0 157 16,3 7 93-16,1 1-379 0,0 1 233 0</inkml:trace>
  <inkml:trace contextRef="#ctx0" brushRef="#br0" timeOffset="72473.03">4966 8364 1449 0,'0'0'0'0,"0"0"0"0,-2 2 0 0,-1-2 0 0,1 0 0 0,2 0 0 0,-2 0 0 0,2 0 256 0,0 2-103 0,0 2-65 0,0 3 98 15,2 1-77-15,5 1-38 0,3 2 0 0,2 3 1 16,-4-1-9-16,2 2-30 0,-2 0-1 0,-1 0-53 15,0 0 27-15,2 1 8 0,-4-2-159 0,-2 1 89 16,3 0 44-16,-2-2-361 16,-3 1 160-16,4-3 112 0,-4 1-4 0,4-2-426 15,-2-3 249-15</inkml:trace>
  <inkml:trace contextRef="#ctx0" brushRef="#br0" timeOffset="72734.78">5254 8135 1652 0,'-2'-3'0'0,"-2"-2"0"0,3 4 0 0,-4 1 0 0,0 0 0 0,2 7 0 0,-5 10 0 0,3 8 0 0,-6 7 405 0,1 7-178 0,-5 14-101 0,-2 11-47 16,-3-1 194-16,2 7-121 0,-5 6-59 16,-1 6-22-16,-6 15 129 0,0-2-83 0,-4 3-42 15,2-2-7-15,-2-4 1 0,6-14-28 0,-6 15-46 16,12-24-1-16,-1 1 39 0,9-15-1 15,0-5-178-15,4-10 97 0,4-6 37 16,1-10 23-16,0-6-313 0,3-6 157 0,1-6 38 16,1-5-310-16,0-1 197 0,0-1 93 0,0-17-431 15,0-3 263-15,3-2 130 0,8-6 59 0,2 2-214 16</inkml:trace>
  <inkml:trace contextRef="#ctx0" brushRef="#br0" timeOffset="73158.69">5142 8892 780 0,'1'-7'0'0,"-1"3"0"0,0 0 0 0,0 2 0 0,0-1 0 0,0 3 450 16,0 0-208-16,0 0-105 0,2 16-52 0,0 6 161 16,1 0-98-16,2 7-62 0,0 2 95 0,-1-4-74 15,1 4-37-15,1-9-5 0,-1 1-8 0,1-3-24 16,2-1 0-16,-2-6-30 0,1-5 1 0,-4 0 37 15,3-7-9-15,2-1-102 16,-2 0 51-16,3-1 26 0,0-19 0 0,-1 2-89 16,1-8 50-16,-2-2-199 0,1-3 116 0,0 1 40 15,0 1 33-15,-3-4-67 0,1 7 46 0,-3 6 1 16,1 0 0-16,-2 10 26 0,0 2 3 0,1 5-8 16,-2 0 69-16,-1 3 37 0,0 6-49 0,0 15 162 15,0 4-98-15,0-3-47 0,1 6-8 0,5-3 141 16,-1-5-66-16,3 2-44 0,4-2 3 15,-2-6 77-15,2-3-55 0,1-3-23 0,-1-3-1 16,-3-3-43-16,2 0 18 0,-1-2 9 16,-1 0-8-16,-2-9-61 0,-1-6 30 0,-1-3-110 15,1-8 68-15,-3 4 44 0,-2-6-6 0,-1 0-179 16,0-2 84-16,0-2 52 0,0 2 4 0,-1 5-317 16,-5-1 155-16,0 4 85 0,2 4 43 0,0 7-137 15,2 0 90-15,-1 5 36 0,3 5 31 0</inkml:trace>
  <inkml:trace contextRef="#ctx0" brushRef="#br0" timeOffset="74351.34">5537 8276 651 0,'0'-4'0'0,"0"1"0"0,0 1 0 0,0 0 0 0,0 0 0 0,0 1 0 0,0-2 0 0,0 3 0 0,0 0 220 0,0 0-94 16,0 0 64-16,0 0-78 15,0 0-32-15,0 10-8 0,-5 4-4 0,-3 5 0 0,-3 4-35 16,-2 1 0-16,-2 2 29 0,0 3-8 15,-4-3-21-15,2 1 0 0,-2-3-1 0,0-1 0 16,6-5 9-16,-6 2-8 0,5-6 42 0,0 1-22 16,4-4 43-16,-2 0-32 0,2-5 8 0,3 2-39 15,1-5 55-15,1 1-28 16,-1 0 1-16,4-4-29 0,1 2 32 0,-2-2-31 16,3 0 0-16,0 0 0 0,0 0-26 0,0 0 25 15,0 0-98-15,0 2 46 0,3 1 26 0,6-1 0 16,2 2-25-16,6 0 23 0,3-2-6 0,0 0 4 15,2 1-65-15,0-1 30 0,1 0 20 0,1 0-19 16,-5-2-6-16,2 2 9 0,-2-2-1 0,-3 0 4 16,1 0-24-16,-7 0 12 0,-1 0 2 0,-1 0 16 15,0 0 24-15,-5-2-23 0,2-4 118 0,-5-3-59 16,0-3-25-16,0-1 1 0,0 0 195 0,0-3-97 16,0-3-53-16,-5-2-7 0,-1 1 62 15,-3-7-26-15,4 4-31 0,-3-1 1 16,3 3-1-16,-3-1-18 0,0 1-8 0,-1 3-59 15,2 1 30-15,1 3 0 0,-2 2-215 16,5 4 123-16,-2 0 54 0,2 4 11 0,3 3-476 16,0-2 219-16,0 3 128 0,0 0 32 0,3 0-492 15,9 8 289-15,-1 2 145 0</inkml:trace>
  <inkml:trace contextRef="#ctx0" brushRef="#br0" timeOffset="74783.2">5686 8300 1341 0,'2'0'0'0,"1"0"0"0,-2 0 0 0,-1 4 0 0,0 4 0 0,0 4 0 0,0 1 0 0,0 3 0 0,0 3 241 0,1 2-108 15,2 5-50-15,0 0 215 0,-1 0-133 0,1 2-66 16,2-5-24-16,-2 7 76 0,3-11-59 0,-1 2-30 16,1-6 1-16,-1-2-45 0,1-4 23 0,0-1-45 15,1-5-1-15,-2-1 38 0,0-2 0 0,2 0-129 16,1-3 73-16,-1-14 23 15,1-1 1-15,1-4-175 0,-3-2 73 0,2 4 27 16,-1-11 38-16,-2 5-184 0,4-1 98 0,-4 1 26 16,-1 5 31-16,0 1-4 0,-1 5 36 0,-1 3 0 15,1 5 1-15,-3 1 52 0,0 5-26 0,0-2 203 16,0 3-110-16,0 8-48 0,0 15-33 0,0 1 230 16,0 2-117-16,0 4-27 0,5 1-41 0,0 1 139 15,5-3-78-15,0-4-40 0,1-1 0 16,2-7-4-16,-1 0-35 0,4-6 0 15,-4-3-22-15,5-4 0 0,-4-4 22 0,5 0-51 16,-6-4 22-16,2-11 0 0,-1-8 28 0,-2 1-55 16,-3-5 28-16,-4 8 2 0,0-12-7 0,-3 2-42 15,1 0 28-15,-2-3 1 0,0 0 0 0,0-3-81 16,0 5 47-16,0 1 18 0,-3 6-136 0,-2 1 72 16,-2 5 39-16,1 5-91 0,0 3 64 0,3 4 14 15,-1 1 0-15,1 2-340 0,1 2 187 0</inkml:trace>
  <inkml:trace contextRef="#ctx0" brushRef="#br0" timeOffset="75947.55">6290 8200 722 0,'-10'-5'0'0,"0"3"0"0,3 2 0 0,2 0 0 0,2 0 0 0,1 0 0 0,0 0 282 0,2 0-125 15,0 0-54-15,4 0-39 0,11 0 26 0,8 2-28 16,-3 0-1-16,5 1-28 0,-5-2 164 0,4 1-87 16,-1-1-19-16,0-1-29 0,-3 0-1 15,1 0-28-15,0 0-2 0,-2 0 2 0,-3 0-1 16,-3 0 1-16,-3 0-36 15,0 0 0-15,-5 0 44 0,-2 0-8 0,-1 0-36 16,1 0 0-16,-3 12 21 0,0 3 45 0,-13 5-45 16,-5 12 6-16,-2 6-41 0,-3 4 40 0,0 2-4 15,-4 3 3-15,0 2-113 0,3-4 51 0,3-1 25 16,4-11-1-16,2-1-42 0,2-4 31 0,5-9-10 16,3-1 40-16,1-6 27 15,4-2-32-15,0-5-15 0,0 0 53 0,0-2-15 0,0-2-27 16,2-1-8-16,3 0 151 0,3 0-57 15,4 0-37-15,-2 0 163 0,2-1-93 0,-1-7-25 16,2 3-28-16,1-2 28 0,-2 1-28 0,-1 0 9 16,0 1-36-16,-1-1-33 0,-1 0 33 0,-1 4 0 15,-5-1-61-15,2 0 39 0,-3 2-8 0,1 1 30 16,-3 0-66-16,2 0 31 0,-2 0 0 0,0 0-105 16,0 0 59-16,0 0 12 0,0 0 22 0,0 0-7 15,0 0 20-15,0 0-20 0,0 0 16 0,0 0 107 16,0 0-51-16,0 0-26 15,0 0 32-15,0 0-19 0,0 0-3 0,0 0-30 16,0 0 7-16,0 0 24 0,0 0-15 0,0 0-74 16,0 0 35-16,0 0 4 0,0 0 31 0,0 0-71 15,0 0 34-15,0 0 2 0,0 0 0 0,0 0-20 16,3 0 36-16,-2 0-17 0,4 0 8 0,-2 0 0 16,1-2 4-16,1 2-1 0,1-2 1 0,0 0 1 15,1 2-3-15,1-1-26 0,-1 1 28 0,0-3 3 16,0 1-2-16,-2 2-74 15,1-2 33-15,1 0-4 0,-2 1 39 0,-1 1-440 16,2-2 210-16,-2 2 104 0,0 0 45 0</inkml:trace>
  <inkml:trace contextRef="#ctx0" brushRef="#br0" timeOffset="77075.89">6296 8343 715 0,'-9'-6'0'0,"2"1"0"0,1 4 0 0,1-1 0 0,0 2 0 0,1 0 0 0,2 0 0 0,2 0 309 15,0 3-139-15,0 7-68 0,0 1-35 0,6 0 177 16,7 2-98-16,0 0-60 0,4-1 95 0,1 0-73 16,2-4-38-16,5 2-9 0,-4-3 9 0,5-1-37 15,-2 0 0-15,-3-3-45 0,2 1 23 16,-3 0-1-16,-1-2 31 0,-1-2-205 15,-2 2 98-15,-6 1 49 0,2-3 26 0,-3 1-449 16,-3 0 175-16,0 0 124 0,-3 4-417 0</inkml:trace>
  <inkml:trace contextRef="#ctx0" brushRef="#br0" timeOffset="77657.56">6580 8753 832 0,'-2'-6'0'0,"-2"4"0"16,4 2 0-16,-2 0 0 0,2 0 0 0,0 2 0 0,0 11 0 0,0 5 187 0,0 0-77 0,0 1 133 0,2 2-110 0,4 0-50 15,0-3-25-15,-1-1 36 0,2 1-31 0,-1-8 9 16,2 3-39-16,-2-4-38 15,1-5-1-15,1-2 39 0,-1-2 0 0,1 0-31 16,-1 0-8-16,2-9 39 0,1-6-145 0,-3-5 72 16,2 3 27-16,-3-6-228 0,2 2 121 0,-2-1 34 15,-3-1 39-15,1 3-79 0,-1-1 42 0,-1 4 17 16,1 6 1-16,-2 0 99 0,-1 5-33 0,0 2-1 16,0 2-40-16,0 2 95 15,0 0-44-15,0 19-21 0,0 3 221 0,0 3-94 16,0-3-63-16,0 8 178 0,0-9-106 0,2 2-25 15,6-3-36-15,1-4 34 0,2-2-24 0,2-6-9 16,0-2-32-16,-1-5-35 0,3-1 1 0,-1 0 34 16,-3-1 8-16,-1-14-74 0,1-2 33 0,-4-2 0 15,0-1-6-15,-5-3 9 0,1 2 6 0,-2-2-182 16,-1 3 91-16,0 0 28 0,0 3 30 0,0 1-274 16,-4 3 133-16,0 0 54 15,1 3 42-15,1 1-256 0,2 2 146 0,0-1 73 0,0 1 29 0</inkml:trace>
  <inkml:trace contextRef="#ctx0" brushRef="#br0" timeOffset="78068.07">6982 8251 852 0,'0'-9'0'0,"0"2"0"0,0 1 0 0,-2 2 0 0,2 0 0 0,-2 3 0 0,2-1 0 0,0 2 350 16,0 0-150-16,-1 0-88 0,-2 13-40 0,0 6 62 15,-5 5-51-15,1 4-24 0,-2 4 7 0,-2 0-75 16,-2 2 21-16,-1-4-50 0,1 0 36 0,-1-3 0 16,1-10 43-16,0 3-23 0,1-5 15 0,0-2-1 15,0-5 1-15,5-3 62 0,-1-1-24 0,3-2-33 16,1-1-10-16,2-1 132 0,2 0-63 0,-1 0-24 16,1 0-8-16,1 0 6 0,10 0-1 15,10 0-37-15,-1-3-43 0,1 1 30 16,8-2-9-16,-2 1-18 0,-3 1 1 0,-3 2 38 15,2 0 1-15,1 0-117 0,-5 0 35 0,-2 0 37 16,-2 0-13-16,-3 0-112 0,0 0 71 0,-4 0 7 16,-4 0-21-16,0-2 25 0,-2 0 25 0,-2-4 190 15,0 0-86-15,0-7-46 0,-4 1 0 0,-6-4 101 16,-1-3-58-16,0-1-33 0,-1-4-1 0,0-3 22 16,-2-1-13-16,3 2-24 0,3-2 30 0,-3 3-164 15,5 4 79-15,-3 1 37 16,2 3-249-16,3 4 127 0,3 4 51 0,-2 1-374 15,3 4 195-15,0 2 98 0,3 2 62 0,5 0-405 16,5 11 229-16,1 3 114 0</inkml:trace>
  <inkml:trace contextRef="#ctx0" brushRef="#br0" timeOffset="78427.12">7214 8242 536 0,'-1'0'0'0,"-3"2"0"0,0 5 0 0,0 4 0 0,-1-1 0 0,3 3 0 0,1 2 427 0,1 3-197 16,0 1 70-16,0-2-133 0,0 4-59 0,0 0-42 16,1-2 7-16,3-2 1 0,2 0-42 0,1-4 1 15,0-3-57-15,1 0 24 16,0-4 0-16,-1-2 33 0,0-2-40 0,0-2 1 16,0 0 46-16,0-6-113 0,0-10 53 15,2 1 1-15,0-10 22 0,-4 7-108 0,2-6 56 16,-1-3 5-16,0 7-54 0,0-2 36 0,-1 1 25 15,2 4-20-15,-5 8 74 0,1 0-5 0,-2 3-29 16,1 4-6-16,1 1 83 0,-2 1-40 0,-1 3 4 16,0 14 121-16,0 7-73 0,0 3-28 0,0-1-21 15,0-4 208-15,0 3-107 0,0-3-29 0,2-1 47 16,4-4-55-16,1-5-27 0,2-3 8 0,5-2-43 16,-1-7 8-16,2 0 0 15,0 0-1-15,4-16-59 0,2-7 39 0,0-9-10 16,-1-2 31-16,-2-3-121 0,3-3 60 0,-4 3-583 15,-2 3 277-15,2-4 127 0</inkml:trace>
  <inkml:trace contextRef="#ctx0" brushRef="#br0" timeOffset="81938.03">8418 6901 269 0,'0'0'0'0,"0"0"0"0,-2 0 0 0,2 0 0 0,-1 0 0 0,0 0 0 0,1 0 0 0,-3 0 58 0,3 0-30 0,0 0 0 15,0 0 7-15,0 0-15 0,0 0 7 0,0 0 0 16,0 0 60-16,0 0-27 0,0 0 8 0,0 0 29 15,0 0-32-15,0 0-1 0,0 0-31 0,0 0 172 16,0-2-78-16,0 2-52 0,3 0-20 0,1 0 173 16,6 0-97-16,-2 0-49 0,-1 0-17 0,5 0 185 15,1 0-109-15,-1 4-55 0,4 0 117 0,-1 0-85 16,2-1-34-16,-1 1-14 16,0-2-37-16,0 2 0 0,-1-1 0 0,0-1-96 15,-1 1 56-15,-2 0 16 0,0-2 0 0,1 4-258 16,-4-3 141-16,1 0 70 0,-2-2-545 0,-3 2 283 15,2-1 112-15,-2 3-313 0,-1 0 235 0,-3 1 116 0</inkml:trace>
  <inkml:trace contextRef="#ctx0" brushRef="#br0" timeOffset="82200.85">8466 7232 1811 0,'-11'7'0'0,"3"3"0"0,0-2 0 0,1-3 0 0,3-2 0 0,1 2 0 0,0-4 0 0,3 3 0 0,0 2 0 0,6-2 357 0,3-1-162 0,9 3-81 16,4-2 302-16,-1-1-183 0,7 2-105 0,0-4 76 15,0 0-86-15,-1 2-42 0,0-1-22 0,-2-1-63 16,5-1 17-16,-4 3-1 16,-5-3 26-16,-3 0-73 0,0 0 37 0,-6 0 8 15,0 0-129-15,-8 0 79 0,0 0 38 0,-3 0-130 16,1 0 47-16,-2 0 49 0,0 0-25 0,0 0-30 15,-9-4 22-15,1-1 24 0,0 3-5 0,0-3-452 16,0 2 241-16,3 1 116 0,2 0 59 0</inkml:trace>
  <inkml:trace contextRef="#ctx0" brushRef="#br0" timeOffset="85777.88">8949 6604 887 0,'-7'0'0'0,"5"0"0"0,1 0 0 0,1 0 0 0,0 0 0 0,-1 0 0 0,1 0 0 0,0 0 0 0,0 0 64 0,0 0 1 0,0 0 48 0,0 0-44 16,0 3 0-16,0 7-37 0,1 2 114 0,0 4-57 16,5 0-20-16,0 7-8 0,2 1 91 0,-3 4-60 15,1 4-29-15,-3 0-1 0,4 6 66 0,-4 5-53 16,1 0-20-16,-2 5 19 0,1 4-20 15,-1 0-1-15,2 1-32 0,-2 0 12 0,-1-5 0 16,3 0 0-16,-1-12-66 0,-1 2 32 0,0-2 9 16,-1-6 25-16,-1-8-68 0,0 2 33 15,0-6 1-15,0-5-1 0,0-4-74 16,0-5 43-16,0 0 8 0,0-4-123 0,0 0 64 16,0 0 38-16,0 0-107 0,0-10 68 0,0-7 21 15,0-4 22-15,2-5-494 0,5 0 243 0</inkml:trace>
  <inkml:trace contextRef="#ctx0" brushRef="#br0" timeOffset="86302.38">9087 6883 1621 0,'0'0'0'0,"0"0"0"0,0 0 0 0,0 0 0 0,0 0 0 0,0 0 0 0,0 0 0 0,5 0 310 16,8 0-138-16,3-2-70 0,1-4-34 0,3 1 74 15,1-3-47-15,0 2-35 0,1 1 0 0,-1-1-13 16,6 0-14-16,-8 2 0 0,1 1 8 0,1-1-73 16,-2 2 33-16,-1 0 0 0,-1 1-141 15,-1-1 86-15,-5 2 52 0,0 0-222 16,-2 0 95-16,-2 0 67 0,0 0-5 0,-4 0-69 16,-1 0 17-16,0 0 47 0,-2 0 14 0,0 0-94 15,0 0 60-15,0 0 29 0,-7 0-8 0,-5 2 65 16,1 3 0-16,-3 1-27 0,3-1 29 0,-2-1 0 15,3 0-37-15,-1 0 206 0,2-2-99 0,-1-1-49 16,3 1-5-16,0-2 276 16,1 0-125-16,1 0-79 0,0 0-6 0,3 0 86 15,-1 3-57-15,1-3-37 0,-2 1 116 0,1 4-81 16,1 3-37-16,-2 2 78 0,1 3-57 0,3 4-28 16,-4-1 9-16,4 3 71 0,0 1-54 0,0 2-27 15,0-2 0-15,2 3 29 0,3-3-20 0,4 5-9 16,-2-1-27-16,2 1-1 0,0-3 1 0,-4 1 8 15,3 0-18-15,0-1 10 0,-3 0 143 0,1-1-176 16,-3 0 0-16,1-3 0 0,-2 0 0 0,0-2 0 16,-2-2 0-16,0-1 0 15,0-1 0-15,0 0 0 0,-9-1 0 0,-1 1 0 16,-7-1 0-16,1-2-232 0,-7 2 192 0,4-5 25 16,-9 2-279-16,1-3 139 0,0-3 51 0,-1-2-277 15,-1 0 174-15,8 0 79 0,-1 0 52 0,3-2-336 16,4-3 190-16,8-7 95 0,3-3 46 0,4-7-434 15,2-9 245-15</inkml:trace>
  <inkml:trace contextRef="#ctx0" brushRef="#br0" timeOffset="86755.4">9567 6607 1224 0,'-7'-8'0'0,"5"5"0"0,-1 0 0 0,2 0 0 0,-2-1 0 0,3 2 0 0,0 1 0 0,0 1 357 0,0 0-167 0,0 0-78 16,0 0-40-16,0 0-3 15,0 0 0-15,3 0-28 0,1 0-8 0,0 0 53 16,1 0-27-16,-2 1 1 0,-1 1 18 0,2 2-15 16,-2-1-7-16,-1 3 75 0,1-2-48 0,-2 0-26 15,0 1 1-15,0 1 75 0,0 1-54 0,0 3-23 16,0 0 0-16,0 1 42 0,0 3-33 0,0 2 9 15,0 2-41-15,0 7 34 0,0 2 0 0,-2 2-35 16,-1 3 19-16,-1 2-10 0,2 3-8 16,-1 2 16-16,1-1-16 0,-1 6-1 15,1-7 166-15,0 8-198 0,1-2 0 0,-1 0 0 16,1 1 0-16,-2-1 0 0,1-6 0 0,-1 10 0 16,1-5 0-16,0-1 0 0,1-7 0 0,1 2 0 15,-3-3 0-15,3-3 0 0,0-6 0 0,0-3 0 16,0-4 0-16,0-5 0 0,0-3 0 0,0-3 0 15,0-5 0-15,0 1 0 0,0-2 0 0,0 0 0 16,0 0 0-16,0 0 0 0,0 0 0 0,0 0 0 16,0 0 0-16,0 0 0 15,0 0 0-15,0 0-177 0,-3-2 172 0,-2 1-280 16,3-3 133-16,0 0 57 0,1 0 32 0,1 2-700 16,0-1 365-16</inkml:trace>
  <inkml:trace contextRef="#ctx0" brushRef="#br0" timeOffset="88365.32">10061 6885 588 0,'0'-8'0'0,"0"3"0"0,0 1 0 0,0-2 0 0,0 3 0 0,1-3 0 0,1 2 0 0,0 0 144 15,0 2-56-15,0-2 113 0,-2 3-84 0,1-3-34 16,-1 2-29-16,0 1 89 0,0-2-55 0,0 1-28 15,0 0 1-15,0 2 46 0,0 0-41 0,0 0 0 16,0-1-33-16,0 1-18 0,0 0 18 0,0 0 8 16,0 0-8-16,0 9-30 15,-3 4 0-15,-4 4 71 0,-3 6-41 0,0-2 8 16,-2 7-9-16,-2 1-24 0,-1 1 25 0,-2 4 0 16,-4 4 0-16,5-7-63 0,-3 4 22 0,0-2 1 15,0 1 25-15,1-4-21 0,1-1-3 0,1-7 34 16,0 2-39-16,5-7 29 0,-3-2-8 0,3-3 6 15,4-5 58-15,-3-1-25 0,3-3-11 0,1-1 67 16,-1-2-40-16,2 0-21 16,2 0 12-16,1 0 50 0,0 0-40 0,2 0 1 15,0 0-34-15,0 0 36 0,0 0-36 0,0-2 8 16,4 0-9-16,9 1-56 0,2-3 28 0,4 0 0 16,-1 3 68-16,7-2-31 0,3 0-9 0,-1 1-54 15,1 2 27-15,0 0 0 0,0 0 15 0,-3 0-84 16,5 0 34-16,-4 4 25 0,-6 0-19 0,1-1-74 15,-2 3 47-15,-6-5 29 0,0 3-13 0,-4-2-4 16,-1-1 7-16,-4-1-13 0,0 0 22 0,-2 0 5 16,-1 0-16-16,-1-1 235 15,0-9-105-15,0-2-52 0,0-5-23 0,0-3 107 16,-3-3-53-16,-1 0-32 0,0-1 3 0,1-5 8 16,-2-1-6-16,0-2-19 0,1-3-24 0,0-1-1 15,-1-2 29-15,0 4-125 0,1 7 68 0,-3-7 22 16,2 7-12-16,-2 7-57 0,1-1 31 0,-1 5 25 15,1 2-11-15,0 3-113 0,1 1 64 0,1 3 32 16,0 3 1-16,1 2-205 0,3 1 92 0,0-2 66 16,0 3 28-16,0 0-175 15,0 4 102-15,0 6 51 0,5 1-475 0,4 0 267 16,2 2 130-16</inkml:trace>
  <inkml:trace contextRef="#ctx0" brushRef="#br0" timeOffset="88755.53">10276 6907 963 0,'0'0'0'0,"0"0"0"0,0 0 0 0,0 0 0 0,0 0 0 0,0 0 0 0,0 7 0 0,0 8 388 0,0 4-178 0,0 8-89 16,0 1-35-16,0 4 89 0,0 1-71 0,0 5 111 15,0-3-92-15,2 1-45 0,2 0-14 0,3-2-3 16,2-6 0-16,3-2-28 0,-1-9-1 0,5 0-52 15,-2-4 35-15,2-5-9 0,-2-4 27 16,4-4-96-16,-4 0 48 0,2-3 23 16,-2-9-90-16,4-11 31 0,-6-1 35 0,2-3-55 15,-3 1 38-15,-2-4 0 0,-2 0-1 0,2-2-56 16,-4-1 39-16,-1-3 7 0,-1 0-1 0,1 0-37 16,0 1 22-16,-3 5-5 0,4 5 38 0,-3 2 46 15,0 10-24-15,0 2 209 0,-2 6-109 0,0 0-52 16,0 4-29-16,0 1 111 0,0 4-64 0,0 13-15 15,0 7-22-15,0 2 179 16,0 6-89-16,0 8-16 0,0 1-37 0,0-4 3 16,0 12-8-16,0-8-23 0,1-5 0 0,1 2-198 15,5-1 100-15,3-3 56 0,1-3-481 0,2-5 246 16,4-1 89-16,0-7-245 0,0-3 184 0,1-4 83 16,2-3 54-16</inkml:trace>
  <inkml:trace contextRef="#ctx0" brushRef="#br0" timeOffset="89245.43">10932 6951 1603 0,'0'-8'0'0,"2"6"0"0,-1-3 0 0,-1 4 0 0,0 0 0 0,0 1 0 0,0 0 0 0,0 2 153 0,0 13-61 0,-1 2 158 15,-3 8-109-15,-1-2-46 0,-1 5-35 0,-2 2-2 16,1-2 0-16,-3 1-25 0,2-3 0 0,-3-6-31 15,0 3-8-15,-1-2 38 0,0-3 1 0,-4 0-28 16,3-5 0-16,1-4 36 0,-2-2-3 0,5-2-5 16,-2 0 0-16,1-3 76 15,3-2-37-15,1 0 7 0,3 0-55 0,1 0 54 16,0 0-22-16,2 0 0 0,0 0-23 0,0 0 33 16,0 0-8-16,2 0-25 0,7 0-110 0,5 0 54 15,4 0 28-15,1 0 9 0,5 0-44 0,2 0 31 16,-1 0 3-16,-1 0-130 0,-4 1 60 0,5 1 41 15,-2 3-4-15,-1-3-67 0,-2 3 34 0,0-4 26 16,-3 3-7-16,-1-2 18 16,-5 0-6-16,1 0 11 0,-3 0-5 0,-1-2 50 15,-4 0-9-15,0 0-36 0,-2 0 61 0,-2 0-28 16,0-6 4-16,0-6 103 0,-2 0-56 0,-6-3-32 16,-3-1-2-16,-2-4 3 0,-3-1 12 0,2-3-33 15,-2-1 19-15,-2-1-66 0,1-2 10 0,-2 2 41 16,2-1 10-16,0 5-190 0,2 3 79 0,0 2-69 15,2 3 64-15,6 4 39 0,-3 2 0 0,4 1-50 16,3 3 16-16,1 2 30 0,0 0-1 0,2 0-198 16,0 2 110-16,2 0 56 15,7 0 20-15,5 4-339 0,0 3 187 0,2 4 93 16,-2-3 48-16</inkml:trace>
  <inkml:trace contextRef="#ctx0" brushRef="#br0" timeOffset="90015.38">11171 6986 1444 0,'0'-11'0'0,"0"3"0"0,0 1 0 0,-4-2 0 0,2 1 0 0,-2 0 0 0,2 5 0 0,2-1 0 0,-2 3 142 15,2-2-47-15,0 1 115 0,0 2-88 0,0 0-45 16,0 0-22-16,0 0 37 0,2 0-22 0,0 0-7 15,-1 2-31-15,2 1 68 0,-1-2-34 0,-2 0 0 16,0-1-25-16,0 0 58 16,0 3-32-16,0-3-1 0,0 0-33 0,0 0 79 15,0 0-32-15,0 0-7 0,0 0-11 0,0 0-30 16,0 0 1-16,0 0-27 0,0 0-9 0,0 0 36 16,0 0 0-16,0 0-69 0,0 0 35 0,0 0 8 15,0 0 26-15,0 0-81 0,0 0 38 0,0 0 2 16,0 0 0-16,0 0 52 0,0 0-4 0,0 0 2 15,0 0-29-15,0 0-7 16,0 0 6-16,0 0 37 0,0 0-3 0,0 0-19 16,0 0-9-16,0 0-25 0,0 0 1 0,0 0 40 15,0 0-12-15,0 0-49 0,0 0 22 0,0 0-2 16,0 0 25-16,0 0-47 0,0 0 18 0,0 0-17 16,0 0 0-16,0 0 28 0,0 0 5 0,0 0-17 15,0 0 14-15,0 0-6 0,0 0 5 0,0 0-5 16,0 0 4-16,0 0 0 0,0 0 0 0,0 0 1 15,0 0-1-15,0 0 0 0,0 0 0 0,0 0 6 16,0 0-6-16,0 0 0 16,0 0 18-16,0 0-17 0,0 0 0 0,0 0 18 15,0 0-17-15,0 0 1 0,0 0-1 0,0 0 25 16,0 0 1-16,0 0-20 0,0 0-4 0,0 0 35 16,0 0 0-16,0 0-27 0,0 0-3 0,0 0 26 15,0 0-2-15,0 0-15 0,0 0-34 0,2 2 32 16,0 3-2-16,1 1 221 0,3 3-235 0,-3 2 0 15,3 2 0-15,-1 5 0 0,3 6 0 0,0 2 0 16,-1 6 0-16,3 10 0 16,-3-3 0-16,2 2 0 0,1 0 0 0,-2-4 0 15,1 2 0-15,0-2 0 0,1-5 0 0,-1-2 0 16,-3-10 0-16,1 1 0 0,1-6 0 0,-2-5 0 16,-3-6 0-16,-1 1 0 0,0-5 0 0,2 0 0 15,1-2 0-15,-1-15 0 0,4-5 0 0,-3-3 0 16,3-5 0-16,-1-4 0 0,3-10 0 0,-1-2 0 15,2-4 0-15,1-10 0 0,1 7 0 16,2-15-437-16,-2 16 260 0,0-2 77 16,-2 5 31-16,-3 13-111 0,-3 5 65 0,-1 3 45 15,-2 6 1-15,-1 7-93 0,-1 5 64 0,0 5 33 16,0 1-140-16,0 4 90 0,-1 0 41 0,-5 7 21 16,3 9-356-16,-1-2 188 0,4 4 86 0,0-1-438 0</inkml:trace>
  <inkml:trace contextRef="#ctx0" brushRef="#br0" timeOffset="90515.03">11736 6894 1219 0,'0'0'0'0,"0"0"0"0,-2 0 0 0,2 0 0 0,-2 0 0 0,0 0 0 0,2 0 0 0,-3 3 322 16,1 7-137-16,-2 3-80 0,-1 6-36 0,0 3 45 16,-4 5-41-16,0 3-7 0,-3 3 8 0,-1 0-41 15,-4 8 0-15,0-2-57 0,0-1 29 0,3-6 0 16,-4 4 36-16,0-7-48 0,1 0 40 0,4-9 0 16,-3-1 0-16,6-4 102 0,-1-6-42 0,4-1-35 15,4-4 1-15,-1 0 96 0,2-4-62 0,2 0-29 16,0 0 7-16,0 0 13 0,0 0-26 0,2 0 0 15,11 0-50-15,2 0 7 0,3 0 18 0,1 0-34 16,4 0 34-16,0 0 0 16,4 0 0-16,-4 0-112 0,9 3 52 0,-5 3 30 15,-1 2 0-15,-1-1-105 0,-5 0 47 0,2 1 16 16,-1-2-25-16,-4-1 15 0,-2 2 23 0,-6-6-14 16,0-1-13-16,-2 0 19 0,-3 0 17 0,-3 0 113 15,-1-1-55-15,0-13-28 0,0-1 1 0,-9-4 208 16,-3-4-109-16,1-2-39 0,-2 0-32 0,0-7 56 15,-3-8-36-15,4 4 5 16,-1-14-96-16,1 3 32 0,1 0-1 0,2 2-228 16,1 9 124-16,1-3 62 0,1 7 28 0,1 7-170 15,1 5 88-15,-1 3 12 0,4 5 33 0,-1 6-143 16,0 1 84-16,2 4 37 0,0 1 0 0,0 0-284 16,2 9 160-16,6 8 74 0,5 3-496 0,-1 1 293 0</inkml:trace>
  <inkml:trace contextRef="#ctx0" brushRef="#br0" timeOffset="91065.29">12003 7004 1059 0,'-2'0'0'0,"0"0"0"0,2 0 0 0,-2 0 0 0,2 5 0 0,0 6 0 0,0 5 0 0,0 6 440 0,7 2-204 0,4 6-93 16,3-1 164-16,1 5-137 0,2 0-68 0,-1 0 21 15,0-2-45-15,-2 0-14 16,0-3-9-16,-3-4-47 0,-4-5 1 0,2-4 24 16,-2-5 0-16,-4-3-55 0,1-2 23 0,-2-6 0 15,0 0 32-15,0-10-93 16,1-11 54-16,1-7 16 0,-1-2-90 0,0-4 31 0,3-7 32 0,-3 0-10 16,3 1-68-16,1-10 37 0,0 8 26 0,2 10-39 15,-2 0 29-15,0 12-12 0,0-1 36 0,0 12 103 16,-2 1-49-16,3 6-28 0,-1 2 1 0,1 10 156 15,-1 15-83-15,-3 4-35 0,0 11 170 0,-1-1-90 16,1-5-53-16,1 3-19 16,2-3-14-16,2-2-8 0,2-5-1 0,-1-9-32 15,3 2-1-15,-1-8 34 0,0-4 8 0,3-5-77 16,-1-3 34-16,-2 0 0 0,4-1 35 0,-2-19-80 16,-2 3 26-16,3-9 17 0,-6 2 31 0,3-6-16 15,-5 1-1-15,0-6 15 0,1 0-12 0,-4-9-3 16,0 3 6-16,-1 2-121 0,1 3 56 0,-2 2 29 15,0 6 3-15,0 0-8 0,-1 4-2 0,1 4 30 16,-2 8-12-16,0 1 12 16,0 5-21-16,0 2 12 0,0 2 62 0,0 1-31 15,0 1-10-15,0 0 0 0,0 0-19 0,0 1 1 16,0 5 11-16,0 0 16 0,2-3 18 0,-2 2-37 16,0-4 32-16,2 1-32 0,-2-2 10 0,0 1-5 15,0-1 1-15,0 0-40 0,0 0 36 0,0 0 1 16,0 0-41-16,0 0 0 0,0 3 31 0,0 0-432 15,0 2 196-15,-4 1 112 16,1 5 41-16,-1 1-760 0</inkml:trace>
  <inkml:trace contextRef="#ctx0" brushRef="#br0" timeOffset="93676.76">2050 7285 328 0,'0'0'0'0,"0"0"0"0,-1 1-164 0,-2-1 82 0,2 0 41 0,1 0 41 0,-2 0 0 0</inkml:trace>
  <inkml:trace contextRef="#ctx0" brushRef="#br0" timeOffset="94423.12">2033 7291 328 0,'0'0'0'0,"0"0"0"0,0 0 0 0,0 0-164 0,0 0 82 0,-1 0 41 0,-1 0 41 0,-3 0 0 0,5 3 0 0,-5-3 11 16,4 2 18-16,-5-2 1 0,6 2-23 0,-2-2 44 16,-1 0-3-16,1 0-36 0,2 0 1 0,-1 0 66 15,1 0-29-15,0 0 4 0,0 0-34 0,0 0 44 16,0 0-12-16,0 0 1 15,0 0-26-15,0 0 62 0,0 0-31 0,0 0-1 16,0 0 14-16,0 0 1 0,0 0-39 0,0 0 78 16,0 0-44-16,0 0 1 0,0 0-35 0,0 0 29 15,0 0 0-15,0 0-21 0,0 0-8 0,0 0 68 16,0 0-34-16,0 0 0 0,0-4-2 0,0-2-24 16,0 1-9-16,0 0-7 0,0-2 7 0,0 0 1 15,0 0 0-15,1 1-16 0,1 0-9 0,1-1 25 16,-1 1 0-16,-2 0-25 15,3 1 24-15,0 1 9 0,-2-2-11 0,1 2-37 16,1-1 11-16,-3-1-1 0,2 0-2 0,1 1 6 16,-1-1 8-16,1 1-17 0,0-1-2 0,2-1 22 15,-2-1-4-15,1 2 33 0,0 0-31 0,-3-1 1 16,4 4-1-16,-3-1 24 0,1 1-23 0,-1-1 5 16,-1 1-3-16,1 1 29 0,1 1-27 0,-1-1-2 15,-2 0 6-15,3 0-32 0,0 0-5 0,1 0-3 16,3-1 32-16,-2-2 1 15,0 2 3-15,1-1 16 0,3 0-22 0,-4 1 1 16,1-1-6-16,1 0 21 0,-1 2-13 0,-3 1-2 16,2-2-2-16,0 2-1 0,-2 1 3 0,0 0 0 15,-1 0 19-15,1 0-18 0,-1 0 5 0,-2 0 33 16,3 0 1-16,0 0-36 0,-2 0 8 0,4 0 20 16,-5 0 1-16,2 0-25 0,3 0 2 0,-2 0-22 15,-2 0 30-15,3 0-9 16,1 0 7-16,-1 0-37 0,-1 0 35 0,0 0-4 15,2 1-30-15,-2 3-7 0,1 0 31 0,-1 0 20 16,2 0-22-16,1 1 2 0,-2-1-1 0,3-1 30 16,-2 2-31-16,3-4 2 0,-1 3-2 0,3-2 8 15,-2 0 1-15,-1-2-6 0,5 0 5 0,-2 2-42 16,-2-2 39-16,4 0-1 0,-4 2 8 0,2-1-29 16,1 1-2-16,-3 1 21 0,-2-2-48 0,1-1 21 15,-1 3-4-15,0-3-2 0,-4 1-1 0,2-1 24 16,0 0-8-16,-1 0 48 0,3 0-43 15,2 0-3-15,2-10 3 0,-2-1 39 16,1-4 0-16,-1 0-36 0,2-1 7 0,-2-2-21 16,1 3 16-16,-1 2-72 0,-3 2 35 0,-2 1 0 15,2 5 38-15,-4-1-55 0,1 4 23 0,1 1-9 16,-3-1 30-16,0 2-27 0,0 0-1 0,0 0 10 16,0 0 10-16,0 0-167 0,0 0 78 0,0 0 32 15,0 0-232-15,0 0 135 0,1 0 64 0,1 0-627 16,0 0 345-16,1 5 172 0,0 3 79 0</inkml:trace>
  <inkml:trace contextRef="#ctx0" brushRef="#br0" timeOffset="96132.25">2043 7674 561 0,'0'1'0'0,"0"-1"0"0,0 0 0 0,0 0 0 0,0 2 0 0,0-2 0 0,-3 0 0 0,3 0 0 0,0 0 97 0,0 0-31 0,0 0 106 16,0 0-70-16,0 0-26 15,0 0-9-15,0 0 4 0,0 0 0 0,0-2-39 16,0-2 1-16,0-3 69 0,0-1-38 0,3-1-1 16,-1 0-30-16,2-1 70 0,-1 1-35 0,-1-1 49 15,1 3-46-15,2 0 0 0,-4 0-39 0,3 0 26 16,-1 1 0-16,0 1-17 0,-1-1-8 0,4 0 16 16,-3 1-16-16,-2-1 0 0,3 2 8 0,-1-1-34 15,0-1 0-15,0 1 26 0,1-1 0 0,2-1-46 16,-2 1 31-16,1-1-23 15,-3-1-9-15,3 1 0 0,-1 1 24 0,0 0-23 16,1 0 31-16,-1 2 0 0,-1-1-11 0,0 2-15 16,1-1 19-16,0 0 2 0,0 0 0 0,2 0 1 15,-4 0-3-15,4 3 2 0,-3-2-1 0,0 2 22 16,2-1 7-16,-2 0 6 0,-1 0-30 0,1 1-1 16,2 1 1-16,-3-2 32 0,2 2 8 0,-1 0-38 15,0 0 5-15,2 0-4 16,-2 0 9-16,1 0-8 0,2 0 20 0,-4 0 20 15,4 0-12-15,-3 0 0 0,2 0-11 0,-1 0 15 16,0 0 15-16,1 0-36 0,-2 0-26 0,0 0 27 16,1 0 0-16,0 0-31 0,-1 0 6 0,2 0 23 15,-2 2-4-15,2-2-29 0,0 1 27 0,-1 3 2 16,1-2-1-16,0 2-5 0,-1-1 0 0,1 2 3 16,2-2 25-16,-1 3-25 0,0-2 4 0,-1 1 7 15,0-1-11-15,-2 2 1 0,3-3 2 0,0 1-38 16,-1 0 6-16,2-2 29 15,-2-1 1-15,-2-1-66 0,2 1 28 0,1-1 1 16,-3 0 29-16,0 0-54 0,2 0 21 0,-2 3 0 16,0-3-6-16,1 0 29 0,0 2-15 0,1-2 38 15,-4 2-6-15,3 0-22 0,-3-2-7 0,4 1 35 16,-3 2 2-16,1-3-25 0,0 0-2 0,-1 0 4 16,3 0 1-16,-1 0-3 0,1 0 11 0,0 0-41 0,1-3 32 15,2-2 1-15,-3-1-27 0,1-1 0 16,-1 0 24-16,3 0-6 0,-3-1-24 0,1 0-6 15,-2 0 31-15,1 0-9 0,0 3-22 16,-2-2-7-16,1 1-3 0,-1 0-2 16,0 2 33-16,-1 2-8 0,-2-3-17 0,3 3 19 15,-1 0 2-15,0 0-6 0,-2 1 9 0,2-1-11 16,1-2 6-16,-3 2-2 0,2-2 1 0,1 3 22 16,-2-4-21-16,1 1 39 0,0 1-37 0,-1 1 1 15,3-1-1-15,-1 0 31 0,-2 2-1 16,1-1-24-16,-2 0-1 0,0 2 38 15,0 0-36-15,0 0 39 0,0 0 0 0,0 0-33 16,0 0-2-16,0 0 40 16,0 0-1-16,0 0-30 0,0 0-5 0,0 0 61 0,0 0-28 0,0 0 7 15,0 0-31-15,0 0 35 0,0 0 138 0,0 0-185 16,0 0 0-16,0 0 0 0,0 0 0 0,0 0 0 16,0 0-168-16,0 0 153 0,0 0 32 0,0 0 149 15,0 0-402-15,0 0 195 0,0 0 23 16,0 0-15-16,0 0 10 0,0 0-18 0,0 0 47 15,0 0-22-15,0 0 6 0,0 0-16 16,0 0 59-16,0 0-24 0,0 0 1 0,0 0-23 16,0 0 69-16,0 0-30 0,0 0 2 0,0 0-18 15,0 0 13-15,0 0 8 0,0 0-27 0,0 2-6 16,0 4 9-16,-3-3 9 0,-2 2-7 0,2 2-50 16,-1-4 24-16,0 3 1 0,2 0 21 15,-3-1-37-15,1-1 1 0,1 1 22 0,-2 1 10 0,2 0-8 16,-1 0 4-16,-2-3 41 15,3 3 0-15,-1-2-41 0,0 1 0 0,1 1 25 16,-2 0 0-16,3 1-17 0,-1-1-3 0,0 1 3 0,0-1 7 16,1 1-6-16,-1-3-79 0,1 2 38 0,1-2-1 15,1-1 39-15,-3-1-54 0,0 0 24 16,3 0-10-16,0-2 31 0,0 0 13 0,-2 0-17 16,2 0-15-16,-3 1 84 0,1-1-35 0,1 0 0 15,-1 0-32-15,0 0 41 16,1 0-33-16,-2 0-5 0,1 0 23 0,0 0-5 15,-1 0 2-15,1 0-39 0,1 0 32 16,-3 0-3-16,-1 0 5 0,3 0-4 0,-1 0-38 0,0 0 1 0,-2 0 30 16,2 0 3-16,-2 0-51 0,0 0 22 0,1-1-9 15,0-3-2-15,1 2 22 0,-3 1 7 0,4-1-35 16,-1-2 33-16,0 2-7 0,-3 0 5 16,4 0 25-16,-3-1-26 0,2 3-2 15,1-1 1-15,-1 1 40 0,-2-1-37 16,2-1-2-16,0 2 19 0,-2-2-14 0,-1 0-1 15,3 0 8-15,0 0-7 0,-2-1 1 0,3 0 0 16,-3 2 2-16,1-2 11 0,1 0-11 0,3 1-1 16,-2 0 24-16,-1 1-24 0,1 1 1 0,2 0 27 15,0 0 1-15,-1-2-26 0,1 2 1 0,0 0 34 16,0 0-30-16,0 0-2 0,-2 0 6 16,2 0-1-16,0 0 0 0,0 0-2 0,-2 0 3 15,2-2-6-15,-1 2 6 0,1 0-3 0,-3 0-7 16,3-2 8-16,-2 2-1 0,2 0-8 15,-2-2 7-15,1 2 1 0,-1 0-3 0,2 0-22 16,-2 0 23-16,1-2 0 0,-3 2 0 0,2-2 0 0,-1 2-58 16,1-1 28-16,-1 1-66 0,1-3 43 0,-1 3 19 15,-2-2-13-15,2 2-52 0,0-2 41 16,-3 1 10-16,1 1 0 0,3-3-279 0,1 3 140 16,1 0-288-16</inkml:trace>
  <inkml:trace contextRef="#ctx0" brushRef="#br0" timeOffset="120167.61">12181 9844 668 0,'0'-7'0'0,"0"1"0"0,-3 3 0 0,0-1 0 0,-1-1 0 0,1 2 0 0,-1-1 0 0,0 0 220 0,1 3-97 0,1-3-45 15,0 2-23-15,2 0 126 0,-2 0-75 0,2 2-28 16,0 0 51-16,0 0-47 0,0 0-25 0,0 0-1 15,0 0 0-15,0 0-15 0,0 0-8 0,0 0 24 16,0 0 0-16,0 0-24 0,2 2-1 0,0 4 63 16,-2 0-35-16,2-1-1 0,-2 1-26 0,0 0 66 15,0-1-33-15,0-1 9 0,0-1-11 0,0 1 0 16,0 0-31-16,0 0-11 0,0 1 19 0,0 1-16 16,0-1 7-16,0 3-20 15,0-2 21-15,0 1 0 0,0 1 8 0,0-2-50 16,0 3 21-16,0-2 1 0,1 5 19 0,-1-1-42 15,2 0 17-15,-2 4-5 0,2 0 8 0,-2 2 6 16,0 0 4-16,2 0-8 0,-2 0-19 0,0 3 25 16,2 7-2-16,-2-2 39 0,2-2 0 0,-2 2-35 0,1-3 10 15,1 8-33-15,-2-5 1 0,2-2 23 16,0-1-1-16,0 3-6 0,-2-5 13 16,1 0-7-16,2 1-15 0,-1-2 14 15,-2 0-5-15,2-2-24 0,-2-2 30 0,2-1-3 0,-2-4 0 16,2 2-25-16,-2-3 17 0,0-3 6 0,1-2 4 15,-1-1-30-15,0-3-2 0,0 1 26 0,0-1-8 16,0 0-38-16,0 0 19 0,0 0-2 16,0-3-6-16,-3-10 26 0,-1-4-6 0,-2 0-228 0,-2-3 101 15,1-7 60-15,-2 4 18 16,1 5-130-16,-3-3 72 0,0 2 38 0,-3 4-9 16,0 3 29-16,-4 2 18 0,2 2 0 0,-5 6 0 15,2 2 50-15,-1 0-33 0,1 0 7 0,-2 10 58 16,2 3-42-16,2 2 1 0,3 2 117 15,0 0-66-15,1 2-37 0,4 0 3 0,3-4 111 16,2 5-53-16,4-1-37 0,0-3 5 0,0 4 17 0,2-2-8 16,6 1 1-16,3 0-3 0,4-2 26 0,0-2-18 15,4-2-8-15,-1-3-62 0,7 3 0 16,0-6 37-16,-1-3-212 0,0 0 105 16,1-4 47-16,3 0 16 0,-7 0-451 0,2 0 211 15,0-4 113-15,-2-6 32 0,0 1-472 0,-3-3 273 16,5-2 136-16,-5-1 68 0</inkml:trace>
  <inkml:trace contextRef="#ctx0" brushRef="#br0" timeOffset="120459.13">12367 10199 2016 0,'-10'-9'0'0,"5"5"0"0,-1-1 0 0,1-3 0 0,-1 2 0 0,2 1 0 0,4-1 0 0,0-3 0 0,0 2 0 0,8 2 243 0,6 2-96 0,6-1-62 15,4 2 78-15,-6 2-65 0,11 0-32 0,-6 0-1 16,-5 7-46-16,6 6 14 0,-8 1 0 0,2 7-60 16,-4-1 30-16,-5 4 0 0,-4-1-59 0,-1 7 40 15,-2-2 24-15,-2-2 1 0,0 3-76 0,-8-5 45 16,-2-4-5-16,-6 0 18 16,1-3-33-16,-4-5 22 0,-1-3-22 0,-1-1 38 15,-1-6-90-15,-1 0 44 0,1-2 16 0,1 0-94 16,0 0 50-16,5-6 30 0,4-1-304 15,3-1 164-15,3 0 78 0,4-6 38 0,2 5-282 0,0-6 161 16,8 5 71-16,9-5 50 0,1 0-272 16</inkml:trace>
  <inkml:trace contextRef="#ctx0" brushRef="#br0" timeOffset="120677.54">12714 10126 464 0,'4'-11'0'0,"0"3"0"0,-3-1 0 0,-1-3 0 0,0 4 0 0,0 1 355 0,-3-1-165 15,-4 5-78-15,-1 1 160 0,-4 1-119 16,5 1-52-16,-7 0 18 0,2 14-44 0,1 7-21 0,-1 4 1 16,3 4 25-16,2 1-16 0,3 2-7 0,2 0-24 15,2-1 47-15,0-1-23 16,2-5 0-16,7-4-16 0,10 6-40 0,-3-8 0 16,5-4 31-16,2 2-191 0,-1-6 96 15,-1-1 55-15,7-3-192 0,-3-3 108 0,-5-4 29 16,5 0 36-16,-3 0-423 0,1 0 200 0,1-10 113 0,-3-5 52 15</inkml:trace>
  <inkml:trace contextRef="#ctx0" brushRef="#br0" timeOffset="121087.5">13155 9779 1395 0,'-5'-6'0'16,"3"4"0"-16,-1 2 0 0,1 0 0 0,2 0 0 0,0 0 0 0,0 2 0 0,0 11 247 0,0 6-99 0,2 5-62 0,-1 3-27 0,5 2 209 0,-3 5-118 16,1 4-59-16,0 0-21 0,0 9 43 0,-2-14-40 15,2 7 0-15,-1-5-64 0,3 1 1 16,-2-4 31-16,1-2-9 16,-1-10-48-16,2 1 24 0,0-4 0 0,-3-5-8 0,1-4 7 15,-2-2 26-15,-1-2 0 0,1-4-83 0,-2 0 17 16,0 0 25-16,0-4-6 0,0-9 24 0,-3-1-12 15,-6-4 10-15,-2-1-196 0,-1-5 93 0,1 3 37 16,-5-3 27-16,0 1-256 0,2 9 129 0,-2-2 51 16,-2 7-7-16,2 5 45 0,-3 3 0 15,-2 1 37-15,1 3 77 0,3 14-39 0,2-2-7 16,1 4-32-16,3 2 233 0,4-3-117 16,1 3-57-16,4 0 323 0,2-3-174 15,0 2-47-15,0-2 96 0,8-1-95 0,3-2-49 16,2 0-23-16,4-2-37 0,-2-3-8 0,4-1 21 0,0-3 0 15,-3 1-96-15,4-3 48 0,-2 0 32 0,1-2-462 16,-2-2 233-16,0 0 79 0,2 0 70 0,-1-2-634 16,1-6 324-16</inkml:trace>
  <inkml:trace contextRef="#ctx0" brushRef="#br0" timeOffset="121409.64">13377 10115 1269 0,'2'-12'0'0,"-2"3"0"0,0 1 0 0,0 0 0 0,0-1 0 0,0 3 0 0,0 1 0 0,0 4 160 15,0-1-63-15,0 0-33 0,0 2 264 0,3 0-139 16,2 0-83-16,2 9 100 0,1 4-87 16,-3 4-43-16,5 6-22 0,-3-3 64 0,1 7-47 15,-1 1 0-15,1 0-38 0,-1 0-29 0,-1-1 29 16,1-4 8-16,3 0-41 0,-3-2-1 15,3-3 34-15,-1 0 0 0,-1-4-64 0,-1-4 41 0,0-3-9 16,1-1-49-16,-4-4 36 0,2-2-3 0,-1 0 0 16,1-2-15-16,1-15-2 0,1-5 21 15,-2-3 14-15,-1-1-4 0,2-4 2 16,-1 0 1-16,0-4-1 0,2 1-57 0,-3-1 28 16,2 1-5-16,-1 2-204 0,0 8 98 15,0-1 62-15,-3 3-399 0,-1 10 221 0,2 0 111 0,-1 7 48 16</inkml:trace>
  <inkml:trace contextRef="#ctx0" brushRef="#br0" timeOffset="122052.31">13633 10071 340 0,'0'-2'0'16,"0"1"0"-16,0-1 0 0,0-1 0 0,-2 2 0 0,2-1 0 0,0 0 0 0,0 2 85 0,0 0-26 0,0 0 1 0,0 0 39 15,0 0-33-15,0 0 9 16,0 0-42-16,0 0 44 0,0 0-23 0,0 0 1 0,0 0-22 16,0 0 108-16,0 0-58 0,0 0-25 0,-2 0 153 15,-2 4-89-15,0 5-44 0,0 2-15 16,-3 3 157-16,2 3-93 0,-4-1-48 0,2 9 46 15,0-3-46-15,-2 7-15 0,-1 1-8 0,-1 8 60 16,0 1-41-16,-3 2-22 0,0 2 1 0,-2 3-30 16,2 2 9-16,-4 1 0 0,2-2-63 0,-1 2 31 15,0-4 0-15,2-6 40 16,-2 0-118-16,2-4 55 0,2-6 13 0,1-5-107 16,5-6 53-16,1-6 38 0,1 1-6 0,1-8-34 0,2-2 14 15,2-3 20-15,0 0-8 0,0 0-233 0,0 0 113 16,0-8 63-16,4-8 31 0,7 1-377 0,0-1 204 15</inkml:trace>
  <inkml:trace contextRef="#ctx0" brushRef="#br0" timeOffset="122636.16">13991 9657 745 0,'0'0'0'0,"0"-2"0"0,0 0 0 0,0 2 0 0,0 0 0 0,0 0 0 0,0 0 301 0,2 10-135 0,6 12-66 0,-1 4 222 16,1 3-137-16,-3 13-80 0,1 1-37 0,-2 3 124 15,-2 6-80-15,0 4-39 0,0 2 7 0,-2 8 19 0,0-13-33 16,2 3 0-16,-1-4-9 0,1-4 1 15,0-11-17-15,0 1-18 0,1-8-6 0,1-5 16 0,-2-5 0 16,0-9 1-16,1-1 7 0,-2-7-9 0,1-1 1 16,-2-2-79-16,0-2 39 15,0-16 0-15,0-3 48 0,0-5-219 0,0-2 97 16,-6-3 34-16,-3-1-250 0,0-2 132 0,-5-4 70 16,-3-2 21-16,2 8-104 0,-1 2 72 15,0 9 37-15,0 4-73 0,-2 6 47 0,0 5 35 0,-1 6 0 16,-2 0 237-16,3 17-104 0,0 4-53 0,2 3-35 15,2 3 300-15,5-1-159 0,2 2-44 0,3 1 296 16,4-1-153-16,0-6-91 0,0 2-44 0,0-1 23 16,8-3-41-16,3-2 1 15,2 0-61-15,4-4 9 0,0-4 11 0,1 0 1 16,3-4-374-16,2-6 187 0,1 0 101 0,2 0 39 16,0-9-794-16,3-8 391 0</inkml:trace>
  <inkml:trace contextRef="#ctx0" brushRef="#br0" timeOffset="123030.11">14352 9987 1127 0,'0'0'0'0,"-2"0"0"0,2 0 0 0,0 0 0 0,0 0 0 0,0 0 293 0,6 0-135 16,7 0-62-16,4 0-32 0,7-2 355 0,-1 0-193 15,-3 0-88-15,3 2-57 0,2 0 96 0,-4 0-72 16,-3 0-36-16,1 0-48 0,-5 0 20 15,0 0-9-15,-3 2 1 0,-2 4 1 0,-2 0-1 16,-4 5 0-16,-1 4 39 0,-2 7-40 0,-2 3 1 16,-11 3 0-16,-4 4 80 0,-6 5-40 15,2-5 8-15,-7 10-49 0,2-7-61 0,-2 1 31 16,0 0-1-16,2-4-119 0,3-3 80 0,-2 0 26 16,5-3 0-16,5-5-89 0,0-3 55 15,5-1 14-15,3-6 46 0,1 1-27 0,3-4 9 16,1-4-31-16,2 3 82 0,0-4-36 0,0 1-3 0,2 0-19 15,7-1 168-15,2-1-65 0,4 1-42 0,2-3 191 16,0 0 33-16,4 0-274 0,1 0 0 0,1 0 0 16,-1 0 0-16,-1 0 0 0,1 0 0 15,-1 0 0-15,-2 0 0 0,0 0 0 16,-2 0-289-16,-4 0 201 0,-1 0 61 0,-3 0-13 16,-4 0-553-16,-1 0 277 0,-2 0 141 0,-1 0-445 15,-1-6 286-15,0-5 154 0,0-5-426 0</inkml:trace>
  <inkml:trace contextRef="#ctx0" brushRef="#br0" timeOffset="123204.76">14350 10193 775 0,'-15'0'0'0,"4"0"0"0,4 0 0 0,-1-1 0 0,0-1 528 0,4 0-247 16,3 0-124-16,-1 2-62 0,2 0 368 0,0 0-207 15,7 0-115-15,9 7-55 0,4 3 101 0,2 1-77 16,3 0-39-16,3 1-53 0,0-1-8 15,1 2 23-15,-1-1-570 0,-2 2 285 0,-2 0 142 16,-3-3 80-16,2 0-793 0,-7-2 353 0</inkml:trace>
  <inkml:trace contextRef="#ctx0" brushRef="#br0" timeOffset="123430.21">15002 10096 1473 0,'-13'-4'0'0,"8"-2"0"0,5 5 0 0,0-2 0 0,0 2 0 0,0-2 0 0,0 0 599 0,5-1-283 0,6-1-141 0,5 1-72 16,0-1 355-16,3 1-205 0,-1 0-114 0,9 1-53 16,-8-1 67-16,4-1-60 0,-3 2-30 0,-1 1-89 15,-5 0 26-15,4 0 0 0,-6 2-416 16,0 0 224-16,-1 0 113 0,-2 0 64 0,-3 2-898 15,0 5 448-15,-4 3 178 0</inkml:trace>
  <inkml:trace contextRef="#ctx0" brushRef="#br0" timeOffset="123662.96">15055 10315 1488 0,'-14'0'0'16,"7"0"0"-16,5 0 0 0,0 0 0 0,2 0 0 0,0 0 172 0,0 0-61 0,0 0-44 0,2 0 646 0,12 0-341 0,6 0-169 16,4-2-85-16,3 2 213 0,3 0-153 0,3 0-73 15,1-1-36-15,0 1-78 16,0-2 21-16,-3 2-245 0,0-2 129 0,-5 0 68 16,-3 1 34-16,-3-1-203 0,-3 0 119 0,-6 0 67 15,-3 0 22-15,-2 1-654 0,-4 1 310 0,-2-3 153 16,0 3 78-16</inkml:trace>
  <inkml:trace contextRef="#ctx0" brushRef="#br0" timeOffset="125021.58">15915 9773 717 0,'0'-10'0'0,"0"7"0"0,0 1 0 0,0-1 0 0,0 2 0 0,0 1 0 0,0 0 118 0,0 0-35 0,0 0 80 16,0 11-65-16,0 10-33 0,0 4 1 0,0 4 50 15,0 5-34-15,0 10-28 0,0-1-1 0,0 2 71 16,2-2-45-16,-2 2-24 16,0-6 9-16,0 12 3 0,0-6 0 0,0-1-34 0,0 1-99 15,0-5 49-15,0-4 33 0,0-1-8 16,0-2-191-16,0-9 107 0,0-2 28 0,0-7-265 16,0-5 130-16,0-4 87 0,0-4 6 0,0-2-109 15,2-12 83-15,1-13 42 0</inkml:trace>
  <inkml:trace contextRef="#ctx0" brushRef="#br0" timeOffset="125428.24">16057 9936 1000 0,'0'-5'0'0,"2"3"0"0,-2 1 0 0,3-2 0 0,-1 3 0 0,3-2 0 0,6 2 202 16,6-2-89-16,5 0 232 0,-3 1-156 0,8-4-78 15,-1 2-39-15,-6-1 68 0,10 1-58 0,-3 1-25 16,-6 0 1-16,1 0-112 0,-3 0 44 0,-4 2 30 15,0-2-79-15,-3 2 47 0,-5 0 22 0,-4 0 0 16,-1 0-206-16,0 0 122 0,0 0 18 0,-2-3-45 16,0 2 21-16,-7-1 35 15,-4-2-25-15,-1 3 68 0,-1-1-18 0,-2 0-9 16,2 0-17-16,-3 2 228 0,5 0-97 0,-1 0-43 16,0 6 96-16,3 2-49 0,0 3-42 0,-1 1-21 15,4 3 210-15,1 0-93 0,-1 4-59 0,3 2 64 16,3 3-57-16,0 1-30 0,0 1 1 0,0-2 45 15,0 7-40-15,7-4-1 0,2 2-33 0,0-1 25 16,3 0-25-16,-3-3 8 0,5 5-30 0,-5-2-1 16,-2 0 23-16,-1 0 0 15,-3 1-74-15,-1-7 45 0,1 6-8 0,-3-8-116 16,0 3 72-16,-8-2 18 0,-3-4 23 0,-5-4-182 16,2-1 93-16,-6-3 25 0,-1-4 31 0,0-3-226 15,-2-2 117-15,-2 0 50 0,0 0-293 0,4-9 180 16,0-8 89-16,6-2-150 0,3-5 121 0,7-4 51 15,5-4 38-15</inkml:trace>
  <inkml:trace contextRef="#ctx0" brushRef="#br0" timeOffset="125681.56">16544 9690 1602 0,'0'-8'0'0,"0"7"0"0,0-1 0 0,0 1 0 0,0 1 0 0,0 0 0 0,2 0 0 0,1 0 0 0,4 3 424 0,0 11-196 0,4 8-98 16,-2 4 101-16,1 12-103 0,-1 3-48 0,-2 8 148 16,0 3-97-16,-2 12-49 15,-3-8-17-15,2 16 42 0,-2-8-37 0,-1 0-1 16,1-4-36-16,0-8-52 0,0 4 33 0,0-1-7 16,-2-3 26-16,0-3-149 0,0-6 74 0,0-9-243 15,1-5 160-15,-1-5 44 0,0-11 46 0,0-2-218 16,0-6 117-16,0-2 20 0,0-3 34 0,0 0-400 15,0-10 225-15,0-6 112 0</inkml:trace>
  <inkml:trace contextRef="#ctx0" brushRef="#br0" timeOffset="127345.9">17150 10144 651 0,'0'0'0'0,"0"-4"0"0,0 3 0 0,-2-6 0 0,1-1 0 0,-1-1 62 0,-5-3-8 15,2-1-21-15,1 1 114 0,-1 0-57 0,-1-1-29 16,1 2 8-16,-5-3 21 0,3 5-29 0,-3-2 0 16,-1 5 25-16,-2 2-27 0,0 1 9 0,-2 3 23 15,-2 0-30-15,-4 12 1 0,2 11-29 0,1 5 23 16,-1 8-23-16,3 3-1 0,4 1 1 0,5-6 82 15,1 5-41-15,6-5-12 0,0-2-9 0,2-6 47 16,7-7-34-16,7-2 0 0,2-4-34 16,1-4-31-16,1-5 32 0,1-4-105 15,1 0 52-15,3-6 27 0,-7-12-1 0,5-9-51 16,-2-9 26-16,-1-3 24 0,-3-4-14 0,-4-4-290 16,1-2 122-16,-3-1 81 0,-4-3 1 0,-1-1-134 15,-4-1 99-15,0-1 48 0,-2 0-9 0,0-5 20 16,0-7 9-16,0 17 67 0,0 1 1 0,0 14-39 15,-2 13 0-15,-2 6 244 0,-2 2-117 0,1 10-64 16,-3 5-31-16,1 8 178 0,-1 21-63 16,1 7-60-16,1 16 24 0,1 7 187 15,5 1-109-15,0 4-62 0,0 3 119 0,0-6-83 16,1 16-52-16,9-9 76 0,-3-5-61 0,3-11-30 16,3 0 0-16,-2-12-140 0,6-1 50 0,-3-9 30 15,2-10 1-15,-2-4-108 0,0-7 69 16,1-8 42-16,0-1-8 0,2-5-289 15,-4-16 111-15,-2-3-53 0,1-6 80 0,-3-4 52 0,0-9 36 16,-1 4-15-16,0-1 23 0,-3 6 0 16,1-3 23-16,-3 9 50 0,1 1-20 0,0 9-1 15,-3 8-29-15,2 2 224 0,-1 3-109 0,-2 5-65 16,0 5 6-16,0 18 71 0,0 6-27 0,0 2 227 16,0 2-121-16,2-7-67 0,2 7-22 0,1-5 10 15,2-7-30-15,5 2 0 0,-1-6-31 0,4-4-40 16,0-4 16-16,0-4 0 15,2-3 24-15,-1-2-190 0,0 0 95 0,1-5 55 16,2-15-120-16,-4 1 75 0,0-6 11 0,-2 1 28 16,-4-1-268-16,0-8 102 0,1 0 74 0,-4-3-30 15,1 3 50-15,-3-3 27 0,0 9-9 0,-3 0 65 16,1 2-1-16,-2 9-30 0,0 6 1 0,0 3 202 16,0 3-110-16,0 4-42 0,0 0 250 0,-7 23-125 15,1 5-72-15,1 11 112 0,1-5-57 0,2 15-22 16,2-2-35-16,0 1 27 0,0-2-32 0,6-3 0 15,5-11-23-15,6 2-191 0,3-5 92 0,3-6 45 16,2-4 23-16,-1-8-608 16,-2-6 305-16,8-5 107 0,-3 0 90 0,-1-1-597 0</inkml:trace>
  <inkml:trace contextRef="#ctx0" brushRef="#br0" timeOffset="127767.11">18161 10057 922 0,'-2'-11'0'0,"-3"-3"0"0,-2-1 0 0,0 0 0 0,-2 0 0 0,-1 0 0 0,1 1 380 0,-2 1-173 0,1 2-88 0,1 2-43 15,1 5 126-15,-1 1-77 0,-4 3-50 0,0 0-21 16,-3 13 6-16,2 11 1 0,-2 6-28 0,3 4 7 16,2 2 62-16,2-1-35 0,3 1 20 0,4-2-28 15,2-4 1-15,0-6-19 16,0 1 27-16,4-6-35 0,5 1 0 0,1-8 0 15,1-1-121-15,0-6 69 0,6-3 22 0,-4-2-1 16,2-2-239-16,4-15 126 0,-4-5 49 0,0-6-183 16,0-4 100-16,0-8 63 0,-3 1-46 15,-1-4 47-15,-2-6 17 0,1-4 7 0,-3-9-45 16,0 2 35-16,1-4 0 0,-2-5 34 0,1-4-70 16,-1 1 39-16,1 2 1 0,-2 14 30 0,0 3 22 15,-3 16 1-15,0 9 244 0,-2 11-129 0,0 2-69 16,0 8-35-16,0 7 372 0,-4 1-185 0,-4 27-69 15,1 10-21-15,3 3 82 0,0 7-74 0,1 4-36 16,1 6-1-16,0 2 127 0,0 9-87 0,0-6-37 16,2 3-1-16,0-3-17 15,0 1-21-15,0-9 8 0,0 2-397 0,6-3 194 16,3-6 97-16,0-5-514 0,1-8 291 0,-1-5 104 16,2-4 35-16,3-7-147 0,-1-8 131 0,0-8 67 0</inkml:trace>
  <inkml:trace contextRef="#ctx0" brushRef="#br0" timeOffset="128023.95">18418 9942 661 0,'0'-10'0'0,"2"3"0"0,0 3 0 0,-2 2 0 0,0 1 0 0,1 1 0 0,3 5 505 0,4 14-236 0,-2 7-110 16,3 10 208-16,-2 2-167 0,3 5-83 0,-3 0 72 15,3 0-78-15,-3-9-30 0,3 4-9 0,-3-5-19 16,2-4-20-16,1-9-1 0,-1-2 1 0,-1-8-21 15,1-5 21-15,1-2 0 0,-1-3-72 0,4-10 36 16,-1-16 0-16,-2-6 7 16,6-9-9-16,-1-3 37 0,0-4-21 0,1-5-156 15,0-1 69-15,0 3 46 0,2 2 3 0,-4 6-377 16,-2 11 180-16,1 0 99 0,-6 11-201 0,5 3 138 16,-5 8 82-16,2 6-401 0,-3 3 237 15</inkml:trace>
  <inkml:trace contextRef="#ctx0" brushRef="#br0" timeOffset="128466.8">19092 10150 1048 0,'0'0'0'0,"0"0"0"0,0-11 0 0,-5-10 0 0,3 2 0 0,-2-2 153 0,3 0-61 0,-2-4 108 15,1 1-88-15,0 3-39 0,0 1-1 0,-1-2 2 16,-1 6-42-16,0 5 9 0,-3-2-8 0,-3 5-56 15,-1 4 28-15,-3 4 60 0,-6 0-32 16,-1 15 8-16,-3 15-8 0,4 2 0 0,1 4 16 16,2 4-16-16,2 0 0 15,8-5 8-15,1 4 83 0,4-3-45 0,2-7-23 16,0 0 0-16,2-10-1 0,9 1-14 16,2-5-67-16,2-4 30 0,4-5-1 0,0-6-62 0,2 0-70 15,0-2 87-15,2-18 21 0,-2-3-247 0,0-5 124 16,-1-8 70-16,-3-1 10 0,-6 2 22 0,5-11-172 15,-7-1 91-15,0-4 44 0,1-4-32 0,-1-10 39 16,-1 10-8-16,2-20 18 16,-1 6-1-16,2-2 30 0,1 1 1 0,-3 15-18 15,0 7 9-15,-4 3 8 0,-1 16 0 0,-1 10 261 16,-3 4-130-16,0 8-66 0,0 7-40 0,0 6 404 16,-9 22-195-16,-2 15-63 0,2 4-60 0,-1 6 230 15,1 6-130-15,0 11-18 0,1-4-63 0,2 0-32 16,1 2-1-16,3-1-5 0,2-11-18 0,0 1-8 15,0 1-1-15,2-9-447 0,7-12 224 0,3-3 120 16,2-6 48-16,0-13-744 16,4-5 370-16,2-10 169 0,2 0-232 0</inkml:trace>
  <inkml:trace contextRef="#ctx0" brushRef="#br0" timeOffset="128815.17">19413 9955 1040 0,'4'-21'0'0,"-1"10"0"0,-2 1 0 0,1 5 0 0,-2 3 0 0,0 2 0 0,0 6 0 0,-8 16 448 0,1 8-212 0,-1 1-101 15,3 6 272-15,3-1-187 16,2 2-93-16,0-1 46 0,0-4-74 0,4-4-33 0,5-9 0 16,2 1-63-16,2-6 29 0,2-5 9 0,0-7-8 15,2-3-152-15,4-3 77 16,-2-18 36-16,7-11 1 0,-6 2-190 0,3-12 110 0,0-1 38 0,-3 0-203 16,-1-2 87-16,-1 4 73 0,-6 9-37 15,1 2 51-15,-1 7 22 0,-5 5 0 0,-3 8 155 16,-2 5-67-16,-1 3-41 0,1 2 8 0,-2 20 195 15,0 14-111-15,0 7-29 16,0 4-37-16,0-3 321 0,0 12-129 0,0-11-90 0,2-9-44 16,12 0-21-16,0-7-1 0,6-11-47 0,1-3-9 15,4-7 34-15,0-6 0 0,3-2-95 0,-2-13 47 16,1-8 33-16,-1-3-9 0,-4-6-37 0,1-9 9 16,-8-1 0-16,-2-3 40 0,-2-2 27 0,-3-1-54 15,-2 1 14-15,-3 9-227 0,-1 3 108 16,0 10 53-16,-2 1-386 0,0 9 205 15,0 5 103-15,0 5 51 0,0 5-199 16,0 1 125-16</inkml:trace>
  <inkml:trace contextRef="#ctx0" brushRef="#br0" timeOffset="128958.78">20583 10299 2865 0,'0'0'0'0,"2"0"0"0,15 0 0 0,-9 0 0 0,-7 0 0 0,1 0 0 0,5-2 0 0,-2-10 244 0,2 0-106 0,4-4-53 16,-1 3-537-16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06T00:18:25.5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19489 2178 715 0,'2'0'0'0,"-1"-1"0"0,1-1 0 0,0 0 0 0,0 0 0 0,-2 0 0 0,2 0 0 0,-2 0 0 0,0 1 0 0,0-1 89 0,0 2-20 0,0 0 59 0,0 0-47 16,1-3-25-16,-1 3 1 0,0 0 5 15,0 0 9-15,0 0-39 0,0 0 1 0,0 0 54 16,0 0-27-16,0 0 0 0,0 0-19 0,0 0 27 16,0 0 0-16,0 0-35 0,0 0 0 0,0 0 33 15,0 0 9-15,0 0-39 0,0 0-3 0,0 0-1 16,0 5 1-16,0 0 32 0,0 1 8 0,-3 1-40 16,-3 1-1-16,3 0 37 0,-5 0-36 0,2 0-1 15,1 2 9-15,-3-1 4 16,-1 0-12-16,1 2 0 0,-1 0-4 0,0 3 4 15,-3-1 8-15,1 0-9 0,-2 2 5 0,1 3-4 16,0-2 0-16,-4 2-9 0,3-1 17 0,-2 7-9 16,4-8 1-16,-2 2-5 0,-2 5 5 0,2 1-1 15,-1-5 6-15,0 6-32 0,0 1-3 0,1-1 27 16,-2 1-45-16,-2 2 1 0,2 0 42 0,-2 3-3 16,-2-2-41-16,1 4 38 0,1-2-6 15,0 1 33-15,-2 1-31 0,2-4 1 16,2 1-3-16,-2 1 30 0,1-3-28 0,-4 1 6 15,2 0-1-15,1 2 62 0,-2-2-26 0,1-1-1 16,0 0-4-16,2 2-17 0,-1-1 2 0,0 0-45 16,-2 1 3-16,2 2 34 0,0 2 3 0,-2 0-50 15,-3 6 16-15,3-5 1 0,-2 1 20 0,3 0-48 16,1-4 20-16,-2 1 4 0,2 2 6 0,-2-5-21 16,3 3 18-16,-2-1 12 0,0-2-45 0,1 0 42 15,-3-2-9-15,2 3-21 0,-1-4 23 16,1 1 2-16,1-1-3 0,0 1-14 15,0-1 15-15,2-2 0 0,0 1-2 0,2-1-16 16,-1-2 16-16,7-5 0 0,-2 1 1 0,3-1-37 16,2-4 33-16,0 1 2 0,3-4-77 0,-1-3 31 15,2-1 2-15,-2-1-78 0,2-1 49 0,0-1 29 16,-2 0-15-16,0 0-80 0,0 2 57 0,-1-2 26 16,-3-1-1-16,2 1-89 0,-2-1 57 0,3 0 20 15,-1-3 9-15,2 1-99 16,-1-1 64-16,1 0 32 0,2 0-158 0,0-4-93 15,0-6 145-15,2-6 69 0,3-3-362 0,4-2 215 16</inkml:trace>
  <inkml:trace contextRef="#ctx0" brushRef="#br0" timeOffset="267.27">18397 3711 999 0,'2'-8'0'0,"1"4"0"0,-3 3 0 0,0-1 0 0,0 2 0 0,0-3 0 0,0 3 0 0,0 0 0 0,0 10 274 0,-5 6-120 0,-2 6-61 16,-2 4 56-16,-3 3-50 0,-1 6-38 0,-2 5 17 16,2-9-23-16,0 5 0 0,-1 0-14 0,2-1-31 15,0-1 0-15,1-2 22 0,0-2 1 0,1-1 13 16,2-7-5-16,3 3-8 0,-2-4-1 0,3-4 36 16,-1-4 0-16,4-1-35 0,1-4 46 0,0-3-46 15,0 1-1-15,0-6-38 16,8 0 39-16,10 0-1 0,7-15 9 0,7-11-74 15,7-7 33-15,8-8-1 0,4-4 34 0,3-4-531 16,6-5 249-16,10-8 102 0,1 4 71 0,0-3-527 16</inkml:trace>
  <inkml:trace contextRef="#ctx0" brushRef="#br0" timeOffset="1215.1">19441 2326 157 0,'0'0'0'0,"0"0"0"0,0 0 0 0,0 0 0 0,0 0 161 0,0 0-64 0,0 0-32 16,0 0 0-16,0 0 31 15,0 0-36-15,0 0 0 0,0 0-27 0,0 0 54 0,0 0-26 0,0 0 7 16,0 0-2-16,0 0 0 15,0 0-34-15,2 0 36 0,5 0-1 0,-4 0-26 16,3 0-8-16,-1 2 35 0,1 0 0 0,4 0-36 16,-1 0 1-16,2 1 43 0,1-1-43 0,2 1-1 15,2-1 24-15,-2 2-24 0,1-3 1 0,2 1 8 16,-1 0-17-16,2 2 9 0,-1-2-1 0,-1-1-12 16,4 3 13-16,-2-2 8 0,3 2-9 0,3-3-19 15,1 1 20-15,0 1 0 16,0-3-2-16,3 0 8 0,2 0-11 0,2 0 3 15,0 0-3-15,2 0-33 0,3 0 33 0,-2 0 9 16,1 0-70-16,1-3 30 0,4 1-5 0,1 1-40 16,-1 0 30-16,-4-2 17 0,12 1-4 0,-4 1-49 15,-1-2 27-15,2 3 0 0,4 0 17 0,-8 0-40 16,9 0 24-16,-3 0-11 0,-4-1 31 0,-1 1-16 16,-1-2 3-16,-4 0-4 0,4 0 34 15,0-2-3-15,-1 0-20 0,0-2 45 16,-2 1-23-16,7-1 6 0,0-1-23 0,0 0 46 15,3-1-21-15,1-2 8 0,0 3-26 0,1-1 38 16,-3 0 0-16,1-1-24 0,-2 2-7 0,2-1-6 16,-6 1 10-16,10 0 5 0,-4 2-48 0,-1-1 1 15,1 0 39-15,0 0-59 0,-7 4 27 0,8-3-8 16,-5 2 33-16,-2 2-27 0,-7-1-1 0,4 1 12 16,-3-2 7-16,-1 3 0 0,-4 0 0 0,-1 0-6 15,-1 0 4-15,2 0 6 16,-5 0-8-16,3 0 3 0,-2 0 3 0,-1 0-1 15,-7 0-2-15,2 0-10 0,-1 0 9 0,-2 0 3 16,-4 0 0-16,-4 0 6 0,1 0-7 0,-5 0-3 16,-1 0 1-16,-1 0 30 0,-1 0-28 0,-2 0 1 15,-1 0 0-15,1 0-14 0,1 0 12 0,-3 0 4 16,0 0-40-16,0 0 1 0,0 0 35 0,0 0-154 16,0 0 67-16,0 0 35 0,-10 0-1 15,3 0-333-15,-4 0 181 0</inkml:trace>
  <inkml:trace contextRef="#ctx0" brushRef="#br0" timeOffset="1465.62">22539 1951 1127 0,'9'-6'0'0,"5"3"0"0,2-1 0 0,7-2 0 0,-2 4 0 0,3-2 0 0,2 3 0 0,-1 1 107 0,5 0-41 0,-2 5 0 0,-3 3 99 15,-2 5-66-15,-4 2-26 0,1 4-7 0,-8-2-88 16,-1 4 27-16,-3-2 0 0,-6 4 28 0,-2 2-60 16,0 1 26-16,-15-1 0 0,-3-1-54 0,-7 1 45 15,-3-3 21-15,-1 3-41 0,-1-3-4 0,-7 2 24 16,0-1-23-16,-3-1-17 0,-5-1 25 0,-4-1-2 16,-10-1-8-16,2-2-157 0,-5 1 81 0,-5-2 47 15,2-1 23-15</inkml:trace>
  <inkml:trace contextRef="#ctx0" brushRef="#br0" timeOffset="2659.09">19519 576 195 0,'2'0'0'0,"-1"0"0"0,1 0 0 0,-2 0 0 0,2 0 0 16,-2 0 71-16,0 0-21 0,0 0 27 0,2 0-22 0,-2 0 1 15,0 0-15-15,2 0 34 16,-2-2-21-16,0 2 1 0,0 0-23 0,0 0 32 15,0 0 8-15,0 0-40 0,0 0 1 0,0 0 7 16,0 0-8-16,0 0 1 0,0 0-15 0,0 0-8 16,0 0 23-16,0 0-25 0,0 0 25 0,2 0-1 15,-2 0 9-15,1 0-4 0,-1 0-5 0,2 0-9 16,0 0 7-16,-2 0 0 16,2 2 7-16,-2 0-12 0,0 2 3 0,3-2-3 15,-3 2 3-15,1-1 8 0,-1 2-7 0,0 1-35 16,0 2 35-16,0-2-13 0,0 1 12 0,0 1 7 15,2 0-7-15,-2 1-30 0,0-1 27 0,0-1-6 16,0 0 6-16,0 1 8 0,0-1-10 0,0 0-2 16,0 1 3-16,2 0 6 0,-2-1-7 0,0 2 7 15,0 0 2-15,0 2-7 0,0 0-1 0,0 0-2 16,0 2 2-16,0 0 8 16,0 3-8-16,0-2 11 0,0 4-10 0,0-1-1 15,0-1 1-15,-2 1-2 0,2 2 2 0,0 2 0 16,0-4 0-16,0 5 9 0,0 1-9 0,0-1 6 15,0 3-8-15,0-1 2 0,0 0-1 0,0 1 22 16,0 2-21-16,0-6 8 0,0 8-7 0,0-5-2 16,-2 3 2-16,2-2 0 0,0 2 0 0,0-2-23 15,0 3 23-15,0 0 0 0,0 0 0 0,0 1-42 16,0-2 40-16,0-2 3 0,0 5-31 0,0-3 1 16,2 4 18-16,0-1-18 0,0 0-4 15,0-2 28-15,-2 2-8 0,0 0-24 16,0 3 22-16,0-4 3 0,0 1-4 0,0 1 39 15,0-2-38-15,0 4 2 0,-4-6-2 0,2 2 38 16,-1-1-36-16,0-6 4 0,1 2-4 16,0 2 2-16,2-7 3 0,0 3-2 0,0-2-32 0,0-2 4 15,0 1 29-15,0-1-38 0,2-1 33 0,0-3 1 16,1 4-9-16,-2-3-45 16,1-2 18-16,0-1-1 0,0 0 16 0,-2-2-36 0,0 0 16 15,0 0-1-15,0-1-17 0,0-1-1 16,0-3 31-16,0-1-85 0,0-2 40 0,0 1 17 15,0-3-5-15,0 0-169 0,0 0 91 0,-2 0 47 16,-3 0 15-16,-2-7-114 0,2-4 73 0,1-6 37 16,0-5 0-16,3-1-382 0,1 3 201 0,0-9 112 15</inkml:trace>
  <inkml:trace contextRef="#ctx0" brushRef="#br0" timeOffset="3002.91">19604 747 573 0,'0'0'0'0,"0"-2"0"0,0 1 0 0,0 1 0 0,0-3 0 0,0 2 0 0,0 0 0 0,0 1 142 16,-5-4-54-16,0 4 56 0,-1 0-47 0,-3 0-37 15,-1 6 1-15,-5 8-8 0,0 3 1 0,-3 0-22 16,0 2 9-16,-5 5-34 0,2-1 26 0,-2-1 0 16,0 0-1-16,3 0-75 15,3-3 46-15,-4 5-8 0,8-8-37 0,0 0 23 16,3 0 23-16,3-4-255 0,3-3 127 0,2-3 44 15,2-1 37-15,0-3-259 0,0-2 134 0,2 0 68 16</inkml:trace>
  <inkml:trace contextRef="#ctx0" brushRef="#br0" timeOffset="3157.08">19477 723 808 0,'6'0'0'0,"0"0"0"0,-1 3 0 0,4 2 0 0,3-2 0 0,-3-2 0 0,6 4 0 0,2 0 404 0,4 3-190 0,3 1-91 15,0-1 106-15,3 1-99 0,3 1-48 0,-2-2 72 16,0 4-65-16,1 1-28 0,-1 1 0 0,-2-1-362 16,-2 3 167-16,1 3 92 0,-1 6 33 0</inkml:trace>
  <inkml:trace contextRef="#ctx0" brushRef="#br0" timeOffset="4185.41">21583 790 289 0,'0'0'0'0,"-2"0"0"0,2 0 0 0,0 0 0 0,0 0 0 0,0 0 0 0,0-1 282 0,-2-3-116 0,1 2 119 15,-1 0-125-15,0 0-65 0,-5 2-30 0,2 0 55 16,-4 0-35-16,0 0-30 0,-1 4 0 0,1 5 36 15,3 1-29-15,-2 0 0 0,4-1-21 0,2-1 50 16,1 5-29-16,1-4 1 0,0 0-47 0,0-1 17 16,0-2 8-16,3 0-39 0,7-2 31 0,-1-2 0 15,2-2 0-15,1 0-44 0,1 0 31 0,1-2-9 16,-3-5 22-16,0-2-40 0,-1-2 8 16,-1-1 0-16,-4 3 3 0,-1-3-53 15,-1 3 23-15,-1 0 1 0,-2 0-2 0,0 2 36 16,0 0-9-16,0 3 38 0,-5-1-35 0,-6 3 3 15,-3 0-8-15,0 2-3 0,-2 0 11 0,3 0-2 16,1 7 4-16,3-1 20 0,0 3 3 0,4-1-23 16,1 1 7-16,1-2-13 0,3 1 11 0,0 0-4 15,0-3-12-15,0 0 12 0,0 0 0 0,1-1-8 16,7-3 7-16,3 2 0 16,0-3 1-16,0 0 14 0,2 0-12 0,-1-4-2 15,-5-2 0-15,2-2-40 0,0 0 38 0,-6 1 1 16,1 1-1-16,-2 2-18 0,0 0 18 0,-2-2-3 15,0 1 51-15,-6 4-20 0,-8 0-3 0,0 1-33 16,-2 0 10-16,0 1 2 0,2 6-1 0,5 2 63 16,-4 0-32-16,7-2 7 0,0 2-33 0,3 1 28 15,3-2 0-15,0 0-11 0,0-1-11 0,0 0 0 16,0-4 1-16,7 1 2 0,5 1-30 0,1-5 6 16,0 0 22-16,2 0-25 15,1 0 1-15,-4-5 20 0,-1-1 1 0,-3 1-59 16,0-3 25-16,-3 3-10 0,-1 0 37 0,-2 1-43 15,-2 0 0-15,0-1 30 0,0 3 5 0,-11-1-40 16,-7 3 37-16,-2 0-7 0,1 0-22 0,-2 5 20 16,3 2 5-16,1 2 108 0,4 3-52 0,6-5-24 15,-2 0 0-15,4 1 72 0,3-1-46 0,2-1-13 16,0 1 1-16,0-2-47 0,4-2 1 0,6-2 41 16,4 2-16-16,4-3-57 0,-2 0 28 15,1 0 5-15,0-4-56 0,-5-1 38 16,-1-1-4-16,-2 0-150 0,-4 0 86 0,0 5 24 15,-3-3 28-15,-2 2-49 0,0-2 35 0,0 2-1 16,-12 2 0-16,1 0 23 0,-3 0-2 0,5 0-18 16,0 0 15-16,3 0 62 0,3 0-29 0,0 5 2 15,3-2-31-15,0 2-98 0,3 1 61 0,10 0-398 16,11 0 215-16</inkml:trace>
  <inkml:trace contextRef="#ctx0" brushRef="#br0" timeOffset="11331.8">21566 931 48 0,'0'0'0'0,"-2"0"0"0,0 0 0 0,0 0 0 0,2 0 0 0,0 0 4 16,0 0 0-16,0 0 37 0,0 0-31 0,0 0-1 15,0-1-1-15,0-2 25 0,0 0-22 0,0-1-1 16,0 1 3-16,0-2 40 0,0 2-40 0,0-1-1 15,0 2 1-15,0-2 43 0,0 2 4 0,-2 1-44 16,1-1 36-16,-1 0 7 0,2 2-39 0,-2 0 55 16,2 0-18-16,-2 0 3 15,0 0-31-15,0 0-42 0,1 0 21 0,-1 2 7 16,-1 1 24-16,3 5-125 0,-2-1 55 0,0 1 24 16,1 3 0-16,-1 0-184 0,0 3 98 0,0-3 33 15</inkml:trace>
  <inkml:trace contextRef="#ctx0" brushRef="#br0" timeOffset="11475.72">21517 1080 446 0,'0'2'0'0,"0"3"0"0,0-1 0 0,0 0 0 0,0-1 0 0,0 0 102 0,0-1-35 0,0 1 48 16,0-1-45-16,0 2-1 0,0 1-36 0,2 1 40 16,0 2 0-16,0 1-32 0,1 2-8 0,-1 0-164 15,0 5 82-15,0 0 41 0,0 2-1 0,0-2-330 16</inkml:trace>
  <inkml:trace contextRef="#ctx0" brushRef="#br0" timeOffset="11608.84">21557 1462 808 0,'-4'10'0'0,"2"3"0"0,0 0 0 0,2-5 0 0,-2-1 0 0,2-1 0 0,0 0 0 0,0 0 0 0,0-1 72 0,0 3 0 15,0 0-39-15,0 0-45 0,0 2 22 0,0 1 8 16,0 2 15-16,0 0-352 0</inkml:trace>
  <inkml:trace contextRef="#ctx0" brushRef="#br0" timeOffset="11728.23">21551 1799 715 0,'0'9'0'0,"0"1"0"0,0-1 0 0,-2-3 0 0,2 0 0 0,0-3 0 0,0 3 0 0,0-3 0 0,0 5 0 0,0-3 71 0,0 3-38 0,0 2-222 16,0 2 101-16</inkml:trace>
  <inkml:trace contextRef="#ctx0" brushRef="#br0" timeOffset="11864.85">21566 2193 431 0,'-2'8'0'0,"0"-1"0"0,2-1 0 0,0-5 0 0,-2 4 0 0,0-4 0 0,1 4 162 16,-1-1-65-16,0 1-32 0,0 2-146 0,-2 0 48 15</inkml:trace>
  <inkml:trace contextRef="#ctx0" brushRef="#br0" timeOffset="12048.88">21585 2516 431 0,'0'6'0'0,"-2"3"0"0,2 1 0 0,0-5 0 0,0-1 197 0,0 1-83 0,0-3-40 15,0 0-13-15,-2 2 24 0,2-1-27 0,0 2 1 16,0 1-78-16,-2-1 26 16,2 3 9-16,0 1-203 0,0 0 104 0,0 1 51 15,0-1 26-15,0 3-254 0,0-3 124 0,0 0 65 16</inkml:trace>
  <inkml:trace contextRef="#ctx0" brushRef="#br0" timeOffset="12193.7">21571 2838 530 0,'-7'14'0'0,"1"1"0"0,1-1 0 0,3-2 0 0,-2-2 0 0,3 0 0 0,-4-2 0 0,3 2 0 0,0-2 126 0,2 1-47 0,0-2-23 15,0-3 39-15,0 3-22 0,0 0-9 0,0 0-107 16,0 1 38-16,0-1 0 0,2 3 37 0</inkml:trace>
  <inkml:trace contextRef="#ctx0" brushRef="#br0" timeOffset="12396.51">21519 3262 749 0,'-3'7'0'0,"3"6"0"0,0-2 0 0,0-4 0 0,0-4 0 0,0 1 0 0,0-2 0 0,0 0 119 16,0 0-47-16,1-1 158 0,1 1-99 0,0 2-49 15,-2 0-25-15,2-1 35 0,0 1-33 0,-2 0-1 16,0-2-25-16,1 0-119 0,-1 0 59 0,0 0 39 15,0 0-9-15,0-1-232 0,0-1 131 0,0 2-303 16,0 0 199-16,2 0 67 16,-2 2 61-16</inkml:trace>
  <inkml:trace contextRef="#ctx0" brushRef="#br0" timeOffset="13730.14">21541 3542 355 0,'0'0'0'0,"-2"0"0"0,2 0 0 0,-2-2 0 0,1 0 0 0,-1 0 0 0,2-2 308 16,-2 2-137-16,2 0-69 0,0 1 175 0,-2 1-126 16,0 0-60-16,-1 0 7 0,-1 7-32 0,0 2-1 15,1-1-24-15,3 2-3 0,-3-3-6 0,3 0 1 16,0 2 0-16,0-4-40 0,0-4 8 0,5 1 32 15,2-2-1-15,0 0-86 0,4 0 44 16,-1 0-122-16,-3-2 67 0,2-4 39 16,-2-3 0-16,-2 3-52 0,-1-1 29 0,0 2 23 15,-3-1-27-15,-1 3 96 0,0-2-32 0,0 2-1 16,-3 1-34-16,-6 0 80 0,-3 2-37 0,1 0 3 16,-3 0 146-16,1 4-82 0,3 4-28 0,-1-3 113 15,4 1-56-15,0 2-47 0,3-4-7 0,1 0-40 16,1 2 12-16,2-2 0 0,0 0 8 0,0-1-85 15,0 0 39-15,2-2-1 0,7-1 39 0,2 0-50 16,-4 0 33-16,3 0-8 16,-1 0-9-16,-2 0-111 0,2-1 44 0,-4-2 39 15,-1 1-59-15,-2 1 43 0,-1-1 3 0,1 0 62 16,-2 2-38-16,0 0 5 0,0 0-10 0,0 0 124 16,-2 0-52-16,-5 0-28 0,0 0 10 0,-3 0 0 15,2 0-5-15,3 4-1 0,-2-1 9 0,2 1 45 16,1 0-19-16,3-2-16 0,-1-1-44 0,2 1 0 15,0-2 33-15,0 0-157 0,0 0 68 0,0 0 39 16,3 0 7-16,6 0-93 16,0-2 44-16,0-5 28 0,-2-4 2 0,3 1-60 15,-2-3 29-15,-3 2 21 0,-1 2-7 0,-1-3-17 16,-1 5 15-16,1 1 10 0,-3 1 39 0,0 3 1 16,0-1-36-16,0 3 106 0,-10 0-45 0,1 6-31 15,0 8 18-15,-1 1 92 0,0 2-54 0,5-2-29 16,1 1-4-16,3-4 90 0,1 4-51 0,0-6-12 15,0 1 0-15,0-4-20 0,1 1 13 0,3-4-38 16,3 0-7-16,-1-4 36 0,1 0-6 0,1 0-67 16,0 0 31-16,1-4-1 15,-4-8 31-15,3 2-88 0,-2-3 39 0,-4 0 9 16,-1-2 0-16,-1 4-24 0,0-4 22 0,0 5-13 16,0 2 31-16,-5 3-8 0,-7-1 5 0,3 4-14 15,-4 0 40-15,1 2-3 0,0 0-24 16,1 7 82-16,1 7-38 0,2-3-16 15,3 2 1-15,3 1 72 0,2-1-42 0,0 0-12 0,0-2 0 0,0-4 7 16,6 3-3-16,3-5-11 16,1 1-53-16,-1-2 3 0,0-4 41 0,3 0 9 15,-1 0-57-15,0 0 21 0,-1-2 1 0,-5-2-64 16,1-5 39-16,-5 1 11 0,1 1-1 0,-2-1 2 16,0 0 17-16,-2 1-15 0,-8 4 11 0,-4 0 54 15,-3 3-26-15,0 0-1 0,-2 0-25 0,3 5 97 16,0 3-44-16,7 0-15 0,0 2 37 0,3-1-19 15,5 0-1-15,1-1 6 0,0 1-35 0,0-1 23 16,1-2-20-16,10 0-72 0,2-4 35 16,1 1 3-16,2-3 40 0,1 0-176 15,3 0 79-15,-4-4 30 0,0-3-110 0,-4-3 61 16,-3 1 37-16,0-1-16 0,-6 3 23 0,-1-3-8 16,-2 3 0-16,0-2 86 0,-4 4-39 0,-9 0-5 15,-4 2-24-15,0 1 168 16,-4 2-79-16,1 0-29 0,-1 0-27 0,5 0 175 0,0 5-87 15,9 0-21-15,0 0-30 0,0 0 46 0,5-1-23 0,2 0-160 16,0-1 61-16,7-3 35 16,7 0 1-16,4 0-55 0,2 0 43 0,1-2 6 15,3-7-1-15,-7-1-241 0,0 0 121 0,-2-2 36 16,-4 1 34-16,-1-3-116 0,-5 4 70 0,-3-2 35 16,-2 1 64-16,0 0-29 0,0 3-8 0,-7 1 111 15,-4 2-51-15,-3 4-26 0,-2 1 0 0,-2 0 62 16,2 0-43-16,-2 11-16 0,3 2-1 0,4 3 200 15,4-1-99-15,3-2-21 16,2 0 4-16,2 2-12 16,0-4-23-16,0-1 10 0,8-3-105 0,4-1 44 0,4-5 15 0,0-1 21 15,2 0-207-15,-4 0 96 0,2 0 47 0,-7-1-136 16,-2-7 68-16,-1 1 46 0,-2-1 0 0,-4 0-1 16,0 1-4-16,0-1 0 0,-7 3 21 0,-7 1-14 15,1 1 22-15,1 3 0 0,3 0-180 0,0 0 90 16,4 0 37-16,5 6-345 0</inkml:trace>
  <inkml:trace contextRef="#ctx0" brushRef="#br0" timeOffset="14940.73">21824 1480 449 0,'0'0'0'0,"0"0"0"0,0 0 0 0,0 0 0 0,0 0 0 0,0 0 0 0,0 0 0 0,0 0 0 0,0 0 100 15,0 0-34-15,0 0 1 0,0 0 82 0,0 0-63 16,0-3-26-16,0 3 0 0,0-1 54 0,11 0-40 16,3-4 8-16,3-1 18 0,1 4-34 0,0-5 1 15,3 3-34-15,-3 1 62 0,3-3-23 0,0 3-8 16,-3-1-31-16,0 2-17 0,-1-1 16 0,-4 1 1 15,-1 0-27-15,-2-1-7 0,0 3 33 0,-3 0-49 16,-2 0 25-16,2 0 8 16,-4 0 17-16,-1 0-25 0,0 5-5 0,0 0 0 15,0 1 22-15,-1 1 1 0,1 1-16 0,-2 1 7 16,0 3-8-16,0-2 57 0,0 6-22 0,-3-2 4 16,-6 7 18-16,-3 2-20 0,-1 1 9 0,-3 0-56 15,-2 4 4-15,-1 0 33 0,1 1 1 0,-3-1-37 16,-2 1 32-16,0-1-2 0,3-3-2 0,-3 0-34 15,4-3 26-15,5-4 6 16,-4-2-13-16,4 2 35 0,0-6-32 0,5 1 11 16,0-3 19-16,2-2 0 0,0-1-22 0,5-1 0 15,1 0 15-15,1-1-7 0,0 0 2 0,0 0-35 16,0-2 32-16,8 3-3 0,3-2 4 0,2-3-13 16,2 3 7-16,3-2 1 0,1-1-3 0,2 2-34 15,-1-3-7-15,3 0 46 0,-2 0-81 0,-1 0 35 16,-1 0-7-16,-1 0 40 0,-4 0-127 0,0 0 60 15,-5 0 20-15,0 0-157 16,-2 0 82-16,0 0 46 0,-5 0 8 0,-1 0-97 16,1 0 48-16,0-3 34 0,-2 2 0 0,0-1-138 15,0 0 86-15,0-1 35 0,0-1 29 0,0 0-269 16,-4 1 146-16,-2-1-208 0,-3 1 177 0,2-2 80 16</inkml:trace>
  <inkml:trace contextRef="#ctx0" brushRef="#br0" timeOffset="15215.52">21790 1737 754 0,'-14'-2'0'0,"5"0"0"0,-1 0 0 0,3 2 0 0,3 0 0 0,0-1 0 0,1 1 0 0,1 0 199 0,2 0-84 0,0 0 170 15,13 0-118-15,8 0-71 0,3 0-32 0,5 0 130 16,3 0-81-16,1 5-40 0,-1-2 8 0,0 5-19 15,-2-2-30-15,0 1 1 0,-2 1 0 0,-1 2 19 16,-5-3-11-16,0 1-8 16,-2 1-2-16,-4-2 2 0,-2 0 0 0,-5-1-44 15,0 0 30-15,-4-3-8 0,0 0 22 0,-3-3-68 16,0 0 24-16,-1 0 0 0,3 0 24 0,-2 0-145 16,0-7 72-16,0-4 26 0,-1 1 21 0,1 0-420 15,0 1 186-15,0 3 93 0</inkml:trace>
  <inkml:trace contextRef="#ctx0" brushRef="#br0" timeOffset="26160.41">21553 3637 446 0,'0'0'0'0,"0"0"0"0,0 0 0 0,-2 0 0 0,0 0 0 0,0 0 0 0,1 0 0 0,-4 0 0 0,5 0 65 0,-2 0 0 0,0 0-33 16,2 0 31-16,-1 0-30 0,1 0 7 0,-2 0-39 15,2 0 32-15,-2 0-1 0,0 0 1 0,2 0-32 16,-2 0 39-16,2 0-7 0,0 0 0 0,-2 0-34 16,2 0-7-16,0 2 39 0,0-2-10 0,0 2-36 15,0-2 12-15,0 0 0 16,0 0-4-16,0 0-1 0,0 0 21 0,0 0-6 16,0 0 5-16,2 0 2 0,0 0-3 0,-2 0-9 15,2 0 13-15,-2 0-2 0,0 0-3 0,0 0 24 16,0 0-21-16,0 0 0 0,0 0 5 0,0 0 43 15,0 0-21-15,0 0 0 0,0 0 53 0,0 0-35 16,0 0-6-16,0 0-48 0,0 0 4 0,0 0 13 16,0 0 15-16,2 0-403 0,3 0 186 0</inkml:trace>
  <inkml:trace contextRef="#ctx0" brushRef="#br0" timeOffset="31189.56">19425 2349 179 0,'0'0'0'0,"0"0"0"0,0 0 0 0,0 0 0 0,0 0 0 0,0 0 0 0,0 0 0 0,0 0 0 0,0 0 53 0,0 0 0 0,0 0-32 16,0 0 5-16,0 0 25 15,0 0-28-15,0 0 1 0,0 0 0 0,0 0 9 16,0 0-8-16,0 0-1 0,0 0 0 0,0 0 5 16,0 0-4-16,0 0 12 0,0 0-36 0,0 0 25 15,0 0-1-15,0 0 2 0,0 0-3 0,0 0 5 16,2 0-6-16,-2 0 54 0,0 0-26 0,2 0 3 15,-2 0-27-15,0 0 55 0,0 2-29 0,0-2 3 16,0 0-23-16,0 0 17 0,0 0-18 0,0 0 9 16,0 0-2-16,0 0-7 15,0 0 1-15,0 0-29 0,1 0 28 0,-1 0 9 16,2 2-8-16,-2 0-6 0,2 0 6 0,-2 0 0 16,2-2 0-16,0 1-24 0,-2 2 22 0,2-2-6 15,-2 1 2-15,1-2 1 0,-1 3 0 0,2-3 5 16,-2 0-7-16,0 1 3 0,0-1-1 0,0 0 8 15,2 0-7-15,-2 0 7 0,0 0-8 0,0 0-1 16,0 0 2-16,0 0 0 0,0 0-1 0,0 0 41 16,0 0-40-16,0 0 3 0,0 0-2 0,0 0-18 15,0 0 18-15,0 0 9 16,0 0-17-16,0 0 9 0,0 0-1 0,0 0-23 16,0 0 0-16,0 0 27 0,0 0-6 0,0 0-34 15,0 0-1-15,0 0 27 0,0 0 4 0,0 0-32 16,0 0-6-16,0 0 27 0,0 0 6 0,0 0-25 15,0 0 1-15,2 0 17 0,-2 0 5 0,0 0-9 16,0 0 5-16,0 0 4 0,0 0-5 0,0 0 2 16,0 0-2-16,0 0-20 15,0 0 20-15,0 0 1 0,0 0-2 0,0 0 1 16,0 0 0-16,0 0 0 0,0 0-1 0,0 0-21 16,0 0-1-16,0 0 22 0,0 0-28 0,3 0 24 15,-2 0-2-15,-1 1 13 0,2-1-11 0,0 2 0 16,0-2-4-16,0 3 28 0,-1-1 0 0,1-2-24 15,2 0 2-15,0 3 22 0,-3-3 3 0,3 2-24 16,2 0 8-16,-2-2 11 0,0 2-9 0,1-1-33 16,-1-1 28-16,-1 3-2 15,1-1 4-15,0-1-37 0,2 1 35 0,-2 0-2 16,-1-1-4-16,1 2-28 0,2 0-5 0,-3-1 33 16,4 3-5-16,-4-4-24 0,3 3-7 0,-3-1 31 15,1 0-24-15,-2 0 21 0,1-1-5 0,1 1 5 16,0-2 1-16,-1 0-3 0,-2 1-1 0,1 1 24 15,0-3 2-15,0 1-24 0,0-1 3 0,-1 2 19 16,1 0-17-16,0 0-3 0,2-1 8 0,-2 2 8 16,1-1-10-16,4 0-2 0,-4 1 4 15,3 0 2-15,-1 0-1 0,1-2-4 16,1 3 10-16,-1-2-9 0,0 2 0 0,-1 0-14 16,1-3 14-16,1 3 0 0,-2 1-2 0,0-4-26 15,0 4 25-15,1-2 1 0,-1 1 0 0,1-1-10 16,0-1 8-16,2 2 0 0,-3-1-3 0,2 1 19 15,-1 0-15-15,2 0-1 0,-3 0 2 16,1-1-2-16,-1-1 1 0,1 2-3 0,0 0 5 16,0-1-2-16,-1 2 1 0,-1-4-13 15,1 4 13-15,2-3-1 0,-2 3 0 0,1 0-24 16,1-1 21-16,0 2 2 0,3-1-13 0,-1 1 5 16,0-1 4-16,5 3 2 0,-3-1-14 0,0-1 13 15,1 0-2-15,-1 0-22 0,-2-1 21 0,5 3 1 16,-5-2-1-16,1 0-3 0,-1 0 3 0,0 3 0 15,-2-5-2-15,3 1 6 0,-2 3-5 16,-1-2 1-16,0 1-2 0,1-1 13 16,0 0-11-16,-1 2 15 0,-2-3-14 0,4 1-1 15,-2-1 3-15,-2 1 17 0,3 0-18 0,-1-1 0 16,1 1 2-16,1 2 27 0,0-2 1 0,0-1-25 16,0-1-1-16,2 3 25 0,-1 1-21 0,1-3-3 15,-1 1 38-15,2 0-29 0,-1 1-6 0,0-1 8 16,1-1-30-16,-1 2 23 0,0-1 4 0,-1-1-33 15,3 3 29-15,-3-2-1 0,1 1 1 0,0-1-35 16,0 2 32-16,-1-2-2 16,4 1 2-16,-2 0-15 0,1 1 14 0,0-1-7 15,0 1 5-15,3-1-1 0,-4-1 0 0,1 1 6 16,1-1-6-16,-3 1 2 0,2-1-2 0,-3 2 9 16,2-2-8-16,-2-1 0 0,-1 3 1 0,1-3-14 15,0-1 14-15,-3 2 0 0,2 0-1 0,-4-3-4 16,4 3 4-16,-2-2 0 0,0-1 3 0,2 2-4 15,3 0 0-15,-1 0 34 0,2-1 0 0,2 1-30 16,0 1-2-16,2-2 27 0,-1 1-2 0,0 0-17 16,0 0-3-16,-2-1-24 15,-1 2 25-15,-1-3 6 0,2 3-6 0,-3-2-23 16,-1 1-1-16,-1 1 23 0,2 0-40 0,-4-1 37 16,2 1 0-16,-2 1-25 0,1-1 0 0,0-1 13 15,-1 1 7-15,0 2-9 16,3-3 7-16,-2 1-3 0,1 0 2 0,-2-4 37 0,3 7-36 0,-1-6 0 15,0 3 0-15,1 0 31 0,-2-3 0 16,3 3-25-16,-1-1-3 0,-3 0 21 0,4 0-18 0,-1 0 7 16,-3 0-14-16,2 0 12 15,-2 0-3-15,4 1-29 0,-4 1 29 0,2 0 0 16,-2-2 0-16,1 2-33 0,0 0 32 0,1 1-6 16,-2-3 3-16,1 3-20 0,1-3 19 0,1 3-4 15,-2-3 3-15,3-1 22 0,-2 5-1 0,3-3-21 16,-1-1 22-16,-1 2-19 0,1-1-1 0,-1-1 30 15,1-2-28-15,-1 1 4 0,1 1-3 16,-3-1 29-16,4-1-25 0,-3 3 3 0,0-2-5 16,-2 0-28-16,3 2 29 0,-1 0 2 15,0-1-41-15,1 3 36 0,1-1 2 0,-2 0-6 16,1 1-12-16,1-1 13 0,-2 1-2 0,3-1-18 16,-3 1 20-16,0 0-4 0,0-3 3 0,0 1-3 15,-2-1 0-15,2 1 1 0,-2 0 1 0,0-2 3 16,-2 1-3-16,3-2 0 0,-3 1-3 0,2 0 3 15,-4 2 1-15,3-2-3 0,-1 0 2 0,1-1 0 16,-1 1 0-16,1 0 3 0,-2 0-3 0,2-1 0 16,-1 1 0-16,0-3-3 0,2 4 2 15,-3-4 1-15,-1 2-1 0,3 0-2 16,-5 0 3-16,3-2 0 0,-2 1-32 0,0 0 31 16,1-2-1-16,-1 1-22 0,0 1 21 0,1 1 0 15,-1-2-3-15,-1-1 7 0,-1 2-7 0,2-2 2 16,-2 0-4-16,0 0 28 0,0 0-26 0,0 0 2 15,0 0-1-15,0 0 93 0,0 0 102 0,0 0-191 16,0 0 0-16,0 0 0 16,0 0 0-16,0 0 0 0,0 0 0 0,0 0 0 15,0 0 0-15,0 0 0 16,0 0 0-16,0-6 0 0,0-5 0 0,-5-1-373 0,-4 2 170 0,-1 2 99 16</inkml:trace>
  <inkml:trace contextRef="#ctx0" brushRef="#br0" timeOffset="37182.95">20781 3412 271 0,'0'0'0'0,"0"0"0"0,0 0 0 0,0 2 0 0,0-2 0 0,0 0 0 0,0 2 76 0,0-2-21 0,0 2 36 15,0-2-21-15,0 0 0 0,0 0-38 0,0 0 32 16,0 0-31-16,0 0 8 0,0 0-8 0,0 0 50 16,0 0-25-16,0 0 1 0,0 0 36 0,0 0-23 15,0 0-8-15,0 0-31 0,0 0 85 0,0 0-43 16,0 0-21-16,0 0 8 0,0-2-29 0,0-2 0 15,0-2-1-15,0-1 46 16,0-3-23-16,0 2 8 0,0-4-30 0,0 4 10 16,0-5-10-16,0 0 0 0,0 2-1 0,-2-2-4 15,2 0 5-15,-2-3-1 0,1 3-25 0,-1-2 26 16,2 0 0-16,-3 0-32 0,1-2 7 0,0 3 1 16,-1-3 16-16,3 2-32 0,-2-2 27 0,0 1 11 15,0 2-15-15,0-4-24 0,2 2 24 0,-1-3 5 16,1 0-8-16,0 1-23 0,0-3-13 15,0 0-1-15,0 1-4 0,0-3 40 16,0 0-6-16,1 1-52 0,1 1 22 0,0 0 1 16,0 1 21-16,0 1-8 0,-1 0 6 0,1 3 4 15,0 2-11-15,0 1 39 0,1 1-9 0,-3 1-21 16,2 3 81-16,-2-2-38 0,1 2-16 0,-1 0 1 16,2 1 62-16,0 0-38 0,0 1-9 0,0 0 16 15,-1-2-28-15,1 5-7 0,2-3 16 0,1 1-62 16,-1-1 26-16,2 1 6 15,2 1 18-15,-1 0-34 0,-2 1-7 0,4-1 36 16,-4 0-57-16,1 2 29 0,-3 0-18 0,3 0 36 16,-3 0-37-16,1 2 32 0,1 0-10 0,-2 0 7 15,1 0 0-15,0 0 1 0,-1 0-4 0,1 0 29 16,-1 0-25-16,3 0 3 0,-1 0-3 0,0 0 33 16,0 4-31-16,-1-2 0 0,2 0 17 15,-1 0-12-15,1 0-3 0,-2-1 2 16,2 2-12-16,-3-1 10 0,1-1 5 0,-1 0-26 15,1 2 22-15,1-2 0 0,-4 4-1 0,1-3-25 16,2-1 26-16,-2 4-5 0,0-2 2 0,-1-2-20 16,3 3 19-16,-2 0-3 0,0-1 3 0,-1 0-14 15,1 1 12-15,0-1-1 0,0 0-14 0,1-1 13 16,-1 1 2-16,-1-1-8 0,1 1 7 0,0 0-2 16,0 0 1-16,0 2 18 0,-1-3-17 0,-1 3-1 15,2-2 0-15,0 1 13 0,-2 0-12 0,2 0 1 16,0 0 0-16,-2-1 7 0,2 1-8 15,-1 1 4-15,-1-1 22 0,0-2-22 16,2 2 0-16,-2-1 0 0,0 1 0 0,0-2 0 16,0 2 0-16,0 0-11 0,0 0 12 0,0-1-2 15,0 0 1-15,0-1-25 0,0 4 23 0,0-2 0 16,0 2-19-16,0-2 18 0,0 1 0 0,0-2-3 16,0 3-1-16,0-1 1 0,0 2 2 0,-2-4 5 15,-1 2-6-15,1 1-1 0,0-4 1 0,-2 3 37 16,1-2-35-16,-1 0 0 15,1-1 0-15,-4 3 18 0,2-2-17 0,-1 2 3 16,1-2-11-16,-1-2 11 0,1 3-2 0,-2-2 2 16,2 2-14-16,-2-2 13 0,1 1 1 0,-2 0-28 15,3 1 25-15,-3-1-2 0,3-1 2 0,-2 2-20 16,-2-2 18-16,2 2-3 0,0-3 2 0,1 1 7 16,-2 2-8-16,3-2 0 0,-3-1 29 0,3 2 0 15,-2-2-26-15,0-1 22 0,2 2-21 0,-1 0 3 16,1 0-1-16,1-2 37 15,0 0-36-15,1 1 6 0,0-1-5 0,1 0 32 16,0 3-27-16,1-3 3 0,1 0-5 0,-2 0 20 16,2 0-18-16,0 0 4 0,0 0-28 0,0 0 23 15,0 0 1-15,0 0 0 0,0 0-34 0,0 0 35 16,0 0-4-16,0 0-19 0,0 0 19 0,0 0-2 16,0 0 1-16,0 0-26 0,0 0 21 0,0 0 3 15,0 0-6-15,0 0-1 0,0 0 6 0,0 0-4 16,0 0 0-16,0 0 2 15,0 0 1-15,0 0 27 0,0 0-1 0,0 0-23 16,0 0-1-16,0 0 16 0,0 0-13 0,0 0-2 16,0 0 4-16,0 0-22 0,0 0 21 0,0 0-2 15,0 0 4-15,0 0-181 0,0-3 84 0,0-2 39 16,0-1-269-16,0 2-350 0</inkml:trace>
  <inkml:trace contextRef="#ctx0" brushRef="#br0" timeOffset="48544.75">19173 2608 308 0,'0'2'0'0,"0"0"0"0,0 0 0 0,-1-2 0 0,1 2 0 0,-3 0 0 0,3-2 0 0,0 0 61 0,-2 2-28 0,2-2 27 16,0 0-27-16,0 1 0 0,0-1-1 0,0 3 35 15,0-3-34-15,0 0 8 0,0 2-8 0,0-2 40 16,0 0 0-16,0 0-40 0,0 0 0 0,0 1 70 16,0-1-39-16,0 0 0 15,0 0-32-15,0 0 55 0,0 0-28 0,0 0 17 16,0 0-9-16,0 0-34 0,0 0-1 0,0 0 32 16,0 1-32-16,0-1 9 0,0 3-8 0,0-2 33 15,0-1 0-15,0 3-33 0,2-3 8 0,1 2 7 16,-2 0-15-16,1-2 0 0,0 1 0 0,0-1 9 15,2 2-1-15,-1 1-9 0,1-2 3 0,1 1-2 16,1-2-1-16,0 1 23 0,0 1-14 0,-1 0-8 16,2 0 0-16,2 0 7 15,-2-2-7-15,0 2-1 0,0-1 9 0,4 2 10 16,-2 0-18-16,0-2 0 0,0 0 0 0,1 1-20 16,1 1 27-16,1-2-7 0,-1 0-29 0,-1 2-2 15,4-1 30-15,-1 1-23 0,2 0 7 0,0-3 9 16,4 1 4-16,-1-1-16 0,3 0 13 0,4 0-7 15,-5 0 11-15,6 0-40 0,-1-6 32 0,0-1-5 16,-1-1-28-16,-6-1-2 0,3 0 37 0,-1 0-47 16,-4 1 0-16,-1-2 36 15,0 3 2-15,-2-1-32 0,-1 3 33 0,-3-3-10 16,0 3 5-16,-1-1-22 0,-2 2 19 0,-1 1-9 16,-3 1 0-16,0 0 28 0,-1 0 1 0,1 0-24 15,-2 2 33-15,0 0 2 0,0 0-24 0,0 0-5 16,0 0 45-16,0 0-17 0,0 0-1 0,0 0-14 15,0 0 5-15,0 0-10 0,0 0 10 0,0 0-54 16,0 0 22-16,0 0 1 0,0-1 27 0,0-2-266 16,0 2 114-16,-3-2 64 0,-3 3 17 0,-1 0-726 15,0 3 363-15</inkml:trace>
  <inkml:trace contextRef="#ctx0" brushRef="#br0" timeOffset="50045.71">19420 2933 518 0,'0'0'0'0,"0"-2"0"0,0-1 0 0,0 3 0 0,0-2 0 0,0-3 0 0,0 4 0 0,0-3 117 0,0 2-33 0,0 1-31 15,0-2 1-15,0 2 38 0,0-1-30 0,0 1 0 16,0 1-21-16,0-3 29 16,0 3-37-16,0 0 0 0,0 0 39 0,0 0-39 15,0 0 8-15,0 0-16 0,0 0 8 0,0 0-1 16,0 0 1-16,0 0-26 0,0 0 9 0,0 3 17 16,0 1-1-16,0 4 31 0,0 0 0 0,0 1-31 15,0 0 43-15,0 3-42 0,0 2 0 0,0-2 2 16,0 1-2-16,0 1 0 0,0 1 8 0,0-1-22 15,0 1 14-15,0 0 0 0,0 0 0 0,0-2-22 16,0 3 8-16,0-1 14 0,3-2 0 0,3 0-37 16,-1-2 35-16,2 1-6 15,2-4-24-15,-2 3 24 0,2-4 1 0,-2 1-8 16,1-2 7-16,0-1-4 0,1-2 10 0,-4 1-30 16,4-1 22-16,-2 0-1 0,0-1 1 0,0 0-42 15,-1-1 46-15,2-1-8 0,-2 0 2 0,-1 0-43 16,0 0 41-16,1 0-4 0,0 0-32 0,0 0 30 15,-1 0 3-15,3-1-25 0,-3-3 22 0,3-2-2 16,-2-1 5-16,1-3-33 0,-2 2 28 16,4 0-3-16,-4-2 3 0,1 1-42 15,-3 2 19-15,3-3-2 0,-3 0 21 0,1 1-80 16,1-1 38-16,-2 1 12 0,-1 0-44 0,0-3 31 16,1 1-1-16,-1 0-6 0,0-1 0 0,-2 1 17 15,0-2 0-15,0 1-5 0,0 0 12 0,0 0-10 16,0 1 8-16,0 1 25 0,0 2-26 0,0-2 0 15,0 0 4-15,-2 3 33 0,-1-2 0 0,-1 1-32 16,-1 1 34-16,0-1-1 0,-1 3-24 0,3-2 24 16,-1 1 4-16,-1 0-31 15,1 0 10-15,1 0 3 0,-4 1-1 0,3 1-6 16,1 0 7-16,-3 1 12 0,1-1-15 0,1 1-1 16,-4 0 2-16,3-1-16 0,-1 3 15 0,-1-1-1 15,1-1-1-15,-2 2 1 0,4 0 0 0,-3-4 22 16,2 4-22-16,1-2-1 0,0 1 1 0,-2 1 33 15,2 0-31-15,1 1-1 0,-1-3 2 0,0 3 28 16,-1 0 4-16,1 0-30 0,-2 0 8 0,0 0 8 16,1 0-7-16,-2 0-4 15,-1 0-26-15,0 3 25 0,3-1 2 0,-3 4-5 16,3-1 3-16,0 0 1 0,-2-2-3 0,4 1 18 16,-1-1-17-16,0 0-1 0,2-2 0 0,-1 3 18 15,1-2-17-15,-2 2 0 0,0-2 2 0,2 1-2 16,-2 1 8-16,2 2-5 0,-1-1 11 0,-1 0-23 15,2 0 17-15,-1 1 4 0,1 1 12 16,0-2-19-16,2 2-1 0,-2-2 6 0,2 3-6 16,0-1 1-16,0-3 0 0,0 3 5 15,0 1-4-15,0 0-1 0,0-1 4 0,0 1 37 16,0 0-36-16,0-1 1 0,2 0 36 0,0-1 1 16,0 1-34-16,0-1 17 0,-1 0-16 0,1-1 3 15,2-1 1-15,-1-1-30 0,3 1 3 0,0 0 23 16,2-2 2-16,1-2-31 0,3 0 27 0,-2 0 1 15,1 0-4-15,-2 0-8 0,2 0 8 0,-4 0 1 16,2 0-38-16,-3 0 0 0,2 0 28 0,-5 0-23 16,3 0 0-16,-1 0 25 15,-1 0-4-15,2 0-35 0,-2 0 35 0,1 0 0 16,-1-2-2-16,1 2-21 0,1-2 18 0,0 0 2 16,-2 2-5-16,0-2 0 0,-3 2 0 0,1 0 4 15,0 0-31-15,0 0 1 0,-2 0 26 0,0 0-37 16,0 0 34-16,0 0-1 0,0 0 2 0,0 0 34 15,0 0-34-15,0 0 0 0,0 0-6 0,0 0 34 16,0 0-1-16,0 0-25 0,0-2 0 0,2 1-186 16,1-2 84-16,3-4 47 15,0 4-235-15,2-1 124 0,-1 3 69 0,0 1-619 16</inkml:trace>
  <inkml:trace contextRef="#ctx0" brushRef="#br0" timeOffset="101444.21">23031 3112 366 0,'-7'0'0'0,"-1"0"0"0,2 0 0 0,-1 0 0 0,0 0 0 0,-2-2 0 0,4-1 0 0,1 2 63 0,2 1-7 16,1-2-23-16,-1 2 0 0,2 0 22 0,0-2 1 15,0 0-15-15,0-2 7 0,5 2-15 16,6-3 0-16,-3 2-1 0,3 0 39 0,0 1 7 0,3 1-45 15,-1 1 27-15,0 0 1 16,2 0-29-16,0 7 9 0,-2 5 13 0,3-1-21 16,-4 0 0-16,1 2 0 0,1 2 10 0,-1 0-2 15,0 6-9-15,-2-3-21 0,0 7 13 0,-3-1 9 16,-2 2 0-16,-4-1-15 0,-1 6 15 0,-1-3 0 16,0-1-23-16,-1 0-5 0,-8-3 26 0,-2-3-1 15,1 0-38-15,-1-3 31 0,-1 1 4 0,1-4-6 16,-3-1-30-16,3-3 35 0,-1-2-3 15,0-3-70-15,1-2 33 0,2-1-8 16,-3-3-112-16,3 0 67 0,1 0 28 0,3 0 21 16,-2 0-177-16,4-3 90 0,1 0 44 0,2-4 0 15,0-4-150-15,0 0 90 0,2-1 43 0,10-1 23 16,-1-1-111-16,3 2 58 0,5-5 42 0,1 2-37 16,-8 0 36-16</inkml:trace>
  <inkml:trace contextRef="#ctx0" brushRef="#br0" timeOffset="101767.62">23444 3190 281 0,'5'-12'0'0,"0"3"0"0,-3-1 0 0,0-1 0 0,-2-1 0 0,0-1 0 0,0 2 83 16,0 1-26-16,-7 3 9 0,2-1 38 0,-4 1-35 16,1 1-1-16,1 3-35 0,-3-2 35 0,1 2 7 15,0 1-42-15,-3 2 28 0,-1 0-28 0,1 0 0 16,0 0 6-16,-1 5 2 0,-1 3-8 0,0 4 0 15,-2 1 25-15,-2 5 1 16,1 1-27-16,2 2 9 0,-2 6 29 0,4-4 0 16,-1 4-38-16,5-2 1 0,5-3 42 0,1 3-9 15,3-3-33-15,0 2 29 0,0-1-29 0,3-3-1 16,8-1 9-16,2-1-13 0,3 0 5 0,-2-2 0 16,4 0-37-16,-3-3 0 0,1-2 45 0,2 0-8 15,-2-1-106-15,-2-1 50 0,0-2 16 0,2-1 0 16,-3 2-186-16,-1-3 99 15,0 1 35-15,-3-3-227 0,0 1 120 0,3-2 71 16,-1-2 2-16,0 0-64 0,3 0 62 0,-1-3 31 16,4-12-182-16</inkml:trace>
  <inkml:trace contextRef="#ctx0" brushRef="#br0" timeOffset="101967.17">23613 3176 1166 0,'0'2'0'0,"-1"1"0"0,-3 1 0 0,1-2 0 0,1-2 0 0,2 0 0 0,0 0 0 0,0 0 0 0,0 0 0 0,7 0 162 0,4 0-65 0,1-2 75 0,2 1-74 15,1-2-33-15,0-1 0 0,0 3-59 0,2-1-1 16,-2-1 36-16,-2 2-8 0,0 1-165 0,-4 0 82 16,3 0 42-16,-5 0 20 0,-1 0-318 0,-3 6 117 15,-1 3 101-15,-2 1-379 0</inkml:trace>
  <inkml:trace contextRef="#ctx0" brushRef="#br0" timeOffset="102128.73">23658 3403 567 0,'0'0'0'0,"0"2"0"0,0-1 0 0,0-1 0 0,-2 0 0 0,2 0 273 0,0 0-112 0,0 0-68 0,0-3-30 15,4-4 46-15,3 4-38 0,1-1 0 0,2 3-30 16,0-2-58-16,2 3 25 0,1 0 0 0,1 0-241 15,0 10 134-15,2 1 74 16,-2 1-388-16</inkml:trace>
  <inkml:trace contextRef="#ctx0" brushRef="#br0" timeOffset="102726.7">24221 3716 626 0,'0'0'0'0,"0"2"0"0,0-2 0 0,0 1 0 0,-2-1 0 0,1 0 0 0,-5 0 0 0,3 0 0 0,-3 0 0 0,2 0 143 0,-1 0-54 0,-1 0-29 15,0 0 72-15,2 0-41 16,-1-1-34-16,0-3 1 0,-4-3-1 0,2-1-24 16,0 0 0-16,1-2 7 0,-1-2-39 0,-1-3 0 15,0 0 31-15,1-1-36 0,0-7 37 0,-1 0 8 16,0-8-8-16,3-2-56 0,0-9 18 0,1-2 1 16,2-5-60-16,-1-5 45 0,1-1 4 0,2-3 0 15,0 2-47-15,0 3 34 0,0 6 9 0,0 8 0 16,0-2 47-16,2 5 0 15,1 4-36-15,1 3 50 0,-1 5-4 0,3 2-38 16,1 0 104-16,0 5-47 0,5 0-18 0,-3 4-1 16,5 1 44-16,-3 3-33 0,0 1-1 0,3 4-1 15,-2 2-47-15,0 1 0 0,1 1 48 0,-2 0-75 16,1 5 28-16,-1 5-1 0,0 3 19 0,-1 1-19 16,-1 0-5-16,-2 2 25 0,-2 2-22 0,0 0-12 15,-3 1-14-15,0 0 39 0,-2 2-32 0,0-2 29 16,0-1-7-16,-7 1 6 0,-2 1-6 15,-2-5 5-15,-2 0 2 0,-4 1-36 16,0-2 32-16,-1-2 1 0,-2-3-2 0,-1-1-29 16,0-1-2-16,0-2 30 0,0-3-29 0,3-1-1 15,-2-1 22-15,6 0 4 16,0 0-37-16,1 0 2 0,3 0 23 0,3-3 6 0,2-2-45 0,1 2 0 16,2-1 30-16,2 2 9 0,0 0-137 0,0 2 64 15,0 0 25-15,6 2-284 0,6 9 148 0,4 1 87 16</inkml:trace>
  <inkml:trace contextRef="#ctx0" brushRef="#br0" timeOffset="103971.46">24559 3164 86 0,'0'0'0'0,"0"0"0"0,0 0 0 0,0 0 0 0,0 0 0 0,-1 0 0 0,1 0 127 16,-2-3-49-16,2-1-24 0,-2-2 12 0,2 3 1 15,-2-3-26-15,2 0-8 0,-3 0 30 0,3 0-30 16,0 2 0-16,-1-2-1 15,1-1 17-15,-1 2-16 0,-1-1 0 0,0 4 13 16,-2-5-14-16,1 6 1 0,-1-4 8 0,-1 2-20 16,0 1 11-16,0 0 1 0,-1 1-30 0,1 1-1 15,-1 0 39-15,0 0-9 0,0 0-49 0,1 0 22 16,-1 0-6-16,-1 0 27 0,1 0-22 0,0 5-5 16,-1 0 15-16,0 1-14 0,-2 4 15 0,0 1 2 15,2 0-1-15,-2 4-1 0,1 2-3 0,-1 0 3 16,1 2 22-16,1-1-22 15,-1 1 7-15,2 1-6 0,2 0 23 0,3-1 1 16,-1-1-20-16,2-1-2 0,0-2 29 0,0 0-5 16,0 1-18-16,2-4 12 0,3-1-12 15,3-1 0-15,0 0 10 0,1-3-25 0,2 1 19 0,3-5-3 16,-2 1-48-16,2-4 23 0,1 0 4 0,0 0 18 16,0 0-54-16,1 0 24 0,0-4-9 0,-4-4 32 15,4 0-64-15,-5-4 28 0,2 1-13 0,-3-1-5 16,-1-1 16-16,-1 0-1 15,-1-2 12-15,-1-1-10 0,-3 0 8 0,1 0 8 16,-2-2 10-16,-1 3-11 0,1 0-8 0,1 0 7 16,-3 2 28-16,0 4 0 0,0 0-26 0,0 1-2 15,0 1 79-15,0 6-37 0,0 0-11 0,-3-1 51 16,0 2-29-16,-3 0-1 0,1 10-20 0,-1 2-27 16,1 3 22-16,-2 2-4 0,2 0 2 0,3 2 0 15,-1-2 11-15,3 0-11 0,0-2-37 0,0-1 37 16,0 0-2-16,3 0 6 0,7-3-26 15,-1-2 19-15,2-2-7 0,1 0-7 16,-1-1 9-16,0-5 4 0,5 4-2 0,-4-5-5 16,2 0 6-16,-3 0-1 0,2 0-18 0,0-6 19 15,0-4-2-15,1 0 1 0,-3-4-32 0,-1-1 0 16,2 0 27-16,-4 0-2 0,-1-1-69 0,-2-2 33 16,2 3-8-16,-5-1 6 0,0-1-7 0,-2-1 25 15,0 0 9-15,0 1-13 0,-2-2 9 16,-7 5-7-16,0-2 5 0,0 4-8 15,-5 2 8-15,2 0-5 0,-3 5 33 0,0 2 1 16,0 0-28-16,0 1 7 0,-3 2 24 0,3 0-23 16,1 0-3-16,1 8 5 0,2-1-30 0,0 3 25 15,1-1 1-15,4 0-67 0,1 1 32 0,5-1-3 16,-2 1-105-16,2 1 56 0,0-3 38 0,9 3 8 16,5-2-92-16,9-2 52 0,0-1 26 0,5-1-95 15,6-4-47-15,2-1 85 0</inkml:trace>
  <inkml:trace contextRef="#ctx0" brushRef="#br0" timeOffset="104291.61">25142 3128 475 0,'0'-8'0'0,"0"-2"0"0,0-4 0 0,-4 1 0 0,-5 1 0 0,0 0 0 0,-5 1 156 16,3 1-61-16,-4 3-32 0,2 1 84 0,-4 5-49 15,2-2-36-15,-4 3-1 0,3 0 31 0,-2 11-29 16,2 3 0-16,0 1-23 0,5 0 20 0,1 1-27 15,7-4 0-15,3 1 0 16,0 0 18-16,0-1-10 0,10-1-8 0,4-2-41 16,4-1 41-16,0-1 0 0,3 1-49 0,0-3 21 15,-3 3-1-15,-1-1 29 0,0-1-74 0,-5 4 26 16,-3-3 7-16,0 4 12 0,-6-1-11 0,0 1-17 16,-3 0 38-16,0 3-23 0,-4-1-21 0,-9-2 9 15,0 0 0-15,-6-3-12 0,0 3 34 0,-1-4-8 16,-3 2 6-16,2-3-68 0,-1-1 32 0,1-4-6 15,2 1-133-15,5-2 74 16,3 0 30-16,2 0 27 0,8 0-90 0,1-8 41 16,0-5 30-16,7-1-124 0,12-6 70 0,4 2 46 15,4-5 1-15,-1 1-79 0</inkml:trace>
  <inkml:trace contextRef="#ctx0" brushRef="#br0" timeOffset="104685.23">25262 3046 442 0,'14'-14'0'0,"-6"6"0"0,2 0 0 0,-5 3 0 0,0-1 0 0,-3 1 0 0,0 4 0 0,-2 1 194 0,0 0-80 0,0 0-41 16,-2 4 142-16,-5 7-95 0,2 2-44 0,-1 5-22 16,-1 0 75-16,2 2-48 0,-1 1-16 0,2 2-8 15,2-1-29-15,2 0 5 0,0 2 0 0,0-2-39 16,0-1 47-16,3-3-8 0,8 1-1 0,-1-4-63 16,1-2 32-16,5-2 0 0,-2-1-49 0,2-3 35 15,1-3 0-15,0-2 1 16,-2-2-49-16,0 0 35 0,0 0 5 0,-2-2 0 15,0-6-3-15,-1-3 1 0,-1-2 12 0,-2 0-8 16,1-4 10-16,-3-2 4 0,2 1-2 0,-3-7-33 16,2 1 32-16,-5-4 1 0,1 3-45 0,-3-7 3 15,2 3 37-15,-3-2 1 16,0 0-26-16,0 2 23 0,-8 9-8 0,-3-3 8 0,-2 5 31 0,-2 6 1 16,-2 3-37-16,-1 5 106 0,-1 2-45 0,-8 2-26 15,4 6 10-15,1 7 28 0,0 2-19 0,3 5 1 16,4-2 62-16,1-2-42 15,3 2-8-15,3 2 0 0,4-3 0 0,3-1 7 16,1-1-10-16,0 0-16 0,0 1-55 0,0-3 28 16,5-1 1-16,5-2-121 0,1 0 62 0,5-3 36 15,-2-3 9-15,5-2-137 0,0-2 61 0,3 0 43 16,1 0-394-16,-3 0 202 0</inkml:trace>
  <inkml:trace contextRef="#ctx0" brushRef="#br0" timeOffset="105351.97">23070 4077 448 0,'0'-10'0'0,"0"3"0"0,0 5 0 0,0 0 0 0,0 0 0 0,0 0 0 0,0 2 151 0,2 0-64 0,0 0-26 0,5 0-1 15,1 12 17-15,2 1-22 0,-1 2 8 0,3 2 52 16,-2-1-41-16,3 4-21 0,1-3 0 0,0-3 11 16,2 1 8-16,-2-1-39 15,0-5-33-15,1 0 33 0,0-1-1 0,-2-3 1 0,-1 1-64 0,1-4 28 16,-4 2 0-16,1-2 35 0,-5-2-161 0,1 2 76 16,-3-2 24-16,-1 0-94 0,0 0 47 0,-2 0 38 15,0 0-7-15,0 0-248 0,0 0 108 16,0 0 80-16</inkml:trace>
  <inkml:trace contextRef="#ctx0" brushRef="#br0" timeOffset="105647.7">23470 3957 511 0,'2'-11'0'0,"-2"3"0"0,0 2 0 0,0 3 0 0,0-1 0 0,0 0 0 0,0 2 229 0,0 0-90 16,0-1-57-16,0 3 72 0,0 0-60 0,0 0-31 15,0 0 66-15,0 11-41 0,-3 4-31 0,-5 6 0 16,1 5 6-16,-3 4 0 0,-5 11-30 0,0 0 8 16,-3 8-12-16,-7 10 4 0,2-3-1 0,-1 4 1 15,-3 1-33-15,5-6 9 0,-10 15 23 0,6-10-58 16,3-1 29-16,2-10 0 0,3-1-19 0,3-9 6 16,0 1 17-16,4-9 14 0,3-6-59 0,1-3 25 15,1-2-13-15,1-10 39 0,1 0-96 0,1-4 43 16,1-4 14-16,-1-1-114 0,1-1 60 15,0 0 24-15,0 0 2 0,2-1-237 16,0-9 127-16,0 0 66 0,4-2-102 0,10-4 76 16</inkml:trace>
  <inkml:trace contextRef="#ctx0" brushRef="#br0" timeOffset="105835.24">23619 4212 1215 0,'0'-7'0'0,"0"-2"0"0,0 8 0 0,2-1 0 0,0 0 0 0,3-2 0 0,2-1 0 0,3-1 0 0,3-3 0 0,3 3 140 0,0-5-53 15,1 2-22-15,2-2-24 0,-1 2-9 0,2 2 1 16,-2 2-59-16,-1-1 29 0,-2 5 9 0,-3-2 20 16,-1 3-278-16,-2 0 139 15,-4 0 70-15,0 10-411 0</inkml:trace>
  <inkml:trace contextRef="#ctx0" brushRef="#br0" timeOffset="105995.48">23675 4414 988 0,'0'4'0'0,"0"2"0"0,0-4 0 0,0 1 0 0,0-3 0 0,2 0 0 0,2 0 0 0,3-5 107 0,5-2-29 0,1 1-8 16,1 1 6-16,2 1-23 0,3 0 1 0,1 2-21 15,3 2-241-15,3 0 116 0,-1 12 63 0</inkml:trace>
  <inkml:trace contextRef="#ctx0" brushRef="#br0" timeOffset="106401.82">24240 4760 923 0,'0'0'0'0,"-1"0"0"0,-1 4 0 0,-2-2 0 0,2-2 0 0,-1 0 0 0,-4 0 0 0,2 0 0 0,-1 0 0 0,1-4 0 0,-1-6 88 0,1-4-27 15,-1-3-45-15,0-4 17 0,1-2 0 0,-1-5-1 16,1 0-68-16,-2-4 35 0,4-3 7 0,-3-8 27 16,1-1-80-16,1 0 40 15,-1-5 4-15,-2 2 0 0,5 7-41 0,1-3 27 16,1 4-13-16,0 1 59 0,0 5-40 0,0 6 13 15,10-3 116-15,2 5-55 0,6 5-23 16,0 4 0-16,-1 2 65 0,3 2-37 0,0 6-15 0,2 2 0 16,-2 1-62-16,-1 3 40 0,1 0 7 0,-4 7 3 15,-2 5-42-15,-2 3-1 0,-3 0 35 0,-2 4-87 16,-3 0 35-16,-4 1 22 0,0 1-79 0,0-1 45 16,-9 1 9-16,-3-1 0 0,-3-2 5 0,-2-6-11 15,-3 3 16-15,1-7 10 16,-2-2-26-16,0-2 24 0,-1-2-2 0,3-2-103 15,-1 0 49-15,6 0 25 0,3 0-5 0,-1 0-69 16,7 0 40-16,3 0 20 0,2 0-178 0,0 0 98 16,7 0 47-16,10 4 26 0</inkml:trace>
  <inkml:trace contextRef="#ctx0" brushRef="#br0" timeOffset="106735.51">24742 4253 782 0,'1'-13'0'0,"-1"-2"0"0,0 1 0 0,0-6 0 0,-1 2 0 0,-7 1 0 0,-1 0 0 0,-3 2 0 0,1 2 61 0,-1 5 8 15,-4 3 11-15,-3 3-24 0,-3 2 0 0,-1 3-24 16,-1 12-7-16,-3 6 16 0,2 1-9 0,2 3 1 16,2 0 38-16,8-7-38 0,1 3 0 0,9-3 8 15,3 0 24-15,0-4 1 16,0 1-33-16,10-3-15 0,4-1 15 0,6-2 8 15,-2 1-31-15,3-3 0 0,-3 2 23 0,1 3-1 16,-1-2-59-16,-4 1 26 0,-2 1-8 0,-1-2 39 16,-4 3-126-16,-5 0 57 0,0-3 20 0,-2 5-37 15,0-4 24-15,-11 2-1 0,-7-1 17 0,-1-4 48 16,-1 3-41-16,-8-4 5 0,3 1 4 0,-1-5-5 16,6 1-3-16,-3 0 2 15,3-2-142-15,8-2 70 0,1 0 32 0,8 0 0 16,3-4-244-16,0-7 129 0,9-2 53 0,14-5-182 15</inkml:trace>
  <inkml:trace contextRef="#ctx0" brushRef="#br0" timeOffset="106897.07">24752 4336 787 0,'11'-2'0'0,"-4"2"0"0,-2 0 0 16,0 0 0-16,-3 4 0 0,-2 4 0 0,0 3 218 0,0 0-93 0,0 2-46 0,0 0 217 15,0 2-123-15,0 0-74 0,0 0 4 0,0 1-36 16,0 0 1-16,0-1-35 0,0 1-107 0,0-4 49 15,2 4 29-15,1-5 0 0,-1 0-276 0,2-7 152 16,-1 0 84-16,1-4-461 0,0 0 243 0,0 0 58 16,-3-15 83-16</inkml:trace>
  <inkml:trace contextRef="#ctx0" brushRef="#br0" timeOffset="107021.74">24853 3971 482 0,'3'-9'0'0,"1"4"0"0,2 3 0 0,-1 0 0 0,1 1 0 0,-2 1 91 0,2 0-29 0,-1 3 0 16,0 9-126-16,4 2 41 0,0 7 25 0,0 1-1 16,-1 6-155-16</inkml:trace>
  <inkml:trace contextRef="#ctx0" brushRef="#br0" timeOffset="107604.54">25007 4384 510 0,'2'19'0'0,"-2"2"0"0,0-3 0 0,0-5 0 0,0-4 0 0,0-2 0 0,-2-3 120 0,-4-2-36 0,1-2-30 0,0 0 175 15,3-2-99-15,2-11-48 0,0-4-25 0,0-4-9 16,0-3-15-16,11-1 0 0,0-1-138 0,2 2 69 16,4-3 34-16,-2 7 9 0,5-6-93 0,-3 6 59 15,-2 7 30-15,1 5 4 0,-6 2-37 0,1 4-7 16,-1 2 22-16,-2 0-42 0,-3 9 95 0,-3 8-39 16,0 10-8-16,-2-1 166 0,0 5-78 0,0 2-28 15,0-2 129-15,0 0-68 16,0-7-44-16,0-1 10 0,0-3-63 0,2-4 18 15,-1-8 0-15,8 0 0 0,0-4-109 0,2-4 63 16,4-4 19-16,0-15-82 0,2-3 54 0,-1-5 14 16,1-1 1-16,1-3-216 0,-1-3 86 15,0-7 64-15,-1 0-104 0,0 5 73 0,-3 1 37 0,0 3 3 16,0 1 62-16,-4 8-31 0,-1 3 0 0,-4 10 0 16,-2 0 161-16,0 7-88 15,-1 3-33-15,-1 0 97 0,0 13-47 0,0 12-38 16,0 0 13-16,0 4 226 0,0 2-97 0,2 4-71 15,0-1 123-15,2 1-90 0,1-1-45 0,0 0-15 16,4-6-6-16,0-1-1 0,2-9-23 0,1 0-1 16,-1-2-62-16,0-9 40 0,4 1-9 0,-2-8-103 15,2 0 68-15,2-8 33 0,-2-9-5 0,-2-2-32 16,2-7 2-16,-2-1 25 0,-2-4-119 0,-1-3 63 16,-1-3 7-16,1-9 26 15,-4 1-84-15,-1-3 47 0,-2-3 11 0,0-2 1 16,-3 1-63-16,0 1 49 0,0 7 0 0,-6 11 1 15,-7 4-1-15,0 10 41 0,-6 3-9 0,-1 6 53 16,-5 9-22-16,-1 1 0 0,1 7 115 0,-1 11-68 16,2 4-43-16,3 3 8 0,3-1 258 0,5 3-134 15,8 0-42-15,4 0-43 0,1-4 251 0,0 4-134 16,9-4-60-16,1-7 35 0,12 3-50 16,-1-4-25-16,-1-8 8 0,8 0-60 0,-2-6 0 15,4-1 26-15,-1 0-273 0,-1-6 137 16,0-6 76-16,0-2 27 0,-1 1-697 0</inkml:trace>
  <inkml:trace contextRef="#ctx0" brushRef="#br0" timeOffset="165065.56">2709 12520 480 0,'-11'0'0'0,"2"0"0"0,-2-2 0 0,3 0 0 0,3 2 0 0,-1 0 0 0,-1-1-46 0,3-2 47 0,-3 3-8 16,4 0-3-16,0 0 39 0,0 0 0 0,0-1-1 15,3 1-61-15,0 0 23 0,0 0 0 0,-2 0-13 16,2-2 0-16,0 2 37 0,0 0 4 0,0 0-32 16,0 0 26-16,0 0-28 0,0 0 22 0,0 0 50 15,0 0-25-15,0 0 3 0,0 0 26 0,0 0-22 16,0 0 0-16,0 0-11 0,0 0 89 0,0 0-37 16,0 0-27-16,0 0 44 0,0 0-31 0,0 0 8 15,0 0-40-15,0 0 17 16,0 0-17-16,0 0 0 0,0 0 32 0,0 0-24 15,0 0-9-15,0 0 1 0,2 0 11 0,5 0-11 16,0 0-1-16,-1 3 9 0,1 1-8 0,3 0 0 16,-3 0 0-16,1 0-25 0,2 0 1 0,-3-3 32 15,3 3-8-15,-2-2-45 0,3 0 21 0,-3 0-7 16,1-2 27-16,0 1-46 0,3-1 13 0,-4 0-1 16,2 0-9-16,2 3 1 0,-4-3 21 15,2 0 10-15,1 0-15 0,2 0 9 16,-2 0-7-16,3 0 23 0,0 0-19 0,2 0 5 15,-1 0-5-15,2-4 33 0,2 0-28 0,-2-2-2 16,2 1 4-16,1-1 8 0,2 0-7 0,-2 1-3 16,0-1-36-16,2-1 36 0,0 1 1 0,0 2 3 15,-3 1-20-15,2-2 15 0,2 4-2 0,-3-1-8 16,2 0 5-16,0 2 6 0,1 0-9 0,-3 0 12 16,2 0-9-16,5 2 1 0,-4 4 31 0,-1-2-27 15,6-1-2-15,-1 1 0 16,0-2-8-16,0 2 8 0,3-3 3 0,0-1 1 15,0 0-30-15,2 0-1 0,0 0 26 0,0 0-25 16,1 0 22-16,-1 0 4 0,0 0-7 0,3 0-37 16,-2-1 33-16,0-1 5 0,1 0-27 0,1-2 25 15,1 0-7-15,-5 3 5 0,3-3-3 0,3 1 3 16,-4 2-2-16,2-1 1 0,0 0 20 0,0 0-19 16,0 0 0-16,1 2 8 0,1-2-6 15,-4 2-2-15,4-2 3 0,-2 2 19 16,1-1-18-16,2-1-2 0,-1 0 20 0,1 2-18 15,-1-2 1-15,-1 1-1 0,7-1-17 0,-2-1 17 16,-4 2 2-16,8-1-2 0,-5 1-24 0,3-2 23 16,-3 0-2-16,3 2-14 0,-2-1 14 0,3 0 1 15,1 1-3-15,-3-1 4 0,0 0-5 0,0 2 3 16,-2-2-5-16,8 2 1 0,-4 0 1 0,-2 0 2 16,2 0 0-16,-1 0-1 0,-4 0 2 15,9 0-2-15,-6 0 28 0,4 0-26 16,-3 0 0-16,1 0 31 0,-4 0-29 0,8 0-1 15,-3 0 3-15,3 0-1 0,0 0 1 0,1 0-2 16,-6-2 7-16,11 2-14 0,-3 0 9 0,-2-1 1 16,1 1-12-16,0 0 10 0,0 0 1 0,-2-3-2 15,3 3-10-15,3 0 8 0,-3 0 2 0,2-1-17 16,0 1 15-16,-2 0 0 0,1 0 1 0,-1 0-27 16,0 0 26-16,-1 0 0 0,-6 0-1 0,10 0-20 15,-5 0 20-15,2 0-4 16,-3 0-9-16,3 0 9 0,-1 0 0 0,-1 1-2 15,2 2 30-15,-3 0-28 0,4 1 1 0,-4-1 31 16,3 2 0-16,-2 2-26 0,-1-1-2 0,3-1 19 16,2 2-17-16,-3 1 5 0,1-2-11 0,2 1 12 15,-3 1-4-15,1 1 6 0,2-1-34 0,-3-1 28 16,1 0 2-16,2 1-27 0,-4-2 24 0,5-1-5 16,1 1 4-16,0 0-15 0,-2-4 13 0,0 1-2 15,4 1 2-15,-2-2-5 0,-2 0 5 16,0 0-2-16,2-2 1 0,-2 2 0 15,-1 0 0-15,2-1 0 0,0 1-6 0,0 2 5 16,-4-2 1-16,1 1 0 0,-1 2-21 0,1-1 19 16,-2-1 1-16,-6 1 4 0,8 1-5 0,-3-1 0 15,2 0 0-15,-1 0 8 0,-3 0-8 0,-1-3 0 16,8 2 28-16,-4-2-26 0,-1-1-1 0,3 0 2 16,0 0 21-16,-4 0-18 0,2 0-3 0,-1 0 6 15,4 0 30-15,-1-1-31 16,0-2-2-16,2-1 16 0,-2 3-15 0,3-3 4 15,-1 2-3-15,0-2 2 0,0 2-2 0,0-1 5 16,2 1-35-16,0-2 29 0,1 1 2 0,1 0-2 16,0-1-18-16,2 1 16 0,-1-1 2 0,0 0-28 15,-1 1 0-15,1-1 21 0,-1 0 4 0,-1 0-33 16,0-1 30-16,9 3-5 0,-14 1 4 0,8-4 5 16,-3 4-5-16,3-4-5 0,-3 4 27 0,1-2-23 15,2 2 0-15,-5-1 1 16,5 0 31-16,-1 0-29 0,8 2 2 0,-6-2-2 15,0 2 13-15,2-2-9 0,0 1-3 0,-7 1 17 16,12-3-13-16,-7 2-2 0,2-1 3 0,2 0 4 16,0 0-6-16,-6 0 3 0,11-2-1 0,-5 3-16 15,2-3 14-15,-2 0 0 0,0 1-19 0,-6-1 19 16,16-2-2-16,-9 2-13 0,3-1 12 0,-1 0 1 16,-1 2-2-16,-6-1-22 0,12 0-2 0,-7 1 23 15,-4 1-4-15,2 0-9 16,1 2 8-16,-7 0 2 0,10 0 13 0,-7 0-12 15,0 0-2-15,-5 0 1 0,3 0 17 0,0 0-16 16,0 0 0-16,0 0 0 0,6-2 12 0,-4 1-11 16,-7-1 5-16,6-1 2 0,-1 2-4 0,0-1-1 15,-2-2 2-15,0 1-2 0,1 2 1 0,-3-1-1 16,3 0 8-16,0 1-7 0,-2 1-1 0,2 0 1 16,-3 0 27-16,3 0-27 15,-3 0 1-15,0 0 0 0,1 0 24 0,-2 0-23 16,0 0 2-16,0 0 4 0,4 0-2 0,-2 1-3 15,-1 1 4-15,-2-2-25 0,3 2 25 0,-2-1-4 16,0 2-22-16,-2 1 0 0,-1-1 19 0,-2 2 2 16,-4-2-33-16,10 4 30 0,-7-1-4 0,0 2 6 15,0-1-5-15,-2 1 2 0,-4-2-4 0,7 2 21 16,-5 0-19-16,-1 1 1 0,0-1 0 0,-1-2 29 16,-3 1 4-16,7-1-30 0,-4 0 19 15,0 1-17-15,3-3 5 0,-3 2-4 16,-2-1-9-16,6-1 9 0,-4-1 3 0,3 2-24 15,-3 0 21-15,-2-2 0 16,-1 2 0-16,5-2-10 0,-2 1 6 0,-7 0 3 0,6 0-7 0,3 1-4 16,-7-1 7-16,7 0 2 0,-9-1-14 0,3 3 13 15,1-2-1-15,-3 1 1 0,1-1-30 0,-2-1 29 16,-3 4-2-16,-1-4-9 0,-1 2 8 0,-3-2 2 16,-3 1-4-16,0-1 17 0,-3 1-15 0,-1-1 1 15,0 3-2-15,-4-3 32 16,-2 0-30-16,0 1 2 0,-2 0 41 0,-1-3 0 15,-1 3-34-15,0-2-5 0,-1 2 24 0,0-2-15 16,-3-1-4-16,1 1-25 0,-1 0 27 0,-1 1-2 16,-1 0 6-16,2-1-75 0,-1 0 33 0,-2 0 0 15,1 0 28-15,-1 2-55 0,0-3 20 0,-2 1 6 16,2-2-231-16,-2 2 106 0,0-2 65 16</inkml:trace>
  <inkml:trace contextRef="#ctx0" brushRef="#br0" timeOffset="187815.56">21486 3660 67 0,'-7'0'0'0,"3"0"0"0,-1 0 0 0,1 0 0 0,3 0 0 0,-3 0 0 0,2 0 42 0,0 0-2 0,0 0-30 16,2 0 26-16,0 0 0 0,0 0-21 0,0 0 3 15,0 0 30-15,0 0-31 0,0 0 0 0,0 0 0 16,0 0 4-16,0 0 1 0,0 0-5 0,0 0 23 15,0 0-21-15,0 0-1 0,0 0-17 0,2 0 23 16,-2 0-3-16,0 0-2 0,0 0 8 0,0 0-8 16,0 0 0-16,0 0 4 0,2 0-6 0,-2 0 2 15,0 0-1-15,0 0 0 0,0 0 2 0,0 0 3 16,0 0-5-16,0 0-101 16,0 0 46-16</inkml:trace>
  <inkml:trace contextRef="#ctx0" brushRef="#br0" timeOffset="-200006.45">27415 13650 252 0,'0'-5'0'0,"0"1"0"0,0 3 0 0,0-4 0 0,0 4 0 0,0-3 72 0,0-2 8 15,0 3-48-15,0-2 28 0,0 3 0 0,0 0-27 16,0-1 23-16,0 2 8 0,0-1-31 0,0 0 0 15,0 2 35-15,0 0 0 0,-2 0-35 0,2 0 8 16,0 0 21-16,-2 0-1 0,-2 0-28 0,-3 0 27 16,-3 4-19-16,-2 7-8 0,-4 4 0 0,-3 3 26 15,-1 3-26-15,-5 6 0 16,-3 0-2-16,-8 10 2 0,2-3 0 0,1 4 0 16,-5 1-24-16,-4 7 0 0,3-4 32 0,-7 10-9 15,2-1-29-15,-1-1-8 0,-1 2 35 0,2-2-68 16,7-5 37-16,-11 8-13 0,10-14 36 0,0 3-36 15,2-5 0-15,4-5 20 0,8-8-17 0,-1 1 16 16,4-4 6-16,7-5-10 0,-4 1 32 0,4-4-3 16,-5 0-18-16,8 0-6 0,-5-1 3 15,2-1 1-15,0 0-1 0,3-5-17 16,2 4 21-16,-1-5 0 0,4-2-3 0,0 0-23 16,3-2 0-16,1 2 20 0,1-3-114 0,-1 0 52 15,2 0 27-15,0 0-11 0,0 0-77 0,0 0 44 16,0 0 27-16,0 0 4 0,3-3-326 0,7 2 167 15,0-7 83-15</inkml:trace>
  <inkml:trace contextRef="#ctx0" brushRef="#br0" timeOffset="-199729.45">26522 14373 761 0,'0'-14'0'0,"0"5"0"0,0 3 0 0,0 1 0 0,0 0 0 0,0 2 0 0,0 1 0 0,0-1 105 0,0 3-36 0,-3 0 1 15,-3 10 17-15,-1 7-27 0,-3 6 8 0,-1 5-35 16,-7 9 26-16,2 3-27 0,-5-1 1 0,1 0-46 16,-1-3 31-16,-3 8-9 0,3-7 24 0,3-6-38 15,0 0 38-15,2-3 0 16,4-8 29-16,2 0-7 0,5-6-22 0,2-3-17 16,-2-6 42-16,5 0 1 0,0-1-29 0,0-2 0 15,7-2-7-15,5 0 9 0,8 0 0 0,2-8 19 16,6-8-19-16,8-5 1 0,0 1 0 0,-1-5-140 15,4 2 68-15,-3 5 35 0,11-7-390 0,-1 7 195 16,0 0 79-16,0 3 54 0,3-1-380 0</inkml:trace>
  <inkml:trace contextRef="#ctx0" brushRef="#br0" timeOffset="-198780.45">27328 13632 453 0,'-2'-2'0'0,"2"-2"0"0,-3 2 0 0,1 1 0 0,0-1 0 0,-1-3 0 0,3 4 0 0,0 0 0 0,-1-1 79 0,1-1-23 16,0 2 8-16,0-3-5 0,1 0 1 0,6-1-27 15,3 1-1-15,0-2 32 0,0 3 9 0,2-4-41 16,1 4 30-16,0-1-30 0,1 2 1 0,2 1 0 15,0-1 39-15,4 0-9 0,-2 0-30 0,3 2 0 16,-1 0 35-16,6 0-35 0,-3 0 7 0,5 0-6 16,0 0-1-16,4 0-1 15,0 0 1-15,4 0-5 0,1 0 13 0,10 0-8 16,-2 0 2-16,2 0-2 0,1-2 0 0,1-4 0 16,3-1-32-16,-4 1 31 0,4-3 0 0,-1 1-6 15,-3-1-46-15,1-1 21 0,-6 3 6 0,6-3-23 16,-6 3-1-16,-8 1 33 0,-1 3 5 0,-2-1-29 15,-6 1 5-15,-2 2 9 0,1-2 8 0,-1 2-4 16,-3-1 3-16,0 0-5 0,0 0 12 16,-1-1-10-16,2-2 2 0,0-1 30 0,-1-1-29 15,1 0 5-15,-1 2-5 0,-2-3-21 16,-2 3-3-16,2-3 25 0,-6 2-1 0,-2 3-27 16,0-3-3-16,-3 3 25 0,-1 1-19 0,-4 0 18 15,0 0 1-15,1 0-4 0,-2 2 0 0,-2 0-3 16,3-2 5-16,-1 2-17 0,0 0 16 0,-1-1-5 15,2 1 4-15,4-3-35 0,-4 3 33 0,0-1 2 16,3 1-1-16,-1-3-66 0,-2 3 30 16,1 0-4-16,-3 0-63 0,2 0 41 0,-1-1 23 15,-2 1-17-15,0 0-4 0,0 0 13 16,0 0 0-16,0 0 3 0,0 0 14 0,0-2-21 16,0 2 1-16,0-3-94 0,-5 3 54 0,0 0 28 15,0 0-1-15,2 0-278 0,-3 0 157 0</inkml:trace>
  <inkml:trace contextRef="#ctx0" brushRef="#br0" timeOffset="-198508.35">28917 13151 836 0,'-10'0'0'0,"1"0"0"0,-1 0 0 0,5-1 0 0,2-1 0 0,-2 0 0 0,5 0 0 0,0-1 149 15,0 3-63-15,12 0-26 0,11 0 88 0,2 0-58 16,1 9-29-16,6-2 9 0,4 2-9 0,-3 3-28 16,-1 0 0-16,0 0-64 0,-4 4 32 0,-5-5 8 15,4 5 24-15,-6 1-34 16,-7-4 0-16,0 6 34 0,-4-2 8 0,-8 2-76 16,-2 3 8-16,-4 1 25 0,-14 3-49 0,-12 2 31 15,0-4 3-15,-11 8-2 0,3-5-45 0,0-1 33 16,-1 1-7-16,2 1-240 0,7-6 121 0,-7 8 72 15</inkml:trace>
  <inkml:trace contextRef="#ctx0" brushRef="#br0" timeOffset="-197532.2">27278 11936 397 0,'0'-6'0'0,"0"2"0"0,0 3 0 0,0-3 0 0,2 0 0 0,-2 2 0 0,1-1 0 0,-1 0 65 15,0 0-9-15,2 1-23 0,-2 2 44 0,0-1-22 16,0 1 0-16,0 0 22 0,0 0-44 0,0 0-1 15,2 0 1-15,-2 0 15 0,0 0-15 0,0 9 8 16,0 5 25-16,0 6-1 0,0 6-32 0,0 2 0 16,0 5 52-16,-2 11-31 15,-3-3 1-15,0 8-22 0,-1 2 20 0,0 13 0 16,2-10-12-16,0 20-4 0,1-5-4 0,1 2 0 16,2-1 0-16,0 0-29 0,0-10 37 0,0 13-8 15,0-10-24-15,2 2 24 0,1-4 0 0,-1 4-1 16,0-14-12-16,-2 6 13 0,0-7-11 0,0 0 9 15,0-5-38-15,0-2 34 0,0-4 4 0,0 0-41 16,0 0 34-16,0-6 2 0,0-1-2 0,0-8-58 16,0-1 28-16,0-4-4 15,0-5-72-15,0-2 47 0,0-7 17 0,0 0-1 16,0-4-184-16,0-1 99 0,0 0 34 0,0 0 30 16,0 0-219-16,0-8 113 15,0-5 48-15,0-8-254 0,0 1 160 0</inkml:trace>
  <inkml:trace contextRef="#ctx0" brushRef="#br0" timeOffset="-197196.1">27211 11909 527 0,'0'-18'0'0,"0"5"0"0,-3 2 0 0,1 3 0 0,0-2 0 0,0 2 0 0,-1 0 148 0,-2 1-62 0,2 3-26 15,1 2 37-15,-1 0-33 0,-2 2 1 0,-1 0-24 16,0 2 27-16,-5 17-1 0,-3 3-34 0,-3 8 0 15,-3 5-23-15,1-2 8 0,-7 12 14 0,3-6-69 16,0 0 34-16,7-7 1 16,-3 1 34-16,2-3-176 0,4-2 80 0,5-7 22 15,1-3-87-15,5-5 45 0,1-1 41 0,1-7-11 16,0-5-222-16</inkml:trace>
  <inkml:trace contextRef="#ctx0" brushRef="#br0" timeOffset="-197036.5">27197 11874 942 0,'0'0'0'0,"0"0"0"0,2 0 0 0,1 0 0 0,3 2 0 0,2 0 0 0,3 4 0 0,3-1 162 0,0 2-65 0,4 3-31 0,1 1 173 16,8 4-107-16,-3 2-49 0,5 2-179 0,4 7 64 16,1 1 33-16,0-4 7 0,7 15-200 0,-1-5 112 15</inkml:trace>
  <inkml:trace contextRef="#ctx0" brushRef="#br0" timeOffset="-196414.95">25646 13652 563 0,'0'-7'0'0,"0"3"0"0,0 3 0 0,0-2 0 0,0 3 0 0,0 0 0 0,2 0 0 0,5 0 72 0,0 0-31 0,7 6-8 0,-1-2 40 16,6-1 0-16,-3 1-40 15,5-1 28-15,2-2 9 0,-2 1-37 0,4 0-1 16,-2-2-95-16,0 0 48 0,4 0 24 0,-6 0 8 16,9 0-219-16,-1-4 113 0,-1-2 40 0,2-1-236 15</inkml:trace>
  <inkml:trace contextRef="#ctx0" brushRef="#br0" timeOffset="-196264.59">26335 13536 301 0,'17'0'0'0,"-2"0"0"0,4 0 0 0,-1 0 0 0,1 0 0 0,-1-2 233 16,0-3-100-16,-1 1-50 0,1 2 37 0,1 0-36 16,-1 2-29-16,2 0-1 0,4 0-52 0,3 0 0 15,-1 0 31-15,0 4 8 0,7 1-254 0,-2-1 119 16,0-2 60-16,-1 0 31 0</inkml:trace>
  <inkml:trace contextRef="#ctx0" brushRef="#br0" timeOffset="-196129.38">27066 13518 753 0,'9'0'0'0,"-2"0"0"0,1 1 0 0,-1 1 0 0,1-2 0 0,1 0 0 0,-1 0 0 0,1 0 0 0,4 0 159 0,2 0-64 0,1 0-31 15,6 0 7-15,-1 0 9 0,4 0-48 0,-4 0 1 16,6 2-109-16,-2 1 54 0,1 1 27 0,-6 2 9 15,1-1-308-15</inkml:trace>
  <inkml:trace contextRef="#ctx0" brushRef="#br0" timeOffset="-194537.49">26138 13630 220 0,'0'0'0'0,"2"0"0"0,-2 0 0 0,2 0 0 0,-2 0 0 0,1 0 0 0,-1 0-15 0,2 0 39 0,-2 0 6 15,1 0 4-15,-1 0-10 0,3 0 0 0,-3 0 0 16,2 0 39-16,-2 0-29 0,0 0-8 0,0 0-8 16,0 0 9-16,0 0 0 0,0 0 0 0,3 0-33 15,-3 0 32-15,2 0-1 0,0 2-33 0,-1-2 32 16,1 0 0-16,1 2 3 0,-1-2-19 0,0 1 10 15,0-1 3-15,0 0-7 0,-1 2-19 0,1 1 20 16,0-3 4-16,0 1-21 16,0 1 18-16,-2 2 0 0,3-1 4 0,1-1-13 15,-2 0 9-15,2 1-2 0,-3 0 1 0,4-1 3 16,-2 1 0-16,1 2-4 0,0-4 6 0,1 3-6 16,0 0 1-16,0 0 0 0,1-1 24 0,1 0-22 15,-3 0-1-15,3 3 2 0,0-3-10 0,1 1 10 16,0 2 3-16,-1-2-21 0,0 0 16 0,0 1 0 15,-1 1 1-15,2-1-13 0,-3-1 15 16,4 2-6-16,-2-3-12 0,1 2 13 16,-1 0 0-16,1 1-3 0,1-2-1 0,-2-1 1 15,2 1 2-15,0 0 14 0,0-1-14 0,0 1 0 16,1-1 3-16,0-1 6 0,2 2-9 0,-4-1 1 16,5 0 3-16,-6-2 1 0,7 4-1 0,-3-3-2 15,2-1-9-15,0 2 9 0,-2-1-1 0,3-1 2 16,0-1-10-16,2 2 8 0,-3-2 1 0,2 2-23 15,0-2 21-15,2 2-2 0,-2-2 5 16,0 1-43-16,0 2 38 0,2-3-2 16,-1 0 1-16,3 0-23 0,0 0 24 0,0 0-6 15,0 0-3-15,-1 0 4 0,3 0 1 0,0 0-1 16,-3 0-11-16,0 0 11 0,0 0 0 0,-1 0-20 16,1 0 19-16,-2 0-1 0,-1 0 1 0,2 0-9 15,-2 0 8-15,0 0 0 0,0 0 13 0,2 0-14 16,-3 0 1-16,4 0-1 0,-1 0 27 0,1 0-1 15,1 0-24-15,1-3 3 16,-2 2 20-16,1-1-21 0,1 0 4 0,-2-1-17 16,1 1 18-16,0-1-3 0,0 2 7 0,-1-1-30 15,-1 2 0-15,1 0 22 0,-1 0-1 0,0-2-38 16,0-1 33-16,-2 2 3 0,0-2-27 0,2 2 25 16,-2-1-6-16,0 1 5 0,0-2-12 0,2 0 11 15,-3-1-2-15,2 2-3 0,-1-1 3 0,0-3 1 16,1 1-1-16,2-2 0 0,-2 2 0 0,0-3 1 15,-2 3-1-15,2-1-4 16,-4 1 4-16,2-1 0 0,-4 2-14 0,2-2 14 16,0 3-1-16,-3-3 0 0,4-1 0 0,-2 2 1 15,2-5-2-15,-1 0 1 0,1 0 28 0,-3 2-28 16,4-2 1-16,-1-2 4 0,1 3-3 0,-1-1-1 16,-1 2 5-16,-3 0-3 0,3-1 1 0,-4 1-2 15,2 2-35-15,-1 1 35 0,-2-1 0 0,0 3 0 16,0-3-30-16,-1 2-1 0,1-2 25 0,-4 3-3 15,4-1 2-15,-2-2 0 0,0-2-4 0,-1 3 19 16,0-4-17-16,0 5 2 16,-3-4-4-16,1 1 27 0,0-1 2 0,-1 3-24 15,3-3 25-15,-4 4 1 0,0-2-17 0,0 1-5 16,0 1-40-16,0 1 1 0,0-1 42 0,0 2-195 16,0 1 88-16,-4-2 43 0,-1 3 18 0,-3 0-162 15,0 4 75-15</inkml:trace>
  <inkml:trace contextRef="#ctx0" brushRef="#br0" timeOffset="-194017.41">26106 13650 331 0,'-6'0'0'0,"2"0"0"0,0 2 0 0,1-2 0 0,-1 0 0 0,0 0 0 0,3 0 0 0,-1 0 63 0,2 0-1 0,0 0 28 0,0-2-33 16,0-8 1-16,3-1-26 0,8-2 5 0,0-1-4 16,2-1 8-16,3 0-9 0,1-2-22 0,2-2 0 15,-1 2 23-15,4 0-104 0,2 0 59 0,1 3 16 16,4-2 1-16</inkml:trace>
  <inkml:trace contextRef="#ctx0" brushRef="#br0" timeOffset="-193852.59">26727 13269 640 0,'4'-4'0'0,"0"1"0"0,1-1 0 0,1 3 0 0,0-4 0 0,0 0 0 0,1 1 0 0,0 1 86 0,5-2-27 15,3 2 1-15,2 1-22 0,4 1-5 0,4-1 0 16,2-1-1-16,5 3-247 0,0-1 117 0,1-1 63 16,2 0-267-16</inkml:trace>
  <inkml:trace contextRef="#ctx0" brushRef="#br0" timeOffset="-193710.37">27292 13166 411 0,'11'0'0'0,"-2"0"0"0,0 2 0 0,3-2 0 16,-3 0 0-16,2 0 0 0,-2 0 126 0,1 0-46 0,-1 0-24 0,5 0 44 0,0 0-25 15,1 0-8-15,1 1-34 16,4 6-133-16,0 2 67 0,-1-1 33 0,4 1-120 16,-3-2 69-16,1 3 37 0,0-5 1 0,-1 1-258 15,-1-4 132-15</inkml:trace>
  <inkml:trace contextRef="#ctx0" brushRef="#br0" timeOffset="-193585.86">27696 13247 551 0,'7'0'0'0,"-5"4"0"0,3-3 0 16,-3 1 0-16,-1 2 0 0,3-2 0 0,-2 0 0 0,2 0 88 0,1-1-28 0,2 3 0 0,1-1 9 0,4 0 1 0,1 2-30 15,2 1-33-15,4 0-1 16,-1 2 27-16,2 1-1 0,-1 2-254 0,0 2 134 16,-1 1 55-16,0 0 31 0,-3 0-281 0,0-1 142 15</inkml:trace>
  <inkml:trace contextRef="#ctx0" brushRef="#br0" timeOffset="-193477.13">28011 13437 370 0,'9'6'0'0,"-2"-1"0"0,-2-2 0 0,0 1 0 0,1-1 0 0,-1 0 0 0,-2-2 0 0,-1-1 166 0,0 3-71 0,-1-3-30 0,2 3-1 16,-1-2 107-16,1 2-69 0,1 3-26 0,1 0 2 15,-2 1-23-15,3 2 0 16,-3 3-22-16,-2 1-69 0,4 2 42 0,-2-2-8 16,-1 2-306-16</inkml:trace>
  <inkml:trace contextRef="#ctx0" brushRef="#br0" timeOffset="-192458.62">26239 12457 267 0,'0'0'0'0,"0"0"0"0,0-3 0 0,0 2 0 0,-2-1 0 0,2 1 0 0,-2-2 0 0,1-1-1 0,-1 2 29 0,0 0-1 16,2 1 9-16,-2-1-8 0,2 0-1 0,0 0 7 15,0 2 19-15,0 0 0 0,0 0-23 0,0 0 0 16,0 0 9-16,0 0 0 0,0 0-8 0,0 0 1 15,0 7-2-15,-2 1 2 16,2 2 13-16,-3 2 22 0,3-1 0 0,-2 1-34 16,2 3-18-16,0 0 18 0,0 0 8 0,0 2-8 15,0 0-21-15,0 2 0 0,0 0 21 16,0 0 0-16,0 1-26 0,0 1 25 0,0 0-3 0,2 1 9 16,1 0-14-16,-1 3 5 0,0-2-8 15,0 3 18-15,0-2-15 0,-1 2 3 0,-1 2-15 16,0 0 15-16,0 5 9 0,0-3-9 0,0 4 0 15,0-2 0-15,0 2 1 0,-1-1-1 16,-1-2-12-16,0 4 11 0,0-3-1 0,0 0-24 16,2-3 23-16,0 0 0 0,0-3 5 0,0 2-26 15,0-1-3-15,0-5 23 0,0 0-53 0,0 1 25 16,0-1-2-16,2-3 25 0,0 0-40 0,0-2 0 16,0-2 26-16,-2-2 7 0,0-1-31 0,0-1-1 15,0-2 20-15,0 3-24 0,0-1-3 0,0-2 29 16,-4-1-5-16,0 1-37 15,-1-4 36-15,2 1 3 0,-2 1-52 0,0-5 23 16,4 3-8-16,-1-4 32 0,0 1-113 0,1-2 53 16,1 0 17-16,0 0 0 0,0 0-167 15,0 0 97-15,12-6 43 0</inkml:trace>
  <inkml:trace contextRef="#ctx0" brushRef="#br0" timeOffset="-191702.12">27905 12528 228 0,'0'-4'0'0,"0"0"0"0,0 0 0 0,0-1 0 0,2 1 0 0,0-2 0 0,-2 3 0 0,0 1 49 0,0-2-15 16,0 2-7-16,0 0 55 0,0 1-24 0,0-1-1 16,0 0 27-16,0 2-17 0,0 0-9 0,0 0-25 15,0 0 2-15,1 0-3 0,1 0 1 0,0 0 8 16,-1 0 12-16,3 4-20 0,-4 1-1 0,3 3 46 16,-1-1-15-16,-2 2-8 0,0 3-22 0,0-3 46 15,0 2-23-15,0 1 0 0,0-1 26 0,0 2-50 16,0 0 1-16,0 1 0 15,0 0 8-15,0 1-8 0,0 2 8 0,0-1-9 16,2 4-7-16,0-1 7 0,-1 1 1 0,2 1-27 16,2 2 35-16,-2 3-9 0,1 1 1 0,1 1-23 15,-3 4-9-15,-2 1 30 0,3 3-35 0,-1 6-5 16,-2-2 28-16,0 2 6 0,0-1-41 0,0 2 0 16,0-6 36-16,0 3-45 0,0 0 18 0,0-5 0 15,0 1 15-15,2-2-27 0,-1-2 25 0,1-1 3 16,1 2-10-16,2-5-45 0,-2 0 20 15,-1-5 1-15,0-1-81 0,-1-1 51 16,3-4 18-16,-4-3 0 0,0-4-129 0,0 0 73 16,0-2 17-16,0-2 29 0,0 0-200 0,-4-3 107 15,-2 2 53-15,-4-5-103 0</inkml:trace>
  <inkml:trace contextRef="#ctx0" brushRef="#br0" timeOffset="-190845.42">26278 12524 318 0,'0'-4'0'0,"0"0"0"0,0 0 0 0,0 1 0 0,0-1 0 0,0 0 0 0,0-1 0 0,0 3 0 0,0 0 24 0,0 0-1 16,0 0-34-16,0 2 34 0,0 0-1 0,4 0 5 16,0 0-40-16,2 2 0 0,-1 4 31 0,1-1-1 15,1 1 6-15,3 2-2 0,-1-1-4 0,2-1 36 16,1 1-36-16,1 1-2 0,2-3 2 0,0 3 27 16,1-2-26-16,5 1-1 0,-2-1 0 0,2 1 8 15,1-1-6-15,0-1 12 0,5 2-16 0,-2-4 8 16,1 3-2-16,1-3 1 15,2 1-19-15,-1 2 21 0,4-3-4 0,-2 1-26 16,2 0 0-16,2-2 20 0,2 2 3 0,0-3-27 16,-1 3 25-16,3-2-3 0,-1 0-12 0,-1 0-19 15,0 1 34-15,-4 1-7 0,-5 1-22 0,3-1-3 16,-5 2 26-16,0-1-6 0,-3 0 8 0,0-2-7 16,1 2 2-16,0-2 22 0,0-2-1 0,-2-1-21 15,0 0 0-15,6 0 25 16,-4 0 1-16,0 0-21 0,2-1-23 0,1-5 24 15,-3 1 5-15,5-4-5 0,-3 5-28 0,-1-4 2 16,0 0 24-16,-2 1 0 0,0 1-47 0,1-1 21 16,-1 2 0-16,0-5 13 0,0 3-29 0,-2-3 25 15,-1 2-6-15,-3-1-21 0,1 0 23 0,-2-1 6 16,-3 4-8-16,-1-3-17 0,-4 3 18 0,0-1 3 16,-2 3 0-16,-2-1 0 0,1 1-2 0,-2 2 2 15,0-2-1-15,-2 2 0 0,0 1 2 16,0-2-22-16,0 2 21 0,0-1-1 0,0 0-3 15,0 0-84-15,0 1 39 0,0-2 21 16,0 2-9-16,0-1-60 0,0 0 28 0,0-2 28 16,-8 2-73-16,-1 0 45 0</inkml:trace>
  <inkml:trace contextRef="#ctx0" brushRef="#br0" timeOffset="-189679.7">26232 12464 385 0,'0'0'0'0,"0"-2"0"0,0 0 0 0,0 1 0 0,0-1 0 0,0-1 0 0,0 2 0 0,0-1 71 0,0 1-38 16,0-2 0-16,0 3 31 0,0 0-32 0,0 0 1 16,0 0-27-16,0 0 27 0,0 0 0 0,0 0 8 15,0 0-66-15,0 0 29 0,0 0 0 0,0 0 29 16,0 0-85-16,0-3 35 0,0 2 17 0,2-1-8 16,1 0 1-16,3 1 7 0,-1-1 12 0,-2 0 23 15,2 0-25-15,-1 0-9 0,0 1 35 0,-1-2-23 16,-1 2-2-16,-1 1 13 15,2-2-52-15,-1 2 47 0,-1 0-6 0,-1 0-30 16,2-2-1-16,0 2 32 0,0 0-2 0,0-3-32 16,-2 3 0-16,2-1 17 0,2 1 31 0,0-2-25 15,-1 1 0-15,3-3-3 0,1-1 40 0,1 0-37 16,3-1 1-16,-2 1 3 0,2-2 30 0,2-1 4 16,0 0-33-16,0 3 26 0,1-3-23 0,-2 3 10 15,1-1-9-15,1 0-19 0,-1 0 20 16,4 1 4-16,-1-1 0 0,3-1-25 0,-1 1 20 15,3 0-3-15,4-1 1 0,-1 0-2 16,-2 1 5-16,7 0-7 0,-5 1-7 0,4-2 8 16,1 2 2-16,-1 0 3 0,2 0-1 0,0 1-1 15,2-2-1-15,0 2 0 0,-2 0 0 0,0 1 1 16,-6-1 9-16,5 0-10 0,-2 0 0 0,-2 2 0 16,-4 1 30-16,-2-1 0 0,3 0-25 0,-1 2 0 15,-3 0 7-15,-1 0-6 16,2 0-2-16,0 0 26 0,-2 0-20 0,1 0-1 15,-2 0-2-15,0 0-22 0,1 2 22 0,-1 0 3 16,1-2-26-16,1 1 22 0,-1-1 0 0,0 2-2 16,0-2-32-16,-2 0 30 0,0 0 5 0,0 2-8 15,-2 0-11-15,1-2 11 0,-5 1 3 0,2 4-28 16,-1-3 25-16,-1 1 0 0,0 1-2 0,-2 0-21 16,0-1 22-16,3 1-3 0,-4-1 2 0,1 2-1 15,1-2-1-15,0 1 1 0,-1-1 8 0,0 1-8 16,2 1 1-16,-1-2-1 15,0 0 21-15,1 0-20 0,1 1 0 0,-2-1 12 16,0 1-8-16,3-2-4 0,-3 2 5 0,0 0-1 16,-1-1 0-16,0 2-2 0,0-2 4 0,-2 0-3 15,-1 1 1-15,1-1-1 0,-1 2 32 0,2-2-32 16,-2 3 4-16,1 0-3 16,-1-2 22-16,2 1-21 0,-1 1 1 0,-1-1-3 0,2 1 8 15,-1 0-5-15,0-1 4 0,2 1-32 0,-2 0 29 16,3-1 0-16,-4 3-21 0,1-2-2 15,1-1 19-15,-1 1 2 0,2-1-28 0,-5 1 25 16,5 1-3-16,-4-2 2 0,0 2 0 0,2-1-1 16,-2 1-3-16,1-2 24 0,1 3-22 0,-2-2 1 15,1-1 0-15,-1 3 21 0,0-3-18 0,4 1 0 16,-2-1 3-16,0 3 2 0,-3-2-3 16,5 0-1-16,-4-1-21 0,3 1 22 0,-3-2-1 15,2 2-1-15,1-3-20 0,-3 1 19 16,1-2-2-16,-3-2 3 0,3 3-3 0,-3-1 0 15,2 0-1-15,-1-2 2 0,-2 0-3 0,2 0 4 16,-2 0 7-16,0 0-8 0,0 0-1 0,0 0 0 16,0 0 27-16,0 0 2 0,0 0-24 0,0 0-3 15,0 0 34-15,0 0 0 0,0 0-26 0,0 0-131 16,0 0 60-16,0 0 32 0,0 0-2 0,-2 0-243 16</inkml:trace>
  <inkml:trace contextRef="#ctx0" brushRef="#br0" timeOffset="-171309.09">19873 485 328 0,'0'0'-164'0,"0"0"82"0,0 0 41 0,0 0 41 0,0 3 0 0,0 3 0 0,0 1 0 16,0-2-4-16,0 1 9 0,-2-1-1 0,1-5 0 16,1 2 40-16,-2-1-36 0,0 3-1 0,0-4 31 15,0 0-28-15,1 0-1 0,-1 0 0 0,-2 0 6 16,2 0-5-16,-1 0 3 0,0-3-3 0,1 2 7 15,0 0-2-15,2-1-4 0,-2 0 22 0,2 2-21 16,0 0 2-16,0 0-2 0,0 0 17 0,0-3-16 16,0 3 4-16,0 0-21 15,0 0 17-15,0 0 0 0,2 0 1 0,0 0 35 16,4 0-30-16,-2-3-4 0,2 0 0 0,-1 3 4 16,0-3-4-16,1 3 0 0,0-2-9 0,0 0 9 15,-1 2 0-15,1 0 1 0,-1-2-20 0,2 2 19 16,0 0 3-16,-2 0-2 0,3 0-14 0,2 0 11 15,1 0 0-15,-4 0-6 16,2 0 9-16,1 2-5 0,1 0 1 0,0 3-10 0,1 1 10 0,0-1 0 16,0-1 3-16,-1 2-5 15,2-2 1-15,-1 4 1 0,-1-2-4 0,-2-5 3 16,3 3 3-16,-3-2-3 0,0-1-39 0,-1-1 36 16,0 2 2-16,-3 1-24 0,-1-3 1 0,1 0 18 15,-3 0 2-15,3 0-32 0,-4 0 0 0,-1 0 24 16,0 0 5-16,0 0-24 0,0 0 21 0,0 0-9 15,0 0 7-15,0 0-4 0,0 0 3 0,0 0-3 16,0 0 13-16,0 0-11 0,0 0 1 0,0 0-26 16,0 0 0-16,0 0 24 0,0 0 1 0,0 0-103 15,0 0 48-15,0 0 21 16,0 0-137-16,0 2 73 0,4 1 39 0,-2 5 7 16</inkml:trace>
  <inkml:trace contextRef="#ctx0" brushRef="#br0" timeOffset="-170445.82">20521 591 244 0,'-2'0'0'0,"1"0"0"0,-1 0 0 16,0 0 0-16,0 0 0 0,2 0 0 0,-2 0 49 0,2 0-1 0,0 0-25 0,0 0 17 0,0 0-8 16,2 0-7-16,5 0 0 15,4 0 24-15,-2 0-22 0,2 0-1 0,2 0-9 16,-2 0 9-16,2 0 1 0,1 0-1 0,0 3-3 16,0-1 2-16,0 3 7 0,0-2-1 0,1-1-29 15,-2 2 22-15,0-4 1 0,1 2-34 0,-1 0-5 16,-3-2 33-16,2 2-29 0,-1-1-4 0,-2 2 32 15,3 0-1-15,-3-3-27 0,2 4 20 0,-3 0 4 16,0 0-11-16,-1 0 5 0,-2-1-1 0,-1-1 4 16,1 4-9-16,-3-6 16 15,-1 1-9-15,1 2 0 0,-2-3-27 0,0 2 27 16,0-2 1-16,0 0 0 0,0 0-109 0,0 3 51 16,0 1 23-16,2-1-138 0,2 3 72 0,-1 4 39 15,3-2 9-15,1-1-47 0,1 1 14 0,0-3 28 16,2 0-42-16,2 1 28 0,-3-6 62 0,1 2 0 15,0-2 0-15,1 0 0 0,-4 0 0 0,0-2 0 16,1-2 0-16,1-1 0 0,-3 3 0 0,1 0 0 16,0 0 0-16,-2 1 0 15,0 1 0-15,-1 0 0 0,2 0 0 0,-1 0 0 16,3 1-22-16,-2 5 14 0,1-1 17 0,-2 1-14 16,4-3 80-16,-4 2-31 0,2-1 1 0,1 0 19 15,-1-2-27-15,1 1 1 0,0-2-11 0,-1 1 32 16,0 0-1-16,3 0-27 0,-3 0-9 0,1 2 44 15,-1-2-32-15,3 1-1 0,1 3-19 0,-2 0 18 16,1 1-3-16,1-1 3 0,-2 3-58 0,3 1 22 16,-3-3-1-16,-2-4-107 0,3 3 64 0,-4-4 25 15,-1-2 3-15,-1 0-177 16,-2 0 96-16</inkml:trace>
  <inkml:trace contextRef="#ctx0" brushRef="#br0" timeOffset="-169998.11">21475 812 207 0,'2'1'0'0,"0"2"0"0,1-3 0 0,-3 0 0 0,0 3 0 0,0-3 0 0,0 0 146 16,0 0-57-16,2 0-28 0,0 2 0 0,3-1-56 16,2 4-8-16,2-3 31 0,1 5-61 0,1-1 27 15,0 4 0-15,1-2 33 0,-1 2-85 0,1-3 35 16,-5 0 1-16,0-1-21 0,-1-2 25 0,-2-1 3 15,-3-3-1-15,1 0-123 0</inkml:trace>
  <inkml:trace contextRef="#ctx0" brushRef="#br0" timeOffset="-169295.36">19864 456 118 0,'0'-1'0'0,"0"-2"0"0,0 3 0 0,0 0 0 0,0-1 0 0,0 1 0 0,0 0 2 0,0 0 0 0,0-2-1 0,0 2 27 16,2 0-24-16,2-3 2 0,1 2-40 0,3 0 0 16,-2-1 34-16,1 0 1 0,-1-1-51 0</inkml:trace>
  <inkml:trace contextRef="#ctx0" brushRef="#br0" timeOffset="-168744.97">21331 803 228 0,'0'0'0'0,"0"0"0"0,0 0 0 0,0 0 0 0,0 0 0 0,0 0 44 0,2 0 1 16,0 0-23-16,4-1 12 0,1-1-5 0,0-2-5 15,5 3-1-15,-3-2-24 0,0 1 23 0,3 1 0 16,-1 1-57-16,-2 0 24 0,1 0-1 0,-1 0 29 15,-3 0-112-15,-3 0 52 0,-1 0 27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06T00:24:54.7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5361 4285 209 0,'-2'0'0'0,"0"0"0"0,1 0 0 0,1 0 0 0,-2 0 0 0,2 0 0 0,0 0 51 0,0 0-1 0,0 0-24 15,0 0 7-15,0 0 54 0,0 0-27 0,0 0 1 16,0 0 27-16,0 0-28 0,0 0 9 0,0 0 23 16,0 0-30-16,0 0 1 15,0 0-31-15,0 0 72 0,0 0-27 0,0 0-9 16,0 0-35-16,0 0 31 0,0 0-31 0,0 0 8 15,0 0-8-15,0 0 25 0,0 0-25 0,0 0 0 16,0 0-20-16,0 0 28 0,0 0-8 0,0 0-49 16,0 0 25-16,0 0-1 0,2 0 25 0,1 0 34 15,1 0-39-15,-1 0 3 0,3 0-15 0,0 0 27 16,0 0-19-16,-2 0 10 0,1 0-12 0,0 0 12 16,-1 0-8-16,2 0 1 15,-2 0-6-15,-1 0 13 0,1 0-1 0,0 0-43 16,-1 0 39-16,-1 0-1 0,2 0 3 0,-2 0-9 15,2 0 1-15,3 0 2 0,-5 0-4 0,4-1-21 16,-1-1-2-16,1 0 26 0,0-1-3 0,1-2-11 16,-1 2 11-16,1-2-1 0,-1 2-16 0,0-1 19 15,0 0-3-15,-1 1-7 0,0-1 5 0,1 2 1 16,-1 0-1-16,0 0-20 0,-1 0 19 16,1 0-3-16,2 1 3 0,-1 1-24 15,0 0 23-15,2-3 2 0,-1 3-3 0,2 0 39 16,1-1-38-16,-5 1-1 0,4 0 1 0,2-2 4 15,-3 2-3-15,-2 0 6 0,1 0-7 0,1 0 4 16,0 0-3-16,-1 0-28 0,-1 0 28 0,1 0-2 16,-1 0 2-16,2 0-19 0,-1 0 17 0,0 0 3 15,1-1-3-15,2-2 2 0,-3 1-3 0,2 1-3 16,1-2-5-16,-2 2 9 0,0-1-1 0,1 0-37 16,-1 0 35-16,-2 2-1 0,1-1 1 15,1 1-21-15,-2-2-4 0,2 2 21 16,-1 0 2-16,0-2-20 0,3 2 18 0,-1-2-4 15,4 2 3-15,0-2 20 0,-2 1-21 0,0 1-2 16,2-3 21-16,-5 0-16 0,4 3-3 0,-2-1 19 16,-2 1-17-16,2 0 4 0,-1-2-3 0,-1 2 17 15,1-2-16-15,1 2 3 0,1-2-2 0,0 0 23 16,-1 1-20-16,1-1-1 0,3 0-1 0,-5 1-1 16,3-1 2-16,-3-1 0 15,2 1-14-15,-1 1 14 0,-2 1-1 0,0 0-5 16,1 0 5-16,-2 0 0 0,3 0 3 0,-2 0-12 15,1 0 8-15,-1 0-1 0,1 0 1 0,2 0 3 16,-1 0-3-16,4 0 0 0,-1 0-1 0,-1 0 5 16,1 0-4-16,3-2 0 0,-2 0-16 0,2 0 15 15,-2-2 1-15,1 3-7 0,0-4 6 0,0 4 0 16,-3-1 1-16,2 1-41 0,-2-2 36 16,1 3 2-16,-2 0-4 0,3 0-32 0,-4 0 31 15,7 0 2-15,-4 0-5 0,-1 0 33 16,5-2-31-16,0 0 2 0,1 1 46 0,2-3-22 15,-1 0 2-15,2-1 4 0,-1 0 1 0,-2-1-24 16,1 3 10-16,-2-3 1 0,1 3 0 0,-1-1-7 16,-4 2 12-16,3 1-50 0,-3-2 47 0,0 3-7 15,0 0 3-15,0 0-41 0,1 0-5 0,1 0 40 16,0 0 25-16,-3 0 131 0,6-1-170 16,-4-1 0-16,3-1 0 0,-1 2 0 15,-1 0 0-15,-1-2 0 0,2 2 0 0,-2-2 0 16,0 3 0-16,2 0 0 0,-5 0 0 0,3 0 0 15,-1 0 0-15,-1 0 0 0,0 0 0 0,2 0 0 16,2 0 0-16,-4 0 0 0,3 0 0 0,0 0 0 16,0 0 0-16,1 0 0 0,-2 0 0 0,3 4 0 15,0-1 0-15,0-1 0 0,0 1 0 0,0 0 0 16,0 0 0-16,1 0 0 0,0 1 0 0,-2-2 0 16,1 1 0-16,0 1 0 15,-2-1 0-15,3 1 0 0,0 1 0 0,-1-1 0 16,0-3 0-16,-1 3 0 0,1-2 0 0,1 2 0 15,-2-3 0-15,1 1 0 0,1 0 0 0,-4-2 0 16,3 0 0-16,1 0 0 0,-1 0 0 0,1 0 0 16,1 0 0-16,-3 0 0 0,3 0 0 0,-1 0 0 15,2-2 0-15,-1 0 0 0,-3 1 0 0,3-1 0 16,-1 0 0-16,2 2 0 0,-1 0 0 16,-1 0 0-16,1 0 0 0,0 0 0 15,-1 0 0-15,3 0 0 0,2 0 0 0,-3 0 0 16,7 0 0-16,-3 0 0 0,6 0 0 0,-1-2 0 15,-2 0 0-15,3-1 0 0,2-4 0 0,-5 4 0 16,4-3 0-16,-4 2 0 0,-1 1 0 0,1-1 0 16,-5 2 0-16,-1 0 0 0,1 1 0 0,1-2 0 15,-3 3 0-15,1 0 0 0,0 0 0 0,-3 0 0 16,1 0 0-16,0 0 0 16,0 0 0-16,-2 0 0 0,-1 0 0 0,2 0 0 15,-2 0 0-15,1 3 0 0,-2-2 0 0,2 1 0 16,1-2 0-16,-4 2 0 0,4 0 0 0,-4 0 0 15,3 1 0-15,0-1 0 0,-2 1 0 0,2 2 0 16,0-2 0-16,0 2 0 0,0-3 0 0,2 1 0 16,-3 1 0-16,3 0 0 0,0-3 0 0,0 3 0 15,2-1 0-15,-1 0 0 0,1-2 0 0,2 3 0 16,-3-2 0-16,2 1 0 0,-1-2 0 16,1 1 0-16,-1 0 0 0,2 1 0 15,-2-1 0-15,1 1 0 0,1 0 0 0,3-1 0 16,-1 1 0-16,-3-1 0 0,7 2 0 0,-2-1 0 15,1 3 0-15,2-3 0 0,0 1 0 0,0-1 0 16,2 1 0-16,0-1 0 0,3 1 0 0,0 1 0 16,1-2 0-16,1 1 0 0,-1-3 0 0,1 3 0 15,-1-2 0-15,-1 0 0 0,2 0 0 0,-2 0 0 16,1 0 0-16,-2 0 0 16,1-2 0-16,1 0 0 0,-3 1 0 0,2-1 0 15,0 0 0-15,0 3 0 0,-2-3 0 0,4 0 0 16,-3 0 0-16,0 1 0 0,-2 1 0 0,0 0 0 15,-1-2 0-15,0 2 0 0,-5-1 0 0,6 2 0 16,-4 0 0-16,0-1 0 0,-1 0 0 0,1 1 0 16,-3-2 0-16,5 1 0 0,-5-2 0 0,2 2 0 15,1 0 0-15,0-2 0 0,4 0 0 0,-2 0 0 16,2 0 0-16,0 0 0 0,0 0 0 16,0 0 0-16,0 0 0 0,-2 0 0 15,0 0 0-15,2 0 0 0,-2 0 0 0,2 0 0 16,0 0 0-16,-1 0 0 0,4 0 0 0,-1 0 0 15,1 0 0-15,1 0 0 0,1 0 0 0,7 0 0 16,-5 0 0-16,2 0 0 0,-2 1 0 0,-2-1 0 16,2 0 0-16,0 2 0 0,-1-2 0 0,0 2 0 15,-1 0 0-15,1-2 0 0,-1 2 0 0,-2-2 0 16,0 2 0-16,1-1 0 16,-1 1 0-16,-1 0 0 0,1-2 0 0,-1 2 0 15,0 1 0-15,0-2 0 0,-3 0 0 0,1 3 0 16,1-4 0-16,1 0 0 0,-2 2 0 0,0-1 0 15,-2-1 0-15,0 3 0 0,0-3 0 0,0 2 0 16,-2 0 0-16,0 0 0 0,-2 2 0 0,-1-2 0 16,3 1 0-16,0-1 0 0,-1 2 0 0,-1-2 0 15,2 1 0-15,-4 0 0 0,6 0 0 0,0 1 0 16,0-2 0-16,0-2 0 16,2 2 0-16,0 0 0 0,2-1 0 0,-1-1 0 15,4 0 0-15,0 0 0 0,1 0 0 0,1 0 0 16,6 0 0-16,-2 0 0 0,3 0 0 0,0 0 0 15,2 0 0-15,-5-1 0 0,9-1 0 0,-5-3 0 16,0 1 0-16,0-1 0 0,0 2 0 0,-6 1 0 16,10-2 0-16,-4 2 0 0,0 1 0 0,2-1 0 15,-2 0 0-15,-5 2 0 16,10 0 0-16,-3-2 0 0,1 2 0 0,1-2 0 0,2 2 0 0,3-2 0 16,0 0 0-16,14 0 0 15,-4 2 0-15,1-3 0 0,1 2 0 0,-8-1 0 16,14 2 0-16,-9 0 0 0,-1-4 0 0,-2 3 0 15,4 1 0-15,-4 0 0 0,12 0 0 0,-5 0 0 16,-2 0 0-16,0 0 0 0,1 0 0 0,-6 0 0 16,14 0 0-16,-4-1 0 0,3 1 0 0,3 0 0 15,-2-3 0-15,2 3 0 0,-2 0 0 0,2-2 0 16,0 2 0-16,12-2 0 0,-5 0 0 0,-8 2 0 16,5-1 0-16,0-1 0 15,-1 0 0-15,-1 0 0 0,3 0 0 0,2 0 0 16,8 1 0-16,-18-1 0 0,6 0 0 0,-3 0 0 15,3 1 0-15,-4-2 0 0,13 1 0 0,-16 0 0 16,8 1 0-16,-5-1 0 0,0-1 0 0,-13 2 0 16,15-1 0-16,-13 0 0 0,-1 0 0 0,3 1 0 15,-4 1 0-15,-8 0 0 16,2 0 0-16,-1 0 0 0,-1 0 0 0,-3-3 0 16,-1 2 0-16,-1 1 0 0,2-2 0 0,-1 0 0 15,-1 0 0-15,0 0 0 0,-10 2 0 0,2-2 0 16,-3 2 0-16,-5 0 0 0,-3 0 0 0,-2 0 0 15,-3 0 0-15,1 0 0 0,-4 0 0 0,-1 0 0 16,-1 0 0-16,1 0 0 0,-3 0 0 0,3 0 0 16,2 2 0-16,-1 0 0 15,2 2 0-15,0-2 0 0,4-1 0 0,0 3 0 0,0-2 0 0,2 2 0 16,0 2 0-16,0-5 0 0,0 3 0 0,-2 0 0 16,2 0 0-16,0-1 0 15,1-1 0-15,-1 2 0 0,-1-2 0 0,1 1 0 16,-2-1 0-16,-1 2 0 0,0 0 0 0,-3-3 0 15,4 3 0-15,-3-1 0 0,-3 0 0 0,-1 1 0 16,-1 0 0-16,-1 0 0 0,0-1 0 16,-3-1 0-16,3 2 0 0,-2 0 0 0,-1-3 0 15,3 2 0-15,0-1 0 0,5 2 0 0,-1-3 0 0,-1 1 0 16,3 2 0-16,-1-1 0 16,-1 2 0-16,2 0 0 0,-1 0 0 0,1 2 0 15,-8-3 0-15,1 2 0 0,1 0 0 0,-2 0 0 16,-4-1 0-16,-3-2 0 0,-2 0 0 0,0-2 0 15,-5 2 0-15,1-1 0 0,-2-2 0 0,0 0 0 16,-2 0 0-16,-1 0 0 0,3 0 0 0,-2 0 0 16,1 0 0-16,1 0 0 0,1 0 0 0,0 0 0 15,1 0 0-15,-3 0 0 0,3 1 0 0,-3-1 0 16,1 2 0-16,-1-2 0 0,-1 0 0 0,-1 3 0 16,1-3 0-16,-2 0 0 15,0 0 0-15,0 0 0 0,0 0-234 0,-3 0 114 16,-13 0 50-16,-5 0 29 0,-1 0-1241 0</inkml:trace>
  <inkml:trace contextRef="#ctx0" brushRef="#br0" timeOffset="43155.91">27993 8704 291 0,'0'0'0'0,"0"2"0"0,0 0 0 0,0 0 0 0,0 0 0 0,0 0 0 0,0-2 0 0,0 0 28 0,0 0-7 0,0 0 1 0,0 0 63 16,0 0-27-16,0 0 0 15,0 0-19-15,0 0 57 0,0 0-32 0,-1 0 0 16,-2-2 0-16,0-2-31 0,-2-5 8 0,0-1-9 15,0-3 36-15,-2 0-1 0,2-2-34 0,0-2 21 16,0 0 8-16,0 2-29 0,0-2 0 0,1 2 36 16,0 0-36-16,1 1 0 0,-1 0 8 0,-1 0-34 15,5 0-1-15,-5 0 27 0,3 1-42 0,0-3 29 16,1 1-8-16,-3-2 20 0,1 0-68 0,2-4 30 16,-1 1 7-16,-1-5-8 0,-1-1-8 15,-2-1 31-15,2-1-12 0,-1-2 31 16,-3 3-29-16,3 1 9 0,-1-5-8 0,-2 7 44 15,5 1 1-15,-1 1-39 0,1-3 43 0,2 2-34 16,1 3 2-16,0-3-5 0,0 2-34 0,0 1 35 16,0-1 5-16,1 1-34 0,7-1 28 0,-3 2 1 15,1 2-3-15,2 0-27 0,-2 2 22 0,-1 2 9 16,0 0-14-16,1 2-7 0,-1-1 6 0,0 3 6 16,1 0 24-16,1 0-21 0,0 1-2 15,0 0-1-15,-1 2-6 0,2 1 8 16,-3-1 0-16,1 5 2 0,1-2-35 0,-2 1 32 15,1 1 0-15,-1 1-34 0,2 0-1 0,-2 0 32 16,2 0-1-16,-1 0-28 0,1 3 20 0,3 5 6 16,-1-2-35-16,-2 1 27 0,4 5 3 0,-3-2 0 15,4-1 29-15,-6-1-29 0,5 2-2 0,-6-1 18 16,3 3-15-16,-2-1 1 0,0-2-1 0,-1 3 18 16,-3-1-15-16,-1 0 3 0,1 2-4 15,-2 1 14-15,0-2-12 0,0 4 2 16,0-6 28-16,-2 5-26 0,-3-3-2 0,-5 1-1 15,1 0-19-15,-4 0 20 0,-2 1 0 0,-3-1-34 16,-4 4 32-16,0-3 0 0,-3 0 1 0,0 2-50 16,0-3 24-16,2-4-5 0,-5 3 25 0,7-5-39 15,1 0 36-15,1-1-12 0,3-4 13 0,7-1-11 16,-2 1 6-16,4-2-7 0,2 0 20 0,-2 0-15 16,4 0-1-16,1 0 10 0,0 0-7 15,2 0 1-15,0 0-1 0,0 0-58 16,0 0 26-16,0 0 2 0,0 0 28 0,0 0-263 15,0 0 123-15,4 0 51 0,9 0-123 0,2 2 97 16,7 6 45-16,5-4 22 0,-1 5-239 0,-1-6 131 16</inkml:trace>
  <inkml:trace contextRef="#ctx0" brushRef="#br0" timeOffset="43563.7">28326 7889 756 0,'0'-15'0'0,"0"10"0"0,0 3 0 0,0 0 0 0,0 0 0 0,5 0 0 0,3 0 65 0,1 0-32 0,2 2 0 15,2 0 50-15,3 0-25 0,2 0 8 0,7 0 19 16,-1 0-26-16,3 0 0 0,1 0-26 0,0 0 27 16,-6 0-19-16,5 0-9 0,-5 0 1 0,1 4 11 15,-5 0-12-15,-1 2 1 16,-2 0-26-16,-1-1-7 0,-5-2 32 0,-2 1 1 15,0 2-21-15,-5-4 0 0,1 2 20 0,-1-4-45 16,0 1 12-16,-2-1 1 0,0 0 24 0,0 0 37 16,0 2 1-16,0 2-41 0,-7 2-6 0,-5 0 55 15,-3 3-22-15,-4 2 3 0,0 0-30 0,-5 4 8 16,-3 2 10-16,-1 1-8 0,-1 2-24 0,-1-2 0 16,1 3 40-16,-4 0-14 0,3-1-88 15,1-1 40-15,3 0 10 0,0-2-75 16,7-2 38-16,0-2 25 0,4-2-1 0,2-3-82 15,3-3 41-15,5-1 26 0,3 0 2 0,-1-4-88 16,3 2 41-16,0-2 30 0,0 0-169 0,0 0 84 16,0 0 55-16,0 0-67 0,0 2 56 0,3 2 28 15,7-1 0-15,2 3-157 0,4 0 96 0,-1-1 45 16</inkml:trace>
  <inkml:trace contextRef="#ctx0" brushRef="#br0" timeOffset="43830.52">28764 8145 888 0,'12'-12'0'0,"-7"6"0"0,2 3 0 0,-4-1 0 0,-1 1 0 0,-1 1 0 0,-1 0 0 0,0 0 0 0,0 2 98 0,0 0-32 0,0 0-1 0,-8 4 13 16,-4 5-9-16,0 3-36 0,-6 6-12 0,0-1 11 15,-6 2 1-15,4-1 8 16,-3 3-31-16,0 0 22 0,0 0 1 0,-2 1 0 15,2 0-38-15,-2 1 9 0,1-3 29 0,-1 1-86 16,-2-2 34-16,6-2 23 0,1-4-5 0,1 1-34 16,6-3 12-16,5-4 0 0,-3-1-100 0,6-2 62 15,2-3 20-15,2 0-1 0,1-1-165 0,0 0 93 16,6 0 30-16,8 0 29 0,5-2-165 0,5-8 85 16</inkml:trace>
  <inkml:trace contextRef="#ctx0" brushRef="#br0" timeOffset="44200.53">28983 8139 829 0,'4'-17'0'0,"-1"12"0"0,0-5 0 0,3 2 0 0,-3 1 0 0,-1 1 0 0,0 3 0 0,-2 1 63 16,1 0-22-16,-1 2-9 0,0 0 144 0,0 2-72 0,0 9-36 15,0 6 0-15,0 1 25 0,0 1-34 16,0 2 0-16,2 0-5 0,4-1-22 0,2 3 1 15,5-3 8-15,4 1 14 0,-1-6-1 0,4 4-21 16,0-5 0-16,-1-5-22 0,0 0 30 0,8-1-8 16,-2-7-30-16,1-1 30 0,2 0-1 0,2-4 1 15,1-10-41-15,-3-5 7 0,0-4 0 0,-1-1-47 16,-7-4 34-16,-1 1 12 0,-6-3 4 0,-7 2-51 16,0-2 31-16,-6 2-14 0,0 0 40 0,-7 2-39 15,-7-1 36-15,-4 1-13 16,-2 3 10-16,-3 3-7 0,-1 2 4 0,-1 3-7 15,2 7 35-15,-7 0 1 0,1 4-28 0,1 4-3 16,-1 0 5-16,1 0 4 0,2 12-3 0,0 2-12 16,4 3 12-16,0 0 1 0,8 0-1 0,6 2-52 15,0 3 25-15,8 4-5 0,0-1-83 0,0 2 47 16,13 1 29-16,6 1 3 0,3 0-429 16</inkml:trace>
  <inkml:trace contextRef="#ctx0" brushRef="#br0" timeOffset="61613.54">16236 15576 280 0,'-2'0'0'15,"0"0"0"-15,2 0 0 0,-2 0 0 0,2 0 0 0,-2 0 0 0,1-2 105 0,-1 0-36 0,0 0 9 0,2 2-13 0,0 0-32 0,-2 0 0 16,2 0-1-16,0 0 34 15,0 0-25-15,0 0-8 0,0 0 0 0,0 0 0 16,0 0-1-16,0 0 1 0,0 0-31 0,0 0 31 16,0 0 0-16,0 0-1 0,0 0 45 0,0 0-22 15,0 0 7-15,0 0-29 0,0 2 39 0,0 2-1 16,0-1-38-16,0 1 50 0,0 2-17 16,0-3-8-16,0 4 45 0,0-2-35 0,0-2 0 0,2 2-27 15,0-1 24-15,0 0-32 0,-1 1 0 0,1-1-1 16,0-1 1-16,0 1 8 0,2-2-8 0,-3 1-28 15,3 1 28-15,2 0-1 16,0 1 1-16,-1-3 23 0,1 2-23 0,1 0-1 16,0 0-19-16,0 0 20 0,-2-3-3 0,3 3 10 15,0-2-32-15,-3 0 23 0,3-1-4 0,-3 1 3 16,0-2-4-16,1 0 11 0,-1 3-6 0,0-3-38 16,-3 0 36-16,1 1 0 0,-1-1-5 0,0 0-19 15,0 0 18-15,0 1 3 16,-2-1-47-16,0 0 22 0,0 0-4 0,0 0 30 15,0 0-48-15,0 0 1 0,0 0 27 0,0 0-17 16,2 0-6-16,-1 0 30 0,1 0-12 0,5 0 40 16,-2 0-3-16,0 0-30 0,1-1-3 0,-1 0 51 15,-1-2-23-15,-1 1-1 0,0 1-15 0,-1 1-4 16,0 0 10-16,-2-2 8 0,0 2-49 0,0 0 4 16,0 0 31-16,0 0 0 0,0 0 12 15,0 0-6-15,0 0-6 0,0 0-53 0,0 0 24 16,2 0 1-16,2 0-3 0,3 0-2 15,0 0 22-15,1 0-5 0,0 0-11 0,1 0 12 16,3 0 2-16,-3 0-3 0,0-2-19 0,0 2 15 16,5 0 5-16,-5-2-14 0,4 2 38 0,-3 0-25 15,2-2 0-15,-2 2 26 0,-1 0-25 0,0-1 2 16,3 1-1-16,-3 0 27 0,1 0-26 0,-2 0 0 16,1 0 11-16,0 0-7 15,-2-2-3-15,2 2 7 0,0 0 0 0,-2-2-4 0,0 2-1 0,1 0 2 16,0-2 18-16,1 0-18 15,-4 2-1-15,5 0-1 0,-2-2 1 0,-1 0 2 16,0 2 1-16,1-2-5 0,2 2 2 0,-3-2 1 16,3 2-19-16,-1 0 18 0,0-2 2 0,2 2-2 15,1 0-10-15,1 0 8 0,-2 0 1 0,2-3-3 16,3 1-5-16,-2 0 6 0,4 0 1 0,-2 0-12 16,1 0 11-16,0 0-1 0,2-1 2 0,-3-1 2 15,3 1-4-15,-2-1 0 0,1-1 1 0,0 1 0 16,-2 1 1-16,3 0-1 15,-2-3 2-15,0 2-2 0,2 3 0 0,-1-3 0 16,2 1 17-16,-4 2-16 0,3-1-1 0,2 0-18 16,-3-1 19-16,3 2-1 0,2 0 2 0,2-2-31 15,2 1 28-15,-1-1-1 0,3-1 25 0,1-2-1 16,2 0-20-16,-1-1-3 0,3 2-22 0,0-3 23 16,0 1-1-16,-3-1 0 15,4 1 2-15,-5 0-2 0,2 2 0 0,0 0-9 0,0-1 9 0,-2 2 2 16,2 1 0-16,0 1 0 15,0 0-2-15,1-2-2 0,3 2 12 0,-2-1-12 16,3 2 3-16,7-3-1 0,-3 1-6 0,-2-1 7 16,3 2-1-16,-1-2 2 0,-6 1-13 0,11-2 11 15,-5 2 1-15,-2 2-31 0,3-4 0 0,-3 4 26 16,-5-2-21-16,3 0 20 0,1 1-4 0,6 0 4 16,-5 1-1-16,0-1-2 0,-3 0-3 15,2-1 4-15,1 2 12 0,-2-1-12 16,-1 2-1-16,2 0 7 0,-1 0-5 0,-1 0-1 15,1 0 5-15,-1 0 1 0,0 0-2 0,-2 0-2 16,2 0 1-16,-3 0-19 0,3 0 17 0,1 0 1 16,-1 3-16-16,-2 2 15 0,2-3-2 0,-1 1 2 15,-1 1 3-15,0 1-4 0,0 0-1 0,-1-2 0 16,3 3 11-16,-1-3-10 0,-2 3 0 0,3-2 5 16,-1-1-4-16,-1 2-2 0,2 0 4 0,-1-1 5 15,3 0-5-15,-2-1-1 0,1 3-2 16,-1 0 2-16,-1-3 0 0,1 2-1 15,0-1 2-15,0-1-1 0,-1 4-1 0,1-1 1 16,0-2 1-16,-3-1-2 0,6 1 1 0,-4 0 0 16,1 2 0-16,-1-5 0 0,4 3-1 0,5-2 3 15,-5-1-2-15,0 2-1 0,2-3 6 0,-4 0-5 16,6 0 0-16,-1 0 0 0,-3 0 8 0,2 0-8 16,0 0 1-16,-3 0 12 0,7 0-12 0,-3 0 0 15,1 0 1-15,-1 0-3 0,6 0 3 0,-9 0 0 16,12 0 0-16,-6-3-2 15,2 2 2-15,-2-1 0 0,2 2 18 0,-6-1-18 16,10-2 1-16,-4 2-1 0,-2 1-5 0,2 0 6 16,0 0-1-16,3-2 5 0,-2 2-4 0,1 0-1 15,-3 0 1-15,2 0 4 0,-4 0 4 0,-4 0-7 16,9 0 0-16,-6 0 1 0,0 0-2 0,0 0 1 16,-2 0 5-16,-1 2-4 0,9-1-1 0,-4 2 1 15,0-2 34-15,0 1-34 16,0-1 2-16,-6 2 3 0,10-1-13 0,-6-1 11 15,3-1-2-15,-2 0-31 0,0 0 31 0,-5 0 1 16,11 0-1-16,-6 0-27 0,4 0 1 0,-2 0 22 16,0 0-8-16,-7 0 4 0,9-1 4 0,-2-1-10 15,-3-1 9-15,0 2-5 0,0-1 3 0,-5 1 41 16,9-2-40-16,-6 2 0 0,1-1 0 0,-1 2 23 16,-2 0-21-16,7 0 3 0,-5 0-2 0,-8 0-9 15,7 0 9-15,-7 0 3 0,6 0-10 0,-6 0 8 16,-1 0 0-16,0 0 0 15,-2 3-31-15,-2-3 28 0,-1 3 1 0,3-2-5 16,-5 1-9-16,0-1 9 0,0 2 3 0,-1-1 1 16,-1-2-3-16,2 1 0 0,0-1 1 0,-1 0 23 15,1 2 0-15,0-2-21 0,-5 2 15 0,8-2-12 16,-7 0-3-16,2 0 5 0,-1 0-9 0,1 0 172 16,-2 0-169-16,-1 0-176 0,1 0 179 0,-4 0 1 15,-1 0 0-15,0 0-33 0,-3 0 31 0,-3 0-2 16,1 0 1-16,-2 0-10 15,-2 0 9-15,-2 0-4 0,-1 0 9 0,1 0-7 16,-4 0 1-16,1 0-1 0,0 0 4 0,-2 0-3 16,2 0 0-16,-2 0 11 0,0 0-10 0,0 0 1 15,0 0-1-15,0 0 19 0,0 0-19 0,0 0 3 16,0 0-2-16,0 0-4 0,0 0 5 0,0 0 0 16,0 0-124-16,0 0 58 0,0 0 29 0,0 0-4 15,0 0-168-15,0-2 85 16,0 0 47-16,0 2 12 0</inkml:trace>
  <inkml:trace contextRef="#ctx0" brushRef="#br0" timeOffset="64851.1">25411 15489 201 0,'0'0'0'16,"0"0"0"-16,0 0 0 0,0 0 0 0,0 0 0 0,0 0 0 0,0 0 0 0,-2 0 87 0,2 0-23 0,-2 0-8 0,2 0-29 0,0 0 69 0,0 0-31 16,0 0-1-16,0 0 0 15,0 0-7-15,0 0-25 0,0 0 1 0,0 2 5 16,4 4-5-16,3 1 8 0,0 1 41 0,0-1-25 15,-1-1 0-15,0 2-24 0,-2-3 63 0,-1-1-24 16,-1 2-7-16,3-4-33 0,-3-1 53 0,0 2-26 16,-1-2 0-16,-1 1 12 0,2-2-38 0,-2 1 0 15,2-1 0-15,0 3 20 0,0-3-12 0,0 0-8 16,-2 0 34-16,3 2-34 0,-1-2 0 0,0 0 0 16,0 0 33-16,-1 0-7 0,2 1-26 0,3-1-1 15,-3 4 24-15,3-2-23 16,1 0 8-16,1 0 16 0,0 1-24 0,1 2 0 15,0-3-1-15,1 1 5 0,1 1 4 0,-2-3-8 16,5 4 10-16,-8-3-11 0,6 1 1 0,-2-1 0 16,1 1-25-16,-4 0 24 0,2 0 1 0,-1-1 0 15,1-1-41-15,-1 3 1 0,-2-1 39 0,1 0-50 16,1 0 21-16,-1-1-7 0,-2-1 26 0,4 0-25 16,-2 2 23-16,0-3-10 0,3 2 36 15,-2-2-33-15,1 0 3 0,0 0 0 16,1 0 34-16,-1 0-4 0,0 0-28 0,0 0 6 15,1 0 20-15,-3 0 6 0,1 0-21 0,0 0-39 16,-1 0 34-16,1 0 5 0,-1 0-4 0,-1 0-37 16,2 0 5-16,1 0 27 0,-2 0-21 0,3 0 16 15,-3 0 4-15,4 0-10 0,-1 0-3 0,1 0 3 16,0 1 6-16,1-1-11 0,1 0 26 0,-2 0-18 16,0 0 4-16,4 0-2 15,-1 0 0-15,0 0 1 0,0 0-1 0,-1 0-5 16,2 0 9-16,0 0-2 0,1 0-1 15,2 0 0-15,-1 0-1 0,1 0-1 0,-1 0 7 0,2-1-6 16,0-1 0-16,2-2-1 0,-3 3-12 0,2-4 12 16,0 2 4-16,0 0-3 0,-1-1-22 0,0 3 20 15,1-1 1-15,1-1-18 0,0 0 19 0,5 1-4 16,-5 1 1-16,5-1 0 0,1 0-1 0,1 1-2 16,2-1 5-16,2 0-3 0,2-2 0 15,-1 0 160-15,0 1-342 0,2 2 344 16,-3-3-172-16,0 2-173 0,-1 1 181 0,0-1 157 15,-3 0-165-15,-4 0-179 0,8 2 185 0,-5 0-4 16,1 0-21-16,-2 0 21 0,5 0 1 0,-5 0-3 16,5 0-13-16,4 0 12 0,0 0 2 0,5 0-2 15,-3 0 0-15,1 0-1 0,1 0 2 0,0 0-7 16,-1 0 6-16,-1 0 0 0,0 0 1 16,0 0 0-16,-2 0 0 0,-2 0-1 15,4 0 26-15,-2 0 162 0,2 0-187 0,-2 0 0 16,5 0 0-16,2 0 0 0,0 0 0 0,-2 0 0 15,3 0 0-15,-4 0 0 0,9 0 0 0,-4 0 0 16,-2 0 0-16,5 0 0 0,-2 0 0 0,-3 0 0 16,7-2 0-16,-2 0 0 0,-2 0 0 0,0 1 0 15,-1-1 0-15,-9-1 0 0,3 3 0 0,-3 0 0 16,-2 0 0-16,0 0 0 0,-4 0 0 0,1 0 0 16,-1 0 0-16,-1 0 0 15,1 0 0-15,-1 0 0 0,-2 0 0 0,-1 0 0 16,3 0 0-16,1 0 0 0,-5 0 0 0,7-1 0 15,-1-1 0-15,0 1 0 0,0-2 0 0,0 2 0 16,0-1 0-16,0 0 0 0,-1 0 0 16,-5 0 0-16,7 0 0 0,-7 0 0 0,-4 2 0 0,3-2 0 15,-2 2 0-15,-2 0 0 0,1 0 0 0,-1 0 0 16,-1 0 0-16,3 0 0 16,-1 0 0-16,-1 6 0 0,0-2 0 0,5 1 0 15,-1 1 0-15,2 0 0 0,-1-3 0 0,1 1 0 16,3 0 0-16,-1-1 0 0,-2 2 0 0,0-3 0 15,-2 1 0-15,1-1 0 0,-3 0 0 0,3-1 0 16,-2-1 0-16,2 3 0 0,-3-3 0 0,-1 0 0 16,2 2 0-16,-4-2 0 0,2 2 0 0,-1-2 0 15,-3 0 0-15,0 0 0 0,0 1 0 0,0-1 0 16,-2 0 0-16,2 0 0 0,0 2 0 0,0-2 0 16,0 2 0-16,1-2 0 0,-1 0 0 15,3 1 0-15,-3-1 0 0,6 0 0 16,-3 0 0-16,-1 0 0 0,-1 0 0 0,-1 0 0 15,0 0 0-15,-1 0 0 0,-5 0 0 0,0 0 0 16,0 0-164-16,-1 0 156 0,-4 0-8 0,1 0 36 16,-6 0-33-16,5 0 4 0,-3 0-7 0,-1-1 222 15,1-1-206-15,-1 0 0 0,1 1 0 0,2-3 0 16,-2-4 0-16,1 0 0 0,-1 5 0 16,-1-1-166-16,-1 2 144 0,2 0-784 15,1 2 386-15,-3 0 194 0,0 23 89 0</inkml:trace>
  <inkml:trace contextRef="#ctx0" brushRef="#br0" timeOffset="76265.65">25542 12075 206 0,'0'-9'0'0,"0"2"0"0,0 2 0 0,0 0 0 0,0 0 0 0,0 2 153 0,0 0-61 0,0-2-21 15,0 4 6-15,0-1-22 0,0 1-1 0,0 1-21 16,0 0 29-16,0 0 7 0,1 0-36 0,1 0 0 16,5 0-36-16,-2 0 35 0,1 4 1 0,-1 4 34 15,3 2-8-15,-2-1-26 0,1 4 0 0,-1 2 34 16,-1 1-34-16,0 0 8 0,0 3 0 0,-1-1-8 15,-1 7 0-15,-1 0-1 16,0 3-14-16,0-1 23 0,-2 5-9 0,0-1 1 16,0-1-23-16,0-2 0 0,0-6 23 0,-2 2-31 15,2-6-7-15,0-5 24 0,-2-2 9 0,2-5-26 16,0-3 22-16,0 0-1 0,0-3 37 0,0 0 39 16,0 0-36-16,0-6 1 0,0-14 97 0,0-5-55 15,0-5-41-15,4-2 0 0,5-2-110 0,3 0 39 16,-1 3 0-16,-2 4-13 0,5-5 22 0,-3 8 1 15,-3 5 28-15,3 0-38 16,-2 2 39-16,0 4 5 0,1 2-40 0,-3 1-14 16,2 3 40-16,0 2-34 0,2 0-7 0,-2 0 13 15,4 1 16-15,-2 2 16 0,0 0-84 0,1 2 34 16,-3 0 0-16,0 0-67 0,1 0 45 0,-1 0 17 16,-1 0 0-16,-1 0-69 0,-1 0 43 0,0 0 4 15,-3 0-104-15,1 2 55 0,0-2 36 0,-2 0 3 16,-1 0-171-16,1 0 103 0,0 0 47 0,-2 0 24 15,2 0-114-15,-2 0 69 0,1 0 25 0</inkml:trace>
  <inkml:trace contextRef="#ctx0" brushRef="#br0" timeOffset="76765.97">26256 11673 628 0,'1'-14'0'0,"-1"4"0"0,0 4 0 0,0-1 0 0,0 1 0 0,0 2 0 0,0 1 175 0,0 0-70 0,0 2-29 0,0-1 53 15,0 2-48-15,3 0-25 0,-1 8-56 0,0 7 33 16,-1 5 8-16,1 6-8 0,0 6 48 0,-1 3-24 16,-1 2-1-16,0 8-23 0,0-6 42 0,0 10-9 15,0-2-33-15,3-2 0 0,-1 0 0 0,-1-9 0 16,1 4 8-16,4-1-38 0,-3-3 30 15,4-4 0-15,-4-3 0 0,0-1-40 16,2-9 48-16,-5 0-8 0,5-4-31 0,-3-6-1 16,-1-1 20-16,3-4 8 0,-4-2-55 0,0-2 22 15,0 0-12-15,0 0 36 0,0-4 107 0,0-9-51 16,0-3-21-16,-4-2-137 0,1-1 51 0,-4-7 26 16,0 1-1-16,-3-1-193 0,0 6 96 0,-2-9 53 15,-2 9-215-15,-1 4 122 0,-2 4 42 16,-1 0 38-16,-3 7 9 0,-2 4 21 0,-1 1 1 0,2 0-1 15,-1 4 124-15,5 6-61 16,-2 5-40-16,-2 4 181 0,9 1-84 0,-4 1-55 16,7 2-2-16,5-3 72 0,-1 3-17 0,6-1-39 15,0 1 112-15,2 3-65 0,9-5-19 0,5-5-12 16,9 5-57-16,2-5 28 0,3-5 0 0,2-2-98 16,0-4 49-16,5-3 32 0,-2-2-7 0,2 0-273 15,-1-2 137-15,-5-7 69 0,1-3 11 16,-5 2-184-16,3-5 107 0,-6 1 13 15,-5 1-231-15,-2-2 154 0,-1-1 78 0,0-2 30 16</inkml:trace>
  <inkml:trace contextRef="#ctx0" brushRef="#br0" timeOffset="77092.75">26594 12064 762 0,'0'-7'0'16,"0"3"0"-16,-2 2 0 0,2 0 0 0,-2 0 0 0,2 2 0 0,0-3 0 0,0 3 0 0,0 0 241 0,0 0-96 0,2 10-60 0,4 5 90 0,1 3-70 0,1 6-37 15,0 0 33-15,1 3-26 0,-2 2-8 0,-1-1-34 16,-1 2-14-16,1 1 14 16,-3-1-1-16,0-5 9 0,-1 2-65 0,0-6 28 15,-1-2 0-15,-1-6-78 0,0-2 53 0,0-5 35 16,0-2-8-16,0-4-106 0,0 0 57 0,-8 0 4 16,1-13 22-16,2-6 23 0,-1-8-6 0,6 1-17 15,0-4 14-15,0 0-8 0,0 0 6 0,4 6-3 16,7-8 5-16,2 5 2 0,0 5-3 0,4-1 11 15,-1 6-9-15,2 2 18 16,-1 1-16-16,2 4 56 0,-4 2-26 0,0 5-9 16,-1 1 31-16,2-1-19 0,-2 3-2 0,-1 0-6 15,0 5-171-15,1 4 76 0,-3 1 38 0,0 1-3 16,-1 2-98-16,-2 0 54 0,0 0 35 16,-1-1-324-16,-1-3 159 0,-1 2 93 0,1-3 41 0</inkml:trace>
  <inkml:trace contextRef="#ctx0" brushRef="#br0" timeOffset="77957.17">27236 11707 897 0,'5'-16'0'0,"0"4"0"0,-3 1 0 0,1 3 0 0,-1 1 0 0,-2 1 0 0,2 3 0 0,-2 2 85 0,0-1-30 0,0 2 0 0,0 0 75 0,0 3-48 0,0 12-25 15,0 2 18-15,0 10-42 16,0 3 0-16,0 6-1 0,0 7 33 0,-4 0 0 16,1-4-24-16,-4 13-8 0,0-6 81 0,2 2-41 15,-1-1 0-15,1-2-40 0,1-10 46 0,1 5-8 16,3-4-39-16,0-5 15 0,-3-8-14 0,3 1 0 16,0-3-30-16,0-6-7 0,0-8 36 0,0-1 1 15,0-4-89-15,0 0 44 0,0-2 31 0,-2 0-8 16,-2-6 40-16,-4-7 0 0,2-4-48 0,-3-2-144 15,-1 0 72-15,-1-7 38 0,2 1 12 16,-2 2-91-16,0 0 46 0,2 2 31 16,-4 3-180-16,0 1 99 0,-2 2 31 0,0 5 29 15,-4 3 39-15,0 3-18 0,-1 2-8 0,-1 2 9 16,-2 0 109-16,5 9-55 0,-3 6-27 0,6-1 124 16,0 3-68-16,2 1-33 0,2 1-2 0,6-1 56 15,4 2-14-15,1 0-29 0,0-1 77 0,0 0-45 16,9-1-4-16,4-1 1 0,7 1-67 0,-2-7 6 15,12 0 36-15,-3-4-7 16,3-3-170-16,2-4 80 0,3 0 31 0,-2-1-252 16,1-11 129-16,3-1 73 0,-5-4 15 0,-2-1-237 15,-4-2 136-15,3 0 60 0,-4-3-31 0,-3 1 53 16,0-3 28-16,-4 1-1 0,-1 1-44 0,-4 1 28 16,1-5 8-16,-1 5 35 0,-1 3 44 0,-2 1-21 15,-2-1-1-15,-1 4 161 0,-4 3-87 0,0 3-48 16,1 3-24-16,-4 2 331 0,1 3-141 0,-1-1-53 15,0 2 88-15,0 0-73 16,-1 9-55-16,-8 10-28 0,0 5 136 0,2 4-74 16,-2 4-49-16,4 0 1 0,4 0 121 0,1 1-81 15,0 1-40-15,0-7 39 0,6 4-44 0,8-6 0 16,1-2-37-16,2 0-39 0,0-5-1 0,-2-3 49 16,4-1-43-16,0-5 0 0,0-3 35 0,-1-4 0 15,0-2-91-15,1 0 53 0,0-2 16 0,-1-6-24 16,-4-5-120-16,2-2 51 0,0-6 43 15,-4 5-79-15,-2-12 55 0,0 3 14 16,2-6 0-16,-5 0-52 0,1-6 39 0,-2 1 2 16,3-2 7-16,-4 1-50 0,-1 1 35 0,-3 2 0 15,-1 4 58-15,0 5-8 0,0 0-15 0,-8 5 0 16,-6 4 110-16,0 1-55 0,-5 3-28 0,-1 3 157 16,-7 3-82-16,1 4-31 0,-5 2-26 0,1 0 81 15,0 4-46-15,8 2 1 0,-3 7 22 0,9 0-17 16,0-2 0-16,6 2-10 0,7 0 16 15,1 1-17-15,2-1-14 0,0 0 3 16,5 0-2-16,12 0-5 0,1-4 10 0,4 1 52 16,5-2-28-16,1-5 4 0,1 1-31 0,1-2 24 15,-7-1-14-15,7-1-8 0,-8 0-216 0,4 0 104 16,-5 0 53-16,-1-1 22 0,-3-1-532 0,-4 1 251 16,-5 1 134-16</inkml:trace>
  <inkml:trace contextRef="#ctx0" brushRef="#br0" timeOffset="82590.5">25441 12900 479 0,'0'0'0'0,"0"0"0"0,0 0 0 0,0 0 0 0,0 1 0 0,0-1 0 0,0 3 0 0,0-3 60 16,0 0-27-16,0 0 8 0,0 0-8 0,0 0 37 15,0 0 0-15,0 0-37 16,0 0 41-16,0 0-12 0,0 0-9 0,0 0-20 15,0 0 28-15,0 0 0 0,0 0-28 0,0 0 23 16,0 0-23-16,0 0 0 0,0 0 0 0,0 0-7 16,0 0 15-16,0 0-8 0,0 0-36 0,0 1 36 15,0-1 0-15,0 2 0 0,0 0 39 0,0 0-39 16,0-1 0-16,1 1-1 0,1 0 31 0,0-2-30 16,0 2 8-16,0 0 5 15,-1-2-13-15,1 0 0 0,1 2-1 0,-1-2 3 16,2 0 6-16,-3 0-9 0,3 0 17 0,0 0-16 15,-2 0 0-15,3 0-1 0,-1 0 17 0,0 0-16 16,0 0-1-16,0 0 1 0,-1 0-3 0,1-2 3 16,-1 0 8-16,-1 2-36 0,2-2 28 0,0 0 0 15,-2 2 0-15,2-2-28 0,-2 2 6 0,1-1 16 16,-1 1-27-16,0 0 0 0,2 0 22 0,-1 0 4 16,-1-2-29-16,2 2-13 0,-3 0 36 0,4 0-9 15,-1 0-8-15,0 0 15 16,-1 0-3-16,1 0-6 0,-2 0 7 0,7 0-4 15,-4 0 3-15,5 0 9 0,-1 0-5 0,7-2-4 16,-3 0 8-16,6-2-4 0,1 1-3 0,-2-1 2 16,6 0-32-16,-4 3 29 0,3-2 1 0,-1 3-2 15,0 0-44-15,-1 0 19 0,0 0 3 0,-5 4-33 16,4 6 23-16,-6-3-5 0,2 4 28 0,-1-1-47 16,-2-1 21-16,-2 1-10 0,3-3 7 0,-3 1 9 15,0-3 9-15,0-1-14 16,-3 0 30-16,2 0-22 0,-1-3 3 0,-2 1-4 15,0-1 27-15,-3-1 2 0,0 0-26 0,-2 0 36 16,-1 0 0-16,-1 0-26 0,0 0-3 0,0 0 95 16,0 0-44-16,0 0-17 0,0 0 96 0,0 0-51 15,0 0-30-15,0 0-6 0,0 0 28 0,0 0-16 16,0 0 1-16,0 0 2 0,0 0-73 0,0 0 18 16,0 0 33-16,0 0-110 15,0 0 52-15,0 0 25 0,0 0-1 0,0 0-95 16,0 0 53-16,0 0 11 0,0 0-16 0,0 0 14 15,0 0 1-15,0 0 3 0,0 0 22 0,0 0-10 16,0 0 7-16,0 0-8 0,0 0 6 0,0 0-4 16,0 0 4-16,0 0-38 0,0 0-1 0,3 0 41 15,-1-1-2-15,0-6-146 0,1-1 72 0,-1-1 26 16,-1 2-291-16,2-3 159 0,-1 2 81 0,-2 1 31 16,0 1-446-16,0 4 247 15</inkml:trace>
  <inkml:trace contextRef="#ctx0" brushRef="#br0" timeOffset="84218.65">25299 15867 298 0,'-2'0'0'0,"2"-2"0"0,0 0 0 0,0 0 0 0,-1-2 0 0,1 3 0 0,0-3 0 0,-2 2 0 0,2 0 0 0,0 0 48 0,0 0-21 0,0 1 0 16,0 1 37-16,-2-4-34 15,2 4 6-15,0 0-6 0,0 0 35 0,0 0-33 16,0 0 0-16,0 0 26 0,0 0-17 0,0 0-8 15,0 0 0-15,0 0 26 0,0 0-26 0,0 0-1 16,0 0 49-16,0 0-48 0,0 0 0 0,0 0-1 16,0 0 29-16,0-1-29 0,0 1 9 0,0-1-8 15,0-2 23-15,2 2-23 0,3-3-1 0,2 2 23 16,-2-1-14-16,1-2-9 0,-1 2 1 16,1 2 32-16,-1-3-32 0,2-1-1 0,-4 4 45 15,1 0-44-15,-2-2 0 0,1 1 0 16,-1 1-32-16,2-2 31 0,-2 3 9 0,2-1-8 15,0 1-37-15,-1 0 36 0,-1 0 1 0,1 0-39 16,2 0 4-16,-2 0 31 0,1-3-7 0,-1 3-35 16,4 0 29-16,-2 0 8 0,-1-1-15 0,0 1 12 15,3-2-8-15,0 2 7 0,-2-2-37 0,0 2 35 16,-2 0 2-16,3 0-3 0,-2 0-40 16,1 0 38-16,2 0-1 0,0 0-28 15,-1 0 30-15,1 0-4 0,0 0-1 0,3 2 0 16,1 1-3-16,1 0 4 0,-2 1-15 0,5-3 13 15,-1 1-3-15,1 2 2 0,0-3-16 0,0 2 16 16,0 0 2-16,2 0-2 0,0 0-41 0,-2-2 39 16,0 2 0-16,-1-1-33 0,-1 1 31 0,1-1 1 15,0 0-6-15,-1 0-16 0,-3-2 17 0,4 1 1 16,-5-1 4-16,5 3-4 0,-5-3-4 16,2 0 4-16,-1 0 29 0,-3 0-29 15,1 0 1-15,-3 0 11 0,-2 0-11 0,-1 0 2 16,1 0-1-16,-1 0-2 0,0 0 3 0,-2 0 1 15,0 0-2-15,0 0 31 0,0 0-29 0,0 0 2 16,0 0-3-16,0 0 1 0,0 0-1 0,0 0 1 16,0 0-15-16,0 0 16 0,0 0-1 0,0 0 1 15,0 0-29-15,0 0 27 0,0 0 0 0,0 0-41 16,0 0 0-16,0 0 35 0,0 0 3 0,0 0-294 16,0 0 138-16,0 0 54 15,4 11-329-15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06T00:28:22.20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5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0-03-06T00:28:53.004"/>
    </inkml:context>
  </inkml:definitions>
  <inkml:trace contextRef="#ctx0" brushRef="#br0">8492 4477 673 0,'-2'-6'0'0,"-4"2"0"0,-1 3 0 0,1-1 0 0,-1 0 0 0,0 0 0 0,-1 0 0 0,-2 0 0 0,3 2 183 16,0 0-79-16,0 0-36 0,3 0 1 0,-3 0 54 15,4 2-45-15,-3 4 11 0,3 3-33 0,-4 2 1 16,4-2-24-16,-3 7 38 0,3 0 1 0,-2 4-31 16,-1 6-9-16,1 2 22 0,2 2-1 15,-1 4-20-15,0 1 0 0,2 1 93 16,2 0-51-16,0 0-21 0,0 0 0 0,0-3 0 15,2-3-21-15,4-5-45 0,5 5 19 0,-1-11 0 16,2 1 25-16,2-3-161 0,0-2 78 0,2-2 48 16,-1-3-1-16,1-1-119 0,-1-4 48 0,1 2 43 15,-1-6-18-15,-2-1-320 0,2 0 152 0,-3 0 93 16,0 0 46-16,-3-6-241 0,3-5 143 16</inkml:trace>
  <inkml:trace contextRef="#ctx0" brushRef="#br0" timeOffset="336.2">8609 4749 977 0,'0'-7'0'0,"-3"3"0"0,1-2 0 0,-1-1 0 0,-1-4 0 0,2 3 0 0,2-1 0 0,0-3 0 0,0 4 139 0,8-2-53 0,6-1 45 15,1 3-41-15,3 1-33 0,3 1 0 0,1 2 16 16,0 2-41-16,1 2 1 0,-1 0 8 0,-1 0-29 16,0 6 20-16,-4 5 1 0,0 2 0 0,-5 3-40 15,0 2 48-15,-4 2-60 0,-3 7 26 0,-2-3-1 16,-3 3 27-16,0-1-85 0,0-3 43 0,-3 5 1 16,-4-7 0-16,-4-1-23 15,-1-1 20-15,2-4-11 0,-4-3 32 0,-1-4-61 16,1-1 27-16,0-6-8 0,1-1-42 0,-1 0 30 15,5 0-2-15,-5 0-186 0,5-5 105 0,4-7 40 16,1 1 30-16,4-2-185 0,0 0 97 0,0-5 60 16,6 1 26-16,6-3-150 0</inkml:trace>
  <inkml:trace contextRef="#ctx0" brushRef="#br0" timeOffset="565.62">9002 4579 264 0,'7'-16'0'0,"-5"7"0"0,0 3 0 0,-2 1 0 0,0-1 0 0,0 4 311 0,-7 1-139 0,-4 1-69 16,3 0 144-16,-6 3-107 0,1 12-45 0,-3 2 35 16,2 5-49-16,1 5-24 0,-1 3 1 0,5 2 107 15,2 1-57-15,0 0-42 0,6-2 0 0,1-1 46 16,0-2-40-16,0-1 1 0,5-7-32 0,7 1-51 16,1-4 21-16,3 0 0 15,-1-2 22-15,3-6-206 0,-2 0 111 0,3-5-296 16,1 2 186-16,-2-4 69 0,-1-2 52 0,-1 0-186 15,0 0 80-15,-1-2 67 0,-2-7 28 0,0-2-240 16,-1-1 134-16</inkml:trace>
  <inkml:trace contextRef="#ctx0" brushRef="#br0" timeOffset="737.34">9147 4753 519 0,'0'0'0'0,"0"0"0"0,0 0 0 0,0 0 0 0,0 0 0 0,0 0 0 0,0 0 424 15,2 0-200-15,5 0 57 0,5 0-124 0,1 0-62 16,1 0-32-16,0 0-105 0,2 0 32 0,0 0 22 16,2 0 0-16,-2 0-113 0,1 0 67 0,0 0 42 15,-2 0-9-15,0 0-367 0,0 0 191 0,-2-4 97 16</inkml:trace>
  <inkml:trace contextRef="#ctx0" brushRef="#br0" timeOffset="929.83">9436 4571 993 0,'-5'-2'0'0,"1"2"0"0,1 0 0 0,-1 0 0 0,0 0 0 0,2 0 0 0,1 7 0 0,-1 4 319 15,2 4-148-15,0-3-68 0,0 3-36 0,0 2 135 16,0 1-84-16,0 2-35 0,0-1-29 0,0-1 8 16,0 1-29-16,2-2-1 0,1-2-125 0,1-2 71 15,3 1 23-15,-1-7-352 16,-1-2 192-16,3-2 96 0,-2-3 38 0,1 0-486 15,0 0 214-15,2-14 132 0</inkml:trace>
  <inkml:trace contextRef="#ctx0" brushRef="#br0" timeOffset="1143.28">9521 4460 322 0,'2'-2'0'0,"3"0"0"0,4 2 0 0,-4 0 0 0,4 0 429 16,2 0-197-16,1 6-100 0,1 5 116 0,2 0-112 15,2 8-51-15,-4 0 185 0,2 2-119 0,-1 3-59 16,-5-2-21-16,3 7 18 0,-3-1-28 0,-4-2 1 16,-1 2-30-16,-3 1-65 0,-1-5 41 0,0 5-9 15,0-4 34-15,-6 0-158 0,-5-7 79 0,0 0 40 16,-2-4-94-16,-4-3 28 0,3-1 47 16,-4-4-359-16,2-5 156 0,-1-1 102 0,4 0 12 15,-1-1-290-15</inkml:trace>
  <inkml:trace contextRef="#ctx0" brushRef="#br0" timeOffset="1452.63">9722 4280 968 0,'8'-8'0'0,"1"6"0"0,1-1 0 0,-1 0 0 0,0 2 0 0,0 1 195 0,3 0-82 0,-3 0 13 16,2 4-47-16,-1 6-23 0,-1 0 8 0,-1 5-68 15,-2 2 0-15,-4 0 37 0,0 0-1 0,-2 2-159 16,0-4 88-16,0 0 31 0,-10-3 1 0,-1 0-84 16,-2-3 57-16,-1 1 27 0,-2-5 56 0,0 1-65 15,2 0 20-15,-2-2 54 0,3-1-30 0,3-1-18 16,3-2-16-16,3 2 218 0,1-2-98 0,3 0-33 16,0 0-31-16,2 0 63 15,9 0-45-15,4 0 1 0,3 0-36 0,1-4-10 16,1 1 9-16,-2-3 9 0,1 2-147 0,-1 3 69 15,3-4 35-15,0 4-350 0,-4-1 183 0,2 0 74 16,-2 2 50-16,-1 0-245 0,0 0 133 0,-2 0 41 16</inkml:trace>
  <inkml:trace contextRef="#ctx0" brushRef="#br0" timeOffset="1653.6">9974 4648 1489 0,'-4'1'0'0,"4"-1"0"0,0 0 0 0,0 0 0 0,0 0 0 0,2 0 0 0,11 0 0 0,5 0 200 0,-1 0-75 0,6 0-50 0,-2 0 22 15,6 0-32-15,-4 0-1 0,2 0-31 0,-4 0-42 16,4 0 17-16,-4 0 0 0,0 0 25 0,-3 4-285 16,-2 2 142-16,-4-1 80 15,1 1-423-15,-6 1 230 0,-2-2 51 0,0 0-242 16</inkml:trace>
  <inkml:trace contextRef="#ctx0" brushRef="#br0" timeOffset="1851.61">10144 4488 829 0,'-9'-4'0'0,"4"1"0"0,3 1 0 0,0 2 0 0,0 0 0 0,2 0 0 0,0 13 363 15,0 2-170-15,0 8-79 0,2 1-41 0,2 4 93 16,-1 2-67-16,1 2-25 0,2 1 102 0,-3 0-72 15,2 3-35-15,-2-5-132 0,1 1 56 0,0-1 16 16,1-3 0-16,-1-7-277 0,1 0 150 0,4-3 76 16,-2-7 45-16,0-2-485 0,5-5 204 0,-1-4 131 15,2-4 10-15</inkml:trace>
  <inkml:trace contextRef="#ctx0" brushRef="#br0" timeOffset="2029.3">10367 4524 1106 0,'2'-5'0'0,"3"4"0"0,1 1 0 0,-3 0 0 0,3 0 0 0,2 0 0 0,-3 4 211 0,3 6-94 0,-1 1-41 0,5 2 202 15,-1 0-123-15,0 2-61 0,2 0-22 0,-2 0-70 16,1 2 30-16,-1 0 1 0,0-2 0 0,-1 0-346 16,-3 0 181-16,1-2 78 15,-1-5-180-15,1 1 134 0,-1-5 66 0,1-4-502 16</inkml:trace>
  <inkml:trace contextRef="#ctx0" brushRef="#br0" timeOffset="2250.73">10657 4414 944 0,'-3'-3'0'0,"-1"3"0"0,1 0 0 0,1 0 0 0,-5 10 0 0,5 4 0 0,-1 3 0 0,-1 6 389 15,-1 4-178-15,-1 3-89 0,-1 11-45 0,-1 0 218 16,-1-2-123-16,0 14-73 0,-1-2 6 0,0-1-37 15,0-1 1-15,-1 2-76 0,1 0 9 0,-3 0 31 16,-1-3-1-16,1 0-238 0,0 2 119 0,2-11 68 16,2 2 22-16,-1-6-329 0,4-12 171 0,2 0 25 15,1-11 62-15,1-4-282 0,0-7 163 16,2-1 77-16,0-3-147 0,0-21 112 0,0-4 56 0</inkml:trace>
  <inkml:trace contextRef="#ctx0" brushRef="#br0" timeOffset="2568.89">10718 4307 1005 0,'11'-20'0'0,"0"5"0"0,2 2 0 0,5 2 0 0,-2 1 0 0,1 1 0 0,0 5 0 0,0 2 0 0,-1 2 288 0,-2 0-133 0,-3 9 35 15,-1 7-79-15,-3 3-39 0,-1 5 0 0,-4-2-94 16,-2 7 24-16,0-3-1 0,-4 0 32 0,-5-3-76 15,-5-1 38-15,3-5 7 0,-3 2 31 0,0-6-122 16,3-2 61-16,-3-3 31 0,5-4-1 0,0-1-99 16,1-3 21-16,2 0 37 0,3 0 133 0,1 0-49 15,0-2-24-15,2-1 145 0,0-3-75 0,0 0-41 16,2-3-5-16,5 5 43 16,5-3-34-16,-1 1 15 0,2 1-8 0,0-1-2 15,2 4 0-15,-1-1-27 0,0 0 1 0,2 1-93 16,-2 2 43-16,4 0 24 0,0 0-360 0,-1 0 184 15,0 0 68-15,0 0-442 0,-3 6 257 0,6 2 126 16,-6-1 64-16</inkml:trace>
  <inkml:trace contextRef="#ctx0" brushRef="#br0" timeOffset="2766.36">11215 4552 1119 0,'-3'0'0'0,"3"0"0"0,0 0 0 0,0 0 0 0,0 0 0 0,0 0 0 0,1 0 245 0,13 0-99 0,1 0 200 16,2-4-157-16,3-1-78 0,5-1-39 0,-3 1 7 15,0 0-15-15,1 2-8 0,2 1-24 0,-3-1-258 16,-2 3 130-16,1 0 64 16,-1 0 40-16,-4 3-205 0,0 7 114 0,-7 1 58 15,-2 2-616-15</inkml:trace>
  <inkml:trace contextRef="#ctx0" brushRef="#br0" timeOffset="2936.13">11315 4791 931 0,'-6'0'0'0,"4"2"0"0,2-2 0 0,0 0 0 0,0 0 0 0,4 0 0 0,8 0 359 15,1 0-164-15,4 1-81 0,1 4-32 0,3-2 150 16,5 1-99-16,-1 1-112 0,-1 2 12 0,-1 2-1 15,-4-1 9-15,3 2-469 0,-3 0 231 0</inkml:trace>
  <inkml:trace contextRef="#ctx0" brushRef="#br0" timeOffset="4117.22">12215 4484 346 0,'2'-5'0'0,"0"3"0"0,-2 0 0 0,0-2 0 0,0 0 0 0,0 3 282 0,0-3-125 0,0 2-53 15,0 0 76-15,0 0-73 0,0 1-37 0,0 1 140 16,0 0-88-16,0 0-37 0,0 0-30 0,0 0 86 15,0 0-55-15,0 0-26 0,0 0 0 0,0 0 29 16,0 0-31-16,1 0-1 0,1 0 31 0,0 5-27 16,0 4-1-16,0 6-19 0,0-1 64 0,-2 5-36 15,1 3 1-15,-1 5-8 0,0 2-30 16,0 5 9-16,2 7-8 0,0 0 19 16,2 1-19-16,2 1 0 0,0 1-1 0,-3-7-42 15,4 10 17-15,-3-5 0 0,0-9 26 0,-2 0-57 16,-1 2 28-16,2-9-37 0,-3 6 25 0,0-11 8 15,0-3-1-15,0-7-4 0,0-1 20 0,0-4-13 16,0-3 9-16,0-3-22 0,0 0 20 0,0 0-4 16,0 0 4-16,0-3 37 0,0-9-32 0,-3-1-3 15,3 0-383-15,0-2 177 0,0 0 93 16,0 3-623-16,0 1 351 0</inkml:trace>
  <inkml:trace contextRef="#ctx0" brushRef="#br0" timeOffset="21102.09">4964 9828 463 0,'0'0'0'0,"0"0"0"0,-3 0 0 0,3 0 0 0,-4 0 0 0,0 1 0 0,1 1 0 0,-1 0 92 0,0 4-21 0,1-2-8 0,-2-3 15 16,3 3-23-16,1 0 0 16,-3 1-22-16,3-1 40 0,-3 2-9 0,0-1-31 15,0 1 40-15,0 1-1 0,-2 3-39 0,1-2 31 16,-3 4-7-16,0 1-24 0,-1 1-1 0,0 1 32 15,-2 2-1-15,-1-1-22 0,0 7-9 0,-3 0 26 16,-1-1-1-16,2 2-25 0,-4 5 1 0,-1-1-8 16,0 2 7-16,0 0 1 0,0 0-39 0,-2 2 39 15,2 3-1-15,-1-2-24 0,-5 6 25 0,5-3 0 16,-5 3 0-16,1 1-22 0,-3 1 27 16,-1 4-18-16,-3 8 9 0,-2-2-25 15,1 2 22-15,-4 4-5 0,2-2 10 0,-7 12-35 16,-2-1 28-16,-6 7-1 0,0-2-29 0,4 3-2 15,4-9 35-15,-4 5-24 0,4-2 17 0,2-5-3 16,2-1 2-16,4-5-1 0,2-6 5 0,3 0-10 16,4-4 4-16,2-3-38 0,3-5 37 0,3-6-4 15,0-1 5-15,3-4 4 0,1-6-8 16,4-1 2-16,-2-4-5 0,4-4 5 0,-2-2 3 16,3 0-30-16,2-1-1 0,-2-3 25 15,2 1 1-15,-1-2-28 0,0-1-1 0,1 1 25 16,0-1-2-16,-1 1-76 0,1-2 33 0,0 2-1 15,-3-2 25-15,2 2-123 0,-2 2 53 0,0-1 34 16,1-1-144-16,-1 2 82 0,1 0 22 0,2-1-189 16,-2-2 123-16,4-1 60 0,-2 0 30 0,3-2-320 15,0-2 167-15,0 0 96 0</inkml:trace>
  <inkml:trace contextRef="#ctx0" brushRef="#br0" timeOffset="21345.44">3613 11576 568 0,'-5'-2'0'0,"-1"2"0"0,-2 2 0 0,-1 13 0 0,0 4 0 0,0 7 234 0,-4 7-101 16,2 8-50-16,-2 11 104 0,-3 2-69 0,0 10-47 16,6-14 0-16,0 7-34 15,0-4-4-15,6-14 8 0,1 4-9 0,1-8-33 16,2-4-1-16,0-10 35 0,0-2-1 0,0-10-57 15,5-2 24-15,9-7 1 0,5-1-78 0,7-23 55 16,11-17-4-16,0-4-102 0,12-19 51 0,9-13 41 16,0 2-1-16,9-7-312 0,2-3 150 15,8-1 78-15</inkml:trace>
  <inkml:trace contextRef="#ctx0" brushRef="#br0" timeOffset="22636.69">4942 9967 130 0,'0'0'0'0,"0"0"0"0,2 0 0 0,0 0 0 0,-2 0 0 0,0 0 0 0,0 0 49 15,2 0 5-15,-2 0-35 0,0-3-1 0,2 1 35 16,1 1 0-16,-3-2-28 0,0 2 24 0,3-1-23 15,-3 0 0-15,1 0 0 0,-1 0 39 0,0 0-37 16,0 2 6-16,2-2 28 0,-2 0 0 0,0 1-32 16,0 1 8-16,2-2 20 0,-2 0-17 0,0 0-8 15,0 0 0-15,0 2 35 0,0-2-36 0,0 1 9 16,3 1 13-16,-3-2 0 16,0 2-22-16,0 0 20 0,0 0-19 0,0 0 8 15,0 0-8-15,2-1-17 0,1 1 16 0,-2 0 1 16,4 0 0-16,-2 0 15 0,2 0-15 0,1 0-1 15,1 0 1-15,1 0 3 0,2 0-3 0,-3 0 8 16,4 0-13-16,2 0 5 0,-5 0 0 0,1 0-7 16,5 0-7-16,-4 0 21 0,4 0-9 0,1 0-37 15,0 0 37-15,2 0 0 0,3 0-2 16,-1 0-22-16,2 0-7 0,2 0 28 0,1 0-5 16,2 0-34-16,1 0 31 0,2 0 2 15,1-3-30-15,0-1 29 0,0 1-6 0,-1-3-19 16,-3 4-2-16,0 0 23 0,-3 0-1 0,5 1-23 15,-4-1 0-15,3 0 21 0,1 2-5 0,-3 0 31 16,6-2-3-16,2 0-24 0,2-2 0 0,0 0 20 16,1-3-19-16,4 1 3 0,3-3 27 0,-2-1-26 15,2 3-2-15,-10 1-17 16,4 1-19-16,0 1 44 0,-1 0-7 0,0 2-41 16,-2 1 1-16,0-2 33 0,1 3 3 0,-1 0-30 15,1 0-3-15,-1 0 20 0,0 0 7 0,1 0 3 16,0 0-5-16,1 0-6 0,6 0 10 0,-1 0-8 15,-2 0 2-15,2 0-5 0,-8 0 6 0,9 0 2 16,-2-1-2-16,4-1-31 0,-10-2 1 0,4 0 28 16,-2 1 1-16,-4-1-39 0,0 2 1 0,-3 0 29 15,-2 0 4-15,0 0-12 0,-2 0 9 0,1 0-8 16,4 0 16-16,-5 1-14 16,-4-2 4-16,3 0-5 0,0-1 28 0,-1-2-25 15,-2 3 2-15,0-3 6 0,-3 2-5 0,0 2 5 16,-2-1-4-16,0 0-41 0,-4 2 1 0,3-1 36 15,-1 2 3-15,-2-2-24 0,0 2 18 0,-1 0-3 16,0-2 38-16,-1 2-36 0,-1 0 2 0,1 0-22 16,-1 0-3-16,-3-2 21 0,-1 2 3 0,-1 0-163 15,-1 0 76-15,-2 0 36 0,0 0 14 0,1 0-253 16,-2 0 135-16,0 0 67 0,0-2 34 16,0 1-178-16,0-5 98 0,0-2 61 15</inkml:trace>
  <inkml:trace contextRef="#ctx0" brushRef="#br0" timeOffset="22883.28">7433 9404 792 0,'-8'-5'0'0,"4"3"0"0,1 0 0 0,1 0 0 0,2 1 0 0,0-1 154 16,0 0-60-16,5 0-31 0,16 2 8 0,6 0 181 15,5 0-110-15,9 0-55 0,0 2-27 0,1 7 97 16,-5 1-53-16,11 2-40 0,-6 0-52 0,-1 1 0 15,-9-1 21-15,3 3-1 0,-12-4-27 0,7 6-8 16,-7-1 36-16,-6-2-26 0,-4 2 1 0,-4 0 25 16,-3-5 8-16,-4 6-41 0,-2-1-7 0,-8 3 0 15,-10 0-14-15,-6 1 63 16,-8 2-3-16,-8 4-22 0,-5 0-186 0,-8 6 90 16,0-2 40-16,-2 2-535 0,4-3 254 0</inkml:trace>
  <inkml:trace contextRef="#ctx0" brushRef="#br0" timeOffset="24261.97">4867 7781 366 0,'0'-12'0'0,"0"4"0"0,0-2 0 0,0-5 0 0,0 1 0 0,0-4 0 0,0 2 0 0,0 2 172 16,2 2-70-16,-1 1-26 0,1 3 24 0,0 4-34 16,1 1 1-16,-2 0-9 0,-1 2 0 0,2 1-17 15,-2 0-8-15,3 0 39 16,-2 0 0-16,1 0-39 0,0 6 0 0,1-1 63 16,-3 3-36-16,3-1 1 0,-2 3-29 0,1 1 24 15,0 0-1-15,0 1-14 0,-1 0 21 0,1 3-1 16,-2 1-28-16,0 0 34 0,0 4-34 0,0-2 8 15,0 7-9-15,0 0 38 0,0-2-37 0,0 2-1 16,0 3 1-16,0 0 33 0,0 4-9 0,0 0-24 16,-2 4-1-16,2-1 34 0,-1 4-34 0,-1 1 9 15,0 5-8-15,0-3 34 16,1 3-34-16,-2-1-12 0,3 3 11 0,0-3 9 16,0 7-8-16,0-4-22 0,0 0 0 0,-3-4 22 15,3 4 0-15,0-8-35 0,0 10 12 0,0-6 1 16,-2 0 9-16,2 1-37 0,-2-1 15 0,2-8-3 15,-1 5 25-15,-2-1-26 0,1-1-11 0,1-1 5 16,-4 1-5-16,2 1 25 0,-1-1 2 0,0 0 2 16,2 7-4-16,-3-6-3 0,1 2 3 0,2-5 32 15,-1 9-32-15,0-4 1 16,1 1 0-16,1-1 18 0,-1 0-17 0,0-5 5 16,1 2-17-16,1-1 16 0,0-2-2 0,0 0-30 15,0-2 29-15,0-1 3 0,0-2-4 0,0 2-23 16,0-2 0-16,0-4 19 0,0 1 1 0,0-4-32 15,0-2-1-15,0 0 26 0,0-2 3 0,0-2-49 16,0-5 22-16,0 1-5 0,0-4-8 0,0-2-7 16,0-2 37-16,0-2-136 0,0-1 59 15,0 0 27-15,0-2 0 0,0 0-201 0,0 0 113 0,0-7 56 16,0-11 20-16,0-8-369 16,0-5 203-16,1-12 101 0,4-3 51 0,2-7-337 15</inkml:trace>
  <inkml:trace contextRef="#ctx0" brushRef="#br0" timeOffset="24561.32">5032 7549 798 0,'0'-11'0'0,"0"4"0"0,-4 3 0 0,2-3 0 0,-3 2 0 0,2-1 0 0,-1 5 0 0,-4-1 0 0,3 0 0 0,-3 2 112 0,3 0-31 0,-5 0-8 16,-2 10-41-16,-1 7-27 0,-4 1 0 0,3 5-58 15,-4 1 51-15,0 4 13 0,1 1 1 0,2 0-52 16,0-2 35-16,5-7 0 0,-3 2 15 0,2-4-208 15,5-3 78-15,-1-2 59 0,3-3 30 0</inkml:trace>
  <inkml:trace contextRef="#ctx0" brushRef="#br0" timeOffset="24730.23">4961 7504 1213 0,'15'0'0'0,"2"0"0"0,0 0 0 0,-1 4 0 0,0 0 0 0,-2-1 0 0,5 3 0 0,-1 0 288 0,0 1-127 0,3 0-57 16,-3 1-39-16,4 0 1 0,-2-1 0 0,-2 3-33 16,2-1 0-16,-2 3-192 0,-1 1 92 0,1 0 50 15,-4 2-499-15</inkml:trace>
  <inkml:trace contextRef="#ctx0" brushRef="#br0" timeOffset="26764.24">4756 9857 16 0,'0'0'0'0,"0"0"0"0,0 0 0 0,0 0 0 0,0 0 0 0,0 0 0 0,3 0-3 0,-2 3 5 0,1-2-9 16,0 1 8-16,1 2-1 0,-2 0 1 0,0-3-4 15</inkml:trace>
  <inkml:trace contextRef="#ctx0" brushRef="#br0" timeOffset="26836.18">4790 9880 25 0,'0'0'0'0,"0"0"0"0,0 0 0 0,0 0 0 0,0 0 0 0,0 0 0 0,0 0 0 0,0 0-21 0,0 2 20 0</inkml:trace>
  <inkml:trace contextRef="#ctx0" brushRef="#br0" timeOffset="27148.67">4799 9890 324 0,'0'0'0'0,"3"0"0"0,-3 0 0 0,0 0 0 0,0 0 0 0,0 0 0 0,0 0 0 0,0 0 0 0,0 0 57 16,0 0-24-16,0 0 34 0,0 0 8 0,0 0-42 15,-3 0 0-15,1 0 28 0,-1 0 0 0,1 0-28 16,0 0 8-16,0 0 17 0,0 3 1 0,1-3-27 16,-2 0 1-16,1 0 21 0,-1 0-13 15,-1 0-9-15,0 0-9 0,2 0 9 16,-3 0 1-16,-1 0-27 0,0 0 8 0,1 0 19 16,0 0 0-16,-1 2-68 0,-2 2 32 0,2-2-10 15,1 2 47-15,1-3-69 0,-1 1 27 0,1 0-14 16,0 0 39-16,2-2-9 0,-1 0 8 0,-2 0-14 15,3 0 33-15,1 0-2 0,-1 0-22 0,0 0 10 16,-2 0-6-16,2 0 0 0,2 0-2 0,-3 0 15 16,1 0-13-16,0 0 10 15,1 0-8-15,-2 1-45 0,0-1 21 0,0 0 1 16,1 2-49-16,2-2 31 0,-2 0-2 0,2 0 24 16,0 0-147-16,0 0 67 0,0 3 37 0,0-3-113 15,0 0 72-15,0 0 18 0</inkml:trace>
  <inkml:trace contextRef="#ctx1" brushRef="#br0">17045 15002 0,'0'0'15</inkml:trace>
  <inkml:trace contextRef="#ctx0" brushRef="#br0" timeOffset="32866.1">3359 10696 328 0,'0'0'0'0,"0"0"-164"0,0-3 82 0,0 1 41 0,0 2 41 0,0 0 0 0,0 0 0 0,0 0 0 16,0 0 0-16,0 0 0 0,0 0 0 0,0 0 0 15,0 0 19-15,0 0 13 0,0 0 0 0,0 0-25 16,0 0 70-16,0 0-32 0,0 0 4 0,0 0 22 15,0 0-26-15,0 0 0 16,0 0-13-16,0 0 28 0,0 0 14 0,0 0-46 16,0 0 15-16,0 0-4 0,0 0-2 0,0 0-4 15,0 0 16-15,0 0-14 0,0 0-3 0,0 0 1 16,0 0-25-16,0 2 25 0,0-2 8 0,0 0-39 16,1 0 29-16,1 0 1 0,-2 0-3 0,2 0-29 15,-2 0 35-15,3 3-6 0,-1-3-4 0,-2 0 1 16,4 1-2-16,-3-1 4 0,1 1-32 0,0 2 27 15,1-3 2-15,2 2-26 16,-2-1 25-16,0 1 3 0,1 0-4 0,2 0-25 16,-2 0 23-16,1-1-1 0,0 1 1 0,-2 2-29 15,2-2 28-15,0 0-3 0,1 1 1 0,-3 1-30 16,2-2 28-16,0 4 3 0,-2-2-2 0,2 0-16 16,1 1 14-16,0 1-4 0,-1-3-1 0,1 4 5 15,-1-2-1-15,2-1 3 0,0 0-3 0,0 1-2 16,1 1 1-16,0-3 13 0,-1 3-12 15,0-2 0-15,3 2 0 0,-2-1-21 16,-1 1 21-16,3-1 3 0,-2 1-7 0,-1 0 3 16,0-1 0-16,1 1 2 0,-2-1-2 0,3 1 2 15,-4 0-2-15,2-1 13 0,1 0-13 0,-1 2-1 16,2-1 0-16,-1-1-4 0,-2 1 5 0,1-1 1 16,3 1-1-16,-1 1-9 0,0-1 9 0,-2-1 4 15,5 3-2-15,-4-2-2 0,-1 1 0 0,5-1-2 16,-2 2 1-16,-4-3 2 0,6 2-1 0,-3-3-6 15,2 2 5-15,0 0-1 16,0-1 1-16,-1-1-7 0,4 0 6 0,-3-1 2 16,0 3-1-16,2-2-11 0,-2-1 11 0,0 1 0 15,2 0-42-15,0 0 39 0,-1 0 0 0,-1 0-2 16,3 1-19-16,-1-2 19 0,0 3 1 0,0-3-23 16,0 1 21-16,2 2-5 0,-2-1 4 0,3-2 4 15,0 1-5-15,1-3-2 0,-2 4 2 0,2-4 0 16,2 3 0-16,-2-2 1 0,4 1-18 15,-5-2 17-15,3 1 0 0,-3 0-16 0,0 0 15 16,0-1 1-16,-2 1-1 0,3 0-8 16,-2 0 7-16,1-1-2 0,-2 2-2 0,3-2-3 15,1 2 6-15,-2-2-3 0,3 1 3 0,0-2 6 16,-3 2-6-16,3 0-1 0,0-1 27 0,-2 2-25 16,2-2-1-16,-1 0 15 0,0 2-12 0,0-1-2 15,0 0 3-15,-1-2-7 0,-1 2 7 0,3 0-2 16,-3 2 5-16,3-4-1 0,-1 1-1 15,0 1-2-15,1 0 1 0,1 0-9 16,2 0 8-16,-2-2 0 0,0 2 16 0,2-2-16 16,-2 0 0-16,0 0 4 0,3 0-3 0,-2 0 0 15,-3 0 1-15,5 0-10 0,-2 0 9 0,0 0 0 16,1 0 2-16,0 0-26 0,-3-2 24 0,2 0-1 16,1 0-1-16,0-2-19 0,-3 3 18 0,2-3 0 15,2-2-4-15,-3 0 4 0,2 1-3 16,0-2 8-16,-1-1-6 0,4-1 0 0,-1-1 0 0,-2-1 3 15,2 1-2-15,0 1-1 16,-5 2 2-16,4-1-8 0,-3 1 7 0,3-1 0 16,-4 2 0-16,1-1-26 0,2 1-2 0,-4 1 26 15,2-3-32-15,1 1 30 0,-1-3-4 0,3-1 14 16,-5 2-14-16,4-3 3 0,-5 1-4 0,5-3 18 16,-3 0-16-16,0 0 1 0,0 0-1 0,2-3-18 15,-4 5 20-15,-1-2-1 0,1 0 4 0,0 3-51 16,0 1 21-16,-2 1 1 0,2 2-38 15,-2-2 27-15,-2 5-6 0,2-2-10 16,-3 3 29-16,2-2 9 0,-4 3-11 0,-1 0-14 16,-2 1-5-16,-1-1 24 0,-2 0-13 0,-2 2-97 15,0 0 48-15,0 0 27 0,-2 0-2 0,0-2-64 16,0 0 38-16,0-1 31 0</inkml:trace>
  <inkml:trace contextRef="#ctx0" brushRef="#br0" timeOffset="33490.53">3334 10674 207 0,'0'0'0'0,"-2"0"0"0,2 0 0 0,-2 0 0 0,1 0 0 0,-3 0 0 0,3-1 63 0,-2-4 8 0,1 2-21 16,2-1-18-16,-3 0 1 0,3-1 0 0,-2 1-4 15,2-1 12-15,0 1-9 16,-2 0 1-16,2 0-53 0,0 1 23 0,0-1 1 16,0-1 31-16,0 0-79 0,0 1 33 0,0-3 1 15,2-2-22-15,3 1-38 0,1 1 34 0,1-3-115 16,4-1 67-16</inkml:trace>
  <inkml:trace contextRef="#ctx0" brushRef="#br0" timeOffset="33648.24">3483 10417 486 0,'0'0'0'0,"0"0"0"0,0 0 0 0,-2 0 0 0,-1 0 0 0,0 0 0 0,1 0 0 0,2 0 0 16,0 0 64-16,0 0 8 0,0 0-168 0,0 0 56 0,0 0 27 15,0 0 1-15</inkml:trace>
  <inkml:trace contextRef="#ctx0" brushRef="#br0" timeOffset="33792.85">3632 10283 473 0,'1'0'0'0,"1"-2"0"0,0-1 0 0,-1-2 0 0,1-1 0 0,0 0 0 0,1 1 64 0,0-1 1 0,3 0-33 15,4 1-34-15,-4-1 7 0,8-2 28 0,1-1-225 16,0 0 99-16,0-1 50 0</inkml:trace>
  <inkml:trace contextRef="#ctx0" brushRef="#br0" timeOffset="33931.61">3970 10092 652 0,'6'0'0'0,"1"0"0"0,-1-2 0 0,-3 0 0 0,2-1 0 15,-3-1 0-15,2 1 0 0,0 0 0 0,1-1 83 0,3-1-24 0,1 1 7 0,4-3-33 0,4 1-134 16,-4-1 68-16,6 1 32 0,3-2-141 0,-1 3 84 15,6-3 36-15</inkml:trace>
  <inkml:trace contextRef="#ctx0" brushRef="#br0" timeOffset="34066.28">4410 9953 285 0,'14'0'0'0,"-1"0"0"0,-4 0 0 0,-1 0 0 0,-1 0 0 0,-1 0 210 0,-1 0-88 0,1 0-45 15,0 0-22-15,4 0 62 0,-2 0-45 0,6 0-1 16,-1-2-38-16,2-2-94 0,0 0 47 0,4-1 32 15,-1-1-9-15,1 3-270 16,2-3 137-16,-1 1-82 0</inkml:trace>
  <inkml:trace contextRef="#ctx0" brushRef="#br0" timeOffset="34199.93">4845 9895 726 0,'5'2'0'0,"1"4"0"0,2-1 0 0,-3-1 0 0,-2-1 0 0,-1 0 0 0,1 0 0 0,0-1 61 0,0 0 1 0,0-2 17 16,2 3-23-16,-1-3 0 15,3 1-15-15,1-1-29 0,3 0 0 0,-1 0 21 16,1 0 0-16,3 0-314 0,-4 0 161 0</inkml:trace>
  <inkml:trace contextRef="#ctx0" brushRef="#br0" timeOffset="34348.58">5291 10008 536 0,'8'9'0'0,"2"0"0"0,-3-3 0 0,-1-2 0 0,-1 0 0 0,-1-1 0 0,1 0 148 0,-1-2-58 0,2 3 23 16,1-2-40-16,-1 0 0 0,4 1-32 0,1-1-62 16,0 1 27-16,2 2-1 0,1-2 28 0,0-1-308 15,0 3 160-15</inkml:trace>
  <inkml:trace contextRef="#ctx0" brushRef="#br0" timeOffset="34484.82">5665 10171 346 0,'13'10'0'0,"2"5"0"0,-4-6 0 0,-5-4 0 0,2 3 0 0,-3-3 0 0,-1 1 225 16,0 0-96-16,4-1-48 0,-2 1 44 0,2 0-50 16,-2 0-21-16,1 0-148 0,5 3 64 0,-1-2 31 15,2 0 9-15,1-1-341 0,-2 2 166 0,2-1 82 16</inkml:trace>
  <inkml:trace contextRef="#ctx0" brushRef="#br0" timeOffset="34731.94">5988 10408 324 0,'8'9'0'0,"3"3"0"0,-4 1 0 0,-1-5 0 0,0 0 183 0,0 0-76 0,-3-1-36 16,-1-1-1-16,0 0 3 0,1-1-8 0,-1 1-32 16,1-1 11-16,0 1-11 0,0 0 0 0,0-1-208 15,2 3 98-15,-3 1 51 0,2-1 27 0,0 1-260 16,-1 1 129-16,3-3 64 0,0 4 32 0,2-1-102 16,-3-1 55-16,0-1 81 0,3 0 0 0,-2 2-15 15,2 2-18-15,-5-1 33 0,4-1 0 0,-4 3 49 16,-2-3-54-16,4 2-9 15,-4-2 295-15,1 0-145 0,0 0-40 0,1-1 175 16,-3-2-104-16,0 1-60 0,1-2-40 0,-1-1-71 16,0-1 37-16,0 1 0 0,0-2 0 0,0-1-260 15,0 2 126-15,0-1 66 0,-6 3 35 0</inkml:trace>
  <inkml:trace contextRef="#ctx0" brushRef="#br0" timeOffset="36324.53">4632 10483 391 0,'-1'0'0'0,"-2"0"0"16,1 0 0-16,0-3 0 0,1 2 0 0,-3 0 0 0,4 1 0 0,-1-3 73 0,-2 3-40 0,3-2 8 0,-1 2-8 0,1-2 58 15,0 2-29-15,-1 0 0 0,1 0 32 0,0 0-22 16,0 0-9-16,0 0-9 15,0 0-26-15,-3 0 5 0,3 0-1 0,0 0-18 16,0 0 18-16,0 2 1 0,0 3 0 0,0-4-11 16,0 3 11-16,0-1 7 0,0-1-7 0,3 2-2 15,-2-2 1-15,0-2 1 0,2 2-26 0,-2-2 33 16,-1 2-18-16,2-2-34 0,-2 0 39 0,0 0 0 16,0 0 0-16,0 0 27 0,0 0-27 0,0 0 1 15,0 0-2-15,0 0 39 0,0 0-36 16,0 0 6-16,0 0-8 0,0 0-25 15,0 0 27-15,0 0-1 0,0 0 3 0,0 0-40 16,0 0 14-16,0 0 1 0,0 0-65 0,2 0 40 16,-2 0 15-16,1 3-48 0,1 0 25 0,0-2 0 15,1 1 20-15,-2 2-13 0,1-2 16 0,0 0 5 16,0 0-14-16,0-2 43 0,-2 1-34 0,3-1 1 16,-3 2 25-16,0-2-24 0,0 3 2 0,2-3 35 15,-2 0 5-15,0 0-38 16,0 0 11-16,0 0 46 0,0 0-28 0,0 0 6 15,0 0-26-15,0 0 33 0,0 0-1 0,0 0-17 16,0 0-9-16,0 1-22 0,0 1 24 0,0 0 3 16,3 1-2-16,-2 1-8 0,1-2 7 0,0 2 1 15,-1-1-2-15,1 2-1 0,0-2 1 0,1-2-15 16,-2 4 13-16,1-3-3 0,1 1 3 0,-3 1 27 16,1-2-27-16,1 0 5 0,0 1-5 0,-2-1 8 15,3 1-6-15,-3-2 2 0,0-1-9 0,0 2 7 16,0-2 0-16,0 0-18 15,0 0 17-15,0 0 1 0,0 0 3 0,0 0 0 16,0 0-4-16,0 0-2 0,0 0 2 0,0 0-9 16,0 0 12-16,0 0-6 0,0 0 1 0,0 0-61 15,0 0 28-15,0 0-2 0,0 0 35 0,0 0-86 16,0 0 38-16,0 0-15 0,0 0 24 0,0 0-11 16,0 0 32-16,0 0-46 0,0 0 41 0,0 0-16 15,2 0 13-15,-2 0 53 16,0 0-29-16,0 0-2 0,0 0-23 0,3 0 72 15,-3 0-33-15,0 0-8 0,0 0 64 0,0 0-34 16,0 0-21-16,0 0 32 0,0 0-24 0,0 0 10 16,0 0-25-16,0 0-18 0,0 0 16 0,0 0 11 15,0 0-9-15,0 0-43 0,0 0 25 0,0 0-7 16,1 0 23-16,-1 0-54 0,2 0 24 0,0 0-8 16,-1 2 35-16,-1-2-39 0,0 0 0 15,2 0-11-15,-2 2-1 0,0-2 32 16,0 0 3-16,0 0-28 0,0 0 26 0,0 0-4 15,0 0 3-15,0 0 20 0,0 0-22 0,0 0-1 16,0 0 2-16,0 0 112 0,0 0-53 0,0 0-24 16,0 0 78-16,0 0-49 0,0 1-16 0,0-1-48 15,0 3 22-15,0-3 9 0,0 0 15 0,0 0-52 16,0 0 8-16,0 2 27 0,0 0 0 0,0 3-146 16,0-1 65-16,0 0 32 0,0-1-1 0,3 2-9 15,-1-1 4-15,1 1-1 0,-1-1 56 16,0-1-32-16,3 1-10 0,-4-2 59 15,0 2-24-15,2-2 0 0,-2-1-21 0,1 1 39 16,0 0 7-16,-2 0-41 0,1-2 15 0,-1 0-11 16,0 0 12-16,0 0-9 0,0 0 6 0,0 0-6 15,0 0 4-15,0 0 0 16,0 0 0-16,0 0-13 0,0 0 9 0,0 0-26 0,0 0-2 0,0 0 28 16,0 0-4-16,0 0-54 0,0 0 24 0,0 0 1 15,0 0 22-15,0 0-23 0,0 0-7 0,0 0 30 16,0 0-13-16,0 0-69 15,0 0 30-15,0 0 18 16,0 0-17-16,0 0-316 0,2 0 168 0,4 0-568 0,4 0 368 0</inkml:trace>
  <inkml:trace contextRef="#ctx0" brushRef="#br0" timeOffset="37957.43">3105 8454 493 0,'0'0'0'0,"0"0"0"0,0-1 0 0,0-1 0 0,0 2 0 0,0 0 0 0,0 0 0 0,0 0 0 0,0 0 0 0,0 0 54 0,0 0 0 16,-2 0-21-16,2 0 23 0,0 0 9 0,0 6-32 15,0-3-1-15,0 3 38 0,0-1 0 0,0 1-37 16,0-1 65-16,0 3-37 0,0-1 0 0,0 0-4 16,2 4 1-16,1 0-25 15,-3-2 8-15,1 7 43 0,-1-4-26 0,2 1 1 16,-2 1-27-16,2 0 31 0,-2 2 8 0,1-1-38 15,1 0 0-15,0 0 18 0,1 2-18 0,-3-2 0 16,1 2 8-16,0 0-16 0,-1-1 8 0,4 3-23 16,-3-2 23-16,-1 2 0 0,0 0 8 0,2 2-48 15,-2-1 40-15,0 0 0 0,0 1 0 0,2 2-33 16,-2-1 7-16,0-1 14 0,0 2 6 0,3-2-36 16,-3 1 0-16,0-1 27 15,0 0 10-15,0 2-32 0,0-1 0 0,0 1-1 16,0 3 1-16,0-3 17 0,0 0 6 0,3 5-12 15,-3-2 7-15,0 0-4 0,0 1 2 0,0-1-3 16,0-1 5-16,2 3-5 0,-2-2 2 0,0-5-6 16,1 1 6-16,1-1 0 0,-2-2-3 0,2 1 2 15,-1 1 1-15,-1-2-14 0,2 2 13 0,1-1 1 16,-3 1 2-16,0 0-16 0,0 2 13 0,0-3-2 16,0 2 1-16,0-2-22 0,0 1 24 0,0 2-6 15,0 0 3-15,0-2-3 16,2-1 2-16,-2 3-1 0,0-4 2 0,1 4 1 15,1 0-3-15,-2-2-14 0,2 1 14 0,-2 1 0 16,2 0 1-16,-2-1-13 0,0 2 11 0,0 1 1 16,0 0 0-16,0-3-27 0,0 0 26 0,0 5-2 15,0-7 1-15,0 3-24 0,0-2 22 0,0-1-2 16,0-3-2-16,0 0-5 0,0-1 8 0,0 0-32 16,0-1 31-16,0 2-2 0,0-3 0 15,0 3-54-15,0 1 27 0,0-1-3 16,0 1 27-16,0 3-54 0,0-2 23 0,0-2-1 15,0-1 15-15,0-1-96 0,0-3 49 0,0-3 9 16,0-3-165-16,0-3 96 0,0 0 48 0,2-3-398 16,7 0 223-16</inkml:trace>
  <inkml:trace contextRef="#ctx0" brushRef="#br0" timeOffset="39752.61">6280 8242 119 0,'0'0'0'0,"0"-3"0"0,0-1 0 0,1 2 0 0,-1 0 0 0,0-2 66 0,0 2-44 0,0 1 1 0,0-2 52 16,0 2-22-16,0 1 1 0,0 0-14 0,0-2 19 16,0 2-26-16,0 0 0 15,0 0-1-15,0 0 28 0,0 0 9 0,0 0 14 16,0 0-24-16,0 0-1 0,0 0-25 0,0 0 57 15,0 0-20-15,0 0-8 0,0 0-29 0,0 0 27 16,0 0-1-16,0 3-26 0,0 3 8 0,0 2 16 16,0-1 0-16,0 2-25 0,-1-1 1 0,-1 2 12 15,1-2-4-15,-2 2 12 0,1 2-20 0,0-3 0 16,1 3-1-16,-2-1-19 16,3 0 28-16,-2 1-8 0,1 2 0 0,-2-1-27 15,3 1 26-15,0 0 1 0,-2-1 8 0,2 3-44 16,0 0 34-16,0 0-6 0,-3 1-17 0,1-1 16 15,0 1 11-15,1 1-48 0,-1-2 38 0,0 1-3 16,1 2 2-16,-2-1-42 0,1 1 46 0,-1 2-9 16,3 0 2-16,-5-1-19 0,3 1 17 0,0 1-2 15,2-1 6-15,-3 2-29 0,1-3 0 0,0 3 20 16,2 0 2-16,-2-3-24 0,2 3 3 0,-2-1 4 16,2 1 13-16,-1-1-2 15,1 5 1-15,0-5-35 0,-1 1 36 0,1 3-7 16,-3-5 4-16,3 5-14 0,0-2 12 0,0 2-4 15,-2-5 5-15,2 7 21 0,0-3-23 0,0-1 1 16,0 2 32-16,-2-2-31 0,2 1 2 0,0 5-8 16,0 1 6-16,0-4 3 0,0 4-2 0,0 1 5 15,0-6-2-15,0 6 0 0,0-4-1 0,0 0-38 16,0 2 37-16,0-2-2 0,0 1 3 16,0 0-22-16,0-1 19 0,0 1-4 15,0-1 9-15,0-3 15 0,0 7-22 0,2-4 11 16,0 2-10-16,1-2 1 0,1 1-1 0,0 2-24 15,1-1 25-15,-3-2-1 0,2-2 0 0,-1-3-65 16,0 2 31-16,2-3-1 0,-4 2 32 0,3 1-63 16,-3-1 29-16,1 0-11 0,0 3 36 0,1-4-19 15,-3 8 15-15,0-5 37 0,0-1-38 0,0-3-5 16,0 1 3-16,0 2 25 0,0-4-23 16,0 2 0-16,0-1-1 0,0-1 7 15,0 0-3-15,0 0 7 0,0 1 4 0,0 3-7 16,0 0-2-16,0-5 3 0,0 0-2 0,0 3 9 15,0-4-11-15,0-1 22 0,0-3-20 0,0-1 0 16,0-6-1-16,0 3 13 0,0-4-10 0,0-4-2 16,0 1 7-16,0-2-35 0,0 1 29 0,0-3 5 15,-3 0-3-15,-1 0-168 0,-1 0 74 0,1 0 41 16,-1-3-152-16,-4-8-126 0,4-6 153 0,-6-5-425 16</inkml:trace>
  <inkml:trace contextRef="#ctx0" brushRef="#br0" timeOffset="41275.65">3233 8220 543 0,'0'-4'0'0,"0"0"0"0,0 2 0 0,0 0 0 0,0 2 0 0,0 0 0 0,0 0 0 0,0 0 0 0,0 0 0 0,0 0 67 0,0 0-1 0,0 0-25 16,2 0-23-16,3 0 15 0,1 2 0 0,2 0-40 16,-3 4 40-16,1-3 8 0,-1 3-9 0,1 0-8 15,2 0 9-15,-3-1 0 0,1 1-3 0,-1-2-14 16,2 1 9-16,0 1 4 16,-2-2-15-16,3 1-12 0,-1-2 23 0,2 3 7 15,-1-2-14-15,-2 2 8 0,4-3-2 0,-1 1 6 16,1 2-5-16,-2 0 7 0,4 0-8 0,-2 0-7 15,0-1 6-15,2 0 2 0,-1 3-2 0,1-1 2 16,0 1-1-16,-2-1 0 0,1 1 2 0,0-1-25 16,0 1 22-16,1 0 7 0,1-3-8 0,0 2 1 15,3 1-2-15,-3-2-16 0,1-1 16 0,2 3 6 16,-2-3-6-16,-1 1-15 0,1 0 14 16,0 1 1-16,0-1 4 0,-1 0-43 15,0 1 35-15,3-2 2 0,-6 1-1 0,7 0-31 16,-1-1 31-16,-2-1 0 0,5 0-3 0,-1 0 0 15,4 0-3-15,-1-2 36 0,1 0 5 0,0-2-37 16,3 0 1-16,-2 0 0 0,-1 0 2 0,0 1-1 16,1 1 7-16,-3 2-22 0,-1-1 20 0,0 3-4 15,0 1 4-15,0-1-29 0,-1 4 29 0,1-3-5 16,2 3-3-16,-3-1-28 0,3-1 27 0,-3-1-39 16,0 1 40-16,1-1-1 15,-1-1-3-15,1-1-20 0,2-1-2 0,-4 2 22 16,4-2-3-16,0-1-14 0,-1 3 14 0,1-2 0 15,-1 0-3-15,1 1-8 0,1-1 6 0,-3 0 10 16,0 1-8-16,2-2 1 0,0 2-2 0,-1 0 16 16,1-3-12-16,0 2-2 0,1 0 1 15,0-2 1-15,3 2 0 0,-1-3-1 16,-1-1 3-16,7 4-20 0,-4-4 17 0,2 2 0 16,1 0-1-16,-1-2-6 0,-2 0 8 0,4 2-2 15,-2-2 3-15,1 1-3 0,1-1-1 0,-3 3-10 16,-2-1 11-16,5-1-1 0,-1 0-1 0,-2 2-21 15,3-3 20-15,-3 0 2 0,3 0-1 0,2 0-15 16,1 0 14-16,2-3-1 0,0 1 1 0,0-4-9 16,3-2 8-16,-2 2-3 0,1-1-1 0,-4 1 2 15,2 2 1-15,-1-2-4 0,-1 3 3 0,1-2 1 16,0-1-1-16,1 3 6 16,-2-5-6-16,1 2 1 0,2-1 0 0,-1-1 27 15,7-2-27-15,-3-1 2 0,-5 2-2 0,7-4-18 16,-6 0 19-16,6-2 1 0,-4-2-1 0,0 1-32 15,-3 4 32-15,3-4-35 0,-5 2 1 0,1 0 27 16,-4 3 3-16,-1 2-47 0,-6 1 21 0,-2 1-9 16,0-1 29-16,-2 2-45 0,-1 1 0 15,-2-3 32-15,-1 1 5 0,1 0-36 0,-2-1 33 0,-2-2-5 16,-2 1-27-16,-2-1 25 0,-2 3 4 16,-1-2-164-16,-2-1 81 0,-2 3 33 15,0-3-1-15,-9 3-268 0,-8 1 154 0</inkml:trace>
  <inkml:trace contextRef="#ctx0" brushRef="#br0" timeOffset="41844.69">3135 8421 35 0,'0'0'0'15,"0"-4"0"-15,0-2 0 0,0 1 0 0,0-1 0 0,0-1 0 0,0 1 79 0,0 0-25 0,0 0-5 0,0 1-30 0,0 1 46 16,0 1 0-16,-3-3-38 16,1 2 5-16,0 0 80 0,1 1-40 0,-3-3 14 15,4 0-27-15,0-3 0 0,0-1-18 0,0-1-6 16,7-1-2-16,3-3 0 0,1 1-1 0,3 0-37 15,-1-2 8-15,3 1 29 0,-2 1 1 0,5 2-35 16,-3 1 1-16,0 1 33 0,2 4 4 0,4 0-198 16,3 3 74-16,-3 1-201 0,5 0 129 0,-1 2 75 15</inkml:trace>
  <inkml:trace contextRef="#ctx0" brushRef="#br0" timeOffset="41981.68">3770 8109 533 0,'13'0'0'0,"6"0"0"0,-8 0 0 0,2 0 0 0,-3 0 0 0,-1 0 0 0,-1 0 0 0,0 2 68 0,1-2-27 0,4 0-8 16,1 0 0-16,-1 0-196 0,3-2 88 0,4-8 45 15,1 1 26-15</inkml:trace>
  <inkml:trace contextRef="#ctx0" brushRef="#br0" timeOffset="42097.38">4218 8013 449 0,'13'2'0'0,"1"4"0"0,-3-1 0 0,1-3 0 0,0 0 0 0,0 1 0 0,1 0 93 0,-3-1-31 0,3-1 0 16,0-1-57-16,2 0 36 0,2 0-8 0,4 0-154 16,3 0 71-16,0 0 37 0,1-3 0 0</inkml:trace>
  <inkml:trace contextRef="#ctx0" brushRef="#br0" timeOffset="42203.1">4778 8002 550 0,'19'9'0'0,"-6"-3"0"0,6-1 0 0,-6-1 0 0,4-2 0 0,-4 0 0 0,6-2 0 0,-3 2 0 0,3-2-67 16,-1 0 43-16,4 0 28 0,5 0-6 0</inkml:trace>
  <inkml:trace contextRef="#ctx0" brushRef="#br0" timeOffset="42326.77">5406 8033 626 0,'17'9'0'0,"0"-2"0"0,-1-5 0 0,0 0 0 0,0-2 0 0,-2 0 0 0,-1 0 0 0,2 0 62 15,0 0-8-15,0 0-55 0,2-4 1 0,2 0 33 16,0 1-1-16,1-1-273 0,3 2 121 0</inkml:trace>
  <inkml:trace contextRef="#ctx0" brushRef="#br0" timeOffset="42567.91">5970 8085 531 0,'12'7'0'0,"6"2"0"0,-1-1 0 0,-2-2 0 0,0-2 0 0,0 1 0 0,-1-2 0 0,2 2 0 0,1-2 0 0,-2 1-66 0,1-1 42 0,2 0 22 16,0-2-133-16,2 3 67 0,-1 2 35 0,-2-1-63 16,1 1 42-16,-4 2 22 0,2-1 32 15,-2 1 0-15,-1 2 0 0,0-3 0 16,-5 2 0-16,2-1-18 0,-3-3 18 0,0 1 0 16,2-2 0-16,-1 1 101 0,-4-3-50 0,2 2-29 15,-1-3 121-15,3 2-67 0,-1-3-16 0,-2 2 18 16,0-2-18-16,0 1 0 0,4-1-1 0,-4 0-97 15,2 0 41-15,-1 0 0 0,0 0 29 0,1 0-199 16,0-1 90-16</inkml:trace>
  <inkml:trace contextRef="#ctx0" brushRef="#br0" timeOffset="44987.58">3171 8276 135 0,'0'0'0'0,"0"0"0"0,0 0 0 0,0 0 0 0,0 0 0 0,0 0 0 0,0 0 185 0,0 0-80 0,0 0-37 16,0 0 19-16,0 0-5 0,0 0-17 0,0 0 8 15,0 0-1-15,0 0-39 0,-1 0 0 0,1 1-37 16,-3-1 45-16,3 0-9 0,0 0 1 0,0 0-22 15,0 0-1-15,0 0 23 0,0 0 8 0,0 0-37 16,0 0-1-16,0 0 30 0,4 0 28 0,3 0-33 16,-1 0-2-16,4 0 48 15,-1 0-23-15,-2-1 0 0,2-1-19 0,-1-1 22 16,-2-1 8-16,1 2-29 0,-1-1 0 0,2-2-8 16,-3 4 8-16,-1-1-1 0,1-2 9 0,2 3 16 15,0-4 0-15,0 0-25 0,-2 1 1 0,1-2 24 16,1 1-16-16,-2 1-27 15,2-2 19-15,-1 2 0 0,-1 1-1 0,2-1-41 0,-1 2 29 0,-1 1-9 16,1-2 22-16,-1 1-32 0,0 0-6 0,0 2 34 16,4 0-8-16,-4 0-43 0,3 0 14 0,1 0-1 15,-1-1 9-15,1-1 27 16,0 0-18-16,3 0 40 0,-1-3-2 0,2-1-32 16,-2 0 2-16,0-2 24 0,-1 4-16 0,1-1-7 15,-3 1 7-15,2 1-25 0,-3 1 26 0,3 1-5 16,-4-2 16-16,2 0-50 0,3 3-1 0,-5 0 33 15,3 0-3-15,0 0-36 0,-1 0 33 0,0 0 3 16,2 0-11-16,-1-1 9 0,0-1-7 16,0 1 32-16,1-4-24 0,0 4-2 0,-2-3 2 0,3 1-10 15,-3-1 11-15,0 2-2 0,-1-2 7 0,3 2-30 16,-3-1 22-16,2 3 1 16,0-3 1-16,0 1-40 0,0 0 38 0,1 1 17 15,-1-1-20-15,1 0 1 0,0-2-4 0,2 1 45 16,-2-1-42-16,1 0 2 0,-2 1 0 0,2-3 7 15,-4 2-5-15,4 0 2 0,-3 2 1 0,1 1-31 16,-1-3 32-16,0 2-4 0,2 0-34 0,-4 2 1 16,4 0 31-16,-1 0-32 0,-3 0-3 0,3 0 31 15,0 0-8-15,-1-2-25 0,0 2 28 16,1 0-6-16,-1-2 4 0,2 0 32 16,-4 1-34-16,2 1 1 0,0-3 1 0,0 3 29 15,-3-1-28-15,3 1 1 0,-2 0 2 0,-1 0 1 16,1 0-2-16,-1 0-4 0,0 0 4 0,1 0 1 15,0 0 2-15,1 0-2 0,-1 0 0 0,1 0 0 16,-1 0 0-16,2 0-14 16,1 0 14-16,1 0-3 0,-1 0 2 0,1 0 19 0,-2 0-19 0,2 0 0 15,-1 0 0-15,-1 0 6 16,0 0-5-16,-1 0-7 0,0 0 7 0,1 0 0 16,-3 0 0-16,3 0-6 0,-2 0 5 0,2 0 2 15,-2 0-1-15,2 0 7 0,0 0-7 0,0 1 0 16,-2-1 0-16,4 3 0 0,1-2-1 0,-5-1 0 15,3 2-10-15,1-2 11 0,0 0-1 0,-4 2-9 16,4-2 9-16,1 2 1 16,-3-2-1-16,2 2-11 0,-1-2 10 0,2 2-1 15,-1-2 1-15,1 1-2 0,0-1 2 0,0 0-2 16,1 0 1-16,-2 0 39 0,2 0-38 0,0 0 0 16,-2 0 0-16,2 0 26 0,1 0-24 0,-2 0-4 15,1 0 4-15,-2 0 4 0,4 0-3 0,-2 0-25 16,0 0 25-16,2 0 1 0,-4 3-1 0,4-3-29 15,-1 1 28-15,-2-1-1 0,2 2 0 0,0-2-23 16,-1 0 22-16,1 3-5 0,-2-3 4 0,5 0-3 16,-3 0 2-16,1 0 5 0,-1 0-5 0,1 0 0 15,-3 0-1-15,2 0 1 16,-1 1 0-16,-2-1 1 0,0 2-1 0,1 0-5 16,0 0 6-16,1-1-1 0,-2-1 0 0,0 3-5 15,0-3 5-15,2 0 0 0,-2 0 7 0,0 0-8 16,3 0 1-16,-2 0 5 0,3 0-5 15,-4 0 0-15,2 0 0 0,1 0-1 16,0 0 1-16,0 0 1 0,0 0-1 0,1-3-3 0,-3 3 4 0,2-1 0 16,-2 1 0-16,2-2-8 0,-1 2 7 0,1 0 0 15,-3-2-5-15,3 2 4 16,-1 0 0-16,0-2-2 0,-1 2 3 0,1-1-2 16,-1-2 1-16,2 3 0 0,0-2 0 0,-1 1 0 15,1-2 0-15,1 3 0 0,-4 0 0 0,3-1 0 16,-1 1 0-16,-2 0 0 0,2 0 0 0,-3 0 0 15,3 0-12-15,2 0 11 0,-4 0 1 0,-1 0 1 16,1 0-2-16,4 1 0 0,-6 2 0 0,4-2 2 16,-2 1-2-16,4-2 0 0,-3 0 0 0,1 3 17 15,-1-3-17-15,0 1 1 16,0-1 0-16,1 2 4 0,0 0-3 0,-4 0 0 16,4-1-1-16,-2 2 0 0,1 0 2 0,-1-1-5 15,-1 2 4-15,5-1-1 0,-7-1 1 0,6 2 4 16,-3-2-4-16,1 1-1 0,1-1 0 0,-1 0 15 15,0 1-14-15,0-3 0 0,3 3 0 0,-4-1 17 16,1 0-15-16,-2 0-1 0,0 0-7 0,0 0 7 16,-1 0 2-16,0-1-28 0,0 1-1 0,-2-2 27 15,0 4-2-15,2-3-27 16,-3 1 25-16,2 1 1 0,2-2-5 0,-4 1 7 16,3-1-9-16,0 2 5 0,-2 1-7 0,2-2 26 15,0-1-22-15,0 1 1 0,-2 0-23 0,2 0 24 16,-1 0 0-16,1 0-28 0,-1-1 27 0,1 3-1 15,0-2 2-15,-1 0-32 0,2 0 29 0,1 0 0 16,-3 3-4-16,2-4 7 0,1 0-6 0,-1 4 1 16,2-4-4-16,-3 3 23 0,0-2-21 0,1 0-1 15,-2 1 27-15,3-1-1 16,-2 0-18-16,-1 2 32 0,-2-2-31 0,4-1-2 16,-4 2 6-16,3 0 29 0,-3-1-29 0,0 0-2 15,1 0 5-15,-2 2 2 0,3-3-4 0,-3 2-1 16,2-2 3-16,-3 3-2 0,3-2 1 0,0 0 1 15,-1 1-1-15,0 0 0 0,-2 0-1 0,2 1 13 16,0 0-13-16,0 0 1 0,-1-1 0 0,0 2 28 16,1-2-27-16,-1-1 0 15,1 2 0-15,-1-1-1 0,4-1 2 0,-3-1 1 16,-3 4-1-16,4-4-22 0,-1 1 22 0,-1 3 1 16,2-3-13-16,1 1 11 0,-4 1 0 0,0-1-20 15,4 1 18-15,-5 0-2 0,4 0 2 0,-2 2-1 16,3-2 0-16,-4 1-2 0,0-2 2 0,4 2 23 15,-4 0-23-15,3-1 1 0,-3-1-1 0,3 1-4 16,-2 0 5-16,1-1 2 0,0 1-9 0,1 0 8 16,-2-2-1-16,2 2-25 15,-2-1 24-15,-1 1 0 0,2-2 1 0,-3 2-14 16,1-2 12-16,-2-1-3 0,1-1 3 0,1 0 17 16,-3 3-17-16,0-3-2 0,0 0 1 0,0 0 35 15,0 0 0-15,0 0-30 0,0 0 32 0,0 0-29 16,0 0-2-16,0 0 6 0,0 0-3 0,0 0 8 15,0 0-9-15,0 0 43 0,0 0-40 0,0 0 4 16,0 0-1-16,0 0-45 0,0 0 20 0,0 0 0 16,0 0 21-16,0 0-261 15,0 0 121-15,0 0 53 0,0 0-721 0,0 0 383 16</inkml:trace>
  <inkml:trace contextRef="#ctx0" brushRef="#br0" timeOffset="70037.25">8909 9987 259 0,'-4'0'0'0,"0"0"0"0,3 0 0 0,-3 0 0 0,2 0 0 0,0 0 27 0,0 0 8 0,2 0 23 16,-3 0 0-16,3 0-25 0,0 0-1 0,-3 0 35 15,3 0-26-15,0 0-8 0,0 0 0 0,0 0 8 16,0 0-9-16,0 0 1 0,0 0 8 0,0 0-13 16,0 0 5-16,0 0 0 0,0 0-15 0,0 0 23 15,0 0-8-15,0 0-30 0,0 0-1 0,0 0 25 16,0 0 4-16,0 0-20 0,0 0 17 0,0 2-6 15,0-2 5-15,0 0-28 16,0 0 25-16,0 0 3 0,0 0-3 0,0 0-19 16,0 0 18-16,0 0-2 0,0 0-6 0,0 0 13 15,0 0-6-15,0 0-24 0,0 1-1 0,3-1 21 16,-3 3 2-16,3-3 12 0,-3 1-13 0,0 0-2 16,2-1 1-16,-2 0-3 0,2 3 3 0,-2-3 3 15,2 0-3-15,-2 2-14 0,0-2 13 0,2 0 1 16,-2 0-20-16,2 0 23 0,-2 2-4 0,1-2-11 15,-1 0 10-15,0 0-2 0,0 0 2 0,2 0 2 16,-2 0-3-16,0 0-2 16,2 0 2-16,-2 2 8 0,2-2-8 0,0 0 3 15,-2 0-3-15,1 2 0 0,-1-2 0 0,2 0 1 16,0 0-9-16,-2 0 12 0,3 1-4 0,-3-1-7 16,0 0 7-16,0 0-1 0,0 0 1 0,2 0-2 15,-2 0 2-15,0 0-2 0,0 0 1 0,2 0 18 16,-2 0-17-16,1 0 2 0,-1 1-3 0,3-1 23 15,-3 0-21-15,1 0 0 0,1 0-12 0,-2 0 17 16,2 0-4-16,-1 0-24 16,1 0 24-16,0 0-2 0,1 0 1 0,-2 0-7 15,2 0 5-15,-1 0 1 0,3 0-4 0,-3 0-13 16,1 0 16-16,-1 0-2 0,0 0-4 0,0 0 4 16,1 0-2-16,-1 3 1 0,2-3 13 0,-2 0-9 15,0 0-3-15,1 0-17 0,2 0 17 0,-4 0-1 16,4 0 2-16,-4 2-16 0,3-2 14 0,-1 0 0 15,1 2 0-15,-1-2-42 16,1 0 40-16,1 0-1 0,-2 2-4 0,1-2 4 16,0 0-3-16,-1 0 2 0,2 0 11 0,-2 0-12 15,-2 0-1-15,6 0 30 0,-4 0-28 0,1 0 1 16,0 0 3-16,-1 0 16 0,3 0-15 0,-3 0-3 16,4 0 5-16,-2-2-3 0,1 0 5 0,-1 0-5 15,1 2 2-15,-1-3-40 0,3 2 38 0,0 1 0 16,-3-1-39-16,3 1 36 0,0 0-2 0,-1-2 8 15,0 0-8-15,2 0 0 16,0 2-2-16,0-2 29 0,-2-1-27 0,0 2 0 16,1 0-1-16,2-2 10 0,-5 3-5 0,2-1-3 15,2 1 5-15,-2 0-7 0,-2-2 6 0,1 2-2 16,1 0-15-16,1 0 14 0,0 0 1 0,-1 0-8 16,3 0 6-16,-3 0 1 0,2 0-1 0,0 0-6 15,0 0 4-15,0 0 2 0,0 0-2 0,1 0 13 16,-1 0-10-16,2 0-2 0,1 0 2 0,-3 0 10 15,1 0-10-15,1 0-1 0,0 0-16 0,0 0 16 16,1 0 1-16,-3 0-19 16,3 0 17-16,0 0 0 0,-3 0 1 0,0 0-16 15,5 0 13-15,-3 0 2 0,-2 0-3 0,3 0-11 16,0 0 11-16,1 0 1 0,-2 0-3 0,3 0 13 16,0 0-12-16,-1 3 1 0,4-3 27 0,-4 4-25 15,2-4-1-15,0 1 22 0,-2 2-21 0,3-3 1 16,-2 2 3-16,1-2 3 0,1 0-5 0,-4 2 2 15,4-2-1-15,-2 0-15 0,-1 0 16 0,3 0-1 16,-4 0-1-16,2 2-7 16,1-2 7-16,-4 0-1 0,4 0-10 0,-1 0 8 15,-2 2 2-15,1-1-27 0,1 0 25 0,-3 2 0 16,3-1 0-16,-2 2-33 0,4-2 32 0,-3 2-3 16,-1-2 2-16,4 1-30 0,-3-1 28 0,2 2-3 15,-2-2 3-15,2-1-9 0,0 2 7 0,0-1-3 16,0-1 7-16,0-1-5 0,0 3 0 15,1-2 8-15,0 1-7 0,1 0-1 16,0-2 1-16,0 2 11 0,-3-2-11 0,4 2 2 16,-4-2-2-16,4 0 8 0,-1 0-7 0,-2 0 2 15,2 0-2-15,-1 0 12 0,0 0-11 0,0 0 1 16,2 0 4-16,-2 0-5 0,1 0 1 0,0 0-1 16,-2 0 0-16,2 2 2 0,0-2-1 0,2 0-4 15,-3 1 4-15,2 1 0 0,0-2 0 0,1 2-4 16,-1-2 4-16,1 1-1 0,1-1-9 0,-2 3-7 15,1-3 15-15,-1 2-5 0,1-2 5 16,2 0-1-16,-2 0 0 0,1 0 3 16,0 0-3-16,0 1-1 0,-1-1 1 0,0 0 4 15,-3 0-4-15,2 0-1 0,-2 0 1 0,1 0 1 16,-2 0-1-16,0 0 0 0,0 0 1 0,1 0 0 16,-2 0 0-16,2 0 0 0,-2 2 5 0,2-2-5 15,-4 0 0-15,4 0 2 0,-3 0-2 0,-1 0 0 16,4 0-1-16,-3 2 24 0,0-2-23 15,2 0 1-15,-1 0 0 0,0 0 22 16,0 0-19-16,0 0-2 0,0 0-2 0,1 0 4 16,-1 0-1-16,2 0-8 0,-2 0 9 0,0 0-1 15,2 0 0-15,0 0-23 0,-2 0 23 0,2 0-1 16,0 0-2-16,0 0-28 0,0 0-5 0,2 0 32 16,-3 0-7-16,0 0-22 0,-1 0 22 0,0 0 4 15,-1-2-7-15,0 2-20 0,-2-2 18 0,3 2 6 16,-5 0-42-16,2 0 39 0,-1 0-2 15,-1 0-33-15,0 0-5 0,0 0 37 0,1 0-3 0,0 0-10 16,-1 0 7-16,1 0 3 16,-1 0-12-16,0 0 34 0,3 0-4 0,-3 0-19 15,0 0-4-15,3 0 30 0,-3 0-3 0,0-1-21 16,3 1 25-16,-3-2-23 0,2-1 6 0,1 2-46 16,-5-1 40-16,2 2 2 0,3-2 3 0,-5 2-35 15,2-1 30-15,-1 1 1 0,0 0-10 0,-1 0 2 16,-1 0 1-16,-1-2 3 0,1 2 41 15,-2 0-1-15,0 0-44 0,-2 0 64 16,0 0-26-16,-1 0 0 0,1 0-21 0,-2 0 50 16,0 0-22-16,0 0 0 0,0 0-12 0,0 0 23 15,0 0 7-15,0 0-35 0,0 0 12 0,0 0-16 16,0 0 15-16,0 0-7 0,0 0-37 0,0 0-1 16,0-2 40-16,0 0-309 0,-5-2 141 0,-4-1 73 15,4-1 27-15,-2-2-433 0,1-1 220 0,1-4 121 16,1-3 57-16</inkml:trace>
  <inkml:trace contextRef="#ctx0" brushRef="#br0" timeOffset="70597.93">11815 9801 771 0,'-7'0'0'0,"6"0"0"0,-1 0 0 0,2 0 0 0,-2 0 0 0,2 0 0 0,0 0 0 0,-2 0 162 16,2 0-65-16,0 0-32 0,0 0 92 0,2 2-53 16,2 0-40-16,2 1 7 0,1 1 1 0,1 0-39 15,-1-1-1-15,1 2 51 0,-1-1-30 0,3 1 1 16,-3-1-22-16,5 2 45 0,-3-1-22 0,-2 3 8 15,3-1-30-15,-3 1 28 16,2-1-1-16,-1 0-27 0,0 3 0 0,-3-2 38 16,3-1-38-16,-3 1-1 0,2-1 8 0,0 2-8 15,-2-1 1-15,3-1-2 0,-3 1 1 0,1-1 1 16,-2 1 0-16,0-2 6 0,1 1-7 0,-1 1 9 16,-2-1-8-16,0 0-11 0,-1 3 11 0,1 3 0 15,-2 0 0-15,0 4 16 0,0 4-17 0,-9 1-26 16,-2 4-8-16,-3 5-3 0,-2-1 35 15,-3 2-30-15,0 2-8 0,-8 6 30 16,4-7 3-16,-4-1-153 0,-1-3 71 0,2-4 32 16,-5-2-3-16,1-8-356 0,2-8 184 0,5-5 70 15,3-2-548-15,5 0 327 0</inkml:trace>
  <inkml:trace contextRef="#ctx0" brushRef="#br0" timeOffset="72407.73">9406 8064 451 0,'0'-4'0'0,"0"2"0"0,0 1 0 0,-2-2 0 0,2 2 0 0,0-1 0 0,-1 0 0 0,-1 0 124 16,2 0-50-16,0 2-21 0,0 0 80 0,0 0-50 16,0 0-25-16,0 0 14 0,0 0-8 0,0 0-31 15,0 0 0-15,0 0 22 0,0 6 1 0,0 0-15 16,0 1-9-16,0 3 27 0,0-3-26 0,0 6-1 15,0-3 1-15,0 5 20 16,0-1-21-16,0 3 25 0,0 2-1 0,0 0-23 16,0 1 0-16,0 3 12 0,0 5-13 0,0-2 1 15,0 1 0-15,0 1 0 0,0 0 0 0,0 2 8 16,0 0-8-16,0 0-24 0,0 2 23 0,0 0 1 16,-1 0 0-16,-2 0 1 0,1 2-1 0,2 0-31 15,-2-1 28-15,1 0 1 0,1 0-5 0,0-1 41 16,-2 2-38-16,0 1-1 15,1 1 2-15,-2 1 40 0,2 1 1 0,-1 2-28 16,-3 3-10-16,3-4 27 0,0 3-1 0,-1 0-26 16,1 0 0-16,2-4 1 0,-2 8-1 0,2-3-1 15,0-1-37-15,0 1 38 0,0-1 0 0,0-6-44 16,0 8 17-16,0-4-4 0,0-5 30 0,2 5-69 16,0-1 30-16,0-1 12 0,-1-1-5 15,1-2-26-15,0-2 0 0,1 1 28 0,-1 0 8 0,-2 1-11 16,2 1 9-16,-2 0-6 0,0 0 37 15,0 1-34-15,0-1 2 0,0 1 37 16,0-1-4-16,0-2-26 0,0 2-4 0,0-2 28 16,0-1-24-16,0 1 8 0,0-1-7 0,0 2-20 15,0-2 20-15,0 1 5 0,0 0-4 0,0-2-33 16,0 0-4-16,0 2 31 0,1-2-28 0,-1-2-3 16,0 1 32-16,0 2-30 0,0-4 26 0,0 2-8 15,0-2 5-15,0 1-27 0,0-6 0 0,0 9 18 16,0-5 6-16,0 0-36 15,0-1 33-15,0-2-4 0,0 0 3 0,0 5 10 16,0 0-10-16,0-2-30 0,0 1 28 16,-1 1 0-16,1-4 0 0,-2 6-19 0,0-4 18 15,2 0 0-15,-3-1 0 0,1-7-44 0,2 1 19 0,-2-4 0 16,1-2 22-16,1-4-103 0,-2-2 48 0,0-3 18 16,2-2-6-16,0-4-262 0,0 0 141 0,-2 0-358 15,0-11 249-15,2-15 124 0,0-10 55 16,0-15-210-16</inkml:trace>
  <inkml:trace contextRef="#ctx0" brushRef="#br0" timeOffset="72861.11">9371 7962 431 0,'0'0'0'0,"-2"-2"0"0,2 1 0 0,-2-1 0 0,0-1 0 0,2 3 168 0,-2-1-72 0,2 1-32 16,-1 0 0-16,1-2 31 0,0 2-32 0,0 0 9 16,0 0-39-16,0 8 31 0,-2 7-31 0,-2 1 37 15,0 7 1-15,-4-3-30 0,1 10-8 0,-2-3-37 16,0 2 0-16,-3 0 37 15,-1 1-1-15,1-1-65 0,0 0 28 0,1 0 1 16,-2 1 36-16,0-1-71 0,-2-4 16 0,6-2 28 16,-2 3-179-16,0-9 90 0,1 0 28 0,5-7-167 15,1-3 90-15,1-2 50 0,1-2 11 0,-1-3-177 16</inkml:trace>
  <inkml:trace contextRef="#ctx0" brushRef="#br0" timeOffset="73043.62">9307 7975 560 0,'7'0'0'0,"3"0"0"0,3 0 0 0,-4 2 0 0,5 2 0 0,-3 1 209 16,2 5-89-16,3 0 246 0,-2 3-166 0,5 0-76 16,-2 2-50-16,-1 1 67 0,5 2-54 0,-2-2-27 15,-4-2-1-15,2 2-223 0,0 0 94 0,-2-2 52 16,0 3 25-16,0-3-493 0</inkml:trace>
  <inkml:trace contextRef="#ctx0" brushRef="#br0" timeOffset="75936.61">9450 9961 318 0,'0'0'0'0,"0"0"0"0,0 0 0 0,0 0 0 0,0 0 0 0,0 0 0 0,0 0 0 0,0 0 0 0,0 0 0 0,0 0 35 0,0 0-5 0,0 0-7 15,0 0 7-15,0 0-1 0,0 0 1 0,0 0-30 16,0 0 28-16,0 0 0 0,0 0 0 0,0 0 3 16,0 0-3-16,0 0 7 0,0 0-12 0,0 0 27 15,0 0-23-15,0 0 0 16,0 0 26-16,0 0 6 0,0 0-29 0,0 0 7 15,0 0-6-15,0 0 0 0,0-4 4 0,0-2-63 16,0-2 25-16,0-3 0 0,0 4 32 0,0-3-35 16,0 1-5-16,0 0 41 0,0-3-17 0,0 3-31 15,0 0 11-15,0 2 0 0,0-1-6 0,0 0 29 16,0 1-16-16,0-1 9 0,0 1-3 0,0-3 2 16,2 3-2-16,0-3-26 0,-2 3 29 15,1-2-2-15,1-1 3 0,0 1-21 16,0-1 19-16,0 0 1 0,0 2-4 0,-1-2-34 15,1 1 30-15,3-1 4 0,-3 1-8 0,-1 0-15 16,1 2 16-16,0-2-17 0,0 2 17 0,-2 2 2 16,2-3-2-16,-2 4-15 0,2-1 15 0,-2-1 0 15,1 0 0-15,-1 0-1 0,2-1 0 0,0 2 0 16,0-3-1-16,0 0-12 0,-1 1 11 0,1-1 2 16,0 1-2-16,1-1-1 0,0-1 1 0,-3 1 18 15,4 1-16-15,-2-1-1 16,0 1 1-16,1 0 14 0,-1-1-13 0,2 1-1 15,-2-1 1-15,1 0 11 0,2 2-10 0,0-4-1 16,1 0 2-16,-1 3 3 0,1-3-2 0,-1 1-1 16,3-1 2-16,0 3-4 0,-1-4 2 0,0 1 0 15,2 1 0-15,0 0 0 0,-4-1 0 0,4 1 0 16,-1-1 0-16,-2 0 0 0,3 2 0 0,-4 2 22 16,2-2-21-16,-2 1 0 0,1-1 0 15,-1 2 33-15,2-1-31 0,0-1-1 16,-2 4 21-16,3-6-20 0,0 2 3 0,-2 1 25 15,4-1-23-15,-2-1-3 0,-1 1 7 0,3-1 5 16,-1 0-10-16,-4 1 1 0,3 0 4 0,2-1-17 16,-5 1 16-16,3 2-2 0,1-2-1 0,-4 0 9 15,2 0-9-15,0 1 1 0,0 1 6 0,0-1-8 16,3-2 2-16,-2 3 10 0,1-1-10 0,-1-1-1 16,-1 0 4-16,1 1-4 0,3 1 2 0,-3 1 0 15,-1-3 0-15,2 2-17 16,0 1 18-16,-1 1-1 0,3-2-1 0,-3 3-13 15,3-3 13-15,-5 2-2 0,3 1 12 0,-2-2-12 16,3 3 0-16,-2-1 21 0,1 1-20 0,-1-2 1 16,-1 2 1-16,2 1 24 0,-1-3-24 0,2 2 1 15,-3-2-1-15,2 2 5 0,0-1-1 0,1 1 0 16,-1-2-3-16,0 3 3 0,2-2-2 0,-2 2 1 16,0-1-33-16,-1-1 30 0,1 2 2 0,0 1-8 15,0-3 7-15,0 3-3 0,0-1 5 16,0 1-16-16,1 0 12 0,-3 0-2 15,2-2 1-15,0 2-5 0,3 0 7 0,-5 0-4 16,2 0 2-16,2 0-16 0,-2 0 15 0,-2 0-1 16,3 0 6-16,-1 0-5 0,0 0-1 0,-2 0 0 15,4 0 1-15,-2 0-1 0,-2 3 2 0,3 0-5 16,-1 1 3-16,-2-1 0 0,2 0 0 0,2 0-22 16,-4 1 23-16,0-3-2 15,2 3 0-15,1-2-28 0,-1 0 28 0,-1 0-2 16,3 0 1-16,0 0-24 0,-3-2 23 0,2 1-12 15,1 1 11-15,-2 1-2 0,1 0 0 0,-1-1-2 16,0-1 2-16,1 4-2 0,-3-3 2 0,2 1 1 16,-1 1-2-16,0 0 1 0,1-2 0 0,-2 1 12 15,2 2-12-15,0-4 1 16,0 3 41-16,-2-2-40 0,3 1-1 0,-1 0 38 0,-2 0-36 0,1-1 3 16,0 1-1-16,-1 1 25 0,1-2-24 0,-1 1 4 15,1 2-3-15,-2-4 15 16,1 3-14-16,-2 1 5 0,3-2-4 0,-2-1-35 15,1 1 35-15,1 2 2 0,-3-2-10 0,2-1 7 16,0 2 0-16,0 0-4 0,-2-3 4 0,3 2 0 16,-2 2-2-16,0-3-15 0,1 1 15 0,-2 2-1 15,1-2 1-15,2 2 15 0,-3-1-16 0,1 0 1 16,1 1 2-16,-1 0 40 0,0 0-41 0,1 1 2 16,-1-3-18-16,-1 3 17 0,1 0 1 0,-3-1 16 15,4 1-16-15,-2 0 2 0,1-2 1 0,-1 1-22 16,2 1 21-16,0 1-2 15,-2-1-1-15,1 2 18 0,-1-3-14 0,1 3-3 16,0-1 0-16,0-1-31 0,1 1 27 0,-2 0 5 16,1 1 13-16,-3-1-14 0,4 2-2 0,-2-2-8 15,-1-2 8-15,1 3 2 0,-1-2-1 0,1 1 18 16,0-3-18-16,-1 1 0 0,-1 1-1 0,1 1-14 16,0-1 17-16,-1-1-2 0,1 4 2 15,0-2-42-15,-1-2 37 0,2 5 3 16,-2-3 11-16,1 2-14 0,2 1 0 0,-3 0-4 15,1-1 3-15,-1 0 3 0,2 1-5 0,-1-1-12 16,-1 0 13-16,1-1 1 0,0 2 3 0,-1 0 22 16,1-1-23-16,-2 0-1 0,1 0 2 0,2-2-14 15,-1 3 14-15,-3-3-1 0,1 3-23 0,0-3 21 16,0 2-2-16,0 1 4 0,0 0-1 0,-1-1-2 16,1 0 1-16,0 0 8 0,0 1-8 0,0 1 0 15,-1-4 0-15,1 6-2 16,1-4 2-16,-1 2-1 0,0 1 1 0,0-4-9 15,-1 2 12-15,1-1-21 0,0 0 17 0,0 0 1 16,0 1-1-16,-2 0-15 0,1-3 14 16,1 3 0-16,-2-1-2 0,2 1-3 0,0-2 3 15,-2 2 1-15,2 1-2 0,-2-1 5 0,2 1-4 0,-2-1 0 16,1 2 1-16,2-2 2 0,-1 0-2 0,0 0 0 16,-2 0 0-16,2 1-1 0,-1 0 1 0,1 2 0 15,0-3 33-15,0 3-31 0,0 0-1 16,-1-3-24-16,1 3 24 0,0-4 1 15,0 2 0-15,0 1 4 0,0-3-5 0,1 1 0 16,0 0 0-16,-1-3-9 0,0 0 9 0,-1 0-1 16,1-3-3-16,0 1 2 0,0 2 1 0,-2-4-5 15,2 0 4-15,-2 0 1 0,2-1 0 0,-2 1-4 16,0 0 3-16,0-2 1 0,0-1 0 0,0 2-5 16,1-2 4-16,-1 0-2 0,0 0 2 0,0 0 1 15,0 0-2-15,0 0 1 16,0 0 9-16,0 0-9 0,0 0 0 0,0 0-52 15,0-3 25-15,-1-12-1 0,-1-4 25 0,0-1-684 16</inkml:trace>
  <inkml:trace contextRef="#ctx0" brushRef="#br0" timeOffset="78541.17">10176 9076 564 0,'0'-2'0'0,"0"0"0"0,-2 1 0 0,2-2 0 0,0 3 0 0,0 0 0 0,-1 0 0 0,-3 0 69 0,2 0 0 0,-1 0-36 16,-1 3 0-16,-3 6 41 0,0 4-12 0,-2 0 2 16,-2 8-46-16,-3 1 15 15,0 6-1-15,-7 8-42 0,3-4 30 0,-5 10-9 16,-2-1 22-16,3 2-31 0,-2 2 0 0,-1 2 31 15,-1 2-4-15,-1-3-30 0,1 3 9 0,0-1 17 16,-1-3-14-16,3-5 10 0,3-5-4 0,1-2 2 16,1-2 13-16,4-5-12 0,2-8 0 0,1 4-22 15,3-6-5-15,2-3 26 0,0-2 2 16,0 1-105-16,3-5 47 0,3-3 24 16,-1 0-3-16,2-2-128 0,0-2 71 0,0 0 35 15,3 0-83-15,11-10 36 0,6-11 35 0,7-7-164 16,1-2 91-16,2-5 45 0,0-3 22 0</inkml:trace>
  <inkml:trace contextRef="#ctx0" brushRef="#br0" timeOffset="78799.89">10318 9226 225 0,'9'-16'0'0,"-1"3"0"0,-1 3 0 0,-3-1 0 0,-1 3 0 0,-1 4 245 15,0 0-107-15,-2 2-44 0,0 1-35 0,0 1 148 16,0 0-88-16,0 6-43 0,-7 7 40 0,-2 5-34 15,-3 7-28-15,-1-1 12 0,-2 5-33 0,0 5 0 16,-6 4-1-16,5-3-37 0,-7 7 15 0,2 0-1 16,-1 0 24-16,1 0-68 0,-2 1 34 0,2-5 8 15,-2 6 26-15,0-3-98 0,2-4 45 0,5-8 2 16,-4 3 0-16,8-10-89 0,-4 6 54 16,7-9 14-16,0 0-49 0,2-3 30 15,2-3 23-15,3-5-175 0,0-2 94 0,2-5 32 16,0 1 27-16,2-2-113 0,7-2 68 0,9-13 26 15,3-8 9-15</inkml:trace>
  <inkml:trace contextRef="#ctx0" brushRef="#br0" timeOffset="79042.15">10581 9202 785 0,'7'-2'0'0,"-3"-1"0"0,-2 3 0 0,0 0 0 0,-2 0 0 0,0 3 0 0,0 9 132 15,-2 2-49-15,-6 9-26 0,-3-1 1 0,-2 7 87 16,-3 0-48-16,-2 11-36 0,1-2-1 0,-1-1-38 16,-3 4 10-16,0 2 1 0,2-7-60 15,-5 11 26-15,-1-5 0 0,2-1-61 16,0 0 47-16,-2-3 24 0,6-8 8 0,-1 4-70 0,1-4 13 16,3-4 28-16,7-6-20 0,0-2-124 15,5-6 55-15,1-2 46 0,3-2 0 0,0-5-153 16,0-3 82-16,9 0 46 0,4-2 15 0</inkml:trace>
  <inkml:trace contextRef="#ctx0" brushRef="#br0" timeOffset="79278.52">10797 9424 836 0,'2'-5'0'0,"0"4"0"0,-1-1 0 0,-1 2 0 0,0 0 0 0,0 0 0 0,0 5 0 0,-7 11 0 0,-5 4 251 0,-2 5-109 0,-2 5-55 16,0 1 70-16,-5 9-67 0,0-2-29 0,1 3-58 16,-1 3 0-16,-2-2 30 0,-2 3 8 0,2 1-111 15,-4-3 52-15,5-2 25 0,2-9 0 0,2 0-148 16,4-8 83-16,5-1 39 0,2-6-13 16,5-6-85-16,2-2 25 0,0-2 43 15,0-7-25-15,9 0-178 0,9-5 109 0,-2-13-132 16</inkml:trace>
  <inkml:trace contextRef="#ctx0" brushRef="#br0" timeOffset="79486.14">11013 9531 830 0,'5'0'0'0,"-1"0"0"0,0 0 0 0,-4 0 0 0,0 3 0 0,0 8 0 0,-2 1 0 0,-7 3 142 16,-3 6-54-16,-1-3-20 0,-2 7 85 0,-2 1-60 15,0 2-30-15,-1 0 0 0,0 2-57 0,-1 1 9 16,-1 1 17-16,1-3-105 0,-1 3 53 0,1-1 27 16,3-2-1-16,4-6-168 0,1 0 92 0,4-6 19 15,2 1 34-15,5-8-319 0,0-1 158 0,0-1 38 16</inkml:trace>
  <inkml:trace contextRef="#ctx0" brushRef="#br0" timeOffset="79679.07">11059 9797 835 0,'0'0'0'0,"0"-2"0"0,0 2 0 0,0-2 0 0,0 2 0 0,0 0 0 0,-3 4 302 0,-5 10-135 0,-2 3-59 15,-1 7-42-15,-3 2 109 0,-2 4-71 0,-3 4-45 16,3-1-26-16,-1 0 7 0,2-1-7 0,1-3-268 15,7-6 134-15,0 0 66 0</inkml:trace>
  <inkml:trace contextRef="#ctx0" brushRef="#br0" timeOffset="90045.43">14380 8077 665 0,'-7'-1'0'0,"3"-1"0"0,-2-1 0 0,2 2 0 0,2-1 0 0,-1 0 0 16,1 0 0-16,0 1 59 0,2-2-1 0,0 1-25 0,0 2 57 0,0 0-20 0,0 0-8 15,0-1-29-15,0 1 5 16,0 0-6-16,0 0 1 0,2 0 8 0,0 0 30 16,3 0-38-16,1 7-1 0,0 3 24 0,-2-1 0 15,-1 4-15-15,1 2 11 0,-2 1-19 0,0 3 0 16,0 2-1-16,-2 2-16 0,0-1 16 0,0 1 1 16,0-1 0-16,0 1-49 0,0-1 24 0,-2 0 9 15,-2-4 14-15,0 0-52 0,3-3 17 0,-1-3-1 16,0-1 4-16,2-3 4 0,-2 0 4 0,2-5 0 15,0-1 5-15,0 0 3 0,0-1-6 16,0-1 8-16,0 0-3 0,0 0-1 16,0 0 4-16,0 0 27 0,0 0 3 0,0 0-27 15,0 0 0-15,0 0 26 0,0 0 4 0,0 0-29 16,0 0-15-16,0 0 21 0,0 0-2 0,0 0-51 16,0 0 23-16,0 0 0 0,0 0 23 0,2 0 9 15,5 0-14-15,1 0 2 0,-1 0-8 0,3 0 10 16,3-1-11-16,-4-1 10 0,6 0-15 15,0 0 15-15,0 2-7 0,5 0 1 16,-2 0-20-16,3 0 3 0,1 0 20 0,4 0-39 16,-5 0 1-16,5-1 34 0,-5-2-1 0,1 1-61 15,1 0 24-15,-4 1 1 0,-1-1 15 0,-2 0-16 16,-7 2-10-16,2 0 33 0,-3 0-14 0,-2 0-23 16,-5 0 10-16,1 0 0 0,0 0 5 0,-2 0 8 15,0 0-3-15,0 0 126 0,0-2-57 0,0-3-29 16,-7-1 4-16,1-2-25 0,-6-3 4 15,1-1-4-15,1 0 13 0,-4-5-48 16,-1-4 12-16,0 5 27 0,-2-11 17 0,-2 4-157 16,2-3 65-16,-1 2 34 0,0 1-114 0,4 2 62 15,-5-3 24-15,4 1 34 0,0 1-11 0,4 0 11 16,-3-2 1-16,5 2 47 0,0-4-19 0,3 0-1 16,2-1-28-16,2 1 94 0,2-3-38 0,0 6-17 15,2-7 5-15,8 3 22 0,3 4-22 0,0 0 0 16,2 4 37-16,8-4-14 0,-2 5-1 15,0 6-2-15,4 1 0 0,0 3-26 16,-1 2 10-16,6 3 20 0,-1 1 1 0,-4 2-22 16,3 0-3-16,-1 0 41 0,-6 2-36 0,2 5 1 15,-2 5-3-15,-3 0 5 0,-2 3-4 0,-2 1 7 16,-2 3-15-16,-1 5 11 0,-4-2-2 0,-2 4 12 16,-1 1-11-16,-2 3 0 0,0-6 4 0,-2 11-29 15,0-4 0-15,0 1 21 0,0 0 2 0,-6 2-44 16,-1 2 3-16,-5-1 34 0,1-1 2 0,-2 2-60 15,-2-5 28-15,-2-1-8 16,0-1 14-16,-2-1 8 0,-1-5 8 0,-1-3 1 16,6-5-4-16,-4 0-8 0,2-6 5 0,4 1 66 15,0-4-30-15,3-1 1 0,5-2-32 0,1-2 104 16,2-1-46-16,1 0-17 0,1 0 10 0,0 0 8 16,1 0-39-16,10 0 16 0,7 0-18 0,0 2 18 15,6-2-10-15,3 2 12 0,-1-2-11 16,3 0 5-16,-7 0 4 0,8 0-86 0,-10 2 36 15,5-2 14-15,-2 0 0 0,-3 0-105 16,-1 0 61-16,0 0 15 0,-4 0 1 0,-1 0-52 16,-5 0 38-16,0 0 12 0,-4 0-10 0,3-2 11 15,-4-2 16-15,-2-4 63 0,0-3-32 0,-1-2-7 16,-1-2-30-16,0-2 95 0,0-3-41 0,0-5-13 16,-3-1 0-16,-3-3-94 0,2-1 35 0,0-3 14 15,0 1 25-15,3 2-356 0,-1 3 168 0,0 7 73 16,2-1-344-16,0 6 217 0,0 0 104 0</inkml:trace>
  <inkml:trace contextRef="#ctx0" brushRef="#br0" timeOffset="90216.57">15423 7895 1604 0,'-6'-6'0'0,"2"2"0"0,0 1 0 0,2-2 0 0,-1-1 0 0,1 2 0 0,0 2 0 0,0 0 0 0,0 0 0 0,2 0 100 0,0 2-34 0,0 0-459 16,0 0 208-16,4 6 110 0,3 6 46 0,-1 0-289 15</inkml:trace>
  <inkml:trace contextRef="#ctx0" brushRef="#br0" timeOffset="90347.74">15448 8101 1390 0,'-9'6'0'0,"7"0"0"0,-1-2 0 0,-1-4 0 0,1 0 0 0,1 0 0 0,0 0 0 0,2 0 0 0,0 0 0 0,0 0 155 16,0 0-61-16,0 0-22 0,2 3-297 0,5 3 128 15,0 1 66-15</inkml:trace>
  <inkml:trace contextRef="#ctx0" brushRef="#br0" timeOffset="91258.82">16625 7632 743 0,'-6'-4'0'0,"3"2"0"0,-2 2 0 0,3 0 0 0,1 0 0 0,1 10 0 0,-2 3 0 0,2 6 205 0,0 4-86 0,0 3-43 15,0 2 110-15,0-2-68 0,0 7-47 0,0-2 1 16,0 1-10-16,0 0 0 15,0 0-30-15,0-3-51 0,0 1 21 0,2-1 1 16,-1-1 29-16,1-5-73 0,0-1 37 0,1-1 9 16,-1-2 27-16,-1-5-218 0,1-4 74 0,0-1 62 15,-2-3-13-15,0-3-222 0,0-2 103 0,0-1-50 16,0 0 100-16,0-12 50 0,0-5 24 0,0-5-91 16,-5-6 62-16,-4-5 28 0</inkml:trace>
  <inkml:trace contextRef="#ctx0" brushRef="#br0" timeOffset="91508.15">16508 7682 495 0,'-7'-31'0'0,"0"8"0"0,2 1 0 0,1 4 0 0,3 0 0 0,1 4 234 16,0-1-100-16,0 3-51 0,13 0-25 0,9 1 139 15,5 1-73-15,4 3-50 0,8 3-21 0,4 3 56 16,-4 1-38-16,0 0 0 0,-4 12 13 0,4 9-30 16,-7 5 1-16,-4 5-22 0,-2 4-3 0,-6 5 3 15,-4-3 8-15,-5 16-13 0,-8-6 5 16,-3 3 0-16,0 0-1 0,-7 3-64 0,-9-7 40 15,-5-1-8-15,0-4 33 0,-4-5-49 0,5-7 8 16,-4 0-1-16,-3-2 12 0,1-7-59 16,-2-7 25-16,-1-3-113 0,1-6 65 0,1-4 39 15,2 0 5-15,0 0-151 0,3 0 74 0,2-3 44 16,2-4 8-16,9-1-186 0,1 1 99 0,6 0 61 16,2-3 26-16,0 1-103 0</inkml:trace>
  <inkml:trace contextRef="#ctx0" brushRef="#br0" timeOffset="91749.56">16966 7993 985 0,'6'0'0'0,"1"0"0"0,5 0 0 0,-1 0 0 0,0 0 0 0,1 0 0 0,0 0 394 0,2 0-180 0,0 0-91 0,4 2-45 0,-2 7 86 15,0 0-58-15,-2 6-40 0,-2 0-1 0,1 8-122 16,-6-3 45-16,-3-2 23 15,-2 7-86-15,-2 2 50 0,-2-5 28 0,-13 3-141 16,-2-4 85-16,-3-1 42 0,-1-7 31 0,-7 2-191 16,1-5 84-16,-1-2-2 0,2-3 35 0,2-4-80 15,-4 2 54-15,9-3 24 0,3 0 0 0,6 0-143 16,2-3 83-16,8-8 33 0,0-5-225 0</inkml:trace>
  <inkml:trace contextRef="#ctx0" brushRef="#br0" timeOffset="91941.38">17313 7892 630 0,'0'3'0'0,"-9"6"0"0,-6 1 0 0,-2 3 0 0,-5 3 0 0,1 3 383 0,2 2-176 0,0 3-86 16,3 5-45-16,2-7 241 0,5 8-146 0,5-3-69 16,4-3-35-16,0 0 71 0,4 1-53 0,9-6-17 15,6 1-120-15,2-3 42 0,3 1 22 0,2-8-95 16,2 1 59-16,1-2 36 15,1-5-8-15,-4-4-329 0,1 0 177 0,-8 0 28 16,4 0 64-16,-2-1-501 0</inkml:trace>
  <inkml:trace contextRef="#ctx0" brushRef="#br0" timeOffset="92122.4">17476 8013 1470 0,'-5'0'0'0,"1"0"0"0,4 2 0 0,0 0 0 0,0 2 0 0,0 1 0 0,0 1 0 0,0 0 219 16,6 3-93-16,2 1-47 0,-1 1-23 0,1-2 7 15,-1 4-9-15,3-2-21 0,-1 3 0 0,0-5-358 16,1 0 178-16,-1-3 99 0,0 0-599 0</inkml:trace>
  <inkml:trace contextRef="#ctx0" brushRef="#br0" timeOffset="92347.81">17747 7889 620 0,'0'0'0'0,"0"0"0"0,0 0 0 0,0 6 0 0,0 5 427 0,-5 7-198 0,-4 1-98 16,-1 10-40-16,0 3 127 0,-4 9-93 0,-2 4-46 16,0 7-23-16,-5 10 214 0,0 6-111 0,-5 3-67 15,0 7 66-15,-2 0-62 0,0-1-32 16,-1 1-106-16,5-3 46 0,1-4-8 15,3-3 37-15,-1-9-312 0,2-7 155 0,-1-2 79 16,2-8 47-16,2-1-183 0,-1-10 45 0,4-8 70 16,-1-4-46-16,7-10-294 0,0-1 178 0,1-8 102 15,3 0-98-15</inkml:trace>
  <inkml:trace contextRef="#ctx0" brushRef="#br0" timeOffset="92517.46">17990 7739 1296 0,'1'-35'0'0,"3"27"0"0,1 6 0 0,4-1 0 0,-6 0 0 0,-1 1 0 0,0 1 228 16,0 1-90-16,0 0-56 16,-2 0 44-16,1 0-47 0,1 3-22 0,0 11-392 0,-2 4 193 0,2 7 83 15</inkml:trace>
  <inkml:trace contextRef="#ctx0" brushRef="#br0" timeOffset="92641.13">18131 8139 1265 0,'-8'3'0'0,"6"9"0"0,2 1 0 0,0-6 0 0,0-5 0 0,0 0 0 0,0-2 590 0,-2 0-279 0,-2 3-139 16,1-3-70-16,-1 0-135 0,0 0 29 0,3 0 0 15</inkml:trace>
  <inkml:trace contextRef="#ctx0" brushRef="#br0" timeOffset="101127.75">19218 7686 543 0,'-4'0'0'0,"3"0"0"0,-1 0 0 0,2 0 0 0,-2-1 0 0,0-2 0 0,0 2 0 0,1-1 88 0,-2 0-31 16,-1 0 0-16,4 1 50 0,-2-2-36 0,0 2 7 16,1-1-45-16,-1 0 22 0,2 0 0 0,-2 0-23 15,2-2 1-15,-2 2 18 16,2 0-18-16,-2 1 0 0,1-1 35 0,-1 0-35 16,0 0 0-16,-2 0 3 0,1 0-3 0,-2 0-1 15,0 0 1-15,-1 2 4 0,1 0-5 0,-1 0 9 16,-2 0-8-16,1 0-23 0,-1 0-1 0,1 0 24 15,-3 0 0-15,1 2-23 0,0 6-7 0,-1 1 17 16,-1 3-17-16,0 0-6 0,1 3 27 0,-1 2 34 16,0 1-6-16,-1-2-32 0,3 1 3 0,0-1 58 15,-1 0-28-15,4 1 12 0,1-2-38 16,0 2 33-16,3 0 1 0,2 2-29 16,0 1 1-16,0 3 23 0,0 3-24 0,3 3 1 15,6-2-7-15,-1 4 7 0,2-1 0 0,1-1-13 16,1 0-14-16,-1 1-1 0,-1-4 28 0,2 0-79 15,1-3 36-15,-2-3 18 0,3 0-7 0,0-4-90 16,0-3 51-16,0-1 17 0,0-6 0 0,-1-3-139 16,1 1 78-16,-2-4 25 0,1 0-78 0,-1 0 44 15,-3-1 34-15,0-3-248 0,1-4 140 16,-1 0 66-16,-1 0 33 0,1-1-277 16,-1 2 155-16,-1-2 69 0</inkml:trace>
  <inkml:trace contextRef="#ctx0" brushRef="#br0" timeOffset="101499.05">19269 7962 1014 0,'-12'0'0'0,"7"-2"0"0,-2-1 0 0,-1-7 0 0,5-3 0 0,0 3 0 0,3-5 0 0,0 5 0 0,0-3 0 0,0 4 191 0,3-3-80 0,8 3-38 16,-1 2-2-16,8-2 0 0,0 4-30 0,1 1-28 16,4 2 20-16,-3 2-1 0,5 0 1 0,-3 6-24 15,-2 8 8-15,0 4 16 16,-1 0 0-16,-3 1-43 0,-2-3 22 0,-2 4-1 16,0-1 10-16,-4 2-19 0,-1 1-20 0,-3-2 60 15,-3 5-20-15,-1-2-6 0,0-1 5 0,-7 3 22 16,-6 0-23-16,-4-6 0 0,-2 2 2 0,1-2 21 15,-1-4-12-15,-6 2-8 0,7-8 8 0,-9 0-79 16,6-4 35-16,-1-4 0 0,1-1-181 0,0 0 99 16,3-1 40-16,1-11 29 0,4-1-277 15,1-6 139-15,7 0 40 0,3 1-161 16,2-1 126-16,0-2 64 0,4 3 30 0,11-3-82 16</inkml:trace>
  <inkml:trace contextRef="#ctx0" brushRef="#br0" timeOffset="101728.62">19654 7906 1047 0,'3'-2'0'0,"-1"-3"0"0,-2 1 0 0,0-2 0 0,0-1 0 0,0 2 0 0,-5-1 0 0,-3 2 0 0,1 2 154 16,-1 0-52-16,-3 2 85 0,0 0-77 0,-3 14-38 15,0 6-1-15,0 1 48 0,7 0-35 0,0 0-30 16,3 4 0-16,4-3 10 0,0 7 1 0,0-8-24 15,4 3 17-15,5-1-25 0,4-3 0 0,-2-2 0 16,4-1-168-16,0 0 92 0,3-1 34 0,-2-4-376 16,3-2 181-16,-1-3 106 0,3-3 20 0,2-4-454 15,1 0 253-15</inkml:trace>
  <inkml:trace contextRef="#ctx0" brushRef="#br0" timeOffset="101911.14">19823 8006 1368 0,'-6'0'0'0,"0"1"0"0,5-1 0 0,-1 0 0 0,2 0 0 0,0 0 0 0,0 0 0 0,2 0 215 0,5 0-84 0,6 0-52 0,2 0 141 16,1 0-93-16,0 0-47 0,3 0-24 0,2 0-195 16,-3 0 82-16,3 0 45 0,-3 0 22 0,0 0-360 15,-1 0 191-15,-2 0 105 0,0 0-228 0,-2-1 97 16,-6-1 91-16</inkml:trace>
  <inkml:trace contextRef="#ctx0" brushRef="#br0" timeOffset="102109.61">20172 7854 933 0,'0'-4'0'0,"0"3"0"0,0-2 0 0,0 1 0 0,0 2 0 0,0 0 0 0,-2 0 245 0,2 0-106 15,-3 2-53-15,3 11 275 0,-2 2-168 0,2 3-80 16,0 2-40-16,0 0 205 0,0 2-122 0,0 1-54 15,0 1-38-15,2-1-63 0,0 0 0 0,1 0 31 16,1-3-131-16,0 1 74 0,-3 0 24 0,1-3-384 16,3-3 208-16,-3-5 101 15,-1-1 62-15,3-1-557 0,0-3 269 0,-1-2 135 16,3-3 67-16</inkml:trace>
  <inkml:trace contextRef="#ctx0" brushRef="#br0" timeOffset="102390.86">20312 7702 1311 0,'0'-8'0'0,"0"5"0"0,0 2 0 0,3-1 0 0,3 0 0 0,3 2 0 0,0 0 141 0,5 0-55 0,0 0-18 0,5 8 313 16,-1 2-174-16,2 5-87 0,1-1-44 0,-3 6 97 15,3 1-62-15,-4 2-43 0,1 4-1 0,-2 1 0 16,-3 2-35-16,-3 2-23 0,-3 1 7 0,-5 3 17 15,-2 0 0-15,0 2-35 0,-6 1 0 0,-9-2 35 16,-1-5 8-16,-5 0-103 0,-2 0 37 0,-2-5 26 16,0-3 1-16,-2-5-260 15,-1-6 112-15,-4-1 71 0,4-7-311 0,-4-3 176 16,4-2 89-16,1 0 44 0,6 0-265 0,-2-13 158 16,7-5 76-16,3-6-122 0,7-8 98 0</inkml:trace>
  <inkml:trace contextRef="#ctx0" brushRef="#br0" timeOffset="102702.4">20505 7418 1151 0,'7'-8'0'0,"4"2"0"0,5 1 0 0,0-3 0 0,0 1 0 0,0 0 0 0,1 2 203 0,2 1-85 0,0 4-35 15,-2 0 160-15,-3 0-105 0,2 7-52 0,-3 4-38 16,-1 5-15-16,-5 0 8 15,-2 2-8-15,-3 2-78 0,-2 0 39 0,0 0 0 0,-3 1 39 0,-10-2-129 16,-3 1 60-16,-1-6 35 0,1-1-145 0,-2-1 83 16,4-5-5-16,3-1 35 0,-1-3 53 0,5-1 0 15,1 0-64-15,2-2 270 16,3 0-114-16,-2 0-57 0,3 0-15 0,0 0 210 16,0 0-96-16,0 0-61 0,3 0-28 0,8 0 7 15,3 0-40-15,5 0 1 0,6 0 43 0,0 0-21 16,-2 0 0-16,-2 0-182 0,9 0 76 0,-5 0 42 15,-1 2 21-15,-4 0-496 0,3 3 229 0,0 1 133 16,-3 2 21-16,-1 3-576 0,-1 0 322 0</inkml:trace>
  <inkml:trace contextRef="#ctx0" brushRef="#br0" timeOffset="102896.79">20801 7924 1294 0,'-5'5'0'0,"5"2"0"0,0-3 0 0,0-2 0 0,3-2 0 0,9 0 0 0,3 0 247 0,7 0-107 0,5 0-53 16,1-3 292-16,2-4-173 0,2 4-79 15,0-1-51-15,0 0-66 0,0 1 0 0,-4 0 23 16,-5 2-1-16,-1-1-366 0,-1 2 179 0,-7 0 94 16,-2 0-173-16,-3 0 134 0,-3 0 66 0,-5 0-568 15,-1 2 289-15,0-2 140 0</inkml:trace>
  <inkml:trace contextRef="#ctx0" brushRef="#br0" timeOffset="103089.81">21059 7688 972 0,'-12'-7'0'0,"7"3"0"0,1 2 0 0,0 1 0 0,3-2 0 0,-1 3 0 0,0 0 0 0,2 11 362 16,0 6-165-16,0 6-82 0,0-2-33 0,0 10 294 15,0-2-171-15,0 1-87 0,0 4-42 0,0-2 61 16,0 1-44-16,0-3-34 0,0 1-83 0,0-2 29 15,2 2-1-15,0-5-322 0,-1-4 184 16,1-1 79-16,4-4 43 0,-3-6-562 0,6-2 287 0,0-3 61 16,0-6 92-16,4 0-287 15</inkml:trace>
  <inkml:trace contextRef="#ctx0" brushRef="#br0" timeOffset="103263.34">21192 7746 956 0,'2'-10'0'0,"0"9"0"0,3-1 0 0,2 1 0 0,0-2 0 0,2 2 187 16,0 1-69-16,5 0-46 0,-2 0 130 0,4 8-85 0,-1 4-41 0,0-1 133 16,0 5-80-16,0-1-52 0,0 2-22 0,-2 0-162 15,0-1 70-15,-2 0 35 16,1-3 8-16,-3 0-374 0,3-2 200 0,-1-2 100 16,-2-3 51-16,3-6-529 0,-1 0 231 0,0 0 145 15</inkml:trace>
  <inkml:trace contextRef="#ctx0" brushRef="#br0" timeOffset="103461.11">21523 7574 809 0,'-4'-6'0'0,"2"2"0"0,2 4 0 0,0 0 0 0,-1 3 0 0,1 11 0 0,0 11 189 16,-2 5-82-16,-1 11-38 0,-3 4 1 0,1 7 296 16,-4-1-166-16,-3 6-76 0,1 1-50 0,-2 6 244 15,0-11-143-15,-4 10-71 0,2-7-29 0,0-5-12 16,-4 12-9-16,3-13-21 0,-2 3-264 0,6-7 132 15,2-13 65-15,1-6-410 0,3-4 222 0,2-12 124 16,1-1-5-16,0-7-222 0,1-3 120 0,2-1 78 16,0-20 52-16</inkml:trace>
  <inkml:trace contextRef="#ctx0" brushRef="#br0" timeOffset="103737.5">21608 7343 946 0,'14'-10'0'0,"7"5"0"0,4 3 0 0,-3 0 0 0,-1 0 184 0,-4 2-80 0,-1 0-36 15,2 2 1-15,-4 7 55 0,0 5-45 0,-5 0-15 16,-4 6-8-16,-3 3 8 0,-2 4-1 0,0-1-30 16,-14 2-160-16,-5-1 88 0,-6-3 32 0,-2 0-1 15,4-3-89-15,0 0 59 0,6-4 31 0,-1-3-20 16,0 0 6-16,9-5-1 0,2-1-20 0,0-4 181 15,6-1-79-15,-1 0-38 0,2-2 1 0,0 1 21 16,3-2-10-16,11 0-1 0,4 0 83 0,3 0-20 16,6 0-37-16,-1 0-1 15,1 0-292-15,-2 0 127 0,0 0 67 0,-1 0-543 16,5 5 283-16</inkml:trace>
  <inkml:trace contextRef="#ctx0" brushRef="#br0" timeOffset="104002.81">22274 7691 1114 0,'0'3'0'0,"0"-1"0"0,0 1 0 0,-4 5 0 0,-10 2 0 0,-6 1 0 0,-2 3 0 0,-2 1 0 0,-2 5 110 16,-3 2-39-16,-6 4 0 0,0-1 86 0,3 2-62 16,7-9-23-16,-4 5-8 0,5-5-32 0,6-5 1 15,4 0 0-15,5-5 71 0,1-1-27 0,2-1-8 16,2-3-36-16,4 0 49 0,0-2-25 0,0-1 1 15,0 0 20-15,0 3-7 0,2-3-39 0,7 2 93 16,7-1-46-16,2-1-23 0,5 0 8 0,3 2-7 16,-1-2 0-16,1 3-24 0,1-2-1 0,-2 3-280 15,-4 1 148-15,4 1 63 16,-4 1 34-16,-3 2-682 0,-1 3 333 0,-4 1 127 16,-2 3-181-16</inkml:trace>
  <inkml:trace contextRef="#ctx0" brushRef="#br0" timeOffset="104188.31">21854 8277 1357 0,'-10'0'0'0,"6"0"0"0,4 0 0 0,0 0 0 0,0 0 0 0,5 0 0 0,9-1 0 0,2 1 424 16,5-2-188-16,8 2-105 0,-1 0-50 0,2 0 217 15,0 0-132-15,2 0-59 0,0 0-41 0,-2 0-195 16,-2 0 82-16,-1 0-182 0,-7 6 131 0,3-1 74 15,-1 2 24-15,-2-3-534 0,-1 2 213 0,-4 0 161 16</inkml:trace>
  <inkml:trace contextRef="#ctx0" brushRef="#br0" timeOffset="104411.86">22532 7604 1585 0,'0'-16'0'0,"0"7"0"0,0 8 0 0,0 1 0 0,2 0 0 0,-1 0 0 0,3 11 0 0,-2 8 0 0,0 6 127 0,-1 6-47 15,1 1-24-15,2 5 232 0,0 7-132 0,-1 1-61 16,2 0-32-16,-2 0-28 0,1 0-2 0,-2-6 8 16,-2 12-279-16,0-4 135 0,0-2 68 0,0 2-309 15,0-2 162-15,0-7 104 0,-2-1-2 0,2-3-230 16,-2-4 106-16</inkml:trace>
  <inkml:trace contextRef="#ctx0" brushRef="#br0" timeOffset="104561.62">23012 8406 1814 0,'0'0'0'0,"4"1"0"0,7 11 0 0,-5-7 0 0,-4-1 0 0,-2 4 0 0,0 1 0 0,-11 3 172 0,-8 0-62 15,0 0-42-15,-3 3-509 0,-3 2 223 0</inkml:trace>
  <inkml:trace contextRef="#ctx0" brushRef="#br0" timeOffset="105957.19">23502 7761 226 0,'0'-8'0'0,"0"1"0"0,0 0 0 0,0 1 0 0,0 1 0 0,0-1 0 0,0 1 126 0,0 2-42 0,0 2-30 0,0-1 101 16,2 0-62-16,0 2-29 16,2 0-1-16,4 0 60 0,-1 0-49 0,2 5-21 15,3 3 0-15,-1-1 125 0,2 3-74 0,0-3-27 16,2 4 87-16,0-1-65 0,2 1-34 0,-2 1 1 16,2 1 1-16,-2 0 8 0,2 0-43 0,-2 0-37 15,0 1 37-15,-2-1 1 0,0-2 0 0,-1 1-113 16,-1-2 53-16,-5-3 29 0,2 2 1 0,-1-3-240 15,-2-3 129-15,-1 1 35 0,-2-3 40 0,0-1-382 16,-1 0 192-16,3 0 92 16,2 0-67-16,0-7 75 0</inkml:trace>
  <inkml:trace contextRef="#ctx0" brushRef="#br0" timeOffset="106236.6">24120 7382 519 0,'-4'-1'0'0,"1"1"0"0,1 0 0 0,0 0 0 0,0 0 0 0,-1 7 0 0,-1 4 298 16,-4 6-133-16,2 3-58 0,-4 9 266 0,-4 1-170 15,-3 9-85-15,-2 1-43 0,-2 3 219 0,-2 6-122 16,-4 7-74-16,1-1 30 0,-2 1-48 0,-3 3-23 16,1 2-1-16,2-5 66 0,-9 14-49 0,5-7 0 15,2-4-40-15,5-9-52 0,1 1 26 0,4-11 8 16,0 1-66-16,4-5 42 0,2-4 21 0,5-11 0 15,0 1-126-15,3-12 68 0,0 1 3 16,4-6-81-16,1-3 66 0,1-2 2 16,-2 0 27-16,0 0-239 0,2-3 111 0,0-9 62 15,0-3 31-15,0-5-334 0,9-1 175 0,8-4 99 16,2-3-357-16</inkml:trace>
  <inkml:trace contextRef="#ctx0" brushRef="#br0" timeOffset="106578.63">24162 7761 748 0,'0'-2'0'0,"0"0"0"0,2 2 0 0,7 0 0 0,0 0 131 16,1 0-48-16,1 0-26 0,2 0 0 0,2 8 173 16,4 1-91-16,2-2-57 0,1 0 88 0,1 0-69 15,1 1-34-15,0-3 0 0,-3 3-60 0,2-2 25 16,-3 1 1-16,-2-1 6 0,-4-1-6 15,0 4 0-15,-5-6 8 0,-2 4-5 0,-1-3-4 16,-2 2 1-16,0-3 0 0,-2 2 20 0,-1-2-12 16,-1 0-8-16,0 0 13 0,0 3-13 0,0-3 0 15,-1 1 0-15,-8 1 5 0,-3 3-5 0,-3 0-1 16,-6 3-62-16,0-2 30 16,-2 2 0-16,-2 2 32 0,-3 0-101 0,-2 0 41 15,-4 3 25-15,2-3-12 0,-3 1-42 0,2 2 27 16,1-2 18-16,2-1-180 0,10-3 92 0,-1 1 30 15,1 1 29-15,6-1-249 0,5-2 132 0,1-2 63 16,4 3-280-16,4-4 171 0,0 3 86 0,0-3 34 16</inkml:trace>
  <inkml:trace contextRef="#ctx0" brushRef="#br0" timeOffset="106778.09">24496 8088 686 0,'5'0'0'0,"0"2"0"0,-2-2 0 0,-1 2 0 0,-2-2 0 0,0 4 85 0,-2-1-26 0,-10 5 8 0,-6 2 224 16,-3 2-129-16,-3 2-64 0,-2 0 115 0,-4 3-89 15,0 1-38-15,0-2-31 0,-2 3-55 0,0-2-1 16,4-2 34-16,7-3 0 16,0 0-183-16,10-3 87 0,2-2 48 0,2-4-141 15,7 1 94-15,0-2 47 0,2-2-22 0,21 0-499 16</inkml:trace>
  <inkml:trace contextRef="#ctx0" brushRef="#br0" timeOffset="107147.11">24733 7985 843 0,'0'0'0'0,"0"0"0"0,0 0 0 0,0 0 0 0,0 0 0 0,0 0 0 0,0 5 0 0,0 3 245 0,-4 5-110 16,-8 6-51-16,1 0 201 0,4 0-126 15,0 1-63-15,3 3-23 0,2 1 53 0,2-2-47 16,0 2-23-16,2-4 58 0,11 3-41 0,2-8 9 16,7 3-50-16,3-1 60 0,1-6-30 0,4-1 0 0,2-6-29 15,0-3 28-15,2-1-29 0,-2 0 1 0,-1-5-58 16,-2-8 29-16,-3-4 0 0,-5 2 37 16,1-8-131-16,-7 3 57 0,-2-3 31 15,-3-2-75-15,-2-1 48 0,-5-3 10 0,-1-1-3 16,-2-1-178-16,0 1 96 0,-12 0 25 0,-2 4 32 15,-6 1-140-15,0 2 81 0,-4 6 37 0,-4 2 65 16,1 3 0-16,-1 4-37 0,-2 3 91 0,0 3-41 16,0 2-21-16,1 0 0 0,6 0 41 0,2 9-31 15,0 3 7-15,4 0 8 16,4 6 30-16,2-1-28 0,3 1 7 0,2 3 12 16,5 5-218-16,1-2 92 0,0 5 43 0,0-1-391 15,1 0 204-15,11-5 93 0</inkml:trace>
  <inkml:trace contextRef="#ctx0" brushRef="#br0" timeOffset="107338.6">25237 8360 1822 0,'10'0'0'0,"0"0"0"0,9 0 0 0,-3 0 0 0,0 0 0 0,-5 0 0 0,-2 3 0 0,-5-3 0 0,0 0 329 0,-2 0-139 15,0 1-83-15,-1-1 297 0,-1 0-185 16,0 0-93-16,0 0-202 0,0 0 63 0,0 0 18 0,0 0 1 16,-9 0-317-16,-4 0 172 0</inkml:trace>
  <inkml:trace contextRef="#ctx0" brushRef="#br0" timeOffset="120328.97">28948 7649 204 0,'-6'0'0'0,"-1"0"0"0,-2 0 0 0,1 0 0 0,0-2 0 0,-3 0 0 0,0 2 59 0,1-2-42 0,0 2 0 0,1 0 80 16,0-2-33-16,-2 2 0 0,5 0-26 0,-1 0 40 16,2 0-22-16,2 0 0 0,1 0 29 0,2 0-27 15,-3 0 9-15,3 0-34 0,0 0 36 0,0 0-1 16,0 0-35-16,3 0-37 0,6 0 45 0,4 0-9 16,5 0 1-16,4 0 74 0,5 0-37 0,-2 0 0 15,5 0-1-15,2-3-37 16,-1-5 1-16,5 0 0 0,-6 1-36 0,-4 1 36 0,-2 3 8 15,-2 1-8-15,0 0-26 0,-6 2 0 16,-6 0 25-16,1 0-69 0,-2 0 36 0,-5 4-8 16,-1 1 3-16,0 3-20 0,1 1 23 0,-4 1-21 15,0 3 20-15,-5 2 34 0,-7 4-30 0,1 0 9 16,-5 6 22-16,-2 2 0 0,-3 1-19 0,-5 6-3 16,4-2 9-16,1 3-7 0,-4 0 10 15,0-1-25-15,4-5 24 0,1 5-6 0,-2-6 5 16,2 1-36-16,4-6 0 0,2-3 28 15,2-2 28-15,3-3-29 0,-2-4-5 0,6-1 5 16,1-5 45-16,0 1-22 0,3-2 6 0,-1 0-27 16,2-2 38-16,0-1-34 0,0 3 6 0,0 0-3 15,0-1 12-15,7 1-12 0,2 0 14 0,7 0 12 16,0-2 5-16,4 0-26 0,2-1 48 0,5-1-46 16,-4 0 0-16,4 0 0 15,-8 0-67-15,4 0 32 0,-5 0 4 0,1 0 28 0,-4 0-174 0,-2 0 82 16,-3 0 34-16,0 0-102 15,-1 0 56-15,-2 0 39 0,-2 0-5 0,1 0-297 16,-1-1 155-16,2-3 71 0,-4-5-221 0,1-3 154 16,-3-2 76-16</inkml:trace>
  <inkml:trace contextRef="#ctx0" brushRef="#br0" timeOffset="120533.43">28886 7932 1119 0,'-4'0'0'0,"2"0"0"0,2 0 0 0,0 7 0 0,0-3 0 0,0 2 0 0,2-1 0 0,7 1 0 0,5 0 187 0,2 2-78 0,0-5-30 15,7 3 141-15,2-4-94 0,-1 2-47 0,3-3-23 16,-2 2-63-16,-6-1 8 0,3-1 32 0,0-1-1 16,-4 2-248-16,0 1 123 0,-6-3 64 0,-1 1-375 15,-4 1 206-15,-3 0 103 0,-3 1-8 0,-1 1-151 16</inkml:trace>
  <inkml:trace contextRef="#ctx0" brushRef="#br0" timeOffset="120928.79">28528 7769 574 0,'0'-8'0'0,"-3"4"0"0,-1 3 0 0,0 1 0 0,-3 0 0 0,-1 0 0 0,-1 0 107 0,-2 5-37 16,-3 8 8-16,1-1 12 0,1 1-28 0,-5 0-1 16,2 4-28-16,-2-2-27 0,4 2 8 0,-5-1 19 15,6 0-55-15,-4-3 28 0,2-1 0 0,3-3 27 16,2-2-26-16,0-1 26 0,1 0-1 0,3-3-20 15,1 1 14-15,1-3-18 16,2-1 20-16,1 3 49 0,0 0-27 0,0 3-2 16,0 0-25-16,1 2 61 0,6-2-20 0,3 3 7 15,2-2-3-15,1 0 0 0,2 1-36 0,0-3 1 16,3 1 13-16,-3-2-13 0,1 2 0 0,-2-2 0 16,0-1-42-16,-2-1 21 0,-2 2 9 0,1-1-141 15,-6 1 75-15,0 1 26 0,-1-4 23 0,-3 3-332 16,3-2 163-16,-2-1 55 15,-2 2-279-15,0 0 177 0,0 1 90 0</inkml:trace>
  <inkml:trace contextRef="#ctx0" brushRef="#br0" timeOffset="121139.23">28082 8216 934 0,'0'0'0'0,"0"0"0"0,1 2 0 0,5 7 0 0,-1-1 0 0,4-1 0 0,0-3 0 0,2 1 0 0,1 1 281 16,4 0-117-16,0 0-69 0,0-3 39 0,-2 1-51 16,4 0-25-16,-1-1 0 0,-1 1-142 0,2-1 54 15,-4-1 32-15,0-2-119 0,-1 0 74 0,-5 0 39 16,3 0 7-16,-5 0-307 16,1 0 122-16,-4 0 91 0,-1 0-29 0,-2 0-204 0,0 0 137 0</inkml:trace>
  <inkml:trace contextRef="#ctx0" brushRef="#br0" timeOffset="121596.04">27729 7946 665 0,'-8'-6'0'0,"-1"0"0"0,0 4 0 0,-1 1 0 0,-1 1 0 0,-3 0 0 0,1 0 0 0,1 0 67 0,3 5-34 0,-1 6 0 0,6 2 87 16,-2 4-47-16,3 4-1 0,3 3 28 0,0-1-33 16,0-2-1-16,0 1-25 0,5-3 36 0,6-2-22 15,-1-2-1-15,6-2-21 0,-1-4 23 0,2-1 8 16,2-2-31-16,0-5 32 15,1-1-32-15,2 0 0 0,-1 0 0 0,2 0 23 16,-5-5-23-16,2-5 0 0,-5-1-25 0,-2 0 1 16,-2-1 24-16,-1 0 8 0,-5-6-55 0,-4 2 24 15,2-1-7-15,-3-4 29 0,0 2-83 0,-3-1 35 16,-7-3 16-16,-2 1-79 0,-2 2 40 0,0 2 24 16,-1-1-16-16,0 2 6 0,0 4 1 0,3 2 6 15,-5 2 11-15,4 3 3 0,1 0-9 16,-3 4-6-16,1 0 42 0,2 2-32 15,-2 0 3-15,1 0-1 0,-3 8-71 0,3 4 35 16,3 1 0-16,-2 1-158 0,5 2 90 0,3-1 38 16,4 0 18-16,0 2-131 0,1-3 76 0,18 3 39 15,7-5-231-15</inkml:trace>
  <inkml:trace contextRef="#ctx0" brushRef="#br0" timeOffset="122036.75">29969 7598 751 0,'5'-10'0'0,"0"5"0"0,1 1 0 0,-5 3 0 0,1-2 0 0,0 2 0 0,-1 1 0 0,-1 0 130 0,0 0-49 15,0 0-24-15,0 0 86 0,-6 0-47 0,-13 14-36 16,0 0 0-16,-5 6-70 0,-1 1 22 0,-5 2-1 16,-2-1 30-16,-2 1-76 0,1-2 34 0,1-2 0 15,0-5-9-15,4 2 21 0,4-7 9 0,4-2-8 16,3 0 23-16,5-3-54 15,3 0 37-15,4-2-28 0,1-2 124 0,4 0-50 16,-1 2-22-16,1-2 71 0,0 4-43 0,1 1-10 16,8 1 15-16,5-1-38 0,6 1-4 0,4 2-1 15,0-2-25-15,-3-1 8 0,9 1 18 0,-3-1 0 16,1 0-98-16,-4 0 45 0,-2-2 26 0,1 4-112 16,-3 0 49-16,-1 0 36 0,-3 1 1 0,-6 2-333 15,1 0 151-15,-5-1 85 0,-1 5 19 0,-3-1-274 16,-2 0 170-16</inkml:trace>
  <inkml:trace contextRef="#ctx0" brushRef="#br0" timeOffset="122209.29">29577 8058 932 0,'-8'0'0'0,"3"2"0"0,1 1 0 0,2-2 0 0,2 1 0 0,0 0 0 0,0 0 0 0,13-1 0 0,6 2 266 0,6-1-116 0,3-1-59 0,-2-1 4 15,6 4-30-15,-2 0 7 0,2-1-39 0,-2 3-150 16,0 1 76-16,-1 1 36 0,0 2-321 0,-6-2 186 16,7 7 82-16,-3-5 45 0</inkml:trace>
  <inkml:trace contextRef="#ctx0" brushRef="#br0" timeOffset="122704.36">30453 8066 674 0,'13'-17'0'0,"0"4"0"0,-4-1 0 0,1 1 0 0,1-1 0 0,-5-4 0 0,2 3 0 0,-4 0 0 0,-1 2 77 0,0-1-9 0,1 0-35 16,-2 0 37-16,0-1 0 0,-2-3-29 0,0 3-29 16,0 0 0-16,-11 0 20 0,1-2 1 0,0 2-23 15,-5-2 7-15,0 5 16 16,-2 2 0-16,1 0-17 0,-3 5 17 0,-5 3-1 15,3 2-32-15,-4 0 14 0,1 6 13 0,-1 7-1 16,0 5-3-16,2 3 1 0,-1 5 5 0,4 0 67 16,2 5-35-16,1-1 5 0,7-2-36 0,5 1 73 15,0-2-27-15,3 5-8 0,2-3-7 0,0-1 0 16,2-4-28-16,8 1-1 0,0-8 34 0,9 6-9 16,-3-6-24-16,4-3-1 0,6-4-55 15,-5-7 27-15,2-3 9 0,4 0-67 16,0-2 43-16,-1-11 17 0,-4-4-1 0,2-6-134 15,-5 1 75-15,-1-5 15 0,0 2 23 0,-6-2-103 16,-2 1 56-16,-5 6 11 0,0-1 1 0,-5 1 8 16,3 6-1-16,-3 2 0 0,0 5 84 0,0 0-35 15,0 5-6-15,0-1 133 0,-5 3-72 0,-1 0-30 16,1 6 0-16,-2 9 78 0,3 2-51 0,3 2-12 16,1 4 76-16,0-1-36 0,0 4-32 15,0-1 11-15,0-5 139 0,5 9-89 16,5-7-40-16,0 0-1 0,0-2-2 0,4 0 0 15,0-3-30-15,5 0-183 0,5-6 87 0,0-3 44 16,6-6 22-16,10-2-521 0,-4 0 261 0,12-10 96 16,1-5 76-16</inkml:trace>
  <inkml:trace contextRef="#ctx0" brushRef="#br0" timeOffset="126988.13">14042 9643 606 0,'-5'0'0'0,"-1"0"0"0,2 0 0 0,0 0 0 0,0 0 0 0,3 0 0 0,-1 0 0 0,2 0 239 0,-2 0-103 0,2 0-52 16,0 0 134-16,0 0-97 0,0 0-44 0,0 0-23 16,0 0 52-16,2 0-36 15,1 0 7-15,5 0 18 0,0 0-31 0,1 0 0 16,0 0-31-16,3 0 77 0,1-1-42 0,0-1 0 15,2-1-36-15,1 2 40 0,-2-1-39 0,2-1 8 16,-2 2-16-16,-1-1 8 0,-1 0 0 0,-1 0-58 16,-2 0 29-16,-1 1 9 0,-3 1 19 0,-1 0-110 15,-2 0 44-15,0 0 30 0,0-2 0 0,-2 2-72 16,0 0 29-16,0 0 28 16,0 0-7-16,-4 0-58 0,-7 0 25 0,-1 0 22 15,1 0-75-15,-2 3 45 0,0 1 11 0,5 0 99 16,-1 0-37-16,-1-1-6 0,3 0-32 0,2 0 215 15,1 1-94-15,0-2-50 0,3 2-12 0,-4 1 153 16,3 5-74-16,2 1-46 0,0 2-3 0,0 5 49 16,0 0-23-16,0 4-18 0,0 7 67 0,0-1-50 15,0 2-25-15,0 1 34 0,0 11-22 16,2-5-28-16,3 14-8 0,-2-3 35 0,3 0 0 16,-3-2-35-16,1 0-1 0,0-7-75 15,-1 9 34-15,-1-13 21 0,0 4-1 0,1-3-50 16,-3 0 35-16,0-1 15 0,0-1-188 0,0 1 95 15,-5-5 23-15,-4 3-107 0,2-5 63 0,-5-7 20 16,3-1 33-16,-2-2-25 0,-1-5 22 0,3-3-1 16,1-5 21-16,-2-2 60 0,-1 1-26 0,2-4 9 15,2 0-43-15,-1 0 66 0,1 0-26 16,1 0-7-16,2 0 232 0,1 0-120 0,3 0-40 16,-2 0-37-16,2 0 271 0,0 0-133 15,0 0-58-15,2 0-21 0,9 2-31 0,4 0 1 16,3-1 118-16,5-1-182 0,4 0 0 0,-3 0 0 15,2 0 0-15,0 0 0 0,1 0 0 0,-5 0 0 16,3 0 0-16,-3 0-191 0,-1 0 187 0,-2-1-529 16,-4-1 256-16,0 0 93 0,-2 0 78 0,-2-1-450 15,-1-3 261-15,1-4 132 0,-2-1 56 0,3-4-421 16,-1-5 247-16</inkml:trace>
  <inkml:trace contextRef="#ctx0" brushRef="#br0" timeOffset="127164.69">14542 10085 1709 0,'1'-3'0'0,"3"3"0"0,2 0 0 0,0 0 0 0,1 0 0 0,2 0 0 0,1 0 0 0,3 0 303 0,3 0-140 0,-4 0-65 0,3 0 278 0,-1-1-172 0,-2 1-86 16,0 0-34-16,1 0-6 15,0 0-22-15,-3 0 0 0,-1 0-24 0,-2 0-422 16,3 1 220-16,-3 5 97 0,1 0-688 0,-3 1 348 0</inkml:trace>
  <inkml:trace contextRef="#ctx0" brushRef="#br0" timeOffset="127339.22">14609 10421 1522 0,'-2'7'0'0,"-1"5"0"0,-1-5 0 0,2-4 0 0,2 0 0 0,0-2 0 0,0 2 0 0,2 0 612 0,9-1-289 0,6 2-145 15,2-2-73-15,1-1 236 0,3 1-145 0,0 2-86 16,-3-1-263-16,1-1 93 0,-4 3 47 0,0-2 22 16,-5 3-701-16,0 0 358 0,-3 2 184 0</inkml:trace>
  <inkml:trace contextRef="#ctx1" brushRef="#br0" timeOffset="100478.32">26846 17030 0,'141'213'15,"-41"-29"-15</inkml:trace>
  <inkml:trace contextRef="#ctx0" brushRef="#br0" timeOffset="132382.19">15783 9771 323 0,'-2'-6'0'0,"2"1"0"0,-2-3 0 0,0-1 0 0,1-2 0 0,-3-4 0 0,2-2 212 0,0 2-89 0,0-2-45 16,1-2 30-16,-3 1-42 15,2 2 1-15,-1-1-35 0,1 0 37 0,-3 0-37 16,1 0 9-16,-1 2-13 0,0 1 5 0,-3 1-1 16,2-2 1-16,-3 6-2 0,1-1 10 0,1 2-9 15,-5 2 1-15,1 1-29 0,0 3 29 0,0 2-1 16,0 0 9-16,-3 0-28 0,1 4 13 0,1 7 5 15,-4 2 21-15,3 2-24 0,0 2 8 0,0 2 70 16,-1 1-36-16,3 5 0 0,2-3-37 0,1 3 42 16,2-3-13-16,3 6-8 15,1 2-21-15,2 2 74 0,0 0-37 0,0 2 0 16,0 4-29-16,0 8 43 0,5 0-27 0,4 3 1 16,0 3-17-16,-2 4-8 0,0 2 8 0,2 1-75 15,-2-4 33-15,-2-1 1 0,-1-5 33 0,-2-5-56 16,0-6 36-16,-1 2-7 0,-1-6 8 0,0-2-94 15,0-7 34-15,-5-5 29 0,-4-2-6 0,-3-2-75 16,-1-7 34-16,-1-3 30 0,-2-5-108 16,2-1 58-16,-2 0 24 0,2-3-198 0,0-9 112 15,5-3 57-15,1-5 28 0,4 2-276 16,4-5 156-16,0-1 74 0,3 0 37 0,11-2-112 16,7 0 74-16,6-4 30 0,4-6 8 0</inkml:trace>
  <inkml:trace contextRef="#ctx0" brushRef="#br0" timeOffset="132722.4">15945 9934 823 0,'15'-29'0'0,"-2"2"0"0,-4 3 0 0,1-8 0 0,-7 2 0 0,4-2 0 0,-4-2 0 0,1 2 0 0,-1-2 122 16,-1 2-48-16,0 2 52 0,-2 2-46 0,0 7-24 16,0 0 0-16,-2 1 20 0,-5 5-8 0,0 4-35 0,-1 3 0 15,-3 2 37-15,0 5-38 0,-3 1 9 0,-1 0-8 16,-4 9 22-16,0 8-22 0,1 3 0 0,-1 7 28 15,1 1 8-15,0 2-36 0,4 2 69 16,0-2-34-16,5 0-1 0,2 0-34 16,2-6 82-16,3 8-45 0,2-3-1 15,0-1-36-15,0 2 49 0,0 2-25 0,2 1 9 0,6 0-33 16,-2 1 33-16,1 3-33 0,0-1-1 0,0 2-2 16,-2-4 11-16,1 5-8 0,-3-4-51 15,1 1 25-15,-2-3 0 0,-1-1 26 0,1-4-65 16,0 5 27-16,-2-5 6 0,0-3 0 0,0-4-192 0,0 4 92 15,0-2 39-15,-5-3-144 16,-1-1 78-16,1 2 55 0,-2-3 0 0,-2 3-380 0,4 0 200 16,-4 4 114-16,1-5-304 15,-2 3 204-15,1-1 102 0,0-4 52 0</inkml:trace>
  <inkml:trace contextRef="#ctx0" brushRef="#br0" timeOffset="132926.77">15565 10860 1243 0,'-9'2'0'0,"3"2"0"0,-1-1 0 0,2 1 0 0,-2-1 0 0,4 5 0 0,-1 0 0 0,2 5 0 0,2 0 163 0,0 4-65 0,0 4-33 15,0-1 88-15,0 5-64 16,4 2-28-16,1-3 22 0,2 2-25 0,-4 0 0 16,1-4-17-16,1 7-142 0,-1-8 68 0,0 1 32 0,-1-1 1 15,-1-5-235-15,0-3 143 0,0-1 48 0,-2-6 37 16,0-1-417-16,0-3 201 0,0-2 66 0,0 0-47 15,0-5 90-15</inkml:trace>
  <inkml:trace contextRef="#ctx0" brushRef="#br0" timeOffset="133222.97">15458 10825 659 0,'-3'-14'0'0,"1"4"0"0,2 3 0 0,0 0 0 0,0-2 96 0,0-2-32 0,0 1 8 0,9 0 285 16,4 1-162-16,4 1-81 0,2 1-41 0,-1 2 193 15,7 0-109-15,3 4-66 0,-1 1-29 0,1 0 29 16,0 7-29-16,1 4 0 0,-8 5-47 0,6 3-9 16,-6 3 27-16,-5 1-27 0,0 3 0 15,-7 0 27-15,-2-2 8 0,-2 8-76 0,-5-1 34 16,0-1 0-16,0-1 33 0,-10 2-51 0,-5-3 7 16,-2 1-5-16,-1-2 4 0,-5-4 33 0,-2-1-8 15,-1-4-7-15,3-4-60 0,-4 0 31 16,0-3-4-16,3-6-43 0,-1-1 36 0,4-3-4 0,-1-1 33 15,3 0-201-15,3 0 84 0,2 0 52 16,5-3 2-16,2-4-187 0,2-1 116 16,5-4 54-16,0 1 26 0,0 0-244 0,6 0 136 15,9 1 59-15,4-1-204 0</inkml:trace>
  <inkml:trace contextRef="#ctx0" brushRef="#br0" timeOffset="133611.03">15816 10990 884 0,'2'0'0'0,"1"0"0"0,1-2 0 0,-1-2 0 0,1-1 0 0,1 1 0 0,1-2 0 0,2 2 0 0,1 1 287 0,0 1-126 0,1 2-57 16,0 0 60-16,2 0-66 0,-2 0-32 0,-1 2 1 15,1 5-34-15,-5-1 8 0,3-1-8 0,-4 3-24 16,0-3 0-16,-1-1 24 0,-1 0-1 0,0-2 9 15,-2 0-8-15,0-2 0 0,0 0 29 0,0 0-1 16,0 0-28-16,0 0 8 0,0 0 42 0,0 0-25 16,0 0 0-16,0 0-60 0,2 0-1 0,-1 3 44 15,1 1-8-15,2 2-40 0,1-3 0 16,0 4 40-16,-1 0 0 0,1-1-29 0,-1 1 5 16,-1 0-1-16,-1 3-1 0,0-2-16 0,1 0 13 15,-3 2 20-15,0 2-30 0,0-1 0 16,-5 1 15-16,-4 2-66 0,-4-1 34 0,0 0 3 15,0 0 31-15,-4-1-203 0,0-1 91 0,0-2 48 16,0-3 12-16,2 2-120 16,-1-5 58-16,2-1 40 0,3-2-243 0,-1 0 136 0,5 0 61 15,1 0 42-15,3 0-237 0,3-4 135 16,0-5 69-16,0-1-212 0</inkml:trace>
  <inkml:trace contextRef="#ctx0" brushRef="#br0" timeOffset="133843.41">16126 10975 1074 0,'5'-11'0'0,"-3"3"0"0,0 1 0 0,-2-1 0 0,0-2 0 0,0 3 0 0,-2 0 0 0,-5 1 0 0,-2 2 256 0,0 2-111 0,-2 1-56 0,1 1-29 16,-3 0 44-16,3 13-28 0,-4 9-8 0,3 1 13 16,-3 3-25-16,7 2 1 0,0 0 19 0,5-5-13 15,0 7-8-15,2-8-23 0,0 1 37 0,0-3-1 16,7-3-35-16,4 0 8 0,5-3-74 0,-2-3 33 15,4-2 1-15,1-1-243 0,-1-4 125 16,1 0 76-16,-2-3 12 16,0-1-224-16,-1 0 103 0,0 0 71 0,-4 0-442 0,2 0 236 15</inkml:trace>
  <inkml:trace contextRef="#ctx0" brushRef="#br0" timeOffset="134027.91">16246 10988 1240 0,'-8'0'0'0,"4"0"0"0,2 0 0 0,0 0 0 0,0 0 0 0,2 0 0 0,0 2 0 0,0 1 0 0,2 7 405 15,4-1-178-15,6 0-101 0,0 3 43 0,1 1-68 16,1-1-34-16,0 0-61 0,2 1-8 0,-3 1 35 16,0-3 0-16,0-1-397 0,-2-2 198 0,-1-3 108 15,-1 4 41-15,0-5-543 0,1-1 280 0,-6-3 59 16</inkml:trace>
  <inkml:trace contextRef="#ctx0" brushRef="#br0" timeOffset="134224.38">16482 10836 802 0,'0'-10'0'0,"0"5"0"0,0 3 0 0,0 0 0 0,0 0 0 0,0 2 0 0,0 0 393 16,0 6-180-16,0 11-90 0,-2 3 125 0,-2 6-111 15,-1 5-53-15,-1 8-25 0,-2 4 268 16,-3 4-147-16,-1 8-66 0,-8 11-44 15,-1-1 88-15,0 4-62 0,-4 3-32 0,-1 1-131 0,1-2 59 16,-2-3 15-16,6-4-375 16,-2-4 199-16,5-9 102 0,2 1 49 0,4-13-527 15,3-2 228-15,6-13 145 0,1-2 60 0</inkml:trace>
  <inkml:trace contextRef="#ctx0" brushRef="#br0" timeOffset="136583.76">16855 10338 1051 0,'-1'0'0'0,"1"0"0"0,0 0 0 0,-2 0 0 0,0 0 0 0,0-2 0 0,0-4 0 0,-1-5 0 0,-1 0 0 0,2 0 72 16,-1-3 0-16,-2 2-27 0,3-3-4 0,-1 2-8 16,-3-1-1-16,2 3-36 0,-1 0 0 0,0 0 37 15,-2 3-60-15,0 1 25 0,0 2 1 0,-3 4 34 16,-1 1-62-16,-2 0 30 0,-1 13-3 0,-4 11 10 15,-1 10-4-15,1 1 10 0,-2 7-18 0,5-3 100 16,4-3-36-16,4 4-5 16,1-3-34-16,4-5 37 0,2-4-12 0,0-7 1 15,4-1 8-15,9-4-34 0,-1-5 23 0,2-4-11 16,2-2-63-16,-2-5 31 0,4 0 13 0,0 0-53 0,3-14 30 16,-3-7 1-16,3-3 16 0,0-6-127 0,-3-4 60 15,1-5 33-15,-1-1 3 0,-4 1-67 16,2-6 29-16,-5-1 27 0,1-4-8 15,-1-2-63-15,-4-12 31 0,-2 2 24 0,-1-6-12 0,-2 0 0 16,-1 12 17-16,1-2 50 16,0 8 0-16,-2 19-37 0,0 8-1 0,0 9 185 0,0-1-79 15,0 8-48-15,0 5-10 0,-4 2 128 0,-1 6-56 16,-2 19-45-16,0 7 6 0,0 7 112 0,2 10-47 16,1 5 73-16,2 12-77 0,2-13-29 15,0 6-9-15,0-4-1 0,6 0 1 0,6-4-39 0,-2-4 1 16,1-11-165-16,3 3 78 15,0-7 44-15,2-5 21 0,-2-2-385 0,2-9 178 16,-4 1 80-16,4-6 59 0,-3-8-204 0,-1-3 80 16,2 0 75-16,-1-3-255 0</inkml:trace>
  <inkml:trace contextRef="#ctx0" brushRef="#br0" timeOffset="136810.27">17145 10108 976 0,'2'-14'0'0,"-1"6"0"0,1 3 0 0,4-1 0 0,-3 2 0 0,6 1 0 0,2 1 0 0,-1-1 159 0,6 3-62 16,0 0-33-16,2 5 156 0,2 8-98 0,1 2-45 16,-4 2-22-16,-1 5 27 0,-2 1-25 0,-3-2 9 15,-2 7-33-15,-5-4-71 0,-2 3 36 0,-2 0 0 16,0 1-23-16,-11-1 37 0,-9 0-7 0,2-6-76 16,-5-2 53-16,1-1-1 0,-2-7 22 0,1-4-134 15,-3-1 67-15,-1-2 10 16,6-3 24-16,1 2-180 0,1-3 94 0,6 0 25 0,2 0 35 0,3 0-176 15,6-4 100-15,2-9 49 0,0-1-86 16</inkml:trace>
  <inkml:trace contextRef="#ctx0" brushRef="#br0" timeOffset="137017.72">17535 10086 569 0,'0'-15'0'0,"0"6"0"0,0-2 0 0,-11 2 0 0,-2-1 0 0,-1 3 259 0,0 3-113 0,-2 2-57 15,2 2-28-15,-4 0 149 16,4 13-81-16,-5 8-52 0,4 4 64 0,2 3-55 16,2 1-26-16,1 1-4 0,4-3 8 0,2 4-31 15,4-8 0-15,0 5-39 0,2-5 1 0,6-7 38 16,7 3 8-16,1-2-303 0,7-2 148 0,0-1 71 16,2-5 37-16,1-2-521 15,2 1 248-15,-2-6 93 0</inkml:trace>
  <inkml:trace contextRef="#ctx0" brushRef="#br0" timeOffset="137473.5">17834 10223 729 0,'3'-18'0'0,"-1"-1"0"0,0 0 0 0,-2-1 0 0,0 1 0 0,0-1 0 0,-7 4 0 0,-2 2 63 0,-1 5 0 0,-1 2 93 16,0 5-62-16,-3 0-31 0,0 2 9 0,-6 10 17 15,2 10-28-15,1 5 0 0,-4 5-28 0,3 8 79 16,2-7-31-16,3 5-8 0,1 1 55 0,5-1-47 15,4-6-25-15,3 0 3 0,0-9-18 0,0 2-8 16,3-5 0-16,9-1-88 16,1-6 45-16,2 1 21 0,0-5 8 0,2-5-56 15,1-2 36-15,2 0-1 0,-4 0 35 0,5-9-201 16,-4-8 70-16,1-6 52 0,0-3-140 0,-2-1 85 16,0-5 20-16,-2-7-21 0,-2 5 25 0,3-11 7 15,-4 2 37-15,-1-7-22 0,-1-1 0 0,0-13 22 16,-3 7-8-16,2-12-27 0,-3 7 35 0,-1 13 0 15,-1 0 1-15,-1 16-15 0,-2 7 14 0,0 2 1 16,0 14 226-16,0 0-112 16,0 4-45-16,-3 6 297 0,-3 0-154 0,-1 5-86 15,0 10-20-15,0 7 148 0,2 5-95 0,1 0-39 16,2 9 34-16,0 6-6 0,2 1-41 0,0 2-21 0,0 3 13 16,0 3 7-1,0 2-41-15,0-1 1 0,2 3-1 0,0-5-1 0,3-1 1 0,-1-9-117 16,0 1 54-16,4-3 31 15,-3-7 1-15,1-2-204 0,-1-11 100 0,3 1 67 0,-2-9-315 16,-1-3 167-16,1-3 62 0,1-4-138 16,0 0 112-16,4-6 50 0,-1-13 36 0,2-3 0 15</inkml:trace>
  <inkml:trace contextRef="#ctx0" brushRef="#br0" timeOffset="137633.47">18154 10049 1066 0,'3'0'0'0,"-1"0"0"0,0 2 0 0,0 0 0 0,0 2 0 0,-1 2 0 0,3 2 0 0,1 3 0 0,1 1 283 0,2 1-125 16,1 3-55-16,0-4-38 0,3 0-72 0,-1 4 0 15,0-3 40-15,3-1-368 0,-3-3 192 16,2-1 84-16,2-3 46 0,1-1-195 0,2-4 116 16,-1 0 58-16</inkml:trace>
  <inkml:trace contextRef="#ctx0" brushRef="#br0" timeOffset="137935.18">18570 9758 730 0,'0'-19'0'0,"0"8"0"0,0 1 0 0,0 5 0 0,0 2 0 0,0 0 0 0,0 2 0 0,0 1 276 0,0 0-121 0,0 7-62 16,-2 12-21-16,-7 9 160 0,-5 7-100 0,0 9 94 15,-5 2-96-15,-4 16-49 0,-1 4 44 0,0 7-50 16,-8 20-21-16,0-1 0 0,-2 7 134 0,-8 23-77 15,5-15-31-15,-11 30-8 16,4-11 10-16,-3-4-24 0,2-3 0 0,11-20-25 16,0 8-76-16,6-11 33 0,7-21 22 0,3 0 0 0,2-19-98 15,4-3 60-15,0-12 37 0,3-5-27 16,3-10 25-16,1-5-16 0,-1-6 1 0,2-6-110 16,2-3 60-16,2-4 4 0,-2-2 23 0,2 0-70 15,-2 0 41-15,0 0 10 0,1 0-5 0,-3 0-179 16,2 0 99-16,0 0 51 0,1 0 24 0,-1 0-337 15,2 0 173-15,0 0-103 16,0 3-73-16</inkml:trace>
  <inkml:trace contextRef="#ctx0" brushRef="#br0" timeOffset="142679.5">19347 9711 447 0,'0'0'0'0,"0"0"0"0,0 0 0 0,0 2 0 0,0-2 0 0,0 0 0 0,0 0 0 0,2 0 111 0,0 0-43 0,0 0 0 15,0-3 9-15,2-6-22 0,-2 2 0 0,2-2-14 16,-2-4 48-16,1 3-28 0,-1-3 0 0,0 0-28 16,0-1 40-16,-2-1-32 15,2-2-1-15,-2 1-8 0,0 0 1 0,0 0 0 16,0-1 2-16,0-2-3 0,0 3 1 0,-2 0 0 15,-4 2-13-15,1-2 13 0,-2 3 8 0,-2 0-8 16,-2 2-27-16,2-1 27 0,-3 3-1 0,1 4-8 16,1-1-7-16,-4 0-13 0,1 4 24 0,1 0-26 15,0 2 0-15,1 0 20 0,-1 0-27 16,-1 0-9-16,1 2 35 0,-1 3-5 0,2 4-17 0,1 0 17 16,-1 0 6-16,1 0-11 15,-1 2 36-15,2 1-2 0,2 1-28 0,-1 3 84 16,1-2-31-16,1 5-25 0,1 0-1 0,1 1 83 15,0 1-47-15,3 2-24 0,-2-1 78 16,1 6-55-16,2-1-23 0,0-1-1 0,0 5 31 0,0-2-27 16,0 3 8-16,0 4-35 0,0 0 31 0,0 6 0 15,2-2-30-15,1 3 39 0,-2-5 8 0,3 9-47 16,0-4 0-16,-1-2 22 0,3 1-22 0,-1-3 0 16,1-3-14-16,2 9 14 15,-1-4 0-15,-1-2 0 0,-1 3-37 0,-1 0-1 16,0-1 46-16,0 7-8 0,-2-6-64 0,0 3 30 15,-2-3-14-15,0 0 13 0,0-7-7 16,0 5 29-16,0 0-18 0,-4-5 7 0,-4 0-4 0,-1 0 7 16,-2-5-21-16,-1-2 21 0,1-5-6 0,-2-5 4 15,-2 1-58-15,-2-6 27 0,0-1 1 0,-2-2 26 16,-1-5-141-16,-1-3 66 0,-2-1 27 16,-2-1 0-16,4 0-92 0,-6-1 61 15,3-9 7-15,4-5-206 0,-1-1 120 0,3-2 59 16,5-1-270-16,-2-3 169 0,8 3 81 0,1-3 40 15,4 1-369-15,2 4 205 0,0 0 93 0</inkml:trace>
  <inkml:trace contextRef="#ctx0" brushRef="#br0" timeOffset="143476.84">19440 10836 605 0,'1'0'0'0,"-1"0"0"0,0 0 0 0,0 0 0 0,0 0 0 0,0 0 0 15,0 0 116-15,0 0-33 0,0 0-29 0,0 0 67 0,0 0-44 16,0 0-22-16,0 0-1 0,0 0 64 0,0 0-46 16,0 0-1-16,0 0-38 15,0 0 26-15,0 0 1 0,0 0-20 0,0 0 60 16,0 0-34-16,0 0 0 0,0 0-9 0,0 0-24 15,0 0 8-15,0 0-8 0,0 0 39 0,0 0-39 16,0 0 0-16,0 0 0 0,0 0-21 0,0 0 21 16,0 0 0-16,0 0 0 0,-1 0-18 0,-3 0 18 15,0 2 8-15,-1 0-8 0,1 0-64 0,-2-1 23 16,2 3-1-16,-1 0-4 0,-1 1 42 0,-3 5-16 16,1-1 27-16,-1 5-24 15,0 1 4-15,-3 1-6 0,3 5 44 0,1 0-38 16,1 1-1-16,3 1 0 0,3-2-7 0,1-1 12 15,0-1 2-15,1-3-34 0,9 2 1 16,2-5 30-16,4-2-2 0,0-5-53 0,2 1 29 0,0-1-11 16,-1-4-30-16,2-2 23 0,-2 0 0 0,0 0 16 15,-3-2-80-15,2-8 37 0,-3-3 22 0,0-2-13 16,-3-2-13-16,-1-2 13 16,-4-2-3-16,-1 1-76 0,-1-6 48 0,-3 2 13 15,0-3-43-15,-3-1 32 0,-5 4-8 0,-4-5 43 16,-4 5-27-16,2 7 28 0,-4 1-1 0,-2 2 0 15,-1 7 88-15,-1 1-39 0,-5 4-25 0,3 2 0 16,2 0 16-16,4 6-12 0,0 4-5 0,4 3 29 16,5 1-21-16,4 0-14 0,5 2-328 0,0 1 158 15,0 0 69-15,11-2 47 0</inkml:trace>
  <inkml:trace contextRef="#ctx0" brushRef="#br0" timeOffset="144611.93">19746 9660 666 0,'0'0'0'0,"0"-5"0"0,0-1 0 0,0 0 0 0,0-1 0 0,2-5 0 0,1 1 0 0,-1-4 77 0,3 2-8 0,-4-2-37 0,1 0 87 16,0 0-43-16,0 0-22 0,-2-2 15 0,0 2-36 15,0 0 0-15,0-2-1 0,0 2-27 0,0-2 0 16,-6 1 36-16,-2 2-8 0,1-1-8 0,-4 3 8 16,1 0 0-16,-1 2 0 0,0 3-13 0,-1 1-9 15,-2 2 22-15,-2 3 38 0,2 1 0 0,-6 1-42 16,0 16 0-16,-1 5 56 0,0 3-27 16,3 6 1-16,-1 2 28 15,2 3-18-15,6-1-9 0,2 1-27 0,3 1 49 0,4-5-24 16,2-1-1-16,0-7-16 0,0 2 20 0,6-5-28 15,5-2 0-15,3-4-48 0,0-4 24 16,3-2 8-16,2-5-57 0,0-2 36 0,5-2 1 16,0 0 35-16,-1-7-213 0,-4-9 92 0,6-2 33 0,-7-3 32 15,1 1-164-15,-6-5 86 0,0 1 45 0,-5 3-9 16,1-7-28-16,-4 2 31 16,-1 5 0-16,-1-2 55 0,-1 6 0 0,-2 7-33 15,0-2 147-15,0 7-70 0,0 0-34 0,-7 4 0 16,-2 1 208-16,2 6-112 0,-1 11-30 0,-2 4-35 15,7 4 192-15,-1 0-101 0,4-1-25 0,0-1-25 16,0 6 6-16,4-3-24 0,8-1 0 0,2-2-49 16,4-3 0-16,-2-1 34 0,7 0-334 0,-1-4 163 15,4 0 71-15,0-3 44 0,4-3-701 0,-5-4 334 16</inkml:trace>
  <inkml:trace contextRef="#ctx0" brushRef="#br0" timeOffset="145897.64">20135 10011 859 0,'-16'-9'0'0,"5"2"0"0,4 6 0 0,-1-3 0 0,4 3 0 0,1-3 0 0,1 2 0 0,-2 0 0 0,4 0 0 0,0 1 0 0,0-2 0 0,6 2 282 0,9-1-125 0,7 0-62 0,3-1-32 15,-1 0 44-15,6 0-42 0,-1 0 1 0,-3 2-34 16,0 1 24-16,0 0 0 16,-5 0-15-16,2 0-1 0,-5 0-7 0,-1 5 0 15,-1 1-28-15,-4 0 28 0,-1-2 8 0,-1 1-8 16,-2-1-41-16,-3-1 1 0,1 0 40 0,-5-2-1 15,1 0-43-15,0 2 15 0,-2 1-11 0,0 2 54 16,0 7-5-16,-7 6-20 0,-8 4-4 0,-8 12 24 16,-3 0-3-16,-2 7-18 0,-2 1 1 0,-2 2 2 15,0-2 9-15,2 0-9 0,0 1-43 16,0-5 21-16,3-3 6 0,5-6 16 16,0-2-19-16,2-4-5 0,8-7 16 0,-2 0 89 15,7-8-43-15,-1 3 0 0,5-7-43 0,1-3 52 16,2 0-22-16,0-2 0 0,0 0 35 0,0 0-26 15,2 1 9-15,9-1-34 0,4 0 23 0,3 0-24 16,7 0 1-16,0 0 0 0,-1 0-26 0,6 0-9 16,-4 0 35-16,0 0-111 0,-3 0 51 0,0 0 29 15,0 0 10-15,-5 0-270 0,-3 0 122 16,-2 0 71-16,-2 0-171 0,-1 0 110 16,-3 0 27-16,-1 3 41 0,-1 1-371 0,-3-1 198 15,0 0 99-15,1 0 50 0,-1-1-391 0</inkml:trace>
  <inkml:trace contextRef="#ctx0" brushRef="#br0" timeOffset="146080.66">20086 10308 1172 0,'0'0'0'0,"0"0"0"0,0 0 0 0,0 2 0 0,0 0 0 0,7-1 246 0,5 1-110 0,2 4-52 16,6-1 160-16,4 1-106 0,3 2-52 0,-6-2-19 15,11 1 130-15,0 2-83 0,0-1-40 0,3 0-21 16,-3 1-298-16,0-2 147 0,-2 1 62 0,0 1-552 16,0-1 306-16</inkml:trace>
  <inkml:trace contextRef="#ctx0" brushRef="#br0" timeOffset="146863.27">20933 9763 815 0,'-8'-3'0'0,"3"1"0"0,3-1 0 15,0 2 0-15,0-1 0 0,0-2 0 0,0 2 0 0,2 0 0 0,-1 1 83 0,1 1-29 0,0 0 0 0,0 0 109 0,0 0-65 16,0 0-33-16,1 0 42 0,5 0-42 16,3 0 1-16,5 0-33 0,0 0 103 0,4 0-51 15,3 0-18-15,2-3-9 0,2 2 75 0,3-3-50 16,2 1-26-16,4-3 71 0,0 2-40 0,3 0-31 15,7 1-1-15,-1-1 14 0,2 0-1 0,2 0-36 16,4-1 63-16,3-1-36 0,10-1 0 0,-2-3-27 16,6 0 32-16,3 0 1 15,2 0-25-15,0 1-8 0,5-1 30 0,-5 5 0 16,-2-1-30-16,1 2-62 0,-15 3 39 16,15-2-8-16,-10 2 31 0,-12 1-61 0,1 0 31 0,-3 0-1 15,-11 0-118-15,2 0 64 0,-3 4 19 0,-6-1 22 16,-4-1-130-16,-5-2 68 0,-4 0 13 0,-4 0 26 15,-2 0-94-15,-5 0 52 0,-3 0 11 0,2 0-10 16,-3-4 13-16,-2-5 8 0,0 0 21 0,-7-1-57 16,-4 1 28-16,-3-1-8 0,-5 3-276 0,-6-1 157 15,0 2 78-15,-5 3 39 0,-3 1-379 16,-6 2 200-16</inkml:trace>
  <inkml:trace contextRef="#ctx0" brushRef="#br0" timeOffset="147341.99">21061 9663 472 0,'-7'-6'0'0,"0"4"0"0,3 0 0 0,1 0 0 0,1 2 0 0,-2-2 0 0,3 2 277 0,-1 0-122 16,0 0-61-16,0 0 101 0,2 9-85 0,0 2-39 15,0 2 0-15,0 3 53 0,0 1-45 0,0 1-15 16,0 4 30-16,4 4-31 0,-1 0 1 0,3 4-32 16,1 4 44-16,0 3-14 0,0 10-8 0,-2 0-21 15,1 4 33-15,-3 13 0 16,1-5-33-16,-1-2-3 0,-3 13 3 16,0-6 0-16,2-10-52 0,-2 0 26 0,0-3 0 0,1-12 34 15,1 1-18-15,0-6 10 0,-2-5 0 0,0-6-13 16,0-4 15-16,0-4-17 0,-2-4 8 0,-6-4-19 15,-3-3 36-15,0-4-23 0,-3 0 4 0,0 0-55 16,-3-9 23-16,-2-6 2 0,0-2-143 0,0-3 77 16,3-1 42-16,-3-3 16 0,0-3-145 0,0-3 67 15,5-1 41-15,-2 2 0 16,3 3-42-16,3 8 7 0,-1 1 33 0,4 8-4 16,0 2 55-16,0 3-1 0,0 3-38 0,0 1 118 15,0 5-54-15,-4 16-29 0,2 1 110 0,2 3-53 16,-1 3-23-16,2 0-19 0,1 2 16 0,0 0-5 15,3-3 0-15,0 1 9 0,2-6-204 0,0-1 88 16,0-3 42-16,0-3 21 0,2-5-178 0,7-3 79 16,5-6 20-16,4-1-344 0,3 0 207 0</inkml:trace>
  <inkml:trace contextRef="#ctx0" brushRef="#br0" timeOffset="147587.34">21139 10181 651 0,'10'-16'0'0,"1"5"0"0,5 4 0 0,-2 4 0 0,4-1 0 0,0 3 352 0,-1 1-164 0,1 0-77 0,1 1 190 15,1 11-135-15,-4 5-66 16,-1 0-25-16,0 5 35 0,-1-1-38 0,-5 4-1 16,-2-1 2-16,-5-3-64 0,0 3 8 15,-2-1 16-15,0 3-76 0,-8-4 38 0,-4 1 0 0,-6-2 37 16,-1-5-174-16,-4 3 84 0,-2-4 45 0,0-5 23 15,1-1-286-15,4-5 137 0,-5-2 26 0,4-2-81 16,0 0 65-16,7 0 49 0,1-2-181 0,3-5 114 16,8-7 49-16,2-3 37 0</inkml:trace>
  <inkml:trace contextRef="#ctx0" brushRef="#br0" timeOffset="147790.35">21498 10090 975 0,'2'0'0'0,"0"0"0"0,-2 0 0 0,0 6 0 0,-6 6 0 0,-4 8 0 0,-4-1 0 0,1 9 435 16,-1 0-193-16,3 2-109 0,1-2 217 0,3 1-159 15,3-1-78-15,4-3 9 0,0-1-36 0,0-3-31 16,12-1 1-16,5 0-165 0,2-5 71 16,2-1 35-16,1-8 8 0,6 2-331 0,-2-6 179 15,-1-2 90-15,1 0 45 0,-4-2-538 0,-3-7 263 16,1-4 85-16,-2-2-227 0,-5-4 198 0</inkml:trace>
  <inkml:trace contextRef="#ctx0" brushRef="#br0" timeOffset="148059.29">21617 9863 879 0,'-4'-13'0'0,"2"6"0"0,2 3 0 0,0 2 0 0,0-2 0 0,8 2 0 0,2 2 97 0,2 0-31 0,1 0 7 16,1 2 109-16,-1 8-75 0,-1 1-36 0,-2 2-4 15,-1 3 1-15,-1 2-27 0,-7 0-8 0,-1 3-115 16,0-3 57-16,0 3 29 0,-12 2-51 0,1-6 48 16,-3 0-8-16,0-2 40 0,0-3-22 0,3 0-21 15,2-5-1-15,2 1-5 16,2-4 98-16,3-2-48 0,0 0 0 0,2-2-40 16,0 1 115-16,2-1-33 0,9 0-31 0,6 0 93 15,6 0-53-15,2 0-24 0,2-1-196 0,1-3 93 16,2-2 33-16,1 3 22 0,-3-1-223 0,-5 1 106 15,1 3 60-15,-4 0 10 0,-2 0-556 0</inkml:trace>
  <inkml:trace contextRef="#ctx0" brushRef="#br0" timeOffset="148222.43">21819 10261 996 0,'-11'6'0'0,"4"0"0"0,3-1 0 0,2-2 0 0,1-1 0 0,1-2 0 0,0 0 0 0,1 0 0 0,14 0 284 0,4 0-126 15,4 0-62-15,-3-2 25 0,8-1-49 0,-3-1 1 0,1 1-40 16,-1-1-317-16,-5 1 159 0,-1 2 87 0,-1-1 31 16,-2 2-179-16,-4 0 109 0,-2 0 55 0,-2 0-9 15</inkml:trace>
  <inkml:trace contextRef="#ctx0" brushRef="#br0" timeOffset="148405.12">22019 9993 1374 0,'-4'-6'0'0,"2"4"0"16,0 2 0-16,1 0 0 0,-1 5 0 0,-3 12 0 0,1 8 0 0,3 3 0 0,-1 6 225 0,-2 1-96 0,-1 3-49 15,1 0 180-15,0 1-114 0,1 0-48 0,0-1-37 16,1-2-143-16,0-3 57 0,2 0 29 0,0-2-140 16,0-6 93-16,0 1 33 0,0-5 22 0,2-8-439 15,6-3 182-15,3-7 130 0,0-3-435 0,1 0 263 16</inkml:trace>
  <inkml:trace contextRef="#ctx0" brushRef="#br0" timeOffset="148548.49">22125 10092 788 0,'0'-14'0'0,"0"5"0"0,0 6 0 0,2 0 0 0,3 2 0 0,2 1 0 0,-2 0 322 0,4 7-136 16,3 6-81-16,-1 4-36 0,0 1 128 0,1 0-83 15,-1 5-40-15,-2-2 8 0,3-1-259 0,-3 0 105 16,3 0 52-16,-3-3-200 0,2-2 127 0,1-5 71 15,-1-1 23-15</inkml:trace>
  <inkml:trace contextRef="#ctx0" brushRef="#br0" timeOffset="148739.94">22410 9985 906 0,'0'-15'0'0,"0"9"0"0,0 0 0 0,0 5 0 0,0 1 0 0,0 1 0 0,0 22 0 0,0 4 0 0,0 14 377 0,-4 2-172 0,-8 5-86 0,-1 4 173 15,-4 2-133-15,1 3-63 0,-2-2-32 0,-1 2 18 16,1-3-25-16,1 3 8 0,0-1-135 16,2-3 51-16,2-1 26 0,-1-5 0 0,5-9-358 0,2-9 200 15,3-4 87-15,1-11 49 16,3-5-579-16,0-9 285 0,0 0 115 0</inkml:trace>
  <inkml:trace contextRef="#ctx0" brushRef="#br0" timeOffset="148998.25">22484 9850 948 0,'19'-13'0'0,"1"5"0"0,5 7 0 0,0-2 0 0,-4 3 0 0,-5 0 0 0,-2 3 0 0,-3 6 264 0,-2 6-107 16,-6 1-67-16,-1 6-28 0,-2 3 56 0,-2 2-42 15,-10 1-14-15,-4-4-88 0,-2 1 29 16,2-10 0-16,0 0 30 0,-1-2-30 0,6-6 8 0,-3-1 21 15,7 0 33-15,1-5 0 0,3-1-32 0,1 0 0 16,2 0 55-16,0 0-21 0,0 0-37 0,0 0-17 16,7 0 52-16,9-1-32 0,0-2 8 0,5-2-8 15,2 3-188-15,-1 0 97 16,6 1 44-16,-2 1-539 0,-3 0 270 0,7 0 108 16</inkml:trace>
  <inkml:trace contextRef="#ctx0" brushRef="#br0" timeOffset="149566.07">23148 10111 717 0,'0'-15'0'0,"0"0"0"0,0 2 0 0,0-2 0 0,-7-1 0 0,0 0 0 0,-2 2 0 0,-2 2 0 0,-3 4 74 0,3 4-21 15,-4 2 8-15,0 2-28 0,0 0 112 0,-3 13-57 16,0 8-27-16,4 6 26 0,0 0-19 0,3 5-9 15,4 2-5-15,0-2 0 0,7 2-21 0,0-7 8 16,0 3-52-16,0-5 21 0,7-5 1 0,2-2 22 16,2-3-77-16,1-5 47 15,0-5 7-15,1-5 0 0,3 0-50 0,-2 0 30 16,5-13-2-16,-1-7-53 0,-2-5 24 0,2-5 24 16,-4-2-105-16,3-7 59 0,-2-3 17 0,-3 5-2 15,1-14-49-15,-3 0 38 0,2 2 13 0,-3-3-1 16,2-1-64-16,-1-1 31 0,1-3 6 0,0 5 21 15,-1 5 20-15,-2 10 0 0,-5 3 0 0,-1 13 80 16,0 9-36-16,0 3-22 0,-2 6 356 16,0 3-180-16,0 14-73 0,-8 15-52 0,-2 8 253 0,-1 7-133 15,4 2-46-15,-2 3-41 16,2 4 153-16,0 0-88 0,2-3-57 0,1 2-24 16,2-3 80-16,-1-1-52 0,1-5-26 0,2-8 87 15,0 1-61-15,0-4-26 0,0-4-63 0,0-7 36 16,0 2 1-16,0-7 8 0,0 1-302 0,0-4 147 15,0 0 74-15,0-3 36 0,5-1-758 0,5-3 363 16,3-6 164-16</inkml:trace>
  <inkml:trace contextRef="#ctx0" brushRef="#br0" timeOffset="150142.57">23518 9816 1512 0,'0'0'0'0,"0"0"0"0,0 0 0 0,2 0 0 0,7-2 0 0,2-1 0 0,4-1 0 0,1-2 146 16,5 4-48-16,4-2-37 0,0 1 231 0,-3-3-130 15,-1 4-64-15,0 0-33 0,-1 1 44 0,-2 1-42 16,-3 0-1-16,1 0-75 0,-5 0 21 0,1 0 0 16,-3 7 29-16,-2 4-33 0,-2 4 25 15,-3 4 0-15,-2 5 20 0,0 2-20 16,-9 4 8-16,-11 8-9 0,-1 0 41 0,-4 1 0 16,-1 1-41-16,-4 0-7 0,-2-1-77 0,2 0 39 15,0-3 20-15,8-6-140 0,1-2 77 0,4-2 31 16,8-6-22-16,0 1 20 0,5-4 0 0,4-2 12 15,0-1 50-15,0-3-47 0,4-2 6 0,10-3-21 16,3 1 59-16,8-4-6 0,1-3-34 16,5 0 9-16,3 0 28 0,1 0-6 0,-1 0 0 15,-3-3-278-15,0-4 123 0,-3 1 62 16,-8 0 30-16,1 1-385 0,-4-3 197 0,-4 1 97 16,-2-1-312-16,-6-1 206 0,0 0 93 0,-5-6 60 15</inkml:trace>
  <inkml:trace contextRef="#ctx0" brushRef="#br0" timeOffset="150282.31">23504 10108 1410 0,'-9'0'0'0,"5"5"0"0,4 0 0 0,4 0 0 0,19-4 0 0,7 1 0 0,9 1 0 0,4 1 0 0,4 0 216 0,2-1-84 0,3 1 70 0,1-1-85 15,2 4-42-15,-3-1-21 0,-5 3-444 0,-6 1 220 16,9 4 97-16</inkml:trace>
  <inkml:trace contextRef="#ctx0" brushRef="#br0" timeOffset="150425.35">24568 10325 1337 0,'1'-2'0'0,"3"-2"0"0,5 3 0 0,-2 1 0 0,-4 0 0 0,-1 0 0 0,-2 0 317 0,0 0-142 15,0 0-72-15,0 0-615 0</inkml:trace>
  <inkml:trace contextRef="#ctx0" brushRef="#br0" timeOffset="159263.66">14812 12350 442 0,'-3'0'0'0,"-1"0"0"0,0 0 0 0,4 0 0 0,-1 0 0 0,1 0 0 0,0 0 121 0,0 0-48 0,0 0 93 16,0 0-67-16,0 0-33 0,5 0 0 15,4 0 147-15,4 0-94 0,1 0-43 0,0 0-22 16,2 0 138-16,-2 0-80 0,2-2-31 0,-2-3-8 16,0 4-14-16,-1 1 0 0,2 0-27 0,-2 0 13 15,-4 0-4-15,5 0-9 0,-3 0-180 0,1 6 89 16,-3-1 47-16,-2-1 22 0,0 1-425 16,0 3 212-16,-4-1 106 0,-1 5 8 0,0-1-417 0</inkml:trace>
  <inkml:trace contextRef="#ctx0" brushRef="#br0" timeOffset="159429.37">14892 12569 774 0,'-9'4'0'0,"4"3"0"0,3 1 0 0,0-3 0 0,0 2 219 0,2-4-98 0,0 1-43 16,0 1 336-16,4-1-190 0,12 0-96 0,-2 0-39 15,3-3 53-15,3 2-54 16,1 1-27-16,6-1-1 0,-2-1-403 0,-4 1 197 15,9 0 85-15,-1-3 47 0,-3 0-671 0</inkml:trace>
  <inkml:trace contextRef="#ctx0" brushRef="#br0" timeOffset="159950.54">15973 12023 508 0,'0'-18'0'15,"0"5"0"-15,0 0 0 0,0-4 0 0,-1 1 0 0,-1 0 161 0,-3-2-56 0,0-1-40 0,1 4 0 16,-1-2 25-16,-1 2-29 0,-2 4 1 0,2 2 0 15,-1-1-9-15,2 4-20 0,-6 2 0 0,1 3 0 16,1-1 8-16,-5 2-9 0,1 0 11 0,0 2-10 16,0 9 0-16,-2 2 0 0,1 1 45 0,2 0-8 15,0 3-37-15,1 0 0 0,0 1 83 0,4-2-41 16,-2 1-14-16,4 0 75 0,1 0-52 0,1-1-25 16,3 0 30-16,0 1-28 0,0-1 9 15,0 2-38-15,0 0 51 0,2 1-26 0,3 0 1 16,4 1-25-16,1 1 39 0,1 5-39 15,2-1-1-15,-1 3-40 0,-1-2 0 0,1 4 41 16,-3-2 8-16,0 4-73 0,-2 0 32 0,1 0-1 16,-4 3 34-16,-1-2-80 0,-1-1 31 0,-2 1 3 15,0-1-7-15,0-1 6 0,0-3 0 0,-2-1 0 16,-3-6 50-16,-2 2-38 0,-3-3 6 0,2-2-6 16,-1-4-19-16,-1 0-1 0,1-7 25 0,-2 0-144 15,3-1 67-15,-1-2 31 0,0-4-230 16,0 0 117-16,0 0 58 0,2 0 23 15,2-3-120-15,1-4 81 0,2-4 41 0,2-3-1 16,0-1-285-16,0-3 167 0,2-2 80 0,7-2-235 16</inkml:trace>
  <inkml:trace contextRef="#ctx0" brushRef="#br0" timeOffset="160371.54">16278 12096 383 0,'5'-14'0'0,"1"-2"0"0,-3 1 0 0,1-4 0 0,0-1 137 0,-1 2-56 15,-1-2-24-15,3-1 0 0,-4 0 77 0,1 1-42 16,0-1-34-16,0 1 22 0,-2 4-23 0,0 2-1 16,0 5-3-16,0-1-12 0,0 4-8 15,-6 0 0-15,-2 2 22 0,-1 3-1 16,-2 1-21-16,-1 0 8 0,0 0-4 0,-4 7-5 15,1 7 1-15,0 1 0 0,0 1 26 0,3 1-18 16,-2 0-9-16,3 2 63 0,4-3-31 0,-3 2 0 16,4-1 79-16,3 0-47 0,1-1-36 15,-2 1 0-15,4 2 64 0,0-2-45 0,0 2-24 0,0 0 9 16,0 1 6-16,0 1-1 0,4 0-36 0,1-1 0 16,1 3-3-16,1-2 11 0,1 1-9 15,-2 0-37-15,1 3-1 0,-2-1 39 16,1-1-62-16,0-2 39 0,0 1-8 0,-3-1 31 15,1 2-86-15,-2-3 37 0,0-1 5 0,-2-1 5 16,0-1-48-16,0 0 31 0,0-2 6 0,-4-2 1 16,-3 2-65-16,-2-1 39 0,-1-3 10 0,-1 2-355 15,0 1 165-15,-1 0 95 0,1 1-156 0,1 0-91 16,-1 2 174-16,2 0 84 16,0-2-305-16</inkml:trace>
  <inkml:trace contextRef="#ctx0" brushRef="#br0" timeOffset="160764.49">15665 13050 1104 0,'-6'-5'0'0,"4"3"0"0,0-1 0 0,0 1 0 0,2 1 0 0,0 1 0 0,0 0 0 0,0 0 99 0,2 6-33 0,5 6 0 15,0 4 127-15,2 3-80 0,-2 1-32 0,3 6-8 16,-4-1 3-16,-1-1-22 0,-1-1 1 0,-2 1-109 16,0 1 52-16,-1-3 14 0,1 0-1 15,-2-1-186-15,0-4 105 0,0-5 50 0,0-2-151 0,0-3 58 16,0-4 60-16,0-1-23 0,0-2-305 0,0 0 174 16,-3-4 79-16,-1-11 52 0,-2-6-179 0</inkml:trace>
  <inkml:trace contextRef="#ctx0" brushRef="#br0" timeOffset="161003.41">15627 13012 407 0,'-5'-21'0'0,"1"7"0"0,4 2 0 0,0 2 0 0,0 2 0 15,0 0 0-15,4 2 363 0,11 3-165 0,1-1-82 0,7 2 201 0,0 0-134 16,5 2-79-16,-1 0-36 0,-2 8 87 0,2 7-61 0,-1 2-31 16,-3 4-17-16,-5 3-14 15,1-1 1-15,-3 4 0 0,-5 0-59 0,-2 1 30 16,-7-2 8-16,-1 5 20 0,-1 0-63 0,-3 1 32 15,-12-4 0-15,-2 1 40 0,-1-4-38 0,-5 0-14 16,-2-4-1-16,1-4 14 0,-3-5 13 16,5-1-8-16,-8-2-26 0,9-4-88 0,-2-1 57 0,3-2 29 15,5-2-149-15,6 0 77 0,2 0 45 0,2-2 9 16,5-9-381-16,0-3 194 0,10-4 97 0,6-3 39 16</inkml:trace>
  <inkml:trace contextRef="#ctx0" brushRef="#br0" timeOffset="161204.47">15952 13136 935 0,'21'-8'0'0,"-2"5"0"0,0-1 0 0,-7 2 0 0,6 1 0 0,-7-2 0 0,1 3 0 0,-2 0 318 15,1 4-142-15,-1 5-64 0,0 3 34 0,-1 2-57 16,-4 0-28-16,0 5 0 0,-3 6-90 0,-2-5 39 16,0 6-8-16,-7 1 31 0,-7-3-72 0,-4 0 36 15,0-2 0-15,-1-2 44 16,-6 1-124-16,3-7 58 0,-2-1 29 0,-1-3-235 15,6-5 116-15,-1 0 20 16,1-5-156-16,6 0 96 0,1 0 62 0,7-6 29 0,3-8-177 0,2-4 96 16,0-8 60-16</inkml:trace>
  <inkml:trace contextRef="#ctx0" brushRef="#br0" timeOffset="161411.57">16183 13000 705 0,'3'-9'0'0,"-3"6"0"0,0 1 0 0,0-1 0 0,-3 3 0 0,-6 0 129 0,2 8-48 16,-1 8-25-16,-2 6 279 0,5-1-143 16,-1 7-84-16,3-2 147 0,1 0-111 0,2 1-55 0,0-6-29 15,0 3-25-15,2-2-2 0,5 1 0 0,2-5-1 16,3 0-166-16,-1-3 84 0,3-2 49 0,-2-2 13 16,1-3-134-16,1-4 78 15,-2-1 31-15,2-3-430 0,-3 0 159 0,3 0 132 16,-3 0-259-16</inkml:trace>
  <inkml:trace contextRef="#ctx0" brushRef="#br0" timeOffset="161571.79">16333 13093 1016 0,'0'0'0'0,"0"0"0"0,0 0 0 0,0 0 0 0,0 0 0 0,0 0 0 0,0 2 366 0,2 3-167 0,6 1-75 0,1 3 169 0,1 1-130 16,1-1-65-16,0 1-33 0,2 0-70 15,1 1 46-15,-3-2-8 0,1 0-439 16,-2-2 220-16,1 1 109 0,-1-3 55 0,-4 1-558 0</inkml:trace>
  <inkml:trace contextRef="#ctx0" brushRef="#br0" timeOffset="161747.31">16593 12841 1303 0,'2'-6'0'0,"0"5"0"0,-1 1 0 0,-1 0 0 0,0 7 0 0,0 16 0 0,-3 5 0 0,-4 14 493 0,-5 6-222 16,-3 13-124-16,0 2 38 0,-2 7-77 0,-4 5-37 15,0 15 0-15,5-15-183 0,-3 21 68 0,2-2 38 0,2 0 1 16,4-5-596-16,-3-14 317 0</inkml:trace>
  <inkml:trace contextRef="#ctx0" brushRef="#br0" timeOffset="162986.14">17175 11955 765 0,'-2'0'0'0,"-3"0"0"0,2 0 0 0,1 0 0 0,2 2 0 0,-2-2 0 0,2 0 0 0,0 0 0 0,0 0 105 0,0 0-36 16,12 2 23-16,8-2-21 0,10 0-8 0,6 0-31 15,7 0 183-15,2-2-92 16,4-4-45-16,4 1-14 0,9-5 102 0,-12 4-66 16,9 1-34-16,-1 1 42 0,8-2-38 0,-12 3 9 15,3 0-47-15,-1-2-39 0,-4 2 40 0,-3 1 0 16,-4-1-42-16,-5 1 16 0,-4 1 26 0,-3-1 0 15,-6 2-120-15,-5-2 60 0,-3 0 30 0,-4 1-6 16,-4 1-184-16,-2-2 74 0,-7 0 57 0,2 0-189 16,-2 2 111-16,-2-2 26 0,0-2-133 0,-9-3 104 15,-6 6 52-15,-8 0 26 0,0 1-307 0,-7 0 171 16</inkml:trace>
  <inkml:trace contextRef="#ctx0" brushRef="#br0" timeOffset="163340.57">17338 11942 748 0,'-19'0'0'0,"2"0"0"0,7 0 0 0,1 4 0 0,0 1 0 0,6 5 0 0,-1 5 150 0,4 7-63 16,0 6 73-16,0 5 36 0,0 6-81 0,2 2-42 16,1 0 116-16,5 14-82 0,-3-3-37 15,1 3 0-15,0-1-69 0,-2 3 32 16,-1-5 8-16,1-3-8 0,-2-2-30 0,1-9 1 15,-1 1 29-15,0-7-71 0,-2-7 43 0,0-1-8 16,0-7 36-16,0-8-93 0,0-1 45 0,-2-4-9 16,-5-1-31-16,-4-3 17 0,-5 0 22 0,2-4-5 15,-2-7-89-15,-2-8 48 0,3 3 25 0,-4-9-9 16,0 0-21-16,2-4 20 0,2 2 0 16,0 3-58-16,4 7 34 0,0 0 15 15,1 10 75-15,3-1-30 0,-2 4 1 0,0 2-26 16,0 2 112-16,0 6-48 0,0 13-27 0,-1 2 4 15,1 3 33-15,0 2-20 0,2-3-3 0,2 7 2 16,3-9-60-16,2 1 1 0,0-5 38 16,0-4-282-16,7-6 125 0,9-5 73 0</inkml:trace>
  <inkml:trace contextRef="#ctx0" brushRef="#br0" timeOffset="163563.5">17342 12355 1021 0,'13'-19'0'0,"-2"5"0"0,0 6 0 0,3 0 0 0,-1 3 0 0,2 1 0 0,1 1 0 0,2 3 0 0,2 0 235 0,-1 10-92 16,0 3-60-16,-1 5-25 0,-2 0 50 0,-3 5-37 15,-4 1-1-15,-3-1-58 0,-2 5-8 0,-4-4 29 16,0 1 0-16,0-3-116 16,-12 0 58-16,-1-4 37 0,-8 4-111 0,3-6 65 0,-1-5 15 0,-2-2 22 15,3-1-213-15,-2-4 103 16,4-3 23-16,4-1-137 0,1 0 84 0,6 0 52 15,1-4 26-15,4-9-142 0,0-6 88 0,11-1 40 16,8-7-63-16</inkml:trace>
  <inkml:trace contextRef="#ctx0" brushRef="#br0" timeOffset="163746.64">17661 12252 944 0,'6'-13'0'0,"1"6"0"0,-3 1 0 0,-2 2 0 0,-2 4 0 0,0 0 0 0,-4 10 0 0,-7 10 110 0,-1 5-38 0,3 2 8 16,0 5 247-16,-1 2-146 0,5 1-75 0,1-1-36 15,2 0 152-15,2-7-87 0,0 5-55 0,2-8-24 16,9 0-63-16,4-3-1 0,2-4 40 16,0-2-272-16,8-2 132 0,-3-4 70 0,-1-2-153 15,1-3 112-15,1-4 45 0,-3 0 38 0,-1 0-533 16,-2-1 247-16,-2-12 125 0,-4-4 62 0</inkml:trace>
  <inkml:trace contextRef="#ctx0" brushRef="#br0" timeOffset="164025.41">17783 12124 976 0,'0'-6'0'0,"0"4"0"0,0 1 0 0,1 0 0 0,6-4 0 0,2 1 0 0,2 3 0 0,1-2 129 0,2 1-47 16,2 2 4-16,-3 0-26 0,2 0 7 0,-2 8-34 16,-2 0-33-16,-1 3-1 15,-3-1 34-15,-3 2 0 0,-2 4-130 0,-2-2 60 16,0 4 44-16,-9 0-9 0,-5 0-74 0,-1-3 25 15,0-1 40-15,-2-1-39 0,2-1 26 0,2-4-11 16,0 0-1-16,5-1 184 0,1-4-76 16,1 0-33-16,5-1 72 0,-1-2-41 0,2 0-29 0,0 2 11 15,0 0 59-15,5-1-31 0,8 2-24 0,2-1 1 16,4-2-117-16,5 0 46 16,-5 0 32-16,4 0-282 0,-1 0 141 0,-1 0 57 15,-2 0-402-15,-1 0 205 0,-2 0 110 0</inkml:trace>
  <inkml:trace contextRef="#ctx0" brushRef="#br0" timeOffset="164197.94">17941 12457 908 0,'-12'0'0'0,"7"2"0"0,0-2 0 0,3 0 0 0,0 0 0 0,0 0 0 0,2 0 209 0,0 0-92 0,2 0-42 0,9 0-22 15,4 0 113-15,2 0-66 0,2 0-26 0,1 0 0 16,1 0-20-16,-2-2-1 0,1-1-270 0,-3 2 125 15,-4 1 71-15,4-2 22 0,-7 2-371 0,-1 0 192 16,-1 0 96-16,-3 0 0 0,-1 0-296 0</inkml:trace>
  <inkml:trace contextRef="#ctx0" brushRef="#br0" timeOffset="164363.5">18069 12244 498 0,'-7'0'0'0,"6"0"0"0,-3 2 0 0,2 9 0 0,2 4 0 0,-2 4 0 0,2 4 368 0,0 3-168 16,0 2-83-16,0 0 147 0,0-1-107 0,2 4-66 0,0 0-30 16,3-4-82-16,2 0 27 0,-2-1 0 0,1-7 35 15,-1 1-335-15,1 0 163 0,2-7 82 16,-3-4 41-16,3-5-236 0</inkml:trace>
  <inkml:trace contextRef="#ctx0" brushRef="#br0" timeOffset="164523.07">18159 12244 980 0,'2'-1'0'0,"2"1"0"0,1 0 0 0,0 0 0 0,3 4 0 0,0 4 0 0,1-1 0 0,2 5 231 16,1-2-98-16,-1 3-51 0,0-1-16 16,2-2-160-16,0 1 63 0,1 1 32 0,-3-3 0 15,3-1-385-15,-2-1 192 0,-4-5 96 0</inkml:trace>
  <inkml:trace contextRef="#ctx0" brushRef="#br0" timeOffset="164697.61">18361 12094 824 0,'0'-9'0'0,"0"3"0"0,0 4 0 0,0 2 0 0,0 2 0 0,-1 18 0 0,-5 9 108 0,1 12-42 0,-1 2 1 16,-2 10 267-16,-1 12-150 15,2-10-68-15,-2 14-46 0,-2-5 119 0,6-9-78 16,0 4-39-16,1-4-121 0,2-2 49 0,-2-4 12 15,4-3 0-15,-2-1-362 0,0-9 191 0,2-4 96 16,-2-9-213-16,2-8 147 0,-2-5 13 0</inkml:trace>
  <inkml:trace contextRef="#ctx0" brushRef="#br0" timeOffset="164953.81">18452 12021 904 0,'17'-6'0'0,"-1"3"0"0,0 3 0 0,-5 0 0 0,1 0 0 0,-3 0 0 0,-2 9 246 16,0 2-106-16,-3 1-54 0,1 4-16 0,-4 1-8 15,-1 2-29-15,0 0 0 16,-1-1-35-16,-10-1 1 0,2-2 42 0,-3-2-8 16,3-1-87-16,2-6 44 0,0 1 22 0,1-3-1 15,2-2 114-15,0-2-50 0,4 2-21 0,0-2 112 16,0 0-66-16,0 0-34 0,0 1 10 0,10-1-8 15,5 2-35-15,2-2 0 0,1 2-22 0,1 0-1 16,2-2 31-16,1 4-8 0,5-2-473 0,-3 2 222 16</inkml:trace>
  <inkml:trace contextRef="#ctx0" brushRef="#br0" timeOffset="170765.66">19162 12321 781 0,'-6'0'0'0,"1"-2"0"0,3 0 0 0,0 2 0 0,2 0 0 0,0 0 0 0,-2 0 0 0,2-2 115 0,0 2-42 16,0 0 58-16,0 0-53 0,7 0-23 0,4 0 0 15,5 0 125-15,0-1-74 0,3-1-28 0,6-1-9 16,2-4 89-16,-2 2-63 16,3-1-31-16,0 2 0 0,-1-1 23 0,5 1-32 15,-6 0 1-15,1 1-136 0,-6-2 57 0,0 1 28 16,0 1-272-16,-1 1 146 0,-2 0 76 0,-4 0 12 16,-4 2-222-16,-2 0 129 0,-1 0 14 0,-5 0-9 15</inkml:trace>
  <inkml:trace contextRef="#ctx0" brushRef="#br0" timeOffset="171116.67">19252 12462 1190 0,'-11'0'0'0,"4"0"0"0,0 0 0 0,4 0 0 0,1 0 0 0,2 0 0 0,2 0 0 0,11-2 160 15,7 2-64-15,5 0-31 0,-1 0 64 0,-1 0-40 16,6 2-33-16,-11 5 1 0,3 7-21 0,-5 1-3 15,0-1 0-15,-5 6-55 0,-4 1-75 0,-3-1 65 16,-2 0 32-16,-2 7-204 0,-2-4 119 0,-9-5 33 16,-6 6-140-16,-2-5 69 15,-2-2 55-15,1-6-17 0,-5-1 94 0,4-4-53 16,0-1 11-16,-2-3 1 0,0-2 69 0,4 0-35 16,4 0 0-16,4 0-43 0,-1 0 300 0,7 0-114 15,1 0-76-15,3 0 315 0,1 0-178 0,0 0-67 16,5 0-58-16,14 0 5 0,3 0-26 0,6 0-1 15,2 0-44-15,4 0 26 0,3 0-8 0,-4 4-1 16,1 2-32-16,0-2-1 16,-1 3 34-16,-6-1 8 0,5-1-8 0,-6-2-1 15,-6 1 1-15,-1-1-686 0,-1 0 320 0,-7-1 108 16,-1-2 103-16,-2 0-271 0,-4 0 180 0</inkml:trace>
  <inkml:trace contextRef="#ctx0" brushRef="#br0" timeOffset="171323.16">19406 11676 1074 0,'-6'-19'0'0,"1"16"0"0,5 3 0 0,0 0 0 0,0 7 0 0,0 8 0 0,0 5 161 15,-2 4-65-15,2 6-31 0,0 6 192 0,0 10-117 16,0 0-53-16,-2 2-27 0,2 2-67 0,0 0 0 15,0-9 48-15,0 8-8 0,0-12-142 0,8-2 71 16,6-1 36-16,3-3-447 0</inkml:trace>
  <inkml:trace contextRef="#ctx0" brushRef="#br0" timeOffset="172095.56">20238 12229 824 0,'0'-10'0'0,"0"5"0"0,0 2 0 0,0-3 0 0,0-2 0 0,0-1 0 0,0-1 0 0,0-3 0 0,0 2 101 16,2-2-34-16,1 0 0 0,-1 0 45 0,0-1-32 16,1 1-8-16,-1 4-33 0,-2-3-40 0,0 2 33 15,0 0 1-15,0-1-49 0,0 1 21 0,0 3-1 16,-2-1-31-16,-7 1 30 0,2 1 0 0,0 0 25 15,-3 3-39-15,-1 1 0 0,-2 2-1 0,0 0-10 16,-2 2 27-16,-4 13-6 16,-2 6 9-16,1 5 57 0,-1 2-28 0,0 4 2 15,-1 5-29-15,6-3 122 0,0 8-59 0,4-4-20 16,5-3 103-16,2 4-60 0,3-3-31 0,2-3 7 16,0-2-9-16,2-5 0 0,5-5-30 0,7-3-1 15,2-3 6-15,3-3 3 0,-1-7-8 0,9-3-85 16,-5-2 43-16,1-2 20 0,1-9 1 15,1-10-166-15,-5-1 86 0,0-4 28 16,-2-1-177-16,-3-3 93 0,-4 0 59 0,0-1-4 0,-1 0-23 16,-1-1 7-16,-3 3 26 0,1 2-1 15,-2 7 50-15,-2-1-31 0,-1 8 8 0,0 4 112 16,-2 3-56-16,0 2-28 0,0 2 1 0,0 2 158 16,0 6-84-16,0 9-23 0,0 3 104 0,0 7-60 15,0-1-41-15,0 0 8 0,0 7-24 0,0-3 4 16,2-2-11-16,3 0 26 0,4 1-122 0,1-8 62 15,1 3 15-15,0-3-3 0,3-3-286 16,-1-3 125-16,0-1 79 0,0-4-319 0,0-4 186 16,1-4 89-16,-2 0-181 0,2 0 135 15</inkml:trace>
  <inkml:trace contextRef="#ctx0" brushRef="#br0" timeOffset="172434.31">20521 11886 1508 0,'0'-15'0'0,"0"5"0"0,0 3 0 0,0-3 0 0,2 3 0 0,6-4 0 0,1 3 0 0,1 0 0 0,3 4 0 0,0 1 165 0,-4 1-59 0,7 0-40 16,-4 2-1-16,2 0 1 0,-3 6-34 0,-2 7 1 15,-1 4-126-15,-4 2 59 0,-2 5 33 0,-2 1-69 16,0 2 52-16,-6 0 25 0,-7 1 9 0,0-2-188 15,-5-1 53-15,2-2 63 0,1-7-45 0,-2-1 42 16,0-1-15-16,1-4 8 16,0-6 155-16,0-2-58 0,0 0-31 0,5-2-1 15,1 0 249-15,1 0-126 0,4 0-44 0,-1 0 111 16,4 0-62-16,0 0-52 0,2 0 19 0,0 0 158 16,0 0-109-16,8 0-56 0,6 0 6 0,7 0-31 15,0 0 9-15,6 0-38 0,-4 0-69 0,-2 0 34 16,2 0 0-16,2 0 35 0,-3 2-346 0,0 0 169 15,-1 0 82-15,-2-1-790 0,0 2 402 16</inkml:trace>
  <inkml:trace contextRef="#ctx0" brushRef="#br0" timeOffset="173293.6">21339 12278 847 0,'0'-19'0'0,"0"3"0"0,0 2 0 0,0 1 0 0,0-5 0 0,0 2 0 0,-2 1 0 0,-4-2 0 0,0 2 161 0,2 2-63 0,-1 5-33 16,0-1 86-16,-1 3-63 0,-4 5-27 0,-1 1-1 16,-3 1-9-16,-4 18-18 0,-1 7 8 0,-3 12-8 15,1 2 31-15,2 4-31 0,4 4 0 0,5-3 53 16,5-6-18-16,1 4-8 0,4-4-27 0,0-4 14 15,2-6-15-15,6-6 1 0,5-2-63 0,3-6 27 16,-2-4 1-16,5-5 34 16,0-6-134-16,5 0 61 0,1-6 39 0,-1-12 1 15,5-13-76-15,-6-2 27 0,2-5 29 0,-4-3-218 16,-5-7 109-16,2 0 35 0,-2-5-83 0,0-8 72 16,-4 0 37-16,0-3 0 0,-3 5-41 0,2-22 43 15,1-1 0-15,-3 2 34 0,0-1-30 0,1 7 1 16,-6 23 21-16,-2 9 8 0,0 11 49 15,-2 8-24-15,0 12-1 0,0 2 348 0,-4 9-190 0,-8 10-59 16,3 16-54-16,-2 14 340 16,-1 7-177-16,1 12-56 0,4-3 187 0,0 18-152 15,2-2-73-15,3 1-36 0,2-1 131 0,0-3-83 16,0-8-34-16,0 8-29 0,5-14-62 0,2-2 41 16,4-1 0-16,0-5 0 0,3-14-249 0,-2-1 120 15,2-11 65-15,1-4-496 0,2-6 270 0,-1-10 78 16,0-1-452-16,-2-1 303 0,6-20 147 0</inkml:trace>
  <inkml:trace contextRef="#ctx0" brushRef="#br0" timeOffset="173492.07">21728 12094 866 0,'0'-7'0'0,"0"5"0"0,2 2 0 0,9 0 0 0,3 0 0 0,4 0 299 0,1 3-125 0,3 8-75 0,0 6-32 15,1 3 157-15,-5 4-95 0,1 0-48 0,1 4 4 16,-6 3-30-16,-5 0 0 0,0-1-22 0,-6 2-75 15,-3-2 37-15,0 0 8 0,-7-1-49 0,-10-1-24 16,-4-2 51-16,-3-4 25 16,-4-3-166-16,-4-4 95 0,0-2-1 0,2-7 36 15,0-1-198-15,9-5 104 0,2 0 22 0,6 0 27 16,1-9-191-16,10-4 116 0,2-2 59 0</inkml:trace>
  <inkml:trace contextRef="#ctx0" brushRef="#br0" timeOffset="174348.09">22210 12153 776 0,'4'-17'0'0,"-3"9"0"0,-1-2 0 0,0-1 0 0,-7 2 0 0,-9 3 0 0,-5 4 227 0,0 2-89 16,-6 0-57-16,2 15-24 0,0 2 168 0,3 5-97 16,1 5-47-16,4 0 106 0,5 7-82 0,7-5-36 15,5 3 0-15,0-3-6 0,3 2 0 0,13-1-22 16,2-2 13-16,7-1 0 0,1-3-21 0,2-1 0 15,6-8-97-15,2-3 57 16,6-2 16-16,-1-8 0 0,1-2-150 0,2 0 87 16,-3-4 14-16,-7-7-202 0,1-6 102 0,-3-2 66 15,-5-1 2-15,-4-1-2 0,-2-1 9 0,-7 1-9 16,0-7 74-16,-5-1 0 0,-4 1-32 0,-1 2-1 16,-4 0 62-16,0 6-40 0,-2-3 9 0,-10 5-30 15,-6 5 110-15,-3 4-51 0,1 5-12 0,-3 3 116 16,-3 1-66-16,1 9-20 0,3 8-20 0,2 5 54 15,5-1-23-15,-2 7-16 0,9-2 30 16,5 2-17-16,3-1 0 0,0-1-9 16,2-3 36-16,7 3-20 0,5-5-1 0,0-5-26 15,0-1-27-15,6-1 1 0,-1-5 34 0,-1-5-143 16,1-4 65-16,1 0 27 0,3-2 0 0,-4-12-145 16,-4-4 84-16,2-8 26 0,-2-2-59 0,-5-4 30 15,-1-4 33-15,0-4-15 0,-4 1-101 0,2-10 56 16,-2 1 33-16,1-5 1 0,1-9-63 0,3 0 48 15,-1 0 8-15,4-14-104 0,0 7 73 16,0 6 35-16,-4 15 1 0,1 9-6 0,-4 11 13 0,-3 9 8 16,1 4 309-16,-2 8-144 15,0 7-72-15,-2 1-36 0,0 26 74 0,0 4-37 16,-6 15-34-16,3 3 25 0,-3 14 353 0,4 2-141 16,2-9-99-16,0 17 182 0,0-9-147 0,0-2-73 15,2-10-37-15,2 5 105 0,1-5-63 0,3-2-43 16,0-8-165-16,1-10 65 0,-2 0 32 0,0-11 0 15,2-4-152-15,-4-6 88 0,2-6 49 16,1-3 23-16,2-2-616 0,-3-9 241 16,0-12 168-16,1-6-259 0,-2-4 213 0,-1-4 106 15,-1-9 53-15,2 1-108 0,-3 6 92 0,1-1 102 16,-1 5 0-16,-1 8 0 0,0 1 0 0,-2 8 0 16,3 5 210-16,-3 3-108 0,0 5-68 0,0 1-33 15,2 2 243-15,0 2-85 0,5 11 4 0,0 4 265 16,2 3-198-16,3 3-98 0,1 0-50 0,2-1 7 15,-2-3-20-15,4 6-8 0,0-7-292 16,-2-3 132-16,2 1 66 0,2-6 41 16,-3 3-409-16,2-7 216 0,-1-2 108 0,-1-2-16 15,2-2-181-15,-6 0 60 0,4-12 94 0,-5-10-69 16,1-4 95-16,-1-2 94 0,-1-5 0 0,3-1 0 16,-3-1 0-16,-2 1 0 0,1 5-25 0,-1 0-8 15,-4 7 33-15,1-1 0 0,-1 10 225 0,-3 3-140 16,1 5-12-16,-2 5-42 0,0 0 300 0,-7 25-148 15,-16 14-46-15,-7 17 300 0,-5 8-202 0,-15 23-101 16,0 0-51-16,-8 9 325 16,-13 21-192-16,1-2-92 0,-3 8-215 0,-5 12 62 15,-11 33 31-15,17-29 8 0</inkml:trace>
  <inkml:trace contextRef="#ctx0" brushRef="#br0" timeOffset="181879.43">15283 14208 1037 0,'-5'0'0'0,"-2"0"0"0,3 0 0 0,2 0 0 0,0 0 0 0,2 0 0 0,0 0 0 0,0 0 0 0,0 0 141 0,2 0-54 0,11 0-27 0,6 0 71 15,5-3-49-15,-1 0-17 0,5 1 144 0,0-1-89 16,0 3-43-16,-1 0-22 0,-1 0 55 0,-4 0-30 16,6 8-8-16,-9 0-39 0,2-1-87 0,-2-1 44 15,-2-2 21-15,-4 2-284 0,0-2 149 16,-4 0 76-16,-1-2 39 0,-5 0-568 0,1-2 275 0,-2 0 112 16</inkml:trace>
  <inkml:trace contextRef="#ctx0" brushRef="#br0" timeOffset="182057.99">15344 14473 1794 0,'0'4'0'0,"0"2"0"0,0-2 0 0,0-2 0 0,0-1 0 0,0-1 0 0,1 0 0 0,11 1 0 0,5 2 0 0,2-3 251 0,4 0-109 15,-2 0-55-15,2 2 143 0,0-2-99 16,-1 1-41-16,-1 2-251 0,0-2 96 0,-3 1 50 0,3 2 23 15,-2-2-223-15,1-2 119 0,1 0 65 0</inkml:trace>
  <inkml:trace contextRef="#ctx0" brushRef="#br0" timeOffset="184423.47">16949 13939 249 0,'2'-5'0'0,"0"1"0"0,1 3 0 0,-1-3 0 0,-1 0 0 0,1 1 178 0,0-5-72 16,0 2-37-16,-1-1 49 0,1-3-46 0,0 0-1 15,1 1-38-15,1-6 63 0,0 2-32 0,-1-1 9 16,0-3-76-16,-1-1 36 0,0 2 0 0,0-3 0 16,-1 0-39-16,-1 1 8 0,0 0 31 0,0 0 0 15,0 0-48-15,-3 3 24 0,-5 0-7 0,0 3 36 16,-1 1-40-16,2 5-1 16,-5-4-6-16,3 5 60 0,0 3-7 0,-3 0-22 15,3 0-9-15,0 0 60 0,1 2-22 0,1 0-1 16,1 0 34-16,1 0-20 0,1 0 3 0,1 0-35 15,1 0 18-15,0 0-17 0,-1 0 0 0,3 0-14 16,0 0 14-16,-2 0-1 0,0 0 1 0,1 2-34 16,-1 2 34-16,0 0 8 0,0-2-65 0,0 1 27 15,1-1-11-15,1 0 37 0,0 0-44 0,0-2 6 16,-2 0 17-16,2 0 11 16,0 0-7-16,0 0 4 0,0 0-6 0,0 0 8 15,0 0 29-15,0 0-31 0,0 0-1 0,0 0 12 16,-2 4-7-16,-2 2 0 0,1-1-34 0,-4 5 0 15,4 1 33-15,-1-1-2 0,-2 2-28 0,3 1 3 16,-3 1 19-16,3-2 2 0,-2 2-12 0,3-3 10 16,0-2-5-16,-1 4 4 0,1-3-21 0,0 0 19 15,0 1-3-15,2-2 9 0,-1 1-6 0,-1 2-1 16,0 0 32-16,2 2-30 16,-2-2 3-16,0 3-3 0,0-1 28 0,-1 6-3 15,0 1-21-15,1 3-2 0,0 2 31 0,1 1-29 16,1 0 9-16,0 3-8 0,0 2 6 0,0-1-4 15,0-1 3-15,0-2-27 0,0-6 3 0,1 9 21 16,1-11-35-16,0 3 33 0,3-2-4 16,-2-1 3-16,-1-1-23 0,2-4-2 0,-2 0 16 15,-1-2 5-15,1-4-29 0,-2 1 26 0,0-4-4 0,0-2-9 16,2 1-8-16,-2-1 18 16,0 1-2-16,0-1-15 0,0 2 15 0,0-3 1 15,0 3 6-15,0-2-7 0,0-1 0 0,0 1 0 16,0-2 28-16,0 1-28 0,0-1 1 0,0 1-1 15,0-2 6-15,0 1-5 0,0 3 3 0,0-4-12 16,0 1 10-16,0 1 1 0,0 1 0 0,0 0-25 16,0 0 24-16,0-1-1 0,0 0-22 0,0 0 19 15,0-2 2-15,-2 4-3 16,2-5-7-16,0 1 6 0,0 2 2 0,0-3-2 16,0 0-5-16,0 0 4 0,0 0 1 0,0 0 9 15,0 0-8-15,0 0-1 0,0 0 1 0,0 0 32 16,0 0 0-16,0 0-28 0,0 0 22 0,0 0-19 15,0 0-4-15,0 0 7 0,0 0-5 0,0 0 5 16,0 0-4-16,0 0 7 0,0 0-31 0,0 0 27 16,0 0-1-16,0 0-27 0,0 0 0 0,0 0 21 15,0 0 3-15,0 0-30 16,0 0 27-16,0 0-6 0,0 0 1 0,0 0 2 16,0 0 0-16,0 0-2 0,0 0 5 0,0 0-4 15,0 0 1-15,0 0-1 0,0 0-9 0,0 0 9 16,0 0 0-16,0 0-31 0,0 0-1 0,0 0 30 15,0 3 0-15,0 3-31 0,0 0 2 0,0-3 21 16,0 1 87-16,0-2-39 0,0-1 0 0,0-1-41 16,0 3-14-16,0-3 19 0,0 2-2 0,0 0 5 15,0 0 3-15,0 1-1 0,0 1-4 0,0 3 43 16,0 1 1-16,0 1-33 16,0 3-6-16,2 1 30 0,-2 1-1 15,0 2-27-15,0-2-17 0,0 6 15 0,0-4 3 0,0 5 10 16,0-1-45-16,0 1 39 0,0 2-3 0,0-1 3 15,-4-1-36-15,-3 0 32 0,0-1 0 0,-1-1-35 16,-3-1 1-16,0-2 20 0,-5-1 8 0,4-2-30 16,-6-2 27-16,-1-1-5 15,3 0-26-15,-5-5-2 0,2-2 30 0,-2 0-4 16,-1-3-58-16,2 0 27 0,1 0 0 0,-1-3 23 16,2-8-40-16,1-3 12 0,0-5 5 0,4-4-149 15,2 0 80-15,4-3 30 0,2-1 23 0,5 5-188 16,0-7 110-16,3 4 51 0,11 1-341 0,7 5 196 15,-3-1 98-15</inkml:trace>
  <inkml:trace contextRef="#ctx0" brushRef="#br0" timeOffset="185404.71">17188 14553 459 0,'0'0'0'0,"-2"0"0"0,-2-1 0 0,2-3 0 0,-3 2 0 0,3-1 0 0,-3 1 0 0,2 0 79 15,1 0-46-15,-2 1 0 0,1 1 25 0,1 0-1 16,-4 0-24-16,3 3 8 0,-1 10 18 0,-2 1-1 16,0 10-25-16,1-1 0 0,1 3 46 0,1-4-15 15,1 7-8-15,0-8 20 0,2 5-22 0,0-6 1 16,0-1 23-16,2-4-15 16,5-2-8-16,4-3-22 0,1-5 18 0,2 1-18 15,0-5 0-15,1-1 7 0,0 0-36 0,0 0-1 16,0-1 29-16,-2-9-100 0,-2-3 50 0,-1 0 34 15,-3-4-9-15,-3-1-142 0,-2-2 75 0,-2 0 21 16,0-3-11-16,-2 2 15 0,-9-3 1 0,-3 2 3 16,-2 3 70-16,0 4-10 0,0-1-39 0,-5 6-13 15,0 2 65-15,3 3-23 0,-1 2-1 16,-1 3 48-16,10 0-32 0,-3 0-3 16,5 0 0-16,2 5-134 0,6 4 55 0,0-2 32 15,0-2-356-15,12 1 173 0,6-4 91 0,7-2 29 16</inkml:trace>
  <inkml:trace contextRef="#ctx0" brushRef="#br0" timeOffset="185651.51">17180 13735 692 0,'-9'0'0'0,"5"0"0"0,4 0 0 0,0 0 0 0,0 2 0 0,4 1 412 0,9 0-190 16,8 1-94-16,4 0 93 0,4-2-85 0,3 1-56 15,-1-1-24-15,4 1 62 0,-1 1-42 0,0 0-22 16,-3 0-153-16,1 0 62 16,-2-1 34-16,-10-1 1 0,5 2-332 0,-4-1 183 15,-5-1 100-15,-2 1 38 0,-5-2-569 0</inkml:trace>
  <inkml:trace contextRef="#ctx0" brushRef="#br0" timeOffset="185967.58">17274 13880 945 0,'-9'2'0'0,"1"2"0"0,6 0 0 0,2-3 0 0,0 1 0 0,0 0 0 0,4 1 0 0,11 1 135 0,2 2-51 0,2 1-26 16,0 1 61-16,-3 3-35 0,2 2-30 0,-4 3 0 15,0-2-147-15,-5 6 63 0,-4-2 32 0,-3 3-184 16,-2 0 104-16,0 2 55 0,-11-5 28 0,-4 2-62 16,-2-6-10-16,-4-3 42 0,-3-1-31 0,0-4 23 15,3-4-24-15,-2 1-1 0,2-3 263 16,3 0-113-16,1 0-52 0,6 0-27 16,2 0 366-16,2 0-181 0,4 0-54 0,1 0 126 15,2 0-123-15,2 0-57 0,13-3-29 0,8 1-79 16,3 1 26-16,2-1 8 0,2 2-28 0,4 0 22 15,-2 0 1-15,2 0 22 0,-2 0-249 0,0 0 132 16,0 0 55-16,-6 0 31 0,-4 0-464 0,-1 0 224 16,-2 2 59-16,-6-2-274 0,-2 0 215 15</inkml:trace>
  <inkml:trace contextRef="#ctx0" brushRef="#br0" timeOffset="186186.81">17159 13380 1410 0,'-9'-15'0'0,"6"10"0"0,3 3 0 0,0-2 0 0,0 2 0 0,11 1 0 0,6-3 0 0,7 2 0 0,10 0 165 0,5-2-66 16,1 2-34-16,1-2 51 0,1 3-42 0,-7-1-13 15,6-1-55-15,-1 3 0 0,-6-1 27 0,-4 1-1 16,-6 0-228-16,-2 0 122 0,-2 0 50 0,-10 0 28 15,0 0-387-15,-4 0 149 0,-4 0 115 0,-2 0-329 16</inkml:trace>
  <inkml:trace contextRef="#ctx0" brushRef="#br0" timeOffset="186346.31">17347 13309 350 0,'-11'2'0'0,"0"5"0"0,3-1 0 0,3 2 0 0,1-1 0 0,4 2 251 16,0 3-101-16,0 3-63 0,0-1 117 0,0 6-86 15,2-2-42-15,0 3-22 0,3 3 24 0,-1 4-45 16,2-3 0-16,0 0-1 0,-1-7-183 0,0 3 92 16,1-4 54-16,2-4-342 0,1-2 181 0,-1-6 91 15</inkml:trace>
  <inkml:trace contextRef="#ctx0" brushRef="#br0" timeOffset="186491.21">17507 13391 1176 0,'2'0'0'0,"0"0"0"0,4 0 0 0,-3 11 0 0,1 1 0 0,0 3 0 0,-1 4 0 0,3 5 0 0,-5-3 238 0,4 9-106 0,-3-2-50 0,0 3-25 15,0-4-63-15,1 1-1 0,4-3 48 0,-1 3-390 16,2-7 190-16</inkml:trace>
  <inkml:trace contextRef="#ctx0" brushRef="#br0" timeOffset="190626.5">18207 14105 553 0,'0'0'0'0,"0"0"0"0,0 0 0 0,0 0 0 0,-1 0 0 0,-1 0 0 0,0 0 67 0,0 0-26 16,0 0 71-16,0 0-40 0,1 0 1 0,-3 0-40 15,2-4 21-15,0 1 9 0,0 0-30 0,-2-3 0 16,0-3-22-16,1 2 22 0,-1 0 0 0,0-1-38 16,-3-2 15-16,1 5 1 0,-2-2-2 0,-1 3 1 15,-2 1 23-15,0 0-19 0,-2 3-34 0,-3 0 22 16,0 15-21-16,-1 8 39 0,2 8-22 0,-1-1 13 15,2 13 3-15,4-10-1 0,3 2 105 0,3-2-49 16,2-4-23-16,2-8 42 16,0 2-33-16,0-6 11 0,7-3-90 0,5-4 27 15,-1-2 7-15,4-6 35 0,4-2-73 0,2 0 30 16,-1-16 1-16,1-8 25 0,4-8-124 0,-9 1 50 16,5-13 28-16,-4 0-151 0,-2-2 83 0,-4-1 23 15,1-5 27-15,-3-1-78 0,-2-11 49 0,1 1 7 16,-4-1 29-16,-1-4-8 0,-1 0 4 0,0 14-8 15,0-1 42-15,-2 16-1 0,0 3-33 0,0 15 0 16,-2 7 190-16,-3 4-86 0,-3 6-43 16,-2 4-2-16,3 6 209 0,-4 22-93 15,-1 13-65-15,5 10 58 0,0 14-57 0,1 1-16 16,4 4 25-16,2-1-27 0,0 1-1 0,0-10-18 16,4 15 1-16,5-13-9 0,2-10 0 0,3 2 0 15,-2-8-36-15,4-12 9 0,-1-2 27 0,-2-9 0 16,2-6-135-16,-1-9 57 0,-2-4 36 0,1-4-202 15,1-1 108-15,-2-24 34 0,0-3-81 0,-1-11 55 16,-2-1 37-16,-3 3-10 0,0-14-17 16,-2 6 26-16,-1-2 0 0,1 4 26 15,-2 9-27-15,0 2 27 0,-2 13 1 0,0 8 104 16,0-1-52-16,0 7-27 0,0 2-8 0,0 3 237 16,0 21-120-16,-2 10-41 0,0 10 146 0,0-1-86 15,2-5-51-15,0 5-2 0,4-1 88 0,9-1-61 16,4-2-31-16,2-7 0 0,1-2-51 0,3-7 19 15,0-4 1-15,-3-8 0 0,3-2-121 0,-2-6 60 16,0 0 39-16,0-3-196 0,-1-18 105 0,-2-1 32 16,-3-7-122-16,-2-1 71 15,-1-2 44-15,-5-2-9 0,-1-2-28 0,-5-6 17 16,1 0 21-16,-2-1 0 0,0-5-9 0,-5-1 30 16,-6-1 0-16,-3 0 0 0,0 1-34 0,-4 6 35 15,4 13-9-15,-5 3 38 0,2 12 0 0,-4 7-30 16,0 5 1-16,-2 3 223 0,0 11-103 0,2 12-52 15,0 3-27-15,6 4 255 0,3 1-129 0,3-3-43 16,9-5 136-16,0 8-102 16,0-7-46-16,2-1-24 0,12-2-11 0,2-5-13 15,3 0 9-15,8-3-147 0,-3-2 69 0,2-4 35 16,4-4-1-16,0-3-394 0,0 0 181 0,2 0 111 16,-2-4-533-16</inkml:trace>
  <inkml:trace contextRef="#ctx0" brushRef="#br0" timeOffset="191257.33">19427 13555 555 0,'0'-14'0'0,"0"3"0"0,0-1 0 0,0-4 0 0,0 1 0 0,0-1 112 0,0 0-39 16,0 1 42-16,0 4-33 0,0-4-29 0,-2 2 1 16,0 3 35-16,-1-1-28 0,-4 4 1 0,3-1-21 15,-3 1 19-15,2 1 1 0,-4 2-28 0,-3 1 21 16,-1 1-21-16,-1 0 8 0,0 2-8 0,-2 0 32 15,0 0-32-15,-2 6 0 0,4 2 36 0,-3 5 8 16,2-1-45-16,1 1 1 16,3 4 83-16,1-1-42 0,-1 2-21 0,2 3 9 15,4-1 63-15,-1 7-45 0,5 1-24 0,-2 0 76 16,3 4-49-16,0 3-17 0,0 9-8 0,0-1 70 16,0 4-47-16,3 4-24 0,0 4 39 0,3 0-23 15,-1 10-8-15,1-3-32 0,-3-1 7 0,3 3-8 16,-3-7 9-16,0 12-8 15,-1-14-85-15,0 3 43 0,-2-6 21 0,0-1-103 16,0-11 70-16,-6 0 7 0,-2-4 1 0,-3-6-47 0,-2-2 35 16,-2-5-3-16,0-7-79 0,-4-3 42 15,0-6 28-15,-1-1 3 0,-1-6-105 0,2 0 52 16,1 0 27-16,0-9 12 0,2-13-419 0,4-2 216 16,3-7 110-16,5-7-453 0</inkml:trace>
  <inkml:trace contextRef="#ctx0" brushRef="#br0" timeOffset="195927.96">9544 9918 138 0,'-2'0'0'0,"2"0"0"0,-1 0 0 0,1 0 0 0,-3 0 0 0,3 0 0 0,0 0 0 0,0 0 0 0,0 0 0 0,0-3 9 0,0 3 1 0,0-2-1 16,0 2 15-16,0-1-13 0,0 1-1 0,0 0 0 15,0 0-18-15,0 0 17 0,0 0 4 0,0 0-23 16,0 0 1-16,0 0 17 0,0 0-21 15,0 0 3-15,0 0 15 0,0 0 0 16,0 0-16-16,0 0 15 0,0 0-4 0,0 0 3 16,0 0 41-16,0 0-41 0,0 0 0 0,0 0 0 15,0 0 33-15,0 0-32 0,0 0 7 0,0 0 24 16,0 0 4-16,0 0-29 0,0 0 8 0,0 0 24 16,0 0-21-16,0 1-7 0,0 4-23 0,0-2 24 15,0 4 1-15,0-4 3 0,0 0-40 0,0 3 1 16,-1-3 30-16,-1 1 1 15,0 0-35-15,2-2 2 0,-3 2 23 0,3-4-12 16,-2 1 10-16,2-1 5 0,0 0-24 0,0 0 22 16,0 0-7-16,0 0 6 0,0 0 25 0,0 0 0 15,0 0-25-15,0 0 0 0,0 0 66 0,0 0-30 16,0 0 5-16,0 0 22 0,0 0-23 0,0 0 4 16,0 0-20-16,0 0 3 0,0 0 1 15,0 0-9-15,0 0-22 0,0 0 6 0,0 0 25 0,0 0-6 16,0 0-30-16,0 0 28 15,0 0-4-15,0 0 9 0,0 0 21 0,0 0-28 16,0 0-6-16,0 0 5 0,0 0 3 0,0 0 2 16,0 0-5-16,0 0-29 0,0 0 30 0,0 0 0 15,0 0-29-15,0 0 33 0,0 0-2 0,0 0-3 16,0 0-45-16,0 0 21 0,0 0-8 0,0 0 30 16,0 0-41-16,0 0 0 0,0 0 25 0,0 0 6 15,0 0 17-15,0 0-17 0,0 0-7 0,0 0 32 16,0 0-1-16,0 0-24 0,0 0 1 15,0 0 10-15,0 0-6 16,0 0-4-16,0 0 7 0,0 0-5 0,0 0 5 0,0 0-1 16,0 0-27-16,0 0 24 0,0 0 1 0,0 0-11 15,0 0 8-15,0 0 3 0,0 0-6 0,0 0 25 16,0 0-23-16,0 0 0 0,0 0 0 0,0 0 9 16,0 0-8-16,0 0 0 0,0 0 27 0,0 0-26 15,0 0 4-15,0 0 4 0,0 0-21 0,0 0 17 16,0 0-2-16,2 0 2 15,1 0 33-15,1 0 5 0,0 0-38 0,-1 0 21 16,0 0-19-16,4 0 2 0,-3-1 0 0,5-1 0 16,-2-4 0-16,0 2 2 0,1 1-22 0,2-3 22 15,-1 2 3-15,2 0-1 0,-1-3-40 0,1 1-1 16,-1-1 35-16,1 2-10 0,-2-1-20 0,1-2 20 16,1 1 5-16,-1 1-28 0,0-2 26 0,1 1-5 15,-3 2 6-15,3-3-9 0,-1 0 6 0,1 1-2 16,-2-1 1-16,3 1 1 0,-1-3 1 15,-1 1-1-15,4-1 26 0,-3 2-25 16,5-4-1-16,0 1 9 0,1-1-6 0,0 1-1 16,0-2 0-16,1 2-12 0,1-2 12 0,0 2 1 15,-2-1-23-15,2 0 21 0,-1 2 0 16,1-1 0-16,-1-1-10 0,0 3 8 0,1-2 2 0,-1 1-5 16,1-1-2-16,2-2 2 0,1 0 2 0,-1-1 8 15,4-1-7-15,1 0-2 0,-4-1 1 0,3-2 26 16,1 0-25-16,-1 1 2 0,-4 0 2 15,4-3-2-15,0 4-1 0,-1 0 2 16,1 0-12-16,2-1 11 0,-4 1 1 0,4 1-1 16,1-2 1-16,0-3-2 0,2 2 1 0,0-1-1 15,2-2 28-15,6-1-28 0,-2-1 1 0,1 3 28 16,3-5-27-16,-5 3 2 0,-3 4-1 0,4-6 2 16,-5 3-2-16,-1 0 3 0,1 0 9 0,-1 2-9 15,-2-2 1-15,0 2 0 0,2-1-5 0,0-2 4 16,0 5-1-16,-1-2 7 0,3-3-4 15,-4 2-4-15,2 1 2 0,-2-1-29 16,2 1 27-16,0 0 0 0,2 1-14 0,-4-3 13 16,1 4 1-16,-3-2-2 0,1 1-19 0,0-1 18 15,-3 2 3-15,5-2-6 0,-1-1-13 0,0 0 14 16,1 1 1-16,1-3 9 0,0 3-11 16,-2 0 2-16,2-1-1 0,0 3 6 0,-3 0-5 0,2 3 1 15,-3-2-21-15,-1 5 19 16,-4-1 0-16,-1 3 1 0,-1 1-26 0,-5 1 26 15,2 2-3-15,-5-1 1 0,1 0-1 0,-3 3 0 16,0-1 1-16,1-2 36 0,-1 3-38 16,-2-1 1-16,1 0-1 0,0 0 40 0,-3 0 4 0,1 1-37 15,-1 0 31-15,-1 2-30 0,-2-1 6 0,-1 1-4 16,2-1-15-16,-1 2 19 0,-2-3 2 0,0 3-5 16,0 0-39-16,0 0 0 0,0 0 35 0,0 0-51 15,0 0 19-15,0 0 0 0,0 0 16 16,0 0-235-16,0 0 104 15,0 0 57-15,0 0-556 0,0 0 302 0,0 12 151 0</inkml:trace>
  <inkml:trace contextRef="#ctx0" brushRef="#br0" timeOffset="198893.52">10832 9145 383 0,'0'0'0'0,"0"0"0"0,0 0 0 0,-1 0 0 0,1 0 0 0,0 0 0 0,0-2 0 0,0 2 41 16,0 0-9-16,0 0 1 0,0 0-14 0,0 0 13 16,0 0-1-16,0 0-24 0,0 0 23 0,0 0-1 15,0 0 8-15,0 0 10 0,0 0-17 0,0 0 0 16,0 0 0-16,0 0-30 15,-2 8 6-15,0 1 22 0,2 3-4 0,-3-1 41 16,3-1-2-16,0-1-34 0,0 1-22 0,0-3-6 16,0 0 28-16,0-3-51 0,0 2 22 0,0-4 1 15,0-1 26-15,0-1-34 0,0 0-7 0,0 0 34 16,0 0-8-16,0 0 13 16,0 0-13-16,0-5 3 0,0-8 8 0,0-1-9 0,0-3-3 0,0 3 3 15,0-2-32-15,0 1-4 16,0 4 36-16,0 2-26 0,0 2 0 0,0 1 22 15,0 2 2-15,0 2 15 0,0 1-21 0,0 1 3 16,-2 0-13-16,1 0 37 0,-1 9-34 0,-2 8 7 16,0 1-10-16,1 4-34 0,1-3 48 0,2 1-5 15,0-2 25-15,0-1-2 0,0-2-19 0,0-6 12 16,0 2-12-16,0-3-1 0,0-2 1 0,0-3-9 16,2 0 8-16,-2-2 0 0,2-1 1 0,-2 0-17 15,0 0 23-15,0 0-5 16,1 0 12-16,1-9 39 0,0-5-28 0,0-4 2 15,2 1-89-15,-3 0 31 0,1-2-1 0,1 2-22 16,-3 3 25-16,0 4 0 0,0 1 21 0,0 1-23 16,0 4 20-16,0 2 3 0,0 1-7 0,0-1 23 15,0 2-27-15,0 0 8 0,-3 3 3 0,-2 14-5 16,-1 2-7-16,1-1 4 0,1 4 35 0,1-2 1 16,1-1-23-16,2-2 35 0,0-2-16 15,0-4 6-15,0-1-26 0,0-3 13 0,0-1-9 16,0-2-1-16,2-3 3 0,-1 2-27 15,1-3-2-15,0 0 25 0,2 0-30 0,1 0 30 16,1-8 3-16,0-5-4 0,1-1-29 0,-1 2 1 16,-1-4 16-16,-1 4-60 0,-1-2 26 0,2 3-9 15,-3 0 43-15,0 3-44 0,0 2 1 0,-2 1 36 16,0 3-9-16,0-1 37 0,0 2-31 0,0 1-4 16,0 0-15-16,0 0 13 0,0 0 4 0,1 0-11 15,1 16-240-15</inkml:trace>
  <inkml:trace contextRef="#ctx0" brushRef="#br0" timeOffset="199330.71">10810 9050 276 0,'-2'0'0'0,"2"0"0"0,-2 0 0 0,2 0 0 0,-2-2 0 0,2 1 0 0,0 1 33 0,0-3 8 0,0 3 7 15,0 0-16-15,0 0 1 16,0 0-1-16,0 0-5 0,0 0 14 0,0 0-9 15,0 0 1-15,0 0-52 0,0 0 24 0,0 0 0 16,0 0 31-16,0 0-84 0,2 6 36 0,0 1 10 16,1 1-210-16</inkml:trace>
  <inkml:trace contextRef="#ctx0" brushRef="#br0" timeOffset="205662.42">8050 11835 565 0,'-11'-12'0'0,"4"7"0"0,3-1 0 0,2-1 0 0,2-1 0 0,0-3 253 0,0-2-109 0,4 0-56 0,12 0 179 16,7 1-118-16,-2 5-49 0,9-1-38 0,0 6 103 15,2 2-66-15,-2 5-33 0,-1 13 0 0,-4 5-21 16,-2 3-12-16,-2 6-1 0,-5 7-58 0,-2-1 29 15,-7 0 0-15,-5-1 7 0,0 1-8 0,-2 3 31 16,0-4-1-16,-9-3-66 0,-5-1 33 0,1-2-6 16,-6-5-19-16,-1-3-36 0,-3-3 22 0,-1-5 23 15,-2-3-92-15,5-5 47 0,-11-1 23 0,11-3 0 16,0-3-151-16,3 0 84 16,1 0 33-16,8-13-134 0,5-3 92 0,4-11 41 15,0-1 20-15,16-11-90 0,7 1 56 0,6-3 20 16,4 0 7-16,-1-4-179 0,2 5 104 0</inkml:trace>
  <inkml:trace contextRef="#ctx0" brushRef="#br0" timeOffset="205842.75">8349 11822 722 0,'11'-17'0'0,"1"2"0"0,-7 7 0 15,-1 1 0-15,-2 1 0 0,-2 2 0 0,0 1 0 0,0 1 199 0,-6 0-75 0,-3 0-50 0,-2 2-20 16,-1 0 272-16,0 0-147 0,1 9-73 0,-2 8-28 16,-1 7 135-16,4 7-90 0,1-1-45 0,4 7 78 15,2-1-61-15,3 0-23 0,0-1 10 0,6-2-25 16,7 0 1-16,6-3-25 0,5-5-145 0,3-3 81 15,2-3 27-15,3-4 1 0,0-5-128 0,0-3 82 16,0-3 40-16,-6-4-526 0,4 0 263 16,-5-2 83-16,0-9 80 0,-1-8-341 0,-7-4 209 15</inkml:trace>
  <inkml:trace contextRef="#ctx0" brushRef="#br0" timeOffset="206134.07">8551 11397 1227 0,'0'-4'0'0,"0"3"0"0,0 1 0 0,0 0 0 0,1 0 0 0,5 0 0 0,4 0 0 0,-2 0 218 0,7 0-92 0,0 4-47 15,-1 7-15-15,0 2 169 0,4 6-101 0,-7 1-49 16,0 2-118-16,-5 1 33 16,-4-1 9-16,0 5 26 0,-2-1-200 0,0-1 100 15,-8-3 50-15,-3-1-95 0,-1-4 71 0,-5 1 32 16,3-6-36-16,-2-1 51 0,3-2-45 0,2-3 29 15,1-3-41-15,3 2 142 0,2-4-63 0,3 2-23 16,0-3 320-16,2 0-157 0,0 0-46 0,2 1 2 16,9-1-46-16,6 0-22 0,3 0 0 0,4 0-57 15,3 0 13-15,0-1 0 0,-1-3 21 0,-6 2-361 16,8-1 180-16,-5 2 77 16,0-1 45-16,-2 2-340 0,-3 0 177 0,-1 0 20 0</inkml:trace>
  <inkml:trace contextRef="#ctx0" brushRef="#br0" timeOffset="206306.12">8771 11894 1342 0,'-8'10'0'0,"3"0"0"0,3-3 0 0,2-3 0 0,0 1 0 0,0-1 0 0,12-1 0 0,5-3 0 0,4 3 364 0,7-3-170 16,-3 0-80-16,3 0-41 0,-1 0 33 0,3 0-36 15,-5 0 8-15,5 0-46 0,-9 0-312 0,0 0 156 16,-3 0-133-16,-1 0 145 0,-4 0 81 0,-2 4 27 15,-1-1-537-15,-6-1 261 0</inkml:trace>
  <inkml:trace contextRef="#ctx0" brushRef="#br0" timeOffset="206484.64">8979 11676 838 0,'-8'-5'0'0,"4"3"0"0,2 2 0 0,2 0 0 0,0 0 0 0,0 10 0 0,0 5 0 0,0 8 387 0,2 1-177 0,0 4-81 15,0 8 181-15,0 6-139 0,-1 2-69 0,-1 1-35 16,0 1 16-16,0-5-18 0,0 9-7 0,0-5-203 16,0-1 89-16,0-9 44 0,2 3 23 0,1-2-374 15,2-14 194-15,4-3 100 16,2-9 52-16</inkml:trace>
  <inkml:trace contextRef="#ctx0" brushRef="#br0" timeOffset="206633.24">9125 11823 1221 0,'8'-1'0'0,"3"1"0"0,0 0 0 0,1 4 0 0,-2 3 0 0,1 6 0 0,3 0 204 0,-1 2-89 0,1 2-42 0,-2 2 14 16,6 1-27-16,-6-3 0 0,4 2-19 0,0-2-234 16,0-2 113-16,0-2 57 0,1-3 27 0,0-8-541 0</inkml:trace>
  <inkml:trace contextRef="#ctx0" brushRef="#br0" timeOffset="206824.73">9463 11574 734 0,'-6'-4'0'0,"4"4"0"0,-1 0 0 0,1 4 0 0,-3 16 0 0,-2 5 511 0,2 13-242 16,-4 6-119-16,-4 19 300 0,-1 2-209 0,0 7-104 15,-2 3-44-15,1 2 71 0,2-1-65 0,0 0-34 16,4 1 1-16,-1-2-1 0,4-9 8 0,5 12-40 15,1-10-360-15,0-5 179 0,0-11 91 0,0-2 45 16,1-12-631-16,5-4 326 0,-1-10 81 0</inkml:trace>
  <inkml:trace contextRef="#ctx0" brushRef="#br0" timeOffset="207250.59">9613 11390 978 0,'-5'-25'0'0,"3"14"0"0,2 4 0 0,0-2 0 0,2 4 0 0,3 1 0 0,4 3 317 0,-1-1-142 16,3 2-62-16,5 0-45 0,-3 0 138 0,1 3-87 0,2 6-43 0,-2 5-22 16,0 1 22-16,-1 4-8 15,-5-2-35-15,-1 2-83 0,-3 2 42 0,-2-3 20 0,-2 2 9 16,0 2-128-16,0-4 71 16,-8-2 34-16,-3 2-108 0,0-6 45 0,-5-1 9 15,3-6 31-15,1-2 57 0,-2 0-38 0,1-3 0 16,3 0-40-16,1 0 299 0,2 0-126 0,1 0-53 15,3 0 125-15,1 0-70 0,2 0-52 0,0-3 82 16,0 2-68-16,11-1-29 16,3-2 0-16,7-1-97 0,1 1 34 0,-1 1 8 15,2 1 26-15,0-1-248 0,1 2 123 0,-2-1 63 16,1 2 31-16,0 0-549 0,-2 0 269 0,-1 0 81 16,-3 8-168-16,-1 4 165 0</inkml:trace>
  <inkml:trace contextRef="#ctx0" brushRef="#br0" timeOffset="207423.13">9928 11803 1164 0,'0'3'0'0,"0"1"0"0,2 2 0 0,3-2 0 0,0-2 0 0,3-1 0 0,1 2 0 0,3-3 474 16,0 6-221-16,7-5-109 0,-2 1-48 0,2 0 193 15,-1 2-128-15,3-2-64 0,2-1-306 0,-2 1 122 16,-3-2 67-16,3 1-263 0,-3 4 158 0,0-2 79 15,-1 6 39-15</inkml:trace>
  <inkml:trace contextRef="#ctx0" brushRef="#br0" timeOffset="207595.72">10015 12021 1035 0,'-11'5'0'0,"7"7"0"0,4-6 0 0,0 1 0 0,0-1 0 0,0-3 0 0,3 1 357 0,5-1-162 0,6-1-81 15,1 4 256-15,2-2-169 0,1 0-76 0,3-2-50 16,-1 1-236-16,7-1 96 0,-6-2 50 0,3 2-259 16,-1-2 162-16,-1 2 68 0,1-2 39 0</inkml:trace>
  <inkml:trace contextRef="#ctx0" brushRef="#br0" timeOffset="207937.34">10359 11773 1407 0,'0'-15'0'0,"0"5"0"0,0 3 0 0,10-2 0 0,1-1 0 0,-1 3 262 0,6 1-114 0,-1 4-58 0,4 0 121 16,3 2-80-16,3 0-54 0,-5 12-22 0,3 4 96 16,-2 4-59-16,-3 5-22 0,-2 3-8 0,-5 5-162 15,-6 2 67-15,-3 1 32 0,-2 9-190 0,0-8 120 16,-13 9 47-16,-2-9-174 0,-2-7 83 15,-2-2 63-15,-4-4-30 0,1-8 12 0,-6-1-19 0,3-7 29 16,1-7-1-16,4 0 138 0,-3-1-54 0,2 0-37 16,3 0 9-16,4-2 286 0,3-4-127 0,4 2-82 15,1-2 348-15,2 4-186 16,2 1-101-16,2-1 60 0,0 0-80 0,4 2-40 16,13 0 0-16,4 0-92 0,6 0 22 0,3 0 0 15,2 0 30-15,3 4-128 0,1-1 64 0,-3 1 41 16,3 0-9-16,-2-1-453 0,-3 2 188 0,1-4 135 15,-2 0-590-15,2-1 335 0,-3 0 180 16</inkml:trace>
  <inkml:trace contextRef="#ctx0" brushRef="#br0" timeOffset="208183.68">10739 11782 919 0,'-4'-11'0'0,"4"5"0"0,0 1 0 0,9-1 0 0,4 2 425 15,4 2-196-15,0 1-90 0,9 1-58 0,0 0 127 0,-1 7-88 16,1 6-44-16,1 2 108 0,-2 4-67 16,-2 3-47-16,0 1-52 0,-7 2 14 15,-4 0 1-15,-6 5 0 0,-5 1-110 16,-1-1 51-16,0 2 30 0,-10-2-1 0,-10-2-150 16,-2-1 90-16,-4-5 22 0,-2-4 26 0,-10 2-156 15,-2-9 81-15,-1 0 39 0,-1-4-232 0,7-3 114 16,-2 0 69-16,1-4-130 0,4 0 96 0,11 0 47 15,8 0 17-15,2-5-178 0,11-9 105 0,0-6 52 16</inkml:trace>
  <inkml:trace contextRef="#ctx0" brushRef="#br0" timeOffset="208376.17">11070 11764 926 0,'-2'-8'0'0,"-8"6"0"0,-3 1 0 0,-1-2 0 0,-2 3 0 0,-2 0 100 0,-3 12-34 0,7 4 295 16,1 9-164-16,3 4-82 0,3 0-33 0,7 3 239 16,0 4-145-16,7 3-71 0,14-3-36 0,5-2 8 15,3-8-14-15,8 8-8 16,0-8-22-16,4-2-274 0,3-1 136 0,1-3 69 16,-7-2-245-16,10 1 153 0</inkml:trace>
  <inkml:trace contextRef="#ctx0" brushRef="#br0" timeOffset="210307.45">8482 13905 500 0,'0'7'0'0,"0"-1"0"0,0-1 0 0,0 1 0 0,0-5 0 0,0 2 0 0,0-2 63 0,0 1 9 0,0-2 42 0,0 0-41 15,0 0 1-15,0 0-42 0,0 0 99 0,0 0-41 16,0 0-33-16,0 0 0 0,-4 0 45 0,-3 0-35 16,-4-7 1-16,-2-4 34 0,-2-9-39 15,-1-1 0-15,2-5-30 0,-3-3 23 0,0-9-24 16,4 2 9-16,-2-12-16 0,-2 0 8 0,3-2 0 15,-4-12-1-15,3 4-39 0,1 5 8 0,2-3 32 16,-2-1 0-16,5 9-35 16,3 9-1-16,2 0 36 0,-2 4 10 0,1 5-17 15,5 2-15-15,0 3 12 0,0 3 60 0,0 2-29 16,3 2 5-16,5 2-20 0,0-1-8 0,6 3-2 16,2 2 8-16,3 1-76 0,0 3 44 0,5 4-8 15,1 2 42-15,1 2-146 0,1 0 63 0,-2 0 32 16,-4 9 11-16,1 2-66 0,-5 3 22 0,-1 1 26 15,-5 4-67-15,1 5 39 0,-9-1-2 0,0 9 70 16,-3-1-11-16,0 3-26 0,-13 0-11 0,0-2 106 16,-6-3-46-16,2 1-16 15,-7-5 1-15,1-3 61 0,0-4-32 0,2-5-8 16,-2-2-1-16,0-4 11 0,6 0-35 0,-3-6 27 16,2 1-83-16,4-2 37 0,-1 0-4 0,5 0-133 15,1 0 74-15,4 0 29 0,-1 0 21 0,3-2-273 16,3-3 139-16,0-1 47 0,0-1 40 0,2-3-386 15,8 1 209-15,8-3 96 0,0-1-96 0</inkml:trace>
  <inkml:trace contextRef="#ctx0" brushRef="#br0" timeOffset="210943.08">8604 12677 778 0,'0'-4'0'0,"0"2"0"0,0-4 0 0,0-2 0 0,0 1 0 0,0-3 0 0,0 2 0 0,0-4 261 0,2 3-114 0,9-1 70 16,-3 0-93-16,3 1-37 0,3 4-31 0,1-1 23 15,2 4-23-15,-3 0-1 0,2 2-14 0,0 0 10 16,0 0-18-16,-2 2 0 0,2 6-1 0,-2 1-9 15,-2 1 18-15,-1 1-8 16,-2 0 0-16,1 0-60 0,-4 3 30 0,-1-2 0 16,-3 4-58-16,-2 0 37 0,0 0 8 0,0 0-33 15,-2-1 30-15,-6 1 0 0,-3-4 1 0,-2 2-31 16,2-5 13-16,-3 0 0 0,1-1 30 0,-2-2 83 16,5 0-44-16,-3-2 1 0,5 1-40 0,-2-3 199 15,3 2-84-15,2-3-50 0,3 1 156 0,-1-2-99 16,1 0-44-16,2 0 4 0,0 2-24 0,0-1 0 15,0 3-17-15,9 0-99 16,0 3 46-16,3-5 22 0,2 3 0 0,1-3 23 0,1 3 8 0,-2-2-9 16,3-1-53-16,-2 1 26 0,1-2 1 15,-2 1-153-15,-1-2 75 0,3 0 41 16,-5 0 5-16,-2 0-160 0,2 0 82 0,-4 0 46 16,0 0 10-16,-2 0-37 0,-3 0 18 0,0 0 20 15,-1 0-14-15,-1 0 0 0,0 0 20 0,0 0 9 16,0 0-1-16,0 0 68 0,0 0-34 0,0 0 0 0,0 0-225 15,0 0 100-15,0 0 45 0,0 0-394 16,0 0 220-16,0 0 110 0</inkml:trace>
  <inkml:trace contextRef="#ctx0" brushRef="#br0" timeOffset="211234.31">9369 12975 1452 0,'-13'2'0'0,"3"1"0"0,6 0 0 0,1 0 0 0,3-3 0 0,-2 2 0 0,2-2 0 0,0 2 0 0,0 1 309 0,9 0-138 0,7-2-61 15,3-1-43-15,1 0 103 0,6 0-69 16,-5 0-35-16,2 0 1 0,-3 0-61 0,3 0-8 16,-4 0 34-16,2 0-267 0,-3 3 133 15,0 0 68-15,0 1 41 0,-6 1-509 0,2 0 195 16,-3 6 149-16</inkml:trace>
  <inkml:trace contextRef="#ctx0" brushRef="#br0" timeOffset="211392.4">9448 13320 994 0,'-15'10'0'0,"6"-6"0"0,1 3 0 0,5-3 0 0,1-4 0 0,-3 0 0 0,5 0 389 0,0 0-182 0,0 0-87 0,8 0-44 16,9 0 17-16,0 0-30 0,6 0 8 0,2 0-66 16,2 0-1-16,1 2 29 0,0 2-561 15,1 0 280-15,-3 2 149 0</inkml:trace>
  <inkml:trace contextRef="#ctx0" brushRef="#br0" timeOffset="211770.2">9917 12951 1286 0,'-9'-17'0'0,"9"15"0"0,0-2 0 0,2-4 0 0,7-1 0 0,7-1 0 0,-2 3 0 0,6 2 237 0,-2 2-103 0,6 3-50 16,-1 0-18-16,5 4 7 16,-3 11-40-16,-1 4-131 0,-2 5 65 0,-2 5 34 15,-6 1 7-15,-2 3-83 0,-6 4 54 0,-6 7 26 16,0 0 1-16,-6-3-147 0,-9-4 81 0,-8 6 6 16,-2-7 29-16,3-11-82 0,-8 1 45 0,-2-6-10 15,0-4 15-15,0-5 160 0,-1-4-64 0,1-4-34 16,4 0 231-16,9-1-113 0,-1-2-65 0,8 0 276 15,3 0-153-15,2 0-65 16,5 0-41-16,0 0 76 0,2 0-51 0,2 0-38 16,10 0 0-16,11 0-78 0,-1 0 24 0,4 0 1 15,-1-2 32-15,9 2-50 0,-4 0 21 0,2 0 0 16,-1 0-227-16,-1 2 123 0,2 3 65 0,-2 1-495 16,4-1 257-16,0 1 95 0,0 2 73 0,-3-2-200 15,1 1 124-15,-2 0 75 0</inkml:trace>
  <inkml:trace contextRef="#ctx0" brushRef="#br0" timeOffset="212160.37">10682 13895 1028 0,'-9'6'0'0,"1"3"0"0,4-1 0 0,0-5 0 0,-1-1 0 0,0 0 0 0,-4-2 0 0,4 0 278 0,-4 0-126 0,1-6-60 15,0-8-30-15,-3-5 25 16,4-6-27-16,-2-3 8 0,-1-7-35 0,-1-10 23 0,-3-3-23 0,2-14-30 16,-3-6 1-16,-1-7 37 15,0-18-8-15,-1-2-40 0,1-8 0 0,2-6 40 16,3-1 0-16,1 21-32 0,2 6 5 0,5 24-1 16,1 4-5-16,2 17 112 0,0 4-51 0,0 9 7 15,2 4-53-15,7 8 73 0,5 5-25 0,4 5 0 16,6 3-112-16,-1 0 49 0,5 9-4 0,1 10-107 15,-4 5 66-15,0 5 35 0,-4 1-2 16,-2 5-89-16,-5-3 47 0,-4 2 31 16,-4-2-7-16,-4 1-4 0,-2 0-12 0,0-1-2 15,-14-3 7-15,-4-2 48 0,-3-4-43 0,-5-3 14 16,-1-3 80-16,-1-7-43 0,-2 0-7 0,0-5 7 16,3-5 7-16,7 0-31 0,-1 0 14 0,5 0-217 15,6-5 102-15,1 0 47 0,7-2 22 0,2-4-402 16,0 5 205-16,7-1 94 0</inkml:trace>
  <inkml:trace contextRef="#ctx0" brushRef="#br0" timeOffset="212701.01">10992 13030 839 0,'0'-18'0'0,"-2"2"0"0,-2-3 0 0,-1-3 0 0,-1 6 0 0,-3 1 0 0,-2 0 0 0,-1 2 186 0,3 6-68 0,-4-2-47 16,-3 8 0-16,4 1 5 16,-8 1-22-16,4 19 0 0,-1 4-48 0,1 7 27 15,0 10 0-15,5-2 53 0,3 3-26 0,4-9-1 16,4 5-18-16,0-4 38 0,0-2-23 0,6-6 0 16,7-4-23-16,2-1-32 0,0-6 40 0,2-1-8 15,2-4-125-15,0-5 63 0,1-2 31 0,-1-3-107 16,2 0 72-16,-1-8 18 0,-3-9 0 15,0-5-205-15,-3-3 108 0,-2-1 26 0,-3 3 33 16,1-7-93-16,-4 8 56 0,-2-1 29 16,-3 1 0-16,-1 3 132 0,0 8-60 0,0 0-17 15,0 5-1-15,0 2 261 0,0 1-139 0,0 3-51 16,-5 4-45-16,-1 19 144 0,3 4-79 0,-2 1 44 16,5 1-50-16,0 2-13 0,0-7 8 0,7 9-20 15,4-7-20-15,-1-8 0 0,6-1 0 0,-1-2-23 16,2-5 31-16,-3-5-8 0,4-1 0 0,-1-4-53 15,-1 0 26-15,4-11-11 16,-8-4-59-16,4-10 35 0,-3-1 25 0,-4 1-64 16,-3-4 41-16,0-2 9 0,-5 2 4 0,-1-4-93 15,0 2 51-15,0-5 12 0,-7 3 0 0,-3-4-7 16,-1 6-6-16,-4 3 19 0,2 8 16 0,-3 2 35 16,0 7-38-16,-3 3-7 0,1 6 117 0,-1 2-47 15,-4 6-28-15,5 9 12 0,2 5 5 0,1 5-21 16,5-2-16-16,1 6-33 0,6-3 1 0,1-5 48 15,2 6-9-15,0-7-189 0,2 1 85 0,10-2 46 16,4-6 23-16,7 3-298 16,-1-9 151-16,2-2 77 0</inkml:trace>
  <inkml:trace contextRef="#ctx0" brushRef="#br0" timeOffset="212993.87">11467 12953 1032 0,'-2'-14'0'0,"-4"5"0"0,-3-5 0 0,2 3 0 0,-5 4 0 0,3 1 0 0,-5 3 0 0,2 0 155 0,1 3-61 0,-1 0-30 16,3 8-1-16,0 5 166 0,2 4-102 0,4 1-47 15,3 2-24-15,0 0 38 0,0-1-31 0,1 2 8 16,11-3-6-16,3 3-32 0,2-3 0 0,1 0-98 16,2-1 48-16,-3-6 34 0,1 4-9 0,-1-4-54 15,-2 3 39-15,-1-3 1 0,-5-2 15 0,-4-1-107 16,-1 1 29-16,-2 3 38 0,-2-2-12 0,-2 3-16 15,-13 2 13-15,-4-2-4 0,-5 2 83 0,0-1-23 16,-3-1-12-16,1-2 37 16,0-2-21-16,5-3-3 0,1 2-6 0,2-4-125 15,6-1 58-15,0-3 28 0,6 0 3 0,4 0-153 16,2 0 81-16,0-3 43 0,16-12 10 0,4-3-404 0</inkml:trace>
  <inkml:trace contextRef="#ctx0" brushRef="#br0" timeOffset="213411.83">11693 12890 384 0,'7'-17'0'0,"-3"6"0"0,1 0 0 0,-1-1 0 0,-2 5 0 0,-2 2 0 0,0 1 364 15,0 2-166-15,0-1 191 0,0 3-178 0,-2 9-81 16,-5 14-52-16,3 4 113 0,-2 10-80 0,5 4-38 16,-1 4-1-16,2-8 28 0,0 11-38 0,0-6 1 15,3-8-31-15,10 1 106 0,3-2-45 0,0-4-34 16,5-7-6-16,0-1-21 0,-1-6 1 0,5-4-62 15,-4-6 39-15,5-4-8 16,-4-1 31-16,1-1-144 0,-2-17 72 0,-1-2 36 16,-1-5 13-16,-2-1-236 0,-2-3 99 0,-4-2 64 15,-3-2 3-15,-1-3-66 0,-3-3 20 0,-2-11 42 16,-2 4-124-16,0-5 77 0,-6 2 40 0,-8 2-96 16,2 11 59-16,-7 1 42 0,-3 4 0 0,-1 5 87 15,-2 7-27-15,1 6 0 0,2 6-35 0,-5 3 214 16,6 4-102-16,-5 0-53 0,4 5 110 0,-1 11-79 15,6 2-16-15,-3 3 212 0,5 4-115 0,2-3-58 16,5-1 13-16,2-1 153 16,4 1-94-16,2 0-60 0,0 0-26 0,0-3 181 15,8-1-103-15,3 0-51 0,4-4-18 0,1 1 105 16,0-5-70-16,3 0-34 0,6-1 0 0,-4-5-13 16,0 0 8-16,6-3-228 0,-8 0 100 0,3 0 48 15,-1-1 25-15,0-4-662 0,-5-5 338 0,3-2 113 16,-4 4 100-16</inkml:trace>
  <inkml:trace contextRef="#ctx0" brushRef="#br0" timeOffset="-212259.2">9968 8776 381 0,'0'0'0'0,"0"0"0"0,0 0 0 0,0 0 0 0,0 0 0 0,0 0 0 0,0 0 0 0,0 0 0 0,0 0 83 0,0 0-29 0,0 0-1 0,0 0-20 16,-3 0 21-16,3 0-1 15,0 0-12-15,0 0 31 0,-3 0 0 16,-1-4-39-16,3 0 34 0,-3-4-34 0,0-1 8 15,-1-2-9-15,1-2 21 0,-3-2-20 0,1-2 0 16,-2-2 0-16,-1-1-14 0,2-1-7 0,-1 2 21 16,-1-4-1-16,-1-1-4 0,2 0 5 0,1-4-24 15,2-1-14-15,-1-2 36 0,2-2-7 0,1-1-28 16,-2 1 28-16,5 0 8 0,-2-1-12 0,2 1 12 16,0 3-12-16,0 4 4 0,0 0-2 0,0 5 23 15,0 2-21-15,2 3 0 0,3 1-1 16,1 3-13-16,-1 3 14 0,2 2 4 15,3-1-38-15,1 4-1 0,0 0 33 0,1 2-46 16,0 1 20-16,4 1 5 0,-1 0 11 0,-3 3-30 16,4 7 25-16,-5 1 6 0,-1 2-12 0,-1 2-1 15,-4 0 2-15,-1 3 5 0,-2-4-7 0,-2 4 32 16,0-2-29-16,0 2 6 0,-9 1 31 0,-2-2 0 16,-3 1-29-16,1-4 53 0,0 0-23 0,0-4 4 15,-3 0-24-15,4-2 29 16,-4-2-27-16,2-3-2 0,3 1 7 0,-1-3-16 15,3 1 18-15,0-2-6 0,0 0 10 0,2 0-61 16,3 0 26-16,1 0-92 0,1 0 50 0,2 0 29 16,-2 0-15-16,2 0-233 0,0 0 120 0,0 0 63 15,0 0 19-15,6 0-395 16,5 4 212-16,4 0 105 0,0-3 52 0</inkml:trace>
  <inkml:trace contextRef="#ctx0" brushRef="#br0" timeOffset="-212042.78">10208 8300 853 0,'0'2'0'0,"-2"-2"0"0,2 2 0 0,-1-2 0 0,1 0 0 0,0 0 0 0,0 0 324 0,3 0-145 0,9 0-74 0,1 0-28 15,4 0 140-15,-1-2-92 0,2 0-46 0,1-2-23 16,-3 3-2-16,2-1 8 0,-4 1-168 0,2-1 69 15,-3-1 35-15,-4 3 0 0,1 0-317 0,-1 0 184 16,-4 0 80-16,-1 0 43 0,-2 6-513 0,-2 1 214 16</inkml:trace>
  <inkml:trace contextRef="#ctx0" brushRef="#br0" timeOffset="-211890.19">10282 8466 444 0,'-4'6'0'0,"2"4"0"0,-4-2 0 0,6-4 0 0,-2-1 0 0,2-1 307 15,0 2-137-15,0 0-68 0,2-1-35 0,8 0 107 16,-1-1-62-16,7 0 114 0,-2 0-97 0,2-2-48 16,2 0-24-16,1 0-177 0,-1 0 84 0,3 0 31 15,0 0-1-15,1-2-411 0,3-2 224 0</inkml:trace>
  <inkml:trace contextRef="#ctx0" brushRef="#br0" timeOffset="-211500.63">10594 8229 1192 0,'-6'-9'0'0,"4"5"0"0,2-2 0 0,0 0 0 0,0 2 0 0,0-4 0 0,4 4 0 0,7-2 242 0,3 2-105 0,0 1-52 16,2 2-26-16,0 1 38 0,0 0-37 0,0 0 1 15,-2 7-125-15,-2 5 48 0,-2 3 25 0,0 2-51 16,-7 7 33-16,1-1 22 0,-4 4-1 0,0-1-116 16,0 0 68-16,-11 2 0 0,-5-1 25 0,-3-1-114 15,1 0 60-15,-5-3 2 0,-1-1 24 0,0-3 33 16,-2-3-14-16,1-3-17 0,6-6 135 0,-1 2-55 16,-1-4-29-16,8-1 9 0,-1 1 76 0,5-5-40 15,4 1-29-15,3-1 248 16,-1 0-128-16,3 0-32 0,0 0-48 0,3 0 29 15,10 0-33-15,4 0 0 0,3 0-33 0,1 0 62 16,7 0-35-16,-3 0-73 0,0 0 22 0,0 0 1 16,-2 0 23-16,0 0-70 0,-3 0 31 0,1 0 0 15,-2 0 39-15,-3 0-291 0,2 0 136 0,-4 0 39 16,0 0 43-16,-2 0-496 0,1 0 252 0,1 0 125 16</inkml:trace>
  <inkml:trace contextRef="#ctx0" brushRef="#br0" timeOffset="-210937.39">11139 8251 811 0,'-4'-7'0'0,"-1"-2"0"0,2-2 0 0,-1-3 0 0,1 1 0 0,-5 2 0 0,1-1 84 0,-1-1-17 0,-1 2 53 0,0 3-44 16,-2 1-21-16,2 4 0 0,-3 0 5 0,-2 3-19 16,1 3-8-16,-2 13-1 0,0 10-58 0,0 3 29 15,0 10 0-15,6-7 38 0,-1 4 3 0,4 1-12 16,6-5 1-16,0-2 25 0,0-5-1 16,2-2-16-16,7-5-36 0,5-1 23 0,1-6 2 15,0-3-1-15,3-4-77 16,0-4 44-16,1 0-6 0,3-2 42 0,-3-14-76 15,0 0 32-15,-3-7 0 0,-5 4 20 0,5-9-162 16,-7 6 65-16,-4 1-39 0,0-1 48 0,-3 1 32 16,0 4-6-16,-2 5 82 0,0 3-31 0,0 2-1 15,0 4-34-15,-2 2 202 0,-2 1-91 0,-2 0-41 16,2 14-15-16,0 4 34 0,1 1-11 0,3 0-1 16,0 1-7-16,0 0 69 0,2-4-20 0,9-1-29 15,2-2-56-15,0-1 33 16,2-7 24-16,2 1-144 0,-2-5 57 0,0-1 28 15,0 0-13-15,0 0-43 16,-3-9 29-16,-3-2 19 0,-2-2-21 0,-1-2-2 0,-4-2 7 0,-1 0 0 16,-1-4-13-16,0 2 26 0,0-1-11 0,-9 0 14 15,-2-1 36-15,-2 1-36 0,0 5-5 0,-3 0 41 16,2 6 2-16,-4 1-34 0,4 7 7 16,-5 1 24-16,4 0 3 0,-2 4-29 0,4 9 4 0,1 2 6 15,3 0-4-15,7 2 1 0,2-2-3 16,0-1-60-16,2 0 30 0,10 0-262 15,6-4 131-15,3-2 55 0,7-3 44 0,-1-5-278 0</inkml:trace>
  <inkml:trace contextRef="#ctx0" brushRef="#br0" timeOffset="-210667.11">11546 8143 967 0,'-2'-8'0'0,"-3"2"0"0,-5-1 0 0,1 2 0 0,0 3 0 0,-7 0 0 0,1 2 0 0,2 0 0 0,0 0 202 0,-1 11-84 15,3 1-35-15,2 2 61 0,4 1-55 16,1 2-29-16,4 1-2 0,0-2-25 0,0-1 8 16,9 3-8-16,6-5-34 0,2-1 0 0,0 1 34 15,0-4 0-15,-1 1-67 0,2-2 29 0,-3-1 0 16,-2 1 38-16,-2 0-104 0,-5-2 47 0,1 2 9 16,-5-1-48-16,0 5 25 15,-2-1 22-15,0 1-11 0,-7 1 27 0,-11 2-16 16,-1 0 13-16,-2 0 22 0,-4 0-1 0,0-2-23 15,1 0 1-15,5-4-46 0,0 0 24 0,3-4 2 16,8-3 20-16,0-2-258 0,5 0 122 0,3 0 48 16,0-6-274-16,9-11 167 0</inkml:trace>
  <inkml:trace contextRef="#ctx0" brushRef="#br0" timeOffset="-210277.15">11748 8117 769 0,'3'-6'0'0,"-1"4"0"0,0 0 0 0,-2 2 0 0,0 0 0 0,0 0 190 16,-10 4-79-16,2 9-39 0,1 6 8 0,2 3 120 16,-4 1-84-16,6 3-41 0,1 2-22 0,2-3 104 15,0-2-54-15,0 5-39 0,0-9-63 0,8 1 32 16,5-2 0-16,1-3 0 0,4-1-75 0,1-4 34 16,1-3 20-16,1-6-55 0,2-1 38 0,-1 0 8 15,-1-1 37-15,-2-11-166 0,-1-1 44 0,-3-4 45 16,0-2-15-16,-1-4-76 15,-7 4 36-15,2-9 39 0,-5 1-1 0,-1-1-30 16,0-3 19-16,-3 1-1 0,0-8 25 0,0 3 8 16,-4 0 0-16,-7-1 28 0,0 4-28 0,-5 6 0 15,3 7-8-15,-4 2 72 0,1 6-28 0,-3 6 0 16,-2 3-20-16,1 2 179 0,-1 3-80 0,-2 12-45 16,6 2 160-16,4 0-94 0,2 2-30 15,2 1 114-15,2 3-62 0,5-2-51 16,2 2-20-16,0-3 29 0,0-1-26 0,7-1 1 15,2-3-17-15,4 2 44 0,4-4-26 0,-1 1 0 16,4-3-26-16,-1-4-45 0,3-1 30 0,-1-2-8 16,1-4-337-16,1 0 179 0,-1 0 67 0,3 0-610 15,-4-4 311-15</inkml:trace>
  <inkml:trace contextRef="#ctx0" brushRef="#br0" timeOffset="-203323.91">19624 14473 391 0,'0'0'0'0,"0"0"0"0,0 0 0 0,0 0 0 0,0 0 0 0,0 0 0 0,0 0 0 0,0 0 64 0,0 0-1 0,0 0-22 16,0 0 26-16,0 0 0 0,0 0-34 0,0 0 0 15,0 0 35-15,0 0-27 0,0 0-9 0,0 0 34 16,0 0 0-16,0 4-34 0,0 6 46 0,0 3-14 16,-2 2-9-16,-2 2-22 0,1 2 39 15,1 1 0-15,-2 2-31 0,2-1-8 16,2 1 28-16,0 1 1 0,0-5-29 0,0 2 0 16,0-3 6-16,8-4-7 0,1 0 1 0,3-3-16 15,0-3 16-15,3-4-1 0,0 0-24 0,3-3-9 16,0 0 42-16,-1 0-8 0,0-3-74 0,0-7 35 15,-3-6 13-15,2-2-6 0,-3-1-75 16,-4-3 44-16,-1-1 14 0,-3-2-1 0,-3 5 10 16,0-7 16-16,-2 0-31 0,0 4-76 0,-2-2 38 15,-7 3 26-15,-1 3-2 0,-3 0 9 16,-2 5 4-16,-1 2 9 0,-2 5 35 0,2 1 0 16,-2 1-38-16,2 4 4 0,2 1 1 0,3 0 1 15,4 0 9-15,-1 0-6 0,6 0-206 0,0 0 100 16,2 0 45-16,0 0-293 0,2 0 165 0,10-3 83 15</inkml:trace>
  <inkml:trace contextRef="#ctx0" brushRef="#br0" timeOffset="-202686.62">19676 13360 319 0,'-10'-5'0'0,"1"1"0"0,2-2 0 0,0 0 0 0,0-1 0 0,-2 1 0 0,2-2 223 0,0 1-95 16,-1-3-48-16,2 3-15 0,4 2 86 0,0-1-59 16,-1 1-30-16,3-1 31 0,0 2-30 15,0 0 8-15,2 0-35 0,5 1-15 16,5 0 12-16,-1 1-1 0,2 1 26 0,2 1-17 16,-1 0-8-16,0 0 0 0,-3 0-25 0,3 1 24 15,-5 7 1-15,0 0 8 0,1 2-40 0,-1 1-1 16,-2 1 33-16,-1 1-79 0,-2 0 36 0,0 3 17 15,-2-1-67-15,-2 2 34 0,0-1 1 0,0 2 28 16,0-1-35-16,-7 0 13 16,-3-2-2-16,-1 2 6 0,-3-2-71 0,1-1 32 15,-4 0 24-15,0-2-61 0,-2-2 40 0,1 0 8 16,-1-5 0-16,-2 1 38 0,3-4-18 0,0 0-16 16,4-2 102-16,0 0-43 0,3 0 0 0,2 0-37 15,1 0 167-15,2 0-74 0,5 0-40 0,-1 0-7 16,2 0 71-16,0 0-30 0,0 0-29 0,0 0 14 15,2 0-6-15,10 1 5 0,0 3-25 0,1 0 33 16,4-1 0-16,3 2-21 0,-2-4-43 16,3 1 35-16,-3 0-1 0,3-2 1 15,0 2-44-15,-3-2 24 0,3 0-19 0,-4 2 33 16,0-2-38-16,-2 0-1 0,-2 0 35 0,-6 0-103 16,3 0 43-16,-2 0 25 0,-5 0 0 0,-1 0-126 15,0 0 69-15,0 0 18 0,-2 0-89 0,0 0 60 16,0 0 17-16,0 0-1 0,0 0-167 0,0 0 90 15,0 0 59-15,0 0 24 0,0 0-298 0</inkml:trace>
  <inkml:trace contextRef="#ctx0" brushRef="#br0" timeOffset="-201983.78">20247 13268 351 0,'0'-10'0'0,"0"2"0"0,0-1 0 0,-2 2 0 0,0-3 0 0,0 1 70 0,-3 0-1 0,0 1-38 0,-1-1 26 16,-2 2 8-16,2 1-32 0,-5-1 46 0,4 6-24 16,-5-2 1-16,1 0-24 0,1 3 43 0,-4 0-8 15,-1 6-34-15,0 5-1 16,-2 5 25-16,0 3-1 0,4-1-15 0,-4 7 17 16,6-2 0-16,-1 4-26 0,3 0 1 0,4 0 33 15,3-4-25-15,2 7-8 0,0-6 26 0,0-4-27 16,2 4 1-16,7-6 0 0,4 0-54 0,0-3 23 15,3-4 0-15,0-4 31 0,1-1-84 0,0-4 40 16,0-2 16-16,-1 0-71 0,5-4 35 0,-3-10 22 16,-2-2-20-16,0-5 4 15,-4 2 3-15,3-8 0 0,-5 4-46 0,-1-3 31 16,-2 1 7-16,-1 1-2 0,-2-4-15 0,-2 7-1 16,0 0 26-16,-2 3 7 0,0 6 30 0,0 2-7 15,0 1-25-15,-5 5 133 0,-2 2-60 0,0 2-32 16,0 0 8-16,-2 15 5 0,0 0-1 0,6 5-33 15,-1-2 27-15,4 3-22 0,0 2 19 0,0-2 14 16,2-1-34-16,12-3 17 0,-2 0-7 16,3-4 0-16,2-2-27 0,1-2 25 15,-2-2 0-15,1-1-25 0,1-5 22 0,-2-1-4 16,0 0 3-16,0 0-29 0,-3-4-3 0,-2-8 32 16,-1 2-2-16,-3-6-24 0,-2 1 0 0,-1-1 17 15,-1-3-20-15,-3 0-6 0,0 0 26 0,0-2-10 16,-7 3 4-16,-4-3-2 0,-4-1 4 0,4 5-8 15,-5 0 21-15,-2 2-14 0,-1 3 1 0,1 5-25 16,-3 1 0-16,5 2 26 0,-4 3-2 0,5 1-24 16,0 0-1-16,6 0 19 15,-1 4-83-15,5 3 35 0,5 2 22 0,0 2-15 16,0-1-158-16,5-2 71 0,12-1 57 0,8 0 19 16,0-5-147-16,5-2 87 0,2 0 45 0,-2 0-121 15</inkml:trace>
  <inkml:trace contextRef="#ctx0" brushRef="#br0" timeOffset="-201695.46">20629 13165 195 0,'2'-10'0'0,"-1"1"0"0,1 1 0 0,-2-2 0 0,0 1 0 0,0 2 196 0,-11-1-86 0,1 4-38 15,-1-1 85-15,-1 3-62 16,-2 2-31-16,-1 0 8 0,0 7 0 0,-1 5 0 16,0 3-39-16,3 2 0 0,3 1 68 0,3-1-38 15,1 2 1-15,6-2-32 0,0 0 44 0,0 1-22 16,6-3 8-16,8-1-64 15,2-1-1-15,0 0 36 0,2-2-86 0,-1 0 43 0,-1-1 30 0,2 0-9 16,-6-2-108-16,2 1 51 0,-7-2 32 0,1 1 0 16,-3-1-31-16,-3-2 7 15,-2 4 1-15,0 0-7 0,-2 0 12 0,-11-1 2 16,-4 1 15-16,-7-1 55 0,2 0-26 0,-5-2-2 16,3-2 9-16,2 0 2 0,-1 0-31 0,0-4 12 15,6 2-115-15,0-2 54 0,8 0 25 0,3 0 5 16,4 0-106-16,2 0 57 0,0-6 32 0,12-4-288 15</inkml:trace>
  <inkml:trace contextRef="#ctx0" brushRef="#br0" timeOffset="-201307.48">20866 13169 468 0,'0'0'0'0,"-5"0"0"0,0 0 0 0,-3 0 0 0,-2 7 0 0,1 2 265 0,0 2-115 15,2 5-59-15,1 2-29 0,0 3 95 0,4 1-66 16,2 1-30-16,0-1 11 0,0 5-1 0,8-7-38 16,2-1 8-16,6 4-13 15,-2-10 5-15,5 2 0 0,-1-2-38 0,1-4 0 16,1-1 46-16,1-4-9 0,0-2-72 0,-1-2 36 16,1 0-4-16,-2-3 40 0,-1-12-108 0,2-3 45 15,-6-1 9-15,0-1-35 0,-3-3 20 0,-4-2 1 16,0 3 13-16,-2-10-50 0,-3 2 24 15,0-2 0-15,-2-2-2 0,0 1-5 16,-6-2 27-16,-6 5 9 0,-2-1 10 0,-2 7-12 0,-2 3-7 0,-1 8 0 16,-8-1 104-16,4 8-47 15,-2 5-20-15,1 1 0 0,-1 0 66 0,9 10-43 16,-2 2-6-16,4 4 188 0,2-1-86 0,6 0-56 16,4 5 117-16,2-1-69 0,0-2-48 0,8 2 1 15,5-2-4-15,9-1-1 0,-1 0-34 0,2-5 8 16,5 2-42-16,1-5 0 0,-1-1 34 0,-1-1-326 15,1-3 156-15,-3-1 90 0,7-2 13 0,-6 0-283 16</inkml:trace>
  <inkml:trace contextRef="#ctx0" brushRef="#br0" timeOffset="-193301.67">15756 14302 357 0,'-2'0'0'0,"-5"0"0"0,2 0 0 0,-1 0 0 0,1 0 0 0,-1 0 104 0,0 0-36 0,2 0 0 0,1 0-35 16,1 0 65-16,0 0-37 0,2 0 1 0,0 0 99 15,0 0-64-15,0 0-32 0,2 0 8 0,9 0 40 16,4 0-40-16,0 0 0 0,2 0 60 16,1 0-50-16,2 0-17 0,-1 0-8 0,2 0-52 15,-1-1 27-15,-1-2 0 0,-1 2-1 16,1-1-29-16,-1 2-8 0,-2 0 38 0,0 0-185 15,-6 0 92-15,0 0 47 0,0 0-178 0,-3 2-88 16,-4 2 104-16,1 0 80 0,-2 5-316 0</inkml:trace>
  <inkml:trace contextRef="#ctx0" brushRef="#br0" timeOffset="-192958.59">15744 14471 532 0,'-8'2'0'0,"3"-2"0"0,3 3 0 0,2-3 0 0,0 0 0 0,0 0 272 0,0 0-124 16,9 0-58-16,7 0 90 0,0 0-74 16,3 0-36-16,-1 0 95 0,0 0-70 0,0 0-31 0,-1 0 0 15,-4 1-125-15,-1 6 55 0,-1 3 15 0,-4-1 1 16,-2 4-154-16,-3 3 89 0,-2 3 44 0,0-1 30 16,-16 6-191-16,-3-3 94 15,-3-2 5-15,-3 0 2 0,-1-2-8 0,1-5 26 16,-5 0 71-16,2-1-23 0,4-4-20 0,3 1-6 15,0-2 241-15,9-2-116 0,0-1-37 0,5-1-34 16,3-2 289-16,2 0-146 0,2 3-44 0,2-3-39 16,12 0 4-16,7 0-27 0,6 0-1 0,3 0 9 15,2-3-1-15,0 0-26 0,0 1-62 0,-1 0 27 16,0 0 0-16,-3 2 27 16,-2 0-196-16,-3 0 106 0,-3 0 39 0,1 0 24 0,-5 0-404 15,-6 4 195-15,1-2 60 0,-5-1 55 16,0 1-306-16,-4-2 181 0,0 0 90 0</inkml:trace>
  <inkml:trace contextRef="#ctx0" brushRef="#br0" timeOffset="-192776.01">15868 13664 1104 0,'-2'-2'0'0,"-2"2"0"0,2 8 0 0,-1 8 0 0,-3 5 0 0,1 2 0 0,-2 5 181 0,2 5-73 16,1 12-38-16,-1-5-3 0,1 2 0 16,4-5-26-16,0 8-8 0,0-4-321 0,0-2 155 0,2-3 77 15,3 1-233-15</inkml:trace>
  <inkml:trace contextRef="#ctx0" brushRef="#br0" timeOffset="-192259.25">16290 14323 693 0,'0'0'0'0,"0"-4"0"0,0-4 0 0,0-2 0 0,-1-4 0 0,1-3 0 0,-4-1 0 0,2-1 0 0,0 1 71 0,-1-2-38 0,-2 2-49 0,0 0 24 16,-3 2-1-16,1 1 24 0,0 2-44 0,-1 3 16 16,-2 1-1-16,0 4 22 0,-2 4 38 0,1 1-39 15,-3 0 7-15,0 17-7 0,-2 6 68 0,3 6-36 16,-4 12 0-16,6-1 46 0,2-4-27 0,0 13-3 16,4-15 3-16,3 4-42 0,2-4 1 0,0-9 0 15,2-4-14-15,6-1-7 16,5-4 20-16,3-5 1 0,-2-1-33 0,-1-7-1 15,3-1 42-15,-2-2-108 0,0 0 47 0,-2 0 14 16,0-9 0-16,-1-8-108 0,0-2 65 16,-1-6 11-16,-2 1-57 0,-3 0 36 0,0 0 26 0,-3 0-1 15,0 2-13-15,0 2 22 0,1 3 7 0,-3 1-14 16,0 8 142-16,0 0-63 0,0 3-32 0,0 3 3 16,0 0 79-16,0 2-42 0,0 0-30 15,-5 7 154-15,3 8-78 0,0 4-24 16,1 1 46-16,1 3-42 0,0-1-23 0,0 0 7 15,0 3-73-15,3-3 41 0,6-1 0 0,0-1 0 16,0-4-173-16,3-1 95 0,0 1 34 0,-3-6 22 16,3 0-172-16,-4-2 68 0,1-3 53 0,1-3-391 15,-3-2 186-15,0 0 107 0,1 0 52 0,-3-5-205 16,-2-8 130-16</inkml:trace>
  <inkml:trace contextRef="#ctx0" brushRef="#br0" timeOffset="-191925.32">16392 13891 1156 0,'-2'-7'0'0,"2"0"0"0,-2 6 0 0,0-2 0 0,0 1 0 0,2 0 0 16,0 1 147-16,0-3-58 0,0 3-27 0,6 1 197 0,4 0-112 0,-1 0-50 15,4 0 52-15,-1 5-58 16,-2 2-29-16,0 2 0 0,0 0-85 0,-5 0 35 15,1 2-7-15,-3 1 28 0,-1 2-113 0,-2 0 57 16,0 3 27-16,0 0-58 0,-7 0 40 0,-4 0 23 16,-3-2-39-16,0-1-91 0,-4-1 35 0,4-5 39 15,-2 1 74-15,3 0-39 0,2-3-20 0,3-3 16 16,1 0 284-16,3-1-132 0,1 0-58 0,3-2 220 16,0 0-125-16,0 2-70 0,0 2-35 0,9 0-55 15,4-3 19-15,6 3 1 16,2-2 36-16,-1 0-36 0,2-2 0 0,3 0 8 15,0 1-201-15,-3-1 96 0,0 0 49 0,1 0 24 16,-3 0-634-16,-1 0 310 0,2 0 102 0</inkml:trace>
  <inkml:trace contextRef="#ctx0" brushRef="#br0" timeOffset="-189924.6">21654 14716 569 0,'-2'5'0'0,"2"1"0"0,0 1 0 0,0 1 0 0,-2-2 0 0,1 0 0 0,1-3 0 0,-2 3 86 0,2-3-26 15,-2 1-1-15,2-1 86 0,0 1-60 0,-2 1-26 16,0-4-1-16,1 2 46 0,1-3-28 0,-2 0-8 16,-3 0 52-16,1 0-43 15,-1 0-23-15,0 0 1 0,-3-7 31 0,3-7-31 16,-5-9 0-16,2-3-22 0,3-4-10 0,-2-4 9 15,-2-4 9-15,2-7-29 0,2-2 21 0,-3-4 0 16,-2-10 0-16,5-1-55 0,-2 0 36 0,-1-19-8 16,5 6-66-16,-2 2 43 0,3-1 7 0,2 3 0 15,0 10-16-15,0-10-3 0,0 17 26 0,0-2 11 16,7 7 73-16,0 10-35 0,2-2-5 16,5 10 37-16,-3 3-30 0,1 8 0 15,4 4-21-15,0 3 86 0,4 3-27 0,-1 7-33 16,4 1 7-16,2 2-1 0,0 0-26 0,1 8-1 15,-1 4-42-15,-2 5 17 0,-2 0 0 0,-2 4 25 16,-4 1-79-16,-1 1 38 0,-9-2 18 0,1 7-32 16,-5-1 11-16,-1 2 0 0,-5 3 1 0,-11-2-13 15,-2 2 16-15,-10 6 14 0,0-8-28 0,-1 1 26 16,3-10-7-16,-4-1 5 16,2-2-57-16,1-8 26 0,2 0 0 0,4-6 28 15,-2 0-17-15,5-4 14 0,4 2-5 0,3-2 5 16,1 0 19-16,5 0-20 0,1 0-6 0,2-2-23 15,2-2 19-15,0-3 7 0,4-1-330 0,11 1 158 16,2 1 69-16,2 2 42 0,2 3-526 0</inkml:trace>
  <inkml:trace contextRef="#ctx0" brushRef="#br0" timeOffset="-189435.09">22229 14057 691 0,'0'0'0'0,"0"6"0"0,0 1 0 0,0 0 0 0,0-1 0 0,0 0 439 0,0 1-207 16,0-2-100-16,2 3 253 0,2-1-176 15,-1 1-89-15,3-2-35 0,-1 0 14 0,0-3-34 16,-2 1 1-16,1-1-33 0,0-3-73 0,-3 2 45 15,1-2-8-15,0 0-365 0,0 0 200 0,2 0 100 16</inkml:trace>
  <inkml:trace contextRef="#ctx0" brushRef="#br0" timeOffset="-185873.32">22743 14766 599 0,'-2'6'0'0,"2"1"0"0,-2 0 0 0,1 0 0 0,-1-3 0 0,2-3 0 0,-2 1 0 0,0 0 0 0,2-2 73 0,-3 0 8 0,1 0 87 0,0 0-68 15,-2 0-33-15,2-4-1 0,1-8 41 0,-1 2-29 16,-3-6-8-16,3-2-37 0,2-1 30 0,-3-7-30 16,1-1-1-16,-2-3 47 0,2-2-9 0,-3-3-38 15,1-8 1-15,1 2 25 0,-2-7 0 0,1 0-17 16,1-6-44-16,-1-15-1 16,1 6 37-16,-1-5 0 0,0 9-71 0,1-12 32 15,-1 19-1-15,-1-4 30 0,4 3-35 0,-1 7 9 16,0 9 3-16,2-1 60 0,0 3-20 0,0 5-16 15,0 3-8-15,0 7 118 0,2 0-50 0,3 2-33 16,7 6 55-16,1 0-37 0,4 5 0 0,1 1-36 16,3 4-29-16,6 2-8 0,-3 0 37 0,1 0-1 15,0 12-61-15,0 1 31 0,-4 1 8 16,4 5-20-16,-5 0 10 0,-3 1 0 16,-2 2-6-16,-7-2-57 0,-3 3 27 0,-3 7 21 15,-2-4-15-15,-3 4-1 0,-15 0 20 0,-5 0 10 16,0-1 28-16,-2-2 0 0,-3 0-30 0,0-6 1 15,-1-3-1-15,1-6 4 0,5-1 3 0,0-4-35 16,0-1 36-16,4-4-3 0,2-2 7 0,2 0-36 16,4 0 28-16,0 0 0 0,3-6-52 0,2-1 23 15,3 0-6-15,3-2 30 16,0 2-314-16,0-3 151 0,3 5 59 0,13 1 40 16,0 3-512-16</inkml:trace>
  <inkml:trace contextRef="#ctx0" brushRef="#br0" timeOffset="-184963.99">23286 14101 660 0,'0'-5'0'0,"0"-1"0"0,0 3 0 0,0-5 0 0,0 0 0 0,0 0 0 0,-2-3 0 0,-1 0 163 0,1 0-66 0,0 2-32 0,-1-3 1 16,1 3 40-16,0 0-28 0,0 1-8 0,-1 2-29 15,1 1-9-15,1 1 1 0,1 1 0 0,-2 1 21 16,0-1-21-16,2 2 0 0,0-1 19 0,0 2-19 15,0 0 0-15,0 0 8 0,0 0 6 0,0 0-14 16,0 0-1-16,0 0 1 0,0 0-24 0,0 0 7 16,0 0 17-16,0 0-52 0,0 0 24 0,0 0-4 15,0 0 28-15,0 0-44 16,0 0 16-16,0 0-11 0,-2 0 21 0,0 0-3 16,1 0 10-16,-1-2-12 0,0 2-3 0,-2-2 4 15,2 0 6-15,-1 2-5 0,-2-1-25 0,2 1 32 16,-1-3-4-16,0 3-22 0,-1 0 0 0,1 0 19 15,1 0 1-15,-4 0-30 0,2 0 28 0,-1 0-4 16,-1 0-25-16,0 0 24 0,-2 4 3 0,0 5-7 16,-2 3-2-16,0-1 6 0,0 6 0 0,-2 4-2 15,1-1 26-15,-1 9-26 16,3-1 2-16,3 2 68 0,0 1-32 0,3 4 4 16,2-3-34-16,2 1 91 0,0-2-42 0,0-2-14 15,2-4 7-15,3-4 8 0,5 0-28 0,3-7 9 16,-2 1-46-16,5-5 47 0,-4-3-11 0,6-3 15 15,-4-4-81-15,5 0 27 0,1-5 0 0,1-14-42 16,2-6 35-16,0-9 7 0,-5 2 4 0,5-13-110 16,-2-2 59-16,-3-3 19 0,3-14-100 0,-4 3 56 15,0 2 30-15,-1-21 9 16,2 1-54-16,-1-12 23 0,-2 0 24 0,0 3-7 16,-2 17-103-16,-4 2 68 0,-4 20 30 0,-3 9 24 15,1 14 5-15,-3 1 0 0,0 12-8 0,0 4 216 16,0 5-104-16,-3 4-52 0,-2 0 222 0,-3 20-114 15,3 9-45-15,0 10-40 0,-1 9 227 0,0 17-119 16,-2 3-58-16,3 7-28 0,-1 1 50 0,1 2-44 16,2-3-1-16,3-4 40 0,0-5-39 0,0-2 1 15,0-9-30-15,3-1-22 16,2-2 14-16,5-7-1 0,-3-8-176 0,5-3 89 16,-3-11 52-16,0-6 13 0,3-3-499 0,1-9 245 15,-1-5 86-15,2 0 74 0,0-2-279 0,4-9 169 16,-4-2 81-16</inkml:trace>
  <inkml:trace contextRef="#ctx0" brushRef="#br0" timeOffset="-184499.77">23932 14682 1128 0,'-7'20'0'0,"4"3"0"0,-1-3 0 0,2-5 0 0,-1-2 0 0,1-3 0 0,1-2 0 0,-1-5 0 0,2-3 149 0,-2 0-61 0,0 0-28 16,-1-1 98-16,-1-10-63 0,2-13-31 0,-2 0 8 16,3-6-106-16,-1-4 34 0,2-10-1 0,0-3 14 15,0-7 20-15,0-5 8 0,0-18-9 0,0-11-25 16,0-5 26-16,5-6 0 0,4-6-90 0,0-1 52 15,5 2-8-15,-1 6 0 0,-1 21-56 0,-3-1 40 16,-2 22 7-16,0 8 1 0,2 2 160 0,-4 10-64 16,1 13-32-16,-1 3 140 0,2 8-77 0,2 4-35 15,1 5 22-15,4 0-30 16,0 3 5-16,4 0-35 0,4 8-24 0,-5 5 8 16,8 6 16-16,-7 0-1 0,1 5-60 0,-4 3 30 15,-3 0 0-15,-7 1-73 0,-3 5 41 0,-2 1 29 16,-6 5-2-16,-15-1-54 0,-5-1 24 15,0-5 23-15,-8 7-11 0,0-7 36 0,2-3-33 0,4-9 16 16,-2-2 45-16,8-4-4 0,-2-4-40 0,4-6 0 16,9-1-12-16,0-3 15 0,1 0 9 0,7 0-118 15,3-7 54-15,0-4 28 16,3-6-1-16,13 1-513 0,0-1 248 0,2 5 121 16</inkml:trace>
  <inkml:trace contextRef="#ctx0" brushRef="#br0" timeOffset="-122256.82">14209 15782 897 0,'-6'-5'0'0,"3"3"0"0,-1-3 0 0,1 4 0 0,-1 0 0 0,2-2 0 0,-2 1 0 0,2 2 0 0,2 0 0 0,0 0 106 0,0 0-37 15,0 0 0-15,0 0-12 0,0 0-25 0,0 0 9 16,0 0-8-16,0 0-39 0,0 0 39 0,0 0 0 15,0 7-10-15,0 1 18 0,2 2-8 0,0 3-16 16,0 1 16-16,0 0 0 0,-2 5 0 0,0 1 4 16,0 5-5-16,0 0-38 0,0-1 34 0,0-2 35 15,0 1-34-15,0-3 21 0,0 2-86 0,0-6 18 16,-2-1 22-16,2-7-2 0,-2 1 13 16,2-6 3-16,-2 0 4 0,2-2 67 15,0-1-33-15,0 0-5 0,0 0-28 0,0 0 159 16,0 0-78-16,0 0-36 0,0 0 0 0,0 0 1 15,0 0 0-15,0 0-28 0,0 0-64 0,0 0 29 16,0 0-1-16,0 0 28 0,0 0-54 0,8 0 35 16,4 0-8-16,4-1-33 0,2-3 29 0,7-2-3 15,-2 3 1-15,1 0-47 0,4-4 29 0,-2 3-3 16,0 2 1-16,-1 0-62 0,1 1 41 0,-5 1 10 16,-1 0 2-16,0 0-35 0,-4 0 27 15,-4 0-6-15,-3 0 37 0,0 1-15 16,-5 1 7-16,0 0 49 0,-2 1-25 0,0-3-9 15,-2 0-21-15,0 0 177 0,0 0-82 0,0 0-33 16,-2 0-22-16,-8 0 278 0,1-7-132 0,-4-2-51 16,-2-5-43-16,-2-5-154 0,2-7 57 0,-2 1 29 15,2-7-118-15,2-1 71 0,-1-2 38 0,4 0-51 16,0 1 40-16,2 0 9 0,3 0 5 0,1 5-42 16,2-2 25-16,2 5-18 15,0 5 0-15,0-2 94 0,2 3-35 0,9 2-15 16,3 0 65-16,0 4-28 0,4 0-21 0,4 1 17 15,-2 6-48-15,7-3 29 0,1 5-10 0,0 4-16 16,2-3 19-16,2 4 10 0,-2 0-5 0,1 0-89 16,-3 10 39-16,-2 3 15 0,-2 3 0 0,-1 2-62 15,-6 3 26-15,-1 5 24 0,-4 2 0 0,-3 3 30 16,-3 2-12-16,-4 3-12 0,-2 3 60 0,0 4-22 16,-8-1-1-16,-4-1 4 15,-6-2 1-15,-1 1-22 0,1-8 9 0,-3-3 45 16,-2-3-16-16,1-3-1 0,5-5-30 0,-4-6 113 15,5-1-41-15,-2-2-32 0,7-5-5 0,2-1 125 16,3-1-58-16,2-2-38 0,2 0 83 0,2 0-64 16,0 0-27-16,0 0-162 0,0 0 67 0,10 4 33 15,9-2 9-15,3 4 2 0,5-3 0 0,3 1 23 16,4-2 0-16,1 4-73 16,3-5 24-16,-1 1 17 0,3-2-155 0,-4 0 80 15,1 0 17-15,-3 0 27 0,-1 0-125 0,-3 0 70 16,-3-2 17-16,-8-2 19 0,-3-4-4 0,-2 4 22 15,-5-4-10-15,-2-4 73 0,-5 1-41 0,0-4 0 16,-2-8-25-16,0 3 214 0,-2-11-90 0,-5 0-54 16,-2-5-6-16,-1-5-180 0,4 9 84 0,1-2 29 15,1 1-613-15,4 4 308 0,0 7 155 0,0 1-474 16,2 3 313-16</inkml:trace>
  <inkml:trace contextRef="#ctx0" brushRef="#br0" timeOffset="-122120.19">15374 15438 1096 0,'5'-4'0'0,"3"1"0"0,0 1 0 0,-5 0 0 0,-1 1 0 0,2 1 253 15,-2 0-114-15,3 0-53 0,1 0 174 0,2 5-114 16,1 2-56-16,-2 5-21 0,3 1-415 0,-1 2 189 16</inkml:trace>
  <inkml:trace contextRef="#ctx0" brushRef="#br0" timeOffset="-121984.55">15451 15795 1146 0,'-2'10'0'0,"1"1"0"0,-1-3 0 0,-1-5 0 0,1 1 0 0,2 2 648 0,0 1-308 0,0 1-153 16,0 1-78-16,5 2-205 0,2-3 61 0,2-1 33 16,0 3 1-16,3-3-316 0</inkml:trace>
  <inkml:trace contextRef="#ctx0" brushRef="#br0" timeOffset="-121060.95">11026 15523 662 0,'0'0'0'0,"0"0"0"0,-2 0 0 0,2 0 0 0,0 0 0 0,0 0 0 0,0 0 125 0,0 0-45 0,0 0-16 16,0 0-8-16,2 0 192 0,9 0-108 0,4 0-53 16,3 0 213-16,3 0-125 0,6 0-75 0,-3 0-34 15,1 0 108-15,2 0-71 0,1 0-35 0,-3-1-6 16,3-2-8-16,-1 0-21 0,-6 3 0 0,1 0-156 16,-1 0 78-16,-2 0 47 15,-3 0-8-15,0 0-88 0,-7 0 63 0,-2 0 32 16,0 0-414-16,-2 6 202 0,-3-5 52 0,0 1 68 15,-1-2-280-15,-1 2 169 0,0-2 85 0,0 0 33 16</inkml:trace>
  <inkml:trace contextRef="#ctx0" brushRef="#br0" timeOffset="-120805.85">11277 15150 1085 0,'-5'-2'0'0,"-1"-1"0"0,3 3 0 0,1 0 0 0,-2 0 0 0,1 0 0 0,2 6 0 0,1 9 119 16,0 5-43-16,0 6-22 0,4 3 163 0,5 11-92 16,0-2-39-16,5 12 41 0,-1-1-47 0,0 5-24 15,0-3 1-15,0 2-2 0,1 0-14 0,-2-1-8 16,2 1-1-16,-3-1-54 16,0-1 27-16,-1-4 0 0,-3-8-22 0,1 1 21 15,-3-5 0-15,0-4 28 0,0-9-245 0,-3 0 89 16,0-7 69-16,-2-2-274 0,0-6 153 0,0-2 51 15,0-5 47-15,-2 0-176 0,-6 0 102 0,0-13 64 16,-1-10 28-16</inkml:trace>
  <inkml:trace contextRef="#ctx0" brushRef="#br0" timeOffset="-120635.3">11375 15647 975 0,'0'-8'0'0,"0"7"0"0,0-1 0 0,0-1 0 0,0 3 0 0,0 0 0 0,0 10 0 0,-2 7 154 0,-4 2-60 0,1 6-30 15,-1-1 63-15,-2 4-47 0,1 2-16 0,-2 0 3 16,-2 2-1-16,1 0-33 0,-1 0 0 0,0-4-139 16,3-5 77-16,-5 4 28 0,6-10-1 0,-3 2-253 15,2-6 145-15,5-7 52 0,-1-2-370 16,2-4 176-16</inkml:trace>
  <inkml:trace contextRef="#ctx0" brushRef="#br0" timeOffset="-120459.98">11450 15633 1274 0,'6'0'0'0,"-1"0"0"0,1 0 0 0,0 6 0 0,0 0 0 0,-1 5 0 0,1 1 183 0,-1 2-75 15,2 2-38-15,3-1 309 0,-1 1-177 0,1 4-85 16,3 1-42-16,-2 0-69 0,1-3 0 0,-1 0 35 16,0 1-405-16,1-4 199 15,-1-2 98-15,-2-1 51 0,-1-5-489 0,-1 1 263 16,1-5 51-16,-3-3-129 0</inkml:trace>
  <inkml:trace contextRef="#ctx0" brushRef="#br0" timeOffset="-120297.41">11661 15225 1256 0,'4'-13'0'0,"3"5"0"0,-2 3 0 0,1 1 0 0,0 1 0 0,-2 3 0 0,1 0 0 0,1 0 0 0,-1 0 149 0,2 8-58 0,2 2-29 15,-2 3-137-15,-2 0 62 0,1 5 19 0,-3-3-394 16,2 4 197-16,-3 2 99 0,-2-2 50 0</inkml:trace>
  <inkml:trace contextRef="#ctx0" brushRef="#br0" timeOffset="-120138.84">11594 15427 784 0,'-11'0'0'0,"4"0"0"0,0 2 0 0,0-2 0 0,6 2 0 0,-3-2 226 16,4 2-96-16,0 2-49 0,2-2-24 0,15 5 195 15,1-3-101-15,11 1-63 0,-1-1 168 0,4 0-112 16,1-1-55-16,4 3-28 0,-3-5-108 0,-1-1 37 16,-1 2 21-16,-3-1-385 0,-8 4 204 0,2-2 101 15,-6 1 59-15,-2 3-256 0,-5 0 75 0</inkml:trace>
  <inkml:trace contextRef="#ctx0" brushRef="#br0" timeOffset="-119945.2">11663 15704 1124 0,'-7'3'0'0,"5"1"0"0,1 0 0 0,1-4 0 0,0 0 0 0,0 0 0 0,1 0 262 0,15 0-118 0,5 0-56 0,-1 0 187 16,6 0-121-16,-1 0-60 0,-2 0-23 0,7 4-111 16,-6 1 36-16,0 0 0 15,-3 3 37-15,0-2-154 0,-3 3 85 0,-2-1 31 16,-3-3-180-16,-4 2-142 0,-1-1 174 0,-3-2-11 15,-3 0-343-15</inkml:trace>
  <inkml:trace contextRef="#ctx0" brushRef="#br0" timeOffset="-119646">11736 15574 949 0,'-13'-6'0'0,"6"2"0"0,4 3 0 0,1-1 0 0,0 2 0 0,2 0 0 0,0 0 0 0,0 7 0 0,2 9 140 16,6 5-53-16,1 5-27 0,0 1-1 0,0 2-63 15,2 3 14-15,-4-1 0 0,-4 3-63 0,1 0 43 16,-2-2 22-16,-2-6-148 0,0 4 80 0,-2-3 44 16,-7-11 23-16,-2 2-131 0,-4-5 63 0,0-4-10 15,-2-3 31-15,-1-3 145 0,2 0-60 16,0-3-42-16,4 0 0 0,3 0 330 16,-1 0-165-16,4 0-58 0,2 0 128 0,3 0-104 15,1 0-52-15,0 0-19 0,5 0 89 0,12 0-61 16,8 0-31-16,1 0 17 0,2 0-25 0,4 0 9 15,1 0-32-15,4 0-104 0,0 1 52 0,-3 2 26 16,1-1 0-16,-1 4-330 0,-2-2 174 0,0 1 44 16,-4-2-424-16,-5-2 234 0,0-1 132 0,-5 0-115 15,-1 0 126-15</inkml:trace>
  <inkml:trace contextRef="#ctx0" brushRef="#br0" timeOffset="-119462.49">12169 15238 1071 0,'6'-5'0'0,"0"4"0"0,-2 1 0 0,-2 7 0 0,-2 15 0 0,0 1 0 0,0 8 408 15,0 3-192-15,-6 9-91 0,-4-2 121 0,3 1-106 16,-2-1-54-16,1 0-51 16,-2 4-2-16,3-9 0 0,0 1 0 0,-3-4-308 15,3-4 155-15,3-6 84 0,0-8 30 0,3-4-491 16,-1-7 264-16</inkml:trace>
  <inkml:trace contextRef="#ctx0" brushRef="#br0" timeOffset="-119318.26">12137 15531 1723 0,'6'0'0'0,"2"0"0"0,1 0 0 0,-3 0 0 0,1 0 0 0,1 3 0 0,0 7 0 0,-1-3 0 0,2 5 0 0,-1-1 203 15,1 2-78-15,0 0-50 0,0 0-164 0,2 0 60 16,-2 0 31-16,0-1-214 0,-1-5 130 0,5-1 53 15,-2-2 31-15</inkml:trace>
  <inkml:trace contextRef="#ctx0" brushRef="#br0" timeOffset="-119160.68">12435 15243 1355 0,'5'-7'0'0,"1"4"0"0,-1 3 0 0,0 0 0 0,0 16 0 0,-3 4 0 0,0 6 0 0,-2 5 0 0,0 3 230 0,0 4-90 0,-10 3 18 15,2-5-63-15,1 1-31 0,-2 1 0 0,-1-4-275 16,3-2 131-16,-1-5 52 0,1-6 30 0,2-4-217 16,4-9 124-16,-1-3 61 0</inkml:trace>
  <inkml:trace contextRef="#ctx0" brushRef="#br0" timeOffset="-119026.23">12426 15439 1316 0,'9'0'0'0,"0"0"0"0,2 0 0 0,1 4 0 0,-2 5 0 0,4 0 0 0,-1 3 0 0,0 1 0 0,2 2 223 16,-2 0-86-16,1 2-105 0,-4 0 1 0,1-3 0 16,-1 1 0-16,0-2-414 0,-7-3 215 0,1 1 96 15</inkml:trace>
  <inkml:trace contextRef="#ctx0" brushRef="#br0" timeOffset="-118832.75">12219 15768 1327 0,'-9'2'0'0,"6"5"0"0,1-4 0 0,2-1 0 0,0-2 0 0,0 0 0 0,10 0 0 0,6 0 0 0,5 0 208 0,9 0-92 0,-3 0 121 15,5 0-102-15,-2 0-51 0,2 0-26 0,-6-2-126 16,6 0 46-16,-12 1 27 16,1-1 0-16,-5 2-331 0,-4 0 180 0,-1 0 97 15,-5 0 37-15,-2 0-251 0,-2 0 136 0,-2 2-30 16,0 1-215-16,-10 1 162 0</inkml:trace>
  <inkml:trace contextRef="#ctx0" brushRef="#br0" timeOffset="-118551.39">12311 15504 761 0,'0'-2'0'0,"0"2"0"0,1 0 0 0,5 0 0 0,-1 7 0 0,1 7 0 0,0 3 0 0,0 4 316 15,-1 2-146-15,-1 5-69 0,-1 1-34 0,-1 3 29 16,0 0-33-16,0 2 10 0,-2-3-41 0,0 3-226 15,0-5 114-15,-4-1 56 0,-5-2-125 0,0-6 99 16,-3 0 37-16,-1-5-294 0,-2-3 155 0,0-5 27 16,2-4 56-16,-2-3-11 0,1 0 8 0,4 0 39 15,0 0 0-15,0 0 250 0,3-1-124 16,3-1-72-16,1 0 428 0,3-1-207 16,0 2-119-16,0 0-12 0,3-4 146 0,13 4-104 15,6-3-64-15,2 2 73 0,3 0-64 0,1 2-33 16,4 0 0-16,4 0 28 0,-3 0-35 0,3 0 1 15,0 2-26-15,0 2-340 0,-2-1 178 0,1 2 77 16,-1-4-613-16,-1 0 299 0</inkml:trace>
  <inkml:trace contextRef="#ctx0" brushRef="#br0" timeOffset="-118354.92">12785 15584 1805 0,'-5'-5'0'15,"5"3"0"-15,0 1 0 0,4-1 0 0,9 0 0 0,0 0 0 0,6 0 0 0,1-2 0 0,3 1 170 0,2-1-69 0,1 1-33 0,-2 0-198 0,6 2 78 16,-4 1 42-16,-3 0-464 16,-2 0 231-16,-3 0 116 0,-4 0 55 0,-3 0-205 15,-4 0 122-15</inkml:trace>
  <inkml:trace contextRef="#ctx0" brushRef="#br0" timeOffset="-118151.46">12829 15213 729 0,'0'0'0'0,"0"0"0"0,2 3 0 0,4 12 0 0,-1 8 0 0,2 4 422 0,5 12-199 15,-1 4-95-15,2 5 196 0,-1 2-145 0,-1 2-73 16,-1-1-29-16,2 1 1 0,-3 0-23 0,-1-4 1 15,-2-2-24-15,0-3-145 0,-5-5 80 0,1-1 30 16,0-3-355-16,-2-6 196 0,0-7 98 0,0-8 56 16,0-5-534-16,-4-5 260 0,-3-3 99 0,-3-7-147 15</inkml:trace>
  <inkml:trace contextRef="#ctx0" brushRef="#br0" timeOffset="-118016.82">12849 15638 781 0,'0'-9'0'0,"0"0"0"0,0 5 0 0,0 3 0 15,-2 1 0-15,-1 1 0 0,-3 14 268 0,-1 5-118 0,-3 1-50 0,1 7-38 0,0 1 78 16,-3 2-54-16,3-1-26 0,0-1-1 0,0-5-66 16,2 0 16-16,2-5-1 0,3-8-296 0,0-2 160 15,2-6 81-15,0-3 48 0</inkml:trace>
  <inkml:trace contextRef="#ctx0" brushRef="#br0" timeOffset="-117885.18">12879 15651 1655 0,'12'0'0'0,"6"3"0"0,-2 11 0 0,-5-3 0 0,2 5 0 0,-2 2 0 0,2 3 0 16,3-1 0-16,-2 4 255 0,0-4-104 0,2 6-62 0,0-4-148 0,0 0 46 0,-2-4 22 15,0 0 1-15,4-4-492 16,-4-5 253-16</inkml:trace>
  <inkml:trace contextRef="#ctx0" brushRef="#br0" timeOffset="-117705.68">13210 15284 895 0,'-7'-11'0'0,"7"9"0"0,0 0 0 0,2 1 0 0,5-1 0 0,6 0 380 0,2 0-174 0,4 1-87 16,0-2-34-16,5 3 86 0,3-2-70 0,-1 2-33 15,4 0-244-15,0 0 104 0,-4 0 61 0,4 0 17 16,-4 0-253-16,-7 0 135 0,-4 6 69 0</inkml:trace>
  <inkml:trace contextRef="#ctx0" brushRef="#br0" timeOffset="-117529.14">13235 15502 1434 0,'-6'0'0'0,"3"0"0"0,3 0 0 0,0 0 0 0,0 0 0 0,7 0 0 0,6 0 0 0,4 0 0 0,5 0 143 15,-3 0-47-15,6 0-36 0,-4 0-236 0,4 0 105 16,-4 2 51-16,0 7-191 0,-5 0 130 0,-4 0 53 16,-4-2 31-16,-3 3-480 0,-3-3 235 0</inkml:trace>
  <inkml:trace contextRef="#ctx0" brushRef="#br0" timeOffset="-117257.56">13398 15546 463 0,'-13'-10'0'0,"1"1"0"0,3-2 0 0,0 7 0 0,1-1 0 0,2 0 120 0,1 4-48 16,3-1 0-16,0 2 135 0,2 0-88 0,0 5-42 15,2 14-15-15,5 6 38 0,2 3-33 0,3 6-1 16,-3-1 25-16,3 5-30 0,-3 0 9 0,1-1-37 16,-3-3 35-16,-1 0-35 0,0-4-1 0,-5-3-20 15,1-4 8-15,-2-2 13 16,0-2 0-16,0-7-54 0,-2 0 27 0,-5-3 0 16,-3-5 35-16,-3-2-94 0,-2-2 26 0,0 0 25 15,0-2-158-15,-2-11 84 0,0-4 28 0,-1-7 25 16,1-1-130-16,2 1 69 0,1 0 21 0,3 4-21 15,-1 4 25-15,5 4-1 0,-2 4 19 0,4 1 57 16,-1 6-24-16,2 1-8 0,-2 0-17 0,3 11 118 16,-1 7-52-16,2 2-30 0,0 2 33 0,2-2-30 15,0 1 6-15,0-1 1 0,2-2-257 16,9-4 114-16</inkml:trace>
  <inkml:trace contextRef="#ctx0" brushRef="#br0" timeOffset="-117116.57">13577 15732 1453 0,'14'18'0'0,"7"12"0"0,-8-1 0 0,-1-5 0 0,-1 0 0 0,-2-1 0 0,1 4 0 0,-1 0 630 16,0-2-299-16,-1-4-150 0,-1 1-177 0,1-5 37 16,-1-3-8-16,3 4 0 0</inkml:trace>
  <inkml:trace contextRef="#ctx0" brushRef="#br0" timeOffset="-106840.68">16689 15542 420 0,'-6'-4'0'0,"1"0"0"0,0 3 0 15,2-3 0-15,1 0 0 0,-2 1 0 0,0-3 108 0,3 6-38 0,-1-3 56 0,2 2-50 0,0-2-22 16,0 2 0-16,0 1 12 15,-2 0 1-15,2 0-26 0,-4 1-8 0,3 15 33 16,-1 3-33-16,-3 3-1 0,3 4 1 0,0 5 47 16,2 0-9-16,0 3-38 0,0 0 65 0,0 0-32 15,2-4-1-15,7-7 6 0,1-1-8 0,3-3-30 16,3-2 0-16,0-4-45 0,1-2 23 0,1-5 7 16,0-4 15-16,-1-2-33 0,1 0-1 0,2-10 34 15,-4-7-105-15,0-9 57 0,-6-4 4 16,2-2 0-16,-6-3-100 0,-1-1 60 15,-3 0 13-15,-2-2-1 0,0 4-7 0,-4 1 0 16,-8 3 20-16,-4 4 59 0,2 7-8 0,-4 3-37 16,-3 3-7-16,-4 6 86 0,2 4-36 0,-2 3 0 15,4 0-28-15,-5 5 83 0,4 7-29 0,5-1-25 16,0 2-53-16,4-3 33 0,5 0 22 0,3 0-265 16,1-1 117-16,4 1 58 0,0-3 23 0,2 1-357 15,9-3 160-15,6 1 103 0,3-4 48 0</inkml:trace>
  <inkml:trace contextRef="#ctx0" brushRef="#br0" timeOffset="-106496.49">17331 15332 631 0,'0'-6'0'0,"0"3"0"0,0 2 0 0,0-1 0 0,0 1 0 0,-2-2 385 16,-2 3-176-16,0 0-88 0,-2 0-36 16,-1 0 56-16,0 0-54 0,-3 7-27 0,0 6 3 0,-2 0-30 15,-2 6 8-15,-4 2-109 0,-1 2 50 0,-2-1 25 16,1 2 1-16,-3-4-81 0,4-3 62 0,-3 4 17 16,5-6 0-16,0 0-11 0,2-3-1 0,2-2-11 15,3-2 1-15,4-2 181 0,1-4-77 0,3 1-40 16,0-3 73-16,2 2-40 15,0 1-24-15,2 2 13 0,5-2 0 0,9 2-37 16,-2 2-1-16,4-4 34 0,0 2-9 0,3 0-24 16,0 1 0-16,-1-1-146 0,1 0 74 0,-2 1 43 15,-2 1-351-15,0 3 163 0,-4-1 95 0,0 0 17 16,-4 3-199-16,-1 1 86 0,-5 0 80 0,-1 1-323 16</inkml:trace>
  <inkml:trace contextRef="#ctx0" brushRef="#br0" timeOffset="-106337.91">17019 15815 959 0,'-14'0'0'0,"5"0"0"0,2 0 0 0,2 0 0 0,2 0 0 0,1 0 0 0,2 0 0 0,0 0 301 16,0 1-135-16,12 1-58 0,4 4 64 0,2 1-69 16,0 1-36-16,6 7 1 0,-1-2-238 0,0-2 110 15,5 5 42-15,-4-1 25 0,2-1-218 0,1-3 122 16</inkml:trace>
  <inkml:trace contextRef="#ctx0" brushRef="#br0" timeOffset="-105924.34">17614 15279 1434 0,'-5'-6'0'0,"5"6"0"0,0 0 0 0,3 0 0 0,6 2 0 0,3 2 0 0,1 1 0 0,4 0 243 0,0 1-106 0,2 1-44 15,5-2-34-15,0 1 26 0,1 0-26 0,1 1 0 16,-7-3-149-16,3 2 57 0,-4-3 33 0,-6 1-104 16,0-3 68-16,-3 4 35 0,-5-2 7 0,-2 3-31 15,-2 4-4-15,0 6 22 16,-19 9-39-16,-5 5 91 0,-3 7-43 0,-4 0-9 15,-1 5 78-15,0 0-36 0,0-3-14 0,2-2 0 16,5-9 12-16,-1 3-3 0,5-6 7 0,4-4 5 16,4-1-17-16,2-6-6 0,4-4 16 0,3-1-17 15,2-3 7-15,2-4-3 0,0 3-8 0,0-1-21 16,2-2 17-16,9 0 7 0,2 0 40 0,0-2-40 16,5 0 3-16,0 0-3 0,3 0-22 0,-3 0 24 15,3 0 2-15,0 0-131 16,-3 0 59-16,1 0 31 0,-1 0-5 0,0 0-309 15,-3 0 152-15,-4 0 84 0,-2 3 24 0,-1 1-179 16,0 0 102-16,-5-2 63 0,-1-1-298 0</inkml:trace>
  <inkml:trace contextRef="#ctx0" brushRef="#br0" timeOffset="-105755.75">17509 15525 1111 0,'-8'0'0'0,"4"0"0"0,3 0 0 0,1 0 0 0,0 0 0 0,5 0 0 0,12 0 338 0,3 2-152 0,9 5-77 16,-1-3-38-16,2 2 51 0,2 1-36 0,2 0-31 15,2 3-142-15,0 1 60 0,-4 2 30 0,1 0-1 16,-4 2-558-16</inkml:trace>
  <inkml:trace contextRef="#ctx0" brushRef="#br0" timeOffset="-105432.38">18501 15337 1178 0,'-14'-17'0'0,"7"12"0"0,3 3 0 0,2 0 0 0,-3 0 0 0,-3 0 0 0,0 2 181 0,-1 0-66 0,-4 0-46 0,0 6-10 15,-3 9-1-15,-5 1-25 0,-2 3 0 0,2 2-119 16,-3 0 56-16,0 0 31 0,1-1-93 0,-2-1 57 16,0 0 28-16,7-6 5 0,-1-1 47 0,1 1 0 15,2-4-26-15,7-4 150 0,0 1-75 0,5-4-49 16,0 0-3-16,2 0 238 0,2-2-123 0,0 2-63 16,2-1-30-16,14 3-6 0,0-2-25 15,7 2-1-15,-1-2-95 0,3 1 48 16,3 1 24-16,-6 2 8 0,6 0-148 0,-3-1 82 15,0 3 41-15,-5-1-549 0,-1 3 275 0,-4 1 82 16,-2-1 90-16</inkml:trace>
  <inkml:trace contextRef="#ctx0" brushRef="#br0" timeOffset="-105273.63">18198 15701 1443 0,'-21'6'0'0,"5"-2"0"0,2 4 0 0,5-5 0 0,2 1 0 0,3-2 0 0,0-1 0 0,4 4 0 0,0 0 184 0,8 0-67 0,8 1-47 16,7 1 80-16,2-1-59 0,1-1-29 0,4-1-94 16,2 2 40-16,0 0-7 0,2-4 31 0,-2 2-489 15,1 1 244-15</inkml:trace>
  <inkml:trace contextRef="#ctx0" brushRef="#br0" timeOffset="-104831.8">19027 15602 1224 0,'-8'-18'0'0,"4"0"0"0,0 0 0 0,1-3 0 0,-3 1 0 0,-1-1 0 0,-3-2 0 0,1 4 0 0,-2 1 0 0,-1-3 130 16,-1 4-40-16,0 1-33 0,-2 6-60 0,-1 2 0 15,-2 4 36-15,-1 4-85 0,-1 0 50 0,-3 13 13 16,2 10 1-16,3 3-4 0,-5 9 25 0,6 4 0 16,2-6-39-16,3 5 54 0,2-3-31 0,4 2 0 15,6-8 103-15,0 1-49 0,2-7-19 0,12 3-5 16,0-6 15-16,3-2 0 0,-2-5-25 16,6-3-155-16,-3-4 86 0,3-5 28 15,0-1 4-15,3-1-100 0,-5-13 54 0,0-7 33 16,-3-4 3-16,0-3-241 0,-3-1 96 0,-2-4 71 15,-1 4-97-15,-3-1 74 0,0 5 29 0,-1-1 8 16,-2 4 90-16,0 2-27 0,-2 9 1 0,0 2 178 16,-2 5-110-16,1 1-44 0,-1 3-25 0,0 0 256 15,0 16-110-15,0 9-70 0,0 7 0 0,0-1 108 16,0 5-45-16,0 3-50 0,4-5 131 16,7-2-82-16,5 0-54 0,2-6-82 0,1-3 38 0,4-5 0 15,1-4-1-15,-2-9-394 16,6-4 192-16,1-1 102 0,-1-1 51 0</inkml:trace>
  <inkml:trace contextRef="#ctx0" brushRef="#br0" timeOffset="-87113.15">20833 15354 401 0,'-6'-4'0'0,"3"1"0"0,-1 0 0 0,-1 0 0 0,3-1 0 0,-2-1 0 0,1-1 0 0,1 2 74 0,-1-2-42 0,1 3 1 0,2 1 43 16,-2-2-13-16,2 2-9 0,0 1-21 0,0-1 35 16,0 2-35-16,0-2 0 0,0 2 58 0,0 0-34 15,0 0 1-15,0 0 26 0,0 0-25 0,0 0 0 16,0 0-19-16,0 0 41 0,0 0-25 0,0 0 0 16,0 0-23-16,0 0 49 0,0 0-49 0,0 0-1 15,-3 0 1-15,-1 0 14 0,2 0-14 16,0 0 8-16,-1 0-41 0,1 0 1 15,0 0 32-15,0 0-4 0,1 0 3 0,-1 0 9 16,-1 0-8-16,1 0-42 0,2 0 40 0,-4 0-10 16,4 0 8-16,-1 0-27 0,-1 0-7 0,-2 0 25 15,2 0 5-15,1 0-43 0,-3 0 1 0,2 7 41 16,-1 2-29-16,1 5-4 0,-3 0 26 0,3 5-13 16,-1 6 32-16,1-4-25 0,0 7 2 15,0 0 37-15,0 0-1 0,2 1-35 0,0-1 1 16,0-6 38-16,0 1-35 0,2-2 6 15,4 1-5-15,4-4-35 0,-1-1 36 0,3-3 11 16,2-3-51-16,-1-2 43 0,2-1-3 0,2-3-40 16,-2-3-1-16,4-2 32 0,0 0 3 0,2-3-24 15,-1-12 21-15,1-7-9 0,0 0 7 0,-5-2-31 16,1-2 29-16,-4-2-2 0,-2 0 2 0,-3-1-78 16,-2-1 37-16,-4-2-5 0,-1 0-43 0,-1-1 35 15,0-2-1-15,-1 4 31 16,-9-4-45-16,-3 6 11 0,0 4 5 0,-1 7-38 15,-2 0 30-15,-1 6 1 0,-2 3 0 0,0 6 75 16,0 2-22-16,1 1-8 0,1 0-24 0,2 0 32 16,1 4 0-16,7 1-28 0,-4 6-94 0,6-1 47 15,-2 3 23-15,5 0-93 0,2 3 56 0,0-2 20 16,0 0 9-16,4 1-186 0,6-1 107 0,3-2 53 16,4 1 27-16,1-5-186 0</inkml:trace>
  <inkml:trace contextRef="#ctx0" brushRef="#br0" timeOffset="-86796.46">21410 15231 742 0,'14'-12'0'0,"-9"6"0"0,4 3 0 0,-2-3 0 0,-5 1 0 0,0 1 0 0,1-2 0 0,-3 3 240 0,0 0-108 0,0 2-49 0,0-2 26 15,0 1-38-15,0 2-1 16,0-1-29-16,0 1-43 0,-10 0-1 0,1 0 36 15,-7 6-1-15,2 4-149 0,-2 2 83 0,0 0 30 16,0 3-60-16,0-3 49 0,-2-1-4 0,4 1 21 16,5-5 55-16,-3 2-25 0,3-3-40 0,3 0 110 15,3-5-53-15,1 1-22 0,-1 1 13 0,3-3 143 16,0 0-59-16,0 2-47 0,0 1-15 0,0 3-73 16,7-1 30-16,3 1-7 0,0 2 23 0,1-1-2 15,2 3-1-15,-2-3-92 0,3 4 55 16,-2-1 14-16,2-1-11 0,-1 0-101 15,-1 2 42-15,-1-1 38 0,-4-2-6 0,5 3-326 16,-7 0 145-16,-1 0 93 0,0 0-289 0,-4 1 187 16</inkml:trace>
  <inkml:trace contextRef="#ctx0" brushRef="#br0" timeOffset="-86623.86">21199 15568 1103 0,'-5'0'0'0,"1"0"0"0,2 2 0 0,1-2 0 0,1 0 0 0,0 0 0 0,0 0 0 0,1 0 270 0,10 4-119 0,7-1-51 16,-2 4-38-16,3 0 35 0,2 2-33 0,1 3 1 15,-3-1-32-15,2 2-119 0,1 2 55 0,-1-2 32 16,-2-2-390-16,4 3 206 0,-9-2 103 0</inkml:trace>
  <inkml:trace contextRef="#ctx0" brushRef="#br0" timeOffset="-86183.52">21769 15336 1246 0,'-9'-13'0'0,"2"12"0"0,4-1 0 0,-1 1 0 0,-3 1 0 0,1 0 0 0,-2 4 0 0,3 10 0 0,-3 9 125 0,1 3-47 0,2 4-22 0,-2 4 44 15,4 4-33-15,1-1 7 0,2 1-41 0,0-2 27 16,0-3-27-16,3-1-1 0,9-3 1 0,1-7-4 16,6 4 4-16,1-5 0 0,3-6-43 0,2-2 21 15,1-5 1-15,-3-5-48 0,9-3 30 0,-5 0 4 16,-1-6 0-16,3-11-119 0,-1-5 67 16,-5-5 22-16,0-1 18 0,-7-1-139 15,-1-5 72-15,-5 0 22 0,-3-4-17 0,-4-1 14 16,-1-7 6-16,-2-1 11 0,0 2 38 0,-7 0-38 15,-6 1 13-15,-2 6 26 0,-3-5-27 0,-2 15 0 16,-2 5 0-16,0 6 60 0,-3 10-28 0,2 5 5 16,-7 2-31-16,6 0 155 0,-1 15-71 0,3 2-25 15,3 4 120-15,6-4-67 0,0 3-41 0,5 2-7 16,5-3 57-16,3 2-25 0,0 0-19 0,0 0 45 16,5-3-31-16,9 0-9 0,0-1-22 15,1-1-54-15,4-3 36 0,0 0-9 0,-1-1 27 16,3-3-192-16,0-2 93 0,-1-1 34 15,1 1-359-15,0-3 177 0,1 1 102 0,5-5 18 16,-3 0-172-16</inkml:trace>
  <inkml:trace contextRef="#ctx0" brushRef="#br0" timeOffset="-85899.27">22500 15236 375 0,'7'-8'0'0,"2"6"0"0,-3 1 0 0,-3-1 0 0,-1-1 0 0,1 2 274 15,-3 1-112-15,0 0-69 0,0 1-30 0,-10 12 120 16,-5 5-75-16,-4 2-38 0,-2 2 4 0,1 0-8 16,-4 2-34-16,-1-3 1 0,0-1-62 0,3-1 30 15,3-6 9-15,0 2-17 0,5-3 40 0,1-4 0 16,5-1 0-16,0-2 25 0,5-3 9 0,1-2-34 16,2 2-38-16,0-2 169 0,0 0-66 0,0 0-32 15,0 0 4-15,0 0-38 16,5 2 1-16,8 1 0 0,1 1 31 0,2 0-32 15,1 1 9-15,4 0-99 0,-2 0 46 0,2 3 22 16,0 1 0-16,-1-1-93 0,-1 1 49 0,-3 2 27 16,0 1-12-16,-4-2-431 0,0 6 190 0,-3-3 119 15,-1 2-370-15</inkml:trace>
  <inkml:trace contextRef="#ctx0" brushRef="#br0" timeOffset="-85718.76">22304 15724 1192 0,'-13'5'0'0,"3"0"0"0,5-2 0 0,-1 1 0 0,2-4 0 0,4 0 0 0,0 2 184 0,0 2-75 0,4-1-39 0,7 3 118 15,5-2-83-15,3 1-35 0,-1 0-1 0,7 3 45 16,-6-2-41-16,1-2 8 0,1 2-324 0,0-1 138 16,-3 2 69-16,1-1 35 15,-4 1-431-15,0 1 241 0,1-1 47 0</inkml:trace>
  <inkml:trace contextRef="#ctx0" brushRef="#br0" timeOffset="-85515.3">22815 15459 1380 0,'0'-7'0'0,"0"1"0"0,2 3 0 0,5-2 0 0,2 0 0 0,1 1 0 0,3 1 0 0,4-1 0 0,7 1 380 0,-3 2-165 15,9-3-96-15,-2 2-38 0,1 2-24 0,1 0 0 16,-2 0-24-16,-3 0-286 0,7 0 139 0,-12 0 73 16,4 2 37-16,-3 3-197 0,-3 3 116 0,0-1 65 15,-6 2-543-15,-5 2 240 0,-5-6 145 0</inkml:trace>
  <inkml:trace contextRef="#ctx0" brushRef="#br0" timeOffset="-85191.6">22932 15577 747 0,'-21'2'0'0,"3"3"0"0,9 0 0 0,2-3 0 0,2-1 0 0,3-1 0 0,2 0 161 0,0 0-64 0,9 0-24 0,7 0 109 15,11 0-75-15,-3 5-37 0,3 0 0 0,-1 5-61 16,-8-2 32-16,3 5-8 0,-3 3-84 0,-4 1 42 16,-5 1 21-16,-2 3 0 15,-5 2-160-15,-2 5 86 0,0-4 48 0,-12 1-184 16,-5-3 102-16,-4-3 13 0,2-6 36 0,-8 2-10 15,2-5 34-15,1-5-45 0,3-3 36 0,-1 0 236 16,-1-2-117-16,6 0-44 0,2 0 296 0,3 0-151 16,3 0-86-16,4-2-14 0,3 0 100 0,0 0-81 15,2 1-37-15,0-4 80 16,11 2-59-16,12-2-29 0,3 0 8 0,3 4-114 0,4-3 38 0,1 2 0 16,0 2 39-16,-1 0-178 0,1 0 97 15,-2 0 37-15,-2 0-350 0,-2 0 163 16,-1 2 101-16,-6 2 4 0,-1 1-181 0,-5-1 112 15,0 0 65-15,-5-3-288 0,-6-1 176 0</inkml:trace>
  <inkml:trace contextRef="#ctx0" brushRef="#br0" timeOffset="-84927.63">22727 15004 1194 0,'-16'-22'0'0,"11"17"0"0,3 3 0 0,2-1 0 0,0 2 0 0,0-2 0 0,7-2 0 0,12 0 0 0,8 1 126 0,5-2-47 0,7 2-23 0,-2 1 140 16,12-2-86-16,-3 3-39 0,-3-1 1 0,-8 3-49 16,5 0 10-16,-4 0 8 0,-2 0-79 15,-1 0 35-15,-2 5 1 16,-5 0-35-16,-4 0 35 0,-1 1 8 0,-5-2 26 0,-4-1-276 15,-3 0 99-15,-3 0 75 0,0 0-13 0,-4-3-315 16,-2 1 186-16,0-1 90 0</inkml:trace>
  <inkml:trace contextRef="#ctx0" brushRef="#br0" timeOffset="-84760.07">22989 15027 1300 0,'-3'11'0'0,"-1"5"0"0,4-2 0 0,0-1 0 0,0-1 0 0,0 3 0 0,0 0 0 0,0 2 0 0,0 1 190 0,0 3-70 16,0 2-48-16,0 0 14 0,0 1-27 0,0 0-1 16,0-3-25-16,0 1-152 0,0-2 71 0,0-2 41 15,2-3-349-15,0-6 194 0,-1 1 98 0,6-6 56 16</inkml:trace>
  <inkml:trace contextRef="#ctx0" brushRef="#br0" timeOffset="-84603.49">23121 15011 878 0,'4'3'0'0,"1"3"0"0,1 1 0 0,-2 0 0 0,-1 3 0 0,2 0 0 0,-3 2 317 15,-1 3-142-15,1 3-71 16,2 2-36-16,-2 3 53 0,0 5-48 0,1-1 0 0,-1 1-191 0,0 1 76 16,0 5 37-16,-1 0 8 15,1 4-384-15,1 6 203 0</inkml:trace>
  <inkml:trace contextRef="#ctx0" brushRef="#br0" timeOffset="-84404.03">23805 15972 1170 0,'0'-28'0'0,"0"24"0"0,0 2 0 0,0 0 0 0,2-1 0 0,-2 0 291 0,0-2-129 0,0 2-65 16,0-4-23-16,0 1-145 0,0 3 53 0,1 1 25 15</inkml:trace>
  <inkml:trace contextRef="#ctx0" brushRef="#br0" timeOffset="-71645.7">24136 15772 562 0,'-7'-7'0'0,"4"2"0"0,1 2 0 0,0 2 0 0,2-1 0 0,0 2 0 0,0 0 0 0,0 0 129 0,0 0-49 0,0 0-23 15,2 2 87-15,1 7-48 16,-1 4-35-16,1 4-1 0,-1 6 0 0,-2 2-28 16,0 0 1-16,-8 4-117 0,-2 1 54 0,0-1 32 15,0 4-1-15,0-5-106 0</inkml:trace>
  <inkml:trace contextRef="#ctx0" brushRef="#br0" timeOffset="-70680.16">20211 15715 776 0,'0'-28'0'16,"-7"16"0"-16,7 10 0 0,0 1 0 0,0 1 0 0,0 0 0 0,-2 0 0 0,0 0 150 0,-1 0-59 0,-3 0-29 0,-2 0 9 0,-1 1-38 0,-2 10 8 15,-4 9-9-15,0 2-119 16,-4 14 59-16</inkml:trace>
  <inkml:trace contextRef="#ctx0" brushRef="#br0" timeOffset="-69658.88">25234 15223 468 0,'-4'-13'0'0,"2"5"0"0,-1 3 0 0,-3-3 0 0,3 2 0 0,-1 0 0 0,-4 0 165 15,2 1-70-15,-1 4-32 0,2-1 93 0,-3 0-63 16,2 2-29-16,-3 0 7 0,0 9-7 0,0 7-31 16,0 8 0-16,2 4-33 0,0 3 1 0,1 5 39 15,2 6-7-15,2-1 36 0,2 0-37 0,0-5 1 16,0 0-14-16,2-4 22 15,8-2-8-15,2-9 0 0,6-1-21 0,-5-8 21 16,9-2-7-16,-1-4-22 0,1-5 24 0,5-1 2 16,-3 0 4-16,-1-10-46 0,1-11 38 0,-3-4 9 15,-2-4-19-15,-1-11-50 0,-6 0 23 0,-5-1 1 16,-3 0-22-16,-2 2 27 0,-2-8-11 0,0 11 29 16,-8 0-40-16,-6 5 1 0,-2 4 25 0,1 8-8 15,-7 1 6-15,3 6 7 0,-2 4-15 16,-1 4-26-16,3 3 15 0,-2 1-2 15,4 0 18-15,4 0-102 0,0 8 45 0,6 1 26 16,1 4-198-16,3 0 97 0,3 2 46 0,0 2 31 16,3-1-205-16,8-3 117 0,6-2 50 0</inkml:trace>
  <inkml:trace contextRef="#ctx0" brushRef="#br0" timeOffset="-69366.02">25848 15059 610 0,'8'0'0'0,"-2"-1"0"0,-3-2 0 0,-1 2 0 0,0-1 0 0,-2 0 0 0,0 2 0 0,0-2 170 15,-4 2-68-15,-5 0-35 0,-4 7 26 0,-6 9-30 16,2-1 8-16,-4 3-106 0,1 1 33 0,-1-2 1 16,0 0 34-16,5-4-64 0,-3 3 40 0,2-5-8 15,2-2 32-15,2 0 18 16,1-1-21-16,5-3 2 0,1 0 27 0,3-2-5 15,1-1-62-15,0-1 26 0,2 1 80 0,0 2-36 16,0 0-1-16,9 1 5 0,6-1-28 0,4 0-6 16,0 0 1-16,1-1-31 0,1 1 9 0,2 2 21 15,-3-1 1-15,1 5-63 0,-2 0 31 0,-1 1 0 16,-2 2-293-16,-5 2 134 0,-1 4 80 0,-1-3 13 16,-4 5-383-16</inkml:trace>
  <inkml:trace contextRef="#ctx0" brushRef="#br0" timeOffset="-69203.94">25619 15459 1122 0,'-5'4'0'0,"1"-1"0"0,1 3 0 0,3-3 0 0,0 0 0 0,0 1 0 0,3 0 0 0,12 1 0 0,6 5 245 16,1-3-106-16,-1 1-45 0,9 3-46 0,-3-2-16 15,4 5 1-15,1-1 0 0,0 1-263 0,0 1 140 16,1 3 57-16,1-2-464 15</inkml:trace>
  <inkml:trace contextRef="#ctx0" brushRef="#br0" timeOffset="-68826.02">26359 15904 895 0,'2'2'0'0,"-1"1"0"0,2-3 0 0,-3 0 0 0,0 0 0 0,0 0 0 0,0-2 0 0,-6-6 177 0,1-4-64 16,0-2-44-16,4-3 79 0,-3-6-57 0,2-4-30 16,0 1 1-16,2-5-58 0,0-11-8 0,0-1 37 15,0-6 0-15,0-15-68 0,0-5 33 0,6-8 9 16,4-17-80-16,-1 3 53 0,0 16 26 0,1-4 0 16,-3 20-50-16,-1 8 3 0,1 2 24 0,3 8 141 15,0 9-58-15,4 8-37 0,-1 5 0 0,2 4 86 16,4 7-51-16,-1 3-15 15,5 2 1-15,2 3-59 0,-1 0 36 0,-5 13 29 16,3 8-146-16,-4 4 62 0,-7 3 28 0,-4 2 8 16,-3 2-139-16,-3-5 70 0,-1 5 35 0,0-7-50 15,-7-6 37-15,-6 2-4 0,-4-4-1 0,-1-4 29 16,-7-3-2-16,-1-5-24 0,3-2 20 0,-3-3 93 16,0 0-45-16,3 0-24 0,0 0 3 0,3 0-16 15,3 0-1-15,8-3 18 0,0 1-257 0,6 2 119 16,3 0 56-16,0 0-170 15,8 6 103-15</inkml:trace>
  <inkml:trace contextRef="#ctx0" brushRef="#br0" timeOffset="-68529.81">26861 15109 969 0,'6'0'0'0,"-1"-1"0"0,1-3 0 0,-3 1 0 0,-1-1 0 0,0 0 0 0,-2 2 0 0,0 0 164 15,0 0-66-15,0 1-33 0,0 1 95 0,0 0-68 16,-12 15-30-16,-4 3-117 0,0 5 44 0,-6 1 22 16,2 2 8-16,-4-2-48 0,3-1 32 0,-1-1-1 15,2-4 30-15,4-4-77 0,-2-3 47 0,5-4-9 16,4-3 50-16,3 0 0 0,2-3-59 0,1-1 1 16,3 0 301-16,0 0-136 0,0 0-50 0,0 0 0 15,7 0-34-15,8 0 0 0,3 0-25 0,6 0 19 16,-2 6 1-16,3 0-29 15,-4 3 1-15,3 4-134 0,-4-2 75 0,3 6 25 16,-4 0-332-16,0 0 178 16,-7 0 56-16,2 2 55 0,-5 1-508 0,-3-1 264 0,-3-1 128 0</inkml:trace>
  <inkml:trace contextRef="#ctx0" brushRef="#br0" timeOffset="-68388.19">26654 15577 928 0,'-9'0'0'0,"3"0"0"0,2 0 0 0,3 0 0 0,-1 0 0 0,2 0 0 0,0 0 184 0,5 2-75 0,10 2-38 0,3 4 135 16,9 3-91-16,0 0-41 0,1 2-15 0,2 4 0 15,7 4-26-15,-8-3-447 0,8 7 219 0,-9-6 114 16</inkml:trace>
  <inkml:trace contextRef="#ctx0" brushRef="#br0" timeOffset="-67875.39">27310 15419 775 0,'-14'-21'0'0,"3"1"0"16,4 5 0-16,2-1 0 0,5-5 0 0,0-3 0 0,0-3 0 0,5 1 186 0,11 0-80 0,6 0-37 0,5-1 64 0,2 2-51 15,3 5-24-15,-1 4 8 16,1 6 40-16,-3 2-36 0,-6 6-1 0,-2 2-59 15,2 0 23-15,-5 12 7 0,-2 12-7 0,-6 2-66 16,-3 9 32-16,-5 5 1 0,-2 3-106 0,-5 4 77 16,-13 0 27-16,-5 4-7 0,-3-2-136 0,-2-4 61 15,6-11 43-15,-12 7-3 0,11-17-8 0,-1 0 1 16,-3-8 0-16,3-5 58 0,2-5-6 0,-2-2-37 16,2-4 12-16,4 0 147 0,1 0-69 0,1-2-30 15,9-2-5-15,0-2 227 0,1 4-119 0,4-3-38 16,2 3 167-16,0-2-111 15,2 0-48-15,17 3-67 0,3-1 2 0,5-1 1 16,3 2 0-16,2 1 28 0,3 0-20 0,4 0-9 16,-2 0 1-16,0 0-125 0,1 7 63 0,-2 1 31 15,0-1 7-15,-1 3-448 0,-3-1 190 0,-2 2 122 16,-3 0-437-16,-4-1 265 0,-3 0 125 0</inkml:trace>
  <inkml:trace contextRef="#ctx0" brushRef="#br0" timeOffset="-67363.23">28004 15365 514 0,'0'-22'0'0,"0"5"0"0,0 6 0 0,0-2 0 0,0 0 0 0,0 3 0 0,-2 2 251 16,-3-1-110-16,0 3-54 0,-1 4 94 0,-3 2-74 15,-1 0-29-15,-3 0-8 16,-4 21-64-16,2 4 27 0,-2 3-1 0,4 4 1 15,-1-3 25-15,7 4-25 0,2-5-1 0,3 0 32 16,2-2 0-16,0-7-31 0,2 2 8 0,7-4-49 16,-1-2 41-16,6-2-1 0,-1-5-61 0,5-1 30 15,-4-6 16-15,3-1-8 0,1 0-94 0,-1-3 53 16,2-10 20-16,-1-6-44 0,-6 3 24 0,4-7 20 16,-2-1-10-16,-5-5-100 0,0 1 43 0,-4 4 31 15,4-7-10-15,-6 8-1 0,-1 1 24 0,0 4 13 16,-2 6 120-16,0 3-62 15,0 2-27-15,0 3 0 0,0 1 205 0,0 3-108 16,-2 0-38-16,-5 14-31 0,2 7 14 0,1 1-33 16,4 1 35-16,0 1-42 0,0-1 43 0,0-1-16 15,5-2 9-15,8 0-88 0,-2-5 36 0,4-3 0 16,0-2-45-16,-1-2 39 0,4-6-4 0,-1-2 1 16,1 0-57-16,-1-2 38 15,-1-10 7-15,0-5-9 0,-3 1-2 0,1-9 34 0,-8 2-5 0,2-3 1 16,-4 0-7-16,-3 0 5 15,3-4-2-15,-4 2 3 0,0 7-4 0,-9 1 3 16,-1 2-9-16,-8 3 7 0,0 6 2 0,-1 3 1 16,-4 5-30-16,1 1 0 0,0 0 29 0,4 0-91 15,1 7 45-15,4 5 14 0,1 0 1 0,7 1-94 16,4 4 48-16,1 3 13 0,0-2 8 0,6 5-72 16,11-7 53-16,8-1 25 0</inkml:trace>
  <inkml:trace contextRef="#ctx0" brushRef="#br0" timeOffset="-67082.97">28602 15262 622 0,'0'-13'0'0,"0"3"0"0,-9 4 0 0,-1-1 0 0,-3 4 0 0,-4-1 0 0,-5 1 209 0,3 3-92 0,-4 0-43 16,7 9-20-16,-3 4 119 0,4 0-71 0,9 0-26 15,2 4-8-15,4-1-1 0,0 2-34 0,2 1 0 16,10-1-38-16,6-2 8 15,4 2 30-15,0 0 0 0,1-4-59 0,0-1 29 16,-7-1 9-16,2 0-88 0,-3 1 55 0,-6 0-1 16,-3-5 23-16,-4 4-116 0,-1-4 60 0,-1 6 11 15,-9-3 21-15,-13 1-13 0,-5-3 0 0,-3 2 13 16,-4-1-19-16,-3-3 19 0,-1 1 9 0,5-2-13 16,1-3-57-16,8-3 29 0,4 0-5 0,4 0-105 15,5 0 67-15,10-9 28 0,1-5 0 16,8-5-111-16,15-1 66 0</inkml:trace>
  <inkml:trace contextRef="#ctx0" brushRef="#br0" timeOffset="-66730.91">28756 15241 934 0,'7'-8'0'0,"-1"6"0"0,-3-1 0 0,-1 1 0 0,-2 2 0 0,0 0 0 0,-11 5 153 16,-6 13-60-16,0 6-30 0,0 7 189 0,3 1-114 15,0 4-53-15,9 1-25 16,1 0 51-16,4 1-38 0,2-3 7 0,10 0-9 15,8-5 1-15,4 1-39 0,2-5-1 0,9-1-50 16,-3-12 34-16,10 1-9 0,-2-13 26 0,0-1-129 16,2 0 65-16,-3-15 31 0,-6-2-166 0,-4-7 68 15,-5-2 55-15,-2-4-56 0,-6-12 47 0,-6 1-6 16,-4-6-14-16,-3-6 1 0,-1-3 7 0,-2 0 1 16,0 0 31-16,-11 4-100 0,-6 15 41 0,-8-6 33 15,-5 15 0-15,-6 7-4 0,-2 8 29 16,4 5 0-16,-4 6 109 0,0 2-50 15,0 0-29-15,7 7-1 0,0 9 62 0,10 0-44 16,4 1-19-16,4 2 200 0,4 2-81 0,8 1-58 16,1 3 13-16,0-6 114 0,16 5-55 0,5-5-47 15,2 0-24-15,7-2 52 0,2-3-38 0,1-1 9 16,3-3-47-16,-1 1-1 0,0 1 1 0,0-3-240 16,-5 3 120-16,2-1 68 0,-3 1 20 0,-4 2-631 15</inkml:trace>
  <inkml:trace contextRef="#ctx0" brushRef="#br0" timeOffset="-66587.3">29680 15708 1606 0,'0'-7'0'0,"2"6"0"0,4-1 0 15,-1-7 0-15,-2 1 0 0,-1-1 0 0,-2-3 0 0,0 6 216 0,0-1-92 0,0 3-46 16,0 2-320-16,0 0 146 0</inkml:trace>
  <inkml:trace contextRef="#ctx0" brushRef="#br0" timeOffset="-63326.49">14389 16513 640 0,'-3'0'0'0,"-3"-2"0"0,3 2 0 0,1 0 0 0,-2 0 0 0,1 0 0 0,-2 0 0 0,1 0 0 0,1 0 0 0,-1 0 174 0,2 2-70 0,2-1-36 16,-2-1 9-16,2 3 118 0,0-3-81 0,0 2-41 15,0-1 65-15,2 1-53 0,9 2-18 0,3-3 120 16,-1 2-77-16,4-1-39 16,-3 0 1-16,4-2-19 0,-4 3 8 0,2 0-28 15,-2-2 0-15,2 1-21 0,-7 0 0 0,2-2 21 16,-1 0 7-16,-3 0-108 0,-1 0 49 0,-4 0 27 15,-1 0-177-15,1 0 97 0,-2 0 28 0,0 0 28 16,0 0-102-16,0 0 55 0,-3 0 3 0,-3 0-15 16,-3 0 4-16,1 0 6 0,1 0 1 0,-3 0 72 15,5 0-47-15,-3 0 6 0,4 0-8 0,-1 0 139 16,1 0-55-16,0 3-34 16,3 3 196-16,-1 3-105 0,-2 1-36 0,4 3 145 15,-2 0-85-15,2 5-51 0,0-2-6 0,0 2 30 16,0 5-24-16,0 2-8 0,0-1-32 0,4 2 64 15,1 2-32-15,3 2 0 0,-3 3-24 0,2-1-21 16,-2 1 13-16,0 2 0 0,-1-2-74 0,-2 3 37 16,0-2 9-16,0 1 27 0,-2-3-175 0,0-2 84 15,0-3 23-15,0-1-119 0,-6-6 65 0,1 1 44 16,-3-6-2-16,2-2-18 0,-1-5 4 16,1-1-1-16,-1-1 54 0,0-1 8 15,0-3-46-15,2 0 15 0,-1-1 172 0,1 2-87 16,1-1-29-16,1-2 233 0,0 1-117 0,1-1-68 15,2 3-11-15,-2-3 174 0,2 0-100 0,0 0-52 16,0 0-24-16,0 0 4 0,0 3 0 0,8 0-22 16,7-3-8-16,0 0 59 0,2 1-29 0,2-1-1 15,-1 0-16-15,1 0 127 0,2 0-173 0,-3 0-237 16,0 0 185-16,0 0 42 0,-2 0 21 0,-2 0-431 16,0 0 193-16,-1 0 115 15,-3 0 25-15,1 0-278 0,-2 0 161 0,2 0 78 16,0 0-415-16,0 0 254 0,-1-1 127 0,-1-14 64 15</inkml:trace>
  <inkml:trace contextRef="#ctx0" brushRef="#br0" timeOffset="-63145.92">14780 16860 1303 0,'2'-3'0'0,"2"1"0"0,1-1 0 0,4 2 0 0,-2-1 0 0,2 0 0 0,5 0 0 0,0 1 453 16,4-2-214-16,0 3-103 0,1-1-52 0,1 1 159 15,-1 0-105-15,0 0-45 0,-2 0-60 0,-2 0 0 16,-4 0 0-16,0 0-1 0,-1 0-307 0,-3 0 162 16,-1 1 69-16,-3-1-513 0,-1 0 293 0,0 0 73 15,0 0 96-15</inkml:trace>
  <inkml:trace contextRef="#ctx0" brushRef="#br0" timeOffset="-62971.67">14880 17106 2070 0,'-8'6'0'0,"5"1"0"0,1-1 0 0,0-4 0 0,2 0 0 0,0 2 0 0,0-2 0 0,9 3 0 0,6-1 296 0,6-1-131 0,2 4-66 15,-2-3 103-15,4 0-88 0,0 4-41 0,-1-3-39 16,-3 3-1-16,1-3 0 16,-1 3 7-16,-2-3-435 0,-4-2 213 0,-3-1 108 15,-1-2 53-15,-4 0-610 0,-4 0 325 0</inkml:trace>
  <inkml:trace contextRef="#ctx0" brushRef="#br0" timeOffset="-61614.27">16140 16641 779 0,'-4'-4'0'0,"3"2"0"0,1 0 0 0,-2-2 0 0,0-1 0 0,0-2 0 0,-1-5 0 0,1-2 90 0,-1-1-29 16,3-1 0-16,-2-3 8 0,2 0 8 0,0 1-44 15,-2-2-1-15,2 4-32 0,-3-1 1 0,1 2 31 16,-2 3 9-16,1-2-36 0,-3 2-1 0,1 1 29 16,-4 4 0-16,0-4-29 0,2 4 37 0,-5 1-27 15,1 1 18-15,0 2-22 0,1-1 14 0,-1 1 47 16,0 3-17-16,-2 0-3 16,2 0-25-16,2 0 1 0,-1 3 3 0,2 4 8 15,1 1 1-15,2 0-31 0,0-1-1 0,1 2 26 16,3-2-36-16,-1 4 31 0,2-1 5 0,0 4-5 15,0 5 31-15,0 3-3 0,2 5-28 0,5 4 55 16,1 8-30-16,-1 3 0 0,1 1-23 0,-3 2 65 16,2 3-32-16,-2-3 9 0,2 6-39 0,-1-3 38 15,-1-1-1-15,2 2-37 0,-2-3 27 16,-3-3 7-16,1 10-34 0,-1-4 0 16,0-4-9-16,-2 0 9 0,0-9 0 0,0-1-29 15,0-1 29-15,-2-6-1 0,-1-6 1 0,-3 1-68 16,-2-7 34-16,3-5 19 0,-5 0-30 0,1-5-84 15,-4 0 46-15,0-5 32 0,-3-1-142 0,0 0 78 16,-1-1 27-16,0-9 24 0,-2-7-235 0,3 1 119 16,0-6 47-16,5 5-66 0,-2-10 70 0,5 7 32 15,3 0 0-15,3-1-180 16,2 3 105-16,0 1 46 0,0 2 33 0,7 3-214 16,8-1 121-16,8 4 60 0,-4-1-195 0</inkml:trace>
  <inkml:trace contextRef="#ctx0" brushRef="#br0" timeOffset="-61087.08">16402 17234 620 0,'0'0'0'0,"0"0"0"0,-2 0 0 0,-1-3 0 0,-1 2 0 0,3 0 0 0,-1-2 0 0,0 3 145 16,0-2-57-16,2 2-27 0,0 0 78 0,0 0-53 16,0 0-18-16,0 0 12 0,-2 0-23 0,-1 0 0 15,-1 12-24-15,-1 4-33 0,0 6 41 0,0 0-8 16,3 2-1-16,0-3 30 16,2 7 0-16,0-5-30 0,0-3 44 0,0 1-9 15,2-5-34-15,5 0 0 0,5-5 13 0,1-2-14 16,0-3 9-16,4-5-60 0,2-1 25 0,-1 0 1 15,3-4 26-15,0-14-96 0,-3-3 53 0,0-3 9 16,-4-3-1-16,-2-4-177 0,-3 1 94 0,-5 1 30 16,-4 2-37-16,0-5 26 0,0 5 27 0,-8 3-12 15,-6 4-21-15,0 3 9 0,0 2-7 16,-6 6 76-16,1 1-1 0,3 4-40 16,-1 2 3-16,0 2-42 0,5 0-7 0,0 2 48 15,4 2 0-15,3 4-183 0,2-4 91 0,3 4 46 16,0-2-98-16</inkml:trace>
  <inkml:trace contextRef="#ctx0" brushRef="#br0" timeOffset="-59829.05">16608 16405 748 0,'0'2'0'0,"0"-2"0"0,0 0 0 0,0 0 0 0,0 0 0 0,0 0 0 0,0 0 0 0,0 0 0 0,0 0 152 0,0-3-60 16,0-4-30-16,0-3 1 0,0 0 35 16,0-3-37-16,0 3 0 0,0-4-16 0,0 3-13 15,0-3 1-15,0 3-29 0,-2-3 29 0,-2 0 0 16,-3 1 0-16,0 0-32 0,-4 1 32 0,2 1 8 15,-3 2-9-15,-2 2 4 0,1-2-4 0,-2 4 1 16,0 4 0-16,-2-1-19 0,2 2 15 0,-2 0-6 16,2 2 16-16,-2 9-11 15,1 7 0-15,2 0 3 0,1 8-2 0,1 2 3 16,3-2-3-16,6 2 9 0,1-2-8 0,2-5 8 16,0 0-8-16,0 0-23 0,7-6 0 0,4-2 19 15,4-2-72-15,3-6 38 0,-2-1-5 0,3-4 31 16,1 0-49-16,3-2 20 0,-2-11-1 0,-3-4 16 15,3-3-108-15,-5-1 43 0,-3 3 32 0,-4-5-100 16,1 3 58-16,-7 2 11 0,-1 4 5 16,0 2 76-16,-2 2-20 0,0 4-16 0,0 2-9 0,0 1 235 15,-5 3-109-15,-4 0-49 16,-2 12 123-16,1 11-72 0,-1 3-46 0,4 3 68 16,2 1-52-16,3-1-5 0,2 1 0 0,0-2-117 15,2-3 41-15,7-7 8 0,8 3 32 0,5-9-437 16,3-3 211-16,3-5 87 0,2-4-606 0</inkml:trace>
  <inkml:trace contextRef="#ctx0" brushRef="#br0" timeOffset="-59271.74">17163 16941 1092 0,'0'4'0'0,"-2"-1"0"0,2-3 0 0,0 3 0 0,0-3 0 0,0 0 0 0,-2 0 135 0,1 0-51 16,-3-3-25-16,4-8 8 0,0-2-26 0,0-5-8 16,-2 2 0-16,-2-1-101 0,1-1 50 0,-1 0 26 15,-4 1-55-15,-1 1 36 0,0 3 21 0,-3 2 1 16,1 3 19-16,-2 3 2 0,-2 3-38 0,0 2 127 15,0 0-57-15,-5 16-22 0,4 7-20 0,-1 4 54 16,4 4-13-16,3 3-5 0,-2 0 12 0,8-3 22 16,2 2-30-16,2-4 1 0,0-5-22 15,2 3 30-15,7-8-38 0,5-2 0 16,2-2-66-16,1-5 32 0,2-5 9 0,-2-5 25 16,2 0-156-16,-1 0 75 0,1-11 23 0,0-8-125 15,-2-6 68-15,-2-1 43 0,0-4-1 0,-4-2-51 16,1-4 18-16,-2-5 28 0,-2 6-24 0,0-14-13 15,-1 0 18-15,-1-3 0 0,-3-14 3 0,1-2 0 16,0-3 20-16,-3-7 9 0,4-2-57 0,-1 1 29 16,1 4 0-16,1 19 53 0,-5 11-8 15,1 5-17-15,-2 17-1 0,0 12 115 16,0 1-58-16,0 10-28 0,-9 14 340 0,-2 26-171 16,1 5-67-16,-1 14-49 0,4 2 282 0,3 7-149 15,2-8-67-15,2 22 125 0,0-10-103 0,0 6-53 16,0-4-25-16,2-4-5 0,4-11 9 0,3 3-30 15,2-4 0-15,1-9-85 0,0-4 42 0,0-9 30 16,1-3-8-16,0-4-336 0,-5-9 178 16,3-2 90-16,-6-9-590 0,4-3 291 15,0-6 165-15,-2 0-285 0</inkml:trace>
  <inkml:trace contextRef="#ctx0" brushRef="#br0" timeOffset="-58862.79">17458 16583 854 0,'0'-8'0'0,"0"6"0"0,0-2 0 0,0 3 0 0,0-2 0 0,2 1 498 16,9 1-232-16,6 1-108 15,6 0 85-15,1 0-105 0,0 0-53 0,5 0-26 16,-1 1 86-16,4 1-49 0,-2 1-35 0,2-2-98 16,0 0 35-16,-4 2 0 0,0 0 34 0,-7 1-120 15,-1 4 55-15,-1 1 34 0,-6 3-1 0,-3 3-35 16,-4 2 34-16,-5 4-26 0,-1 7 71 0,0-3-57 15,-1 6 16-15,-11 0-31 0,-3 3 271 0,-2 0-107 16,-3 7-63-16,1-4 84 0,-4-2-63 0,1 2-30 16,-1-2 0-16,2-2-120 0,-3 1 40 15,2-2 24-15,1-3 1 0,2-4-74 16,2-2 49-16,4-7 32 0,0-1 90 0,4-1-49 16,3-7 0-16,2-1-69 0,2-2 145 0,0-2-60 15,2-2-29-15,0 4 112 0,0-1-62 0,10-1-31 16,5 2 133-16,4-4-196 0,3 2 0 0,2-2 0 15,3 0 0-15,-3 0 0 0,5 0 0 0,-8-4 0 16,8-2 0-16,-3 1 0 0,-7-1-165 16,2 3 161-16,-3-3-222 0,0 2 86 0,-5 2 71 15,-4 0-15-15,-1 0-424 0,-3 0 238 16,-1 2 111-16,-2 0-347 0,0 0 237 0,-2-2 118 16,0 1 59-16,0-5-323 0,-9-6 183 0</inkml:trace>
  <inkml:trace contextRef="#ctx0" brushRef="#br0" timeOffset="-58692.25">17575 16873 1178 0,'-16'-11'0'0,"4"4"0"0,3 1 0 0,2-2 0 0,4 3 0 0,-1 0 0 0,4 3 568 0,2-4-271 0,17 2-133 0,7 0 70 16,3 4-101-16,13 0-50 0,-10 0-17 0,15 8 252 15,-5 5-142-15,-3 3-72 0,-2 4-36 0,-7-6-229 16,2 4 104-16,-4-2 42 0,-1-1-621 0,-8-3 334 15,1 1 168-15,-1-3 83 0</inkml:trace>
  <inkml:trace contextRef="#ctx0" brushRef="#br0" timeOffset="-56986.1">18818 16672 798 0,'0'-9'0'0,"0"5"0"0,0 1 0 0,0-5 0 0,0-2 0 0,0-3 0 0,0-2 0 0,2 1 93 0,-2-7-30 0,2 0 0 15,-2-3-2-15,0 3 9 0,0-4-38 0,0 3-45 16,0-2 22-16,0 1 1 0,-2 1 23 0,-5-2-41 16,-1 3 16-16,-2 0 1 0,1 1 24 0,-4 4-30 15,-2 1 24-15,0 4-22 0,0 2 19 0,0 2 13 16,-2 2-17-16,2 4-1 0,0 1 81 0,2 0-38 15,-1 0 1-15,3 1-23 0,1 7 35 0,1 7-20 16,2-1 8-16,2 5-30 0,1 6 34 16,2 4-34-16,0 4-1 0,2 10 34 15,0 4 7-15,0 3-40 0,0 7 40 0,0 9 0 16,0-4-40-16,2-2 0 0,0-3-3 0,3 8 3 16,1-12 0-16,-1 2-1 0,1 1-48 0,0-6 24 15,0-9 9-15,-1 8-73 0,-3-16 43 0,0 2 14 16,-2-5 0-16,0-9-99 15,0 2 58-15,-9-8 9 0,-5 0 0 0,-2-3-43 0,-4-2 35 0,-4-4 5 16,4-3-37-16,-7 1 22 0,1-4-1 16,1 0-118-16,1 0 69 0,4 0 27 15,-3-4 12-15,4-2-132 0,4-1 79 0,6 4 40 16,1-6 1-16,4 3-89 0,4-1 56 0,0-4 40 16,2 0 0-16,17-3-149 0,4 2 91 0</inkml:trace>
  <inkml:trace contextRef="#ctx0" brushRef="#br0" timeOffset="-56716.32">18844 17175 843 0,'6'8'0'0,"-1"7"0"0,-3 2 0 0,0-1 0 0,-2 4 0 0,0-1 0 0,0 4 190 0,0-1-79 0,0 0-30 0,0-1 167 16,2-3-107-16,4-1-54 0,5-2-28 0,4-1 4 15,0-3 8-15,4-3-38 0,1-7 0 0,7-1-125 16,-8 0 63-16,1 0 39 0,1-7-200 0,-2-11 111 15,-4-1 56-15,-6-5-88 0,-3 1 66 0,-4 2-18 16,-2-7 33-16,0 5-67 0,-10 2 38 0,-5-3-14 16,-4 5 20-16,1 6 105 0,-8-1-37 15,6 7-10-15,-2 4-37 0,2 3 158 16,-1 0-72-16,3 2-20 0,-2 11 32 0,8 0-31 16,0 1-1-16,6 2 3 0,3-3-101 0,3-4 50 15,0 3 9-15,3-3-300 0,8-5 137 0,7-4 78 16</inkml:trace>
  <inkml:trace contextRef="#ctx0" brushRef="#br0" timeOffset="-56498.89">19018 16422 1433 0,'-10'-20'0'0,"8"11"0"0,0 6 0 15,2-3 0-15,0 5 0 0,0-1 0 0,11 1 0 0,8 1 223 0,6 0-95 0,3 0-48 0,4 4-23 0,1 5 213 16,3-1-122-16,1-2-58 0,4 0-128 0,1 0 36 16,-8-2-1-16,2-3 44 15,-5-1-353-15,0 0 173 0,-11 0 85 0,1 0-188 16,-10 0-180-16,-2 0 209 0,-5 6 25 0,-4 2-103 16</inkml:trace>
  <inkml:trace contextRef="#ctx0" brushRef="#br0" timeOffset="-56182.73">19173 16548 496 0,'-13'0'0'0,"5"0"0"0,3 0 0 0,1 0 0 0,0 0 207 15,4 0-87-15,0-1-43 0,0-1-23 0,8 2 221 16,7 0-113-16,0 0-69 0,1 0 31 0,2 7-46 16,-2 4-22-16,2 6-172 0,-8 2 82 0,2 6 30 15,-6-4-1-15,-4 6-185 0,-1-5 112 0,-1-3 55 16,-1 4 36-16,-11-4-107 0,-3-2 8 0,-2-6 46 15,-1-3-57-15,-3-3 33 0,1-3-20 0,-3-2 29 16,2 0 231-16,0 0-101 0,4 0-55 16,2-2 344-16,4 1-166 0,4-3-97 15,1 3-10-15,2-2 235 0,4 2-147 0,0-2-73 16,0 3-28-16,12 0-56 0,10 0 11 0,0 0 0 16,6 0 11-16,1 0-12 0,3 0 9 0,1 0-8 15,1 0-127-15,0 0 64 0,0 0 31 0,-3 0-312 16,-8 0 154-16,2 0 44 0,-4 0 60 0,-5 0-446 15,-4 0 233-15,-3 0 117 0,-2 0 50 0,-5 0-282 16</inkml:trace>
  <inkml:trace contextRef="#ctx0" brushRef="#br0" timeOffset="-55964.32">19053 16094 1263 0,'-12'-10'0'0,"10"5"0"0,2 3 0 0,0 0 0 0,2 2 0 0,14-2 0 0,2 1 0 0,8 1 0 0,6 0 335 15,12 0-151-15,-3 0-76 0,0 0-37 0,5 0 15 16,-9 0-18-16,4 0-9 0,-4 0-106 0,-6 3 39 16,-7 2 1-16,-1 2-295 0,-4 0 163 0,-8 0 86 15,-4 0 43-15,-3 2-500 0,-4 0 251 0,0-1 53 16</inkml:trace>
  <inkml:trace contextRef="#ctx0" brushRef="#br0" timeOffset="-55816.02">19213 16077 653 0,'-12'0'0'0,"4"6"0"0,5 1 0 0,-1 1 0 0,2 2 0 0,1 4 0 0,1 1 219 0,0 4-97 0,0 5-45 15,0 5 65-15,0 0-54 0,1 5-28 0,3-2-51 16,1 0 23-16,3 0 1 0,0-2 0 0,3-5-339 15,0-8 170-15,3-2 92 0</inkml:trace>
  <inkml:trace contextRef="#ctx0" brushRef="#br0" timeOffset="-55676.38">19319 16194 755 0,'-5'-6'0'0,"3"4"0"0,0 0 0 0,0 1 0 0,2-2 0 0,-2 3 183 16,2 0-79-16,0 3-35 0,0 10 9 0,0 3-23 15,0 3 0-15,2 2-88 0,4 8 28 0,1 0 1 16,3-1 36-16</inkml:trace>
  <inkml:trace contextRef="#ctx0" brushRef="#br0" timeOffset="-54784.13">19907 16935 709 0,'-9'-2'0'0,"5"-4"0"0,1-1 0 0,-3-2 0 0,3-3 0 0,-2-1 0 0,-1-1 60 15,1-3 7-15,0 2-34 0,-1-1 0 0,-2 3 34 16,1-2 0-16,-3 2-34 0,3 4 7 0,-5 0-26 16,0 3 19-16,-2 3 0 15,-1 3 42-15,-2 0-22 0,-1 6 9 0,-5 15 36 16,4 5-33-16,1 5 0 0,0 1-33 0,6 1 40 16,1 2-31-16,4-5-9 0,5 2 1 0,2-4-1 15,0 0 1-15,0-8-1 0,6-1-42 0,8-3 18 16,-2-2-1-16,4-6 26 0,0-3-136 0,3-4 66 15,1-1 24-15,3-3-134 0,0-16 67 0,-2-5 43 16,1-4 3-16,-1-4-63 16,-2-4 30-16,1-5 27 0,-1 0-5 0,-2-3-7 15,2-4 5-15,-2 0 19 0,-1-6-35 0,4-12 74 16,-6 0-7-16,0-1-74 0,-2-2 41 0,2 4 0 16,-5 13 0-16,-1 4 35 0,-5 14-32 0,-1 7-1 15,0 10 2-15,-2 6 237 0,0 6-112 0,0 5-56 16,-9 5-20-16,-2 19 147 0,-7 16-74 0,4 1-44 15,-2 9-1-15,0 16 71 0,2-5-25 0,2 4-34 16,3 4 66-16,-2-7-40 0,4 10-33 16,2-16 0-16,5 2-6 0,0-6-18 15,0-8 0-15,2-8-58 0,8-3 26 0,4-4-1 16,1-6 33-16,-2-10-168 0,2-2 78 0,1-9 36 16,2-2 19-16,3-2-126 0,-3-19 67 0,1-2 33 15,-2-9-188-15,0 1 69 0,-2-3 64 0,0 1-23 16,-1-3 37-16,-4-2-1 0,1 3 38 0,-1 2 37 15,-1 2-14-15,-3 8-1 0,-2 5-22 0,-3 7 198 16,1 4-99-16,0 4 125 16,-2 3-101-16,0 9-30 0,-7 23-34 0,-6 7 185 15,-1 4-95-15,7-3-10 0,0 13-41 0,5-8 59 16,2-2-46-16,0-7-23 0,2 1-1 0,11-5-35 16,6-3-8-16,2-5 21 0,0-8-1 0,4-3-91 15,3-5 46-15,2-8 31 0,2 0-167 0,-2-8 77 16,6-13 48-16,-6-6-88 0,-2-1 60 0,-5 3 3 15,-1-4 24-15,-3-2-122 0,-3 1 63 0,-5-2 8 16,-6 0 23-16,-1-2 34 16,-3-5 9-16,-1-1-23 0,-1 0 31 0,-12 0 0 15,-6-1-30-15,1 5 14 0,-9-5 7 16,4 15-13-16,-5 5-5 0,-2 6 67 0,-2 9-30 16,2 4-11-16,-2 2 5 0,2 13 180 0,4 12-94 0,1 2-36 15,5 0-27-15,6-4 207 0,5 3-108 16,4-1-37-16,5-3-30 0,0-1 65 0,5-5-44 0,14 2-15 15,8-7-104-15,0-4 36 0,5-3 1 0,4-4 37 16,0 0-139-16,1 0 78 0,1-6 26 16,-3-4-628-16,2 2 312 0</inkml:trace>
  <inkml:trace contextRef="#ctx0" brushRef="#br0" timeOffset="-53860.46">21477 16580 524 0,'-2'-10'0'0,"1"3"0"0,-3-1 0 0,2 3 0 0,-1-2 0 0,-1-2 108 16,0 1-37-16,-4-4-1 0,4 3-37 0,3 0 48 15,-3-7-9-15,2 2-39 0,-2-3 0 0,3-2 21 16,-3-1 0-16,-1 0-13 0,-4-8-5 0,2 4-3 15,-4 1 0-15,-3 2-1 16,2 6 68-16,-2-2-26 0,-1 4-7 0,1 1 62 16,-3 6-49-16,-1 0-23 0,0 5 0 0,1 1 36 15,0 0-34-15,0 0 0 0,1 7 42 0,0 6-34 16,3 0 0-16,3 2-27 0,1-1 35 0,2 2-22 16,1 4 1-16,3-2 13 0,-2 6 0 0,3-4-27 15,0 9-7-15,1 2 61 0,-1 0-31 0,2 3 1 16,0 7-32-16,0-3 63 15,0 11-36-15,0-4 1 0,0 2-27 0,0-1 34 0,0 2 0 16,0-6-26-16,2 10 19 0,-1-9 1 16,3-1-28-16,-2-1 9 0,3-4-9 0,-4 1 8 15,1-1-9-15,-2-4-30 0,0 3 0 0,0-2 30 16,0-2 1-16,-2 1-49 0,-6-2 20 0,-3 0-13 16,0-4-8-16,-2 1 11 0,-2-6 0 0,1-6 10 15,0 1-142-15,-4-4 61 0,4-5 40 0,-3-4-98 16,2-1 62-16,-2-3 14 0,2 0 3 0,1 0-31 15,0-4 30-15,2-5 3 0,1-3-8 16,0 2-12-16,3-2 1 0,1-1 41 16,1 2-65-16,1 0 32 0,1-1-8 0,2 3 40 15,0-1-65-15,1 5 32 0,1-1 0 0,0 0-211 16,0 3 114-16,0-2 69 0,7-1 30 0,4 0-349 16,4-2 190-16,0 3 95 0,2 0 40 0</inkml:trace>
  <inkml:trace contextRef="#ctx0" brushRef="#br0" timeOffset="-53385.86">21553 17283 904 0,'-9'-4'0'0,"1"2"0"0,4 0 0 0,-3 1 0 0,-1 1 0 0,2 0 0 0,-1 0 0 0,-1 0 224 0,3 5-96 0,-2 9-48 0,2 4 19 16,0 3-25-16,1 2-8 0,2 4-33 0,2-1 63 15,0-1-32-15,0-4 1 0,0-1-24 16,7-2-15-16,7-2 7 0,2-5 0 16,2-3-24-16,3-3 24 0,-1-5 8 0,1 0-8 15,3 0-59-15,-2-5 29 0,-1-10 0 0,-3 0-30 16,2-8 11-16,-3 3 21 0,-6 2-9 0,-4-2-176 16,0 3 79-16,-6 0 51 0,-1-2 6 0,0 3-63 15,-1-1 31-15,-13-1 28 0,-1 4 30 0,-2 1-14 16,-4 2-13-16,3 1 15 0,-5 7 61 15,0 0-29-15,1 3 2 0,1 0 28 16,2 3-19-16,3 6 1 0,2 0-12 0,5-3-51 16,4 1 52-16,1 0-14 0,4-1 19 0,0-2-197 15,0 2 84-15,9-6 43 0,5 0-232 0,2 0 122 16,5-3 74-16</inkml:trace>
  <inkml:trace contextRef="#ctx0" brushRef="#br0" timeOffset="-53009.86">21718 16252 1142 0,'-2'-21'0'0,"2"5"0"0,0 3 0 0,2 2 0 0,8 0 0 0,3 1 0 0,6 3 0 0,1 1 0 0,4 5 129 0,1 1-48 0,-2 1-24 0,-3 15 1 15,-3 1-1-15,0 8-16 0,-6 3-8 0,-5 3-35 16,-4 2 1-16,-2 4 33 16,-2-1-124-16,-12 1 70 0,-6 4 23 0,-1-5 0 15,-3-4-61-15,2-6 45 0,-5-3-14 0,3-8 3 16,-5 0 0-16,8-10-2 0,-2 0 25 0,2-3 132 16,2-2-65-16,6 0-27 0,1 0 0 0,1-2 72 15,4-3-47-15,3 2 0 0,2-2 162 0,2 4-100 16,0-1-45-16,0 0-24 0,4 1 22 0,9 1-23 15,4 0 9-15,3 0-85 0,7 0 27 16,-1 0 1-16,4 0 27 0,2 0-178 0,0 0 97 16,2-2 36-16,-3-1 23 0,1 2-475 15,-2-1 228-15,-1 0 78 0,-3 0-171 0,2 1 153 16,-1-2 71-16</inkml:trace>
  <inkml:trace contextRef="#ctx0" brushRef="#br0" timeOffset="-52552.51">22240 16272 897 0,'-7'-20'0'0,"-2"12"0"0,-1 2 0 0,-3 1 0 0,-1 3 0 0,1 2 0 0,-1 2 0 0,-3 17 251 0,1 3-101 0,0 6-62 16,0 4-28-16,2 9 113 0,4-9-71 0,2 8-34 16,3-3 9-16,5-2-7 0,0-6-38 0,0-1 1 15,7-5-38-15,7-5 37 0,2-5 9 0,5 0-114 16,0-8 53-16,2-5 26 0,2 0 1 0,-2-3-164 15,-4-7 97-15,1-10 8 0,-2-1 33 16,-4-3-193-16,-2 2 101 0,-1-4 20 16,-4 3-22-16,0-6 39 0,-4 3 21 0,1-1-1 15,-2 7 60-15,-2-2-39 0,0 9-8 0,0 2 130 16,0 4-62-16,-2 1-29 0,-3 4-1 0,-6 2 213 16,4 8-114-16,0 9-31 0,0 6-35 0,2 0 91 15,3 3-53-15,2 1-3 0,0-7-4 0,0 9-8 16,8-6-1-16,5-5-14 0,6 1-27 15,-2-5 7-15,4-6 15 0,0 0-109 16,1-6 53-16,0-2 13 0,-1 0 0 0,-1-4-122 16,-1-9 68-16,-1-3 24 0,-5-2 21 0,-6 0-82 15,0-1 46-15,-2-1 2 0,-3-3 35 0,-2 2-1 16,0-4-1-16,0 2-16 0,-11-1 71 0,2 3-33 16,-5-1 7-16,-4 3-2 0,4 6 0 0,-5 1-11 15,0 3-10-15,-3 4 40 0,1 3-7 0,2 2 0 16,0 0-6-16,2 5-112 0,6 3 47 15,4 5 22-15,2 2-216 0,5 1 112 16,0-1 45-16,12 0-223 0,8-2 140 0</inkml:trace>
  <inkml:trace contextRef="#ctx0" brushRef="#br0" timeOffset="-52266.26">22732 16225 1043 0,'0'-10'0'0,"-7"0"0"0,-4 2 0 0,-3 1 0 0,0 3 0 0,-4 2 0 0,4 2 0 0,-4 0 0 0,4 2 248 0,0 11-108 0,3 0-45 16,3 2 28-16,4 1-45 0,3 3-23 0,1-2 1 15,0-2-58-15,1 3 8 0,13-3 26 0,3-2-87 16,0 1 43-16,2-4 23 0,-3 0 0 0,2-1-39 16,-6-2 27-16,-2 0-1 0,0-2 3 0,-5 3-119 15,-1-1 39-15,-4 1 41 0,0 5-19 0,-8 0 25 16,-11 2-3-16,-2-2-1 0,-1 2 57 0,0-3-3 15,-7 2-34-15,8-4-58 16,-2-3 30-16,0 1 0 0,4-5 35 0,6-1-89 16,-1-2 44-16,7 0 0 0,3 0 35 0,4-2-223 15,0-9 97-15,8-2 60 0</inkml:trace>
  <inkml:trace contextRef="#ctx0" brushRef="#br0" timeOffset="-51932.16">22886 16273 1200 0,'2'0'0'0,"0"0"0"0,-2 0 0 0,0 1 0 0,0 9 0 0,-7 0 0 0,-3 3 0 0,0 5 0 0,-1 5 169 0,4 1-67 15,4-3-27-15,1 9 99 0,2-4-70 0,0 0-36 16,2 0 1-16,10 0-33 0,4-1 4 0,4-2-7 16,3-4-65-16,1-4 32 0,3-2 0 0,1-6 33 15,-4-6-141-15,7-1 66 0,-2 0 37 0,-3-6-163 16,-3-11 91-16,-2-4 46 15,-6 3-19-15,2-10-61 0,-8-1 47 0,0-2 2 0,-5 0 6 16,-3-5 31-16,-1-2-32 0,0-4 9 16,-7 0 33-16,-6 3-19 0,-2 9 3 0,-5-1-62 15,-5 9 22-15,-3 7 8 0,0 8 30 0,-4 5 111 16,0 2-54-16,2 7-28 0,0 10-7 0,5 2 235 16,4 0-119-16,7-1-51 0,3 2-32 0,3 2 268 15,6-3-131-15,2-1-48 0,0 0 9 0,12-4-44 16,6 1-21-16,3-4 0 0,2-5-86 0,7 1 28 15,0-2-1-15,-2-5-299 16,1 0 168-16,-1 0 83 0</inkml:trace>
  <inkml:trace contextRef="#ctx0" brushRef="#br0" timeOffset="-50009">23555 16558 171 0,'-5'-3'0'0,"1"2"0"0,-1-1 0 0,2 0 0 0,-1 0 0 0,4 1 0 0,-2-1 16 0,1 0-1 0,1 0 4 0,0 2 33 16,0-1 0-16,0 1-30 0,0 0-1 0,0 0 14 16,0 0-6-16,0 0-7 0,0 0 29 0,1 0-1 15,1 0-25-15,-2 0 0 0,2 0 58 0,-2 0-31 16,2 0 8-16,-2 0-5 15,0 1 2-15,0-1-24 0,0 0 8 0,0 0 41 16,0 0-24-16,0 0 0 0,0 0-25 0,0 0 52 16,0 0-18-16,0 0-7 0,0 0-28 0,0 0 1 15,2 0 0-15,-1 0 0 0,1 0 74 0,1 0-41 16,1 0 0-16,-1 0 13 0,5 0-24 0,-1 0 1 16,1 0-15-16,3 0 3 15,2 0-12-15,-1 2 1 0,0-2 0 0,2 2-14 0,1 0 22 16,-1-1-8-16,2 1-46 0,-2 0 23 0,2-2 0 15,-2 2 22-15,2-2-59 0,-2 0 24 16,2 0 6-16,-2 0-37 0,2 0 20 0,-3 0 0 16,-1 0 20-16,-1-2-16 0,-2 0-7 0,-1 0 25 15,-4 1-8-15,-1-1 4 0,-1 2-2 0,0 0 3 16,0 0-24-16,-2 0 23 0,0 0-1 0,0 0 1 16,0 0-18-16,0 0 17 0,0 0-1 0,0 0-14 15,0 0 13-15,1 2 1 0,-1 11-3 0,0 3 43 16,0 7-40-16,-9 5 0 15,-8 10 0-15,1-4-3 0,-9 8 4 0,1 3-1 16,-1-2-43-16,-3 1 21 0,-3 2 0 0,0-4 20 16,-1-1-16-16,0-2 14 0,2-4-3 0,6-6 87 15,-1-3-41-15,8-6 1 0,-1 1-42 0,4-6 147 16,7-4-65-16,0-1-34 0,3-5-9 0,4 1 59 16,0-3-40-16,0 1 0 0,2 1-18 0,9 0-7 15,3-4-1-15,7 2 9 16,0-2 2-16,6-1-10 0,-1 0 0 0,1 0 0 15,0 0-85-15,-4 0 48 0,1 0 13 0,1 0-272 16,-5-1 137-16,-1 1 50 0,-1 0 40 0,-2 0-374 16,-4 0 193-16,2 0 88 0,-3 0-107 0,-2 0 102 15,-1 0 51-15,0 1 16 0,-3 1-267 0,-1-2 150 16,-1 0 75-16</inkml:trace>
  <inkml:trace contextRef="#ctx0" brushRef="#br0" timeOffset="-49826.49">23573 16888 1108 0,'-12'-11'0'0,"4"2"0"0,6 6 0 0,1-2 0 0,1 0 0 0,0-3 0 0,1 2 0 0,12-1 0 0,3 2 330 0,2 0-152 0,-1 4-73 16,1-2 60-16,2 3-67 0,2 0-32 0,-2 0 8 16,9 11-103-16,-3-1 31 0,2 0 1 0,6 1-362 15,0-3 196-15,1-1 106 16,2 1 41-16,-3 1-501 0,-3-2 257 0</inkml:trace>
  <inkml:trace contextRef="#ctx0" brushRef="#br0" timeOffset="-49145.9">24359 17547 717 0,'0'2'0'0,"0"-2"0"0,0 0 0 0,0 0 0 0,0 0 0 0,0 0 0 0,0-5 0 0,0-7 0 0,0-1 83 15,-4-1-25-15,1-6 23 0,-3 0-16 0,0-4-9 0,0-1-23 0,1-1 64 16,-2-4-33-16,-2-3 1 15,2-4-24-15,-2-6 70 0,2-3-39 0,-3-4-1 16,2-11-10-16,3 0-1 0,1 1-19 0,4-21-8 16,0 6-47-16,0-2 23 0,2 3 1 0,5 3-6 15,1 17 37-15,4 0-9 0,0 4 1 0,-3 15 46 16,7 1-23-16,-5 8 8 0,6 0-31 0,-2 8 58 16,2 5-28-16,2 4-1 0,-1 2-70 15,3 5 49-15,2 2-8 0,1 0-75 0,-1 4 38 16,-2 10-1-16,-3 4 38 0,-5 3-99 15,0 10 39-15,-9 2 26 0,-2 8-1 0,-2 2-38 16,-8 0 12-16,-4-7 3 0,-9 8-12 0,3-11-3 16,-4-1 4-16,1-6 0 0,-1-4 100 0,2-8-36 15,-1-1-2-15,-2-4-33 0,3-3 180 0,0-6-83 16,2 0-32-16,-1 0 149 0,4 0-84 0,0 0-47 16,3-2-11-16,2-2 36 0,2-1-33 15,-1 1 7-15,3 0-42 0,2 0 74 0,0 3-38 0,3-1 1 16,-1 0-30-16,2-1 1 15,0 1-8-15,0 2 0 0,0 0-112 0,0 0 56 16,0 0 27-16,0 0-298 0,0 0 154 0,0 0 79 16,0 0 10-16,0 0-631 0,2 0 330 0,5 0 151 15,7 0 88-15,0 5-210 0</inkml:trace>
  <inkml:trace contextRef="#ctx0" brushRef="#br0" timeOffset="-48169.27">24971 16866 803 0,'0'0'0'0,"0"0"0"0,0 0 0 0,0 0 0 0,0 0 0 0,0 0 0 0,0 0 0 0,0 2 80 0,-1 0-24 0,1 5 0 0,-2-1 159 16,0 3-95-16,-1 0-43 15,-1 1-23-15,3-1 150 0,1 1-86 0,0-3-34 16,0-1 48-16,0-1-50 0,0-1-24 0,1-2 0 16,10-2-69-16,-5 0 30 0,7 0-7 0,-1-7-63 15,-2-8 42-15,-1 0 20 0,-1-1 1 0,-6 3-17 16,0-2 14-16,-2 7 1 0,0-2-20 0,0 2 36 16,-11 5-44-16,1 0 34 0,-1 3 133 0,-3 0-66 15,1 3-34-15,-1 5 1 16,4 5 53-16,2-5-30 0,1-1-14 0,2 1-61 15,3 0 1-15,2-3 34 0,0 0 0 0,0 2-127 16,0-1 60-16,11-1 33 0,0 1 0 0,3 4-569 16</inkml:trace>
  <inkml:trace contextRef="#ctx0" brushRef="#br0" timeOffset="-46420.63">25684 17395 323 0,'0'3'0'0,"0"-2"0"0,0 1 0 0,0 0 0 0,0-2 0 0,0 2 0 0,0-2 0 0,0 0 42 16,0 0-10-16,0 3 0 0,0-3 11 0,0 0-10 16,0 0-1-16,0 0 1 0,0 0 9 15,0 0-9-15,0 0 8 0,0 0 24 16,0 0 0-16,0 0-32 0,0 0 0 0,0 0 43 15,0 0-14-15,0 0-7 0,0 0-23 0,0 0 14 16,0 0-13-16,0 0-1 0,0 0 15 0,0 0-14 16,0 0 0-16,0 0 0 0,0 0-37 0,0 0 37 15,0 0 8-15,0 0-31 0,0 0 23 0,0 0 0 16,0 0-1-16,0 0-38 0,0 0 8 0,0 0 18 16,0 0 7-16,0 0-40 0,0 0 0 0,0 0 30 15,0 0-13-15,0 0 11 16,0 0 4-16,0 0-7 0,0 0-5 0,0 0 6 15,0 0 7-15,0 0 27 0,0 0 1 0,0 0-34 16,0 0 3-16,0 0 33 0,0 0 6 0,0 0-30 16,0 0-4-16,0 0-3 0,0 0 4 0,0 0 6 15,0 0-16-15,0 0 16 0,0 0-4 0,0 0 5 16,0 0-43-16,0 0 2 0,0 0 33 0,0 0-33 16,0 0-1-16,0 0 22 0,0 0 7 0,0 0-37 15,0 0 33-15,0 0-5 16,0 0 4-16,0 0-15 0,0 0 14 0,0 0-1 15,0 0 32-15,0 0 0 0,0 0-31 0,-1 0 1 16,1 0 14-16,-4 0-6 0,3-3-7 0,-1-1-22 16,-2 1-1-16,0-2 25 0,0 2-2 0,2 0-19 15,-2-2 18-15,1 2 1 0,1-3 0 0,-3 0-17 16,3 0 15-16,-3 0-1 0,1-2-17 0,1-2 13 16,-1-3 3-16,1-2-6 15,-1-2-4-15,0-5 10 0,-1-1-2 0,-2-5 10 16,2-4-10-16,0-8 1 0,-1-1 0 0,1 0-22 15,-3-12-1-15,0 2 18 0,3-4 3 0,-3-7-61 16,5 1 28-16,-1 7-4 0,-1-13-6 0,3 15-5 16,1-4 38-16,-1 6-10 0,2 2 23 0,-2 9-26 15,2-4 8-15,0 5 68 0,0 2-33 0,0 5-2 16,0 0-31-16,2 8 72 0,1-1-33 0,6 2-9 16,-2 5 1-16,2-1 20 15,5 6 0-15,-1-2-12 0,4 7-4 0,5 0-12 16,1 3 7-16,1 2-6 0,3 2-39 0,1 0 43 15,2 0-8-15,-2 10-11 0,-2 5 10 0,-3 1 2 16,-2 7 0-16,-9-2-37 0,2 8 12 0,-9 2 0 16,-3 3 14-16,-2-1-28 0,-7 8-1 0,-7-5 27 15,-9 9-6-15,2-9 7 0,-4 0-5 0,4-8 4 16,-4 2-1-16,2-6 0 0,0-4-2 0,4-7 1 16,-1-4 4-16,2-3-3 0,1-5 2 15,6-1 3-15,0 0-2 0,-1 0-1 16,9-5 3-16,-3-6-111 0,5-1 48 0,1-2 27 15,0 0-141-15,0 0-102 0,5 4 109 0,7-1 67 16,1 3-367-16,6 1 220 0,-1 2 106 0,2 4-121 16</inkml:trace>
  <inkml:trace contextRef="#ctx0" brushRef="#br0" timeOffset="-45856.32">26294 16215 1023 0,'-4'-13'0'0,"1"7"0"0,2 0 0 0,-3 0 0 0,2 2 0 0,0 0 0 0,2 3 187 0,-2-1-77 16,2-1-31-16,0 3 114 0,0 5-80 0,0 14-40 16,0 5 0-16,0 8 33 0,0 2-28 0,0 11-9 15,0-2 67-15,0 7-52 0,0 1-25 0,0 3-1 16,0 3 0-16,0 0-26 0,0-4 1 16,0 1-74-16,0-6 37 0,0-3-1 15,0-11 46-15,0 2-111 0,0-7 51 0,0-9 26 16,0-4-9-16,0-6-13 0,0-2-3 0,0-5-17 15,0-1 4-15,0-2 4 0,-3 0 0 0,-5-4-1 16,0-5 146-16,1-4-55 0,-2-2-30 0,0-2-77 16,-2-1 25-16,1-4 12 0,-3-2 15 0,-1 2-162 15,2-3 77-15,-6 2 34 0,2 3 1 0,0 7-42 16,-3 0 38-16,3 3-5 0,-4 8 60 16,-3 2-28-16,2 0-9 0,-5 12-40 15,7 7 269-15,-2 3-107 0,4 5-56 0,3 1 227 16,3 0-128-16,6-4-36 0,1 7-44 0,4-6 133 15,0 2-79-15,2-4-39 0,8-8 0 0,5 5-9 16,8-3-8-16,-1-6-23 0,2-2-24 0,1-5 0 16,5-4 24-16,-6 0 9 0,6-1-149 0,-1-13 70 15,-3-4 35-15,0-3 1 0,-2-1-340 0,-3-3 144 16,-1 3 98-16,-1-1-389 16,-1 2 229-16,-4 3 113 0,2 2 57 0,0-1-400 0,1 4 233 15</inkml:trace>
  <inkml:trace contextRef="#ctx0" brushRef="#br0" timeOffset="-44977.14">27057 17348 698 0,'-5'0'0'0,"1"0"0"0,2 0 0 0,-1 0 0 0,-1 0 0 0,0 0 0 0,1 0 0 0,-3 0 0 0,1 0 86 0,2 0-27 0,0 0 0 16,1 0 22-16,-3 0-9 15,2 0-40-15,0 0 57 0,-1 0-29 0,-3-5 1 16,4-1-20-16,-2-1 56 0,-1 0-32 0,1-4 0 15,-2 1 53-15,2-2-43 0,-1-1-13 0,-1-2-8 16,0 2 51-16,0-5-36 0,-5 4 0 0,4-2-10 16,-2-2 8-16,-1 0-35 0,-1-3 1 0,-2-3-2 15,1 1 2-15,2-4 0 0,-1-2 8 16,1-3-33-16,2-4 0 0,-1-7 25 0,5-2-67 0,1-6 33 16,1-6 9-16,3-8 25 15,0 3-185-15,0 9 84 0,0-4 27 0,0 10-28 16,0-8 26-16,1 10 20 0,5 11-23 0,-1-2 59 15,1 6-40-15,-1 4 12 0,3-1-24 0,2 5 177 16,3 1-74-16,2 0-35 0,0 5 97 0,2 1-59 16,6-1-17-16,-6 7 1 0,7 2-3 0,-2 1 0 15,1 4 1-15,-1 2-109 0,1 0 43 0,-2 2 21 16,-3 10 3-16,-1 3-99 16,-4 5 49-16,-1 1 19 0,-4 3-2 0,-3 1-3 15,-5 0 5-15,0-1 24 0,0 2 17 0,-10-3-15 16,-7 4-10-16,-1-2-15 0,-5 2 154 0,-1-5-65 15,-1 0-30-15,0-1 24 0,-2-4-26 0,1-1 21 16,-1-4-40-16,1-3-65 0,3-2 38 0,1-2 14 16,-1-3 17-16,2-2-60 0,3 0 28 0,3 0-12 15,2 0-95-15,3 0 46 0,1 0 36 0,3-2-9 16,1 0-70-16,3-2 33 0,-1 2 30 0,3-2-222 16,0 3 125-16,3-1 60 15,7 2 28-15,7 0-440 0</inkml:trace>
  <inkml:trace contextRef="#ctx0" brushRef="#br0" timeOffset="-44705.86">27473 17198 863 0,'-11'-3'0'0,"6"-4"0"0,5 6 0 0,-4 1 0 0,4 0 0 0,-3-1 677 15,1-2-322-15,-1 1-162 0,-2-1 4 0,4-3-86 16,-1 2-39-16,0 3 0 0,1-1-338 0</inkml:trace>
  <inkml:trace contextRef="#ctx0" brushRef="#br0" timeOffset="-42088.59">25352 17805 761 0,'-3'0'0'0,"-1"0"0"0,4 0 0 0,-2 0 0 0,0 0 0 0,1 0 0 0,-1 0 0 0,0 0 107 0,-1 0-37 0,3 0 0 0,-1 0 89 16,1 0-67-16,-3 0-30 0,3 0 0 0,-1 0 38 15,1 0-34-15,0 0 8 0,0 0-6 0,0 0-1 16,0 0-34-16,0 0 0 0,0 0 70 0,0 0-27 16,-2 0-8-16,2 0 28 0,0 0-31 0,-2 0-1 15,2 0-31-15,0 0 80 0,0 0-44 0,0 0 0 16,0 0-36-16,0 0 39 16,0 0-39-16,0 0 8 0,0 0-45 0,0 0 37 15,0 0-1-15,0 0 1 0,0 0-26 0,0 0 8 16,0 0 18-16,0 0 4 0,0 0-5 0,0 0 1 15,0 0 0-15,0 0-11 0,0 0-2 0,0 0 8 16,0 0-9-16,0 0-8 0,0 0 15 0,0 0 7 16,0 0-35-16,0 0 1 0,0 0 27 0,0 0-1 15,0 0-43-15,0 0 6 16,0 0 27-16,0 0-25 0,0 0-10 0,0 0 36 16,0 0-14-16,0 0-37 0,0 0 16 0,4 3 0 15,1-3 12-15,2 0 67 0,0 0-29 0,0 0 2 16,1 0-30-16,3 0 84 0,-2 2-35 0,3-2 0 15,-1 0 20-15,4 2-28 0,0-2 11 16,0 3-33-16,2-2 10 0,2 1-4 0,-1 0 20 0,3-2-49 16,6 3 37-16,-1-3-6 0,1 0-2 0,5 0-44 15,3 0 24-15,-1-3-6 0,0 1-17 16,-2-1 0-16,-1-2 26 0,-2 3 8 16,-8 2-48-16,2 0 19 0,-4 0-6 0,-2 0-7 15,-2 0-3-15,-2 4 33 0,-4 4-5 0,-1-1-3 16,0 1-1-16,-3-2 6 0,-1 0-8 0,0-4 47 15,-3 2-3-15,2-3-36 0,-3 1 85 0,0-2 79 16,0 0-168-16,0 0 0 0,0 0 0 0,0 0 0 16,0 0 0-16,0 0 0 0,0 0 0 0,0 0 0 15,0 0 0-15,0 0 0 16,0 0 0-16,0 0 0 0,0 0 0 0,0 0 0 16,0 0 0-16,0 0 0 0,0 0 0 0,0 0 0 15,0 0 0-15,0 0 0 0,2 0-794 0,6 2 385 16,4 5 187-16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06T00:39:18.7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11991 10118 1647 0,'-8'-5'0'0,"3"5"0"0,5 0 0 0,-2 0 0 0,0 0 0 0,2 0 0 0,-1 0 0 0,1 0 0 0,0 0 201 0,0 0-83 0,0 5-43 0,0 5 47 16,1 1-45-16,7 0-14 0,-1 2-8 0,3 0-56 15,-3 1 0-15,2 1 34 16,-3-2 0-16,0 2-64 0,-2 2 27 0,-2-3 1 16,-2 5-245-16,0-1 125 0,0-1 81 0,-6-1-532 15,-2-1 271-15,-1-3 132 0,3-5 70 0</inkml:trace>
  <inkml:trace contextRef="#ctx0" brushRef="#br0" timeOffset="168.6">11813 10355 1399 0,'-14'2'0'0,"7"2"0"0,0-1 0 0,3 0 0 0,0-3 0 0,2 1 0 0,2-1 0 0,2 0 451 16,19 0-209-16,1 0-105 0,7 0 155 0,1-4-18 15,2-5-121-15,-1 0-60 0,1-1-33 0,0 4-1 16,-5 1-18-16,5-1-251 0,-11 2 121 0,2 2 60 15,-2 1 32-15,-4 1-544 0,-6 0 296 0,-1 0 120 16,-5 0 76-16,-1 3-699 0</inkml:trace>
  <inkml:trace contextRef="#ctx0" brushRef="#br0" timeOffset="333.47">11974 10376 1006 0,'-17'7'0'0,"4"3"0"0,4-1 0 0,-1 2 0 0,3 2 0 0,3 1 0 0,2 3 0 0,2 6 441 0,0 2-205 0,0 5-101 15,0 0 128-15,0 4-115 0,0 2-50 0,2 0 167 16,0-3-117-16,0 1-57 0,0-2-30 0,1-4-177 16,1-5 82-16,0 2 30 0,0-5-1 0,2-6-466 15,-5-3 251-15,5-6 127 16,-1-5-665-16</inkml:trace>
  <inkml:trace contextRef="#ctx0" brushRef="#br0" timeOffset="608.04">11978 10601 685 0,'-2'-7'0'0,"2"5"0"0,0-4 0 0,0 0 0 0,7 0 0 0,7-1 515 16,1 2-233-16,2-1-128 0,1 2 81 0,0 1-100 0,-2-2-52 15,1 2-25-15,0 1 123 16,-2 0-78-16,-4 2-35 0,-1 0-1 0,-1 0-68 16,-1 0-1-16,-1 0 43 0,-1 0-9 0,-2 4-13 15,-2 4 14-15,1 1 0 0,-1 4 108 0,0 0-45 16,0 4-36-16,-2 0 49 0,2 4-38 0,-2-3 0 15,1 1-39-15,-1 2-15 0,2 0-9 0,-2-3 25 16,2-1-1-16,-2 0-139 0,0-2 70 0,0-4 43 16,0 0-9-16,0-1-257 0,-2-1 116 0,-7-1 76 15,-2-4-280-15,-2 0 153 16,0-4 73-16,-5 0-86 0,4 0 88 0,-2-8 43 16,0-12 23-16,2-9-329 0,5-10 180 0</inkml:trace>
  <inkml:trace contextRef="#ctx0" brushRef="#br0" timeOffset="902.33">12265 9949 1101 0,'7'-4'0'0,"9"2"0"0,-9 2 0 0,-1 0 0 0,-2 4 0 0,-2 13 0 0,-2 0 375 0,0 2-171 0,0 7-85 16,-5 3 181-16,-6-2-125 0,2 4-75 0,-1-1-225 15,-1-4 78-15,2-5 40 0,0-3 1 0,1-4-352 16,1-3 192-16,3-4 99 0,0-4 50 0,3-3-269 15,1 0 145-15,0-4 76 0,0-10-335 0,1-1 183 16,7 1 92-16,-1-1 65 0,1 1-1 0,0 7 20 16,1-7 8-16,-2 8 318 0,1-1-159 0,5 2-79 15,-4 1-48-15,5-2 415 16,0 3-182-16,2-1-122 0,2 0 11 0,1 0 150 16,0 0-107-16,-1 1-70 0,0-1 122 0,0 2-92 15,-2 0-45-15,0 0-24 0,-4 2-252 0,-1 0 110 16,-2 0 60-16,-3 0-510 0,-2 0 285 0,-2 6 109 15,-2 5 87-15,0 1-514 0</inkml:trace>
  <inkml:trace contextRef="#ctx0" brushRef="#br0" timeOffset="1225.23">12323 10276 1004 0,'-24'13'0'0,"7"-1"0"0,2-1 0 0,6-5 0 0,2-1 0 0,3-2 0 0,2-3 0 0,2 0 0 0,2 0 269 0,12 0-118 0,9-5-59 15,2-3-29-15,1 0 120 0,-2 2-67 0,8-3-46 16,-6 4-10-16,-3 3-1 0,0-1-26 0,-1 1 0 15,-5 2-39-15,-2 0 15 0,-5 0 0 0,-1 0-161 16,-4 0 92-16,-1 3 47 0,-4 5 31 0,0 0-230 16,0 1 110-16,-6-2 20 0,-3 3 40 0,-3-3-153 15,3-1 77-15,0 0 36 16,0-5-19-16,1 2 34 0,1-3 0 0,1 0 34 16,3 0-1-16,1 0 1 0,0 0 0 0,2-3 27 15,0 2-27-15,0-3 1 0,0 0-9 0,0 2 96 16,0 0-44-16,0 1-21 0,0-2-1 0,0 3 208 15,0 0-109-15,0 0-29 0,0 0 152 0,0 0-87 16,0 0-54-16,0 0 31 0,0 0-30 0,0 0-12 16,0 0 1-16,0 0-60 15,0 0 1-15,0 0 31 0,0 0 9 0,0 0-194 16,0 0 92-16,0 0 47 0,0 0 24 0,0-1-482 16,0 1 234-16</inkml:trace>
  <inkml:trace contextRef="#ctx0" brushRef="#br0" timeOffset="1603.71">12410 10390 1063 0,'-7'0'0'0,"3"0"0"0,-2 0 0 0,0 0 0 0,3 0 0 0,-1 0 0 0,2 0 0 0,0 0 0 0,2 0 350 0,0 0-162 0,0 6-78 16,0 2 52-16,0 1-65 0,0 1-32 0,2 3-34 15,0 0 1-15,2 1 1 0,-3 3 0 0,3-1-82 16,-2 1 42-16,0-2 7 0,-1 0 33 0,-1 0-217 16,0-6 108-16,0 3 55 0,0-5 27 15,0-1-466-15,0-5 176 0,0 0 127 16,-1-1-160-16,-1 0 143 0,2-2 70 0,0-8-101 16,0-5 106-16,0 1 99 0,0 2 0 0,0-1 0 15,0-2 0-15,0 6 0 0,0-1 0 0,0 2 9 16,0 2-4-16,2 1 0 0,2 1-38 0,2 1 431 15,1-2-156-15,2 4-125 16,3-1 436-16,-1 0-259 0,2 1-131 0,-1-2 102 0,2 2-7 0,-4 1-112 16,3 0-57-16,-4 0-94 15,1 0 37-15,-3 0 9 0,1 0-8 0,-5 0-184 16,1 0 92-16,-2 1 46 0,-1 3 23 0,-1 0-537 16,0 2 252-16,-1-1 150 0</inkml:trace>
  <inkml:trace contextRef="#ctx0" brushRef="#br0" timeOffset="1768.34">12297 10443 468 0,'-2'0'0'0,"2"3"0"0,0 1 0 0,0 4 0 0,0 3 0 0,-2 3 410 0,0 3-188 16,2 6-95-16,-1-2 320 0,-1 4-198 0,-2 5-113 16,2 0-51-16,-1 2 29 0,-4 0-41 0,4-2 1 15,-3-4-33-15,-1 8-113 0,2-7 52 0,-1-7 27 16,-2 1-423-16,4-4 224 0,1-9 121 0,-1-1 48 15</inkml:trace>
  <inkml:trace contextRef="#ctx0" brushRef="#br0" timeOffset="1934.9">12290 10644 1546 0,'7'-1'0'0,"5"1"0"0,-1 0 0 0,1 0 0 0,2 0 0 0,3 7 0 0,2 0 387 0,4 4-181 0,3 1-87 0,-2 1 384 16,0 2-236-16,1 0-116 0,1 4-52 0,-1-3-113 15,-1 4 23-15,2-4 0 0,-1 0-227 0,-1-4 126 16,1-2 70-16,1 0-660 0,-6-9 358 0,5 2 178 16,-6-3 89-16</inkml:trace>
  <inkml:trace contextRef="#ctx0" brushRef="#br0" timeOffset="2115.45">12702 10261 1888 0,'0'-13'0'0,"0"8"0"0,7-1 0 0,6-2 0 0,2 1 0 0,2 3 0 0,0 0 0 0,1 2 258 0,1 0-118 0,-1 2-15 15,5 0-46-15,4 0-23 16,-5 2 0-16,-3 4-276 0,2 1 122 0,-4 3 66 16,-1-1 32-16,-2 1-558 0,-5-1 283 0,-2-1 143 15,-3-3 69-15</inkml:trace>
  <inkml:trace contextRef="#ctx0" brushRef="#br0" timeOffset="2377.75">12844 10040 648 0,'0'-8'0'0,"0"6"0"0,0 0 0 0,0 2 0 0,0 0 0 0,0 15 171 0,0 2-74 0,0 8 50 16,0-2-57-16,-2 6-29 0,0 1 0 0,-3 0-51 15,-1 2-8-15,-2 0 31 0,-1-4-1 0,0-2-143 16,-1-7 72-16,-1 0 44 0,0-2-8 0,1-6-37 15,4-4 34-15,-1 1 0 0,2-2 141 0,1-4-66 16,2-2-27-16,2 1 230 0,0-1-121 16,0 0-61-16,0 0-31 0,6 0 72 15,6 0-54-15,4 0-22 0,-2 0 0 0,6 2 55 16,-2-2-39-16,3 1 9 0,0 2-47 0,-1 1-193 16,-1-2 97-16,0 0 47 0,-3 0-431 0,2 0 228 15,-5 0 78-15,-4-2-442 0,1 0 275 0,-3 0 137 16</inkml:trace>
  <inkml:trace contextRef="#ctx0" brushRef="#br0" timeOffset="2533.04">12908 10315 708 0,'-4'0'0'0,"2"0"0"0,2 6 0 0,0 3 0 0,0 4 0 0,0 2 341 0,0 6-158 0,0 4-75 16,0 3-38-16,0 3 115 0,2 4-67 0,0 2-47 15,0 1 0-15,-1-1 49 0,1 1-43 0,0-5-23 16,0-2-244-16,1 3 107 0,0-12 58 0,-1 3-438 15,0-7 248-15,0-7 124 0,-2-5 28 0</inkml:trace>
  <inkml:trace contextRef="#ctx0" brushRef="#br0" timeOffset="2686.46">12767 10565 675 0,'0'-2'0'0,"0"1"0"0,0 1 0 0,0 0 0 0,0 0 408 16,6 0-179-16,6 0-102 0,6 0-48 0,0 0 164 15,5 1-106-15,3-1-52 0,-3 0 144 0,5 2-103 16,-2-2-46-16,2 0-436 0,-2 0 194 0,3 0 98 16,-5 0 56-16,6-5-674 0</inkml:trace>
  <inkml:trace contextRef="#ctx0" brushRef="#br0" timeOffset="2850.02">13167 10205 1359 0,'-6'0'0'0,"6"0"0"0,0 0 0 0,0 0 0 0,2-2 0 0,8 0 0 0,-1 2 0 0,4 0 265 15,4 0-116-15,-3 0-58 0,4 0 67 0,1 0-63 16,-1 0-23-16,1 6-433 0,0-1 197 0,-2 1 98 16,-3-1 50-16</inkml:trace>
  <inkml:trace contextRef="#ctx0" brushRef="#br0" timeOffset="2999.62">13189 10362 1247 0,'-7'5'0'0,"1"-4"0"0,5 1 0 0,1-2 0 0,0 0 0 0,0 0 0 0,1 0 0 0,14 0 0 0,1 0 114 0,0-2-40 0,1 1 23 16,2-2-32-16,0 0 8 0,0-1-40 0,-5 2-370 15,2-2 185-15,-3 2 93 0,-6-4 45 0</inkml:trace>
  <inkml:trace contextRef="#ctx0" brushRef="#br0" timeOffset="3336.12">13319 10053 1453 0,'-8'0'0'0,"-1"10"0"0,0 12 0 0,-5 0 0 0,3 8 0 0,-4 9 0 0,8-5 0 0,-2 12 0 0,3-5 200 15,4-8-84-15,2 5 57 0,0-2-71 0,0-2-26 16,8-6-9-16,4-4 0 0,2-1 0 0,2-3-35 15,-2-3 1-15,2 0-76 0,0-2 34 0,-3 0 21 16,-2-2 0-16,-3 2-177 0,-3-1 99 0,-3 1 58 16,0-1-145-16,-2 1 55 0,0-1 53 15,-13-1-50-15,-2-2 41 0,-2-2-22 16,-4-1 28-16,-1-3 42 0,-5-2 0 0,9-2-35 16,-5-1 8-16,4 0 154 0,3 0-69 0,0 0-28 15,7 0-22-15,2 0 272 0,5 0-135 0,-2 0-39 16,4 0 205-16,0 0-136 0,0 0-68 0,6 2 0 15,6 6-34-15,8 2 8 0,0 1-43 0,4 0-23 16,1 0 23-16,1 0 1 0,-1-1 8 16,3 3-162-16,-2-1 76 0,-2-2 39 15,-5-2-469-15,2 1 243 0,-1 1 82 0,0-4 75 16,-2-3-560-16,-1-1 301 0</inkml:trace>
  <inkml:trace contextRef="#ctx0" brushRef="#br0" timeOffset="3532.62">13605 10379 1039 0,'-2'2'0'0,"0"10"0"0,2 0 0 0,-2 4 0 0,-1 3 0 0,3 3 0 0,0 8 605 16,0 4-286-16,0 3-143 0,0 1-72 0,3 2 378 16,1-1-216-16,1-1-121 0,3-1-85 0,-3-3 0 15,1-4-27-15,2-3-511 0,-3-7 263 0,1-3 120 16,-3-6 64-16,3-4-647 0,-3-4 343 0,2-3 172 15,-3-3-20-15,0-15-153 0,0-9 152 0</inkml:trace>
  <inkml:trace contextRef="#ctx0" brushRef="#br0" timeOffset="3810.15">13575 10313 1181 0,'-4'-16'0'0,"4"9"0"0,0 2 0 0,0 1 0 0,7 3 0 0,10-1 0 0,5 0 0 0,9 2 205 0,2 0-78 0,9 0-51 16,1 0 179-16,2 0-110 0,4 0-57 0,-2 0 81 15,-6 2-60-15,9 0-42 0,-17-1 0 0,3 1-5 16,-4 0 1-16,-6 2-30 0,-6 0 8 16,-3-1 14-16,-7 2 1 0,-3-3-23 15,-1 1 45-15,-4 1-22 0,0 1 8 0,-2 3-31 16,0 1 219-16,-6 2-110 0,-4 3-54 0,3 1 185 16,2 1 4-16,-3 3-277 0,4 8 0 0,2-4 0 15,2 3 0-15,0-1 0 0,0 8 0 0,0-1-184 16,5 2 124-16,0 0 47 0,0-1-221 0,3 1 138 15,-1 0 60-15,1-4-36 0,0-4-616 16,-3-5 328-16,2 0 163 0,-3-8-436 16,2 0 304-16,-2-4 148 0,-2-4 74 0</inkml:trace>
  <inkml:trace contextRef="#ctx0" brushRef="#br0" timeOffset="3993.18">13764 10615 1749 0,'-24'-10'0'0,"9"2"0"0,5 4 0 0,1-2 0 0,3 3 0 0,3-1 0 0,3 3 0 0,0-4 275 0,5 2-125 0,16-3-59 16,5-1 59-16,4 1-58 15,10 0-30-15,-6 3 107 0,3-3-72 0,-1 4-32 16,-3 0 0-16,-3 2-285 0,-1 0 126 0,-8 0 72 16,0 0 23-16,-7 2-491 0,-3 0 261 0,-3 2 91 15,-2-1 78-15,-4-1-597 0</inkml:trace>
  <inkml:trace contextRef="#ctx0" brushRef="#br0" timeOffset="4178.71">13781 10124 890 0,'-6'0'0'0,"4"0"0"0,2 9 0 0,0 4 0 0,0 4 108 0,0 8-38 0,2 3 0 0,2 6 375 15,4 9-206-15,-3-7-95 0,1 11-60 0,-1-6 248 16,1 2-150-16,-3-2-75 0,2-5-167 0,-1 3 43 15,-1 0 24-15,1 0 1 0,0-2-479 16,-3-7 253-16,3-8 133 0,0-3-283 16,2-13 199-16</inkml:trace>
  <inkml:trace contextRef="#ctx0" brushRef="#br0" timeOffset="4357.22">13895 10023 1234 0,'4'0'0'0,"4"2"0"0,0 16 0 0,-3 5 0 0,-1 3 0 0,-1 8 0 0,1 11 397 0,-2-2-182 0,0 6-92 16,0-2 247-16,-2 4-168 15,0-4-77-15,0 7-186 0,0-5 47 0,0 0 23 16,0-4 0-16,0-2-220 0,0-8 130 0,2 1 52 16,-2-4 32-16,0-7-691 0,0-3 347 0</inkml:trace>
  <inkml:trace contextRef="#ctx0" brushRef="#br0" timeOffset="4506.88">13805 10826 1105 0,'-22'0'0'0,"5"0"0"0,4 0 0 0,0 0 0 0,4 0 0 0,3 0 0 0,2 0 276 0,2 0-122 0,2 0-61 15,0 0 397-15,0 0-232 0,8 0-113 0,5 4-56 16,8 6 289-16,-1-3-173 0,2-1-78 0,5 3-130 16,1-2 0-16,0-1 36 0,2-2 0 15,1 0-538-15,-5-3 277 0,6 1 127 0,-6 1 66 0,3-1-393 16</inkml:trace>
  <inkml:trace contextRef="#ctx0" brushRef="#br0" timeOffset="5452.33">14440 10158 696 0,'-9'-4'0'0,"5"2"0"0,0 0 0 0,2-1 0 0,0 2 0 0,2-1 305 16,0 1-141-16,0-2-65 16,0 0-33-16,8-2 202 0,9-1-117 0,2 1-51 15,3-3 135-15,3 1-101 0,-1-1-51 0,5 0-25 16,-3 0 32-16,-1 1-20 0,4 0-8 0,-3 1-25 16,-1 2-5-16,-2 1 1 0,-1-1 0 0,0 2-219 15,-1 0 105-15,0 2 57 0,-3 0 28 0,-2 0-444 16,-3 0 223-16,-6 0 63 15,1 8-343-15,-4-3 233 0,-2 4 115 0,-2 0 58 16,0-1-78-16,-8 0 59 0,-5-3 43 0,2-1-53 0,-3-1 43 16,1-2 23-16,1-1 54 0,0 0 67 15,1 0-57-15,2 0-21 0,0 0 0 0,2 0 271 16,0-1-154-16,3-2-65 0,-2 1 343 0,2 0-153 16,0 1-108-16,-1 1-2 0,0 0 103 0,-3 0-100 15,-2 1-45-15,-1 11-5 0,-1 1-20 0,-2 2-1 16,-2 2-12-16,-2 3-50 0,1 1 20 0,-1-2 1 15,0 0 21-15,6-4-35 0,-2 2 9 0,1-1 25 16,2 0 44-16,1-3-22 0,3 1 1 16,1 0-23-16,1 1 75 0,1 2-41 15,0 1 0-15,2 3 12 0,2 4-23 0,0-3 1 16,0 0-15-16,0 6-14 0,0 1 5 0,0-3 1 16,0 1 0-16,0-2-155 0,0-3 85 0,0-2 31 15,0-1 0-15,0-4-255 0,2-3 115 0,1-3 75 16,-2-3-260-16,1-3 154 0,0-1 66 0,-2-2-162 15,2 0 120-15,0 0 60 0,-2-10 22 0,0-6-23 16,0-7 31-16,0-1 0 16,0-4 30-16,-4-2-119 0,-4-2 52 0,0 0 37 15,1 0 1-15,0 2 24 0,1 10 5 0,0-1 0 16,1 4 170-16,-1 5-80 0,4 3-45 0,0 1 150 16,2 5-92-16,0-1-50 0,0 2 17 0,6 0 358 15,13-2-147-15,5-2-109 0,9 1-47 0,8-5 92 16,-6 3-67-16,13-4-46 0,-4 4-68 0,-3-1 30 15,-7 3 0-15,4 1 0 0,-4 0-40 0,-4 0 16 16,-2 1 0-16,-8 2 62 0,5-1-38 16,-6 0 0-16,-3 0 8 0,-4 0 40 15,-3 1-23-15,-3 1-1 0,-4 0-45 0,-1 0 122 16,1 0-42-16,-2 0-34 0,0 0 203 0,0 0-114 16,0 0-57-16,0 5-29 0,0 9 110 0,-2 0-73 15,1 5-33-15,-1 6-49 0,2 1 17 0,0 2 8 16,0 3-8-16,0 0-193 0,0 3 97 0,2 0 47 15,1-1 25-15,6 3-132 16,-2-2 72-16,0-2 42 0,0 0-43 0,2-4-434 16,-6-6 196-16,1 0-255 0,0-1 261 0,-3-3 125 15,-1-3 63-15,0-3-377 0,0-2 221 0,0-2 101 16</inkml:trace>
  <inkml:trace contextRef="#ctx0" brushRef="#br0" timeOffset="5666.88">14662 10400 883 0,'-7'-17'0'0,"1"8"0"0,3 2 0 0,-2 1 0 0,1 2 0 0,2 2 0 0,1 2 475 0,-3 0-222 0,4 6-109 0,0 16 152 16,-2 3-131-16,2 10-59 0,-2 0-40 0,2 2-2 15,-1-2-31-15,1 2 0 0,-2 1 0 0,-2-5-245 16,2 2 119-16,0-7 63 15,2-3-168-15,0-4 115 0,0-9 58 0,0-2 6 16,0-5-555-16,0-3 251 0,0-2 145 0</inkml:trace>
  <inkml:trace contextRef="#ctx0" brushRef="#br0" timeOffset="5845.94">14780 10340 726 0,'4'-4'0'0,"1"2"0"0,-1 2 0 0,-2 0 0 0,0 4 0 0,1 9 441 0,-3 6-204 0,0 5-103 15,0 5-50-15,0 2 325 0,0 5-193 0,1 2-91 16,1 1-46-16,0 1-3 16,0-1-13-16,0 1-8 0,-2-3-145 0,1-2 61 15,1 0 31-15,0-7-377 0,0-7 212 0,-2-3 94 16,0-7 50-16,0-6-569 0,0-1 286 0,0-4 92 16</inkml:trace>
  <inkml:trace contextRef="#ctx0" brushRef="#br0" timeOffset="6001.48">14656 10543 642 0,'0'-4'0'0,"0"2"0"0,2 2 0 0,2 0 0 0,0 0 0 0,1 0 331 0,1 2-141 0,2 3-82 16,3 3 211-16,0-2-144 0,2 1-70 0,0 1-26 16,-1-2-15-16,1 1-9 0,0-3-22 0,0 0-358 15,-4-1 178-15,5-1 90 0,-5 2 54 0</inkml:trace>
  <inkml:trace contextRef="#ctx0" brushRef="#br0" timeOffset="6127.16">14709 10676 728 0,'-8'4'0'0,"4"2"0"0,3-3 0 0,1 1 0 0,0-1 0 0,0-2 0 0,0 0 105 16,3 2-28-16,9-1 3 0,1-2-23 0,2 1-1 15,0 1-23-15,0 0-124 0,4 0 70 0</inkml:trace>
  <inkml:trace contextRef="#ctx0" brushRef="#br0" timeOffset="6299.74">14596 10858 1473 0,'-15'4'0'0,"7"2"0"0,3-1 0 0,1-3 0 0,1-1 0 0,3-1 0 0,0 3 0 0,2 1 0 0,14-1 244 0,12 2-109 0,2-2 377 16,10 0-240-16,1 0-119 0,0 1-61 0,-5-1-27 15,6 1-32-15,-3 0-1 0,-2-1 1 16,-1 2-190-16,-4 0 94 0,3-2 57 16,-5-1 14-16</inkml:trace>
  <inkml:trace contextRef="#ctx0" brushRef="#br0" timeOffset="10044.54">16016 10203 508 0,'0'-6'0'0,"-5"2"0"0,1 3 0 0,0-1 0 0,-2 0 0 0,-1 2 221 0,-2 0-94 16,-2 4-47-16,-3 12 90 0,1 5-60 0,-2 6-43 15,2 0 0-15,1 2 3 0,1 2 1 0,4 0-38 16,3 0 8-16,2 2 83 0,2 0-45 0,0 0-23 16,0-2 102-16,6 1-63 0,7-2-22 0,-1 2-9 15,4-3 23-15,1 0-27 0,1-3 0 0,2 0-98 16,2-3 43-16,0-2-8 15,3 0 36-15,-1-6-143 0,1-2 72 0,2-2 35 16,-7-7 8-16,4-2-538 0,3-2 225 0</inkml:trace>
  <inkml:trace contextRef="#ctx0" brushRef="#br0" timeOffset="10235.29">16275 10297 1117 0,'0'0'0'0,"0"0"0"0,0 0 0 0,6 0 0 0,5 0 0 0,7 0 0 0,0 0 538 16,5 0-252-16,1-1-127 0,6-5-55 0,2 3 45 15,0-3-58-15,0 3-29 0,-2-2-163 0,-2 3 67 16,-6-1 41-16,1 2-8 0,-4-2-406 0,-3 2 219 16,-2 1 111-16,-5 0-560 0,-1 0 302 0</inkml:trace>
  <inkml:trace contextRef="#ctx0" brushRef="#br0" timeOffset="10564.42">16499 9995 605 0,'-8'-1'0'0,"2"1"0"0,3 0 0 0,1 0 0 0,-2 4 0 0,3 11 361 0,1 6-164 0,0 2-82 16,0 5 124-16,0 2-94 0,1 2-61 0,3 5 156 15,1 1-104-15,1 4-52 0,0-1-25 16,-2-6-139-16,0 4 52 0,-3 1 31 15,1-1-1-15,0-1-293 0,-2-3 162 0,0-6 89 16,0 3 33-16,0-12-449 0,-4 1 225 0,-5-4 43 16,-1-4-25-16,-1-3 82 0,-1-3 53 0,-2-4-16 15,-1 0 31-15,0-2 0 0,2-1 30 0,-1 0 235 16,2 0-114-16,3 0-60 0,-1 0-30 0,4 0 490 16,4 0-255-16,0 0-72 0,1 0-81 0,1 0 463 15,0 0-255-15,9 0-128 0,12 4 178 0,5-2-144 16,4 2-85-16,2 0-38 15,2-1 68-15,1 3-54 0,1-1-26 0,-1 1-45 16,-1-1-8-16,3-1 26 0,-2 2 1 0,-1-3-473 16,0 1 236-16,-1-4 126 0,3 0 52 0,-2 0-882 15</inkml:trace>
  <inkml:trace contextRef="#ctx0" brushRef="#br0" timeOffset="10996.79">17145 10025 792 0,'-7'-8'0'0,"6"6"0"0,-1 0 0 0,0 0 0 0,0-1 0 0,2 3 0 0,0 0 457 0,0 0-212 0,0 0-106 16,0 0 168-16,12 0-140 0,4 0-68 0,9 0 185 15,5 0-125-15,2 0-64 0,5 0-22 0,11 0 134 16,-5 0-86-16,6 0-45 0,11 0-21 0,-2-2 71 16,-4-6-38-16,14-1-31 0,-8 1-1 0,1 2 37 15,1 3-30-15,0 1 0 0,-7 2-58 16,11 0 27-16,-4 0 1 0,-2 0 0 15,-7 5-137-15,5 3 68 0,-3-2 43 0,1-2-172 16,0-3 79-16,-1-1 54 0,-3 0-7 0,-1 0-31 16,-11 0 3-16,2 0 30 0,-6-4-24 0,-11 3-58 15,-8-1 26-15,-3 0 30 0,-6 0 52 0,-4 2-22 16,-2 0 0-16,0 0-32 0,-2 0-1 16,-5 0 33-16,-13 0-8 0,-6 0-405 0,-3 0 207 0,-1 7 103 15,-2 3 52-15,-2 3-268 0</inkml:trace>
  <inkml:trace contextRef="#ctx0" brushRef="#br0" timeOffset="11490.64">17334 9951 1175 0,'-15'-11'0'0,"4"9"0"0,4 0 0 0,1 2 0 0,0 0 0 0,0 0 0 0,1 0 0 0,-2 9 0 0,3 8 233 16,-3 4-100-16,6 3-51 0,-1 3-24 0,2 2 117 16,0 7-75-16,0 5-34 0,0 0 0 0,0 0 57 15,2 1-46-15,-1-1-14 16,4 9 39-16,1-5-35 0,-3 2 0 0,3-2-6 15,-5 0-1-15,3-6-19 0,-2 9-8 0,0-7-22 16,-2-8 22-16,0 5-1 0,0-6 1 0,0-7-24 16,-2 1-8-16,-5-7 32 0,-1-4-1 0,1-4-51 15,-5-4 26-15,1-3-10 0,-4-4-6 0,0 0 4 16,-2-2-1-16,-1-13-108 0,-1-3 61 0,-1-7 26 16,2-5-3-16,1-8-170 0,4 1 95 15,4 3 32-15,-3 2 29 0,7 7-93 0,-3 0 56 16,5 13 24-16,-3-1 0 0,3 4 117 15,2 5-47-15,1 1-30 0,0 2 86 0,-2 1-50 16,0 4-26-16,-2 16 109 0,-1 7-60 0,1 1-12 16,-1 4-19-16,3 1 81 0,0-3-44 0,-1 1 2 15,3-3-1-15,0-6-152 0,0 1 56 0,0-4 33 16,3-4-1-16,6-3-351 0,2-2 176 0,-1-5 61 16,5-4-353-16,-1-1 225 0,6-1 112 15</inkml:trace>
  <inkml:trace contextRef="#ctx0" brushRef="#br0" timeOffset="11730.21">17327 10421 1418 0,'7'-21'0'0,"2"6"0"0,1 6 0 0,1-3 0 0,4 1 0 0,1 4 0 0,3 1 0 0,6 2 0 0,-2 2 0 0,9 2 410 0,-2 0-189 0,-2 9-94 0,2 6 109 0,-3 5-102 15,-3 0-42-15,-4 1-34 16,-2 3-47-16,-4 1 1 0,-7 1 21 0,0 0-123 15,-5-2 69-15,-2 6 23 0,-2-3 0 0,-12 0-50 16,-4-1 41-16,-7-4-1 0,1-2 49 0,-4-4-155 16,-3-5 22-16,1-5 48 0,0-3-27 0,2-3-104 15,8 0 50-15,-3 0 53 0,4-2-206 0,6-9 123 16,4-2 61-16,3-2-311 0,6-2 177 0,0-5 102 16,10-1 47-16</inkml:trace>
  <inkml:trace contextRef="#ctx0" brushRef="#br0" timeOffset="11935.67">17747 10289 813 0,'7'-8'0'0,"4"3"0"0,-6 3 0 0,-1 1 0 0,-3-1 0 0,-1 2 0 0,0 0 0 0,-1 0 417 0,-8 10-193 0,-3 12-95 16,-1 4 219-16,0 6-157 0,1 1-71 0,3 1-48 16,2 0 175-16,5 2-107 0,2-5-54 0,0 2 26 15,0-5-32-15,9 0-8 16,4-3-40-16,4-5-123 0,0-2 62 0,4-1 31 15,-4-5 8-15,3-1-114 0,3-3 69 0,-2-5 34 16,-3-1-469-16,1-2 238 0,-3 0 60 0,-2 0 81 16,-1-2-472-16,-1-4 265 0,-5-2 132 0</inkml:trace>
  <inkml:trace contextRef="#ctx0" brushRef="#br0" timeOffset="12235.87">17841 10223 774 0,'-4'-9'0'0,"4"3"0"0,0 1 0 0,0-5 0 0,4 3 362 16,8 2-165-16,1-1-73 0,2 4-50 0,2 0 289 16,4 2-165-16,-3 0-83 0,1 0 12 0,0 5-39 15,-4 5-31-15,0 1-1 0,-2 0-130 0,-2 3 54 16,-5-3 26-16,-2 0-184 0,-2 6 102 0,-2-4 54 16,0 3 27-16,-14 0-191 0,-1-3 90 0,-2 0 5 15,-1-2 47-15,1-3-28 16,2-1 23-16,-1-3-8 0,7-2 108 0,0 1-50 15,3-3-13-15,2 0 1 0,2 0 299 0,2 0-131 16,-1 0-81-16,1 0 183 0,0 0-119 0,1 0-41 16,13 0-33-16,1 0 0 0,4 1 0 0,-1-1-25 15,3 2-9-15,2-2-183 0,-3 2 92 0,3 0 45 16,-1 2-155-16,-1-3 96 0,-2 5 46 0,-2-3-16 16,-3 5-550-16,0 0 267 0,-5 3 147 0</inkml:trace>
  <inkml:trace contextRef="#ctx0" brushRef="#br0" timeOffset="12406.42">18025 10553 988 0,'-11'0'0'0,"4"0"0"0,0 0 0 0,4 0 0 0,1 0 0 0,2 0 0 0,0 0 352 16,2 0-160-16,10 0-71 0,6 0-49 0,7 0 274 16,1 0-157-16,2-1-78 15,1 1-39-15,-5 0-83 0,6 0 18 0,-8 0 9 16,1 0 16-16,-2 0-185 0,-1 0 93 0,-3 4-470 15,-4 0 277-15,-1 1 115 0,-7-1 80 0</inkml:trace>
  <inkml:trace contextRef="#ctx0" brushRef="#br0" timeOffset="12589.93">18239 10336 1560 0,'-3'-2'0'0,"3"0"0"0,-2 2 0 0,2 0 0 0,0 0 0 0,0 4 0 0,0 9 0 0,0 6 0 0,2 6 274 15,1 1-120-15,1 4-61 0,2 1 225 0,-2 6-142 16,-2-4-64-16,0 3-33 0,-1 0-23 0,1-3 0 16,-2 1-23-16,2-4-235 0,-2-3 126 0,2-3 50 15,-2-5 29-15,2-7-465 0,0 1 248 0,-1-8 123 16,1-3-597-16,2-2 332 0</inkml:trace>
  <inkml:trace contextRef="#ctx0" brushRef="#br0" timeOffset="12745.57">18324 10368 1173 0,'4'-1'0'0,"1"-2"0"0,5 3 0 0,-1 0 0 0,-1 0 0 0,2 0 0 0,2 6 0 0,-1 0 168 0,3-1-68 0,1 4-33 0,-2 1 303 16,2 1-161-16,-1 1-92 0,-2 1-42 0,-1 1-92 16,-1 2 25-16,-2 1 0 15,-1-2-483-15,-2 2 249 0,2-3 130 0</inkml:trace>
  <inkml:trace contextRef="#ctx0" brushRef="#br0" timeOffset="12940.07">18613 10243 957 0,'0'-3'0'0,"-2"2"0"0,2 1 0 0,-2 0 0 0,-1 7 0 0,-1 14 381 0,-3 8-178 0,-3 9-85 15,-1 6-43-15,2 3 193 16,-5 3-118-16,1 4-50 0,-1 11 222 0,2-4-145 15,-1 3-72-15,-2-3-36 0,0 5-76 0,1-11 8 16,-2 13 32-16,4-19-409 0,3 0 205 0,2-12 101 16,1-3 52-16,3-10-641 0,0-3 328 0,-1-8 165 15</inkml:trace>
  <inkml:trace contextRef="#ctx0" brushRef="#br0" timeOffset="13229.29">18621 10263 1145 0,'7'-17'0'0,"8"10"0"0,6 3 0 0,2-2 0 0,0 2 0 0,-7 2 0 0,-3 2 0 0,-1 0 350 16,0 5-163-16,-2 7-77 0,-2 5-39 0,-7 4-39 16,1 4 1-16,-2-3 8 0,-2 4-8 15,-11-1-123-15,-4-3 61 0,-2-1 31 16,-1-4-191-16,5-4 107 0,-3-2 47 0,2-3-21 15,5-7 31-15,-3 1-9 0,5-2 0 0,2 0 215 16,2 0-93-16,2 0-59 0,1 0 1 0,2 0 276 16,0-3-143-16,0-3-38 0,8-2-30 0,5 3-32 15,2 2 1-15,2-1-31 0,0 0-78 0,1 2 48 16,1 2-9-16,0 0-478 0,0 0 257 0,0 2 107 16,-3 6 70-16</inkml:trace>
  <inkml:trace contextRef="#ctx0" brushRef="#br0" timeOffset="13478.75">19009 10184 1704 0,'0'-8'0'0,"2"3"0"0,0 1 0 0,3 0 0 0,-2 1 0 0,1 1 0 0,0 2 0 0,1 0 0 0,4 0 284 0,3 7-126 16,-1 7-55-16,3 6 346 0,-2 3-208 0,-1 3-105 15,3 6-51-15,-5 1 165 0,-2 5-101 0,-1-1-62 16,-2 9-23-16,-2-1 1 0,-2 0-32 0,0 4-221 16,-6 0 118-16,-9 0 48 0,0-2 27 0,-4-3-157 15,-3-1 92-15,-3-2 46 0,0-11 24 0,-8 8-564 16,1-13 224-16,5-6 149 0,-3-2 74 0,3-6-460 16,6-5 259-16</inkml:trace>
  <inkml:trace contextRef="#ctx0" brushRef="#br0" timeOffset="14611.87">19261 9871 319 0,'-7'-15'0'0,"1"3"0"0,3 5 0 0,-1-2 0 0,2-1 0 0,0 3 0 0,2-3 0 0,0 1 236 0,0-2-93 0,4-1-59 16,9 1-26-16,2-1 78 15,1 1-52-15,4 2-25 0,-6 1 7 0,2 3 7 16,-7 3 0-16,2 1-40 0,-1 1 0 0,1 0 0 15,-4 1 8-15,-1 12-8 0,0 3 1 0,-2 4-2 16,-1-1 1-16,-1 1-17 0,0 0 25 0,-2 4-9 16,0-6 1-16,0 3-55 0,0-4 21 0,-7-1 0 15,-3 0 20-15,-3-2-72 0,-2-2 30 0,0-1 21 16,-4-1-46-16,2-5 30 0,-2 1-10 16,3-2 90-16,0-3-31 0,2-1 1 15,3 1-34-15,1-1 95 0,0 0-43 0,7 0 1 16,-1 0-31-16,2 0 229 0,2 0-100 0,0 0-49 15,0 0-38-15,0 0 62 0,8 3-46 0,8-1-22 16,3-2 93-16,2 2-50 0,-1-2-37 0,3 2-27 16,-2-2-2-16,-1 0 0 0,-1 0-1 0,-2 0-120 15,0 0 57-15,0 0 31 0,-2 0 1 0,0 0-122 16,0 0 64-16,-2 0 49 0,2 0-19 16,1 0-588-16,-2 0 267 0,2 3 158 0,-2 5-409 15</inkml:trace>
  <inkml:trace contextRef="#ctx0" brushRef="#br0" timeOffset="14913.08">19742 10240 1062 0,'-5'0'0'0,"1"0"0"0,2 0 0 0,2 0 0 0,-2 0 0 0,2 0 0 0,0 0 0 0,0 0 372 0,0 0-169 0,0 0-77 15,0 0-51-15,0 0 67 0,2 4-55 0,5 0-27 16,6 0 114-16,3-2-62 0,0 0-44 0,5-2 12 16,0 0 2-16,5 0-25 15,-7 0 0-15,3 0-122 0,1 0 44 0,-5-2 27 16,2-2 0-16,-6 2-295 0,2 0 161 0,-5 2 63 15,-1 0 42-15,-1 0-316 0,-4 0 163 0,-1 8 22 16,-4 1-413-16</inkml:trace>
  <inkml:trace contextRef="#ctx0" brushRef="#br0" timeOffset="15097.75">19810 10471 1101 0,'-8'4'0'0,"5"0"0"0,-1 0 0 0,2-4 0 0,0 0 0 0,1 0 0 0,1 0 0 0,0 2 403 16,1-1-177-16,8 3-100 0,6-2 233 0,0-2-164 16,2 2-80-16,4-2-42 0,-2 2-3 0,1-2-8 15,1 0-29-15,2 0-255 0,-3 0 128 0,1 0 63 16,0 0 40-16,-1 0-597 0,1 0 310 0</inkml:trace>
  <inkml:trace contextRef="#ctx0" brushRef="#br0" timeOffset="15806.09">20441 10353 906 0,'-14'0'0'0,"7"0"0"0,2 0 0 0,-3 0 0 0,0 0 0 0,1-2 0 0,-2-7 0 0,0-3 236 15,-1 1-106-15,2 0-48 0,3-1 188 0,1-3-119 16,1 1-59-16,1-1-21 0,2 0 46 0,0 0-43 15,0-2-20-15,3 0 61 0,7 0-40 0,2 2-14 16,4-1-7-16,0 4 2 0,1-1-23 0,0 4 0 16,2 1 0-16,-2 2 26 0,2 2-26 0,0 2 0 15,2 2-9-15,-3 0 9 0,1 2-1 0,-1 9 9 16,3 5-50-16,-3 2 21 0,-2 5 0 0,-1 0-50 16,-2 3 28-16,-4-3 7 15,3 7 11-15,-6 1-100 0,-5-1 47 0,1 2 29 16,-2 2 3-16,-2 0-59 0,-15 7 24 0,-1-3 23 15,-3-1-130-15,-4 2 70 0,-3-3 20 0,3-3 17 16,-7 0-49-16,5-11 32 0,1-1-1 0,-1-4 106 16,8-7-36-16,1-1-9 0,1-6-27 0,6-1 270 15,-1-2-123-15,3 0-67 0,3 0-20 0,3 0 138 16,1 0-58-16,2 0-50 0,0 0 273 16,0 0-149-16,0-2-66 0,11-1-46 15,8-1 22-15,4-1-29 0,-1 1 0 0,4 0-55 16,-1 2 8-16,7 0 17 0,-2 2 0 0,0 0-324 15,-2 0 162-15,0 0 81 0,-6 0 48 0,4 0-658 16,-3 0 289-16,-2 5 171 0,-1-1-230 0,1 0 198 16,-8 0 90-16</inkml:trace>
  <inkml:trace contextRef="#ctx0" brushRef="#br0" timeOffset="16254.14">20997 10088 1334 0,'-7'-10'0'0,"7"5"0"0,0 3 0 0,11-1 0 0,1-5 0 0,0 3 208 0,1-1-79 0,1 3-53 16,2-1 124-16,5 2-83 0,2-1-42 0,-3 3 81 16,1 0-2-16,0 0-65 15,-5 0-28-15,3 0-53 0,-4 0 0 0,-1 5 25 16,-5-4 8-16,2 3 13 0,-3 0 0 0,-3 0-21 15,-1-1-40-15,-2-1 0 0,0 0 48 0,-1 2-8 16,1-1 27-16,-2 3 0 0,0 1-28 0,0 5 64 16,-3 2-24-16,-10 10-8 0,-3 0-31 15,-3 6 65-15,-3 6-32 0,-2 0 0 16,-1 7-25-16,-1-1-57 0,1 3 25 0,0 3 0 16,0-1-93-16,0-1 58 0,4-6 38 0,-2 6-9 15,7-13-48-15,0-1 21 0,0-6 24 0,7-6-70 16,1-4 41-16,1-3-4 0,1-6-1 0,4-2 29 15,1-4-1-15,1 1-23 0,0-2 19 0,0 0 147 16,0 0-69-16,0 0-29 0,5 0 163 0,12 0-80 16,3 0-55-16,3 0-4 0,4 0 134 0,-3 0-197 15,5 0 0-15,-6 0 0 0,9 0 0 0,-4-2 0 16,-1 1 0-16,-6-1-331 0,0-1 189 0,-3 1 76 16,-1 2 40-16,-6-2-592 15,0 2 292-15,-3 0 147 0,-4-1-408 0,-2 1 269 16,-2-2 146-16</inkml:trace>
  <inkml:trace contextRef="#ctx0" brushRef="#br0" timeOffset="16431.71">20951 10290 1587 0,'-3'-9'0'0,"3"2"0"0,3 4 0 0,15-1 0 0,0 0 0 0,1 2 0 0,0-1 291 0,3 3-129 0,8 0-65 15,5 3 448-15,-3 4-249 0,1 3-135 0,-1-1-64 16,0 5-143-16,-3-3 40 0,-4 2-1 0,-4-2-746 16,2 0 389-16,-7 0 198 0</inkml:trace>
  <inkml:trace contextRef="#ctx0" brushRef="#br0" timeOffset="19109.3">22721 10318 378 0,'-7'-5'0'0,"1"2"0"0,-2-2 0 0,3-1 0 0,-1-3 0 0,1 2 0 0,-3 0 168 15,4-2-68-15,0-1-25 0,1-3 45 0,1 2-43 16,0-3-23-16,2 2 1 0,0-3 0 0,0-1 8 16,0 2-31-16,2-2 40 15,2 2 0-15,3-1-39 0,3-1 0 0,-1 3 16 0,2 0-16 16,3 0 0-16,-2 2-1 0,4 2-37 16,-2-1 0-16,4 3 46 0,-2 1-8 0,3 2-68 15,-2 2 34-15,2 2 6 0,-3 0-36 0,0 0 25 16,-2 10-4-16,2 1 12 0,-3 4 13 0,-2 2-16 15,-1 3 13-15,-3 2 31 0,1 3-2 0,-4 2-32 16,-2-1 2-16,-2 0 35 0,0 2-1 0,0 0-19 16,-6 1-10-16,-8-1-28 0,2 0 31 15,-4 0 6-15,0-2-50 0,-3-1 25 16,-2-3-4-16,2-1-4 0,-3-2 0 0,1-6 16 16,-1-2 5-16,1-3-44 0,-2-3 39 0,3-1-12 15,-1-2 10-15,4-2 108 0,2 0-52 0,3 2-24 16,3-2 176-16,4 0-89 0,1 0-50 0,2 0-12 15,2 0 79-15,0 0-46 0,0 0-36 0,2 4-64 16,13-1 1-16,7 3 35 0,-1-2 9 0,9 2-31 16,-1-3 0-16,3 1 23 0,-2 0 0 0,0-3-191 15,-5-1 95-15,7 0 43 16,-2 0-420-16,-2 0 215 0,-1 0 72 0,-6 0 65 16,0 0-394-16,-1 0 229 0,-3 0 110 0,-2-1-270 15</inkml:trace>
  <inkml:trace contextRef="#ctx0" brushRef="#br0" timeOffset="19550.62">23247 9990 1222 0,'0'-12'0'0,"0"8"0"0,0 0 0 0,6 1 0 0,3-2 0 0,-1 0 0 0,3 1 0 0,0 0 166 16,2 2-66-16,4 0 70 0,0 2-69 0,-2 0-34 15,2 0 9-15,-1 0-42 0,-2 0-1 0,1 2 0 16,-3 4 0-16,-3-2-48 0,0 1 33 0,-1 0-9 16,-3 0 24-16,1 1-36 0,-2 1 1 0,-3-3 35 15,1 2-32-15,0 1 32 0,-2 2-33 0,0 1 83 16,0 3-35-16,0 2 0 16,0 2-24-16,-11 7 54 0,-1 3-22 0,-2 2 0 15,-7 6-12-15,1 2-47 0,2-5 11 0,-8 8 25 16,6 0-104-16,-3 0 50 0,-2-3 27 0,3-1-1 15,3-6-86-15,-3-2 47 0,6-9 13 0,2 2 0 16,1-6 30-16,5-6-4 0,0-1-24 0,5-2 120 16,1-5-51-16,0-1-23 15,2 0-1-15,0 0 53 0,0 0-23 0,0 2-3 16,2 3-5-16,5 1-16 0,7 0 15 0,2 2-13 16,2-3 27-16,0 1 0 0,3 0-28 0,2-1-108 15,-5-1 53-15,3 0 34 0,-2 0-19 0,-1-1-207 16,-1-1 104-16,-4 0 59 0,-1 0 11 0,-1-2-342 15,-2 2 179-15,-2-2 87 0,0 0 35 0,-2 0-136 16,-3 0 92-16,0 0 38 0,0 0-297 0,-1-9 176 16</inkml:trace>
  <inkml:trace contextRef="#ctx0" brushRef="#br0" timeOffset="19732.14">23219 10239 945 0,'-11'0'0'0,"6"0"0"0,3 0 0 0,1 0 0 0,1 0 0 0,0-2 0 0,1 0 0 0,13 2 310 0,6 0-143 0,7 0-67 16,1 0 156-16,2 0-112 0,4 5-55 0,-4 3-21 15,0 1-1-15,-2 1-34 16,-1 1-1-16,-3 1-224 0,1 3 113 0,-5-2 63 16,3 1 21-16,-4-4-510 0,1 3 266 0</inkml:trace>
  <inkml:trace contextRef="#ctx0" brushRef="#br0" timeOffset="19901.82">23891 10190 1185 0,'2'0'0'0,"2"0"0"0,3 0 0 0,2 0 0 0,1 0 0 0,-1 0 0 0,5 0 0 0,-1-2 113 0,1 0-32 0,2 2-8 0,-2 0-18 16,2 0 0-16,-1 0-22 0,-4 2 8 0,2 3-361 15,-1 3 176-15,-3-1 89 0</inkml:trace>
  <inkml:trace contextRef="#ctx0" brushRef="#br0" timeOffset="20047.49">23940 10400 1202 0,'-8'5'0'0,"5"5"0"0,3-4 0 0,0-1 0 0,0-2 0 0,0 2 0 0,7-3 0 0,5 2 0 0,1-1 130 0,4 1-52 15,-1-1-23-15,4 1 151 0,0 2-86 0,2-3-44 16,3 2-13-16,3 0-320 0,-1 1 145 0</inkml:trace>
  <inkml:trace contextRef="#ctx0" brushRef="#br0" timeOffset="20697.87">24350 10390 791 0,'-2'-20'0'0,"-3"1"0"0,4 2 0 0,1 1 0 0,0-5 0 0,0-5 0 0,4 3 84 0,7-3-31 0,-2 7 1 15,5 2 159-15,0 0-91 0,4 4-44 0,0 1 102 16,3 5-78-16,-2 3-34 0,1 3-1 0,1 1-65 16,-3 0 31-16,1 11 8 0,2 8-8 15,-6 5-31-15,-3 4 1 0,-3 2 29 16,-5 0-37-16,-3 2 9 0,-1-2 28 0,0 2 1 16,-9-4-103-16,-6 1 22 0,-5-4 34 0,-3 0-63 15,-3-2 41-15,-3-3 8 0,-3-3 1 0,1-2-6 16,-3-3-1-16,-2-5 19 0,3-2 10 0,-1 0-68 15,2-5 31-15,0 0-8 0,4 0 36 0,9 0-96 16,-2-5 48-16,8-2 16 0,6 0-70 0,3-3 35 16,4-1 26-16,2-2-27 15,18-5-137-15,12 0 93 0,1-1 47 0</inkml:trace>
  <inkml:trace contextRef="#ctx0" brushRef="#br0" timeOffset="20910.3">24796 10146 620 0,'2'-13'0'0,"0"4"0"0,-2-2 0 0,0 1 0 0,-5-1 0 0,-6 4 0 0,-3 3 239 0,-2 1-103 0,-7 3-51 16,4 0-19-16,-7 16 166 0,2 7-100 0,1 4-49 15,0 4 52-15,5 4-51 16,4 1-17-16,7-2 74 0,5-1-54 0,2 0-27 16,0-1-1-16,9-3 4 0,7-2-22 0,3-3-8 15,4-2 0-15,2-2-129 0,1-3 64 0,3-3 33 16,-1-4-278-16,2-2 130 0,-5-5 86 0,2-3 4 15,-4 0-396-15,-1 0 193 0,-2 0 106 0,0-8-96 16</inkml:trace>
  <inkml:trace contextRef="#ctx0" brushRef="#br0" timeOffset="21236.06">24883 9901 1197 0,'2'-16'0'0,"5"7"0"0,5 0 0 16,1-2 0-16,2 1 0 0,2 1 0 0,-3 1 0 0,2 7 0 0,1-2 281 0,-2 3-125 0,2 0-53 0,-3 0 1 0,0 8-36 0,-5 3 0 15,-2 5-35-15,-3 0-75 16,-2 3 46-16,-2-1-9 0,0 7 38 0,-13-1-145 16,-4-1 72-16,-1-1 37 0,-1-4-158 0,2-1 90 15,-1-2 7-15,5-6 37 0,4-4-16 0,0 2-2 16,3-4-16-16,3-2 235 0,1-1-97 0,0 0-45 15,2 0-19-15,0 0 138 0,0 0-58 0,0 0-44 16,0 0 10-16,0 0 141 0,4 0-80 0,9 3-35 16,0-2 26-16,4 1-38 15,4-2-1-15,-1 0-39 0,1 0-81 0,1 0 49 16,1 0-8-16,-1 0-297 0,0 0 162 0,0 4 86 16,-2 0 16-16,-1 1-307 0,-2 5 130 0,-3 2 101 15</inkml:trace>
  <inkml:trace contextRef="#ctx0" brushRef="#br0" timeOffset="21413.79">25101 10367 860 0,'-4'5'0'0,"4"1"0"0,0-3 0 0,6-3 0 0,8 0 0 0,7-2 0 0,4-5 256 0,3-3-104 0,2 3-63 0,0-2 209 15,2 3-133-15,-2 2-66 0,-7 2-33 0,1 0-113 16,-2 2 36-16,-1 0 22 0,-3 0-1 0,-2 0-134 15,-2 4 74-15,-3 0 49 0,-2 2 14 0,-4-3-451 16,-3 1 228-16</inkml:trace>
  <inkml:trace contextRef="#ctx0" brushRef="#br0" timeOffset="21602.99">25371 10096 644 0,'-5'0'0'0,"3"2"0"0,0 6 0 0,2-1 0 0,0 4 0 0,0 4 362 0,0 4-169 0,0 4-80 16,-2 6-40-16,2 4 260 0,-4 0-141 0,2 3-84 16,0-1 4-16,0 1-39 15,1 2-1-15,-1-1-39 0,0-1-144 0,2-2 68 16,0-2 37-16,0-5-389 0,0-6 213 0,0-1 108 16,2-9 61-16,5-2-612 0</inkml:trace>
  <inkml:trace contextRef="#ctx0" brushRef="#br0" timeOffset="21768.6">25503 10175 1164 0,'3'0'0'0,"11"0"0"0,1 0 0 0,2 0 0 0,-4 0 0 0,0 1 0 0,0 4 213 0,0 0-95 0,2 2-42 0,0 5 122 15,0-3-83-15,-2 2-41 0,1 3-12 0,-6-3-278 16,2 2 124-16,-2-2 63 0,-2 2 30 0,1-3-602 15</inkml:trace>
  <inkml:trace contextRef="#ctx0" brushRef="#br0" timeOffset="21981.12">25824 10025 1154 0,'-4'-6'0'0,"0"4"0"0,2 0 0 15,-1 2 0-15,-3 4 0 0,-4 17 0 0,1 7 0 0,-2 12 146 0,0 6-57 0,-4 5-19 0,-1 5 330 0,0 8-183 0,-2-4-93 16,2 4-45-16,-1 2 146 0,0-8-88 0,0 17-56 16,1-10-195-16,0-2 74 0,3-1 36 0,0-9-415 15,4-1 221-15,0-7 116 16,3-13 57-16,-1-8-267 0,6-3 81 0,-3-8 101 16,4-8-50-16,-2-5-286 0</inkml:trace>
  <inkml:trace contextRef="#ctx0" brushRef="#br0" timeOffset="22269.35">25938 9769 1035 0,'16'-15'0'0,"9"11"0"0,6 2 0 0,-5 0 0 0,-3 0 184 15,-2 2-76-15,-5 0-29 0,1 0-9 0,-2 10 56 16,-1 5-47-16,-5 8-23 0,-6 1 0 0,-3 4 10 15,0 2-9-15,-8 1-24 0,-8-2-125 0,-4-1 62 16,-5-1 31-16,0-1-94 0,-1-5 56 0,4-2 33 16,7-8-1-16,-3 1-48 15,9-8 22-15,0 2 3 0,4-2-11 0,1-4 115 16,4 2-42-16,0-2-40 0,0 0-34 0,4 0 255 16,14 0-95-16,5 0-55 0,5-2 196 0,0-2-114 15,0 1-57-15,-6 0-20 0,3 2-241 0,-4 1 102 16,0 0 51-16,-3 0-590 0,-1 5 300 0,-6 5 156 15</inkml:trace>
  <inkml:trace contextRef="#ctx0" brushRef="#br0" timeOffset="22445.88">26372 10834 1286 0,'-2'-2'0'0,"2"2"0"0,14 0 0 0,2 0 0 0,-6 0 0 0,-2-2 0 0,-3 0 0 0,1 0-252 0</inkml:trace>
  <inkml:trace contextRef="#ctx0" brushRef="#br0" timeOffset="29044.7">3622 13157 592 0,'0'0'0'0,"0"0"0"0,0 0 0 0,0 0 0 0,0 0 0 0,0 0 0 0,0 0 0 0,0 0 153 0,0 0-61 16,0 0-29-16,0 0 31 0,0 0-35 0,0 0 0 15,0 0-27-15,0 0 54 0,0 0-27 0,0 0 8 16,0 0-34-16,0 0 59 0,0 0-29 0,0 0-1 16,0 0 31-16,0 0-23 0,0 0-7 0,-2 0-30 15,-2 0 42-15,1 0-22 0,-4 2 1 0,3 1-36 16,-1 1 14-16,-2 2 1 15,-3 1 0-15,1 3-21 0,0 1 20 0,-3 7 9 16,-3 4-8-16,-2 3-40 0,-1 6 1 0,-4 5 38 16,-2 1-39-16,-1 3 6 0,-4 4 13 0,-2 3 13 15,-4 8-27-15,1-1 23 0,-1 2-10 0,2-5 25 16,-10 13-18-16,5-5 1 0,-2-1-4 0,2-2-31 16,-3 3 34-16,-2 0 5 0,-2 0-4 0,1 2 2 15,1 0-1-15,0 1-2 0,-1-3-39 16,6-6 43-16,-5 10-7 0,5-13 1 15,6-7 24-15,0 2-24 0,5-6-3 0,7-8 25 16,4-3-22-16,3-8 0 0,0-2 0 0,4-4-23 16,2 0 1-16,0-5 25 0,5-2-2 0,-1 0-41 15,1-5 37-15,1 1 1 0,-1-2-51 0,0 2 22 16,1-1-2-16,-2-1 11 0,1 4-17 0,-1-4 0 16,1 3 17-16,-1 1-114 0,-1-1 58 0,-1 2 20 15,1-1 1-15,3 1-174 0,-1-2 83 0,2-2 44 16,-1-1 28-16,1-1-102 15,0 0 65-15,0 0 32 0,0 0-293 0,0 0 168 16,1-5 78-16,9-16 40 0,-1-2-220 0</inkml:trace>
  <inkml:trace contextRef="#ctx0" brushRef="#br0" timeOffset="29310.99">2517 14421 862 0,'2'-13'0'0,"1"5"0"0,-1 1 0 0,-2 1 0 0,0 0 0 0,0 2 0 0,0 3 0 0,0-2 0 0,0 2 216 0,0 1-84 0,0 0-53 16,0 0-23-16,0 15 19 0,0 12-21 0,0 11 0 16,0 7 52-16,-8 6-41 0,-3 5 1 0,-5-2-57 15,2-1 24-15,-4 2-1 0,4-2 9 0,-4-6 23 16,6-4-1-16,0-11-30 0,6-2 0 0,-3-8 57 16,6-4-20-16,1-3-8 0,2-4-30 0,0-4 31 15,0-3-31-15,8-4 1 0,9 0-16 0,12 0-9 16,6-17 25-16,12-14 0 15,3-7-33-15,5-9 0 0,6-4 41 0,0 1-335 16,0-1 156-16,2 2 59 0,6 0 46 0,-4 4-501 16,3-1 242-16,2 2 134 0,9-5 62 0</inkml:trace>
  <inkml:trace contextRef="#ctx0" brushRef="#br0" timeOffset="30167.94">3662 13273 203 0,'-3'0'0'0,"3"0"0"0,-5 0 0 0,2 0 0 0,-2-1 183 16,1-2-75-16,0 2-37 0,1-3-1 0,1 2 44 16,1 0-45-16,-2 0 1 0,3 1-38 0,0-2 147 15,-2 1-73-15,2 1-29 0,0 0 97 0,0-2-70 16,0 1-36-16,0 0 109 0,0 0-72 0,0 1-28 16,0-4-8-16,0 2-4 0,0-2 0 0,2-1-33 15,7-1 1-15,4 1 30 0,-2-2-30 0,4 3-1 16,-1-1 1-16,3 0-2 15,2 1 2-15,0-1 8 0,5 0-1 0,-3 2-7 16,6 1 0-16,-2-1 26 0,-1 3-26 0,0-3 8 16,3 2-8-16,1-2 38 0,1 1-39 0,-1 0 1 15,2-1 8-15,2 0 7 0,0 1-15 0,3-1-1 16,2-1 1-16,0-1 12 0,2 0-4 0,-3 0-9 16,3-1-25-16,5 1 26 0,-3 1 0 0,0 1-63 15,-1-2 37-15,6 3-8 0,-3-1 23 16,-5 1-56-16,0 2 25 0,7-2-1 15,-7 2 22-15,6-1-44 0,-10 1 22 0,6-1 0 16,-1 0 7-16,-3 0-12 0,3-1 12 0,5-2-6 16,-5 0 20-16,2-1-13 0,1-1 4 0,1 1 1 15,-3-3 0-15,6-2 0 0,2-2-1 0,0 5-32 16,-1-5 31-16,2 4 1 0,-8-2-1 0,8 2-53 16,-6 2 25-16,0-1-2 0,-10 4 26 0,4 2-31 15,-2 1-2-15,-3-1 18 16,0 2 8-16,-2 0-9 0,2 0 8 0,-2 0 39 15,0 0-43-15,0 0 0 0,2 0 3 0,-2 0-5 16,0-2 6-16,-3 0 1 0,-2-2-3 0,-1-1-39 16,-3-1 41-16,-1 1 4 0,-3-3-3 0,-4 3 21 15,-1 0-25-15,-3 0 1 0,-2 0 37 0,-1 0-39 16,-1 3 4-16,-3-1 68 0,0 1-33 0,-2 0 5 16,0 0-36-16,0 2 73 0,0-2-32 0,0 2-8 15,0 0 0-15,0 0-116 0,0-1 48 0,0 1 8 16,0 0 41-16,-4 0-488 15,-3 0 223-15,-2 0 103 0,4 7-195 0,-4 0 159 16,4 0 79-16,1 0-355 0,1-4 209 0</inkml:trace>
  <inkml:trace contextRef="#ctx0" brushRef="#br0" timeOffset="30380.37">6131 12657 1015 0,'0'-2'0'0,"0"2"0"0,2-2 0 0,4 1 0 0,0-1 0 0,-1 0 0 0,6 0 0 0,2 0 0 0,9 2 351 0,5 0-159 0,1 0-80 16,4 2-39-16,5 5 248 0,5 1-148 0,-2 2-70 16,-8-1 46-16,3 1-58 0,-3 3-29 0,0-1 20 15,-6 1-28-15,-3 5-1 0,-7-5-20 0,-2 4 22 16,-6 0-22-16,-7 1 8 0,-1 5-8 0,-11 0-1 16,-17 5 1-16,-6-1-1 0,-4 3 1 0,-5 3-163 15,-12 3 78-15,-1-1 41 16,-1 3-712-16,-8 1 333 0</inkml:trace>
  <inkml:trace contextRef="#ctx0" brushRef="#br0" timeOffset="31895.85">3530 9929 473 0,'0'-4'0'0,"-2"0"0"0,1 2 0 0,-2-2 0 0,2 1 0 0,-1-1 0 0,-1 2 0 0,1 1 121 16,0-1-45-16,2 0-13 0,-1 0-8 0,1 2 92 15,0 0-57-15,0 0-29 0,0 0 95 0,0 0-54 16,0 0-39-16,0 0 30 0,0 0-31 0,0 0 1 16,0 0-30-16,0 0 71 0,0 2-39 0,-2 7-1 15,2 2-31-15,0 0 90 0,-1 0-46 0,1 1-13 16,-2 3-9-16,2-2 24 0,0-2-23 0,0 2 23 16,0 3-23-16,0-3 8 0,0 4-31 0,0-2 26 15,0 2-27-15,0 1 1 16,0 2 0-16,0 0 27 0,2 0-27 0,-1 3 0 15,1-1 0-15,1 1 28 0,-1 3-28 0,3-3 8 16,-1 5-3-16,-1-2-6 0,2 2 1 0,-3 0 0 16,1 3-14-16,0-2 22 0,0 4-8 0,-1-1-18 15,3-1 17-15,-4 3 1 0,1 0 0 0,1 0-25 16,-2-1 20-16,1 1 3 0,1 2-8 16,-3-2-9-16,2 2 18 0,1-3-4 0,-2 2-37 15,-1-4 35-15,2-1 0 0,0 0-4 0,-2-3-7 16,1 3 9-16,1-2-2 0,-2 0 4 15,0 0-3-15,2 0 0 0,-2-1 5 0,0 4 16 16,0 0-22-16,0-1 2 0,0-2-2 0,3-6 168 16,-2 10-190-16,-1 4 0 0,0-4 0 0,0-2 0 15,0 0 0-15,0 1 0 0,0-6 0 0,0 8 0 16,0-6 0-16,0 2 0 0,0 1 0 0,0-1 0 16,0 3 0-16,0-2-172 0,0 4 152 15,0 0 0-15,0-2 1 0,0 0-16 16,0 1 6-16,0-2 2 0,0 1 17 0,0 0 2 15,0 0-11-15,0-1 8 0,0 0 17 0,0 0-16 16,1 0-1-16,3 0 5 0,-4 0-3 0,1 0 0 16,-1 3 2-16,0-2-18 0,0 2 18 0,0 0-2 15,0-3 2-15,0 4-22 0,0-1 16 0,0-3 4 16,0-1 7-16,0-1 5 0,0-3-14 0,0 0 26 16,0-3-27-16,0 2 3 0,0-5 0 15,0 0-1-15,0 1 2 0,0 0 0 16,0-3-1-16,0 1-22 0,2 0 23 0,-2-2 0 15,0 2 2-15,0-1-17 0,0 2 13 0,0-2 2 16,0-1-3-16,0 0 1 0,0-3-3 0,0 4 20 16,0-3-20-16,0-2 3 0,0 0-1 15,0 1-38-15,0-2 39 0,0 0-1 0,0 1-2 0,0 0-52 16,0 0 25-16,0-1 0 0,0-3 23 0,0 2-23 16,0-1-11-16,0-3 33 0,0 1-106 0,-3-2 49 15,-1-5 15-15,3 1 0 16,0-2-253-16,-4 0 144 0,5-7 69 0,0-20-524 15,0-12 296-15</inkml:trace>
  <inkml:trace contextRef="#ctx0" brushRef="#br0" timeOffset="32320.6">3486 9921 846 0,'-3'-3'0'0,"1"0"0"0,0 1 0 0,2 2 0 0,-1-1 0 0,-2 1 0 0,1 0 0 0,2 0 0 0,0 0 204 16,-3 0-85-16,1 0-44 0,0 6-21 0,-2 4 24 16,1 2-9-16,-2 1-37 0,2 4 34 0,-2 2-1 15,-1 0-32-15,-3 3 34 16,2 5-34-16,0-6-1 0,-2 4 1 0,0 0-29 15,-3-1 0-15,3-3 37 0,-2 5-8 0,-2-6-100 16,5-2 50-16,-1-3 18 0,2-6-1 0,2-2-261 16,1-2 134-16,2-4 48 0,2-1-284 0,0 0 152 15,0-3 82-15</inkml:trace>
  <inkml:trace contextRef="#ctx0" brushRef="#br0" timeOffset="32541.8">3483 9893 783 0,'0'-6'0'0,"0"4"0"0,0 0 0 0,1 2 0 0,1 0 0 0,4 0 0 0,4 0 0 0,2 0 345 0,6 0-156 0,4 7-79 15,-1 4-30-15,7 1 297 0,-4 4-172 0,5-2-86 16,-3 5 111-16,0 2-98 0,0 0-42 0,-3 0-20 16,1 0-1-16,-5-1-36 15,-1-5 0-15,-4 2-131 0,2-4 74 0,-10-3 24 16,2-2 0-16,0-2-71 0,-5-2 52 0,-1-3 26 15,-2-1 7-15,3 0-420 0,-3 0 155 0,0 0 118 16,0 0-363-16,0-1 231 0</inkml:trace>
  <inkml:trace contextRef="#ctx0" brushRef="#br0" timeOffset="36218.65">2167 10281 20 0,'0'0'0'0,"0"0"0"0,0-1 0 0,0-5 0 0,0 3 0 0,0-4 98 15,-2 4-40-15,2-2 0 0,-3 1-33 0,3 0 44 16,-2 0 1-16,2 3-29 0,-1-3 19 0,1 2-27 15,0 0 0-15,0 2 24 0,0 0 0 0,0 0-16 16,0 0-8-16,0 0 34 0,0 0 0 0,0 0-34 16,0 0 0-16,0 0 65 0,0 0-37 0,0 0 0 15,0 0-28-15,0 0 73 0,0 0-36 0,-2 0 8 16,2 5-13-16,-2 1 0 16,2 2-32-16,0-4 36 0,0 5-28 0,0-2-9 0,0 2 1 15,0 1-33-15,0 0 0 0,0 0 33 16,0-2 8-16,0 3-50 0,0-1 1 0,2 1 41 15,0-2 0-15,-2 1-38 0,1 1 41 0,-1-1-26 16,2-1 54-16,-2 2-52 0,0-1 11 0,0-1 38 16,3 1 7-16,-3 1-42 0,0-1-1 0,2 2-11 15,-2-1 14-15,0 1 9 0,0-2 0 0,0 6-50 16,0-3 20-16,0 0 2 0,0 0 20 16,0 0-37-16,0 3 7 0,0-1 16 15,0-3 3-15,0 4-3 0,0-3 4 0,0 0 4 16,3-3-1-16,0 2-10 0,-2 2 5 0,1-3 1 15,1 2-1-15,-3 0 2 0,2 0 9 0,3 0-33 16,-4 1 23-16,1 1 2 0,-1 1-1 0,1 0-32 16,0 1 32-16,1-1-33 0,-1-1 29 0,-1 0-2 15,2 2 1-15,-2-3-7 0,1 0 7 0,0 1-2 16,-1 1 0-16,1-3 4 0,1 2-4 16,0 0-2-16,-1 0 5 0,0 0 23 15,-1 0-25-15,4-1-1 0,-3 2 17 0,-2-1-14 16,3 0 3-16,0-2-4 0,-2 0-6 0,1 0 7 15,-1 1 2-15,1-1-7 0,3-2 9 0,-4 2-4 16,1 0 0-16,0 1-2 0,1 1 1 0,-1-1 1 16,1 1 1-16,0 1 26 0,0 0-28 0,-2 1 1 15,3 2 1-15,-1-2 25 0,0 1-19 0,0 0-37 16,-1-3 32-16,1 0-1 0,-1 0 3 16,1-2-31-16,-1-2 4 0,2 4 23 15,-3-3-2-15,1-2-32 0,0 3 29 0,-1-3 5 16,3 5-11-16,-1-2 2 0,-2 2-2 0,3-1 4 15,-3 3-8-15,4 0 43 0,-3-1-37 0,4 1 0 16,-3 0 3-16,0 2 0 0,4-4 2 0,-4 1-9 16,2 0 8-16,-1-1 0 0,2 0 2 0,-2-2-1 15,2 2 0-15,-3 0 2 16,2 0-5-16,0 0-3 0,-3 2 2 0,4 1 2 16,-3 0-5-16,0-1 36 0,3-1-31 0,-2 1 0 15,1 0-8-15,1 0 9 0,0 0 2 0,-1 0-40 16,1-2 37-16,-1 2 0 0,2-2 0 0,-2 2-35 15,0-2 32-15,2 2 3 0,-2-2-5 0,1 0-2 16,-4 2-1-16,5-3 3 0,-2 2-7 0,0-1 26 16,0 0-21-16,0 0 1 0,1-1 7 0,0 0-7 15,2 1 2-15,-3 1-7 0,3-2 7 0,-3 1-1 16,4 0 3-16,-4 2-6 0,1-2 4 0,1 0 0 16,0 2-1-16,-2-2-2 15,2 0 1-15,-3 0 1 0,3-1-3 0,-1 1 23 16,-3-3-21-16,2 0 1 0,1 1 20 0,-2-2-19 15,2 0 1-15,-1 0 28 0,4 1-27 0,-4 1 0 16,1 0 3-16,2 0-22 0,0 0 20 0,0 1 3 16,-1-1-3-16,1 2-36 0,-1-2 35 0,0 0-1 15,1-1-16-15,-3 0 15 0,4 3 0 0,-3-5-5 16,1 1-5-16,-1-2 9 0,1 3-5 0,-2-4-1 16,2 1 4-16,-1-2-2 15,1 3 1-15,-1-3-5 0,2 0 5 0,0 0 1 16,-3 2 0-16,3 0-11 0,-1-1 10 0,0-1 1 15,1 1-1-15,0 1-3 0,-1 1 2 0,0-3 0 16,-1 2-1-16,1-2 0 0,1 2 1 0,0-2 11 16,-2 2-10-16,0-2-1 0,3 3 1 0,0-2-2 15,-1-1 2-15,0 3 0 0,0-3 0 0,1 1-33 16,1 1 32-16,0-1 0 16,-1-1 0-16,0 3-16 0,-2-3 15 0,3 1-3 15,-3-2-15-15,3 2 13 0,-2 0 2 0,-1-1 6 16,0 1-6-16,1-2-2 0,-3 1 2 0,4-2 21 15,-1 1-21-15,-2-1 1 0,1 0-1 0,1 0 38 16,1-1 1-16,-3 0-31 0,1 1-4 0,0-1 26 16,2 2-1-16,-1-2-16 0,-2 1 1 0,4 1 0 15,-1-3-3-15,-1 3-24 0,-1 0 23 0,3 0 3 16,2-1-2-16,-4-1-34 16,4 0 34-16,-2 2-3 0,3-3 1 0,-4 1-25 15,0 0 0-15,0-1 18 0,3 1-21 0,-1 0 20 16,-4-1 3-16,3 2-9 0,2-2 7 0,-4 1-3 15,3-3 2-15,-3 4 6 0,3-1-5 0,0-2-2 16,-3-1 1-16,3 3 9 0,-1-4-9 0,-1 2 1 16,2-2-1-16,-2 0-10 0,3 0 11 15,-1 0 0-15,-1 0-38 0,-1 0 36 0,2 0 1 16,-1 0-24-16,1 0 22 0,-2 0-1 0,4 0-1 0,-5 0-8 16,2 0 9-16,1 0-4 15,-2 0 2-15,4 0 21 0,-2 0-23 0,0 0 2 16,-1 0 0-16,2 0 29 0,1 0-28 0,0 0 2 15,1 0 1-15,-1-2-2 0,1 1 4 0,-3-3-2 16,5-1-26-16,-5 4 26 0,0-1-2 0,2-2-20 16,-2 2 20-16,-1 0 0 0,1 0 0 0,0 1 19 15,0-1-24-15,2-1 4 0,-5 2-3 0,4-1 38 16,-1-2-34-16,1 0-2 0,2 1 34 16,-5-1-30-16,4-2 3 0,-2 1-3 0,-1 1 5 15,0-2-3-15,2 1 4 0,-2 0-26 16,2 0 23-16,-2-1 0 0,-2 1-2 0,2 1 2 15,2-2-2-15,-6 3 0 0,4-3-2 0,-1 0 14 16,1-1-13-16,-2 1 1 0,3-2-2 0,-2 0 29 16,3-1-25-16,0 1-1 0,-4-1 4 0,5-3-3 15,-2 1 3-15,0 0-51 16,1-3 23-16,0 3 1 0,-2-2 21 0,0 0-20 16,1 0 16-16,-2-1 3 0,1 1-9 0,-3-2 28 15,3 2-26-15,1-2 2 0,0 0 36 0,-2 0-34 16,1 2-1-16,1-3 0 0,0 2 24 0,0 0-23 15,-1 0 6-15,-1 0-28 0,3 0 3 0,-3-2 22 16,-1 1 3-16,1 1-12 16,1-4 8-16,-1 2 0 0,-2-3-6 0,1 2 28 0,1-2-26 0,-3 1 1 15,1-1-4-15,1-2 44 0,3 0 1 0,-6 1-38 16,1 1 39-16,2-4-36 0,0 3 8 16,1-1-3-16,-2 0 2 0,1 1-2 15,1-1 3-15,-1 2-28 0,-1 3 25 0,2-4 0 16,-1 5-1-16,2-3-22 0,-2 2 19 0,-1 2 2 15,-1 1-25-15,1 0 23 0,0-2-4 0,-1 1 14 16,0 1-12-16,-1-2 0 0,3 0-1 0,-3-3 21 16,1 2-18-16,2-3-1 0,-3 1 1 0,3-4 12 15,0 1-12-15,-1-4 1 0,0 2 1 0,-1 3-13 16,1-5 15-16,2 4-1 0,-4 1-26 16,3 0 0-16,-3-1 23 0,1 2-25 15,-3 2 21-15,1 0-2 0,0 2 3 0,0-2 2 16,0 2-3-16,-1-2 0 0,-1 1-6 0,1-1 53 15,2 1-22-15,-2-1 0 0,3 1-23 0,-1-1 27 16,-2 2 0-16,0 1-16 0,1-1 15 0,-1 1-13 16,0 1-4-16,0-4 9 0,0 0-31 0,-2-1 27 15,1 1-3-15,0-3-29 0,1-1 27 16,-2 2 0-16,0-1 2 0,2 0-2 16,-2-1-1-16,1 2-4 0,1 0 2 0,1 0 16 15,0 2-14-15,-2-1-1 0,4 1 0 0,-1-2 1 16,-2 2-1-16,0-1-5 0,-1 0 7 0,1 2 0 15,-1-1 0-15,1-2 20 0,-2 2-21 0,1-2 2 16,1 3 0-16,-2-4 29 0,1 4-29 0,0-3 0 16,1 0 0-16,-2 0 20 0,0 1-17 0,3-3 2 15,-2 0-16-15,1 0 16 0,-1-1-3 0,1-1-37 16,-1 3 39-16,-1-2-2 16,1-1 0-16,0 0-39 0,0 1 1 0,0-5 29 15,-2 6 5-15,0-4-22 0,0 4 18 0,0-7-5 16,0 4 5-16,0-1 13 0,0 2-14 0,0-5-3 15,0 7-17-15,0-3 19 0,0 3 0 0,0-2-31 16,0 3 30-16,0 3 2 0,0-1-1 0,0 4-16 16,0 1 15-16,0-1-3 15,0 2 1-15,0-1 29 0,0 0-29 0,0-1-2 16,0 0 2-16,0-4 24 0,3 2 0 0,-2 1-22 16,0-2 11-16,2 1-8 0,-2 2-1 0,1-1-22 15,-2 4 23-15,2-1 5 0,-1 3-4 0,1-3-25 16,0 3 1-16,-2 0 19 0,3 2 2 0,-3-1 9 15,1-2-10-15,1-1-5 0,-2 1 4 0,0 1 63 16,3-4-30-16,-2 2 2 0,-1-2-6 0,2 0 3 16,0-2-24-16,-2 5 11 0,3-1-31 0,-3 2 0 15,0 1 30-15,0 2-46 0,0 3 39 0,0 0 5 16,0 2-6-16,0-1-36 16,0 2-6-16,0 0 38 0,0 0-17 0,0 0 48 15,0 0-43-15,0 0 7 0,0 0 70 0,0 0-33 16,0 0 4-16,0 0 47 0,0 0-35 0,0 0 0 15,0 0-26-15,0 0 10 0,0 0-4 0,0 0-6 16,0-2 19-16,0 0-96 0,0 2 41 0,0 0 1 16,0-2 40-16,0 2-155 0,0 0 61 0,0 0 37 15,0 0-307-15,0 6 161 0,0 6 58 0,0-1-656 16,0 4 374-16,0-2 182 16</inkml:trace>
  <inkml:trace contextRef="#ctx0" brushRef="#br0" timeOffset="37905.88">2112 10305 627 0,'-7'0'0'0,"0"0"0"0,4 1 0 0,1-1 0 0,-2 2 0 0,0-2 0 0,4 2 0 0,-1-2 0 0,-1 0 146 16,2 2-56-16,0-1-21 0,0 4-8 0,0-2 7 15,3 1 1-15,5 3-37 0,-1-1 1 0,4-1 79 16,0 3-45-16,-1-1 52 0,2-1-44 0,1 2-21 15,0-1 0-15,1-1 39 0,-1 2-35 0,1-3 1 16,-1 1-26-16,2 1 20 0,0-1 8 0,1 0-28 16,0-1 0-16,-1 3 40 0,0-2-40 0,2-1-1 15,-2 2 32-15,2-1-31 0,-1 0-1 16,0-1 3-16,0 2-2 0,1-2 0 16,-2 0 8-16,3 1-33 0,0 1 25 0,-1-1 0 15,1 0 0-15,-2-1-12 0,3 1 20 0,0-1-8 16,1 1 0-16,1 0-22 0,0-3 15 0,-1 3 5 15,1 0-6-15,-3-2 4 0,4 1-2 0,-2-1-13 16,0 0 14-16,-2-1 0 0,3 1 5 0,-3 0-35 16,4-1 28-16,-2 0 2 0,3-1-2 0,0-1-36 15,-2 0 40-15,9 4-5 16,-6-3-3-16,-5 0-3 0,6 2 1 0,-2-3 4 16,-2 1-12-16,2 2 9 0,1 0-1 0,-2-3 1 15,2 4-1-15,0-4 1 0,0 2 3 0,3-3 4 16,1 0-8-16,-3 0 1 0,3 0 1 0,0 0-26 15,-4 0 6-15,8-3 17 0,-4 0 0 0,1-5-25 16,-1 2 22-16,1 3 2 0,-5-1-36 0,9-3-3 16,-13 6 30-16,10-2 4 0,-7 0-9 0,3 2 9 15,-4-1-15-15,0 0-19 0,0 0-14 0,4-4 41 16,-1 3-12-16,2-5 35 16,1 1-25-16,0-5-1 0,2 1 1 0,0 1 1 15,0-5 0-15,2 3-1 0,-2-4-15 0,-1 5 18 16,-2-1-2-16,1 2-27 0,-1 3 0 0,-1 1 26 15,-3 0-1-15,1 3-23 0,-1-1 0 0,-1 2 15 16,0-2 4-16,-3 0 4 0,0-2-8 0,0 3-2 16,2-5 4-16,-2-1 39 0,3-2 0 0,-1-1-36 15,4-4 32-15,-1 0-28 16,0-1-3-16,3-3 6 0,-2 1-4 0,4-1 9 16,-1-1-7-16,1 0-40 0,-4 2 1 0,0 1 39 15,-2 1-1-15,-3 3-40 0,6-2-1 0,-10 5 31 16,3 0 4-16,-1-1-26 0,-3 3 23 0,1-1-11 15,-3 3 9-15,0-1 1 0,0 1-3 16,-3 0-4-16,3 1 52 0,-5-2-23 0,3 1 2 0,1-1 59 16,0-1-38-16,-2 1-12 0,2-2-1 0,1-1 15 15,-2 0-3-15,2-2-17 0,-2 1-9 16,1 3-41-16,-5 0 20 0,1 2 12 16,-3-1-94-16,-1 4 48 0,1 1 25 0,-4 1-33 15,1 0 26-15,-2 0-17 0,0 0 39 0,0 0-75 16,0-2 33-16,-2 0 2 0,-5 1 0 0,-1-1-384 15,-1 2 202-15,-4 0 96 0,1 2 48 0</inkml:trace>
  <inkml:trace contextRef="#ctx0" brushRef="#br0" timeOffset="38335.46">2160 10379 374 0,'-6'0'0'0,"1"0"0"0,2 0 0 0,1 0 0 0,0 0 202 0,2 0-84 0,-1 0-43 0,1 0-13 0,0 0 214 15,0 0-121-15,1-11-62 0,12-4 29 0,2-2-15 16,-1 2-29-16,6-5-8 0,-3 0-72 0,0 6 35 16,1-3 0-16,2 2-247 0,0 2 131 0,5-2 54 15,-2 4 31-15,3 1-477 16,-1 0 215-16,-6 3 130 0</inkml:trace>
  <inkml:trace contextRef="#ctx0" brushRef="#br0" timeOffset="38477.08">2732 10069 388 0,'16'-3'0'0,"1"0"0"0,-1 0 0 0,-2-2 0 0,-4-3 108 0,-1 1-39 0,2-1 8 16,1 1 238-16,1-3-141 0,0 3-63 0,0 1 88 15,3-2-83-15,3 3-41 0,2-3-22 0,4 1-299 16,-1 0 147-16,8-3 62 16,3 2 34-16,-2-1-520 0</inkml:trace>
  <inkml:trace contextRef="#ctx0" brushRef="#br0" timeOffset="38619.12">3473 9860 834 0,'6'1'0'15,"1"6"0"-15,-1-1 0 0,-4-4 0 0,1-2 0 0,-2 0 0 0,1 0 0 0,0 0 279 0,1 0-123 0,6 0-62 0,4 0 17 0,0-2-32 16,3 0-7-16,8-3-236 16,1-1 99-16,2 1 48 0,5-3 26 0,3 0-509 15,-2 3 251-15,2-6 126 0</inkml:trace>
  <inkml:trace contextRef="#ctx0" brushRef="#br0" timeOffset="38891.26">4143 9786 1077 0,'19'11'0'0,"2"-1"0"0,-4-6 0 0,1 1 0 0,-4-3 0 0,-1-2 0 0,0 0 0 0,-1 0 0 0,2 0 280 16,0 0-123-16,1 0-54 0,0 0-39 0,2-2-55 16,2 0 24-16,5 0 0 0,-2 1-152 0,2-3-112 15,6 0 127-15,0 0-159 0,-1 0 143 0,1 1 70 16,0 0 36-16,-5 2-401 0,1 1 195 0,-4 0 94 15,-1 0 62-15,-4 0 64 0,0 7 0 0,-4 1 0 16,0 1 0-16,-3-2 144 0,2 2-90 16,-3 0-43-16,0-3 377 0,-1-1-186 0,1 1-107 0,-1-3 176 15,0 0-124-15,0 0-32 16,3-3-41-16,-5 0 134 0,4 0-92 0,-1 0-41 16,1 0-21-16,0 0-113 0,-1-2 46 0,-1 1 31 15,0-3-8-15,1 2-323 0,-1 0 173 0,2 0 86 16,-4 0-428-16,2 2 202 0,0 0 134 0</inkml:trace>
  <inkml:trace contextRef="#ctx0" brushRef="#br0" timeOffset="40992.03">2281 10374 239 0,'-3'2'0'0,"-4"0"0"0,4-1 0 0,0 1 0 0,-3 0 0 0,-1-2 0 0,2 0 0 0,-1 0 52 0,1 0 0 0,-2 0-27 15,2 0 0-15,0 0 46 0,2 0-42 0,-2 0 0 16,2 0 0-16,-1 0 43 0,3 0-41 0,-2 0 8 16,2 0 17-16,1 0 1 0,-2 0-25 0,-1 0 1 15,3 0 71-15,-2 0-28 16,0 0-8-16,1 0 28 0,1 0-32 0,-2 0 1 16,1 0-32-16,1-2 64 0,-2 2-36 0,2 0 0 15,0 0-28-15,0 0 53 0,0 0-27 0,0 0 8 16,0-2-34-16,0-3 18 0,3-2-18 0,7-5 25 15,-3 0-1-15,3-1-16 0,-2 1-8 0,2-1 25 16,-3-2 0-16,3 3-25 0,-3 1-1 0,-1 1 3 16,0 1-2-16,-3 1-1 15,4 3 1-15,-6 1-22 0,2 1-1 0,-1 0 31 16,0 1-49-16,1 1 41 0,-1-2 0 0,2 2-7 16,-1-1 14-16,0-2-12 0,1 0 1 0,0 3 27 15,1-3 1-15,0 0-32 0,3 1 4 0,-2-1 1 16,-1 0 0-16,1 2 4 0,2-3-3 0,3 3-24 15,-4-2 7-15,1 0 20 0,3 0-40 0,-3 0 0 16,1 1 34-16,1-3-28 0,-1 2 32 0,2-2-16 16,-2 2 8-16,0-1-41 15,0 2 37-15,1-3-8 0,-2 3 11 0,0-2-21 16,0 2 15-16,0-1-1 0,-1 0 0 0,0 0-12 16,-1 2 16-16,1-1-4 0,1 1-24 0,1-2 22 15,-3 2 1-15,1-2-7 0,1 3 10 0,1-2-6 16,-1-1 2-16,2 4 7 0,-3-3-8 0,2-1-1 15,0 2 5-15,1-1-4 0,-1 0 0 0,-1 0 1 16,2 0-1-16,-1 1-12 0,2-2 16 0,1-1-3 16,0 1 4-16,-4-1-4 0,3 2-1 0,0-1-10 15,-1 0 14-15,4-1-5 16,-6 3 1-16,2-2-29 0,-1 0 28 0,2 1-2 16,-1 1 3-16,-1 0-5 0,1 0 3 0,-1 0 0 15,1 0-1-15,-1-1-29 0,-2 2 29 0,2 0-1 16,1-2-22-16,1 0 20 0,-2 1 0 0,0 0-7 15,3-2 7-15,-2 0-1 0,1 1-1 0,-2-1 18 16,1 3-17-16,0-4 0 0,0 4-2 0,0-3 34 16,-2 2 2-16,1 0-32 0,1 0 5 15,-4 0-6-15,4 0 10 0,-2 0-7 16,1 0-17-16,1 1 18 0,-1-1 2 0,2 0-37 16,-1 0 37-16,-1 0-3 0,2 0-2 0,-2 1-30 15,1-2 28-15,0 0 1 0,-2-1-4 0,2 2 6 16,-1-2-6-16,1 2 1 0,-1 1-1 0,1-1 21 15,-1 0-19-15,3 0 0 0,0 1 7 0,-2-1-7 16,-1 0 2-16,2-2 164 16,0 2-171-16,2 0 0 0,0-1 0 0,-2 0 0 15,3 1 0-15,-4 0 0 0,4-1 0 0,-3 1 0 16,-3 0 0-16,4 0 0 0,0 0 0 0,-4 2 0 16,3-1 0-16,-3 1 0 0,1 0 0 0,0 0 0 15,0 0 0-15,0 0 0 0,1 0 0 0,-1-3 0 16,2 2 0-16,-2-1 0 0,5 0 0 0,-5 0 0 15,4 1 0-15,0-2 0 0,0 2 0 0,2-1 0 16,-5 2 0-16,0 0 0 0,2 0 0 0,-1 0 0 16,1 0 0-16,1 0 0 0,-1 0 0 0,-1 0 0 15,1 0 0-15,2 0 0 16,-1-2 0-16,0 0 0 0,3 0 0 0,-2-2 0 16,2 0 0-16,-1-1 0 0,-1 1 0 0,2-2 0 15,-2 3 0-15,-1 0 0 0,4 2 0 0,-9-1 0 16,5 0 0-16,-2 2 0 0,0 0 0 0,0 0 0 15,0 0 0-15,-1 0 0 0,2 0 0 0,-1 0 0 16,2 0 0-16,0 0 0 0,3 0 0 0,-2 0 0 16,-1 0 0-16,4 0 0 0,-6 0 0 0,5 0 0 15,-3 0 0-15,0 0 0 16,1 0 0-16,-4 0 0 0,4 0 0 0,-5 0 0 16,4 0 0-16,-2 0 0 0,0 0 0 0,1 0 0 15,0 2 0-15,-2 0 0 16,0-2 0-16,2 1 0 0,-1-1 0 0,0 0 0 0,-2 0 0 0,0 0 0 15,1 0 0-15,0 0 0 16,-2 0 0-16,3 0 0 0,-3 0 0 0,-2 0 0 0,1 0 0 0,1 0 0 16,3 0 0-16,-5 3 0 15,1-1 0-15,2-1 0 0,-1-1 0 0,0 3 0 16,3-2 0-16,0-1 0 0,-1 2 0 0,4-2 0 16,-3 0 0-16,2 0 0 0,-4 0 0 0,2 0 0 15,-2 0 0-15,1 0 0 0,1 0 0 0,-4 0 0 16,1 0 0-16,0 2 0 0,-3 0 0 0,3 0 0 15,0 0 0-15,-3 2 0 0,3-3 0 0,-1 1 0 16,0 2 0-16,3-2 0 0,-3 2 0 16,3-3 0-16,-1 2 0 0,3 0 0 15,-5-1 0-15,3 1 0 0,-1 0 0 0,-1-2 0 16,0 1 0-16,-2 2 0 0,2-2 0 0,-1 0 0 16,-1-1 0-16,2 1 0 0,-1 2 0 0,1-3 0 15,-1 4 0-15,0-3 0 0,3 2 0 0,-3 0 0 16,3-3 0-16,-1 3 0 0,2-1 0 0,-3-1 0 15,2 2 0-15,-1 0 0 0,0-2 0 0,-2 2 0 16,4-2 0-16,-2 1 0 0,-2 1 0 0,3 0 0 16,-1-3 0-16,-1 3 0 0,0 0 0 15,0 0 0-15,3-1 0 0,-3 1 0 16,1 1 0-16,1 0 0 0,-2-2 0 0,0 1 0 16,2 0 0-16,-1 0 0 0,-1-1 0 0,1 1 0 15,-1 0 0-15,-2-2 0 0,-1 0 0 0,0 2 0 16,0-3 0-16,-2-1 0 0,-1 1 0 15,0-1 0-15,-2 0 0 0,0 0 0 0,0 0 0 0,0 0 0 16,0 0 0-16,0 0 0 0,0 0 0 0,0 0 0 16,0 0 0-16,0 0 0 15,0 0 0-15,0 0 0 0,0 0 0 0,0 0 0 16,0 0 0-16,0 0 0 0,0 0 0 0,0 0 0 16,0 0 0-16,0 0 0 0,0 0-737 0,0 0 349 15,0 9 169-15</inkml:trace>
  <inkml:trace contextRef="#ctx0" brushRef="#br0" timeOffset="46173.08">2629 12469 201 0,'0'0'0'0,"0"0"0"0,0 0 0 0,0 0 0 0,0 0 0 0,0 0 0 0,0 0 0 0,0-2 0 0,0 1 18 0,0-1 0 15,0 2 1-15,0-2 37 0,0 2-30 0,0-2-5 16,0 2 0-16,0 0 47 0,0 0-21 0,0 0 0 15,0 0-14-15,0 0 41 16,0 0-21-16,0 0-1 0,0 0 10 0,0 0 1 16,0 0-22-16,0-1 22 0,0 1 0 0,0 0-30 15,0 0 0-15,0 0 31 0,0 0-23 0,0-2-9 16,0 2 1-16,0 0 25 0,0 0 1 0,0 0-26 16,0 0 8-16,0 0 19 0,0 0 0 0,0 0-27 15,0 0 21-15,0 0 1 0,0 0-15 0,0 0 19 16,0 0-26-16,0 0 0 0,0 0 0 0,0-3-10 15,0 3 18-15,6 0-8 16,-5-1 0-16,4 1 16 0,-5-2-16 0,7 2-1 16,-6 0 9-16,2 0-22 0,1 0 13 0,0 0 1 15,-2 0-16-15,2 0 16 0,-2 0 7 0,1 0-7 16,-1 0-15-16,1 0 13 0,-1 0-1 0,-1 0-25 16,1 0 32-16,-2 0-8 0,2 0-2 0,-2 0-16 15,1 0 15-15,-1 0 2 0,2 0 5 0,1 0-30 16,-1 0-3-16,-2 0 26 0,3 0-18 0,1 0 15 15,1 2 3-15,-5-1-13 16,5 2 7-16,-2-1 2 0,0-1-4 0,-1 3 7 16,3-2 0-16,-4 1-4 0,1-1-2 0,1 0 16 15,-2 0-13-15,1 0-1 0,0-2 7 0,-1 2-10 16,-1-2 7-16,2 1-3 0,-2-1-23 0,3 0 0 16,-1 3 25-16,-1-3-26 0,1 2-2 0,-1 0 22 15,1-1-3-15,0 1 2 0,3 0 2 0,-5 0-3 16,5 0-5-16,-1 2 23 0,-1-3-20 15,2 3 5-15,-2-2-5 0,2 2 3 0,0 0 0 0,-2-1-2 16,1-1-14-16,1 2 19 16,2-2-3-16,-3 1-43 0,3 0 41 0,-1 0 0 15,0-1-3-15,1 2 0 0,-1-1 1 0,1 0 0 16,0 0-4-16,0 1 41 0,-1 1-39 0,1-2 4 16,-1 0-3-16,2 1 23 0,0 0-21 0,-2 0-1 15,1-2-7-15,2-1 16 0,-1 3-6 0,-2-4-27 16,4 2 0-16,-1-2 25 15,-1 0 1-15,2 0-29 0,-3 0 26 0,0 2-4 16,1-2 3-16,0 0-20 0,-1 2 18 0,0-1-3 16,-1 1 2-16,-1-2-4 0,2 3 3 0,0-2-2 15,-2 2 23-15,3-3-17 0,-1 1-4 0,2-1 19 16,-1 0-17-16,-2 0 2 0,1 0-1 0,4 0-22 16,-3 0 21-16,1 0 1 0,0 0-1 0,3 0-27 15,-4 0 27-15,2 0 0 0,-1 0-1 0,0 0-28 16,0 0 26-16,1 0-3 0,0 0 1 0,-2 0-1 15,-1 0 1-15,5 0 17 16,-4 0-17-16,2 0-1 0,-1 0 2 0,0 0-5 16,-2 0 5-16,5 0 0 0,0 0 0 0,-6 0-19 15,6 0 18-15,-3 0 3 0,0 0-3 0,-1 0-21 16,2 0 21-16,-2 0-3 0,-2 0-6 0,1 0 5 16,0 0 3-16,0 0 8 0,-1 0-9 0,1 0-2 15,-1 0 1-15,3 2 25 0,-4-2 157 0,1 0-183 16,2 1 0-16,0-1 0 0,2 0 0 0,-4 3 0 15,4-3 0-15,-1 0 0 16,1 2 0-16,-1-2 0 16,1 0 0-16,-2 2 0 0,0-2 0 0,2 1 0 0,-1-1 0 0,0 0 0 15,1 2 0-15,-1-2 0 0,2 0 0 0,-3 0 0 16,2 0 0-16,-1 0 0 0,-2 0 0 0,3 0 0 16,-1 0 0-16,0 0 0 0,1 0 0 0,-2 0 0 15,1 0 0-15,1 2 0 0,-1-2 0 0,-2 0 0 16,2 2 0-16,1-2 0 0,1 0 0 0,-5 0 0 15,4 0 0-15,-1 0 0 0,-1 0 0 16,0 0 0-16,2 0 0 0,-1 0 0 16,2 0 0-16,2 0 0 0,-5 0 0 0,3 0 0 15,0 0 0-15,-1-2 0 0,-1 2 0 0,1-2 0 16,1 2 0-16,-2 0 0 0,1-2 0 0,1 2 0 16,-3-1 0-16,3-1 0 0,0 0 0 0,-1-1 0 15,-1 2 0-15,4-1 0 0,-2-2 0 0,3 0 0 16,-1-1 0-16,0-1 0 0,1 1 0 0,0-1 0 15,-1 0 0-15,3 1 0 0,-2-1 0 16,-3 2 0-16,3-2 0 0,-1 3 0 16,0-1 0-16,0 2 0 0,0-1 0 0,2 0-187 15,-5 0 179-15,1 1 3 0,3-2-6 0,-4 0 25 16,2 0-24-16,-1-1 32 16,2-1-30-16,0-1 2 0,-4 0 0 0,5-1 27 15,-2 0-24-15,-2-1-1 0,2 1 4 0,-1-2 3 0,-1 2-1 0,1-3-3 16,0 3 5-16,-1-1-10 0,2-1 7 15,-4 1-2-15,2-1 1 0,-1 3-7 16,1-3 5-16,-4 1-15 0,2 2 15 0,3-4 0 16,-3 1 0-16,2 0-42 0,-3 1 40 0,3 3 0 15,-4-3-2-15,4 0-39 0,1 1 37 0,-6 0 2 16,3 3-4-16,0-1-17 0,1 0 12 0,-3 1 6 16,1 0-7-16,1-1 14 0,-2 2-12 0,2 1 0 15,-3-1 2-15,-2 0 1 0,2 2-1 0,-4-2 30 16,4 3 2-16,-2-1-32 0,-1-2 5 0,2 0 93 15,0 0-42-15,-1 0-24 0,2-1 9 16,0-1 0-16,-2 1 11 0,3-1-36 16,-1 0 19-16,-2 1-22 0,2-1 184 0,-4 0-185 15,3 2 0-15,-1 1-195 0,-2 1 162 0,1-1-56 16,1 2 43-16,-3-1 16 0,0 2 1 0,0 0 69 16,0 0-10-16,0 0-36 0,0 0-18 0,0 0 68 15,0 0-25-15,0 0 0 0,0 0-25 16,0 0 89-16,0 0-32 15,0 0 121-15,-5 0-568 0,-1 0 265 0,1 0 66 0,-1 0-713 16,-1 0 373-16,0 6 178 0,-3 5 101 0,2 4-612 16</inkml:trace>
  <inkml:trace contextRef="#ctx0" brushRef="#br0" timeOffset="46735.14">2713 12528 308 0,'-4'0'0'0,"3"0"0"0,-2 0 0 15,1 0 0-15,2 0 0 0,-3 0 41 0,-1 0-8 0,2 0 0 0,-1 0 71 0,3 0-35 16,-5 0 0-16,3 0-28 0,1 0 76 15,-1 0-42-15,0 0-21 0,-1 0-1 0,0-2 47 16,1-2-26-16,1-2-17 0,1-3-25 0,0-2 1 16,0-2 0-16,0-3-16 0,0 0 24 15,0-1-8-15,0 0 0 0,1 0-35 0,1 4 35 16,3 0 0-16,-2 3-111 0,2-1 50 0,0 1 17 0,4 3-316 16,0 0 165-16,3 3 70 15,0 0 23-15</inkml:trace>
  <inkml:trace contextRef="#ctx0" brushRef="#br0" timeOffset="46890.44">2964 12229 410 0,'3'-1'41'0,"-2"1"-20"0,0-2 0 0,-1 0-21 0,4 0 138 16,-3-1-52-16,3 0-19 15,2-2 135-15,1-3-85 0,4-2-42 0,3-1-21 16,0 2-218-16,2-2 107 0,-1 2 41 0</inkml:trace>
  <inkml:trace contextRef="#ctx0" brushRef="#br0" timeOffset="47045.03">3240 12083 906 0,'5'2'0'0,"-2"0"0"0,0-1 0 0,-2-1 0 15,1 0 0-15,1 0 239 0,-3 0-206 0,6 0 0 0,-1 0-74 16,4-1 45-1,6-4-9-15,-2-2 38 0,1-1-374 0,1 0 179 16,2-2 90-16,1-1 50 0</inkml:trace>
  <inkml:trace contextRef="#ctx0" brushRef="#br0" timeOffset="47156.73">3528 11955 605 0,'7'0'0'0,"-2"2"0"0,0-2 0 0,-2 0 0 0,3 0 0 0,-1 0 130 0,1 0-49 0,-1 0-24 16,3 0 62-16,-1 0-34 15,5-2-31-15,-1-2-269 0,1 2 124 0,3-1 62 0,2 1 31 16</inkml:trace>
  <inkml:trace contextRef="#ctx0" brushRef="#br0" timeOffset="47309.6">3984 11937 695 0,'6'7'0'0,"1"-2"0"0,-7-1 0 0,2-2 0 0,-2-2 0 0,0 2 15 0,3-2 285 0,-2 0-134 0,3 0-66 0,1 0-59 16,3 0-9-16,1 0 1 0,2 0-422 16,3 0 202-16,-1 0 102 0,2-2 53 0,0 2-328 0</inkml:trace>
  <inkml:trace contextRef="#ctx0" brushRef="#br0" timeOffset="47625.75">4256 12011 958 0,'6'1'0'0,"2"6"0"0,0-5 0 0,-3 0 0 0,-2 0 0 0,2-2 0 0,-4 0 54 0,1 0-13 0,2 0-8 0,0 0 25 0,-1 0 0 16,3 0-25-16,-1 0-1 0,2 0-83 0,0 0 37 0,0 1 24 15,1 2-83-15,0 0 49 0,1 1 29 0,-1-2 7 0,0 1-164 16,0 0 90-16,3 0 19 0,-5 1 28 0,1-2-228 16,1-1 112-16,-2 4 41 0,2 0-64 15,-1 0 57-15,0 1 32 0,1 2 0 0,-2-1 65 16,1-1 0-1,0 2 0-15,1-1 94 0,1 0-73 0,-3-1-27 0,1 2-7 0,-1-4 372 16,0 3-190-16,-1-2-79 0,0 0-52 16,-2-2 348-16,-1-2-170 0,-1 2-93 0,1-1 63 15,1 0-77-15,-1-2-38 0,-1 0 0 16,-1 0-68-16,0 0-8 0,2 0 38 0,-2 0 0 0,2 0-316 16,0 0 158-16,3 0 88 15,-3 0-423-15,4 1 243 0,-1 1 82 0,1 0 70 0</inkml:trace>
  <inkml:trace contextRef="#ctx0" brushRef="#br0" timeOffset="74434.72">17804 5152 912 0,'-8'-2'0'0,"1"0"0"0,-1 0 0 0,1-2 0 0,-1 0 0 0,3-2 0 0,-5-3 0 0,4 2 0 0,1-2 0 0,1 0 106 16,2-2-37-16,1 0 31 0,1-1-33 0,-2 2 7 16,2-6-41-16,0 4 26 0,0-1 0 0,0-1-26 15,0 2 0-15,0 4 67 0,2-4-37 0,-1 3-1 16,-1 3-29-16,2-3 21 0,0 1 0 0,0 3-13 16,0 0 13-16,1 0 1 0,3 3-23 0,0-2 1 15,2 2-50-15,-1 0 32 0,4 2-7 0,1 0-41 16,0 0 33-16,2 2 0 0,-1 6 28 0,2 2-66 15,2 1 18-15,-2 2 1 16,2 3 14-16,-2-2-13 0,-2 4 9 0,1 0 20 16,-4 0-39-16,0 3 32 0,-5-2-9 0,1 1 48 15,-4 5-40-15,-2-2 3 0,0 5-3 0,0 0 72 16,-10-2-31-16,-3 4 0 0,-2-4-29 0,-1 2 40 16,-2-3-5-16,-2-2-25 0,1-5-7 0,-2-1 0 15,1-3 11-15,3-5 11 0,-3-1-81 0,1-3 33 16,1-4 0-16,4-1-172 0,-2 0 90 15,7 0 41-15,-2 0 26 0,3-1-275 16,2-7 137-16,5 1 48 0,1-4 41 0,0-2-291 16,7-5 169-16,12-1 80 0,4 1 41 0,0-1-253 0</inkml:trace>
  <inkml:trace contextRef="#ctx0" brushRef="#br0" timeOffset="74671.09">18117 5044 748 0,'4'-15'0'0,"-2"4"0"0,-2-3 0 0,0 3 0 0,0 0 0 16,-4 0 0-16,-3 3 160 0,-1 0-63 0,-1 5 164 0,-1-1-114 0,-1 3-49 16,-2 1-37-16,0 0 75 0,-4 14-52 0,2 7-25 15,-1 1-1-15,4 5 69 0,1 1-52 0,3 4-20 16,2 0-1-16,6 2 93 0,0 0-49 0,0-2-37 16,4-3 28-16,9-2-29 0,2-1 1 0,4-1-62 15,4-5 9-15,-1 0 25 0,4-4-1 0,-1-3-219 16,0 1 110-16,-6-6 54 0,4 0 37 0,-4-2-450 15,0-5 217-15,-2-1 71 16,0 0 66-16,-2 0-407 0,-2-10 220 0</inkml:trace>
  <inkml:trace contextRef="#ctx0" brushRef="#br0" timeOffset="74991.25">18283 4786 1282 0,'0'-6'0'0,"0"1"0"0,0 4 0 0,0-3 0 0,0 0 0 0,2 0 0 0,5-1 0 0,6 1 0 0,2 3 318 0,2-2-142 16,2 3-72-16,0 0-36 0,-1 0 1 0,1 11 9 15,-2 1-46-15,-2-2-153 0,-4 4 77 16,-1 1 38-16,-6 1-150 0,0 0 102 0,-4 1 40 16,0 2 23-16,-8 1-60 0,-5-5 39 0,-2 2-35 15,-2-3 31-15,-1-4-41 0,0-2 23 0,1-1-23 16,2-4 0-16,0-2 221 0,6 1-93 0,0-2-37 15,3 0 255-15,3 0-126 16,0 0-75-16,3 0 155 0,-2 0-97 0,2 0-61 16,0 0-26-16,0 0-26 0,10 0-1 0,6 0 1 15,3 0 8-15,1 0-29 0,1 0 0 0,0-2 21 16,0 1 0-16,-1 1-162 0,0-2 90 0,-2 2 31 16,1 0-504-16,-2 0 256 0,0 0 127 0,-2 3-521 15,0 5 313-15,-2 2 151 0</inkml:trace>
  <inkml:trace contextRef="#ctx0" brushRef="#br0" timeOffset="75182.86">18523 5159 809 0,'-9'1'0'0,"1"5"0"0,5-4 0 0,-1-2 0 0,4 2 237 16,0-2-102-16,0 4-51 0,4-3-26 0,10 3 346 0,5-2-190 15,8-1-90-15,-5-1-46 16,4 0 102-16,1 0-74 0,-5 0-28 0,3 0-293 0,-3 0 124 15,-3 0 61-15,0 0-417 16,-4 0 237-16,-3 0 126 0,-3 0 52 0,0 0-280 16,-6 0 82-16</inkml:trace>
  <inkml:trace contextRef="#ctx0" brushRef="#br0" timeOffset="75367.37">18660 4902 966 0,'-7'3'0'0,"3"4"0"0,2 6 0 0,2 3 0 0,0-2 0 0,0 5 0 0,0 6 339 0,4-1-153 16,4 5-77-16,-1-3 130 0,0 1-104 0,0-1-42 15,-2 5-35-15,0-1-93 0,-1 1 33 0,-2-2 1 16,0 1 34-16,-2-5-128 0,0 2 59 0,0-6 35 16,0-3 0-16,0-7-330 0,0-2 152 0,0-3-393 15,0-6 252-15</inkml:trace>
  <inkml:trace contextRef="#ctx0" brushRef="#br0" timeOffset="75664.57">18805 4980 962 0,'8'-9'0'0,"-1"5"0"0,7 3 0 0,-2-2 0 0,3 3 0 0,4 0 0 0,0 0 0 0,5 0 341 16,0 4-154-16,1 8-77 0,-4-2-31 0,4 5 40 15,-7 2-44-15,-1 3-20 0,-4-4-50 0,1 3 9 16,-4-2 27-16,-4 1-8 0,-2 2-152 15,-4-1 76-15,0-1 38 0,-6 2-120 16,-8-2 87-16,-7 0 12 0,-4-1 25 0,0-4-71 16,-1-1 36-16,0-5-15 0,4-1-3 0,-7-3 235 15,7 1-94-15,2-4-47 0,0 3 121 0,10-3-64 16,-1 0-42-16,6 0 231 0,3 0-126 0,0 0-64 16,2 0-32-16,0 0 8 0,2 0 8 0,13 0-47 15,8 1-1-15,1 1-111 0,1-1 55 0,3 2 29 16,-4-1 7-16,9-1-291 0,-6 2 155 0,-1-2 46 15,1-1-458-15,-3 2 232 16,-1-2 128-16,4 0-129 0,-7 0 137 0</inkml:trace>
  <inkml:trace contextRef="#ctx0" brushRef="#br0" timeOffset="75907.52">19172 4952 1069 0,'-9'-7'0'0,"9"3"0"0,0-2 0 0,0 1 0 0,9-1 0 0,7 0 0 0,5 5 0 0,7-2 287 0,-2 3-127 0,2 4-64 16,-2 8-31-16,-1 6 0 0,0 1-24 0,-4 3-111 15,-3 3 52-15,-4-1 25 0,-5 1 0 0,-6-1-4 16,-3 6-7-16,0-3 36 0,-5-1 1 0,-14 3-77 16,-1-5 38-16,-7-2-2 0,-1-3-6 15,-2-2-27-15,0-5 24 0,-2 0-12 0,0-5-16 0,0-3 17 16,2-2 1-16,5-2-169 0,4 0 92 15,9-3 44-15,3-9 23 0,6-2-162 16,3-4 78-16,3-3 45 0</inkml:trace>
  <inkml:trace contextRef="#ctx0" brushRef="#br0" timeOffset="76116.15">19470 4862 1058 0,'0'-4'0'0,"0"2"0"0,-2 2 0 0,-6 0 0 0,-2 0 0 0,-4 8 0 0,1 7 223 16,-2 5-99-16,2 6 209 0,3 3-150 0,1 1-75 16,3-1-38-16,4-4 43 0,2 7-44 0,0-4 0 15,2-1-37-15,9-4-36 0,7-1 36 0,-2-6 9 16,9 4-8-16,-1-5-217 0,1-4 109 0,-1-2 53 16,-4-5-415-16,3 0 232 0,0-4 48 0,-3 0-385 15,-1 0 255-15</inkml:trace>
  <inkml:trace contextRef="#ctx0" brushRef="#br0" timeOffset="76324.89">19657 4914 1491 0,'0'0'0'0,"0"3"0"0,-2-3 0 0,2 0 0 0,0 0 0 0,0 0 0 0,0 1 0 0,2 3 229 0,8 2-98 0,-1 1 228 0,4 1-163 0,1 1-81 15,0-1-33-15,2 2-23 16,-1 0-1-16,0-1-25 0,-2 1 0 0,2 0-274 16,-2-1 144-16,-2-1 62 0,1 1 33 0,-3-2-194 15,0-1 114-15,-1 0 57 0,1-1-703 0</inkml:trace>
  <inkml:trace contextRef="#ctx0" brushRef="#br0" timeOffset="76548.6">19967 4752 1008 0,'-2'-6'0'0,"2"4"0"0,-1 0 0 0,-1 0 0 0,0 2 0 0,-2 6 0 0,-1 12 403 0,1 6-177 0,-1 6-100 0,-2 4-47 16,-2 11 261-16,0-3-153 0,-1 5-77 0,-3 3 58 16,1 3-72-16,-2 2-31 0,-1 1-43 15,0 0 11-15,2 0 0 0,-2-1 8 0,0-4-265 16,-2-1 128-16,2-1 64 0,0-6 33 15,4-9-370-15,2-5 203 0,0-3 20 16,4-7 72-16,3-8-372 0,0-6 206 0,2-1 104 16,0-4-129-16</inkml:trace>
  <inkml:trace contextRef="#ctx0" brushRef="#br0" timeOffset="76718.14">19977 5111 1489 0,'8'-7'0'0,"4"3"0"0,6-3 0 0,0-1 0 0,5-1 0 0,1 3 0 0,6-1 0 0,0 3 0 0,2 0 390 0,0 1-182 16,0 0-88-16,-2 3-87 0,-3 0 0 15,-5 0 0-15,0 3-408 0,-1 4 200 0,-3-2 104 16,-2 1 52-16,-2 0-244 0,-5-4 148 0,-2 2 82 16</inkml:trace>
  <inkml:trace contextRef="#ctx0" brushRef="#br0" timeOffset="76899.66">20279 4832 795 0,'-2'2'0'0,"2"6"0"0,0 5 0 0,0 0 0 0,0 1 0 0,0 11 0 0,0 0 497 0,0 6-232 0,0 5-108 0,0 0 264 16,-4 8-194-16,3-3-97 0,-3-1-63 15,2 2-1-15,0-7-25 0,2 5-8 0,0-5-168 16,0-2 84-16,0-5 42 0,0-6 21 15,2-3-463-15,4-7 238 0,1-3 123 0</inkml:trace>
  <inkml:trace contextRef="#ctx0" brushRef="#br0" timeOffset="77076.28">20471 4868 1536 0,'-2'0'0'0,"2"0"0"0,0 0 0 0,2 0 0 0,7 0 0 0,2 2 279 0,1 7-115 0,3 1-70 0,6 3 303 16,0-1-182-16,-1 4-92 0,-1 1-44 0,-1-3-49 16,3 7 3-16,-4 0 0 0,0-3 0 0,-5-1-1 15,0 4 9-15,-3-2-451 0,-2 1 221 0</inkml:trace>
  <inkml:trace contextRef="#ctx0" brushRef="#br0" timeOffset="77291.87">20879 4757 1745 0,'-4'-2'0'0,"-2"0"0"0,6 2 0 0,-1 0 0 0,-1 13 0 0,-5 7 0 0,0 11 0 0,-2 8 194 0,-1-2-72 0,-3 18-48 16,0-4 254-16,-4 13-147 0,-2-2-75 0,1 4-50 15,-3 3-15-15,1 2-9 0,1 1 1 0,1 0-292 16,9-16 146-16,2-1 73 15,1-9 44-15,3-3-356 0,-2-8 175 0,2-7 102 16,3-9-269-16,-2-5 163 0,2-7 28 0,0-5 64 0</inkml:trace>
  <inkml:trace contextRef="#ctx0" brushRef="#br0" timeOffset="77605.05">20925 4525 1554 0,'23'-23'0'0,"3"13"0"0,4 4 0 0,-1 4 0 0,-3-5 0 0,-6 5 0 0,-1 2 158 15,-1 0-54-15,-2 4-40 0,-1 9 61 0,2 6-46 16,-5 2-23-16,-5 1-71 0,-3 8 20 0,-3 0 0 16,-1 0 27-16,-3 1-220 0,-15-3 110 0,0 0 64 15,-5-2 19-15,1-3-119 0,2-4 69 0,2-7-5 16,1 0 29-16,4-7-45 15,2 1 28-15,3-5-23 0,4 1 127 0,3-2-61 16,-1 0 0-16,2 0 297 0,0 0-151 0,2 0-51 16,15 0-45-16,6-2 183 0,-1-1-103 0,0-1-42 15,8 3-35-15,-1-2-69 0,-3 3 22 0,1 0-1 16,-7 0-361-16,2 0 199 0,-1 6 89 0,-2 4 48 16,0-1-374-16</inkml:trace>
  <inkml:trace contextRef="#ctx0" brushRef="#br0" timeOffset="77757.15">21445 5361 2159 0,'0'-1'0'0,"0"-1"0"0,4-1 0 0,4-2 0 0,-6-2 0 0,0 0 0 0,0-6 0 0,-2-1-198 0,0 3 83 0,0-1 41 0</inkml:trace>
  <inkml:trace contextRef="#ctx0" brushRef="#br0" timeOffset="101552.14">9466 11880 853 0,'-3'-4'0'0,"1"2"0"0,2 0 0 0,-2 1 0 0,0-3 0 0,0 4 0 0,2 0 139 0,0-1-57 0,-1 1 60 16,1 0-55-16,0 0-27 0,0 0 0 15,0 0 28-15,0 0-32 0,0 0 1 16,1 5-25-16,3 2 10 0,2 4-9 0,2 4 8 15,-3 4 26-15,1 5 1 0,-1 3-36 0,-3-1 1 16,0 4 10-16,-2 1-2 0,0 4-8 0,0-2 13 16,0 0-13-16,-2-4 0 0,-2-1 0 0,-1-3-30 15,-2 0 29-15,0-7 1 0,0-1 0 0,1-6 23 16,3 1 0-16,-3-7-16 0,5-1 35 16,-3-2-21-16,4 0 0 0,-3-2-22 15,3 0 61-15,0 0-23 0,0 0-7 0,0 0-100 16,0 0 35-16,0 0-1 0,8 0 36 0,5-2-25 15,3 0-9-15,0-2 34 0,3 2 0 0,1-1-44 16,4-2 13-16,1 4 6 0,7-1-9 0,-2 0-26 16,2 0 9-16,0 1-1 0,0-3-39 0,0 3 32 15,-2 1 8-15,-5 0-84 0,0 0 47 0,-3 0 25 16,-7 0-3-16,-3 1-5 0,0 4-10 0,-5-1 37 16,-3-1-28-16,-2 0 78 15,0-1-38-15,0-2 5 0,-2 2 188 0,0-2-100 16,-4 0-47-16,-5 0-26 0,-5-8 155 0,-2-7-82 15,-2-1-17-15,2-9-156 0,-1-5 62 0,-1-9 23 16,4 0 24-16,-3-11-124 0,6 2 65 0,0-3 29 16,0 0-10-16,3 3-177 0,4 5 75 0,2 0 55 15,0 2 26-15,2 3 13 0,0 3-33 0,0 2 0 16,6 10 145-16,6 0-56 0,-3 4-27 0,2 6 169 16,2 1-85-16,0 5-49 0,4 2 2 15,2 1 60-15,2 2-30 0,5 2-27 16,-1 0 9-16,-2 4 0 0,0 6-19 0,7 4-8 15,-3 4-33-15,-3 0 0 0,1 3 33 0,-5-1-1 16,1 3-41-16,-2 1 16 16,-5 3-12-16,-3 1 0 0,-1 3-9 0,-4 4 37 0,-4 2-9 0,-2 10-26 15,0-4 24-15,-11 0 4 16,-5 0-8-16,-3-1-20 0,1-10 24 0,-7 2 0 0,1-6 7 0,-3-4-7 16,2-3-2-16,-2-4 1 0,6-4 61 0,-1-1-31 15,3-5 5-15,4 0 77 16,6-4 66-16,1 0-189 0,5 0 0 0,1-3 0 0,-1 0 0 15,3 1 0-15,3 4 0 0,8 4 0 0,5 1 0 16,9 1 0-16,1 1 0 0,4-3 0 0,2-2 0 16,2 1 0-16,0-6 0 0,-1 0 0 0,1-2 0 15,-1 0 0-15,-1 0 0 0,-2-4-175 0,-8-4 142 16,1 1-5-16,-4-2 25 0,-5-1 1 0,0 1-11 16,-7 1 86-16,1-1-42 15,-5-2 0-15,1-3-34 0,-2-1 215 0,-2-2-202 16,0-3 0-16,0-6 0 0,0-3 0 15,-4-3 0-15,-5-1-268 0,0-11 134 0,1 9 66 0,-1-5 33 16,3 5-736-16,1 0 369 0,5 13 177 0,0 0 100 16,0 11-646-16</inkml:trace>
  <inkml:trace contextRef="#ctx0" brushRef="#br0" timeOffset="101767.57">10594 11492 1789 0,'-11'-11'0'0,"9"6"0"15,-1 3 0-15,1 0 0 0,2 1 0 0,0 1 0 0,0 0 0 0,0 0 0 0,0 0 516 0,0 0-242 0,10 0-120 0,1 0-61 0,0 0 73 0,5 7-70 16,-4 1-32-16,2 2 0 0,-1 3-330 0,-1-1 150 16,-1-1 82-16,-2 1-216 15,1 1 142-15,-1-5 70 0,-2-3-578 16,2-1 306-16,1-4 58 0,0 0 114 0,0-9-281 0,2-14 193 15</inkml:trace>
  <inkml:trace contextRef="#ctx0" brushRef="#br0" timeOffset="102032.6">10821 11343 691 0,'0'-14'0'0,"0"3"0"0,0 7 0 0,0-1 0 0,0 3 0 0,0 0 84 0,1 2-18 16,1 0-7-16,5 0 201 0,-2 4-113 16,-1 7-57-16,-1 4-29 0,-1 2 187 0,0 6-111 15,-2 1-52-15,0 0-102 0,-2 2 26 0,-7-1-1 16,-3-3 33-16,-2 5-187 0,-4-6 89 0,-2 3 45 15,-1-3-63-15,-3-3 54 0,0 1 35 0,-1-4-29 16,1-2-79-16,6-6 52 0,0 1-24 0,5-4-30 16,2-1 351-16,2 0-141 0,2-3-62 0,4 0 368 15,1 0-186-15,2 0-78 0,0 0-66 16,0 0 116-16,0 0-86 0,13 0-44 16,9 0-18-16,-1-3 8 0,6-2-33 0,-6 3-1 15,7-1 27-15,-3 1-1 0,2 2-25 0,-4 0 8 16,1 0-260-16,-1 0 125 0,-3 0 64 0,-3 0-635 15,0 5 328-15,-5 1 102 0,-1 1-471 0,-4 3 336 16</inkml:trace>
  <inkml:trace contextRef="#ctx0" brushRef="#br0" timeOffset="102217.11">10606 11906 1460 0,'-28'11'0'0,"14"1"0"0,5-4 0 0,-2-1 0 0,6-4 0 0,3-1 0 0,2 0 0 0,0-2 275 0,14 0-121 15,10 0-61-15,0 0-22 0,4 0 308 0,4 0-172 16,0-4-88-16,0 1 50 0,-2-1-69 0,-5 1-25 16,1 2-8-16,-1-1-343 0,-3 2 155 15,-3 0 77-15,-3 0-520 0,-2 0 307 0,-1 0 140 0,-5 0 17 16,-3 0-561-16,-3 0 314 16</inkml:trace>
  <inkml:trace contextRef="#ctx0" brushRef="#br0" timeOffset="102402.65">10710 11732 565 0,'-13'-3'0'0,"5"3"0"0,3 0 0 0,3 0 0 0,0 3 188 0,2 8-77 0,0 6-39 0,0 5 325 15,0 5-183-15,2 1-82 0,2 2-53 0,-2 7 251 16,-2 1-148-16,0 5-75 0,0-7-30 0,0 7-8 16,-8-3-36-16,-2-8-1 15,-3 5-215-15,-1-5 108 0,-2-2 62 0,0-6 18 16,1-5-170-16,-3-6 98 0,4-3 50 0,3-9-565 15,1-1 222-15,1-1 168 0</inkml:trace>
  <inkml:trace contextRef="#ctx0" brushRef="#br0" timeOffset="102552.25">10663 12051 1870 0,'15'10'0'0,"-2"4"0"0,3-2 0 0,-5-3 0 0,1 2 0 0,4 0 0 0,0 3 0 0,2-2 0 0,3 1 296 0,0 3-132 0,0-3-65 0,-3-2 70 15,2 1-68-15,1 1-26 0,-2-3-9 0,-1-2-414 16,-2-1 191-16,0-1 94 0,-1-4-271 0,2-2 192 16,-3 0 83-16</inkml:trace>
  <inkml:trace contextRef="#ctx0" brushRef="#br0" timeOffset="102744.8">11084 11638 1769 0,'0'-15'0'0,"2"9"0"0,12 0 0 0,4-1 0 0,-1-3 0 0,1 2 0 0,1 1 0 0,0 4 0 0,2-1 551 0,5 0-258 0,-5 3-131 15,1 1 65-15,2 0-89 0,-1 0-57 0,0 0-24 16,-1 0-87-16,-1 1 31 0,-2 5 1 16,-4-2-407-16,-3 0 215 0,0-1 111 15,-3 3 56-15,-1-1-739 0,-7 3 380 0</inkml:trace>
  <inkml:trace contextRef="#ctx0" brushRef="#br0" timeOffset="102921.26">11114 11760 1443 0,'-7'2'0'0,"3"1"0"0,4-1 0 0,0-2 0 0,0 2 0 0,0-2 0 0,4 2 218 0,9 0-92 0,6 1 276 15,4-1-184-15,0-2-93 0,2 2-37 0,7-2 17 16,-4 2-36-16,0-2 0 0,-5 2-36 0,1-2-252 15,-2 2 134-15,-1 0 55 0,-2 0 31 0,-2 0-478 16,-4-1 255-16,-3 2 127 0,-3-3-621 0,-3 0 346 16</inkml:trace>
  <inkml:trace contextRef="#ctx0" brushRef="#br0" timeOffset="103126.74">11291 11673 1385 0,'-16'-7'0'0,"11"5"0"0,-2-2 0 0,3 3 0 0,2-1 0 0,-1 2 0 0,3 0 0 0,0 0 202 0,3 12-85 15,4 10-34-15,3 5 155 0,0 13-102 0,1 7-52 16,-4 5-26-16,0 5 272 0,-3-1-140 0,-1 0-83 0,0 0-37 16,-1-9 100-16,0-9-69 0,-2 4-34 0,0-12 5 15,0-3-7-15,0-3-33 16,-10-8-58-16,-1-5 30 0,-7-6-1 0,2-5 38 16,-9 0-262-16,3-1 126 0,-5-11 65 0,2-7 23 15,-2-2-275-15,-1-4 101 0,2-1 89 0,-3-2-15 16</inkml:trace>
  <inkml:trace contextRef="#ctx0" brushRef="#br0" timeOffset="104035.93">11888 11923 929 0,'-7'0'0'0,"1"0"0"0,1 0 0 0,0 0 0 0,1 0 0 0,1 0 0 0,-3 0 0 0,4-2 0 0,1 0 0 0,-1 0 111 16,2 0-39-16,0-1 37 0,0 0-30 0,0-3-8 16,2-1-38-16,9 2 99 0,-1 1-49 0,6 1-25 0,-1 1 8 15,2 0 81-15,0 2-56 0,0 0-30 0,2 0 0 16,-3 9 33-16,3 3-23 0,-4 1-8 0,0 2-2 15,-2 2-1-15,-1 1-27 0,-5 1-17 0,-1 3 25 16,-4 3-9-16,-2 2 1 0,0-1-14 0,-8 0 14 16,-7 0 0-16,-3-4 8 0,-5 1-68 0,0-2 30 15,-4-3 0-15,2 0 10 0,-3-6-93 16,-2 0 45-16,1-2 24 0,1-3-156 16,2-1 85-16,3-4 29 0,3-1-115 0,1 2 70 15,1-3 38-15,9 0 5 0,0 0-48 16,2 0 30-16,2 0-9 0,5-3 50 0,0-6-183 0,0 0 91 15,12-3 45-15,6-2 24 0,5 0-292 0,4-1 161 16</inkml:trace>
  <inkml:trace contextRef="#ctx0" brushRef="#br0" timeOffset="104394">12254 11844 1051 0,'0'-1'0'0,"0"-1"0"0,0 0 0 0,0 0 0 0,-5 2 0 0,-1-2 0 0,0 2 0 0,2 0 0 0,2 0 191 0,1 0-79 0,-1 0-40 0,2-2 89 16,0 2-68-16,0 0-30 16,0 0 0-16,0 0-1 0,-2 0-1 0,0 0-20 15,-2 0-8-15,-1 0 18 0,0 0-19 0,-2 0 1 16,0 0-28-16,0 2 7 0,-4 7 21 0,2 2-26 15,-2 1 26-15,1 5 0 0,1 0-1 0,0 3 42 16,-3 6-41-16,5 1 0 0,-2-1-9 0,4 3 49 16,-1-1 0-16,1-6-32 0,5 8-9 0,0-10 27 15,0 4-26-15,0-4 0 0,7-2 0 0,2 0-33 16,4-3 33-16,0-2 0 16,4-4-139-16,0 0 69 0,-1-3 27 0,4-1-287 15,-1-2 150-15,1-3 56 0,4 0 45 0,-1-3-423 16,0-4 218-16,-5-5 101 0,9-2 62 0,-5-1-339 15,1 0 197-15</inkml:trace>
  <inkml:trace contextRef="#ctx0" brushRef="#br0" timeOffset="105143.83">12619 11889 815 0,'-9'-2'0'0,"4"1"0"0,0-3 0 0,-3 2 0 0,3-2 0 0,-2 2 0 0,4 0 0 0,-1 1 0 0,2-3 194 0,0 3-72 0,1 0-49 15,1 1 0-15,0 0 48 0,0 0-44 0,0 0-22 16,0 0-11-16,0 0-11 0,0 0-1 0,0 0 1 15,0 0 23-15,0 0-23 0,0 0 8 0,0 0-1 16,0 0-7-16,0 0 0 0,0 0-1 0,0 0 28 16,-4 0 7-16,2 2-34 15,0 3 0-15,1 1 13 0,1-2-13 0,-2-2 0 0,0 1 8 0,0-1-13 16,2 2 5-16,-2-3 0 16,-1 4 5-16,3-3-6 0,0 0 9 0,-1-1-8 15,-1 4-4-15,2 0 4 0,-2 0 0 0,0 2-25 16,2 1 33-16,0 0-12 0,0 3 3 0,0 0-19 15,0 1 18-15,0-1-3 0,0 0 8 0,4 2-40 16,4-1 1-16,-1 1 28 0,1 0-24 0,1-2 21 0,3 2 5 16,-3-1-5-16,2 1-2 0,1-2 2 0,-2 0 1 15,2-2-30-15,-3 1 25 16,2-1 2-16,-3-1-4 0,0-2-43 0,-1-1 21 16,0-1 1-16,-1 0-54 0,-3-2 34 0,4-2-5 15,-2 0 39-15,3 0-50 0,1 0 22 16,4-6-14-16,2-11 74 0,4-2-5 15,2-2-38-15,-1-8-6 0,3-2 15 0,2 2-11 16,-4-4 2-16,0 3 3 0,-1 0-21 0,-6 1 24 0,2 0-5 0,-5 1 14 16,-2 0-75-16,-1 2 32 0,-4-4 0 0,-3 0-36 15,1-3 27-15,0 2-11 16,-2-3-12-16,0-2 17 0,-2 3 0 0,-7-6 14 16,1 5 15-16,-3-1-16 0,2 4 7 0,-5 4-13 15,1 3 70-15,1 7-28 0,-2 0-7 0,-2 5 111 16,-2 5-62-16,-1 3-22 15,-1 4-1-15,-5 0 75 0,1 10-48 0,-1 10-11 0,-1 4 58 0,-3 11-33 16,8-1-23-16,-2 3 22 0,6-3-5 16,-2 9-8-16,4-2 0 0,6 1 3 0,1-1-20 15,5-5 3-15,1 5 5 0,2-4 16 16,0 2-1-16,0-6-23 0,5-2-1 0,5-1-202 16,-1-5 105-16,4 2 38 0,-4-7-337 0,3 1 171 15,-1-4 94-15,2 0 24 0,2-6-443 0,0-4 247 16,4-1 119-16,4-6 59 0,2 0-216 0,0-10 138 15</inkml:trace>
  <inkml:trace contextRef="#ctx0" brushRef="#br0" timeOffset="105558.07">13212 11551 1286 0,'-7'-2'0'0,"5"0"0"0,0-1 0 0,0 3 0 0,2 0 0 0,0 0 0 0,0 0 535 0,0 0-251 0,4-2-126 0,10 0-62 16,4-1 238-16,0 2-142 0,3-1-84 0,2 2-38 16,-1 0 27-16,0 0-33 0,1 0 0 0,-2 0-27 15,-3 0-4 1,1 2-1-16,-4 2-48 0,1 0 24 0,-6 5-1 0,-2-3 34 16,0 5-47-16,-6 1 0 0,0 2 39 0,-2 4 0 15,0 8 80-15,-12 0-32 0,-8 7-29 0,-1 1-19 16,-4 2-9-16,-1 4 4 0,0-2 8 0,2-3-82 15,-10 6 36-15,7-7 0 0,3-8-87 0,1 1 59 16,5-8 29-16,1-4 4 0,4 0-8 0,5-8-1 16,0-2 3-16,5-1 17 0,3-2 169 15,-2-2-81-15,2 0-50 0,0 0 134 16,0 0-178-16,0 0 0 0,0 0 0 0,9 0 0 16,5 0 0-16,4 0 0 0,1 0 0 0,6-2 0 15,-1 0 0-15,-4 0 0 0,5 0 0 0,-2 0 0 16,1 1 0-16,-4-1 0 0,1 2-217 0,-2-3 111 15,-2 3 27-15,-2 0-559 0,0 0 302 16,-6 0 152-16,3 0 75 16,-3 0-254-16,-2 0 170 0,-1 0 79 0,-2-1-484 0</inkml:trace>
  <inkml:trace contextRef="#ctx0" brushRef="#br0" timeOffset="105737.1">13231 11718 1207 0,'-17'0'0'0,"8"0"0"0,0 0 0 0,2 0 0 0,4 0 0 0,3-1 0 0,0-1 0 0,1 1 512 0,20-4-244 0,6 3-118 0,3-2 309 16,2 2-213-16,1 2-106 15,3 0-46-15,0 4-21 0,-3 8-40 16,1 0 0-16,0 2-159 0,-1-1 80 0,2-2 48 0,-1-2-9 16,-1 1-463-16,1-4 251 0,-2-5 126 0,0-1 63 15,2 0-788-15</inkml:trace>
  <inkml:trace contextRef="#ctx0" brushRef="#br0" timeOffset="106334.54">13841 11429 1720 0,'-6'-7'0'0,"4"5"0"0,2 0 0 0,0 0 0 0,8-2 0 0,5 1 0 0,2 1 0 0,4-2 0 0,2 1 149 0,-1 3-49 0,3 0-38 0,-2 0 82 16,-3 0-56-16,1 5-27 0,-4 2-1 0,-3-1-91 15,-3-1 28-15,-2 3 0 0,0-2-70 0,-6 1 53 16,-1 6 27-16,0 4-5 0,-15 3-9 0,-6 3 40 16,-1 2-41-16,-4 1 94 0,-1 0-50 0,1 3-20 15,-1 1-45-15,5-1 340 16,1 4-134-16,0 6-74 0,7-1-27 0,4-4 183 16,1 12-117-16,7-9-54 0,2 0 30 0,0-1-43 15,0-1-21-15,2-3 9 0,5-2-180 0,5-2 76 0,-1-2 36 16,-2-6-337-16,1-4 188 0,-3-5 101 0,2-3 12 15,-3-3-266-15,0-1 100 0,0-4 94 0,-3 0-9 16,-1-4-298-16,0-14 197 16,-2-7 96-16,0-7-117 0,0-7 106 0,-5 3 44 0,-5-13 35 15,-1 4-90-15,1 2 58 0,1 9 29 16,1 3 134-16,3 8-61 0,-1 2-17 16,4 2-1-16,1 8 307 0,1 0-166 0,0 2-83 15,7-1-51-15,16-1 186 0,5 2-48 0,7-3-68 16,5 1 228-16,2 3-133 0,-5 1-58 0,13 1-41 15,-4 1-2-15,-4 1 0 0,2-1-31 0,-8-1 50 0,1 2-18 16,-5-1-7-16,-7 4-25 16,-1-1-24-16,-6 1 1 0,-6 1 22 0,-3 0 9 15,-3 0 7-15,-4 0-16 0,-1 0 1 0,-1 0 127 16,0 0-63-16,0 0-24 0,0 3-9 16,0 8 208-16,-1 4-119 0,-3 5-60 0,0 5 153 15,4-6-246-15,-1 12 0 0,1-3 0 0,0 0 0 16,0 1 0-16,1 2 0 0,7-1 0 0,1-3 0 15,1 0 0-15,-3 0 0 0,0-8-355 0,2 1 207 16,0-3 42-16,-4-3-18 0,1-2-542 0,-1-2 316 16,-1-1 159-16,-1-5-360 0,-2-1 252 15,-1-1 136-15,0-2 66 0,-6 0-275 16,-7-2 169-16</inkml:trace>
  <inkml:trace contextRef="#ctx0" brushRef="#br0" timeOffset="106523.04">14061 11718 1018 0,'-8'-9'0'0,"3"3"0"0,3 2 0 0,2 3 0 0,-2-1 0 0,2 2 0 0,0 0 0 0,0 7 286 0,0 18-126 16,0 3-64-16,0 4 242 0,0 6-145 0,0 7-84 16,0-6-38-16,0-3 56 0,0 3-47 0,0-1-16 15,0-4-7-15,0-4-278 0,0-6 126 0,-2-2 65 16,2-5 31-16,0-7-183 0,0-5 104 0,0-3 55 15,0-2-643-15,0-11 276 0</inkml:trace>
  <inkml:trace contextRef="#ctx0" brushRef="#br0" timeOffset="106681.61">14173 11643 602 0,'8'-7'0'0,"-2"3"0"0,3 4 0 0,-3 0 0 0,-3 15 0 0,1 6 436 15,1 9-206-15,0 0-98 0,-1 2-50 0,-1 4 409 16,1 0-230-16,0-2-105 0,-1 3-66 0,-1-3 149 15,2 1-103-15,-2-3-51 0,2-4-298 0,-2-7 131 16,0 1 54-16,0-5-264 0,-1-4 162 0,1-3 82 16,0-5 40-16,-2 1-760 0</inkml:trace>
  <inkml:trace contextRef="#ctx0" brushRef="#br0" timeOffset="107048.43">14093 11946 708 0,'-10'-2'0'0,"7"0"0"0,1 2 0 0,2 0 0 0,-2 0 0 0,0 0 0 0,2 0 356 0,0 0-161 0,2 0-74 16,7 0-48-16,5 0 187 0,-2 0-114 0,2 0-56 16,-1 4-61-16,-2-1 12 0,4 1-9 0,-7 0-299 15,1 0 150-15,-3-3 75 16,-4 3 37-16,0 4-100 0,-2 0 64 0,0 1 38 16,-8 0-1-16,-5 1-206 0,-2 1 101 0,0 0-18 15,-2-2 35-15,5 1 169 0,2-4-55 0,2-2-28 16,0 2 193-16,4-2-115 15,3-2-27-15,1 2 125 0,0 1-67 0,0 1-46 0,1 0 15 0,9 4 12 16,0 1-11-16,0 0 0 0,2 4-40 0,-3-2-30 16,2 2 8-16,-2-2 21 0,-4 2 1 0,0-3-145 15,-3-2 64-15,0 0 38 16,-2 1-157-16,0-2 86 0,-5-1 24 0,-7 0 81 16,-1-4-42-16,-1-2 9 0,3-1-23 0,1-1 316 15,0 0-143-15,2 0-69 0,5 0-32 0,-1 0 165 16,4 0-70-16,0 0-59 0,0 0 10 0,11-1 77 15,12-5-65-15,5-2-33 0,4 0-73 0,1 3 17 16,5 0-1-16,0 3-568 0,1 0 296 0,8 2 148 16</inkml:trace>
  <inkml:trace contextRef="#ctx0" brushRef="#br0" timeOffset="107924.72">14880 11647 1024 0,'-4'-4'0'0,"0"1"0"0,4 1 0 0,0 0 0 0,-1 0 0 0,1 2 0 0,0 0 0 0,0-2 0 0,3 2 86 0,12 0-27 0,2-2 87 15,6 1-57-15,-1-2-19 0,8 2-9 0,0-1 96 16,5-1-63-16,-5 3-30 0,-1 0 0 0,-8 0-10 16,3 0-21-16,-4 10 0 15,-6 0 0-15,-3 4-23 0,-3 5 1 0,-6 2 30 16,-2 7-19-16,0 3 11 0,-10 0 0 0,-8 8-1 16,-3-8-5-16,-7 6 5 0,1-5 1 0,4-8-76 15,-6 1 34-15,5-6 9 0,1-6 5 0,0-2-81 16,3-3 45-16,-1-6 19 0,5-2 0 0,-2 0-132 15,3-2 73-15,0-17-114 0,6-6 85 0,1-1 32 16,6-4 24-16,2-2-18 0,0 7 19 16,0 0 10-16,0 2 1 0,0 11 67 15,2 2-34-15,0 2 1 0,4 4-43 0,0 2 333 16,3 2-140-16,0 0-82 0,6 0 303 0,3 14-158 16,-2 0-69-16,5 5-60 0,-1 4 183 0,3-1-118 15,1 3-59-15,1 1-31 0,0-2 8 0,-2-1-36 16,2 1-1-16,1-3-120 0,-3 0 61 0,1-5 29 15,-5-3 9-15,2 2-438 0,-3-7 218 0,-1-2 119 16,3-3-635-16,-2-3 346 0,1 0 165 0,3-5 95 16</inkml:trace>
  <inkml:trace contextRef="#ctx0" brushRef="#br0" timeOffset="108103.24">15395 11643 1214 0,'-2'-7'0'0,"0"3"0"0,0 2 0 0,2 1 0 0,-2 1 0 0,2 0 249 0,0 0-112 0,0-3-53 0,13 2 235 0,8-1-144 16,1-1-71-16,-1 2-27 16,7-3 22-16,-1 3-33 0,-1-2-1 0,0 2-32 15,-6-2-204-15,5 3 109 0,-4-2 44 0,-3 2-420 16,-2 0 235-16,-5 0 118 0,-1-1-491 0,-5-1 237 16,-1-1 158-16,-2-2 73 0</inkml:trace>
  <inkml:trace contextRef="#ctx0" brushRef="#br0" timeOffset="108389.47">15582 11347 662 0,'-12'-16'0'0,"-2"5"0"0,5 8 0 0,2 0 0 0,-2 0 0 0,4 1 0 0,1 2 341 0,2 2-153 15,2 15-70-15,0 7-47 0,0 6 289 0,2 8-163 16,7 4-83-16,1 6-40 0,-1 3 127 0,2 3-88 16,1 13-40-16,-4-6 186 0,1 1-113 15,-2-1-56-15,-1-6-21 0,0 2-8 0,-3-5 1 16,-1-5-30-16,0-13-153 0,-2-2 76 0,0-10 48 0,0-1-9 15,-2-11-115-15,-7-3 76 0,-3-7 40 0,0 0-1 16,-6-2-79-16,0-19 46 16,-1-3 23-16,1-4-188 0,-3-12 92 15,5 5 11-15,3 3 5 0,3-2 31 0,-2 0-1 0,4 6 33 16,5 7 98-16,-1 1-49 0,0 8-33 0,4 1 9 16,-1 5 147-16,1 3-80 0,0 0-30 0,0 1-23 15,9 1-157-15,5 1 70 0,9 0 49 0,2 0-184 16,1 0 104-16,6 0 47 0,4-2-535 0</inkml:trace>
  <inkml:trace contextRef="#ctx0" brushRef="#br0" timeOffset="108537.08">16154 11240 682 0,'2'-19'0'0,"-2"12"0"0,0 0 0 0,0 2 0 0,0 1 0 0,-5 2 479 0,-2 2-223 16,-4 0-111-16,-1 4-87 0,1 13 9 0,-5 8-35 15,-2 1 1-15,4 2-207 0,-2 4 104 0,5-2 51 16</inkml:trace>
  <inkml:trace contextRef="#ctx0" brushRef="#br0" timeOffset="108697.65">15841 11615 1005 0,'0'4'0'0,"-2"0"0"0,0-1 0 0,2-3 0 0,0 0 0 0,-1 0 107 0,1 0-37 0,0 0 0 16,3 0 293-16,15 0-157 0,4 0-91 0,2 0-41 15,4 0 261-15,2-1-151 0,1-5-75 0,-1-2-104 16,0 2-9-16,-2 0 37 0,2 1 0 16,-4 2-463-16,-5-2 232 0,3 4 123 15,-3-1-246-15,-4 2 177 0,-2 0 39 0</inkml:trace>
  <inkml:trace contextRef="#ctx0" brushRef="#br0" timeOffset="108898.84">16126 11459 1338 0,'-11'0'0'0,"6"0"0"0,1 2 0 0,3 2 0 0,-3 7 0 0,4 5 0 0,0 6 0 0,0 4 0 0,0 4 0 0,2 11 456 0,3 1-211 0,-1 1-106 0,1 4 222 16,-1 2-163-16,1-8-75 0,-4 12-49 16,1-9-71-16,0 2 1 0,0-5 28 0,-2-5-149 0,0 1 84 15,0-3 28-15,0-10 0 0,0-1-463 0,0-10 251 16,-2-4 125-16,0-5-599 0,-1-4 333 15,1 0 163-15,-3-17 81 0</inkml:trace>
  <inkml:trace contextRef="#ctx0" brushRef="#br0" timeOffset="109037.46">16097 11769 826 0,'-2'-5'0'0,"1"1"0"0,-4 2 0 0,0 2 0 0,-3 0 0 0,1 13 0 0,-7 4 180 15,2 5-78-15,-2 3 122 0,-1-1-96 0,1 3-48 16,-2-1-23-16,4-6-158 0,-2 3 63 0,1-4 35 15,5-10 1-15,2 0-128 0,3-5 81 0,1-4 50 16,2 0-433-16</inkml:trace>
  <inkml:trace contextRef="#ctx0" brushRef="#br0" timeOffset="109167.12">16064 11799 942 0,'10'-3'0'0,"3"3"0"0,-1 0 0 0,-1 0 0 0,-2 9 0 0,1 0 0 0,-1 0 0 0,0 3 175 0,3-3-71 0,-1 2 160 16,0-1-116-16,1-3-50 0,-1 1-36 0,3-4-240 15,0-1 106-15,2-3 52 0,0 0 27 0,1-1-464 16,3-13 241-16</inkml:trace>
  <inkml:trace contextRef="#ctx0" brushRef="#br0" timeOffset="109648.83">16527 11372 942 0,'10'-20'0'0,"0"-1"0"0,1 7 0 0,-6-2 0 0,-1 9 0 0,-3 2 0 0,1 1 0 0,0 2 0 0,-2 2 96 0,0 3-32 0,-9 18 65 0,-7 1-48 16,0 5-16-16,-3 1-8 0,1-2-52 0,-3 3 0 16,2-6 28-16,4-4 0 0,-1 1-15 0,7-11 14 0,2 0 1 15,3-5 0-15,3-1 38 0,1 0-39 16,0-3 9-16,3 0-80 0,12 0 33 16,4 0 0-16,4-5-27 0,0 0 28 0,-3 0-6 15,2 1 31-15,0 0-181 0,1 2 83 0,-2 1 35 16,-3 1 24-16,-2 0-52 0,-5 1 30 0,1 9-1 15,-5-1 1-15,-4 2 117 0,-1 2-51 16,-2 2 276-16,0 5-151 0,0-4-68 0,-2 3-40 16,-3 2-9-16,0 0 162 0,-2-1-64 15,2 4-51-15,3 1 191 0,0 1-120 0,2 2-58 16,0 2-22-16,0 2 43 0,0 4-40 0,2 1-21 16,1 1 1-16,1-1-79 0,3 1 38 0,-4-2-9 15,1-3-107-15,-1-4 67 0,-1-7 35 0,0 1-48 16,-2-8 48-16,0-2 4 0,0-3 0 0,-2-3-179 15,-7-3 89-15,-5 0 12 0,2-4 29 0,-6 0-103 16,0 0 60-16,-5-8 14 0,2-5 21 16,-2-6-142-16,0-2 74 0,2-8 48 15,0 0 1-15,5 1 40 0,-2 0 0 0,7 7-160 16,2 2 71-16,1 6 49 0,1 2 0 0,5 3 168 16,-2 5-65-16,4 1-31 0,0 0-8 0,-2 2 205 15,1 2-114-15,-3 15-55 0,2 0-29 0,0 1 115 16,2 0-58-16,0 2 13 0,0-2-402 0,4-4 179 15,9-3 80-15,4-4-546 0</inkml:trace>
  <inkml:trace contextRef="#ctx0" brushRef="#br0" timeOffset="109797.43">16907 11728 1348 0,'7'0'0'0,"7"7"0"0,-4 11 0 0,1-4 0 0,1 5 0 0,-3 5 0 0,-2-2 0 0,0 0 673 0,0 2-320 0,-2 1-160 15,-3-3-81-15,2-1 276 0,-2-1-170 0,1-3-97 16,1-2-576-16,2-5 243 0,0-1 123 16</inkml:trace>
  <inkml:trace contextRef="#ctx0" brushRef="#br0" timeOffset="117717.22">18425 11812 192 0,'-3'0'0'0,"-1"0"0"0,2 0 0 0,0 0 0 0,0-2 246 0,1-2-98 16,-1-1-62-16,2 0 41 15,0-7-47-15,0 3-24 0,0-2 1 0,2 0 78 0,5-3-55 16,2 3-23-16,3 1-1 0,1 1 64 0,2 3-44 16,2 1-14-16,2 1 58 0,5 2-44 15,-2 2-21-15,3 0 0 0,1 4 23 0,-5 5-15 0,7 4-7 16,-4 2 1-16,-3 2-24 0,0 2-1 0,-6 2 1 16,-4-2-24-16,-1 7-8 0,-7 0 32 15,-3 4-1-15,0 0-29 0,-11 0 30 16,-10 2 8-16,-3 2-5 0,-3-2-3 15,5-8-10-15,-6 1 8 0,2-7 41 0,3-2 8 0,-5-1-49 16,3-6-115-16,5-5 56 0,-1 0 28 0,4-4 10 16,2 0-130-16,6 0 67 0,1 0 35 0,4 0 10 15,2 0-353-15,2-7 146 0,2-3 100 0,19-5 5 16,6-3-358-16,6-6 217 0</inkml:trace>
  <inkml:trace contextRef="#ctx0" brushRef="#br0" timeOffset="117918.71">18839 11753 507 0,'4'-24'0'0,"-1"10"0"0,-1-2 0 0,-2 2 0 0,0-2 0 0,0 7 383 16,0 2-180-16,-5-2-84 0,-3 6 278 0,0 2-182 15,-3 1-91-15,0 0-37 0,-4 13 134 0,-2 10-94 16,2 8-47-16,-2 6-24 0,7-5 86 0,3 6-47 16,3 0-35-16,4 1 87 0,0-1-58 15,8-5-28-15,9-1 1 0,1-3-49 16,7-3 20-16,1-4 0 0,1-3-290 0,1-4 144 15,0-4 73-15,-4-3 45 0,6-3-623 0,-4-5 278 16,1 0 163-16,-4 0 25 0,0-13-213 0</inkml:trace>
  <inkml:trace contextRef="#ctx0" brushRef="#br0" timeOffset="118091.86">19085 11722 2083 0,'-5'-2'0'0,"0"0"0"0,5 2 0 0,-2 0 0 0,2 0 0 0,0 2 0 0,0 6 0 0,4 1 0 0,8 1 0 0,0 1 284 0,4 2-125 16,-2-2-56-16,4 3-39 0,-4-4 0 0,2 0-32 15,-2-3 1-15,-2-1-492 0,3 0 241 0,-1-2 126 16,-3-4-245-16,1 0 185 0,2 0 92 0</inkml:trace>
  <inkml:trace contextRef="#ctx0" brushRef="#br0" timeOffset="118283.7">19397 11429 1493 0,'0'-7'0'0,"0"3"0"0,0 2 0 0,0 0 0 0,0 2 0 0,0 0 0 0,0 6 0 0,0 15 0 0,0 3 252 15,0 7-102-15,0 13-62 0,-2 2 406 0,-10 17-231 16,-3 2-115-16,-4 1-57 0,-1 8 263 0,-3 2-164 16,1 2-79-16,1-1-53 0,3-2 0 15,0-3-25-15,5-13 8 16,3 5-229-16,-1-9 110 0,6-6 56 0,1-12-599 0,3-4 326 15,1-9 157-15,0-6 78 0,0-7-772 0,0-5 400 16</inkml:trace>
  <inkml:trace contextRef="#ctx0" brushRef="#br0" timeOffset="118521.07">19729 11384 1778 0,'-15'-17'0'0,"11"15"0"0,4 2 0 0,0 0 0 0,0 0 0 0,0 0 0 0,0 0 207 0,2 0-87 0,5 6-36 0,7 2 140 16,-1 1-95-16,4 0-49 15,-2 4-122-15,2 5 46 0,-2-2-9 0,-2 1 38 16,-4 0-525-16,0-1 256 0,0 0 127 0,-2-5 69 15,0 0-627-15</inkml:trace>
  <inkml:trace contextRef="#ctx0" brushRef="#br0" timeOffset="118795.56">19974 11318 1231 0,'5'-4'0'0,"1"1"0"0,-1 3 0 0,-1 0 0 0,-1 0 0 0,1 0 0 0,-1 9 0 0,-3 6 0 0,0 4 157 16,0 3-63-16,-14 2-30 0,-2 5 8 0,-5-1-31 15,-2 2-8-15,-2-2-1 0,2 1-100 0,-4-5 50 16,1-1 26-16,-1-4 7 0,1-3-68 0,1-4 43 16,7-3 21-16,-1-3 18 0,4-2 4 0,5-2-28 15,1-1-5-15,4-1 309 0,3 0-139 16,0 0-76-16,2 0 221 0,0 0-133 0,0 0-79 16,7 0-35-16,16-1 11 0,4-4-23 15,0 0 0-15,3 0-15 0,0 4 33 0,2-1-20 16,0 1-1-16,-2 1-174 0,0 0 76 0,-5 0 47 15,3 1-8-15,-7 5-491 0,-1 0 260 0,-3 2 74 16,-6 2-615-16,-3 1 365 0,-8 3 194 0</inkml:trace>
  <inkml:trace contextRef="#ctx0" brushRef="#br0" timeOffset="118961.18">19729 11867 1358 0,'-19'5'0'0,"10"-1"0"0,-1 0 0 0,5-2 0 0,1-2 0 0,4 0 0 0,2 0 0 0,13 0 248 0,9 0-108 0,4 0-54 0,-1 0 221 16,3 0-129-16,2 0-77 0,-2-2-122 0,-2 0 27 16,-5 0-1-16,1 2 28 0,-5 0-462 0,-2 0 226 15,-4 0 119-15,-3 0 58 0,-1 0-573 0,-7 0 240 16</inkml:trace>
  <inkml:trace contextRef="#ctx0" brushRef="#br0" timeOffset="119143.7">19864 11729 1343 0,'-5'-1'0'0,"1"1"0"0,0 0 0 0,3 0 0 0,1 0 0 0,0 7 0 0,0 6 0 0,0 4 171 0,0 4-73 15,1 3 158-15,1 3 29 0,-2 1-126 0,0 3-63 16,0 2 30-16,-8-3-50 0,-3 2-22 0,-2-2 0 16,-4 0-241-16,1-4 110 15,0-4 63-15,-5 3 19 0,1-6-388 0,5-6 208 16,-2-2 96-16,4-3-253 0,3-5 82 0,3-3 115 15,1 0-149-15</inkml:trace>
  <inkml:trace contextRef="#ctx0" brushRef="#br0" timeOffset="119277.85">19821 11983 1228 0,'9'0'0'0,"2"6"0"0,1 1 0 0,1 2 0 0,0 1 0 0,0 0 0 0,2-2 0 0,4 3 0 0,2 2 534 0,1-1-254 0,-1 2-124 0,0-3-62 16,4 0 9-16,-4 0-35 0,2-1 9 0,4-1-45 15,-3-5-550-15,3 0 275 0,-9-4 138 0</inkml:trace>
  <inkml:trace contextRef="#ctx0" brushRef="#br0" timeOffset="119477.35">20241 11619 1487 0,'0'-5'0'0,"2"1"0"0,8-1 0 0,1-1 0 0,2 1 0 0,1 0 0 0,0 1 0 0,4-2 515 0,1 3-241 16,1-1-121-16,-1 0 34 0,-3 3-81 0,2-1-37 15,-4-1 0-15,0 3-193 0,-5 0 78 0,2 0 48 16,1 0-161-16,-3 0 96 0,3 0 48 0,-5 3 24 16,4 2-695-16</inkml:trace>
  <inkml:trace contextRef="#ctx0" brushRef="#br0" timeOffset="119660.42">20282 11792 1333 0,'-12'0'0'0,"8"0"0"0,4 0 0 0,0 0 0 0,0 0 0 0,0 1 0 0,9-1 500 16,7 0-234-16,5 0-108 15,4 0 69-15,0 0-98 0,-2 0-47 0,-1 0-25 16,0 0-102-16,-1 0 47 0,-2 0-8 0,-2 0 39 15,-7 0-542-15,1 0 270 0,-4 0 137 0,-2 0-563 16,-3 4 335-16</inkml:trace>
  <inkml:trace contextRef="#ctx0" brushRef="#br0" timeOffset="119861.39">20437 11653 832 0,'-6'-6'0'0,"4"3"0"0,2 3 0 0,0 0 0 0,0 15 0 0,0 8 208 16,0 4-80-16,0 14-51 0,0 2 399 0,2 7-221 15,0 0-112-15,-2 3-55 0,3-10 108 0,-2 11-85 16,1-18-40-16,0 1 1 0,0-5-45 0,0-9 6 16,-2-1 8-16,0-4-94 0,0-7 43 0,0-4 21 15,-2-1-85-15,-8-6 54 0,-3 0 34 0,-1 0-8 16,-4-6-202-16,-3-9 81 0,3-2 65 16,-5-3-18-16,0-1-436 0,-1-3 237 0,-3-9 117 15</inkml:trace>
  <inkml:trace contextRef="#ctx0" brushRef="#br0" timeOffset="120496.84">20925 11526 1122 0,'-16'0'0'0,"2"0"0"0,7 0 0 0,1 0 0 0,4 0 0 0,1 0 0 0,-1 0 153 0,2 0-60 0,0 6 101 0,2 4-72 16,8-1-49-16,6 1 0 0,0-1 215 0,2 0-128 15,1-2-64-15,-1 3-23 0,1-2 36 0,-2-2-38 16,-4-1 0-16,2 0-264 0,-3 4 113 16,-1-4 64-16,-2 4 21 0,-2-1-516 15,1 2 266-15,-2 0 138 0,-3 1-555 0</inkml:trace>
  <inkml:trace contextRef="#ctx0" brushRef="#br0" timeOffset="120736.2">21331 11246 1696 0,'0'0'0'0,"0"1"0"0,0 12 0 0,0 3 0 0,-8 7 0 0,-6 13 0 0,3 5 0 0,-3 6 321 0,-4 13-148 16,1 1-70-16,-4 5 324 0,1 6-197 0,-5 2-99 15,-2 5 104-15,-1 11-106 0,4-21-48 0,2 6-24 16,-3-5-4-16,4-4-20 0,5-12 8 0,-5 2-8 16,2-5-130-16,0-6 64 0,4-9 34 0,-1-6-1 15,2-7-231-15,7-8 128 0,-1-6 68 16,2-4-437-16,2-2 227 0,2-3 73 16,2-10 61-16,0-18-366 0,14-7 222 0,4-6 111 15,9-5-434-15</inkml:trace>
  <inkml:trace contextRef="#ctx0" brushRef="#br0" timeOffset="120929.4">21502 11517 2062 0,'7'-3'0'0,"1"1"0"0,1 2 0 0,2 0 0 0,-1 0 0 0,1 0 0 0,2 0 0 0,8-2 0 0,4 1 0 0,1-4 338 0,6 0-153 0,2-1 159 0,7-1-160 16,-4-1-76-16,0 1-37 0,0-2-210 0,-2 4 87 15,-1-3 50-15,-4 3 13 0,-1 2-496 0,-8 1 258 16,-5 0 130-16,-2 2 65 0,-3 0-277 0,-6 0 75 16,-3 0 118-16</inkml:trace>
  <inkml:trace contextRef="#ctx0" brushRef="#br0" timeOffset="121117.92">21893 11181 897 0,'0'-5'0'0,"0"3"0"0,0 0 0 0,0 2 0 0,0 2 0 0,0 13 0 0,-7 7 404 0,-2 5-177 0,0 4-102 0,-3 9-46 16,-4-1 288-16,-2 3-167 0,-7 5-84 0,1-3 32 15,-3 1-61-15,1-1-28 0,-1-4 1 0,7-9-113 16,-3 3 43-16,9-10 30 16,-3 0-361-16,4-6 187 0,6-9 94 0,4-3 46 15,3-2-667-15,0-4 332 0</inkml:trace>
  <inkml:trace contextRef="#ctx0" brushRef="#br0" timeOffset="121269.03">21819 11493 835 0,'5'3'0'0,"-2"4"0"0,3-1 0 0,-3 0 0 0,3 0 0 0,-1 3 516 0,4-2-241 0,0 5-121 0,0 0-53 0,3 1 280 16,-2-1-174-16,0 4-88 0,1-3-36 15,0 2-25-15,-2-1 8 0,2 1-33 0,-4-5-356 16,-2-3 179-16,1 3 88 0,-4 0-598 0,-1-1 339 15</inkml:trace>
  <inkml:trace contextRef="#ctx0" brushRef="#br0" timeOffset="121472.01">21551 11852 1011 0,'-12'5'0'0,"3"2"0"0,4-4 0 0,5 2 0 0,0-3 0 0,1-2 0 0,20 0 0 0,6 0 468 0,0-2-210 0,8-6-116 15,-1-2 73-15,3-1-91 0,0 0-45 0,1-1-24 16,-5 2 121-16,-3 1-76 0,-7 4-34 0,0 1 1 16,-3 0-141-16,-3 2 54 0,-1 0 34 15,-3 2-444-15,-4 0 232 0,1 0 115 16,-7 0 58-16,1 2-576 0,-2 5 234 0,-2 1 171 16</inkml:trace>
  <inkml:trace contextRef="#ctx0" brushRef="#br0" timeOffset="121757.86">21711 11979 517 0,'-16'12'0'0,"3"-5"0"0,4 0 0 0,-1-1 0 15,1-2 224-15,4 0-100 0,1-2-45 0,2-2-24 0,2 2 221 0,0-2-122 16,0 0-44-16,0 0 8 0,0 0-43 0,0 0-21 16,0 0 1-16,0 0-151 15,0 0 73-15,0 0 24 0,2 0-120 0,3 0 76 16,6 0 38-16,1 0 0 0,3 0-35 0,-2 0-9 15,2 0 33-15,-6 0-48 0,3 0-53 0,-5 0 22 16,-1 0 31-16,-3 0 30 0,-1 0 7 0,-2 0-12 16,0 0 9-16,-5 3 144 0,-10 3-72 0,0 0-20 15,-4-1 65-15,0-1-41 0,0 0-25 0,3-4 19 16,-3 2-70-16,6-2 11 16,1 0 24-16,3 0 19 0,3 0-110 0,5-2 50 15,1-8 22-15,0-2-300 0,11-6 149 0,8 1 58 16,2-3 43-16</inkml:trace>
  <inkml:trace contextRef="#ctx0" brushRef="#br0" timeOffset="121970.52">21806 11837 1643 0,'8'-8'0'0,"-3"5"0"0,1 0 0 0,-4 2 0 0,0-1 0 0,0 2 0 0,0 0 0 0,0 0 0 0,1 2 0 0,1 9 0 0,-1 5 267 0,1 7-117 16,1 4 345-16,-3 0-232 0,1 6-115 0,1 0-49 15,-1 4 152-15,1-5-109 0,0 5-54 0,-1-2-28 16,4 1 12-16,-4-4 7 15,1 0-46-15,-2-3-81 0,0 0 40 0,-2-8 0 16,0-1 41-16,0-1-119 0,-2-4 55 0,-7-4 33 0,-3-1-150 0,-3-4 87 16,0-5 44-16,0-1-29 0,-2 0-318 0,2-1 170 15,0-10 63-15,0-10 49 0,7-5-368 0,3-7 200 16,5-12 113-16,0-3-212 0,3-17 158 16</inkml:trace>
  <inkml:trace contextRef="#ctx0" brushRef="#br0" timeOffset="122610.81">22203 11452 1527 0,'16'-13'0'0,"5"3"0"0,-4 3 0 0,-2-3 0 0,0 3 0 0,0-1 0 0,1 4 0 0,-2 3 0 0,3-1 209 0,0 2-88 0,0 0-36 16,0 6 2-16,0 5-27 16,1 8-1-16,-4-1-26 0,-2 3-63 0,-1 0 39 15,-2 7-8-15,-6-2 32 0,-1 2 7 0,-2-2-7 16,0 3 0-16,0-5 28 0,-4 5-7 0,-3-4-22 15,0 2 110-15,0-7-55 0,2 3-27 0,1-1 8 16,1-3 27-16,-1 1-31 0,2-5 0 0,0 3-31 16,1-3-44-16,1-2 31 0,-2 0-9 0,2 0-149 15,-3 0 85-15,-1-1 43 0,1-1 21 0,-3 0-118 16,-1 1 41-16,-2-3 42 0,-1-2-232 0,-3 1 121 16,1-5 20-16,0 2 49 15,-3-5-99-15,-1 0 67 0,-1 0 32 0,1-5 1 16,0-6-28-16,-2-5 34 0,4-5 1 0,2 0-16 15,3 2 1-15,-2 1 40 0,4 1-8 0,4 6 44 16,-1-1-36-16,0 7 0 0,4-2 150 0,0 6-75 16,0-1-45-16,0 2 8 0,0 0 166 0,0 0-93 15,4 3-23-15,3 7-31 16,-3-1 135-16,3 3-75 0,0 1-9 0,-2-1-64 16,0-1 33-16,-1-4-14 0,2 2-230 0,0-3 106 15,1-2 58-15,-1-4 27 0,3 0-150 0,1 0 82 16,1-10 16-16,3-8-5 0,2-3-205 0,0-4 119 15,3 2 59-15,2-6 31 0,1 3-23 0,3 0 30 16,-1 1 1-16,-1 5 126 0,-5 6-52 16,2 2-26-16,-10 3-9 0,4 3 227 0,-5 5-122 15,-1-1-41-15,-2 2 99 0,-2 0-46 0,-3 12-50 16,-1 1 30-16,0 4 150 0,-8 5-99 16,-5-1-51-16,-1-1-24 0,-2-2 78 0,-5 4-56 15,9-7-23-15,-6-2 43 0,6-2-33 0,2-4-1 16,2-4 48-16,3 2-45 0,1-3 1 0,4-2-38 15,-2 0 43-15,2 0-21 0,0 0 8 0,0 0-29 16,9 0 10-16,9-7-10 0,-2-1 0 0,1 1 0 16,3-1-36-16,-4 3 14 0,3-1 0 15,-2 2-219-15,-2 1 119 0,-2 3 43 16,-3-3-472-16,-1 3 235 0,-2 0 131 0,-3 0 33 16,-2 3-397-16,0 4 241 0,-2 1 113 0,-2 0 69 15</inkml:trace>
  <inkml:trace contextRef="#ctx0" brushRef="#br0" timeOffset="122904.02">22122 11744 1091 0,'-4'-3'0'0,"4"1"0"0,0 2 0 0,0 2 0 0,7 11 0 0,5 8 0 0,-1 5 0 0,1 6 0 0,-1 9 377 15,-4-1-172-15,-5 5-86 0,0-2 31 0,-2-5-51 16,0 4-37-16,0-6 0 0,-9-1-92 0,0-6 32 15,-2-8 0-15,-1-2 39 0,1-4 13 0,3-8-22 16,-2 1 1-16,3-7 71 0,2 1-36 0,0-2 8 16,3 0-43-16,2 0 175 0,0 0-88 0,0 0-44 15,10-2 45-15,17-5-36 0,3 1-30 0,9-1 0 16,0 0 42-16,4 3-32 16,4 0 0-16,-6 0-24 0,11 2-64 0,-10 1 29 15,0-1-1-15,-6 0-257 0,1 0 142 0,-1-2 80 16,-4 1-614-16,-4 2 311 0,-7 0 127 0,0-4 86 15,-5 4-436-15,-5-1 253 0,-1-4 139 0</inkml:trace>
  <inkml:trace contextRef="#ctx0" brushRef="#br0" timeOffset="123084.87">22757 11676 2082 0,'0'-5'0'0,"0"3"0"0,0 2 0 0,0 4 0 0,0 14 0 0,0 6 0 0,2 5 0 0,1 11 0 0,3 2 244 0,-3-7-97 0,6 5-62 0,-4-1 384 16,2-1-218-16,1-1-109 0,0-3-181 0,-1-1 32 16,0-6 1-16,-3-7 38 0,1 1-580 0,-1-6 290 15,-1-5 153-15,1-3 65 0,-3-3 37 0,1-4-1 16</inkml:trace>
  <inkml:trace contextRef="#ctx0" brushRef="#br0" timeOffset="123237.47">22946 11433 1050 0,'0'0'0'0,"0"0"0"0,2 2 0 0,2 0 0 0,-1 2 0 0,4-2 429 0,-2 1-202 16,4 0-97-16,-1 3-48 0,4 0 9 0,-3 4-29 16,2-3 8-16,-1 4-37 0,1-1-565 0,-1 1 271 15</inkml:trace>
  <inkml:trace contextRef="#ctx0" brushRef="#br0" timeOffset="123510.24">23245 11443 632 0,'2'-4'0'0,"-2"2"0"0,0 2 0 0,0 0 0 0,-2 0 291 0,-10 0-121 0,-4 6-73 16,-3 8 53-16,-3 7-59 0,-3 2-29 0,-1 0 0 16,0 4-54-16,-1-2-8 0,1-2 32 0,-1 3 1 15,-3-7-103-15,3 3 51 0,-1-6 34 0,-1-2-8 16,8-7-49-16,2 0 37 0,6-3 1 0,3-3 106 15,1-1-48-15,6 0-48 0,3 0 258 0,0-5-120 16,1-4-58-16,17-3-18 0,8-1 51 0,12-2-47 16,1 3 0-16,6 3-40 0,2 1 41 0,-2 2 0 15,-9 5-32-15,5-1-8 16,-4 2-102-16,-2 0 51 0,-1 2 25 0,-6 2-195 16,2 1 106-16,-8-3 52 0,1 2-386 0,-6-1 182 15,-6-3 110-15,-2 0 5 0,-4 0-112 0,0 0 100 16,-5 0 49-16,0-3 24 0</inkml:trace>
  <inkml:trace contextRef="#ctx0" brushRef="#br0" timeOffset="123692.76">23171 11305 1693 0,'-9'-6'0'0,"2"5"0"0,3 1 0 0,1 0 0 0,1 0 0 0,-3 0 0 0,4 16 0 0,1 5 0 0,0 8 0 0,0 0 247 16,0 7-108-16,0 7 269 0,0-1-187 0,1-1-95 15,-1-3-38-15,2 9-82 0,1-12 0 0,-1 5 27 0,0-2 0 16,-2-1-217-16,0-4 116 0,0-1 47 0,0-5 27 16,0-6-585-16,0-3 285 15,-4-3 159-15,-2-7-583 0</inkml:trace>
  <inkml:trace contextRef="#ctx0" brushRef="#br0" timeOffset="123845.35">23074 11771 1369 0,'0'-11'0'0,"0"7"0"0,-2 2 0 0,-2 1 0 0,-1 1 0 0,-2 0 0 0,-3 0 0 16,-1 7 0-16,0 6 208 0,-3 2-87 0,1 0-37 0,-2 4 41 0,2-2-46 16,4-1-23-16,-1 0 0 15,6-5-350-15,3 0 172 0,1-3 73 0,0-3 41 16,1-5-217-16,19 0 129 0,0-3 64 0,4-14-521 16</inkml:trace>
  <inkml:trace contextRef="#ctx0" brushRef="#br0" timeOffset="123953.06">23159 11793 1128 0,'21'-7'0'0,"-1"5"0"0,-1 2 0 0,-3 0 0 0,2 0 0 0,-1 2 0 0,-3 5 0 0,4 3 0 0,-4-3 123 16,4-1-45-16,-2 1-14 0,-2-4 173 0,2 3-102 16,-2-5-52-16,-1-1-115 0,-4 2 32 0,1 0 9 15,-5-2 24-15,-1 4-509 0,-1 1 255 0</inkml:trace>
  <inkml:trace contextRef="#ctx0" brushRef="#br0" timeOffset="124738.03">23205 11937 1050 0,'0'9'0'0,"0"2"0"0,0-2 0 0,0 1 0 0,-2 1 0 0,2 0 0 0,0 2 251 0,0 2-109 16,0 0-54-16,0 3 188 0,0-4-122 0,0 3-52 16,0-2-39-16,0 0-103 0,0-2 36 0,0-2 1 0,0-2 35 15,0-2-314-15,0-3 153 0,2-3 80 0,5-1-342 16,-2 0 199-16,2-1 98 0,1-10-16 0,2-10-56 15,-3 0 59-15,0-5 37 0,2 0-49 0,0-3 43 16,-4 9 14-16,0-3 7 0,-1 6 97 0,-2 6-38 16,0 3 0-16,0 3-37 15,-2 1 356-15,0 4-173 0,0 0-80 0,-4 5-49 16,-7 16 360-16,-5 0-180 0,4 1-47 0,-4 5 17 16,0-1-68-16,0-2-36 0,0 2-51 15,0-5 17-15,4-3 8 0,-4-2-9 0,3-1-82 16,1-3 41-16,0-5 21 0,1-3 0 0,2-4-59 0,1 0 36 15,0 0 21-15,5-4 0 0,3-11-79 0,0-8 41 16,1-3-1-16,17-8-22 0,4-2 15 0,6-3 1 16,4-2-13-16,3-4 16 0,9-8 3 0,-3 5 20 15,3-2-102-15,-1 5 48 16,-2 0 19-16,-3 6-17 0,3-5 84 0,-2 6-11 16,-2-2-34-16,0 2 216 0,-5 2-102 15,-8 7-52-15,0-1 298 0,-1 1-153 0,-4 7-83 16,-6 5-19-16,-6 7 123 0,-3 5-78 0,-1 1-52 0,-1 2-22 15,-2 2 168-15,-3 15-94 0,-16 17-48 0,-3 6-16 16,-5 5 118-16,-1 1-75 0,1 0-37 0,4-1-1 16,5-8 1-16,4 2-29 0,2-6-8 15,10-8-54-15,0-2 28 0,2-4-1 16,0-4-152-16,4-5 98 0,8-3 36 0,2-3 22 16,-1-2-95-16,3 0 28 0,-2 0 35 0,-2 0-23 15,-1-2-14-15,1 0 0 0,-5 2 21 0,1 0 127 16,1 0-52-16,-6 4-37 0,4 7 3 0,-4 6 168 15,-1 4-87-15,-2 3-28 0,0 3 86 0,-5 1 92 16,-7-1-234-16,-3 4 0 0,-2-1 0 16,-1-2 0-16,-5 0 0 0,-2 0 0 15,-3-1 0-15,-4-5 0 0,2-1 0 0,2-6-343 16,0-4 181-16,6-5 64 0,-3-2 50 0,4-4-339 16,3 0 178-16,4-8 88 0,2-11-171 0,3-3 122 15,4-8 73-15,3-4 32 0,2-7-125 0,0 9 79 16,2-4 39-16,3 10-9 0,5 0 79 0,-1 7-1 15,2 6-30-15,5 6 382 0,0 4-191 0,5 3-104 16,4 3-39-16,3 13 694 0,6 8-350 0,-2 2-109 16,3 5 62-16,-5-3-34 15,9 12-278-15,-2-8 0 16,-1 5 0-16,-3-6 0 0,1-4 0 0,5 7 0 0,-3-8 0 0,2-3 0 16,-1-3 0-16,-7-2-593 0,6-2 337 0,-6-3 140 15,0 0 75-15</inkml:trace>
  <inkml:trace contextRef="#ctx0" brushRef="#br0" timeOffset="124882.64">24380 12193 2401 0,'0'0'0'0,"11"8"0"0,3 0 0 0,-2-3 0 0,-4-3 0 0,-5 1 0 0,1 0 0 0,-2-1 863 0,2-2-431 0,-2 0-212 15,0 0-41-15,0 0-179 0,1-2 0 0,5-8 0 0,-1 1-421 16,-4 2 252-16</inkml:trace>
  <inkml:trace contextRef="#ctx0" brushRef="#br0" timeOffset="126046.26">25772 11521 955 0,'0'0'0'0,"0"0"0"0,0 0 0 0,0 0 0 0,0-2 0 0,0-3 0 0,0-5 0 0,0-1 0 0,0-1 154 16,1-2-53-16,1-1-38 0,0-2 0 0,2 2 0 15,-4-2-30-15,3 0-1 0,-3 2-19 0,0 0-9 16,0 0 29-16,0 3-1 0,0 0 2 0,-3-1-1 15,-5 1 8-15,1 1-17 0,-3-1 9 0,0 3 0 16,0 0 0-16,-4 0 23 0,2 2 8 0,-4 2-39 16,1 1 50-16,2 1-22 0,-2 1 1 0,0 2-22 15,4 0 60-15,0 0-34 16,1 0 0-16,-2 2-25 0,6 7 37 0,-2 2 1 16,0 3-30-16,3 4 10 0,-1 1-18 0,1 7-1 15,1-2 1-15,2 7 74 0,-3-1-29 0,5 2-8 16,0 3 62-16,0 3-50 0,0 5-25 0,0-2 1 15,0-3 40-15,0 12-36 0,5-6-1 0,3 1-28 16,-1 0-37-16,2-2 1 0,-2-6 44 0,3 4-46 16,-2-2 1-16,-1-4 37 0,-4-2 0 15,0-2-86-15,-1-7 48 0,-2 1 14 16,0-2-99-16,0-6 53 0,-10-3 7 0,3-1 3 16,-6-3-22-16,-4-2 24 0,2-5-18 0,-6-1 38 15,2-2-100-15,-4 0 43 0,1 0 22 0,-5-5-97 16,7-8 52-16,0-3 31 0,3-2 5 0,6-1-334 15,1-8 180-15,8 1 85 0,2-3-379 0,2 0 232 16,19-7 116-16,3 10 50 16</inkml:trace>
  <inkml:trace contextRef="#ctx0" brushRef="#br0" timeOffset="126429.75">26067 11615 1282 0,'11'-17'0'16,"-2"4"0"-16,0-2 0 0,-2-4 0 0,0-3 0 0,-1-1 0 0,0-3 0 0,0 0 0 0,2-2 165 0,-2-1-67 0,-3-3-32 0,1 2 45 0,-2 0-44 0,-2 1 1 16,0 10-4-16,0-3 0 15,-5 6-31-15,-3 4 8 0,-6 3 12 0,0 4-20 16,-4 3 0-16,-5 2 0 0,-2 2-24 0,0 10 8 16,-3 6 16-16,0 2 88 0,0 5-44 0,5 3-22 15,3 0 0-15,1 2 59 0,2 2-45 0,4 0 0 16,5 2 83-16,3 1-60 0,3-1-29 0,2 2 7 15,0 1 23-15,0-1-30 0,0 2 0 0,2 4-30 16,1-2 54-16,2-4-19 0,3 10-8 0,-3-7-49 16,4-4 0-1,-2 3 22-15,-1-4 0 0,1-1-127 0,-3-3 59 0,-1-2 34 16,0-3-76-16,-3-4 53 0,0-1 7 0,0-1-2 16,-4-4-153-16,-6-2 87 0,-2-4 15 0,-6 1 32 15,-2-4-142-15,-3-1 68 0,-1-3 40 0,-1 0-144 16,4-2 92-16,1 0 45 0,1 0 15 0,4-2-255 15,2-7 143-15,7-5 71 0,6-2-103 0,0-6 88 16,14-3 35-16,14-5 31 0,6-1-330 0,3 2 175 16,4-4 89-16</inkml:trace>
  <inkml:trace contextRef="#ctx0" brushRef="#br0" timeOffset="126721.8">26310 11664 248 0,'38'-30'0'0,"-12"3"0"0,2 2 0 0,-6-6 0 0,-2 3 176 0,-5-2-71 16,0-2-37-16,-4 0 1 0,0-1 179 0,-4-3-111 15,0-2-53-15,-6 6 159 0,-1 8-105 0,0 1-52 16,-1 5-19-16,-11 3 108 0,-5 5-71 0,-5 4-35 16,-5 6-1-16,-1 0 0 15,-2 11 9-15,0 9-44 0,-4 8 27 0,6 0-1 16,3 6-26-16,3 1 0 0,7-3 118 0,-2 14-63 16,8-6-28-16,3 2 138 0,2-1-83 0,1 2-41 15,3-3-13-15,0 8 119 0,0-4-74 0,0-1-36 16,3 2 2-16,1-2 0 15,0-6-31-15,-1 9-8 0,0-10-34 0,-1 3-1 0,-2-1 35 0,0-3 0 16,-2 1-95-16,-8-4 44 0,-1 0 25 0,-2-6-205 16,0-7 111-16,2 0 23 15,-3-5 42-15,3-2-481 0,2-3 237 0,3-2 110 16,-2 1-398-16,3-4 261 0,-2 0 122 0,1 0 73 16,-2 1-434-16</inkml:trace>
  <inkml:trace contextRef="#ctx0" brushRef="#br0" timeOffset="127553.8">25672 12475 805 0,'-10'-8'0'0,"5"3"0"0,-3-3 0 0,0 4 0 0,1-5 0 0,0 4 0 0,3 1 0 0,0 1 340 16,1 0-153-16,1 2-77 0,2 1 191 0,0-2-126 15,-2 2-75-15,2 0-34 0,0 0 5 0,-2 0-1 16,-1 6-37-16,1 3 8 0,1 4-29 0,1 0 21 15,0 2-1-15,-2 2-21 0,0-1 0 0,0 1 30 16,1 1-9-16,-4-3-34 0,0 5 35 0,0-2-1 16,-1-2-43-16,-2 1 27 0,3-4-14 0,-2 0 0 15,1-1-20-15,-1-5 0 16,0 0 35-16,4-1 6 0,-3-3-6 0,3 0-1 16,1 0-6-16,0-3 40 0,2 0-1 0,-2 0-29 15,2 0-7-15,0 0 116 0,0 0-49 0,0 0-28 16,0 0 50-16,0 0-26 0,0 0-9 0,0 0-34 15,0 0-33-15,0 0-1 0,0 0 34 0,0 0 8 16,2 0-69-16,5 0 31 16,6 0-1-16,3 0 72 0,0-6-1 0,3-3-32 15,6 1-36-15,-5-3-16 0,1 4 9 0,0 0 1 16,-2-1-72-16,1 4 49 0,-4 1 14 0,3 1 0 16,-3 0-121-16,-3 1 67 0,1 1 28 0,-4 0 0 15,-1 0-100-15,-1 0 62 0,-2-3 13 0,-2 3 32 16,-1 0-10-16,-1-1 2 0,-2 1-10 0,0-3 101 15,0-4-47-15,0-2-1 0,0 1 171 0,0-2-99 16,-7-2-30-16,-1 0-28 0,2-1 47 0,-3-2-31 16,0 0 7-16,0-2 3 15,1 0-108-15,2-2 39 0,1 1 15 0,-4-1-58 16,6 0 38-16,1 2-2 0,0 2 21 0,2-2-8 16,0 2-11-16,0 2 25 0,4-3 64 0,8 4-32 15,-1-1-7-15,3 2-28 0,2-1 77 0,1 0-35 16,1 5-9-1,1-1-2-15,2 5 31 0,-2 2-22 0,0 1 3 0,-1 0-17 0,1 0 11 0,-2 9-11 16,-3 5 9-16,1 7-49 0,-3 1 42 0,-4 1-2 16,-1-2-46-16,-3 9 19 15,-2-3-10-15,-2-1 30 0,0 0-31 0,0-1 1 16,-8-5 19-16,-5 6-6 0,-2-5-18 0,-3 0 26 16,-1-5-6-16,-2 0 34 0,4-7-1 0,-4 0-27 15,0-2 82-15,1-4-38 0,1-3-18 0,-1 0 0 16,4 0 65-16,2 0-35 0,4 0-21 0,3 0 19 15,1 0 113-15,3 0-171 0,1-2 0 0,2 2 0 16,0 0 0-16,0 0 0 16,11 0 0-16,10 6 0 0,3 1 0 0,1 2 0 15,6 1 0-15,0-2 0 0,5 3 0 0,2-4 0 16,-2-1 0-16,-2-2 0 0,-2-2 0 0,-2-2 0 16,-3 0 0-16,-7 0-252 0,0 0 198 0,-4-6-41 15,-4-4 36-15,-5 5 10 0,0-6 0 0,-3-3 242 16,-2 1-110-16,-1-3-52 0,-1-3-26 0,0-8 241 15,0 1-246-15,0-4 0 16,2-8-320-16,4-6 183 0,1 2 68 0,3-5 49 0,5-2-491 0,2 2 242 16</inkml:trace>
  <inkml:trace contextRef="#ctx0" brushRef="#br0" timeOffset="128337.85">26682 11649 1296 0,'-7'-24'0'0,"2"9"0"0,2 7 0 0,1 2 0 0,2 1 0 0,0 0 0 0,0 2 0 0,0-1 0 0,0 1 0 0,8 1 161 0,9-2-64 0,6 1-33 15,4 1 1-15,0 2 138 0,5 0-77 0,-4 0-51 16,-2 9 76-16,-6 6-58 0,-2 3-31 0,-6 4 1 15,-5 0-59-15,-2 6-8 0,-5 2 37 0,0 0-1 16,-9 2-65-16,-12 3 32 16,-2-6 9-16,-7 3-23 0,-2-3 24 0,-1-2 0 15,3-8-15-15,-4-2 33 0,0-4-36 0,2-3 28 16,2-3 23-16,7-5 0 0,3-1-39 0,3-1 10 16,6 0 146-16,3 0-70 0,2 0-24 0,5 0 0 15,1 0 139-15,0 0-86 0,0 0-35 0,0 0-87 16,13 0 0-16,9 4 37 0,6-2 46 0,4 0-23 15,6-2 8-15,7 0-31 0,-2 0-41 0,4-2 1 16,-2-5 39-16,4-5 1 0,-8 1-354 0,10-4 170 16,-6 2 57-16,-1 3-611 15,-3 1 334-15,-6 3 169 0,4 1 77 0,-7 1-508 16,-2-3 300-16,-14-3 150 0</inkml:trace>
  <inkml:trace contextRef="#ctx0" brushRef="#br0" timeOffset="128573.2">27280 11630 1199 0,'-13'-10'0'0,"7"5"0"0,0 4 0 0,2-2 0 0,1 2 0 0,1-2 288 0,2 1-119 0,0 1-73 16,16 1 162-16,8 0-113 15,5 0-56-15,-1 1-20 0,1 11 205 0,1 3-120 16,-5 4-61-16,0 1-90 0,-7 3 29 0,-5 0 9 16,0 3-8-16,-10 0-143 0,-3-2 72 0,0 3 35 15,-16-3 0-15,-3-2-84 0,-8 1 56 0,-1-6 29 16,-3-2-37-16,0-6-20 0,-1-2 33 0,6-2-44 15,-8-3-61-15,11-2 32 16,2 0 37-16,3 0-205 0,6-4 117 0,10-7 50 0,2-8 38 16,2-4-283-16,28-5 156 0,2 1 79 15,8-4-246-15,5-1 154 0,-1 2 89 0</inkml:trace>
  <inkml:trace contextRef="#ctx0" brushRef="#br0" timeOffset="128753.9">27651 11578 282 0,'17'-19'0'0,"-3"4"0"0,-5 1 0 0,-4 3 0 0,-3-2 0 0,-2 3 497 16,0 3-232-16,-2 1-116 0,-9 1 387 0,-1 5-244 15,-5 0-133-15,-3 5-64 0,-2 15 237 0,-1 3-150 16,-3 12-74-16,10-7-30 0,-1 8 84 0,4 0-65 16,4 2-32-16,4 0 39 15,5-2-36-15,0-3 8 0,2 0-43 0,13-6-149 16,5-2 74-16,5-4 38 0,2-7-297 0,2-3 175 16,3-2 75-16,-2-6 40 0,0-3-606 0,0 0 263 15,-3 0 161-15,-4 0 71 0,-1-2-197 0,-3-8 144 16</inkml:trace>
  <inkml:trace contextRef="#ctx0" brushRef="#br0" timeOffset="128924.47">27878 11567 1053 0,'-3'-5'0'0,"1"5"0"0,0 0 0 0,0 0 0 0,2 0 0 0,0 0 0 0,0 0 0 0,2 10 498 0,9 1-233 0,3 2-116 15,2 2 326-15,0 0-226 0,5 3-107 0,-3-1-55 16,1 1-15-16,-4-3 1 0,2 1-32 0,-1 0-8 15,0-3-461-15,-2 1 231 0,2-3 115 0,-2-2-236 16,-3 0 184-16,1-3 80 0,-1 2-1 0</inkml:trace>
  <inkml:trace contextRef="#ctx0" brushRef="#br0" timeOffset="129131.43">28305 11392 1503 0,'0'-12'0'0,"2"4"0"0,0 3 0 0,-2 3 0 16,0 1 0-16,0-1 0 0,0 2 0 0,0 2 0 0,0 18 240 0,-2 8-96 0,-13 15-59 0,-8 12 423 0,-6 3-237 16,-2 10-119-16,-11 18-60 15,6-11 251-15,-10 27-160 0,1-9-75 0,-2 5 26 16,-2 2-51-16,1-4-25 0,5-14-192 0,-1 12 79 16,10-28 44-16,4-3 22 0,6-11-503 0,1-4 262 15,5-12 140-15,-3-1 57 0,5-10-756 0,5-6 378 16,0-7 190-16</inkml:trace>
  <inkml:trace contextRef="#ctx0" brushRef="#br0" timeOffset="131212.44">28816 11739 630 0,'-9'-10'0'0,"5"4"0"0,0 1 0 15,-2 2 0-15,3-3 0 0,-1-2 0 0,1-1 0 0,-3 2 58 0,3-3 1 0,0 1-26 0,1 2 56 0,0-5-20 16,-1-1-9-16,2 2-45 0,0 2 18 16,-2-1 0-16,0 0-1 0,0 2 10 0,-4 4-10 15,0 0 1-15,-3 0 0 0,-4 4 34 0,-3 0-34 16,-4 12 8-16,-3 12-28 0,-2 6 20 0,1 5-1 16,2 4 1-16,0 3 73 0,9-5-28 0,-3 13-9 15,8-17 30-15,5 1-33 0,2-2 0 0,2-10-33 16,0 1-8-16,3-5 8 0,9-2 0 0,3-7 0 15,0-3-45-15,2-2 22 0,1-4 9 16,5 0-54-16,0-11 33 0,0-10 1 16,3-9 20-16,-2-4-56 0,-4-1 21 0,5-13-5 15,-5 1-130-15,-1-2 76 0,1-2 24 0,-4-3 23 16,1-2-77-16,1-11 47 0,0 4 8 0,-2-2 0 16,2-7-11-16,1-1-8 0,-6-2 24 0,6 4-11 15,-11 15 23-15,-3 14 1 0,0 12-1 0,-3 7 53 16,-2 5-23-16,0 8 1 0,0 4 245 0,0 4-127 15,0 2-53-15,0 8-38 0,-4 15 119 0,-5 5-66 16,-1 7-13-16,-1 7-23 16,2 2 198-16,2 0-95 0,-5 8-60 0,5-6 78 15,5-10-65-15,-4 1-33 0,4-3 1 0,-1-8 25 16,-1 0-33-16,2-3 0 0,1-4 45 0,-1-6-34 16,1-2-1-16,1-6-27 0,-2-1-7 0,2 1-2 15,0-5 1-15,0 0 0 0,0 0-27 0,0 0 9 16,0 0 18-16,0 0 31 0,0 0-32 0,0-3 1 15,-2 0 0-15,2-5-99 0,0 2 39 0,0 2 28 16,0 1-32-16,-3 0 27 16,3 2-16-16,0-1 44 0,0 0-59 0,0 2 24 15,0 0-12-15,0 0 32 0,0 0-44 0,0 0 10 16,0 0 1-16,0 0-32 0,0 0 20 0,0 0 0 16,0 0 17-16,0 0-4 0,0 0 12 0,0 0 2 15,0 0 9-15,0 0-10 16,0 0-8-16,0 0-7 0,0 0 33 0,0 0-23 0,0 0 2 15,0 0 0-15,0 0-18 0,0 0 18 0,0 0 0 0,0 0-22 16,0 0 23-16,0 0 1 0,0 0-2 16,0 0-19-16,0 0 18 0,0 0-5 15,0 0 1-15,0 0-1 0,0 0 3 0,0 0-8 16,0 0 7-16,0 0 0 0,0 0 0 0,0 0 1 16,0 0-7-16,0 0 3 0,0 0 3 0,0 0 31 15,0 0-1-15,0 0-27 0,0 0-5 0,0 0 44 16,0 0 0-16,0 0-33 15,0 0 69-15,0 0-30 0,0 0-2 0,0 0-24 16,0 0 18-16,0 0-13 0,0 0-8 0,0 0 18 16,0 0-25-16,0 0 19 0,0 0-6 0,0 0-49 15,0 0 23-15,0 0 1 0,0 0 24 0,0 0-37 16,0 0 1-16,0 0 22 0,0 0 3 0,0 0-3 16,0 0 2-16,0 0-9 0,0 0 22 0,0 0-17 15,0 0 2-15,0 0-2 0,0 0 25 0,0 0 3 16,0 0-23-16,0 0 24 0,0 0-22 0,0 0 6 15,0 0-5-15,0 0-8 0,0 0 9 16,0 0 2-16,0 0-5 0,0 0 3 16,0 0 0-16,0 0-1 0,0 0 17 0,0 0-17 15,0 0 1-15,0 0-1 0,0 0 7 0,0 0-5 16,0 0-2-16,0 0 3 0,0 0-1 0,0 0 1 16,0 0-1-16,0 0-29 0,0 0 28 0,0 0 2 15,0 0-30-15,0 0 27 0,0 0-1 0,0 0-1 16,0 0 10-16,0 0-10 0,0 0 0 15,0 0-3-15,0 0 35 0,0 0-33 16,0 0 2-16,0 0 36 0,0 0 0 0,0 0-30 16,0 0 5-16,0 0 33 0,0 0-37 0,0 0 7 15,0 0 19-15,0 0-20 0,0 0 4 0,0 0-6 16,0 0 6-16,0 0-3 0,0 0-2 0,0 0 3 16,0 0-6-16,0 0 4 0,0 0-1 0,0 0-33 15,0 0 32-15,0 0 1 0,0 0 1 0,0 0-34 16,0 0-3-16,0 0 32 0,-1 0-41 15,-3 2 0-15,3 4 31 0,-3-3 5 0,4 0 36 16,-3 0 1-16,3-3-40 0,0 2 3 16,0 0-8-16,0-2 8 0,0 0 1 15,0 0-7-15,0 0 8 0,0 0-1 0,0 0 5 0,0 0-16 16,0 0 14-16,0 0-3 0,0 0 22 0,0 0-20 16,0 0-3-16,0 0 1 0,0 0 40 0,0 0-39 15,0 0 2-15,0 0-1 0,0 0 21 0,0 0-20 16,0 0 5-16,0 0-17 0,0 0 17 0,0 0-1 15,0 0 3-15,0 0-57 0,0 0 25 0,0 0 0 16,0 2-49-16,-2 4 34 16,2 0 10-16,-4-2 0 0,4 3 73 0,-1-1-28 15,1-1-6-15,0 2-23 0,-2 2-9 0,2 1 9 16,0 1-10-16,-2 3 146 0,2-1-58 0,-1 3-31 16,-1 4-9-16,-3 4 11 0,4-2-3 0,-2 3 0 15,-1 0-32-15,4-3 17 0,-2 2 6 0,2-2-8 16,0 1-114-16,0-2 54 0,0-4 20 0,0-4 4 15,2 1-175-15,0-4 94 0,1-2 32 16,0-1-203-16,2-4 109 0,-3 2 55 16,1-3 39-16,-1 0-96 0,-1-1 63 0,3 4 33 15,-2-2-294-15,-2 0 155 0,3 3 89 0,1-1 42 16,0-1-320-16,1 0 180 0</inkml:trace>
  <inkml:trace contextRef="#ctx0" brushRef="#br0" timeOffset="132221.15">29091 11524 873 0,'0'-5'0'0,"0"0"0"0,0 0 0 0,0-1 0 0,0-1 0 0,0 3 0 0,0 1 0 0,3 0 0 0,-1 0 135 0,4 1-51 0,3 2-26 0,1 0 40 15,2 0-37-15,-1 5 0 0,3 5-28 0,-1 3 95 16,-1-1-48-16,0 1-15 0,-1 2-7 0,-1 3-25 16,-1-3 0-16,-3 1-1 0,-1 0-61 0,-2-1 38 15,-3-1-7-15,0 3 31 0,0-1-70 0,-13 4 36 16,-4-1-7-16,2-5-31 0,-8 4 17 15,-2-3-1-15,2-1-3 0,-2-2 0 0,4-3 15 16,-1-1 16-16,1-3-95 0,2-1 44 16,4 0 15-16,3-4 0 0,3 0-136 0,4 0 77 15,3 0 28-15,2-2-130 0,0-8 79 0,13-6 40 16,9-3-8-16,11-4-139 0,2-3 94 0,1 0 46 16</inkml:trace>
  <inkml:trace contextRef="#ctx0" brushRef="#br0" timeOffset="132382.41">29374 11441 397 0,'9'-15'0'0,"-7"5"0"0,0 4 0 0,-2 3 0 0,0 1 0 0,-7 2 385 0,-3 0-176 0,-10 11-89 16,5 10-43-16,-2 4 84 0,-1 5-56 0,4 1-41 15,0 3 221-15,7-2-127 0,3-1-62 0,4 3-32 16,0-3 45-16,0-2-43 0,7-2 0 0,11-4-33 16,3-1-222-16,2-5 111 0,-3-6 64 0,10 1-402 15,-3-9 223-15,0 0 63 0,-2-3 71 0,-2 0-435 16,-3-3 223-16</inkml:trace>
  <inkml:trace contextRef="#ctx0" brushRef="#br0" timeOffset="132918.03">29815 11042 1063 0,'2'-9'0'0,"0"5"0"0,-1 3 0 0,-1 1 0 0,2 0 0 0,-2 9 0 0,0 11 0 0,0 10 402 0,0 9-184 0,0 1-93 15,0 8-46-15,0 0 179 16,0 4-105-16,0-2-63 0,-2-2 3 0,2-1-30 16,-8-3 1-16,6-7-32 0,2 2-26 0,-4-3-10 15,4-4 37-15,-4-4-103 0,4-7 51 0,0-3 35 16,0-6-9-16,0-3-157 0,0-5 92 0,0 0 4 16,-3-4 37-16,3 0-154 0,-6 0 81 0,0-6 10 15,-1-8 6-15,-3 0 15 0,2-4-1 0,-4-4 5 16,1-3 14-16,-3 6 9 0,1 1-1 15,-4 2-41-15,-1 4 1 0,-2 5 32 16,-4 3 8-16,-1 4 120 0,2 0-59 0,-2 14-26 16,2 3 1-16,9 3 268 0,-5 5-138 0,11 4-64 15,3-1 268-15,3 0-144 0,2 3-83 0,0-9-15 16,9 6 38-16,5-5-50 0,5-4-25 0,3-6 11 16,8-4-36-16,0-3 8 0,2-6-8 0,1 0-271 15,1-2 135-15,-2-10 69 0,-2-5-552 0,0 3 273 16,-2-5 156-16,-6 0 21 0,1-2-362 15,-4-1 233-15,-6-3 116 0,1-1 50 16,-3-4-162-16,8-2 115 0,-8-2 56 0,-6 3 15 16,3 2 75-16,-6 8 0 0,2 1 0 0,-4 3 31 15,0 6-28-15,0 4 1 0,0 3 410 0,0 2-231 16,0-1-104-16,0 3-56 0,-6 0 458 0,6 10-224 16,0 5-112-16,0 1-48 0,0 0 201 15,0 2-133-15,8 0-66 0,-3 1-14 0,8 3-27 16,-3-7 9-16,0 0-34 0,3 0-247 15,-2-2 124-15,0 1 61 0,-3-6-466 0,6 2 272 16,-9-2 75-16,8-3 82 0,-2-3-477 0</inkml:trace>
  <inkml:trace contextRef="#ctx0" brushRef="#br0" timeOffset="133114.63">30263 11358 1585 0,'0'-10'0'0,"-2"6"0"0,0 3 0 0,-2-1 0 0,1 2 0 0,-4 6 0 0,-4 16 0 0,-4 9 0 0,-5 8 266 0,-3 5-122 16,-8 13-55-16,4 1 190 0,-8 4-123 0,-1 7-62 16,-3 8 306-16,-14 13-188 0,2-3-90 0,-8 1-44 15,1-2-74-15,1 0 1 0,12-15 36 0,-2 2-9 16,8-9-471-16,13-15 236 0,-1-2 118 0,12-10 59 16,1-3-610-16,6-2 318 0,1-5 60 15</inkml:trace>
  <inkml:trace contextRef="#ctx0" brushRef="#br0" timeOffset="133823.99">30599 10993 625 0,'0'-22'0'0,"0"7"0"0,0 5 0 0,0 7 0 0,0 1 0 0,-4 0 0 0,4 2 81 0,0 0-24 0,0 19 0 0,0 9 62 15,0 10-43-15,0 0-13 0,0 15-9 0,0 2 137 16,0 1-79-16,0 10-40 0,0-14 53 0,0 4-38 16,0 1-31-16,4-5 0 0,1-6-22 0,-2-8-1 15,2-2 0-15,2-11-38 0,-2 0 15 0,0-6 0 16,-3-8 23-16,0 0-45 15,-1-8 22-15,1 2 9 0,0-5 14 0,-2 0-80 16,0 0 37-16,0 0-1 0,-7-8 2 0,-5-5-10 16,0-2 34-16,-5-2-15 0,3-4-69 0,-4 1 34 15,2 0 20-15,-1 0-6 0,-7-2-124 0,7 5 60 16,-2 6 39-16,-5 3-42 0,5 6 34 0,-7 2-3 16,3 0 6-16,-1 3 150 0,3 15-61 0,0 1-40 15,1 3 239-15,7-1-123 0,2 5-43 0,3-5-36 16,5 4 127-16,3-4-72 15,0 1-36-15,0-1 116 0,9-3-73 0,4-1-32 16,4-4 0-16,4 0-80 0,1-4 24 0,4-6 8 16,5 0 16-16,1-3-281 0,3 0 137 0,2 0 71 15,-1-6-649-15,9-3 335 0,-6-2 145 0</inkml:trace>
  <inkml:trace contextRef="#ctx0" brushRef="#br0" timeOffset="134168.07">30882 11341 943 0,'0'-12'0'0,"2"9"0"0,7 1 0 0,7-2 0 0,-2-1 0 0,4-1 0 0,-1 2 0 0,2 3 370 15,5-2-160-15,-3 3-93 0,8 0 67 0,-6 0-11 16,2 0-70-16,2 0-36 0,-9 0 9 0,4 0-43 16,-3 4-1-16,-6 2 1 0,-5 0-38 0,1 3 0 15,-6 3 46-15,-3 10-38 0,-3 4 0 16,-24 8 29-16,-4 1 1 0,-14 11-29 15,7-10 36-15,-3 6-7 0,-3 2-33 0,5-3-49 16,1-2 21-16,6-5 22 0,10-7-44 0,2-7 28 16,5-1-3-16,3-4 34 0,5-4-9 0,1-3 6 15,6-2-4-15,0-3 3 0,0 0-9 0,0 2 8 16,0-2-24-16,13-1 70 0,4 3-23 0,5-4-2 16,3-1-13-16,0 0 87 0,2 0-37 0,3 0-24 15,-5 0-210-15,5 0 89 0,-8 0 48 16,-1 0 23-16,3 0-435 0,-5 0 213 0,-6 0 77 15,1 0-280-15,-8 0 203 0,-1 0 100 16,0 0 51-16,-3-1-104 0</inkml:trace>
  <inkml:trace contextRef="#ctx0" brushRef="#br0" timeOffset="134331.16">30933 11499 1019 0,'-8'0'0'0,"3"0"0"0,0 0 0 0,4 0 0 0,1 0 0 0,0 0 0 0,0-3 0 0,13 1 430 0,10 1-199 0,3 0-99 0,2-2-49 16,2 3 291-16,2 0-162 0,-2 0-93 0,-1 0-122 16,-1 3 36-16,-5 4 0 0,2 3 0 0,-4-2-471 15,6 4 232-15,-6-1 119 0,2 2 60 0,1-4-348 16</inkml:trace>
  <inkml:trace contextRef="#ctx0" brushRef="#br0" timeOffset="134474.77">31539 11439 1290 0,'4'-13'0'0,"2"5"0"16,6 6 0-16,1-2 0 0,5-1 0 0,-1-2 0 0,2 3 0 0,2 0 183 0,-2 0-75 0,6 2-38 0,-3 2-197 0,4 0 75 0,-7 0 42 16,0 4 22-16</inkml:trace>
  <inkml:trace contextRef="#ctx0" brushRef="#br0" timeOffset="134625.37">31455 11682 1395 0,'-4'0'0'0,"4"0"0"0,0 0 0 0,1 0 0 0,16-11 0 0,9 4 0 0,2-3 0 0,4 3 0 0,3 1 0 0,3-1 167 0,-1 3-67 0,-2 0-25 0,4 3-261 15,-2 1 106-15,-1 0 56 0,-2 0 29 0</inkml:trace>
  <inkml:trace contextRef="#ctx0" brushRef="#br0" timeOffset="134967.46">32160 11392 897 0,'-14'0'0'0,"-7"0"0"0,-1 7 0 0,3 14 0 0,-3-2 0 0,1 3 0 0,2 0 290 15,-2 9-128-15,7 2-65 0,3 3 273 0,8-2-169 16,3 2-75-16,0-3-52 0,8-1 100 0,14-2-71 16,5-3-35-16,3-5 0 0,2-3-27 0,11-6-8 15,-2-7 0-15,0-4-58 0,-1-2 28 0,4 0 1 16,-7-8 37-16,6-11-157 0,-5 1 75 0,-8-3 36 16,-2-6-168-16,-7 0 95 0,-2-5 10 0,-6-4 35 15,-8-8-225-15,-1 6 117 0,-4-6 37 0,-6 1 35 16,-13 7-166-16,-10-5 105 15,-4 7 49-15,-8 9-8 0,-7 7 29 0,-2 7-1 16,0 7 20-16,-4 4 95 0,2 0-43 0,6 11-23 16,2 8 113-16,12-2-67 0,3 4-41 0,10 3 7 15,3 4 89-15,7 2-57 0,5 3 4 0,4 9-25 16,0-4-176-16,4 8 80 0,10 2 57 0</inkml:trace>
  <inkml:trace contextRef="#ctx0" brushRef="#br0" timeOffset="135117.04">32803 12051 2554 0,'10'-32'0'15,"4"30"0"-15,9-3 0 0,-3-3 0 0,-8-2 0 0,-2 5-236 0,-8 3 102 0,-2 2 51 0</inkml:trace>
  <inkml:trace contextRef="#ctx0" brushRef="#br0" timeOffset="-189420.99">8990 13110 945 0,'-9'0'0'0,"4"0"0"0,3 0 0 0,2 0 0 0,-1 0 0 0,1 0 128 0,0 0-47 16,-2 0-25-16,2 0 329 0,0 0-177 0,0 0-79 16,0 0-52-16,0 0 104 0,0 0-74 0,10 0-37 15,2 0 77-15,8 2-50 0,-2-2-35 0,6 0 77 16,3 0-53-16,3 0-27 0,0 0 1 0,0 0-8 16,0 0-19-16,2 0 0 0,0-2-1 0,-2 0-62 15,-4 0 32-15,-6 0 7 0,1 2 24 16,-3 0-149-16,-7 0 74 0,-2 0 38 15,-2 0-223-15,-4 0 120 0,-1 0 26 0,-1 0-180 16,-1 0 103-16,0 0 63 0,0 0 26 0,0 0-78 16,-1 0 61-16,-8 0 27 0,2 0-1 0,-2 0 27 15,0 0 1-15,-1-4-9 0</inkml:trace>
  <inkml:trace contextRef="#ctx0" brushRef="#br0" timeOffset="-189182.58">9195 12862 580 0,'0'-10'0'0,"0"8"0"0,0-3 0 0,0 3 0 0,0 0 0 0,0 2 345 0,0 6-148 16,0 19-86-16,0 4-39 0,0 11 266 0,3 1-152 15,-1 5-77-15,2-5 47 0,0 13-66 0,-1-5-29 16,1-3 1-16,-1-4-70 0,1-6 0 0,3 0 49 16,0-3-8-16,0-5-112 0,-1-5 56 0,2-2 28 15,-1-5-88-15,-1-4 67 16,-3-5 20-16,3-1-51 0,-3-2 10 0,2-4 24 15,0 0-25-15,1-2-2 0,3-17 9 0,1-7 0 16,3-9 15-16,1-4-359 0,0-2 171 0,-1 1 82 16,4-10 44-16,-1 2-185 0,0 0 116 0,-1 1 57 15</inkml:trace>
  <inkml:trace contextRef="#ctx0" brushRef="#br0" timeOffset="-188669.5">9478 12911 453 0,'0'-10'0'0,"0"5"0"0,0 1 0 15,0 2 0-15,0 1 453 0,0-2-201 0,0 3-114 0,0-1-53 0,0-1 129 16,11-1-90-16,0 2-46 15,5-1 184-15,-2 0-118 0,7 2-56 0,4 0 17 16,-1 0-37-16,1 0 1 0,-3 0-28 0,1 0-86 16,2 0 39-16,-4-2 0 0,-2 1 38 0,0 1-132 15,-8 0 75-15,3-3 25 0,-5 3-33 0,-3 0 12 16,-3 0 23-16,-1 0-38 0,0 0 15 0,-2 0-17 16,0 0 34-16,0 0 272 0,0 0-129 0,0 0-61 15,0 0-32-15,0 0 241 0,0 0-128 0,0 10-63 16,0 3-31-16,2 4 49 15,-1 2-33-15,3 6-8 0,2 2-88 0,-4 5 24 16,2 6-1-16,1 3 25 0,1-5-39 0,1 11 15 16,0-6 0-16,-2 1-156 0,1-7 90 0,-1 3 29 15,0-4 35-15,0-2-198 0,-1-2 94 0,-3-5 18 16,1-1 33-16,-2-2-12 0,0-4-6 0,0-3 7 16,0-5 25-16,-3 0-52 0,-6-5 26 0,2-1 0 15,-3-4-47-15,-3 0 40 0,1-2 0 0,-4-14-259 16,2-6 145-16,-1-12 73 15,-1-7 29-15,4-10-389 0,-4-9 216 0,3 2 109 16,2 7 54-16,-2-4-243 0,4 13 140 0,-5-8 83 16,5 16 38-16,0 2 19 0,1 9 17 0,0 2 1 15,3 8 138-15,1 1-86 0,1 7-26 0,3 2 426 16,-2 2-227-16,2 1-112 0,0 0-66 0,0 0 464 16,0 18-227-16,0 4-93 15,2 9-64-15,-2 8 188 0,1 11-130 0,-1 5-59 0,0 9 72 0,-5-3-67 16,-5-10-33-16,-1 7 9 15,-1-2-131-15,1-3 45 0,2-3 21 0,-3 0-103 16,1-7 63-16,3-7 39 0,-3-3-7 0,2-9-331 16,0 0 176-16,3-11 47 0,-2-4 58 0,3-3-433 15,1-6 228-15,2 0 111 0,2-6 54 0</inkml:trace>
  <inkml:trace contextRef="#ctx0" brushRef="#br0" timeOffset="-188457.07">10089 12584 1077 0,'0'0'0'0,"2"0"0"0,3 4 0 0,1 9 0 0,-5 4 0 0,3 5 0 0,0 9 507 0,-1 8-241 0,2 2-116 16,-2 4 250-16,-2 2-184 0,0 2-91 0,1 4-38 15,0-1-57-15,-2 1 2 0,0-3 1 16,0-4 0-16,0-3-318 0,0-8 167 15,0 1 71-15,0-7-222 0,0-9 151 0,2-7 75 16,0-2 16-16,3-5-680 0</inkml:trace>
  <inkml:trace contextRef="#ctx0" brushRef="#br0" timeOffset="-188290.44">10318 12622 952 0,'0'2'0'0,"1"3"0"0,3 5 0 0,0-3 0 0,-3 2 0 0,1 2 442 0,1 3-209 0,1-1-100 0,-2 0 29 16,1 3-65-16,-1 2-31 0,0 1 7 0,0-1-172 15,-1 2 66-15,1 0 33 0,-2-3-589 0,0 0 295 16</inkml:trace>
  <inkml:trace contextRef="#ctx0" brushRef="#br0" timeOffset="-188092.97">10154 12954 1062 0,'-10'-3'0'0,"7"0"0"0,3 2 0 0,0-1 0 0,0-1 0 0,0 2 425 0,10-3-196 0,4-1-99 16,7-1-40-16,6 0 145 0,-2 0-101 0,-4 4-51 16,6 1 76-16,-3-1-64 0,1 2-22 0,-3 0-9 15,2 0-316-15,-3 0 142 0,-2 0 72 0,1 0-388 16,-2 0 237-16,-4 0 107 15,-3 0 58-15,1 0-618 0,-6 0 289 0</inkml:trace>
  <inkml:trace contextRef="#ctx0" brushRef="#br0" timeOffset="-187765.84">10215 13112 1385 0,'-4'2'0'0,"4"-2"0"0,0 0 0 0,0 0 0 0,0 0 0 0,11 0 0 0,8 0 0 0,-1-2 0 0,3-2 0 0,2 2 157 0,-1 0-66 0,2 1-29 0,-3 1-17 16,-2 0-13-16,-2 0 9 0,-4 0-8 0,-1 0 0 15,-3 0 0-15,-4-3-1 0,-3 3-91 0,2 0 54 16,-3 0 15-16,-1 0 0 0,0 0 48 0,0 0-16 16,0 0-13-16,0 0 250 0,-1 0-128 0,-3 0-58 15,2 0-31-15,0 0 109 16,0 0-69-16,1 0-27 0,-1 4-8 0,2 7-56 15,0 1 1-15,0 2 20 0,0 6-62 0,0-2 39 16,0 5-7-16,2 4 30 0,-1-4-58 0,1 4 30 16,-2-1-1-16,0-1-129 0,0 5 71 0,0-6 7 15,0 2 30-15,0-3-175 0,-2-1 92 0,1-1 16 16,1-2 35-16,0-4-257 0,0-2 138 0,0 0 68 16,0-2-459-16,3 1 255 0</inkml:trace>
  <inkml:trace contextRef="#ctx0" brushRef="#br0" timeOffset="-187582.82">10919 13462 2390 0,'-6'-16'0'0,"2"10"0"0,4 4 0 0,0 1 0 0,-2-6 0 0,0 3 0 0,2 1 429 0,0 2-202 0,0-1-97 15,0 0 15-15,0 0-56 0,0-2-28 0,0 1-295 16,0 1 130-16,0 0 68 0</inkml:trace>
  <inkml:trace contextRef="#ctx0" brushRef="#br0" timeOffset="-182838.54">12004 13412 658 0,'0'0'0'0,"-1"0"0"0,1 0 0 0,0 0 0 0,-2 0 0 0,2 0 0 0,0 0 56 0,0 0 9 0,0 0-32 16,0 0 111-16,0 0-55 0,0 0-28 0,0 6-1 15,0 3 28-15,2 2-32 0,-1-1 1 0,1-1-23 16,2 3-1-16,0 1 0 0,-1-4 8 16,-1 4 14-16,0 1 1 0,0 1-23 15,-2-2 0-15,0 2 12 0,0-1-4 0,0 2-8 16,-4-1 25-16,-1-2-25 0,-1-2-1 0,2-1 29 15,1-3-20-15,-1-2-8 0,1 1 0 0,2-2 36 16,-1-2 0-16,0-1-36 0,2-1 8 0,0 0-17 16,0 0 9-16,0 3 0 0,0 0-40 15,2-1 1-15,4 2 47 0,5-2-8 0,-4-1-39 0,2 2 37 16,2-1 1-16,-4-2-48 0,-2 1 18 16,1-1-14-16,-4 0 35 0,2 0-54 15,-2 0 24-15,-2 3-9 0,0-3 31 0,0 0-9 16,0 0 6-16,0 0-4 0,0 0 34 0,0 0 4 15,0 0-34-15,0 0-2 0,0 0 28 0,0 0-23 16,0 0-1-16,0 0-20 0,2 0-4 0,1 0 28 16,3 0-3-16,-1-3 19 0,-1 2-19 0,0-5 6 15,0 4-6-15,0-2 12 0,0 1-12 0,-3 1-3 16,3-2-24-16,0 2 28 16,1-2-2-16,0 0-2 0,2 0-11 0,2-1 13 15,0 0 0-15,3-1-17 0,1 1 17 0,-2-1 0 16,-1-1 0-16,1 5-47 0,-2 0 22 0,1-1-8 15,-3 2 27-15,0-1-87 0,-1 2 40 0,0 0 15 16,0 0-18-16,-1 0 32 0,1 8 5 0,-1-3-12 16,-1 0 51-16,-1 3-5 0,0-3-36 0,1-1 28 15,-1 0 2-15,-1 1-29 0,0-5 0 0,0 2 41 16,0-2 0-16,-2 2-21 0,1-2-12 0,-1 0-17 16,0 0 20-16,0 0 11 15,0 0-43-15,0 0 35 0,0 0-2 0,0 0-2 16,0 0 29-16,0 0-2 0,0 0-26 0,0 0 25 15,0 0-2-15,0 0-25 0,0 0 2 0,0 0 73 16,0 0-33-16,0 0-7 0,0 0 13 0,0 0-5 16,0 0-27-16,0 0 15 0,0 0-12 0,0 0-40 15,0 0 19-15,0 0 1 0,0 0-52 0,0 0 31 16,0 0 1-16,0 0 3 16,0 0-15-16,0 0 39 0,0 0-24 0,0 0-4 15,0 0 22-15,0 0-16 0,0 0-3 0,0 0 39 16,0 0-1-16,0 0-24 0,0 0 1 0,0 0 16 15,0 0-12-15,0 0-2 0,0 0 22 0,0 0 0 16,0 0-14-16,0 0-5 0,0 0 46 0,0 0-21 16,0-2 3-16,-3-3-63 0,-3-2 4 0,1-3 35 15,-3 1 1-15,0-4-88 0,1-2 39 16,0-3 21-16,-1-2-4 0,-3-5-94 0,2-3 47 16,-5-3 29-16,3-3-98 0,-2-10 58 15,0 11 7-15,-2-15-19 0,3 9 31 0,3 6-1 16,0 1 31-16,1 2 28 0,2 7-8 0,3-2-21 15,-1 3 0-15,4 1 142 0,0-1-67 0,0 0-37 16,4 1-13-16,11-5 153 0,3 3-63 0,3 1-45 16,2 3 56-16,1-1-43 0,-1 9 4 15,5-1-39-15,0 3 13 0,0 6-8 0,1 1 16 0,1 2-70 16,0 0 30-16,-2 0-5 0,0 5 16 0,-2 7-26 16,-2 3 7-16,-1 2 0 15,-7 1-5-15,5 7 0 0,-5 1 10 0,-7 5 10 16,0 0 7-16,-5 5-9 0,-2 3-5 0,-2 7 42 15,0-1 0-15,-8-1-36 0,-4 0 3 0,-6 1-14 16,2-8 17-16,-7 9-4 16,0-7 7-16,0-3-29 0,2-8 28 0,-4-2-4 0,0-3-22 0,1-4-1 15,0-4 21-15,1-4 63 16,4-4-31-16,-1-1 0 0,6-3-33 0,0 1 183 0,4-1-83 16,3-2-43-16,3-1-14 0,2 0 167 15,0 0-81-15,2 0-54 0,0 6 122 0,11 0-200 16,10-1 0-16,6 3 0 0,3-2 0 0,5 0 0 15,6-1 0-15,1-4 0 0,-1 1 0 0,-5-2 0 16,8 0 0-16,-9 0-175 0,4 0 112 0,-5 0 43 16,-4 0-5-16,-7 0-160 0,-1-2 90 0,-5 1 24 15,-8-3 29-15,-1 0-17 0,-2 1 26 0,-4-1-18 16,-1-6 121-16,-1-5-62 0,0-2-1 0,-1-3 190 16,-7-5-104-16,-2-1-44 15,-1-2-27-15,2-4-55 0,-3-2 1 0,3 0 66 16,0 0-23-16,-1 1-544 0,5-1 261 0,3 2 124 15,2 7 66-15,0 3-631 0,0 5 341 0,3 2 161 16</inkml:trace>
  <inkml:trace contextRef="#ctx0" brushRef="#br0" timeOffset="-182665.22">13063 13052 1196 0,'2'-2'0'0,"0"0"0"0,-2 0 0 0,0 2 0 0,0-1 0 0,0 1 0 0,0 0 547 16,0-2-261-16,0 2-127 0,0 0-63 0,4-3 63 16,4 3-63-16,-1 0-23 0,0 0-493 0,3 0 227 15,-2 5 113-15,-1 5 56 0,2 6-345 0</inkml:trace>
  <inkml:trace contextRef="#ctx0" brushRef="#br0" timeOffset="-182546.03">13186 13300 1524 0,'-4'5'0'0,"2"-1"0"0,0-2 0 0,-1-1 0 0,3-1 0 0,-2 0 0 0,2 0 0 0,-2 0 451 0,2 0-213 0,0 0-103 15,0 8-51-15,5 4-527 0</inkml:trace>
  <inkml:trace contextRef="#ctx0" brushRef="#br0" timeOffset="-180971.18">14522 12843 477 0,'-5'-18'0'0,"-2"2"0"0,1 7 0 0,-1 2 0 0,-1-1 0 0,2 2 0 0,1 1 321 0,-1-1-144 0,3 4-73 15,1 1-27-15,2-2 193 16,-2 3-119-16,2 0-59 0,0 0 21 0,0 17-40 16,2 6 8-16,2 5 82 0,1 1-65 0,-1 6-33 15,1 1 0-15,2 9 15 0,-4-9-16 0,-1 3-8 16,2-2-23-16,-1 1-17 0,-1-4 17 0,0 0 0 15,0-3 8-15,0-1-84 0,-2-4 37 0,1-3 1 16,-1 0-157-16,0-4 88 0,0-3 40 0,0-4-256 16,0-3 126-16,0-2 76 0,0-5 10 0,0 0-114 15,0 1 84-15,0-3 37 16,-1 0 1-16,-1-17-152 0,2-7 95 0,-2-5 38 16,2-11 33-16,-2 1-252 0,0-2 137 0,0 7 70 15,-3-4-28-15,1 1 61 0,-4 1 68 0,1 3 0 16,0-4 0-16,-4 6 0 0,1-3 0 0,-1 2 0 15,2 2 0-15,-2 1 0 0,4 8 0 0,0 0 124 16,1 0-68-16,2 4-49 0,2 2 57 0,0 2 309 16,2 1-137-16,0 3-101 0,0 3 157 0,4-1-121 15,10 1-73-15,2 4 139 0,7 1-102 16,1 1-51-16,5 0-25 0,-1 7 140 16,2 6-86-16,0 4-41 0,0 2 1 0,0 0-13 15,0 4 1-15,0-3-20 0,-4 3 1 0,0-1-9 16,-1 0 0-16,-2 1 0 0,-5 1-51 0,-3-1 33 15,-2 5-7-15,-3 1-43 0,-4-1 34 0,-5 2-1 16,-1 1 35-16,0 2-61 0,-5 3 10 0,-12 0 0 16,-3 1 9-16,0-10-13 0,-8 9 14 15,4-10 18-15,-5 3-24 0,1-5-43 0,0-5 24 16,2-2-1-16,0-4-40 0,3-4 31 16,0-1-6-16,3-3 40 0,3-1-102 0,2-2 47 15,5-2 14-15,1 0-109 0,4 0 62 0,1 0 32 16,2 0 0-16,2 0-270 0,0 0 151 0,4-2 68 15,11-2 45-15,4-3-213 0</inkml:trace>
  <inkml:trace contextRef="#ctx0" brushRef="#br0" timeOffset="-180561.95">15023 13200 1060 0,'-10'0'0'0,"4"0"0"0,4-2 0 0,1 2 0 0,-1-2 0 0,0 1 0 0,0 1 0 0,2 0 171 0,0-2-70 0,0 2-25 0,0 0 123 16,0 0-83-16,0 0-41 0,0 0-22 0,0 0 54 15,0 0-29-15,0 0-8 0,0 0-38 0,0 0 41 16,0 0 0-16,0 0-40 0,0 0 24 0,0 0-25 15,0 0 1-15,0 0-49 0,0 0 24 0,0 0 1 16,0 0 32-16,0 0-71 0,0 0 31 0,0 0 0 16,0 0 31-16,0 0-81 0,0 0 40 15,0 0 1-15,0 0 1 0,0 0-10 0,0 0 29 16,0 0-17-16,0 0 16 0,0 0-10 16,0 0 5-16,0 0-22 0,0 0 22 0,0 0 1 15,0 0 1-15,0 0-53 0,0 0 24 0,0 0 0 16,0 0 24-16,0 0-34 0,0 0 0 0,0 0 22 15,0 0 6-15,0 0 12 0,0 0-14 0,0 0-7 16,0 0 24-16,-2-3-22 0,1-4 3 0,-1 0-239 16,0 3 115-16,2 0 52 0</inkml:trace>
  <inkml:trace contextRef="#ctx0" brushRef="#br0" timeOffset="-179457.46">14651 12690 783 0,'0'-8'0'0,"0"6"0"0,0 0 0 0,0 2 0 0,0 0 0 0,0 0 170 0,-2 0-69 0,0 0-34 16,-4 2 8-16,0 11 0 0,-1 6-21 0,0 3 0 15,-5 6-21-15,-1 12 33 16,2-8 9-16,-8 13-43 0,4-6-26 0,-2 1-1 16,2-10 28-16,0 2 33 0,6-7 7 0,-3-4-40 15,7-8 0-15,1-2-6 0,2-6 6 0,1 0-1 16,1-5 9-16,0 0-106 0,7 0 48 0,14-9 24 15,3-10-9-15,0-3 0 0,2-3 24 16,-1 3-5-16,0 1-49 0,-2 1 25 0,-9 5-15 0,5 0-6 16,-4 3 32-16,-2 3-9 15,-3 3 11-15,-3 2 75 0,-2 3-36 0,-3-1 0 16,0 2-34-16,0 0 82 0,-2 2-37 0,0 10-11 16,-4 13 0-16,-10 5 101 0,-4 3-51 0,-4 7-25 15,0-1 72-15,-1 0-56 0,6-9-26 0,-2 1 0 16,7-7-54-16,-4 2-8 0,9-8 34 0,3-8-64 15,0-5 32-15,2-2 0 0,2 0 41 0,0-3-264 16,15 0 123-16,8-10 40 0,7-13-11 16,2-4 8-16,-4 2 28 0,10-7-28 0,-16 9-24 0,7-2 13 15,-8 0 24-15,-1 8 57 16,-4 1-8-16,-6 6-35 0,-4 4 3 0,-3 2 195 16,-1 3-92-16,0-1-40 0,-2 2-22 0,0 3 233 15,-9 22-117-15,-10 9-31 0,-4 1 146 0,3 1-95 16,-5 11-60-16,2-8-25 0,7-8-29 0,-1 2 3 15,4-5 0-15,3-7-71 0,3 0 31 0,3-8 1 16,0-1 39-16,4-10-268 0,0 3 135 0,0-5 54 16,8 0 33-16,13-11-393 0,7-16 194 15,0-3 52-15,4-4-54 0,-6 8 82 16,3-3 54-16,-6 0 22 0,0 6-12 0,-7 10-1 16,-7 4 37-16,-2 2 85 0,-2 3-38 0,-3 1-24 15,0 3 0-15,-2 7 107 0,-2 17-66 0,-14 4-40 16,-5 8 8-16,0-1 298 0,-3 3-150 0,5-8-41 15,-2 3-248-15,3 0 97 0,2-4 28 0,5-2 45 16,4-7-703-16</inkml:trace>
  <inkml:trace contextRef="#ctx0" brushRef="#br0" timeOffset="-177934.88">15864 13087 866 0,'0'-5'0'0,"-6"1"0"0,1 1 0 0,0 0 0 0,-2 0 0 0,0 0 0 0,1-1 0 0,1 3 0 0,-2-2 0 0,0 3 110 0,4 0-38 0,-3 0 57 15,1 0-39-15,-3 13-33 0,2 1 0 0,-1 5 3 16,-1 4 0-16,3 1-27 0,-2-1 8 0,0 9 60 15,2-4-34-15,3 0 0 0,2-1-34 0,0-2 66 16,0-6-25-16,0 3-8 0,5-2 2 0,7-6 0 16,1 2-35-16,0-5-29 15,2-1 9-15,3-6-9 0,-2 1 28 0,3-3-32 16,-2-2-1-16,0 0 34 0,-3 0 8 0,0 0-94 16,-3-4 27-16,-4 0 26 0,2-3-9 0,-6 1-47 15,1 0 21-15,-2-2 20 0,-2 6 70 0,0-5-25 16,0 3-7-16,0 1 86 0,0-1-43 0,-2 2-28 15,0 1 12-15,0-1 4 0,0 0 9 0,1 0-38 16,1 2 27-16,0-2 1 0,0 2-11 0,0 0-9 16,0 0 0-16,0 0-68 15,0 0 42-15,0 0-7 0,0 0-77 0,0 0 50 16,0 0 15-16,0 0-44 0,0 0 29 0,0 0-1 16,0 0 16-16,0 0-9 0,0 0 16 0,0 0 4 15,0 0-11-15,0 0 15 0,0 0-15 0,0 0 7 16,0 0 0-16,0 0-3 0,0 0 5 0,0 0-1 15,0 0-65-15,0 0 31 0,0 0 0 0,0 0-142 16,0 0 80-16,0 0 40 0,-3 0 12 0,-1-2-377 16,1 1 197-16,3 1 89 15</inkml:trace>
  <inkml:trace contextRef="#ctx0" brushRef="#br0" timeOffset="-176212">15432 13087 209 0,'-9'0'0'0,"2"0"0"0,-3-2 0 0,2 1 0 0,1-1 138 0,0-1-45 0,-2 1-34 15,6-4 0-15,-3 1 105 0,5 0-65 0,-3-1-25 16,4-1 131-16,0-1-86 0,0-2-43 0,0 2-22 16,0-3 133-16,0 1-69 0,0-3-47 0,4 0 0 15,3 0 84-15,0-2-61 0,3 0-30 0,1-1 32 16,0 1-36-16,1 0 1 0,1 1-29 0,0 0 76 15,0 3-38-15,-4 3 8 0,3 1-45 0,-3 2 53 16,-2-1-27-16,2 3 1 16,-2 2-30-16,0-1 11 0,-1 2-8 0,1 0-29 15,3 0 28-15,-3 0 1 0,1 0 0 0,2 2 17 16,-1 2-17-16,2 2 0 0,-1-1 0 0,1-2-12 16,-2 3 12-16,0 0 8 0,3-1-11 0,-1 2-29 15,-1 0-5-15,-3-1 33 0,4 1 3 0,-4-1 3 16,1 3-7-16,0-2 0 0,-1 3 29 0,-2-1 0 15,1-1-32-15,-2 1 9 0,0-1-4 16,0 1 0-16,-1-1 3 0,1 1-16 16,-2-1 17-16,0-1 5 0,-1 0-45 0,1 1 36 15,0 0 3-15,0-1-2 0,1 1-31 0,-1 1 170 16,-1-2-170-16,-1 5 0 0,0-2 0 0,0 3 0 16,0-1 0-16,0 1 0 0,0 1 0 0,0-1 0 15,0 0 0-15,0 2 0 0,0-2 0 0,0-2 0 16,0 5 0-16,-3-3 0 0,-2 0 0 0,1 0 0 15,1 0 0-15,-3 0 0 0,1 0 0 0,-1 3 0 16,-2-4 0-16,1 3 0 0,0-1 0 16,-2-1 0-16,-2-1 0 0,2 1 0 0,-2-2 0 15,0-2 0-15,-2-1 0 0,-1 1 0 16,1-4 0-16,1 1 0 0,-2 0 0 0,1-2 0 16,1-1 0-16,1-2 0 0,-1 4 0 0,2-3 0 15,-1-1-192-15,2 1 179 0,-3 1 2 0,3-2-26 16,0 1 1-16,0 0 17 0,2 0 6 0,0-1-1 15,1 1-6-15,0-2 0 0,0 2 3 0,1 0 41 16,1-2-40-16,1 1-2 0,1-1 45 16,0 0-17-16,0 0 0 0,2 0 85 15,0 0-49-15,-2 0-17 0,2 0 156 0,0 0-185 16,0 0 0-16,0 0 0 0,0 0 0 0,0 0 0 16,0 0 0-16,0 0 0 0,0 0 0 0,0 0 0 15,0 0 0-15,0 0 0 0,0 0 0 0,0 0 0 16,0 0 0-16,0 0 0 0,0 0 0 0,0 0 0 15,0 0 0-15,0 0 0 0,0 0 0 0,0 0 0 16,0 0 0-16,0 0 0 0,0 0 0 16,0 0 0-16,2 0 0 0,4 0 0 15,-1 0 0-15,1 0 0 0,1 0 0 0,1-1 0 16,-1-1 0-16,2 0 0 0,-1 0 0 0,0 2 0 16,1-1 0-16,-2 1 0 0,3 0 0 0,-2-2 0 15,1 2 0-15,-2-2 0 0,1 2 0 0,0-2 0 16,1 2 0-16,0-1 0 0,1-2 0 15,1 1 0-15,-2 1 0 0,5-1 0 0,-2 0 0 16,2-1 0-16,1 0 0 0,0 2 0 0,1-3 0 16,2 2 0-16,-2 0 0 0,2 0 0 15,-2 0 0-15,1 0 0 0,2 2 0 0,0 0 0 16,0-2 0-16,-1 2 0 0,3-1 0 0,4-1 0 16,-4 0 0-16,4-1 0 0,0 1 0 0,-4-1 0 15,7-1 0-15,-8 2 0 0,1-1 0 0,0 1 0 16,0 0 0-16,-5 2 0 0,0 0 0 0,-4 0 0 15,-2 0 0-15,0 0 0 0,-1 0 0 0,-4 0 0 16,1 0 0-16,-3 0 0 16,-1 0 0-16,0 0 0 0,1 0 0 0,-1 0 0 15,-2 0 0-15,0 0 0 0,0 0 0 0,0 0 0 16,0 0 0-16,0 0 0 0,0 0 0 0,0 0 0 16,0 0 0-16,0 0 0 0,0 0 0 0,0 0 0 15,0 0 0-15,0 0 0 0,0 0 0 0,0 0 0 16,0 0 0-16,0 0-202 0,0 0 92 0,0 0 48 15,-2 0 19-15,-3 0-955 0,3 0 483 0</inkml:trace>
  <inkml:trace contextRef="#ctx0" brushRef="#br0" timeOffset="-175830.03">16630 12783 1499 0,'2'-18'0'0,"2"6"0"0,-2 3 0 0,-1-1 0 0,-1 1 0 0,0 1 0 0,0 5 0 0,0-1 305 0,0 0-136 0,0 2-68 15,-1 1-34-15,-3 1 358 0,-3 0-200 0,-1 0-96 16,-3 1-34-16,-4 12-32 0,-4 4 1 0,-1 2-23 16,-3 4-189-16,-2-2 90 0,-1 5 46 0,-2-4-202 15,-2 0 123-15,0 1-117 16,-4-2 231-16,0-4-1 0,2-3-43 15,4-1 99-15,2-3-71 0,6-2-5 0,-1-1-57 0,5-1 214 0,5-2 137 16,4-3-149-16,1 1-52 0,5-2-44 0,-1 0 361 16,2 0-190-16,0 3-17 15,3 2-205-15,14-2 0 0,6 2 0 0,5-3 0 16,4 1 0-16,0 3 0 0,3-2 0 0,1 0 0 0,-1-3 0 16,2 3 0-16,-7 1 0 0,-1 0 0 0,-3-2 0 15,-5 1 0-15,2 1 0 16,-7-2 0-16,-2 1 0 0,-3 0-213 0,-4 1-400 0,0-4 282 0,-2 4 153 15,-3-4 73-15,0 3-598 16,-2-1 335-16,0 5 168 0,0-1-205 0</inkml:trace>
  <inkml:trace contextRef="#ctx0" brushRef="#br0" timeOffset="-175623.99">16354 13176 1227 0,'-12'7'0'0,"0"0"0"0,4-2 0 15,1 0 0-15,3-2 0 0,1 0 106 0,3-3 512 0,0 6-297 0,0 0-144 0,5 0-72 16,8 4-37-16,4-1 367 0,2 2-193 0,5 0-32 16,-1-1-88-16,2 1-45 0,-7-3-22 15,5 1 0-15,-2 0-302 0,-1-1 136 0,1 2 72 0,-2-3 36 16,-3 1-260-16,0-1 148 0,-4-4 82 0,4 3-704 16,-3-3 359-16,1-3 141 0,0 0 102 15,2 0-429-15</inkml:trace>
  <inkml:trace contextRef="#ctx0" brushRef="#br0" timeOffset="-175205.88">16889 12762 1988 0,'-3'-7'0'0,"3"5"0"0,0 0 0 0,0 1 0 0,0-1 0 0,0 2 0 0,5 0 0 0,7 0 334 0,6 0-155 0,1 0 94 0,7 0-120 0,-1 0 109 16,3 0-115-16,0 0-49 0,0 0-36 15,0 0-1-15,0 0-28 0,-3 0-43 0,-4 0 22 16,1 2 8-16,-5-1 12 0,-6 1-66 0,-1 0 34 16,-3 2-1-16,-1-2-12 0,-5 2 32 15,1 0-10-15,-2 4 24 0,0 5 53 0,-2 5-34 16,-9 3-26-16,-2 4 248 0,-5 10-274 0,-5 2 0 16,0 2 0-16,-2 5 0 0,2 1 0 0,-2 1 0 15,0-2 0-15,3-1 0 0,0-6 0 0,1-4 0 16,2-1-188-16,4-10 119 0,0 0 40 0,2-4-2 15,3-8 56-15,1 0-53 0,4-4 19 0,1-4 105 16,2-1-52-16,2-1-23 16,0 0-37-16,0 0 200 0,0 0-184 0,0 0 0 15,0 0 0-15,13 2 0 0,4 0 0 0,8 0 0 16,-1 0 0-16,0-2 0 0,8 0 0 0,-4 0 0 16,0 0 0-16,-1 0 0 0,-5 0 0 0,1 0 0 15,-3 1 0-15,-2-1 0 0,-4 2 0 0,-2-2-444 16,-5 0 212-16,-1 0 88 0,-3 0 43 0,-1 0-594 15,0 0 331-15,-2 0 165 16,0-11-381-16,0-9 265 0</inkml:trace>
  <inkml:trace contextRef="#ctx0" brushRef="#br0" timeOffset="-175045.36">16946 13033 1030 0,'-22'-3'0'0,"6"2"0"0,4 1 0 0,2 0 0 0,4 0 0 0,1 0 0 0,3 0 574 0,2 0-270 16,2 1-136-16,17 9 315 0,4 2-229 0,6-3-111 15,-2 2-55-15,5 1 99 16,0-1-69-16,0 0-176 0,0 1 46 0,0-2 22 16,0 3 0-16,-2 0 23 0,-2-1 8 0,0 1-679 15,-1 1 336-15,1-5 167 0,2 1-779 0</inkml:trace>
  <inkml:trace contextRef="#ctx0" brushRef="#br0" timeOffset="-174738.17">17857 12765 902 0,'-6'-8'0'0,"1"6"0"0,4 0 0 0,-5 0 0 0,-3 2 274 0,2 0-120 0,-7 0-61 16,1 2 313-16,-6 13-191 0,-1 0-91 0,-3 4-57 16,-1 2 1-16,-1 1-35 0,-1 0 8 0,0 0-123 15,-2-2 57-15,2-3 29 0,-1-2 0 0,4-2 68 16,5-5-31-16,-1-1-8 0,3-1 83 15,6-2-41-15,0-3-21 16,3 1-1-16,3-1 282 0,2-1-155 0,2 0-74 0,0 0 211 16,0 0-143-16,0 3 87 0,2 2-261 0,8 1 0 15,4 1 0-15,4 1 0 0,2 0 0 0,4 1 0 16,-5-1 0-16,8 1 0 0,-4-1 0 0,-3-4 0 16,2 4 0-16,-1 1 0 0,-1-5-418 0,1 4 179 15,-4-2 121-15,-2 1-15 0,0 1-657 0,-1-1 378 16,-7 1 182-16</inkml:trace>
  <inkml:trace contextRef="#ctx0" brushRef="#br0" timeOffset="-174542.68">17492 13258 1580 0,'-7'0'0'0,"3"0"0"0,2 0 0 0,2 0 0 0,0 0 0 0,0 0 0 0,8 0 0 0,4 0 114 0,6 0-40 0,0 0 385 15,1 4-212-15,2 2-100 0,1 1-61 0,-1 1 139 16,0 1-96-16,-1 0-49 16,-3 2-23-16,2 3-257 0,-1-1 112 0,0 0 60 15,-2 0 31-15,2-1-657 0,0-1 343 0,1-2-618 16</inkml:trace>
  <inkml:trace contextRef="#ctx0" brushRef="#br0" timeOffset="-173940.27">18299 12948 1172 0,'-9'-22'0'0,"2"3"0"0,1 1 0 0,-3-4 0 0,-1 2 0 0,1 2 262 15,-3 0-212-15,0 1-17 0,0 5 0 0,-1 2 30 16,-2 3 1-16,-2 3-31 0,-2 2 31 0,-5 2-7 0,0 6-24 15,1 8-1-15,-2 4 1 0,3 3 71 16,5-1-27-16,-4 8 81 16,8-4-63-16,2 0-31 0,5 1 0 0,3-4-31 0,1 1 151 15,2 0-79-15,0-1-37 0,3 4 1 0,11-4 38 0,1-2-37 0,0-3 9 16,9 5-47-16,-1-4 29 0,1 0 0 16,3 0-28-16,-1 0-14 0,-4-3 22 0,4 7-9 15,-3-1 1-15,-2-2-68 0,-3 3 34 0,-2-3 8 0,0 5-94 16,-6-5 57-16,1 3 29 15,-4-1-109-15,-3 1 60 0,-2-1 22 16,-2 0-1-16,0-1-14 0,-4-3 0 0,-8-1 13 0,-8 0-18 16,2-1-15-16,-8-2 45 0,-3-2-3 15,-1 0 0-15,-3-5-5 0,1-3 3 0,-2-2 46 16,2 0-19-16,4 0 1 16,5-2 221-16,2-5-216 0,7-2 1 0,5-1-18 0,0-4 51 0,7 0-18 15,2-3 1-15,4-3-8 0,15-4-32 16,6 0 13-16,7-3 12 0,1 0-102 0,3 1 51 15,0-3 27-15,-1 3 0 16,-3 2-90-16,6-7 52 0,-12 8 21 0,0-4 0 0,-3-1 9 0,-4-1 9 16,-8 5-18-1,0-5 228-15,-5 0-194 0,-4 3-20 0,-2-5 62 16,0 2-29-16,-8 0 1 0,-3 3-29 0,-6-1 121 0,-1 6-53 16,-3 5-17-16,-4 2 109 0,3 6-120 0,-6 1-7 0,1 4 18 15,5 3-143-15,1 0 121 0,2 0 13 0,6 4 11 0,2 4-505 16,2 3 456-16,5 0 24 0,2 2-201 15,2 2 93-15,0 1 32 0,0 0 27 0,6 3-476 16,5 4 237 0,2-1 119-16,4 2 59 0,0 5-571 0,-1 1 319 0</inkml:trace>
  <inkml:trace contextRef="#ctx0" brushRef="#br0" timeOffset="-173777.7">18899 13566 2976 0,'0'6'0'0,"0"7"0"0,0-2 0 0,0-1 0 0,-8-1 0 0,-1 0 0 0,0-1 0 0,0 0 194 0,-1-1-493 16,0-2 166-16,0 3 82 0,-2 3 43 16</inkml:trace>
  <inkml:trace contextRef="#ctx0" brushRef="#br0" timeOffset="-172126.07">20473 12797 688 0,'-7'-8'0'0,"0"2"0"0,4 5 0 0,-1-2 0 0,0 3 0 0,1 0 115 0,1 0-42 0,-4 6 9 0,2 9 193 15,0 10-121-15,1 0-60 16,-3 5-31-16,2 4 218 0,3 6-115 0,-3 7-72 0,0 0-30 0,1 0 160 15,-2 2-96-15,0 0-48 16,3 1 52-16,-2 1-54 0,1-4-22 0,1 0-47 16,2-9 0-16,-2-2 32 0,2 2-8 0,0-9-196 15,0-8 98-15,0-1 49 0,0-8 25 0,0-5-332 16,0-3 124-16,0-2 101 0,0-1-15 0,0-1-270 16,2-5 175-16,1-18-153 0,3-5 167 0,1-12 81 15,-2-3 41-15,-2-4-218 0</inkml:trace>
  <inkml:trace contextRef="#ctx0" brushRef="#br0" timeOffset="-171866.07">20324 12839 954 0,'-12'-21'0'0,"2"7"0"0,4 4 0 0,1 1 0 0,1 1 0 0,4-1 0 0,0 0 152 0,2 1-52 16,18-1-38-16,6 2 98 0,4 2-63 0,6 3-33 16,8 2 1-16,-7 0 160 0,12 14-100 0,-8 5-47 15,-2 3-22-15,2 3 68 0,-6 2-46 0,-7 2-14 16,4 11 6-16,-8-5 0 15,-7 3-37-15,-4 1 29 0,-5 2-29 0,-6-5 7 16,-2 9-7-16,0-4-10 0,-7-1 10 0,-9-2 0 16,-1-6 0-16,-5 1-24 0,-4-3-8 0,-1-3 32 15,-5-5 0-15,2-1-1 0,-3-6 1 0,-1-2-126 16,2-6 43-16,2-2 35 0,7-2-2 0,0 0-676 16,5-3 328-16,4 0 158 0,2 0 91 0,4-3-240 15,5-1 161-15,3-4 82 0,0-2 39 0,7-4-123 16</inkml:trace>
  <inkml:trace contextRef="#ctx0" brushRef="#br0" timeOffset="-171493.91">20875 13198 1896 0,'14'0'0'0,"9"0"0"0,-12 0 0 0,1 0 0 0,-3 0 0 0,-3 0 0 0,2 0 0 15,3 2 0-15,0 0 0 0,4 2 262 0,0-2-115 0,2 2-57 0,1-2 167 0,1 2-104 0,2-1-64 16,-1 0-28-16,0 3-38 0,-1-1 10 0,-3 1 0 15,1 3 8-15,-4-2-91 16,-2 1 41-16,-3 2 21 0,-2-2-40 0,-3 5 30 16,-3 0 8-16,0 8-10 0,-5 1 33 0,-18 6-44 15,-1 4 34-15,-5 0 19 0,4-1-23 0,-10 6-26 16,5-2 18-16,0-5 14 0,5-5-12 0,-2-1 9 16,6-5-3-16,0-2 25 0,3-2 0 0,2-6-12 15,7 0 29-15,0-4-13 0,4-2 6 0,2-1 95 16,1-2-58-16,0 0-29 15,2 0 0-15,0 0 8 0,0 4 97 0,9-2-167 16,3 2 0-16,8-3 0 0,3 1 0 0,2-2 0 16,-1 0 0-16,8 0 0 0,-2 0 0 0,-1-2 0 15,1-3 0-15,-4 1 0 0,-4 0 0 0,3 2-322 16,-6 1 209-16,-3-1 36 0,-6 0 39 0,-1 1-648 16,-1 1 318-16,-5 0 172 0,-1 0 82 0,1 0-528 15,-3-5 306-15,0-6 151 16</inkml:trace>
  <inkml:trace contextRef="#ctx0" brushRef="#br0" timeOffset="-171333.34">20981 13420 1740 0,'-14'0'0'0,"2"2"0"0,3 2 0 0,4-3 0 0,1 1 0 0,2-2 0 0,0 0 0 0,2 1 313 16,0 4-131-16,11 0 47 0,6 1-99 0,5-1-48 15,3 2-25-15,3 0 205 0,2-1-107 0,6-2-65 16,6-1-28-16,-10-3-429 0,5 0 200 0,-1 0 109 15,-3 0 40-15,-3 0-693 16,-3 0 372-16</inkml:trace>
  <inkml:trace contextRef="#ctx0" brushRef="#br0" timeOffset="-171167.67">21592 13103 1756 0,'0'-10'0'0,"0"4"0"0,0 4 0 0,0 1 0 0,0-1 0 0,0-1 0 0,0 2 0 0,0 0 208 0,2-1-88 16,5-1-44-16,5 0 232 0,1-4-138 0,1 6-61 16,-2-3-42-16,4 2-397 0,-3 2 180 0,-1 0-698 15,-2 7 419-15,-4 9 209 0</inkml:trace>
  <inkml:trace contextRef="#ctx0" brushRef="#br0" timeOffset="-171045.99">21631 13333 779 0,'-9'12'0'0,"0"4"0"0,5-6 0 0,-2-1 0 0,2-1 545 15,1-3-257-15,1-1-119 0,2-1-72 0,0-2 376 16,0-1-219-16,0 0-112 0,0 1-54 16,0-1 27-16,0 0-46 0,0 0 0 0,0 0-309 15,0 0 136-15,0 0 68 0,0 8 43 0</inkml:trace>
  <inkml:trace contextRef="#ctx0" brushRef="#br0" timeOffset="-145997.06">22748 13268 1000 0,'-9'0'0'0,"4"-3"0"0,1 0 0 0,-1-1 0 0,1 0 0 0,1 0 0 0,-1-1 0 0,-1 0 0 0,5-1 69 0,-1-1 0 0,1 1-36 0,0 0 66 16,0-1-34-16,0-1 10 0,0 1-43 0,1-3 42 15,6 3-21-15,0-3 1 0,4-1 13 0,1 2-26 16,-1 1-9-16,3-2 1 0,2 5 26 0,0 0-1 16,2 1-25-16,1 2-10 0,1 0 10 0,1 2 0 15,0 0 0-15,-1 0-2 0,1 8 2 0,-2 1 8 16,-1 4-9-16,-2 1-41 0,-4 1 21 16,-1 6-1-16,-1-2 1 0,-4 4 24 15,-3 3-16-15,-1-4 6 0,0 3-3 0,-2 0 2 16,0-3-3-16,0-1 5 0,-5 3-3 0,-5-3 1 15,-3 4 0-15,0-6-22 0,-2 1 23 0,0-5 4 16,-6 0 1-16,5-2-66 0,-5-2 27 0,0-3 0 16,1-2-94-16,-1-3 55 0,-6-1 21 0,4-2 1 15,3 0-116-15,-2 0 68 0,1 0 17 0,2 0-64 16,0 0 40-16,8-2 28 0,-1 0-1 16,7 1-127-16,0 1 65 0,3-3 46 15,2 3-1-15,2-1-83 0,17-4 60 0,4-2 30 16</inkml:trace>
  <inkml:trace contextRef="#ctx0" brushRef="#br0" timeOffset="-145705.51">23235 13212 901 0,'0'-14'0'0,"0"5"0"0,0-2 0 0,-2-1 0 0,1 1 0 0,-3 2 0 0,-2-3 0 0,1 3 0 0,0 2 76 15,-2 1-21-15,0 4 0 0,-4 0 49 0,-3 2-39 16,-2 6-1-16,-1 10-47 0,-2 5 15 0,0 4 1 16,3 1 8-16,0 1 83 0,5 2-46 0,1-1-23 15,5 0 1-15,3 1 84 0,2-7-46 0,0 6-34 16,2-3 37-16,8 0-32 0,4-3 0 0,2-2-32 16,0-3-2-16,5 4 2 15,-1-3-1-15,0-2-87 0,2-1 44 0,-2-2 22 16,-1-3 8-16,4-3-261 0,-3-1 134 0,3-6 41 15,0 0 43-15,0 0-437 0,-5-6 211 0,6-9 99 16,-4-2 60-16,-2-3-282 0</inkml:trace>
  <inkml:trace contextRef="#ctx0" brushRef="#br0" timeOffset="-145359.96">23479 12821 1133 0,'-5'-15'0'0,"3"11"0"0,0 2 0 0,2-1 0 0,0 2 0 0,0-1 0 0,4 1 0 0,10-2 0 0,0 2 256 16,5 1-116-16,1 0-54 0,0 0-38 0,2 5-15 15,-3 5 0-15,0 1 8 0,-5 3-124 0,0 0 57 16,-7 1 30-16,-1 0-64 0,-4 4 46 0,-2 1 31 16,0 2-7-16,-10-1-139 15,-4 1 74-15,-3-6-4 0,-1-2 33 0,-2-1-47 16,-1-5 33-16,3-1-13 0,-1-5 0 0,0-1 163 15,2-1-63-15,5 0-35 0,2 0 285 0,0 0-137 16,5-1-76-16,-1-1-15 0,6 0 131 0,-2-1-63 16,2 2-56-16,0 1 138 0,0-1-93 0,12-3-46 15,4 0-24-15,5 1-63 0,5 2 16 0,-1-1 0 16,-1 2 24-16,2 0-88 0,-5 0 44 0,2 0 30 16,-1 0-293-16,-3 2 146 15,2 4 79-15,-5 0-5 0,2 1-227 0,-2 1 82 16,-2 1 44-16,-3 1-336 0,1 3 229 0</inkml:trace>
  <inkml:trace contextRef="#ctx0" brushRef="#br0" timeOffset="-145168.47">23672 13260 1089 0,'-7'5'0'0,"4"2"0"0,3-1 0 0,-2-5 0 0,2 0 0 0,0 2 0 0,0-1 0 0,7-2 0 0,11 1 396 0,4 3-182 0,3-4-90 0,0 2 64 15,2-2-70-15,5 2-46 0,-2 0-1 0,-2 0-72 16,-1 0 1-16,-1 1 33 0,-5-1 8 0,3 0-308 16,-3 0 151-16,-2 0 74 0,-8-1-443 0,0 1 250 15,-1-2 66-15,-5 2 82 0</inkml:trace>
  <inkml:trace contextRef="#ctx0" brushRef="#br0" timeOffset="-144955.52">23870 13077 503 0,'-5'0'0'0,"3"0"0"0,0 0 0 0,2 0 0 0,-1 0 286 0,1 0-127 0,0 2-63 15,0 9-24-15,0 3 128 16,0 5-84-16,0 6-41 0,0 1 192 0,0 2-117 0,0 4-50 0,0 3-38 16,-4 1 41-16,2 0-35 15,-1-2-1-15,1 1-177 0,2-1 80 0,0-2 27 16,0-2 0-16,0-2-294 0,0-5 165 0,0-1 83 15,2-1 37-15,5-6-214 0,-4-6 56 0,3-1 79 16,1-5-321-16,-1-3 189 0</inkml:trace>
  <inkml:trace contextRef="#ctx0" brushRef="#br0" timeOffset="-144749.56">24126 13090 1192 0,'-2'-8'0'0,"2"5"0"0,0 2 0 0,0 1 0 0,0 0 0 0,0 0 0 0,2 0 227 0,8 6-88 0,4 7-58 0,0 2 207 16,-1 0-127-16,4 4-65 0,-2 1-31 0,-3-1 8 15,4 4-7-15,-3-1-34 0,-3-2-124 0,-1-2 62 16,0 0 32-16,-1 1-329 0,-1-2 176 16,-1-2 91-16,-3-5 47 0,3 1-534 15,-3-4 263-15,2-3 94 0,-1-4 82 0</inkml:trace>
  <inkml:trace contextRef="#ctx0" brushRef="#br0" timeOffset="-144524.75">24435 13016 695 0,'5'-12'0'0,"-3"9"0"0,0-1 0 0,0 3 0 0,-2 1 0 0,0 0 176 16,0 7-76-16,0 7-34 0,0 12 158 0,0 0-95 15,-6 5-48-15,-4 5 235 0,-3 10-145 0,1-1-69 16,0 1-35-16,-1 1 87 0,-4 4-60 0,0 1-23 15,-6 9-8-15,2-5-60 0,-3 4 0 0,-3 0 29 16,2-1-175-16,2-7 95 0,0-1 37 0,5-4 22 16,3-11-120-16,2 3 70 0,1-8 37 15,5-9-448-15,1-4 220 0,3-8 56 16,1-3 70-16,2-5-264 0,0-2 168 0,0-2 75 16,2-22 50-16</inkml:trace>
  <inkml:trace contextRef="#ctx0" brushRef="#br0" timeOffset="-144116.91">24558 12811 11 0,'11'-34'0'0,"2"8"0"0,5 9 0 0,0 2 0 0,-1 2 0 0,-2 1 532 15,0 5-242-15,-2 4-132 0,-1 1-63 0,1 0 131 16,4 2-97-16,-3 0-48 0,0 2 0 0,1 7-8 15,-3 3-40-15,0 0-1 0,-3 3-62 0,-1 3 32 16,-3-1 7-16,-2 0 24 0,-1 1-34 16,-2 3 1-16,0-3 33 0,-9 1-82 0,-3 0 34 0,-3-2 18 15,-2-2-25-15,-1 0-24 0,2-5 11 0,-1 3 0 16,2-6 131-16,0 1-45 0,3-5-25 16,4 1 0-16,-1-2 205 0,6 0-104 15,-1-2-34-15,4 0 54 0,-2 0-57 0,2 0-29 16,0 0 1-16,0 2 23 0,2 2-18 0,12 0-8 15,-1 1-26-15,4 0 39 0,-2 2-39 0,5-4 0 16,0 3 8-16,1-1-70 16,-1 1 30-16,0-2 1 0,-3 0-74 0,-3-2 52 0,-3 1 24 0,-1-1-134 15,-2 0 61-15,-5-2 40 0,0 0 3 0,-2 1-32 16,2-1 15-16,-3 0 1 16,0 0 3-16,0 0 57 0,0 0-27 0,0 0-9 15,-3 0-266-15,-1 0 132 0,3-1 54 0,-3 1 34 16,-2 0-681-16</inkml:trace>
  <inkml:trace contextRef="#ctx0" brushRef="#br0" timeOffset="-142876.48">25591 13050 882 0,'0'-5'0'0,"0"3"0"0,0 2 0 0,0 0 0 0,0 0 0 0,-5 0 0 0,-3 7 0 0,0 0 0 0,-3 7 0 0,-3 0 120 0,-4 4-43 0,1-3-15 16,-6 5 61-16,1-1-45 0,-5 0-23 0,0 0 25 15,-3 0-24-15,-1-3 9 0,3 1-33 16,0-2 34-16,0 1-33 0,4-5 0 16,3-2 0-16,-2 0 30 0,4 0-8 0,3-1-23 15,7-2 1-15,-2-3 106 0,6-2-53 0,1 2-19 16,3-1 79-16,1-2-56 0,0 2-29 0,0 2 3 15,0-1-70-15,9 4 47 0,4 2-8 0,4-2 112 16,2 1-57-16,2-1-27 0,4 0 0 0,-5 0 3 16,10-2-8-16,-6 0-23 0,1 1-36 15,1 0 0-15,-2-2 36 0,-3 0 8 0,2 3-253 16,-2 0 123-16,-1 0 45 0,-4 0-513 16,1 4 255-16,-3-2 137 0,-3 3 40 0,-4-2-391 15,-1 2 242-15,-3 2 120 0</inkml:trace>
  <inkml:trace contextRef="#ctx0" brushRef="#br0" timeOffset="-142701.39">25234 13623 1108 0,'-26'0'0'0,"9"1"0"0,5 4 0 0,1-4 0 0,4 1 0 0,3 0 0 15,2-2 0-15,2 3 0 0,0 3 402 0,2 3-185 0,9 3-92 0,10 1 208 0,-2-1-142 0,7 2-83 16,2 1-38-16,0 0-73 0,4 0 36 0,2-2-1 15,-1 1 9-15,2-1-402 0,-1-3 196 0,2 5 99 16,-5-6-226-16,1-2 154 0,0 0 92 0</inkml:trace>
  <inkml:trace contextRef="#ctx0" brushRef="#br0" timeOffset="-142262.06">25876 13515 638 0,'-11'-20'0'0,"6"7"0"0,-2 6 0 0,2-6 0 0,0 1 0 0,0-1 365 16,4-2-166-16,-1 0-83 0,2-1 70 0,0 2-77 15,2-5-30-15,4 2-8 0,9 0 84 0,0 0-62 16,6 0-30-16,-2 2 34 16,3 4-24-16,6-1-8 0,0 3-32 0,0 1 26 15,1 5-26-15,-1 1 0 0,-4 2 8 0,4 0-38 16,-5 2 1-16,-1 11 29 0,-5 2-1 0,0 4-85 15,-6 2 50-15,1 5 12 0,-5 2-62 0,-5 2 24 16,-2 2 25-16,0 2-106 0,-5 3 60 0,-15 5 12 16,1-5 1-16,-4 1-1 0,-3-2 1 0,-1-5 7 15,2-7 16-15,-5-3 23 16,2-2 1-16,-1-6-27 0,1-3 106 0,3-4-47 16,2-5-26-16,0 2 103 0,5-3-58 0,1 0-18 15,2 0 0-15,3 0 253 0,4-3-126 0,3 2-65 16,2-2-36-16,1 3 189 0,2-1-113 0,0 1-48 15,0 0-36-15,2 0 6 0,11 0-1 0,9 0-33 16,5 0-91-16,1 0 54 0,1 0 14 0,6 0 0 16,0 0-225-16,-1 0 124 0,2 0 62 0,-3 0-228 15,-1 0 89-15,0 0 83 16,0 0-27-16,-4 0-451 0,1-2 265 0,-4 0 125 16,4-6-419-16,-2-3 279 0,-3-7 141 0,0-11 69 15</inkml:trace>
  <inkml:trace contextRef="#ctx0" brushRef="#br0" timeOffset="-141819.02">26595 13140 832 0,'0'-10'0'0,"0"8"0"0,7 1 0 0,2-1 0 0,1 0 222 16,4 0-99-16,1 0-46 0,4 2-21 0,4 0 306 15,1 0-165-15,-2 0-74 0,7 0-49 0,-8 0 114 16,2 6-77-16,0-3-39 0,0 2-17 0,-4-2 8 15,1 1-30-15,-3-3 0 0,-1-1-23 0,0 3 0 16,-7-3 23-16,1 0-40 0,-2 0 16 0,-7 0 0 16,3 0 24-16,-3 0 0 0,-1 0-1 15,0 0 9-15,0 2-42 0,0 3 27 16,-1 6-17-16,-14 6 13 0,-4 4 131 0,-3 3-56 16,-7 10-34-16,-1 2 26 0,-2 3-28 0,-1 5 0 15,-2-1-28-15,2 5-24 0,-2-4-8 0,1 3 32 16,0-6 0-16,3-1-31 0,8-10-1 0,-2 0 40 15,6-8-34-15,4-5-1 0,0-4-1 0,6-5 28 16,0 0-21-16,3-7 22 0,4 1-44 16,1-2 175-16,1 0-70 0,0 0 96 0,0 0-191 15,0 0 0-15,0 0 0 0,0 0 0 0,7 0 0 16,11 0 0-16,2 0 0 0,9 0 0 16,-2 0 0-16,-1 0 0 0,2 0 0 0,0 0 0 15,-7 2-225-15,7 0 126 0,-7-2 32 0,1 4 36 16,-3-3-451-16,-2 1 224 0,-4 0 105 0,-2 0-354 15,-1-2 237-15,-5 0 118 0,1 0 60 16,-3 0-344-16,-1-2 193 0,-2-11 109 0,0-7 51 0,-14-7-176 16</inkml:trace>
  <inkml:trace contextRef="#ctx0" brushRef="#br0" timeOffset="-141662.44">26510 13377 1525 0,'-8'-8'0'0,"4"7"0"0,4 1 0 0,0 0 0 0,5 0 0 0,18 0 0 16,7 0 0-16,12 0 246 0,1 1-107 0,6 7-45 0,3-1 314 0,-1 2-188 0,0 5-93 16,-3 1-48-16,-2 1-158 0,-11 1 64 0,10 6 20 15,-9-1-288-15,-2-1 159 16,0 4 77-16,-4-10 41 0</inkml:trace>
  <inkml:trace contextRef="#ctx0" brushRef="#br0" timeOffset="-137952.55">11737 14363 1017 0,'-10'0'0'0,"-1"0"0"0,6 0 0 0,1 0 0 0,-1 0 0 0,-1 0 0 0,3 0 0 0,-4 0 0 0,4-3 0 0,-1 0 154 0,2 1-65 0,2-2-28 0,0 3 177 15,0-1-103-15,0-1-51 0,0 0-18 0,4 0 101 16,8-4-67-16,2 1-34 16,6-1 87-16,4-1-61 0,-4 2-21 0,7 2-8 15,-1 0 118-15,-3 0-74 0,5 2-37 0,-10 1-15 16,5 1 8-16,-2 0-31 0,-3 0 1 0,0 0-112 16,-2 0 56-16,-1 0 28 0,-4 3 7 0,-2 1-177 15,0-3 99-15,-2 2 28 0,-5-2-221 0,1 1 106 16,-1-2 69-16,-2 0-100 0,0 0 77 0,0 0 34 15,0 0 1-15,0 0 18 0,-2 0 13 0,-7 0 8 16,2-2 0-16,-3 1-34 16,3-3-1-16,-2 2 35 0,0 0-8 0,4 0 104 15,-1 1-47-15,1 1-25 0,1 0 229 0,3 0-110 16,-3 0-71-16,2 0-2 0,-1 0 105 0,1 7-43 16,-1 4-45-16,1 2 157 0,2 2-81 0,-2 2-53 15,2 0-22-15,0 4 79 0,0 3-50 0,0 1-26 16,0-2 8-16,0 5 27 0,0 3-30 0,0-1-1 15,0 4-54-15,2 0 33 0,0 0-8 16,0 2-69-16,-1-1 35 0,4-2 0 0,-1 2 33 16,-1-2-49-16,1-3 21 0,-2 1 0 15,0-3 29-15,-2 0-189 0,0-3 86 0,0-6 21 16,0 1-1-16,-4-3-52 0,-3-4 30 0,-3-2 28 16,1-1 49-16,1-5-17 0,-5 3-19 0,2-3 154 15,2 0-69-15,0-3-33 0,0 1 0 0,2 0 78 16,2-1-38-16,-1 0-31 0,4-2 10 0,-1 0 220 15,3 0-98-15,0 0-57 16,0 0-40-16,0 0 225 0,0 0-290 0,0 0 0 16,0 2 0-16,11-2 0 0,1 2 0 0,6-2 0 15,-2 0 0-15,3 0 0 0,-1 0 0 0,3 0 0 16,0 2 0-16,-3-2 0 0,3 0 0 0,-1 0 0 16,-2 2 0-16,-1-2 0 0,-2 1 0 0,0-1 0 15,-4 2 0-15,1-2 0 0,-3 3-288 0,-2-3 136 16,1 0 60-16,-2 0-456 0,0 0 257 0,-3 0 129 15,1 0 65-15,1 0-244 0,-1 0 158 0,1-3 76 16,2-8 36-16,0-1-474 0</inkml:trace>
  <inkml:trace contextRef="#ctx0" brushRef="#br0" timeOffset="-137716.18">12373 14518 866 0,'-4'0'0'0,"-1"0"0"0,4 0 0 0,-1 0 0 0,0 0 642 0,2 0-309 0,-2 0-150 15,2 0-75-15,0-2 230 0,0 1-144 0,6-1-85 16,9-4-38-16,4 0 186 0,-1 2-112 0,3-2-56 16,-1 4 48-16,1-3-56 0,-1 4-24 0,0-1 0 15,-3 0-265-15,-3 2 121 0,0-2 68 0,-3 2-518 16,-1 0 285-16,-4 0 143 15,-1 0-2-15,-1 0-639 0,-2 0 350 0,-1 4 188 0</inkml:trace>
  <inkml:trace contextRef="#ctx0" brushRef="#br0" timeOffset="-137527.68">12449 14851 1807 0,'0'0'0'0,"0"0"0"0,0 0 0 0,0 0 0 0,6 0 0 0,6 0 0 0,0 0 0 0,4 0 629 16,0-3-290-16,1 2-157 0,2-1 42 0,0 2-95 15,2 0-49-15,1 0-23 0,-1 0-182 0,0 2 75 16,-1 3 42-16,-1 1-780 0,2 0 411 0</inkml:trace>
  <inkml:trace contextRef="#ctx0" brushRef="#br0" timeOffset="-135552.91">13437 14244 675 0,'0'0'0'0,"0"0"0"0,0 0 0 0,0 0 0 0,0 0 0 0,0 0 0 0,0 0 0 0,0 0 95 0,0-1-32 0,0-2 1 16,0 2 163-16,0-8-97 0,2 5-41 0,-2-7 102 15,0-2-80-15,0 1-38 0,0-5-1 0,0 0 9 16,0-2-16-16,0 0-8 0,-4-1-25 0,-1-1-22 16,-4 2 23-16,-1 1 0 0,-1 0-14 0,-2 4-8 15,-3 1 22-15,0 1 0 0,-1 4-11 0,-2 3 10 16,-1 3 9-16,-1 0-7 0,0 2-1 15,2 0 0-15,0 11-10 0,3 5 63 0,0 0-32 0,5 5 0 16,2-1-21-16,3 9 33 16,4-3-34-16,2 6 9 0,0 0-45 0,2 7 37 15,10 1 0-15,1 3-40 0,2 0 0 0,1 4 48 16,2 0-8-16,0 2-56 0,-1-1 23 0,0 4 0 16,-2-3 16-16,-4 1-52 0,-1 1 24 0,-4-1 0 15,-3 1 13-15,-3-3-30 0,0-8 10 0,0-4-12 16,-3-1-6-16,-11-4 0 0,-1-5 29 0,-2-5 8 15,2-8-136-15,-4-2 53 0,3-5 36 16,-3-6-258-16,1 0 136 0,4 0 69 16,-1-17 33-16,5-7-322 0,7-6 183 0,3-12 86 15,0 3 44-15</inkml:trace>
  <inkml:trace contextRef="#ctx0" brushRef="#br0" timeOffset="-135193.96">13777 14301 879 0,'0'-19'0'0,"0"2"0"0,0-4 0 0,0-5 0 0,-7 2 0 0,-4-5 0 0,1 5 0 0,-1-1 126 0,0 0-46 0,-1 4-24 0,1-1 64 16,-2 4-48-16,0 3-1 0,2 4-38 0,-3 4 96 16,1 3-49-16,0 2-15 0,0 2-8 0,0 0 22 15,-2 6-24-15,-2 11 86 0,2 1-55 0,4 4-18 16,-3 7-8-16,5 1 76 0,4 2-51 0,1 5-27 15,4 7 1-15,0-9 68 0,0 12-51 16,7-4-22-16,4 4 0 0,5 0 49 16,-4-2-36-16,2-3 9 0,1 8-41 0,-2-5-2 15,-2-2 0-15,0-2-1 0,-3-4-13 0,-2 1-8 16,-1-1 21-16,-1-4-59 0,-2-2 30 0,-2-3 0 16,0-6 38-16,0 0-191 0,-4-2 86 0,-5-6 25 15,-3 0 27-15,-1-5-311 0,-4-1 153 0,-3-3 53 16,-5-3-263-16,3 0 173 0,-3-2 88 15,1 0 43-15,5-2-155 0,0-8 104 16,4 0 47-16,4-1-267 0,7-5 157 0,4 0 79 16,0-6 31-16</inkml:trace>
  <inkml:trace contextRef="#ctx0" brushRef="#br0" timeOffset="-134922.18">14046 14257 986 0,'14'-31'0'0,"-5"0"0"0,-4 0 0 0,-3-1 0 0,-2-2 0 0,0 7 0 0,0 6 0 0,-9 1 154 0,-1 5-61 0,1 4 168 16,-4 2-105-16,-1 5-66 0,0 4-29 0,-4 0 44 15,-2 10-36-15,-1 15-1 0,-1 6-27 0,-3 8 17 16,7 2 0-16,0 2-26 0,6 3 1 0,3 1 65 16,2-6-24-16,3 11-9 0,3-4 54 0,1-4-43 15,0 1-22-15,0-2 1 0,0-3 30 0,3 8-30 16,3-1 0-16,2-3-32 0,-1-1 9 0,1 3 1 15,-1-9 8-15,1 1-127 0,-2 3 59 16,-1-6 31-16,0 0-1 0,-1-8-310 16,-2-4 141-16,-2-7 86 0,0-1-504 0,0-3 275 15,0-1 139-15,-9-4-371 0,-2 3 246 0</inkml:trace>
  <inkml:trace contextRef="#ctx0" brushRef="#br0" timeOffset="-134176.21">13345 15239 1129 0,'-2'-3'0'0,"0"0"0"0,-1 2 0 0,1 0 0 0,0 1 0 0,-2 0 0 0,3 0 0 0,-3 5 179 0,4 8-73 0,0 7-28 16,0 5 23-16,0 0-34 0,0 3 0 0,0-3-83 15,0 4 25-15,0-6 8 0,0 0 16 0,-4 2-41 16,-4-8 1-16,1 1 40 0,-2-6-1 0,-3 2 9 15,1-7-8-15,-2 1 0 16,1-2-1-16,1-3 73 0,2-2-50 0,-1 2 7 16,3-3 117-16,2 0-73 0,1 0-37 0,2 0 112 15,2 0-73-15,0 0-30 0,0 0-8 0,0 0-71 16,0 0 0-16,2 2 34 0,11-1-1 0,4 1-56 16,3 2 25-16,5-2-1 0,1-2-2 0,4 2 0 15,0-2 35-15,2 0-66 0,-2 0 16 0,-2 0 23 16,1 0-16-16,-1 2-110 0,-8-1 50 0,3 1 38 15,-4 1-3-15,-8-2-94 0,0 0 52 16,-3-1 32-16,-4 3-18 0,-1-3 8 16,-1 0 6-16,-2 0 27 0,0 0 67 0,-4-4-36 15,-8-9-13-15,2-3 75 0,-5-7-43 0,0-1-18 16,0-5 0-16,-1-3-53 0,0-7 10 0,4 4 38 16,1 0-12-16,4 0-54 0,3 2 26 0,2 3 5 15,2 7 22-15,0-1 94 0,0 3-46 0,4 4-12 16,9 0 55-16,1 3-54 0,4 2 0 0,5 2 92 15,-3 6-57-15,6 0-10 16,0 2 0-16,1 2-6 0,1 2-18 0,0 12 28 16,1 2-26-16,-3 3-63 0,-4 4 31 0,1 1 5 15,-4 0 35-15,-3 4-100 0,-4 2 42 0,-5 1 5 16,-5-1-20-16,-2 0 9 0,0-6 2 0,-3 8 1 16,-11-7 24-16,-2-5-12 0,-4-1 10 0,2-8 120 15,-3-2-57-15,-2-2-26 0,1-3-1 0,3-1 136 16,0-3-75-16,3 0-28 0,6 0-15 15,1 0 153-15,3 0-88 0,4 0-43 0,1 0 136 16,1 0-213-16,0 0 0 0,1 6 0 16,12-1 0-16,6 2 0 0,4 1 0 0,1 0 0 15,-1-1 0-15,9 0 0 0,-2 1 0 0,0-4-167 16,2-3 136-16,-2-1 0 0,-4 0 27 0,4 0-141 16,-3 0 70-16,-5 0 8 0,0-1-40 0,-3-7 33 15,-4 3 18-15,-3-1 15 0,-3 0 14 0,-4 3 5 16,-1-1-4-16,-2 2 54 0,0-4-34 0,-2-5-2 15,0-2-21-15,0-2 226 16,-2-1-105-16,-4-7-41 0,1 2-218 0,1-9 87 16,2 0 38-16,2-3 21 0,0 0-815 0,0-3 402 15</inkml:trace>
  <inkml:trace contextRef="#ctx0" brushRef="#br0" timeOffset="-132285.08">14715 14248 783 0,'-2'-2'0'0,"-2"0"0"0,-2 1 0 0,0-2 0 0,3 2 0 0,-3-2 0 0,1 3 114 15,-1 0-40-15,-2 0 0 0,-1 0-33 0,0 12 65 16,-5 8-36-16,3-1 0 0,-4 10-37 0,0 0 70 16,-2 12-39-16,2-2 0 0,0 2 159 0,4 2-95 15,2-1-48-15,2-3-15 0,2 5 158 16,5-8-95-16,0 4-48 0,0-6 46 15,6-1-47-15,5-3-15 0,4-3-8 0,4 0-103 16,0-2 39-16,1-4 1 0,3-2 40 0,-2-2-283 16,4-1 137-16,-2-3 74 0,0-1-230 0,-4-7 96 15,3 1 88-15,-1-6-448 0,-2 0 255 0,-1 0 123 16,2-6 60-16</inkml:trace>
  <inkml:trace contextRef="#ctx0" brushRef="#br0" timeOffset="-132046.72">14820 14573 774 0,'-11'-17'0'0,"5"7"0"0,3 1 0 0,-2 2 0 0,5-1 0 0,0-1 0 0,2 1 304 0,11 0-135 0,12 2-69 15,-1 5-33-15,4 0 176 0,2 1-110 0,0 0-49 16,-2 12 29-16,2 5-40 0,-3 4 0 0,-2 2-44 16,-6 1 4-16,-5 4 0 0,-3 2 0 0,-7 3-44 15,-4 4 23-15,0 0 7 0,-15 5 14 0,-6-7-31 16,1-8 0-16,-6 4 31 15,-4-10 0-15,1-2-62 0,-1-4 25 0,0-5-5 16,2-5-234-16,7-3 114 0,-1-2 66 0,3 0-136 16,5-2 94-16,3-6 31 0,8-4 28 0,3-4-329 15,0-7 171-15,7 2 78 0</inkml:trace>
  <inkml:trace contextRef="#ctx0" brushRef="#br0" timeOffset="-131836.72">15216 14447 1341 0,'0'-6'0'0,"0"1"0"0,0 3 0 0,-7-1 0 0,-9 0 0 0,2 3 0 0,-6 0 0 0,0 6 0 15,1 10 270-15,0 10-118 0,5-1-52 0,-2 8 47 0,7-1-57 0,5 7-29 16,4-2 0-16,0-2 91 0,2 4-52 0,16-5-37 16,5 2-1-16,0-10 4 0,5-2-33 0,2-2-1 15,0-4-204-15,0-6 98 0,0-3 54 0,-1-2 26 16,-6-6-387-16,0-1 197 15,-2 0 57-15,-3 0-184 0,-2-9 113 0,-2-4 83 16,-3-6 41-16</inkml:trace>
  <inkml:trace contextRef="#ctx0" brushRef="#br0" timeOffset="-131552.9">15333 14227 1012 0,'5'-7'0'0,"4"2"0"0,7 1 0 0,-4 0 0 0,2-1 0 0,1 4 0 0,0 0 198 0,2 1-82 0,0 0-42 16,1 0 165-16,-1 7-103 0,-2 2-44 0,1 4-57 16,-6 1-3-16,1 0 1 0,-8 2 0 0,-1 1-55 15,-2 1 36-15,0 0-8 0,-7 1 27 0,-11 2-112 16,3-8 56-16,-3 1 28 0,-2-6-83 0,2 1 48 16,1-4-17-16,2-2 29 0,4-2 88 0,0-1-34 15,3 0-24-15,5 0 193 0,0 0-93 0,1 0-49 16,2 0-10-16,0 0-2 15,5 0 21-15,9 0-39 0,5 0 0 0,5 0-48 16,1 0 24-16,-1 0 8 0,6 0-221 0,-3 0 117 16,-7 0 51-16,3 6 31 0,-1 0-561 0,-1 1 233 15,-2 3 154-15</inkml:trace>
  <inkml:trace contextRef="#ctx0" brushRef="#br0" timeOffset="-131383.16">15586 14584 919 0,'-11'3'0'0,"3"3"0"0,2-2 0 0,3 0 0 0,3-1 0 0,0 0 0 0,0 1 363 0,12-1-169 0,8 1-81 16,2-1-40-16,7 3 233 0,1-2-137 0,0-1-60 15,0 3-33-15,0 0-22 0,-2 0 0 0,-1 1-310 16,-9-3 144-16,3 2 81 0,-5 0 27 0,-2 0-446 16,-5-1 242-16,-2-1 85 0,0 1 72 15,-5-3-488-15</inkml:trace>
  <inkml:trace contextRef="#ctx0" brushRef="#br0" timeOffset="-131218.99">15802 14515 367 0,'-9'-15'0'0,"2"2"0"0,0 5 0 0,4 0 0 0,-1 5 0 0,2 1 340 15,2 0-157-15,0 2-76 0,0 0-37 0,0 5 170 16,4 15-104-16,1 4-43 0,2 6 113 0,-2 11-87 16,-1 2-43-16,-2 5-21 0,-1-2 130 0,-1-2-69 15,0 10-45-15,0-7-91 16,0-9 27-16,0 1-1 0,2-5 27 0,0-7-423 15,0-7 207-15,1-7 108 0,3-6 54 0</inkml:trace>
  <inkml:trace contextRef="#ctx0" brushRef="#br0" timeOffset="-131044.77">16018 14438 918 0,'4'0'0'0,"7"3"0"0,4 3 0 0,-1 2 0 0,-3 0 0 0,1 0 0 0,2 5 486 0,-3 0-227 0,5 5-113 16,-4-1-49-16,4 4 3 0,-7-3-33 0,2 3-1 16,1-2-33-16,0-3-400 0,-1-1 209 0,3-3-515 15,-3-3 321-15</inkml:trace>
  <inkml:trace contextRef="#ctx0" brushRef="#br0" timeOffset="-130848.77">16326 14331 1083 0,'0'-2'0'0,"2"2"0"0,0 0 0 0,-1 10 0 0,1 11 0 0,0 8 0 0,-2 7 0 0,0 10 447 15,0 5-207-15,0 13-103 0,-5-4-52 0,-4 5-27 16,-1-4 9-16,-5 14 224 0,0-6-129 0,-2-1-65 16,1-2-32-16,-2-7-270 0,4-10 127 0,-4 0 51 15,6-13 30-15,-4-2-221 0,7-14 125 0,4-4 63 16,-2-6 35-16,4-3-652 15,3-7 289-15</inkml:trace>
  <inkml:trace contextRef="#ctx0" brushRef="#br0" timeOffset="-130538.53">16392 14098 1439 0,'5'-14'0'0,"9"7"0"0,0 3 0 0,2 2 0 0,-2 1 0 0,0 1 0 0,1 0 0 0,-2 0 169 0,2 7-68 0,4 7-34 16,-4 6 33-16,-3-3-26 0,-2 8-8 0,-6 4-152 15,-2 0 60-15,-2 3 29 0,0 0 0 0,-11-5-83 16,-5 2 52-16,2-10 31 0,-3-1-1 0,0-3-11 16,0-1-6-16,0-7 4 0,0-1-9 0,4-4 91 15,5 0-45-15,-1-2-27 16,5 0 318-16,1 0-146 0,1 0-66 0,2 0 157 15,0 0-115-15,0 0-56 0,2-2-30 0,12-2-104 16,4-3 34-16,1 3 20 0,1 0 1 0,1 2-315 16,2 0 167-16,-3 2 93 0,2 0 34 0,3 0-593 15,-2 2 265-15,0 0-80 0,-2 2 192 16,2-3 88-16</inkml:trace>
  <inkml:trace contextRef="#ctx0" brushRef="#br0" timeOffset="-130274.23">16811 14184 1484 0,'-2'-4'0'0,"0"3"0"0,2-1 0 0,0 2 0 0,0 0 0 0,2 0 66 0,7 3 179 0,5 11-98 0,0 7-61 0,4 0-27 15,-4 6 231-15,4 3-129 16,-2 2-64-16,0 3-17 0,-4 3-47 0,-1 0-1 15,-1 2 1-15,-3 2-119 0,-5-1 60 0,-2 0 37 16,0 5-8-16,-4-5-128 0,-9-1 79 16,-5-2 40-16,-3-9 7 0,-4 2-204 0,0-8 101 0,-4-2 6 15,3-3-48-15,0-8 33 0,5-3 31 0,-1-6-194 16,4-1 121-16,8-1 60 0,1-20 30 0,9-4-349 16</inkml:trace>
  <inkml:trace contextRef="#ctx0" brushRef="#br0" timeOffset="-129890.26">17302 13991 1775 0,'0'-12'0'0,"0"7"0"0,0-1 0 0,0 4 0 0,0 1 0 0,0-1 0 16,2 2 0-16,2 0 0 0,5 3 166 0,3 17-59 0,-1 6 152 0,2 12-114 0,-2 7-56 15,-1 6 143-15,-3 14-100 0,-1-11-42 16,-2 17-32-16,-2-7 69 15,0-1-47-15,-1-11-24 0,-1 4 1 0,0-9-17 0,0 5-20 16,0-15 13-16,0-6 0 0,2-12-51 0,-2-8 25 16,2-2 9-16,-2-4 16 0,0-4-86 0,0-1 43 15,0-4 22-15,-4-18-29 0,-5-3 28 16,-3-5-325-16,0-2 156 0,-4-4 63 16,0 2 43-16,-2 0-133 15,4 14 69-15,-5-2 45 0,2 7 0 0,0 6 40 0,0 5 167 0,0 2-84 16,0 2-50-16,2 7 92 0,-2 14-63 15,6 2-32-15,2-2 1 0,4 6 326 0,5-2-143 0,0 5-89 16,0 3 138-16,7-6-88 0,6 2-55 16,4-3-165-16,-3-7 63 0,9 1 19 0,-2-6 1 0,-3-5-536 15,11-6 279-15,-8-3 129 16,7-2 39-16,-4-12-690 0,-2-7 371 0,1-2 184 0,-2-1-187 16,-5-4 178-16</inkml:trace>
  <inkml:trace contextRef="#ctx0" brushRef="#br0" timeOffset="-129683.78">17475 14440 1536 0,'-8'-15'0'0,"3"4"0"0,3 3 0 0,2 0 0 0,0 3 0 0,0-2 0 0,9 2 0 0,7 0 147 0,6 1-61 0,2 2-26 0,3 2-1 15,-1 0 283-15,2 3-155 0,1 13-69 0,-3 1 44 16,-1 2-64-16,-2 3-33 0,-2 0-77 16,-6 5 21-16,-5-7 10 0,-3 10-149 0,-5-2 82 15,-2 3 40-15,-7-2 0 0,-18 7-46 0,2-11 51 16,-9 7 14-16,-1-8-247 15,-3-3 94-15,4-4 69 0,-3-4-9 0,3-5 25 0,2-6-259 0,9-2 142 16,3-2 70-16,6-17 36 0,12-6-260 16,0-3 140-16,11-9 81 15</inkml:trace>
  <inkml:trace contextRef="#ctx0" brushRef="#br0" timeOffset="-129511.18">17866 14298 586 0,'9'-5'0'0,"-5"3"0"0,-2 2 0 0,-2 0 0 0,-6 2 0 0,-16 15 451 15,-1 4-208-15,-3 11 373 0,3-2-284 0,-4 9-153 16,9-2-74-16,5-3-35 0,3 6 163 0,7-4-100 16,3 1-42-16,0-1 125 0,13-5-92 0,8 0-45 0,3-5-298 15,4-3 126-15,4-7 71 0,6-2-490 16,-1-5 272-16,1-7 136 0,0-2-1222 16,-1 0 1283-16,0-11 12 0,5-9-223 15,-12 4 110-15</inkml:trace>
  <inkml:trace contextRef="#ctx0" brushRef="#br0" timeOffset="-128991.1">18317 13897 1784 0,'3'-21'0'0,"-1"13"0"0,2 1 0 0,-2 3 0 0,0 2 0 0,-1 2 0 0,1 0 0 0,0 21 0 0,2 7 76 0,-2 14 427 0,0 3-236 0,-2 11 177 16,0 13-210-16,0 1-101 0,0 1-50 0,0 1 13 0,0-3-31 15,2-9 8-15,0 2-40 0,3-8-24 16,3-4 0-16,-5-13-78 0,4-1 51 16,-2-14 34-16,1-1-9 0,-5-11-140 0,1-5 82 0,0-2 43 15,0-3 12-15,-2 0 7 0,0-7-111 0,-9-13 51 16,-3-1-264-16,-3-6 143 0,-2-2 62 16,1-1-79-16,-9-8 81 0,6 10 36 15,-5 0 1-15,1 5-29 0,1 6 33 0,3 8-8 0,-3-1 40 16,1 8 0-16,2 2 210 0,0 2-105 15,0 16-52-15,8-2-35 16,0 13 351-16,5-1-181 0,4 0-66 0,2 3 244 0,2 2-128 16,10 0-78-16,6-1-51 0,3-1-52 0,5-4 8 0,1-4 1 15,1-4-143-15,4-6 79 0,-2-6 28 0,2-7-535 16,-2 0 267-16,2-7 147 0,-2-13 30 16,-5-6-633-16,-4-2 351 0,-1 1 171 15,-8-6 87-15,0 1-281 0,-6-1 183 0,-1-3 83 16,-3 1 55-16,0-3-85 0,0 4 65 0,-2 2 107 15,0 10-20-15,0 1-10 0,0 7-11 0,0 4 32 16,0 5 0-16,0 0 401 0,0 3-232 0,0 2-97 16,0 0 474-16,3 0-271 0,11 4 212 15,0 7-227-15,4 5-105 0,-2 2-66 0,1 2-28 0,-2 3-1 0,1 2 0 16,-4-3-27-16,2-3-410 0,-1 2 200 16,2-5 106-16,0-3 51 0,0 0-288 15,0-8 170-15,0-2 87 0,0-3 37 16,-2 0-653-16</inkml:trace>
  <inkml:trace contextRef="#ctx0" brushRef="#br0" timeOffset="-128859.45">18855 14239 1593 0,'2'-21'0'0,"2"3"0"0,0 5 0 0,-2 6 0 0,0 4 0 0,-2 0 0 0,0 3 0 0,-4 27 0 0,-15 20 0 0,-7 15 720 0,-10 22-347 0,-3 6-171 16,-3 8 413-16,-10 28-303 0,3 5-32 0,-8 14-280 15,-3 5-214-15,-9 27 145 16,7-16 50-16,2-1-464 0,5-1 258 0</inkml:trace>
  <inkml:trace contextRef="#ctx0" brushRef="#br0" timeOffset="-128134.08">19177 13886 898 0,'0'-25'0'0,"-2"10"0"0,2 9 0 0,0 2 0 0,-2 4 0 0,2-3 0 0,-1 3 0 0,-2 18 177 0,3 22-72 0,-2 15-36 16,2 8-1-16,-2 11 98 0,2 7-59 0,0 16-41 15,0-10 138-15,0-1-86 0,0-15-43 0,0 6 8 16,0-17-18-16,2-1-7 0,3-10-25 0,0-16-61 16,-1 0 30-16,-1-10 0 0,-1-6 39 0,0-5-68 15,0-7 30-15,0-2 0 0,-2-3 29 0,0 0-32 16,-8-7 15-16,-7-14-33 0,0-1 1 16,-4-6 2-16,1-2 0 0,-1-1 8 0,-6-9-157 15,2 6 74-15,2 7 44 0,-4 2-163 16,-2 4 93-16,5 11 29 0,0 3 34 0,-1 5 98 15,-3 2-39-15,6 13-3 0,0 11-36 0,3 7 94 16,4 3-42-16,6 3-26 0,3-2 311 0,4 2-134 16,0-5-86-16,10-3 182 0,8-1-122 0,5-3-51 15,5-5-31-15,2-5-172 0,5-7 71 0,3-4 44 16,7-4-8-16,-4 0-395 0,3-15 209 0,-3-6 82 16,-2-5-530-16,-5 1 294 15,6-6 160-15</inkml:trace>
  <inkml:trace contextRef="#ctx0" brushRef="#br0" timeOffset="-127788.2">19425 14321 624 0,'0'-17'0'0,"0"8"0"0,0 4 0 0,0-1 0 0,0 2 195 0,0 0-81 0,0 1-40 0,2 0 340 16,12 1-195-16,9-1-93 0,0 1-46 0,3 2 174 16,4 0-111-16,2 0-46 0,0 0-37 15,2 2 21-15,-2 3-24 0,-2 0-1 16,-8 0-90-16,1 2 42 0,-6 1-9 0,-4 1 34 15,-3 3-41-15,-8 3 20 0,-2 7 0 0,-2 4 54 16,-19 13-34-16,-6-2 1 0,-3 4 0 0,-5 0 54 16,-3 2-28-16,0 1-21 0,1-2-12 0,1 0 49 15,2-2-22-15,4-2 8 0,6-9-21 0,1 1 1 16,5-6-8-16,4-5-1 0,5-3 33 0,5-7 0 16,2 0-32-16,2-1 19 15,0-1-19-15,4-1 0 0,9-3 0 0,6 3 27 16,4-4-27-16,0 0 8 0,7-2-8 0,-1 0-9 15,1 0 8-15,5 0 1 0,-4-2-196 0,1-1 91 16,0-4 44-16,-2 2 26 0,0 0-459 0,-10-1 212 16,3 2 89-16,-4 2-187 0,-4 0 156 0,-6 0 80 15,-1 2 39-15,-2 0-491 0,-3 0 257 0,-1 0 141 16</inkml:trace>
  <inkml:trace contextRef="#ctx0" brushRef="#br0" timeOffset="-127621.64">19473 14473 1871 0,'-11'-4'0'0,"4"1"0"0,3 1 0 0,3 2 0 0,-2 0 0 0,3 0 0 0,0 0 0 0,8 0 293 0,14 0-131 0,4 4-56 0,3 1 205 16,2 3-139-16,5 0-70 0,2 3-34 0,-2-2 4 16,3 0-31-16,-2-2-9 15,2 4 1-15,-4-4-604 0,1-2 301 0,-3 3 152 16</inkml:trace>
  <inkml:trace contextRef="#ctx0" brushRef="#br0" timeOffset="-126477.22">20413 14458 478 0,'-6'0'0'0,"3"0"0"0,3 0 0 0,-3 0 0 0,3 0 0 0,0 0 141 0,0 0-46 0,0 0-36 16,0 0 1-16,5 2 190 0,4 2-108 0,-2 0-47 15,2-1-35-15,1 2 76 0,-1-2-51 0,2 2-27 16,1-2 1-16,-1-1 105 0,3-2-70 0,-2 0-30 16,3 0 4-16,0 0 1 0,-2 0-36 0,3 0-98 15,-5-2 45-15,-1-1 26 0,-1 0 1 16,-2-1-148-16,-2 3 86 0,-1-2 53 0,-2 1-4 16,1 0-102-16,-1 2 27 0,-2 0 43 15,0 0-28-15,0 0-184 0,0 0 92 0,0 0 63 16,0 0-184-16,0 0 123 0,0 0 62 0,0 0 22 15</inkml:trace>
  <inkml:trace contextRef="#ctx0" brushRef="#br0" timeOffset="-126197.77">20437 14716 931 0,'-8'0'0'0,"3"0"0"0,-1 0 0 0,4 0 0 0,1 0 0 0,1 0 0 0,-2 0 0 0,2 0 120 0,0 0-48 16,2 3 187-16,10-1-113 0,6-2-57 15,0 0-28-15,5 0 226 0,5 0-131 0,-3 0-62 16,-4 0-30-16,0 0 60 0,0 0-45 0,-3 0-15 15,-2 0-8-15,-2 0-163 0,-5 0 71 0,0 2 34 16,-2 6 0-16,-3 3-160 0,-1 5 94 0</inkml:trace>
  <inkml:trace contextRef="#ctx0" brushRef="#br0" timeOffset="-123202.52">21583 14381 571 0,'0'-8'0'0,"0"5"0"0,0-2 0 0,0-5 0 0,0 0 0 0,2-3 0 0,0-1 120 0,1 0-44 0,-1 1 94 16,0-2-69-16,2 2-34 15,-3-2 32-15,1 3-37 0,0-4 1 0,1 1-31 16,-1 1 1-16,-2 0 37 0,0-2 9 16,0 1-46-16,0 1-1 0,0 0 24 0,0 1 0 0,-5-2 8 15,0 5-23-15,-1-2-8 0,1 2 0 0,-1 2 45 16,-1 1-23-16,-1 0 0 0,-1 3-14 0,-1 1 22 15,0 0-1-15,-1 2-29 0,2 1 0 0,-3 0 22 16,3 0 7-16,-1 0-29 0,-2 0 0 0,4 4 12 16,-1 3-12-16,-1 2-1 0,3 3 58 15,0 4-32-15,1 2-1 0,-1 6 45 16,2-2-34-16,2 5-1 0,1-4-26 0,-2 11 80 16,4 0-44-16,0 6-22 0,-2-1-1 0,2 4 23 15,0-2-14-15,0 9 40 0,0-2-35 16,0 2 0-16,0 5-36 0,0 0 1 0,0 3 224 15,0-1-257-15,0-1 0 0,0-1 0 0,2-3 0 0,0-1 0 16,0-8 0-16,0 6 0 0,-1-12 0 16,1 3 0-16,-2-2 0 0,0-7 0 0,0-1 0 0,0-6 0 15,-7-1 0-15,2-4 0 16,-5-4 0-16,-1-4 0 0,0-1 0 0,-3-5 0 16,1-3 0-16,-3-2 0 0,0 0-224 0,-1 0 104 15,1-2 43-15,-2-9-323 0,2-2 183 0,0-4 92 16,2 0 47-16,5-1-351 0,-1 1 202 0,4-2 97 15,4 2 49-15,2-2-189 0,0 3 119 0,6 2 51 16,8 1-387-16,2 1 227 0</inkml:trace>
  <inkml:trace contextRef="#ctx0" brushRef="#br0" timeOffset="-122674.33">21677 15078 563 0,'-14'-2'0'0,"5"-1"0"0,0-2 0 0,0 0 0 0,-1-3 0 0,6 3 375 16,1-1-170-16,3-1-79 0,0-3 84 0,0 3-89 16,9-1-44-16,4 1 82 0,2 2-63 0,2 2-24 15,0 1-7-15,2 0-2 0,0 2 0 0,-3 0-30 16,2 7 8-16,-2 2-49 0,-2 3 41 0,-3 5 0 15,-2-1-1-15,-4 3-67 0,0 3 42 0,-5 4-128 16,0-2 76-16,0 5 22 0,-12-1 24 0,-3 2-103 16,0-4 59-16,-2 0 3 15,0-3 22-15,-1-2-92 0,2-8 48 0,-1 2 8 16,1-6-5-16,0-2 127 0,2-2-45 0,5-2-16 16,-2-3 274-16,4 2-140 0,4-2-74 0,-1 0 288 15,4 0-164-15,-2 0-70 0,2 0-45 0,2 0-21 16,12 0 8-16,7 0-31 0,2 0 1 0,4 0 25 15,3 0-1-15,2 0-24 0,0 0 8 0,-1 0-224 16,1 0 108-16,-2 0 54 0,0 0 27 0,-1 0-566 16,-6 0 234-16,2 0-409 15,-2 2 351-15,0-2 176 0</inkml:trace>
  <inkml:trace contextRef="#ctx0" brushRef="#br0" timeOffset="-122047.69">22056 14064 704 0,'-4'-19'0'0,"1"3"0"0,-1-1 0 0,-1 0 0 0,-2-1 0 0,-2 0 0 0,0 1 0 0,0 1 155 0,-3 2-62 0,-1 3-29 16,1 3-1-16,-2 2 27 0,-4 5-33 0,0 1 32 15,-3 0-28-15,0 4 0 0,1 8-28 0,3 1 127 16,-1 6-68-16,4-2-30 0,3 4 1 0,4-2 84 15,4 2-57-15,3-1-20 0,0 2 21 0,14 0-30 16,4-2 1-16,5-1 12 0,3-2-20 16,2-1 8-16,3 1-30 0,-1 2-36 0,0-1 36 15,0 1 1-15,-4 0 0 0,-4 4-60 16,-1 0 27-16,-4-4-1 0,-4 5 33 0,-6-3-126 16,-3-1 50-16,-1-3 41 0,-3 0-10 0,0 0-54 15,-10-6 20-15,-3 0 26 0,-6-6-84 0,-1-3 46 16,-1-2 11-16,-4 0 28 0,4-3-6 0,5-8 7 15,0-6-15-15,4-2 58 0,3-8-20 0,7 4-1 16,2-6-20-16,0 1 69 0,3-2-28 0,12 0-3 16,2-1-17-16,3 0 53 0,1 3-23 0,0-2 18 15,-3 4-18-15,0 3 1 16,1-1-14-16,-5 0 18 0,-4 6 7 0,0-1-31 16,-3-1 9-16,-5 1 0 0,0 0-5 0,-2 2-1 15,0 3 50-15,-6-1-23 0,-8 3 2 0,-2 0-18 16,-1 4-6-16,-3 1 98 0,-7 1-45 0,4 5-20 15,2 1 0 1,3 0-15-16,-1 0-8 0,8 0-147 0,-1 0 73 16,5 0 39-16,3 0-563 0,1 1 273 0,3 8 144 15,0-2 50-15,7 4-689 0</inkml:trace>
  <inkml:trace contextRef="#ctx0" brushRef="#br0" timeOffset="-120537.32">22688 14652 484 0,'0'0'0'0,"0"0"0"0,0 2 0 0,0-2 0 0,-2 0 0 0,2 0 0 0,-2 0 155 0,-3 0-61 0,2 0 48 15,-1 0-47-15,0 0-35 0,-1-6 0 0,-1 0 23 16,-2-2-24-16,3 0-1 0,-3 0-17 0,1-3-31 15,0 4 1-15,1 0 22 0,-4 1 0 0,1 1 22 16,-1 3-14-16,-1 1-8 0,0 1-35 0,-4 1 35 16,0 16 0-16,2 6 8 15,-2 5 20-15,-2 14-28 0,6-5 0 0,4-4 64 16,0 4-31-16,7-9 7 0,0-1-40 0,0-2-8 16,7-8 8-16,7-2 0 0,2-6 0 0,0-5-82 15,3-4 36-15,4 0 23 0,-1-7-44 0,-1-14-19 16,3-11 38-16,-7 1 16 0,4-14-41 0,-7 7 13 15,0-6-1-15,-3-1-59 0,-1-1 42 0,-3-2 1 16,-1-2 3-16,1-2 4 0,-2-13 0 0,-1 6 13 16,-1-5 8-16,1 7-33 15,-3-3 31-15,-1 7 18 0,0 16-19 0,0 9 0 16,0 3 0-16,0 11 208 0,0 6-98 0,0 3-46 16,0 4-26-16,0 1 126 0,-1 6-69 0,-3 22-19 15,-1 9-26-15,2 8 116 0,-1 16-59 0,2 1-16 16,2 2-1-16,0-10 65 0,0 8-56 0,0-2-24 15,0-4 0-15,0-1-14 0,4-3-9 16,1-8-215-16,2 6 104 0,0-7 55 16,-2-9 28-16,1 4-211 0,-1-5 116 0,2-7 36 0,-2 1 3 15,1-7-522-15,3-5 274 0,3-6 134 16,2-9 65-16</inkml:trace>
  <inkml:trace contextRef="#ctx0" brushRef="#br0" timeOffset="-120146.21">23016 14379 1153 0,'0'-9'0'0,"0"4"0"0,-2 3 0 0,0-1 0 0,2 2 0 0,0-1 463 15,0 0-220-15,15 0-105 0,7 2-52 0,5 0 212 16,3 0-133-16,0 0-58 0,0 0-41 0,4 2 12 16,-4 6-23-16,0 1 0 0,-7-4-14 0,3 5-74 15,-5-3 33-15,-5 0 0 0,-3 2 33 0,-3-1-74 16,-4 0 44-16,-3 6 33 0,-3 2-3 0,0 9 0 15,-14 7 0-15,-9 1 141 0,-2 7-63 0,-3 3-43 16,-2 3-13-16,0-2 4 0,3 2-26 0,2-5 0 16,4-8 8-16,0 5-59 15,1-6 26-15,3-5-22 0,4-9-10 0,-1 0 28 16,3-3 8-16,3-2 15 0,3-6 5 0,-1-2 1 16,3-1-37-16,3-2 160 0,-2 0-65 0,2-2 82 15,0 0-173-15,0 4 0 0,0-1 0 0,9 3 0 16,5 1 0-16,4-1 0 0,6 2 0 0,1-4 0 15,1-1 0-15,3-1 0 0,1 0 0 0,-2-2 0 16,-1 0 0-16,-4 0 0 0,2 0 0 0,-2 0-365 16,-5 0 165-16,-1 0 97 0,-6 0 19 0,1 1-536 15,-3-1 293-15,-2 2 148 16,-3-2 64-16,-2 0-235 0,-1 0 159 0,1 0-340 16,-2-7 250-16</inkml:trace>
  <inkml:trace contextRef="#ctx0" brushRef="#br0" timeOffset="-119922.29">23102 14727 1080 0,'-28'-16'0'0,"8"9"0"0,3 1 0 0,-1 3 0 0,9-1 0 0,2 3 0 0,1-2 0 0,5 2 0 0,1 1 486 0,3 0-227 0,17 0-113 0,7 4 227 16,3 3-162-16,3 3-93 0,9 2-43 0,-1 1 210 16,-1 0-126-16,0 0-64 0,-7-1-22 0,3 1-9 15,-2-2-31-15,-6-1-55 0,-7 0 27 0,-1-4 1 16,-6 2 34-16,-2-4-7 0,-4 0-126 0,-5-1 63 15,0-3 31-15,-1 2-204 0,-2-2 112 0,0 0 4 16,0 0 48-16,0 0-143 0,-2 0 80 0,-3-5 2 16,0-3 37-16,1 0-430 15,3 0 229-15,-1-2 116 0,2 1-215 0</inkml:trace>
  <inkml:trace contextRef="#ctx0" brushRef="#br0" timeOffset="-119020.32">24522 14511 764 0,'0'0'0'0,"0"-2"0"0,0-2 0 0,0 0 0 0,0-3 0 0,2-3 0 0,1-1 0 0,-1-2 0 0,3-2 99 0,-1 1-32 0,-3-3-1 15,1-3 65-15,0-1-49 0,0-1-16 0,-2-4 9 16,0 3-21-16,0-2 0 0,-6 1-21 0,-4 1 15 16,1 1-7-16,-4-2-8 0,0 1 0 0,-2 5 13 15,0-1-13-15,-3 2 0 0,0 5 40 0,-2 0-7 16,1 2-33-16,-2 5 0 0,1 3 71 0,-3 2-35 15,2 0 7-15,0 0 39 0,3 13-42 0,1 3 1 16,0 5-41-16,4 2 56 0,4 6-20 16,1 3-8-16,6 8-28 0,2-3 27 15,0 5 0-15,0 2-27 0,2-6 34 0,7 16-34 16,0-6-1-16,3 0-21 0,-3 1-1 0,2-1 31 16,1 1-9-16,-3 2-92 0,0-5 46 0,0 3 23 15,-2-5 0-15,-5-7-131 0,0 1 66 0,-1-3 36 16,-1-3 1-16,-1-3-35 0,-10-5 11 0,-1-5-3 15,-6-1-25-15,-3-3 18 0,0-4 0 0,-3-2 36 16,-1-5-118-16,4 1 38 16,-1-5 37-16,2 0-175 0,0 0 100 0,4 0 52 15,2-8 25-15,5-3-253 0,6-4 144 0,3-6 67 16,0-4 33-16,16-6-142 0,9-1 88 0,6-4 36 16</inkml:trace>
  <inkml:trace contextRef="#ctx0" brushRef="#br0" timeOffset="-118733.09">24846 14370 635 0,'16'-31'0'0,"-2"0"0"0,-3 0 0 0,-6 0 0 0,-3 1 0 0,0 5 0 0,-2-1 0 0,0 6 160 16,-11 3-64-16,-3 4-31 0,-1 3-1 0,-1 3 89 16,-5 7-64-16,-3 0-28 0,-1 0 0 0,-2 15 66 15,0 5-47-15,1 5-16 0,-2 8 59 0,3 0-46 16,6 2-22-16,2 3 156 0,5-4-89 0,5 1-36 15,4 3-31-15,3-4 124 0,0 1-74 0,1-1-35 16,13 0-1-16,-1-4 7 0,4 0-43 0,0 0 0 16,0 0-1-16,-3 0-86 15,2-2 44-15,-3 1 29 0,-2-1-75 0,-3 0 44 16,-5-1 23-16,-1-2-184 0,-2 2 97 0,0-6 18 16,-2 5 33-16,-8-4-220 0,-1-2 113 0,-1 1 27 15,-2 0 38-15,3-4-324 0,-6 6 183 0,4-2 88 16,-3 1 43-16,2 0-362 0</inkml:trace>
  <inkml:trace contextRef="#ctx0" brushRef="#br0" timeOffset="-118543.6">24372 15344 887 0,'1'-1'0'0,"1"-1"0"0,-2 0 0 0,3 0 0 0,-3 2 0 0,0 0 105 0,0 4-40 0,0 9 0 0,0 2 333 16,0 4-183-16,0 5-91 0,0-3-37 0,-3 9 157 15,1-2-105-15,1 0-54 0,1-5-25 0,0-1-139 16,0-2 65-16,0 0 19 16,0-8-381-16,0-2 205 0,1-3 102 0,1-1-475 15,5-6 236-15,-4 0 148 0,1 0 24 0,0-7-61 16</inkml:trace>
  <inkml:trace contextRef="#ctx0" brushRef="#br0" timeOffset="-118318.2">24310 15241 792 0,'0'-21'0'0,"1"8"0"0,1 3 0 0,5 2 0 0,0-2 0 0,6 2 0 0,2 2 0 0,5 2 298 0,7 0-133 0,-3 2-66 16,3 2 113-16,-1 0-89 15,-4 3-38-15,4 13-29 0,-4 1-1 0,-2 4-22 16,-5 0-1-16,-3 7 16 0,-7 0-7 0,-3 3-8 16,-2 3 0-16,-3 0-37 0,-17 4 0 0,-2-5 37 15,2-6 8-15,-5 0-48 0,-3-4-1 0,-1-2 41 16,1-4-57-16,2-2-13 0,4-5 22 0,-1-4-5 15,4 1-216-15,3-6 118 0,5 1 49 16,4-2-338-16,4 0 174 0,3 0 104 0,1-10 48 16,15-4-314-16</inkml:trace>
  <inkml:trace contextRef="#ctx0" brushRef="#br0" timeOffset="-118010.84">24712 15352 845 0,'11'-9'0'0,"-3"3"0"0,1 1 0 0,-1 1 0 0,-1-4 0 0,1 3 0 0,2-3 189 15,6 1-78-15,0 0-40 0,4-2 1 0,-3 2 207 16,1 1-127-16,1 4-59 16,-2 1 36-16,-2-1-49 0,-2 2-23 0,-3 0-70 15,-3 0 19-15,-1 13-1 0,-6 2 28 0,0 10 0 16,-9 6 0-16,-11 1 8 0,-8 8-9 0,2-4-16 16,-4-1 17-16,0 1 0 0,6-8 0 0,-2-1 53 15,3 1-26-15,4-7-31 0,4-3 98 0,4-1-48 16,5-6-22-16,0-2 66 0,6 1-49 0,0-3-21 15,0-1 0-15,2 2-56 16,10-3-1-16,2-1 45 0,4 2-8 0,0-4-51 16,3-1 26-16,2 1 0 0,0 0-55 0,-2-2 48 15,0 0-8-15,-1 0-324 0,-2 0 154 0,-3 0 90 16,0 0 15-16,-4 0-505 0,-1 0 277 0,-3 0 133 16,-1 0 67-16,-1 0-383 0,-3 0 225 0</inkml:trace>
  <inkml:trace contextRef="#ctx0" brushRef="#br0" timeOffset="-117859.24">24710 15389 1172 0,'-9'0'0'0,"3"6"0"0,6 3 0 0,0-2 0 0,0-2 0 0,13 1 0 0,10-1 252 0,7 1-114 0,4-2 394 16,-1-2-249-16,5 2-126 0,0-3-53 0,1 1-34 15,0-1 0-15,-1 4-37 0,-2-2 0 0,0 0-606 16,-4 2 312-16,-1 4 142 0</inkml:trace>
  <inkml:trace contextRef="#ctx0" brushRef="#br0" timeOffset="-117135.59">25789 14503 841 0,'-10'-13'0'0,"-1"4"0"0,-1 4 0 0,1 0 0 0,-1 3 0 0,-2 2 0 0,-1 0 0 0,0 2 0 0,-4 16 0 0,2 4 172 0,-2 8-70 0,1 6-34 15,4 3 194-15,3-7-106 0,2 10-66 0,3-7 131 16,2-3-94-16,4-3-47 16,0-1-24-16,0-6 36 0,10 3-34 0,3-5 0 15,4-1-25-15,3-1-35 0,1-2 0 0,0-4 43 16,7 1-279-16,-2-3 135 0,0-4 68 0,1-2 34 16,-1-3-531-16,-3-1 261 0,-2 0 75 0,1 0 85 15</inkml:trace>
  <inkml:trace contextRef="#ctx0" brushRef="#br0" timeOffset="-116900.22">25856 14611 1100 0,'-3'-16'0'0,"3"7"0"0,0-3 0 0,0 2 0 0,7-1 0 0,6 3 0 0,8 2 0 0,3 4 198 16,-2 2-74-16,6 0-50 0,-1 4 145 0,-3 8-93 15,-2 8-46-15,1-1-24 0,-7 2 11 0,0 5-7 16,-6-2-28-16,-5 4-57 0,-5 2 29 0,0 3 0 15,-9-1 37-15,-13 7-83 16,-7-8 37-16,-1 0 1 0,-4-5 37 0,4-8-161 16,-3-1 79-16,-1-3 3 0,4-5-67 0,0-3 36 15,7-6 37-15,0 0-7 0,7 0-229 0,2 0 116 16,6-8 63-16,7-5-186 0,1-4 124 0,7-4 64 16</inkml:trace>
  <inkml:trace contextRef="#ctx0" brushRef="#br0" timeOffset="-116686.79">26267 14520 579 0,'2'-5'0'0,"-2"3"0"0,0 0 0 0,-4 2 0 0,-13 0 0 0,-5 5 421 0,4 9-186 0,-6 4-105 16,4 8 256-16,-1 4-177 0,2 0-88 0,3 6-44 16,4 1 96-16,5-2-75 0,5-1-32 0,2 0 59 15,0-3-47-15,10-3-22 0,9 0 8 0,5-3-131 16,4-4 50-16,-1-5 25 0,8 0 0 0,-1-5-263 15,1-4 153-15,-1-3 63 0,0-4-433 16,-4 0 200-16,2 0 128 0,-7-5 15 16,-3-7-143-16,0-5 124 0,-5 0 57 0</inkml:trace>
  <inkml:trace contextRef="#ctx0" brushRef="#br0" timeOffset="-116404.51">26466 14248 1132 0,'-2'-9'0'0,"2"0"0"0,0 6 0 0,0-3 0 0,10 1 0 0,3 2 0 0,6 1 0 0,-1 2 0 0,5 0 318 16,3 0-146-16,-4 9-70 0,-1 4-9 0,-2 2-30 15,-4 6 0-15,-3-3-182 0,-4 9 71 0,-5-2 41 16,-3-1 0-16,0 0-41 0,-13 3 41 0,-6-5 8 16,-4-2 32-16,-3 0-116 0,2-7 56 0,-2-2-20 15,6-6 30-15,-2 1 30 0,3-2-61 0,4-4 34 16,3 0 217-16,4 0-101 0,2 0-52 0,4 0-13 15,0 0 230-15,2 0-119 0,0 0-52 0,8 0-32 16,12 0-69-16,7-2 46 16,3-2-8-16,3 0-80 0,3 0 40 0,0 3 0 15,0-2 39-15,-2 3-283 0,-3 0 115 0,0 0 79 16,-5 3-511-16,0 4 270 0,-6 6 123 0</inkml:trace>
  <inkml:trace contextRef="#ctx0" brushRef="#br0" timeOffset="-116223.99">26710 14697 634 0,'-14'0'0'0,"5"0"0"0,2 1 0 0,2-1 0 0,3 0 0 0,-2 0 237 0,4 0-94 0,0 4-60 0,6 1 289 16,11-1-170-16,4 1-84 0,4 0-43 0,2-1 248 16,3 2-149-16,-1 0-71 0,4-3-132 0,-4-1 30 15,1 1 1-15,-6 0 39 0,0-1-471 0,-4 2 231 16,-4-1 116-16,-5 0-534 0,-2 2 263 0,-3-2 170 15</inkml:trace>
  <inkml:trace contextRef="#ctx0" brushRef="#br0" timeOffset="-116049.83">26880 14471 511 0,'0'0'0'0,"0"0"0"0,0 0 0 0,1 12 0 0,1 2 223 0,0 7-95 0,-1 4-48 16,4 1 382-16,-4 6-214 0,-1 1-100 0,0 6 178 15,0 2-146-15,0-7-74 0,0 4-36 16,0 1-168-16,0-3 74 0,0-5 24 16,0-1 0-16,0-8-416 0,0-1 224 0,2-4 112 15,4-7 65-15,4-2-282 0</inkml:trace>
  <inkml:trace contextRef="#ctx0" brushRef="#br0" timeOffset="-115890.26">27083 14566 1453 0,'0'-2'0'0,"0"0"0"0,5 2 0 0,3 0 0 0,-1 0 0 0,4 0 0 0,1 2 0 0,2 0 0 0,2 6 304 15,-2 4-128-15,4-3-75 0,-4 3-35 0,4 1-296 16,-2 0 131-16,1-2 66 0,3 0 42 0,-4-3-641 16,-1-1 317-16,-9-4 159 0</inkml:trace>
  <inkml:trace contextRef="#ctx0" brushRef="#br0" timeOffset="-115712.89">27385 14401 444 0,'1'-12'0'0,"1"6"0"0,0 4 0 0,-1 0 0 0,-1 2 0 0,0 0 0 0,0 21 426 0,0 7-197 16,-5 10-98-16,-6 5 401 0,-2 6-254 0,-4 6-123 16,-2 7-61-16,3-5 168 0,-2 4-114 0,4-9-50 15,-3 7-37-15,-1-4-193 0,4-2 82 0,-1-2 41 16,0-5-184-16,2-10 120 0,-1-2 49 0,7-9 29 15,1-9-547-15,5-4 206 0,-1-5 168 16</inkml:trace>
  <inkml:trace contextRef="#ctx0" brushRef="#br0" timeOffset="-115413.69">27494 14218 1517 0,'16'-31'0'0,"0"5"0"0,2 13 0 0,3 4 0 0,-2 2 0 0,-2 0 0 0,0 6 0 0,-3-1 0 0,4 2 206 0,-2 0-90 0,0 11-6 16,-5 2-38-16,-1 5-1 0,-5 4-38 0,-3 5-52 15,-2 0 22-15,0 1 0 0,-11-1 30 0,-3-1-181 16,-7 1 90-16,0-5 54 0,1 1 14 0,-1-6-84 16,5-5 54-16,-1-2-20 0,6-6-7 0,-2 0 0 15,5-3-7-15,2-1 138 0,3 0-46 0,1 0-17 16,2 0-34-16,0 0 328 0,0 0-134 0,0 0-82 15,2 0 1-15,9 0-4 0,1 0-31 0,6 0 8 16,-1 0-40-16,-1 0 22 16,3 2 0-16,1 2-22 0,-2 1-296 0,1 1 156 15,-1 2 66-15,-1-1 37 0,5 3-2 0,-4-2 38 16,4 2-61-16</inkml:trace>
  <inkml:trace contextRef="#ctx0" brushRef="#br0" timeOffset="-115123.44">28126 14224 1367 0,'-5'-19'0'15,"5"14"0"-15,0 2 0 0,0 1 0 0,2 2 0 0,3 0 0 0,7 0 0 0,1 0 0 0,1 2 0 0,7 14 359 0,-2 1-163 0,1 5-82 16,-7 3 100-16,-1 6-95 0,-2 3-43 0,-6 3-22 16,-3 6-17-16,-1-2-4 0,-5-4 8 0,-14 9-82 15,-2-2 36-15,-1-1 1 0,-1-3 37 0,-1-3-93 16,2-7 54-16,-1 0 15 0,-2-3 1 0,3-8-310 16,1-1 111-16,2-7 93 0,2 0-411 0,1-3 241 15,2-4 117-15</inkml:trace>
  <inkml:trace contextRef="#ctx0" brushRef="#br0" timeOffset="-114598.56">28910 13855 868 0,'0'-26'0'0,"0"15"0"16,0 9 0-16,0 2 0 0,0 0 0 0,0 2 0 0,0 16 126 0,0 3-50 0,0 17-22 0,0 3 0 15,0 10 119-15,-5 9-70 0,-4-6-27 16,0 18 179-16,-3-9-111 0,1 3-56 0,2-3 147 16,2-13-101-16,2-2-43 0,-2 5-33 0,7-17 25 15,0 2-25-15,0-8 0 0,0-8-25 0,0-5-60 16,0-3 25-16,0-5 1 0,2-5-118 0,-1-3 76 16,-1-1 38-16,4 0 8 0,-4 0-48 0,0-1 5 15,0-15 30-15,0 0-35 0,0-4-103 0,0 0 39 16,-7-4 50-16,-5 0-212 0,-2 4 119 15,-5 2 60-15,-1 5 29 0,0 7-69 16,-10 2 54-16,0 4 22 0,1 0 185 0,-1 11-81 16,3 9-40-16,7-5-9 0,-4 8 148 0,11-4-91 15,3 2-44-15,3-1-22 0,4 0 445 0,3 1-164 16,0-3-128-16,0 0 108 0,7 0-110 0,5-3-54 16,1-1-27-16,2 0-117 0,2 0 41 0,4-6 24 15,0 0 0-15,4-3-428 0,-2-2 227 0,-3-3 121 16,10 0-347-16,-9 0 148 15,0 0 128-15,-2-3-3 0</inkml:trace>
  <inkml:trace contextRef="#ctx0" brushRef="#br0" timeOffset="-114388.05">28944 14500 1346 0,'1'-23'0'0,"7"9"0"0,0-1 0 0,9-2 0 0,-2 1 0 0,1 2 0 0,2 4 0 0,2 5 0 0,0 2 220 0,2 3-94 0,0 0-38 0,0 3 223 16,-4 9-140-16,0 8-68 0,-4 0 25 15,-3 0-48-15,-6 1-15 0,-1 5-8 16,-4 1-119-16,0 0 48 0,-8 1 23 0,-10-1 0 16,1-1-68-16,-6-1 41 0,0-3 26 0,0-1-268 15,-4-4 147-15,3-2 4 0,2-5-15 0,3-2-282 16,-1-3 187-16,8-5 93 0,2 0 47 0,1 0-193 16,9-9 111-16,0-13 69 0,9 0-182 0</inkml:trace>
  <inkml:trace contextRef="#ctx0" brushRef="#br0" timeOffset="-114204.06">29265 14286 558 0,'1'-9'0'0,"1"8"0"0,-1 0 0 0,-1 1 0 0,-1 0 0 0,-14 1 330 0,-4 16-153 16,1 6-72-16,-2 3 144 0,5 0-109 0,1 3-53 16,5-5-19-16,2 5 181 0,3 2-108 0,4-3-54 15,0-1-18-15,9-4-36 16,7 2 8-16,3-2-8 0,6-1-160 0,2-3 81 0,2 2 39 0,4-7 0 15,-1-2-361-15,5-3 196 16,-1-3 46-16,-1-2-221 0,2-2 108 0</inkml:trace>
  <inkml:trace contextRef="#ctx0" brushRef="#br0" timeOffset="-113812.86">29823 14040 1536 0,'0'-26'0'0,"0"10"0"0,0 11 0 0,0 0 0 0,0 4 0 0,0 0 0 0,0 1 0 0,0 0 0 0,0 7 161 0,0 15-64 0,2 6-32 0,-2 6 216 15,0 7-124-15,0-1-54 0,0 10-39 0,0-1 31 16,-2-2-31-16,-1 0 0 0,0-1 9 0,-2-9 8 16,3 5-48-16,2-5 0 0,0-2-33 0,0-4 0 15,0-9 33-15,0-2 8 0,0-7-187 0,0-1 89 16,0-6 45-16,0-3-333 0,0 0 153 15,0-3 97-15,0 0 8 0,-6-10-23 16,-1-5 12-16,-3-4 32 0,0-3 0 0,2 1-65 16,-6-7 54-16,3 1 22 0,-3 2-53 0,2 7 37 15,1 0 1-15,-5 3 29 0,2 6 137 0,0 0-65 16,1 6-31-16,-1 2 269 0,4 1-140 0,2 0-55 16,-2 3-43-16,3 8 245 15,2 4-113-15,3 1-71 0,2 2 3 0,0 1 55 0,0 3-62 16,0-1-28-16,2 1 68 0,8-3-48 15,5 1-24-15,2-4 9 0,3 0-231 0,4-4 100 16,1-2 49-16,2-7-531 0,2-1 262 0,-2-2 110 16,5 0 87-16,-4 0-608 0</inkml:trace>
  <inkml:trace contextRef="#ctx0" brushRef="#br0" timeOffset="-113665.24">30028 14368 873 0,'0'-5'0'0,"0"1"0"0,3 2 0 0,2 0 0 0,-2 2 0 0,5 0 75 0,-2 0-22 0,6 0-1 16,0 2 319-16,4 9-170 0,1 2-75 0,0 0-88 16,-2 5-5-16,1-4-1 0,0 3 1 0,2-2-446 15,0-4 229-15,1 1 103 0,-1-3 56 0</inkml:trace>
  <inkml:trace contextRef="#ctx0" brushRef="#br0" timeOffset="-113532.59">30531 14184 1946 0,'0'0'0'0,"-8"0"0"0,-12 27 0 0,-4 6 0 0,-14 13 0 0,0 4 0 0,-7 7 0 0,-12 12 0 0,-5 2 235 15,-5 12-93-15,-20 20-58 0,1 2 279 0,-4 4-156 16,-7 6-92-16,-1 9-771 0</inkml:trace>
  <inkml:trace contextRef="#ctx0" brushRef="#br0" timeOffset="-110291.8">12436 16250 297 0,'0'2'0'0,"-3"-2"0"0,1 0 0 0,0 0 0 0,-1 0 0 0,2 0 0 0,-1 0 0 0,-2 0 0 0,2 0 0 0,-1 0 25 0,1 0 1 16,-2 0 0-16,1 0 58 0,1 0-31 0,0 0 1 16,0 0 6-16,0 0 15 0,2 0-12 0,-3 0-9 15,3 0 58-15,0 0-39 0,0 0 0 0,0 0-1 16,0 0 9-16,0 0-48 0,0 0-1 0,3 0 184 16,3 0-92-16,1 0-46 0,-3 0-14 0,-1 0 164 15,1 0-98-15,-2 0-49 0,1 0-23 16,2 0 37-16,0 0-23 0,3 0-9 15,1 4-68-15,3 2 0 0,0-1 38 0,2 1-56 16,1-3 36-16,0 2-8 0,0 0 27 0,0-1-233 16,2-3 116-16,-2-1 31 0,0 0 44 0,-3 0-478 15,0 0 232-15,-3 0 86 0,-1 0-272 0,-2 0 205 16</inkml:trace>
  <inkml:trace contextRef="#ctx0" brushRef="#br0" timeOffset="-110117.26">12467 16517 1112 0,'-6'0'0'0,"1"2"0"0,5-1 0 0,-1-1 0 0,-1 0 0 0,2 0 0 0,0 0 188 0,0 0-82 15,0 0-37-15,0 0 71 0,3 0-54 0,8 0-26 16,1 0 8-16,2 2 52 0,-1 0-44 0,2 0-21 16,0-1 0-16,4 2-282 0,-1 1 138 0,1-4 56 15,-1 6-455-15,2-1 257 16,-1 0 80-16</inkml:trace>
  <inkml:trace contextRef="#ctx0" brushRef="#br0" timeOffset="-109688.41">13225 16240 930 0,'0'-16'0'0,"0"4"0"0,1-1 0 0,2-3 0 0,-1-4 0 0,0 0 0 0,0-4 112 0,0 3-39 0,-1-5-1 0,-1 3 30 16,0 0-35-16,0-1 8 0,0 3-42 0,0 3 28 15,-7 1-28-15,-1 0 0 0,-3 3 0 0,-2 1-1 16,0 5 1-16,0 3 0 0,-5 3 30 0,2 1-1 16,-5 1-29-16,2 3 34 15,-3 12-9-15,3 4-25 0,0 4-1 0,4 1 87 16,0 3-43-16,4 2-14 0,2 1-7 0,5 1 17 15,2-1 0-15,2 0-40 0,0 1 1 0,0 0 73 16,4-2-40-16,7 5-1 0,0-4-4 0,1 4 1 16,0-1-29-16,2 2 12 0,1 5-12 0,-5-1 0 15,1 0-1-15,-2 2 3 0,-4 1-2 0,-1-3 8 16,0 7-9-16,-2-3 20 0,-2-8-19 16,0 3 0-16,0-3-1 0,-10-3-9 0,1-4 10 15,-2-2 0-15,-1-6-55 0,-1 1 26 16,-2-5-5-16,0-1-226 0,0-2 118 0,0-2 52 15,2-4 33-15,2 0-440 0,2-3 205 0,3-2 96 16,0-2 70-16,2 0-358 0,2 0 209 0,2 0 105 16,0 0-141-16,2-5 115 0</inkml:trace>
  <inkml:trace contextRef="#ctx0" brushRef="#br0" timeOffset="-109324.55">13267 16754 1016 0,'-2'1'0'0,"0"0"0"16,2 2 0-16,-2-3 0 0,2 0 0 0,0 0 0 0,0 0 0 0,7 0 281 0,10 0-125 0,0 0-61 0,4 0 56 0,-1 0-59 16,1 0-22-16,2 2-10 0,-1 5-1 0,-1 2-26 15,-2 5 0-15,-5-1-103 16,0 2 60-16,-5 3 17 0,-3 2 1 0,-4 6-111 15,-2-3 69-15,-2 3 33 0,-9 0-64 0,-7-3 18 16,0-2 30-16,-3-1-23 0,-1-5 33 0,-1-2-34 16,5-5 29-16,-5-1 103 0,2-2-48 0,4-1-25 15,5 0 0-15,2-2 231 0,4-2-115 0,2 0-40 16,3 0-37-16,-1 0 173 0,2 0-98 0,0 2-50 16,11 0-16-16,6-1-118 15,5 4 42-15,1-4 21 0,1 1-22 0,5 0 22 16,-5-2 9-16,6 0-218 0,-2 0 116 0,-2 0 43 15,0 0 33-15,-5 0-503 0,2 0 240 0,-3-2 85 16,-1-1 75-16,-2-3-310 0,-2 0 193 0,0-2 96 16</inkml:trace>
  <inkml:trace contextRef="#ctx0" brushRef="#br0" timeOffset="-108865.73">13676 15961 1232 0,'-19'-25'0'0,"2"8"0"0,4 10 0 16,-4 1 0-16,0 2 0 0,1 3 0 0,-2 1 0 0,0 0 0 0,1 0 0 0,0 8 164 0,2 6-65 0,4 1-33 0,3 2 62 0,2 2-40 16,4 2-31-16,2-1 4 15,2 3 0-15,8-2-28 0,7-1 0 0,2-4 13 16,7 4-13-16,-2-3 0 0,2-2-1 0,-1 0-43 15,-1-2 22-15,-5 0 8 0,2 0-86 0,-4 3 51 16,-2 0 10-16,-4 1 1 0,-5 0-108 0,-2 2 65 16,-4-3 12-16,0 4-57 0,-2-2 36 0,-16 1 26 15,2-4-2-15,-3-5-22 0,-8 3 21 16,9-8 16-16,-6-2-24 0,3-3 69 0,4 0-26 16,2 0-5-16,4-3 96 0,4-9-52 15,4-1-20-15,3-3-1 0,0-5 96 0,12-1-54 16,6-3-17-16,3 4-44 0,2-6 20 0,-1 4-6 15,0 0 17-15,-1 4-58 0,2-4 5 0,-5 0 39 16,0 4 6-16,-8 2-101 0,2-2 37 0,-4 0 26 16,-7 2-2-16,1 0 18 0,-2-2-22 0,0 1 17 15,-9 1 115-15,-6 1-55 0,-2 4-27 16,0 1 74-16,-6 5-41 0,-2 4-24 16,7 2 0-16,-5 0-82 0,2 4 36 0,3 7 0 0,3 4 48 15,4 2-166-15,4 1 72 0,3 3 40 16,4 4-482-16,0-5 239 0</inkml:trace>
  <inkml:trace contextRef="#ctx0" brushRef="#br0" timeOffset="-108277.31">14258 15894 1200 0,'-9'-8'0'0,"5"2"0"0,0 2 0 0,4 2 0 0,-2 1 0 0,2 1 0 0,-2 0 0 0,2 0 0 0,0 0 119 0,0 5-43 0,0 14-22 15,0 6 137-15,2 4-83 0,0 13-37 0,0 1 192 16,0 4-114-16,0 4-59 16,-2 6-20-16,0 9 106 0,0-3-71 0,0 1-36 15,0 3-1-15,0-4 9 0,-2-8-14 0,0 0-8 16,2-5-32-16,0-12 10 0,0-2 0 0,0-12-1 15,0 0 17-15,0-11-16 0,0-5-1 0,0-2-77 16,0-5 38-16,0-1 1 0,0 0 47 0,0 0-78 16,-8-9 32-16,-1-4-3 0,0-3 1 0,-3-2-230 15,0-2 119-15,-6-5 44 0,2 2-185 0,-1 3 106 16,-3-1 62-16,0 5 19 0,1 3-21 16,1 5 34-16,-3 4 1 0,2 3 119 15,1 1-47-15,-2 1-32 0,2 14 9 0,1 6 217 16,4-1-120-16,1 3-60 0,7 2-31 0,1-6 315 15,4 7-154-15,0-6-37 0,0 0 64 0,11 3-76 16,5-4-39-16,0-3 9 0,7-2-50 0,0-1 4 16,1-4 0-16,5-4-229 0,0-2 115 0,4-3 65 15,0 0 20-15,1-8-666 0,3-13 327 16,-3 1 116-16,-6 0 98 0,1-5-519 0,-1 0 307 16</inkml:trace>
  <inkml:trace contextRef="#ctx0" brushRef="#br0" timeOffset="-107925.25">14506 16341 890 0,'2'-12'0'0,"0"5"0"0,3 0 0 0,-1 4 0 0,2-3 0 0,0 2 0 0,-1 1 191 0,4-2-79 0,5 2-31 15,0-2 246-15,2 0-147 16,0 3-74-16,2-3 49 0,-2 3-62 0,3-1-21 0,-1-1-9 0,-2 2 11 16,-3 1-42-16,-1-2 1 15,-2 1 0-15,-2 2-29 0,-2 0-7 0,-4 0 36 16,0 0-27-16,0 0 27 0,-2 0-1 0,0 16 9 15,-6 5 192-15,-9 7-100 0,-6 6-51 0,1 3 29 16,-1 3-40-16,4-3 9 0,-7 12-47 0,6-5 59 16,2-2-29-16,4-6-1 0,3-1-29 15,4-5-69-15,-1-3 31 0,4-4-1 0,2-4-68 16,0-1 53-16,0-5 27 0,0-2 8 0,2-3-41 0,2 1 26 16,1-3-21-16,2-1 64 15,1-1-14-15,2-2-18 0,1 2-22 0,1-2 47 16,0-2 0-16,1 0-29 0,3 0 19 0,0 0-106 15,0 0 52-15,-2 0-1 0,2-2-347 16,-4-1 183-16,-2 2 77 0,-1 1 53 0,1-2-463 0,-5 2 246 16,0 0 125-16,-4 0-392 0,1 0 250 0,-2 0 136 15,-2-2 65-15</inkml:trace>
  <inkml:trace contextRef="#ctx0" brushRef="#br0" timeOffset="-107784.8">14504 16629 894 0,'-19'-14'0'0,"6"0"0"0,4 7 0 0,1 1 0 0,3-2 0 0,3 3 0 0,2 0 233 0,0-2-100 0,7-1-50 16,16 1-17-16,3 0 362 0,4 0-198 0,4 3-98 16,0 0 295-16,1 2-197 0,4 2-91 0,-2 0-57 15,-2 0-256-15,1 10 103 0,0 1 52 0,-3-1-732 16,3 5 400-16</inkml:trace>
  <inkml:trace contextRef="#ctx0" brushRef="#br0" timeOffset="-107029.92">15473 16165 837 0,'0'-9'0'0,"0"3"0"0,0 3 0 0,0-3 0 0,0-1 0 0,0 1 0 0,0-5 176 16,2-1-71-16,1-3-29 0,-2 0-7 0,-1-1 84 15,0-4-61-15,0 0-29 0,0-1-1 0,0 0 8 16,-1 0-37-16,-6-1-1 16,-2-3-23-16,-2 3 0 0,1 3 24 0,-3 1-20 15,-2-1-7-15,-2 4 27 0,-2 0-1 0,1 4 28 16,-1 1-27-16,0 2 8 0,2 6 65 0,-2 1-37 15,3 1 1-15,0 0-38 0,2 9 90 0,-2 8-37 16,4 10-30-16,1 1 47 0,1 11-34 0,4 1 0 16,4 5-35-16,2-4 133 0,0 14-70 0,0-5-32 15,2-1 0-15,9 1 77 0,1 3-55 0,1-3-18 16,0 0 11-16,0 1-24 0,0-2 1 16,0 1-23-16,-2-3-50 0,-2-6 34 15,0 8-9-15,-6-14-43 0,-1 4 33 0,0-5 1 16,-2-3 42-16,0 0-51 0,-11-3 8 0,-3-5-1 15,-4 1 2-15,-3-5-143 0,0-5 58 0,-5 0 44 16,2-4-1-16,5-3-274 0,-6-2 129 0,5-4 79 16,3-1-313-16,3 0 198 0,3 0 96 0,2 0-314 15,6 0 205-15,3-1 103 0,0-11 42 0,5-2-145 16,14-1 103-16,1-6 50 0</inkml:trace>
  <inkml:trace contextRef="#ctx0" brushRef="#br0" timeOffset="-106758.65">15441 16633 713 0,'14'-6'0'0,"-5"4"0"0,0 2 0 0,-4 0 0 0,-2 5 0 0,-1 13 183 16,2-1-67-16,1 8-46 0,1-2 0 0,4 4 302 15,-1-2-170-15,2-3-85 0,2-3 130 0,4 0-112 16,0-4-51-16,5 0-60 0,1-5 9 16,-1-7 0-16,-1-3 8 0,5 0-146 15,-1 0 69-15,-4-8 34 0,0-7 0 0,-7-6-71 16,-5 4 60-16,-1-4 20 0,-6-3-184 0,-2 0 94 15,0-1-3-15,-8 2 41 0,-8-2-18 0,-5 3 5 16,-4 1-5-16,0 0 32 0,-4 4 81 0,1 6-39 16,3 6-7-16,-5-1 80 0,9 6-45 0,0 0-27 15,1 0 3-15,3 1 5 0,8 4 4 0,3 0 0 16,3-2-173-16,3 4 72 0,0 0 39 0,2-1 0 16,10-3-403-16,8-1 209 15,4-2 99-15</inkml:trace>
  <inkml:trace contextRef="#ctx0" brushRef="#br0" timeOffset="-106426.54">15659 15811 860 0,'-2'-21'0'0,"2"8"0"0,0-4 0 0,0 6 0 0,6-1 0 0,9 3 140 0,2 3-53 0,3 3-20 16,3 0 161-16,2 3-98 0,1 0-49 0,-4 3-22 15,-1 10 0-15,-4 4-18 0,2 4-8 0,-9 7-108 16,-5-1 53-16,-3 5 28 0,-2 4 0 0,0 0-115 16,-14 3 68-16,-4-2 36 0,-1-3-56 0,-2-5 5 15,-1-2 33-15,-3-2-35 0,1-5 45 0,-1-8-32 16,7-1 31-16,-3-4 176 0,5-1-84 16,4-4-41-16,3-2-21 0,3 0 281 15,3 0-139-15,0 0-45 0,3 0-42 0,0 0 154 16,0 0-100-16,10 0-47 0,10 0-10 0,3-3-1 15,1-3-35-15,-1 0 9 0,7 0-78 0,-3 3 35 16,0-1 0-16,-1 3 35 0,1-1-290 0,-3 0 153 16,5 2 64-16,-3 0-592 0,1 0 304 0,-2-2 122 15,0 0 87-15</inkml:trace>
  <inkml:trace contextRef="#ctx0" brushRef="#br0" timeOffset="-106224.08">16032 15819 1186 0,'-7'-4'0'0,"4"0"0"0,3 2 0 0,0-1 0 0,0 2 0 0,7 0 0 0,16-4 228 0,3 4-97 0,6-2-49 0,0 2 348 15,3-2-191-15,4 3-106 0,5 0-51 0,-4 0 26 16,-7 0-38-16,4 0 0 0,-10 0-29 0,5 0-304 16,-9 0 148-16,-4 0 74 15,-6 0-426-15,-6 0 250 0,-1 0 88 0,-6 0 71 16,0 7-460-16,-8 0 242 0,-12 3 122 0,-3-1-54 15</inkml:trace>
  <inkml:trace contextRef="#ctx0" brushRef="#br0" timeOffset="-106078.96">16207 15819 727 0,'-12'-1'0'0,"3"1"0"0,2 0 0 0,2 0 0 0,1 0 0 0,2 4 0 0,1 5 91 0,1 3-33 0,0 1-1 0,0 3 254 15,0-1-139-15,0 4-70 0,0 2-26 0,1 6 130 16,1-5-86-16,0 3-44 0,0-4-194 0,0 0 75 15,-1-2 46-15,1-2-7 0,2-2-373 0,1-8 205 16,-2 3 102-16,3-6-467 0</inkml:trace>
  <inkml:trace contextRef="#ctx0" brushRef="#br0" timeOffset="-105929.8">16290 15818 915 0,'0'-2'0'0,"2"2"0"0,4 0 0 0,-3 8 0 0,4 5 0 0,-4 2 0 0,3 6 0 0,-2-1 0 0,-1 9 374 0,-1-2-171 0,0 5-84 16,-2 2 37-16,0 0-62 0,0 1-22 0,2 0-8 16,-1 0-345-16,1-3 156 0,2 0 80 0,2-5-528 15</inkml:trace>
  <inkml:trace contextRef="#ctx0" brushRef="#br0" timeOffset="-105164.21">16811 15654 1311 0,'0'-11'0'0,"0"9"0"0,0 2 0 0,3 0 0 0,3 6 0 0,-1 9 0 0,2 7 0 0,-2 7 325 15,1 15-147-15,-4 5-64 0,-1 17-45 0,-1-2 50 16,0 7-44-16,0 6-20 0,0 1 140 0,0-2-72 15,0 0-50-15,0-6 1 0,2-2 65 0,0-15-52 16,2 0-28-16,-1-14 10 0,4-1-9 0,-4-11-27 16,-1-7 0-16,0-11-50 0,0-1 25 0,0-5 9 15,-2-3 15-15,0 0-66 0,0-5 33 16,-2-12 0-16,-5-4-83 0,-2 0 39 16,0-8 30-16,0 0-15 0,-5-1-206 0,2-1 115 15,-4 2 32-15,0 1-113 0,-3 4 88 0,0 3 41 16,-3 6 0-16,-1 6 114 0,-2 6-37 0,3 0-9 15,-6 3-27-15,3 6 218 0,-1 12-109 0,3 2-51 16,3 7 112-16,5-1-57 0,4 3-45 0,5 1 21 16,5-3 214-16,1 0-99 0,0 1-70 0,9-8-45 15,10 7-24-15,3-9-1 0,2-6 1 16,6-4-291-16,4-6 145 0,2-2 81 16,7-6 29-16,-5-14-526 0,-3-4 259 0,-1-5 88 15,-4-2-128-15,-5 5 131 0,-1-3 77 0,3-9 35 16,-9 4-180-16,1-3 107 0,-3 0 54 0,-2 0-14 15,2-9 38-15,-2 7 0 0,-3 5 29 0,-1 0 82 16,1 7-49-16,-4 0-12 0,0 7 0 0,-3 9 277 16,-1 2-149-16,0 3-74 0,-1 3-46 0,2 3 417 15,-3 3-197-15,1 18-58 0,0 7 28 0,-2 11-76 16,0-1-31-16,0 11 226 16,0-2-136-16,2 0-68 0,2-2-34 0,5 2 131 15,1-10-75-15,6 1-49 0,3-6-21 0,2-4-49 16,5-10 0-16,-2-2 29 0,1-12-135 0,5-4 63 15,-2 0 36-15,1-7 0 0,-1-13-66 0,-2-7 51 16,-2-1 34-16,-3-1-277 16,-2-4 132-16,-4 0 22 0,-6-4 48 0,-1 3-127 0,-6-4 68 0,-2-7 47 15,0 3 0-15,-9-5-100 0,-7 0 69 0,-5 3 34 16,-4-2-93-16,-2 5 68 0,-5 7 30 0,-2 8 1 16,-4 9 54-16,5 11-25 15,-5 5-8-15,3 1 212 0,1 5-102 0,6 11-51 16,3 5-25-16,6 3 431 0,10-6-221 0,2 3-67 15,7-1-67-15,0 3 325 0,5-2-181 0,11-1-89 16,2-3-38-16,8 4 47 0,1-6-50 0,1-1-25 16,2 0-267-16,0-7 121 0,0-2 69 0,0-1 22 15,0-4-279-15,-2 0 155 16,-2 0 77-16</inkml:trace>
  <inkml:trace contextRef="#ctx0" brushRef="#br0" timeOffset="-104090.77">18234 16222 765 0,'0'-3'0'0,"0"1"0"0,2-6 0 0,-1-2 0 0,1-1 0 0,0-4 0 0,0-4 0 0,0-1 91 16,1-6-28-16,-2 6 7 0,1-8 18 0,0 4-27 0,0-1-1 15,0 4-27-15,-1-2 6 16,-1 0 2-16,0 2-9 0,0 0 0 0,0 3 1 16,0 1-1-16,-3 0 1 0,-3 1 34 0,-2 4-8 15,-1 1-27-15,0-1 42 0,-3 1-1 0,3 1-40 16,0 2 8-16,-5 0 43 0,3 2-26 0,4 2 0 15,-3-1-26-15,1 2 33 0,2 2 8 0,-1-1-41 16,2 0 9-16,0 2-9 0,1 0 1 16,1 0 0-16,1 0 12 0,-1 0-13 0,0 0 1 0,3 5 12 15,-4 3-13-15,1 2 1 16,1-2 8-16,-1 6 57 0,0 0-33 0,1 0 1 16,-1 3-33-16,-2 2 95 0,2 1-39 0,0 1-32 15,1 2 28-15,-1 1-26 0,0 1 0 0,1 1-26 16,-1-3 89-16,0 5-49 0,0-4 0 0,2 2 17 15,-2-1-29-15,3-1 0 0,-1-4 128 0,0 3-189 16,2-1 0-16,-2 1 0 0,0 1 0 0,2-1 0 16,0-2 0-16,0 1 0 0,0 1 0 0,0 1 0 15,0 4 0-15,0-5 0 16,0 2 0-16,0 3 0 0,0-1 0 0,0-1 0 16,0 0 0-16,0-1 0 0,0-1 0 0,0 4 0 15,0-2 0-15,0-2 0 0,0 3 0 0,0-1 0 16,0-2 0-16,0 7 0 0,0-5 0 0,0-1 0 15,0 2 0-15,-1-5 0 0,-3 7 0 0,2-6 0 16,0-1 0-16,-2-2 0 0,0 0 0 0,0-4 0 16,-1-1 0-16,-1 1 0 15,-1-6 0-15,-1 1 0 0,-3-3 0 16,0 0 0-16,-3-4 0 0,0-1 0 0,-2-1 0 0,2-2 0 16,-4 0 0-16,2 0 0 0,1-2-420 0,0-3 213 15,1-6 81-15,2-4-187 0,1-1 140 0,6 0 61 16,3-1 45-16,2-2-452 0,0-6 244 0,4 5 121 15,11 2 60-15,2 0-438 0,9-1 253 0</inkml:trace>
  <inkml:trace contextRef="#ctx0" brushRef="#br0" timeOffset="-103586.11">18403 16790 773 0,'-1'0'0'0,"-4"0"0"0,3 0 0 0,-2 0 0 0,3-3 0 0,-1 3 0 0,0 0 0 0,0-1 128 0,0 1-47 0,1 0-24 15,-1 7 7-15,0 6 76 0,0 5-54 16,0 2-26-16,2 1 100 0,0-3-64 16,0 0-23-16,0 1-8 0,0-2 61 0,2-2-47 15,2-2-23-15,5-4 27 0,-2-2-17 0,5-2-8 16,-1-3-25-16,2-2 25 0,0 0-25 0,2 0-1 15,0-4 9-15,0-10 25 0,-1 2-33 0,0-5 0 16,0 0-72-16,-3-2 35 0,-2 0 9 0,-1-1 28 16,-2-1-176-16,-5 0 84 0,-1 1 24 15,0-1-101-15,0 0 59 0,-10-1 38 16,-6 4 1-16,-3 0 12 0,1 5-1 0,-5 2 11 16,2 5-34-16,-5 4 94 0,2 2-40 0,-1 0 0 15,6 2 114-15,1 10-63 0,2 1-24 0,4 1 17 16,4 2-21-16,2 1 0 0,6 2 6 0,0-1-342 15,2 1 155-15,13-1 74 0,4-2 39 0,5-3-596 16</inkml:trace>
  <inkml:trace contextRef="#ctx0" brushRef="#br0" timeOffset="-102185.7">18581 15536 529 0,'-4'0'0'0,"3"0"0"0,-1 0 0 0,0 0 0 0,0 0 0 0,2 0 348 15,0 0-162-15,0 0-77 0,0 0 64 0,0 0-71 16,2 0-34-16,7 0 8 0,3-2 44 0,1-1-43 15,-1-1-22-15,0 2 121 0,-1 0-71 0,5 1-28 16,-2-2-9-16,2 3 60 0,0 0-48 0,5 0-24 16,6 0 1-16,-1 0 29 0,8 0-31 0,5 0 0 15,2 0-17-15,4 0 9 16,7 0-14-16,-2 0 8 0,2 0-33 0,1 0 1 16,-3 0 24-16,2 0-42 0,-6 0-56 0,-4 0 57 15,-3 0 16-15,-2 0-193 0,-6 4 100 0,-9 2 31 16,1-2 31-16,-5-1-157 0,-4 1 85 0,-5-4 13 15,-3 2 30-15,-3 0-152 0,-1-2 85 0,0 0 35 16,-2 0-56-16,0 0 53 0,0-2 28 0,-7-4-1 16,-4-1-225-16,-3 1 119 0</inkml:trace>
  <inkml:trace contextRef="#ctx0" brushRef="#br0" timeOffset="-101773.79">18737 15482 1066 0,'-15'0'0'0,"3"0"0"0,3 7 0 0,6 5 0 0,1 3 0 0,-2 2 0 0,4 4 0 0,0 2 0 0,0 10 0 0,0 8 273 15,6-4-121-15,3 4-59 0,1 0 97 0,-1 4-79 16,0-6-30-16,5 9-9 0,-5-6-17 0,-2-2 0 15,0-5-23-15,-2 2 7 0,-1-5 2 0,-1 0-9 16,-1-5 1-16,-2-5-24 0,0-3 0 0,0-2 24 16,-5-5 8-16,-7-4 3 0,-1 0-11 15,0-7 0-15,-4 2 0 0,1-3-60 16,-4 0 26-16,3-6-7 0,-1-6-129 0,-1-5 77 16,2-1 29-16,2-4-142 0,0-3 77 0,2-4 47 15,0 1 8-15,1 2-53 0,3 8 23 0,0 1 24 16,-1 5-24-16,2 2 72 0,1 3-7 0,0 6-26 15,-1-1 159-15,0 2-77 0,-1 6-44 0,2 8 7 16,-3 8 61-16,3 0-43 0,3-3-4 16,-1 1-35-16,1 1 21 0,2 0-10 15,0-3 28-15,2-3-124 0,0 0 56 0,0-4 22 16,2-1-5-16,7-2-351 0,2-5 153 0,6 0 95 16,4-3-303-16</inkml:trace>
  <inkml:trace contextRef="#ctx0" brushRef="#br0" timeOffset="-101452.61">18772 15818 1128 0,'1'-19'0'0,"5"4"0"0,-1 6 0 0,3-4 0 0,-1 5 0 0,5 1 0 0,-1-1 181 0,4 5-74 0,3 1-37 0,2 2 166 16,1 0-102-16,-3 0-42 0,-1 9-34 0,3 8 7 15,-4 0 0-15,-4 4-32 0,-2 3-1 0,-4-3-50 16,-4 8 21-16,-2-2 1 0,0 1-84 0,-6 0 56 15,-9 0 29-15,-4-4-57 0,0 0 38 0,-4-4 23 16,4-4-34-16,-2-8 61 0,-2 0-28 0,2-3-25 16,1-3 18-16,1-2 92 0,2 0-43 0,3 0-16 15,5 0 1-15,2 0 256 16,3 0-134-16,0-2-62 0,4 2 132 0,0-1-97 16,0 1-48-16,0-3-83 0,12 2 13 0,6 1 0 15,3 0 20-15,2 0-150 0,3 0 75 0,-4 0 46 16,8 0-8-16,-2 0-351 0,2 0 185 0,-1 0 55 15,-1 0-216-15,-2 0 114 0,4-3 97 0,-3 2 44 16,-7-3-445-16,4 2 244 0</inkml:trace>
  <inkml:trace contextRef="#ctx0" brushRef="#br0" timeOffset="-101030.54">19175 15666 1003 0,'-3'-4'0'0,"-2"2"0"16,3 0 0-16,2 2 0 0,0-2 0 0,0 2 0 0,12 0 329 0,6 0-148 0,3 0-74 0,2 0-29 0,4 0 90 16,0 6-67-16,-1 0-34 15,1-1 34-15,-1 1-34 0,-7-1 8 0,1-1-98 16,-1 1 28-16,-6-3 0 0,-3 3 28 0,-3-4-54 16,-3 2 36-16,-2-3-9 0,0 0 77 0,-2 1-25 15,0-1 0-15,0 0 197 0,0 0-103 16,-2 2-64-16,-5 2-28 0,-1 0 10 0,0 1 0 0,-1 3-38 15,0 3 9-15,-1 4 17 0,-1 6-25 0,0 3 0 16,-3 2 0-16,2 5-62 0,-2 2 40 0,-2 7-9 16,-2-2 31-16,0-1-139 0,1 0 70 15,2-6 34-15,-2 1-136 0,-1-4 54 16,2-6 45-16,2-6-8 0,-2 4 18 0,1-9-9 16,4-1-2-16,1-3 161 0,3-3-65 0,1-1-37 15,2-3 0-15,2 2 271 0,0-2-137 0,2 0-56 16,0 0-40-16,0 0 78 0,6 0-52 0,13 0 103 15,2 0-186-15,6 0 0 0,-2 0 0 0,5 0 0 16,2 0-238-16,0 0 159 0,-6 0 65 0,6 0-221 16,-5-2 126-16,-6 2 30 15,0 0 42-15,-5 0-612 0,-2 0 300 0,-5 0 162 16,-2 0 78-16,-3 0-477 0,-3 0 277 0</inkml:trace>
  <inkml:trace contextRef="#ctx0" brushRef="#br0" timeOffset="-100850.03">19181 15912 2048 0,'-8'-6'0'0,"7"4"0"0,-2 2 0 15,3 0 0-15,0 0 0 0,3 0 0 0,8 0 0 0,5 8 0 0,7-1 0 0,0 1 0 0,5-2 449 0,2-1-208 0,2 3-96 0,1-3-243 0,-1-1 66 16,0-3 32-16,-2 4 0 0,-1 1-705 0,-8-1 377 15</inkml:trace>
  <inkml:trace contextRef="#ctx0" brushRef="#br0" timeOffset="-99527.08">19988 17106 511 0,'0'7'0'0,"0"5"0"0,0 0 0 0,0-2 0 0,0-2 0 0,0-2 0 0,0-2 99 0,0-2-33 0,0-1 7 15,0-1 68-15,0 0-55 0,0 0-26 0,0 0 66 16,-3-3-46-16,-3-13-16 0,-2-4-8 0,-1-4 71 16,0-7-47-16,0-2-23 0,-2-9-1 0,2 6 94 15,-3-10-63-15,0 1-27 0,-1-3 47 0,-1-1-38 16,2-4 1-16,1-7-29 0,-1-11-46 0,3 2 38 15,1-2-1-15,4-3-82 0,4 1 41 0,0 12 29 16,0-13-8-16,6 24-14 0,9-2 0 16,-2 15 35-16,4 2-34 0,0 12 84 15,5 0-29-15,-1 10-33 0,4 4-38 0,-1 4 36 16,0 2-3-16,8 3-66 0,-4 0 32 0,2 8 0 16,-3 5 38-16,-1 3-103 0,-5 0 48 0,4 7 21 15,-11-3-4-15,-5 4-14 0,-2 4 8 0,-7-1 0 16,0 4-22-16,-10 0 50 0,-9-1-37 0,-3 2 19 15,-5-5 95-15,-1 0-46 0,0-8-23 0,-1-4 36 16,3-6-21-16,6-2-1 0,-5-7-11 16,4 0-52-16,5 0 9 0,2-2 33 15,3-8 13-15,6-3-333 0,5-3 149 0,0 0 77 16,2-4 25-16,12-1-235 0,7 2 130 0,0 2 69 16</inkml:trace>
  <inkml:trace contextRef="#ctx0" brushRef="#br0" timeOffset="-99049.78">20285 15689 1078 0,'0'4'0'0,"4"-3"0"0,3-1 0 0,-1 1 0 0,4-1 0 0,-1 0 0 0,4 0 0 0,2 0 0 0,1 0 254 0,0 0-103 0,0 0-63 16,0 3-27-16,-3 0 61 0,0 3-44 0,-4 3-23 16,-1 1 9-16,-1 1-71 15,-2 4 40-15,-4 1-1 0,-1 2-22 0,0 5 1 16,-6-3 29-16,-7 7-7 0,0-5-29 0,-4 1-1 16,1-2 30-16,0-7-25 0,-1 1 25 0,-1-2-29 15,0-1 23-15,4-5 35 0,-2-1 1 0,7-5-37 16,-2 2-3-16,3-1 155 0,3-2-72 0,1 0-37 15,2 0 47-15,0 0-33 0,2 0-30 0,0 0 63 16,0 0-42-16,0 0-20 0,0 0-1 16,6 0-115-16,7 0 43 0,2 0 27 15,2 0-1-15,0 0 24 0,2 0 1 0,1-2 9 16,1-1-70-16,-2 2 28 0,1-1 1 0,-1-1-3 16,-1 3-32-16,-2 0 11 0,-1 0-3 0,-5 0-73 15,0 0 50-15,-4 0 18 0,0 0 0 0,-4 0 0 16,0 0 2-16,0 0 14 0,-2 0 6 0,0 0 99 15,0 0-50-15,0 0-29 0,0 0 2 0,0 0 164 16,-4 0-85-16,1-1-32 0,-4-2-276 0,3-1 117 16,1-2 52-16,1 4-283 15,0 1 161-15,2-2 77 0</inkml:trace>
  <inkml:trace contextRef="#ctx0" brushRef="#br0" timeOffset="-97521.33">20707 16359 900 0,'-5'-8'0'0,"3"6"0"0,0 1 0 0,0-1 0 0,2 0 0 0,0 2 0 0,0 0 190 0,-2 0-71 0,2 0-47 16,0 0 190-16,0 0-114 0,0 10-58 0,2-2 234 15,4 4-137-15,1 1-81 0,1-2-37 0,1 1 46 16,-1 1-41-16,2-3-13 0,-1 1-8 0,-2-3 62 15,0 0-41-15,0-2-21 16,-4 0-79-16,1-5 38 0,-2 1-9 0,0-2 30 16,-2 0-101-16,0 0 50 0,0 0 25 0,-9 0-6 15,-5-3 32-15,1-7 0 0,-1-1-33 0,0-2-387 16,2-2 177-16,3 2 99 0,3 4 26 0,3 1-270 16,3-1 160-16</inkml:trace>
  <inkml:trace contextRef="#ctx0" brushRef="#br0" timeOffset="-96890.88">21279 17070 435 0,'0'0'0'0,"0"4"0"0,0 2 0 0,0-2 0 0,0-3 0 0,0-1 215 0,0 0-91 0,0 0-38 0,0 0-30 0,0 0 118 15,0 0-70-15,0 0-36 16,0 0 46-16,0 0-32 0,0 0-8 0,0 0 155 16,0 0-98-16,0-1-49 0,-6-5-16 0,1-3 127 15,-4-4-80-15,0-2-40 0,2-1 0 0,-3 0 64 16,1-5-43-16,0-2-36 0,0 1 1 0,-1-4 3 16,1-3-1-16,1-4-28 0,0-5 8 0,1-11-40 15,3-4 0-15,0-12 32 0,4-2-94 0,0-11 47 16,0-4 32-16,0-16-231 0,0 2 118 0,2 1 30 15,4 0 39-15,1 17-145 0,1 10 74 16,-2 0 16-16,1 12 28 0,-3 15 225 16,1 2-97-16,2 16-57 0,-2-2 268 0,4 9-137 15,2 3-75-15,5 5-19 0,3 1 31 0,4 5-6 16,-2 2-21-16,6 0-54 0,-1 5 0 0,-1 11 28 16,-3 7-1-16,0 2-131 0,-2 0 74 0,-6 2 25 15,-5 6 0-15,0-2-166 0,-8 5 91 0,-1 5 14 16,0-7 3-16,-10 9 8 0,-4-3 1 0,-4-10 59 15,-3 2 0-15,-6-6-47 0,2-4 9 16,-3-5 151-16,2-3-67 0,-1-9-30 16,2 0 1-16,4-5 74 0,-2 0-47 0,2 0-6 15,3-5 1-15,2-2-57 0,4-2 0 0,1-2 44 16,2 2-313-16,6-3 138 0,1 2 72 0,2-1-287 16,2 3 168-16,17 1 58 0</inkml:trace>
  <inkml:trace contextRef="#ctx0" brushRef="#br0" timeOffset="-96221.34">21932 16383 757 0,'-9'-9'0'0,"2"3"0"0,0 0 0 0,-2 0 0 0,2-1 0 0,0-2 0 0,-4 0 0 0,4 1 69 0,-2-3-8 0,-1 3-28 15,1 3-1-15,-2-1 79 0,1 4-39 0,-3 1 7 16,-1 1 16-16,-5 3-32 0,-1 16 1 0,-1 7-31 16,-2 8 108-16,5-2-46 0,0 13-36 0,3-6 139 15,6-5-82-15,3 2-42 0,3-4-21 0,3-10 41 16,0 3-35-16,0-6 1 0,7-6-28 0,4-3-6 15,4-5 6-15,2-5 9 16,4 0-79-16,3 0 35 0,-2-8 1 0,1-6 34 16,0-5-126-16,-2-2 71 0,-3-4 13 0,-1 1-127 15,-1-4 58-15,0-4 42 0,-3-2-4 0,0-4-88 16,0-6 47-16,-2-2 31 0,1-3-1 0,-1-3-1 16,4-10-17-16,-5 8 32 0,0-16 15 0,2 7-10 15,-3 0 0-15,-3 12 45 0,-2 2-22 0,-4 17-8 16,0 8-12-16,0 10 254 0,0 0-114 15,-2 9-63-15,-6 3-22 0,-1 2 219 16,-3 21-103-16,3 6-62 0,-2 15-6 0,1 1 99 16,5 7-61-16,-1 15-44 0,3-4 153 0,3 2-93 15,0-2-48-15,0 2-23 0,2-9 19 0,7 3-42 16,4-1 0-16,2-6-266 0,1-5 133 0,-2-10 67 16,3-5 40-16,2-4-545 0,-6-12 270 0,4 0 93 15,-2-8 80-15,-2-3-240 0,-4-3 143 16,5 0 83-16,-7 0-303 0,0-9 189 15,2-6 96-15,-4-6-163 0</inkml:trace>
  <inkml:trace contextRef="#ctx0" brushRef="#br0" timeOffset="-95849.33">22359 16083 884 0,'-2'-10'0'0,"0"7"0"0,2 0 0 0,0-2 0 0,0-1 0 0,0 1 0 0,0 1 0 0,0-2 211 15,0 3-89-15,0-2-45 0,0 3-14 0,0 0 97 16,0-1-64-16,0 2-31 0,0 1-1 0,0 0 109 16,0 0-62-16,0 0-44 0,0 0 43 0,0 0-39 15,0 0 1-15,0 0-135 0,0 0 56 0,0 0 16 16,0 1 0-16,0 3-84 15,2-3 54-15,0 1 27 0,-2 1 8 0,1-3-166 16,-1 0 86-16,0 2 12 0,0-2 31 0,0 0-62 16,0 0 38-16,0 0 116 0,0 0-41 0,0 0-12 15,0 0-34-15,0 0 90 0,0 0-40 0,0 0-8 16,0 0 0-16,0 0 64 0,0 0-39 0,0 0-1 16,0 0-3-16,0 0-56 0,0-2 0 0,0-1 55 15,-1 1-224-15,-1 0 99 0,2-1 46 0,-2 0-434 16,2 2 226-16,0-2 94 0,0 3 62 0</inkml:trace>
  <inkml:trace contextRef="#ctx0" brushRef="#br0" timeOffset="-95275.14">22554 16879 1128 0,'-6'7'0'0,"1"5"0"0,-1 3 0 0,3-2 0 0,-4-2 0 0,3-3 0 0,3-1 147 0,-3-4-58 15,2 2-27-15,2-4 71 0,0-1-53 0,0 2-24 16,0-2 0-16,0 0 18 0,0-2-21 15,-2-8 9-15,2-8-30 0,-1 0 52 16,-3-5-26-16,2-1 0 0,-2-4 25 0,3-5-17 16,-6 0-8-16,2-8-73 0,-1-2 25 0,-1-6-1 15,2-4 24-15,-2-3-113 0,2-10 53 0,-1 4 29 16,3-1-4-16,-3 2-112 0,4 8 57 0,0-4 33 16,-1 6-4-16,3 4 16 0,0 4-10 0,0 7 18 15,0-1 112-15,0 8-55 0,2 3-33 0,3 5 179 16,4 2-90-16,2 2-49 0,1 6-8 0,3 2 76 15,2 1-40-15,1 4-28 16,5 3 0-16,2 1-6 0,-3 0 7 0,5 0-28 16,-2 11 0-16,0 1-31 0,-1 6 0 0,-3 2 31 15,-1 1-81-15,-4 4 36 0,-3 3 22 0,-3 3 0 16,-7 3-50-16,-1 2 31 0,-2 4 5 0,-3 2 73 16,-13-2-32-16,0 0 0 0,-2-9-36 0,-1 2 117 15,-3-6-44-15,0-2-30 0,-1-6 8 16,1-4 9-16,-1-6-4 0,2-3-49 15,0-3 10-15,1-3 15 0,1 0-1 0,4 0-117 16,0-2 59-16,2-4 30 0,3 1 1 0,1-3-106 16,0 3 51-16,3-2 32 0,0 1-2 0,2 2-100 15,3 1 46-15,-1 1 33 0,2 0-4 0,0 0-345 16,0 2 179-16,0 0 89 0,0 4 36 0,3 8-401 16</inkml:trace>
  <inkml:trace contextRef="#ctx0" brushRef="#br0" timeOffset="-95109.27">22913 16663 2386 0,'-13'-4'0'0,"6"4"0"0,6 0 0 0,1 0 0 0,-2 0 0 0,-2 0 0 0,-1 0 0 0,3 0 183 0,0 0-75 0,2 0-37 16,0-2-783-16</inkml:trace>
  <inkml:trace contextRef="#ctx0" brushRef="#br0" timeOffset="-84813.77">23529 16314 640 0,'-8'0'0'0,"0"0"0"0,5 0 0 0,-3 0 0 0,2 0 0 0,1 1 0 0,1-1 0 0,0 3 206 0,2-3-87 0,0 0-43 0,0 2 97 15,0-2-74-15,0 2-34 16,0 1 1-16,7 1 78 0,3-2-56 0,3 1-20 16,-2 1-7-16,5-2 14 0,-2-1-21 0,2 2 0 15,2-3 35-15,-3 0-20 0,0 2-9 0,1-2-27 16,-4 0-46-16,4 0 23 0,-3 0 0 0,-4 0-127 15,4 0 71-15,-4 0 40 0,-1-5-1 0,0 2-339 16,-4-1 159-16,-1 3 61 0,-1-1 59 0,0 0-191 16,-2 2 98-16</inkml:trace>
  <inkml:trace contextRef="#ctx0" brushRef="#br0" timeOffset="-84567.32">23543 16625 1421 0,'-9'0'0'0,"6"0"0"0,3 0 0 0,-2 0 0 0,2 0 0 16,0 0 0-16,0 2 0 0,5 6 195 0,11 1-81 0,5 3-41 0,2-3 269 15,-2 0-147-15,6 3-85 0,-2-1-38 0,3-1 11 16,-1-2-25-16,-3 0 0 0,-3-4-53 0,1 0-8 16,-1-2 36-16,-3-2 0 0,-6 0-89 0,-3 0 45 15,0 0 30-15,-6 0-83 0,-1 0 48 0,0 0 23 16,-2 0 0-16,0 0 92 0,0 0-37 0,0-4-37 15,-4 0-14-15,-1-1-35 0,0-2 0 0,2 4 46 16,1 0-181-16,0 0 87 0,2 1 42 0,0-1 13 16</inkml:trace>
  <inkml:trace contextRef="#ctx0" brushRef="#br0" timeOffset="-80995.76">24559 16325 606 0,'-5'-3'0'0,"-2"1"0"0,1 2 0 0,1-2 0 0,-2 2 0 0,2-3 0 0,-1 2 82 16,2-1-16-16,3 0-8 0,-1-4 41 0,2 1-33 15,0-3-1-15,0 1 57 0,0-3-36 0,0 1-31 16,3-4 0-16,9 5 75 16,0-3-48-16,-1 2-25 0,8 0 8 0,2-4 51 15,0 7-42-15,4-2-21 0,0 3 24 0,-2 2-22 16,0 1 8-16,0 2-30 0,0 0 13 0,-3 0-14 16,-3 2 1-16,-2 8-62 0,-2 1 40 0,-4 0-9 15,-3 2 30-15,-4 0-106 0,-2 5 53 0,0-1 12 16,0-3 7-16,-13 3-86 0,-3-1 50 0,0-3 6 15,-3 0 2-15,3-4 7 0,-4-2-1 0,2-1 1 16,1-2 61-16,-1-2-12 0,2-2-32 16,2 0 169-16,4 0-78 0,0 0-31 15,3 0-24-15,1 0 227 0,4 0-114 0,0 0-45 16,2 0-25-16,0 0 65 0,2 0-53 0,13-2-26 16,5-1-114-16,5 1 44 0,-4-1 30 0,9 3-8 15,-3 0-56-15,-1 0 38 0,-1 10 1 0,-2 3-48 16,-5 2 36-16,0 6 19 0,-3-3-26 0,-4 5-135 15,-5-4 82-15,-2 3 8 0,-2 3-8 0,-2-1 29 16,0-2 1-16,-12-4 1 0,-1 0 142 16,-4-3-57-16,-3-1-38 0,-6-4 5 15,-1 1 80-15,-1-8-48 0,2 1-13 0,-1-4-17 16,4 0 13-16,0 0-18 0,0 0 36 0,4-6-314 16,2-6 139-16,5 2 64 0,9-6 29 0,3 0-444 15,0-9 227-15,10 3 114 0,12-3-396 0</inkml:trace>
  <inkml:trace contextRef="#ctx0" brushRef="#br0" timeOffset="-80585.86">25062 16190 1633 0,'-4'-14'0'0,"2"7"0"0,0 0 0 0,-1-3 0 0,3 1 0 0,0 0 0 0,0-3 0 0,3 1 247 0,11 1-108 0,6 3-45 16,0 1-34-16,1 5 110 0,5 1-69 0,-2 0-34 15,1 1-57-15,-7 11 8 0,7 5 14 0,-6 0 1 16,-4 3-139-16,-2 4 70 16,-3 0 34-16,-6-1-123 0,-3 8 75 0,-1-3 41 15,0 0-19-15,-10 0-15 0,-5-1-18 0,-3-4 27 16,-2 0-34-16,-4-5 76 0,2-2-23 0,4-7-4 16,-3-1 120-16,0-2-60 0,3-4-18 0,-1-2 0 15,8 0 132-15,0 0-75 0,4 0-18 0,4 0 162 16,0-2-89-16,3 0-51 0,0-2-26 0,6 0-42 15,10 2 17-15,4 0 8 0,4 2-8 0,1 0-8 16,3 0 8-16,1 4 0 0,-3 8-56 16,-4-1 36-16,4 7-8 0,-5 1 28 15,-4 2-149-15,-2 3 71 0,-6-1 18 0,-5-1-68 16,-2 6 36-16,-2-3 31 0,0-2-7 0,-15-3 25 16,-4-1-7-16,-1-8 5 0,-8 4-10 0,-2-7 41 15,0-2-12-15,-4-4-19 0,0-2-30 0,-1 0 34 16,2-2-1-16,3-9 17 0,1-3-333 0,8-4 151 15,7 0 65-15,4-2-408 0,9-1 242 0,1-4 121 16</inkml:trace>
  <inkml:trace contextRef="#ctx0" brushRef="#br0" timeOffset="-80076.16">25940 15974 1009 0,'0'-20'0'0,"0"4"0"0,0 3 0 0,0 0 0 0,0 2 0 0,0 1 0 0,-2 3 0 0,-1 1 134 0,-1 4-51 0,-3 2-25 0,-9 4 135 16,0 18-72-16,-9 14-49 0,-7 13 58 0,0 3-50 15,-1 7-23-15,-1 3 0 0,6-7 102 0,-6 17-67 16,8-5-30-16,3-4 0 0,8-1 60 0,3 0-44 15,6-12-15-15,5 3 71 0,1-6-51 0,0-9-24 16,9-2-1-16,8-6 4 0,2-6-8 0,0-3-22 16,0-9 1-16,1-4-115 15,3-3 58-15,0-5 36 0,3 0-220 0,-4-16 115 16,-1-8 62-16,-4 0-148 0,-2-8 94 0,-5 1 5 16,-3-3 38-16,-5-1-163 0,-2-1 86 0,0 2 43 15,-10 4 22-15,-7 2-62 0,-2 7 46 0,-4 6 0 16,0 6 37-16,-4 7-28 0,3 2 29 0,1 0-9 15,-1 10-95-15,9 3 51 16,1 2 27-16,9 3-1 0,5 1-92 0,0 0 51 0</inkml:trace>
  <inkml:trace contextRef="#ctx0" brushRef="#br0" timeOffset="-79776.93">26138 16273 1040 0,'-8'0'0'0,"2"0"0"0,6 0 0 0,0 1 0 0,0 1 0 0,0 1 0 0,2-2 0 0,10 0 0 0,6-1 142 16,7 0-55-16,1 0 176 0,4 0-116 0,2 0-48 15,-1 0-38-15,4-1 42 0,-3-3-35 0,-2 2 0 16,-3 0-36-16,0-1 38 16,2 1-9-16,-9 0-29 0,4 0 1 0,-3 1-124 15,-2-2 61-15,-2 1 40 0,-4 1-363 0,-2 1 193 16,-3 0 49-16,-1 0 63 0,-6 0-533 0,3 0 279 16</inkml:trace>
  <inkml:trace contextRef="#ctx0" brushRef="#br0" timeOffset="-79580.26">26348 16281 344 0,'0'0'0'0,"0"0"0"0,0 5 0 0,0-1 0 0,0-1 0 0,0 3 0 0,0 2 421 0,1 5-186 0,-1 3-105 16,3 3 341-16,-3 7-220 0,0-2-108 0,0 4-56 15,-3 3 62-15,-2 1-63 0,-1 2-26 0,-1-1-262 16,3-2 118-16,1-3 58 15,1-9 38-15,0 2-445 0,2-4 234 0,0-9 115 0,0-1 41 0,0-2-273 16,0-5 72-16</inkml:trace>
  <inkml:trace contextRef="#ctx0" brushRef="#br0" timeOffset="-79402.54">26508 16318 1305 0,'8'-6'0'0,"2"6"0"0,2 0 0 0,-3 0 0 0,0 2 0 0,0 9 0 0,-1 4 0 0,0 4 0 0,-1 5 431 0,-3 0-199 0,-1 2-99 16,0-1-42-16,-3 10 85 16,0-4-72-16,0 3-35 0,0 2 0 0,-6-1-117 15,-2 1 49-15,-1-4-8 0,-1 0-327 0,4-5 184 16,3-6 91-16,1 3 46 0,2-8-632 0</inkml:trace>
  <inkml:trace contextRef="#ctx0" brushRef="#br0" timeOffset="-79228.01">26958 16995 1413 0,'0'-3'0'0,"2"-1"0"0,0 2 0 0,1-2 0 0,0-4 0 0,-1-1 234 0,-2 2-100 0,0 0 653 15,2-3-381-15,-1 1-187 0,1 1-93 0,0 3-288 16,-1 1 98-16,-1 0 56 0,0 4 16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06T00:36:43.1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25943 11414 146 0,'0'0'0'0,"0"2"0"0,0-2 0 0,0 0 0 0,0 0 0 0,0 0 0 0,0 0 0 0,0 0 15 0,0 0-1 0,0 0 1 0,0 0 48 16,0 0 0-16,0 0-41 0,0 0 6 0,3 0 26 15,0 0-29-15,0-4-1 0,1 1 44 0,-1-3-1 16,1 2-31-16,-2 1-7 0,0 0 44 0,-1 2 1 15,-1-1-41-15,0 2-1 16,0 0 30-16,0 0-8 0,0 0-22 0,0 0-20 16,0 0 21-16,0 0-1 0,0 0 9 0,0 0-23 15,0 0 15-15,0 0 0 0,0 0-24 0,0 0-1 16,0 0 33-16,-1 0-8 0,-7 7-15 0,1 1 12 16,-3 1-8-16,3 3-28 0,-4 1 37 0,0 0-5 15,1 2-3-15,-3 1 13 0,-1 5-11 0,2-1 1 16,-2 0 5-16,-3 8-24 0,-2-2 18 0,3 1 0 15,-5 2-32-15,-4 8 31 16,6-8 4-16,-8 13-10 0,2-3-22 0,-1 3 25 16,-2-1-3-16,-1 1-20 0,-1 4 21 0,-2-1-2 15,-1 2 2-15,-5 5-21 0,1-3 19 0,3-3 2 16,-6 9-32-16,5-4 27 0,0-2 2 0,8-4-3 16,-8 3-8-16,6-3 11 0,-1-1-2 0,0-2-4 15,0-3 2-15,1 1-1 0,3-1 1 16,2-5 7-16,-4 6-7 0,5-5-1 0,-1-1 1 0,1 0-34 15,1-1 34-15,1-3 1 0,-6 8-1 16,3-4-24-16,1-6 0 0,1 2 20 16,1-2-21-16,5-6 21 0,-1 0 0 0,1-3-6 15,5-1-31-15,2-5 27 0,0 1 6 0,2-4-14 16,2 0 12-16,0-3-5 0,1-1 4 0,2-2-6 16,0-3 6-16,2 1 0 0,0-2-1 0,0 0-12 15,0 0 12-15,0 0-1 0,0 0-41 0,0 0-2 16,0 0 42-16,0 0-4 0,-1 0-34 0,-3 0-6 15,1 0 40-15,2 0-12 16,-2 0-169-16,3 0 75 0,-1 0 45 0,1 0-223 16,0 0 129-16,0 0 56 0,0-2-167 0,12-9 119 15,0-7 60-15,4-5 31 0</inkml:trace>
  <inkml:trace contextRef="#ctx0" brushRef="#br0" timeOffset="266.4">24842 12582 692 0,'2'-11'0'0,"0"7"0"0,-1 2 0 0,-1 2 0 0,0 0 0 0,0 19 0 0,-7 6 0 0,-3 10 80 0,-1 6-24 0,-4 4 9 16,0 7-33-16,-4 11 111 0,3-3-56 0,-4 2-27 16,8-4 5-16,-8 12-8 0,10-19-24 0,-4 1 0 15,3-5-30-15,6-12 30 0,-3 1 8 0,2-5-8 16,4-9-28-16,-2-3 28 0,4-6 0 0,0-4-36 15,0-1 44-15,0-6-8 16,0 0-73-16,0-2 34 0,2 0 6 0,17-6 0 16,10-14-18-16,15-16-4 0,9-6 32 0,7-7 5 15,17-11-206-15,-3 2 96 0,-6 2 38 0,25-14 29 16,-7 5-153-16,5 5 82 0,-1 1 17 0</inkml:trace>
  <inkml:trace contextRef="#ctx0" brushRef="#br0" timeOffset="1056.9">25940 11379 143 0,'-9'0'0'0,"0"0"0"0,0 0 0 0,4 0 0 0,2 0 0 0,-2 0 0 0,2 0 161 0,3 0-57 0,0 0-39 0,-2 0 65 16,2 0-49-16,0 0-24 0,0 0 0 0,0 0 26 16,0 0-30-16,0 0 1 0,0 0 20 0,0 0-21 15,0 0 1-15,4 0-13 0,5 0 40 0,3 0-24 16,3 0 0-16,6 0-24 15,2 0 49-15,5 0-16 0,3 0-8 0,3 0 12 16,0-3-1-16,2-1-36 0,1 1 0 0,2-2 46 16,5 1-46-16,-3 2 0 0,0-2-1 0,1 0-7 15,1 2 8-15,-5-2 7 0,11 3-9 0,0-1 2 16,-1-1 0-16,3 3-1 0,-3 0-27 0,-4 0 36 16,10 0-8-16,-7 0-26 0,2 0-16 0,-1 5 15 15,0 0-1-15,-5 1-16 0,11 0-6 0,-3-1 30 16,3-1-18-16,-1 2-5 0,0-2 27 0,-1-3-5 15,1 1-10-15,-1-2 5 16,3 0 5-16,1 0-9 0,0 0-8 0,1 0 15 16,8 0 0-16,-3 0-8 0,-2-2 7 0,2 1 0 15,-9-2 1-15,5 2-22 0,1-2-2 0,-2 2 20 16,-1-1-39-16,0 2 37 0,-3 0 1 0,1 0-2 16,-4 0-30-16,-4 0-2 0,-2 2 30 0,-10 2-5 15,3 0-26-15,-5-1 22 0,1 3 6 0,-4-1-25 16,-5-1 0-16,5-1 18 15,-1 2 3-15,-4-3 11 0,5 1-12 0,-6-3-4 16,2 2 39-16,-5-2-35 0,-1 2-2 0,-5-2 2 16,-3 2 25-16,0-2-22 0,-2 0-1 0,-5 0 6 15,2 2-19-15,-6-2 15 0,3 0-1 0,-1 0 7 16,-2 0-68-16,0 0 29 0,0 0-7 0,0 0-92 16,0 0 52-16,0 0 33 0,0 0-247 0,0 0 132 15,-2 0 58-15,-8 0 41 0,3 0-327 0,-1 0 181 16</inkml:trace>
  <inkml:trace contextRef="#ctx0" brushRef="#br0" timeOffset="1308.78">28975 11106 1176 0,'-1'-19'0'0,"1"12"0"0,0 5 0 0,4 0 0 0,8 2 0 0,4 0 0 0,-2 0 0 0,2 0 0 0,0 0 139 0,4 5-44 0,7 10-36 15,-3-1 115-15,-1 5-71 16,2 1-34-16,-2 3-1 0,-1 1-52 0,0 1-8 16,-2-3 25-16,0 1-60 0,-3 1 29 0,-2-3 1 15,-7-1 38-15,2 1-40 0,-1-1-1 0,-6 1 33 16,-1-2-72-16,-2 0 35 0,-2-1-9 0,-15 5-5 16,-6-2-39-16,-9 1 32 0,-5 3 3 0,-13 3 0 15,-2-3-173-15,-22 7 95 0,-7 3 37 0,0-1-427 16,-6 1 228-16</inkml:trace>
  <inkml:trace contextRef="#ctx0" brushRef="#br0" timeOffset="2526.56">26143 7929 312 0,'0'-15'0'0,"0"3"0"0,0 2 0 0,0 0 0 0,0-1 0 0,0 1 0 0,0-2 79 0,0 1-24 0,0 0 1 16,-1 2 10-16,-1 1 0 0,2 1-25 0,-2 1-9 15,0 1 57-15,2 3-28 0,0 0 0 0,0 0-6 16,0 2 8-16,0 0-30 15,0 0 0-15,0 0-22 0,0 0 22 0,0 0 0 16,0 4 45-16,0 3-45 0,2 4 0 0,0-1 0 16,1 3 27-16,0 0-1 0,0 2-18 0,-1 0-8 15,1 3 22-15,-1-1-1 0,0 5-21 0,1 1 20 16,0 0-12-16,-1 7-8 0,0 1-1 16,0-1 17-16,-2 1-16 0,0 3 0 0,0 4 18 0,0-1-18 15,0 6 0-15,0-1-1 0,-2 2-12 16,-2-2 12-16,-1 0 9 0,2 8-8 15,-2-2-13-15,3-2 13 0,-2 1 0 0,1 2-3 16,-1-6 9-16,-2 11-7 0,2-5-2 0,-2 2 17 16,0 1-16-16,3-10 9 0,-2 11-13 0,-1-8-12 15,-2 2 14-15,1-2 2 0,0 0-31 0,-1-4 37 16,-4 10-7-16,1-2 0 0,0 1-39 0,-4 0 38 16,-1 3-5-16,1-3-32 0,-1 2-8 0,1 1 40 15,-3-2-6-15,6 1-27 0,-1-3 24 0,3-6 10 16,1 9-31-16,2-6 0 15,2 0 17-15,4 0 5 0,-1-4-31 0,2-2 3 16,0 7 16-16,0-7 6 0,0 1-25 0,0 1-1 16,0-7 19-16,0 4-24 0,0 4 24 0,-2-4 2 15,-2 3-16-15,-1-2 14 0,3 1-2 0,0-6 3 16,-3 6-10-16,3-2 7 0,-2-2-2 0,-1 1 2 16,2-2 9-16,1 0-8 0,-3 1-1 15,3-2 0-15,-2 3 40 0,-1-2-38 0,-1 0 1 16,2-1 13-16,-2 1-13 0,2-4 0 15,1-1 3-15,-1-3-22 0,2-1 20 0,1-8 2 16,-1 2-38-16,2-4 35 0,0-8 0 0,0 0 0 16,0-3-113-16,0-4 47 0,0-1 30 0,0-1 3 15,0 0-177-15,0 0 93 0,2-16 32 0,7-9-257 16,0-3 157-16,1-6 73 0,3-7 39 0,0-1-427 16,0-2 232-16</inkml:trace>
  <inkml:trace contextRef="#ctx0" brushRef="#br0" timeOffset="2850.95">26130 7920 328 0,'0'-23'0'0,"0"15"-163"0,0 4 81 0,0 2 41 0,0 1 41 0,0 1 177 0,0 0-55 0,-6 0-44 0,-5 0-23 15,-5 0 9-15,-3 13 1 16,-8 6-24-16,-6 7-33 0,-1 0-1 0,-1 4 26 15,4 0 0-15,7-5-90 0,-3 3 53 0,3-3 14 16,7 0-214-16,3-8 110 0,5 2 55 0,6-6 13 16,3-1-139-16</inkml:trace>
  <inkml:trace contextRef="#ctx0" brushRef="#br0" timeOffset="2995.99">26121 7871 875 0,'0'-2'0'0,"0"2"0"0,3 5 0 0,9 14 0 0,3 0 0 0,2 1 0 0,3 5 0 0,5 1 135 0,5 0-52 0,7 8-25 0,10 6 259 16,-4-6-134-16,11 12-80 0,-4-1-336 0,-2 3 133 15,-2 4 66-15</inkml:trace>
  <inkml:trace contextRef="#ctx0" brushRef="#br0" timeOffset="3657.99">24492 13895 355 0,'0'-9'0'0,"0"3"0"0,0 3 0 0,0 1 0 0,0-4 0 0,0 0 250 0,2-2-108 0,8 1-55 16,3 2 106-16,4-2-80 0,3 4-32 0,5-1-9 16,-3 4 5-16,3 0-22 0,-1 4 0 0,0 13 28 15,1 1-17-15,-1 4-9 0,-1 1-24 0,-1 4-2 16,-3 1 2-16,-2 1 0 15,-4 0 8-15,-5 3-50 0,-3 0 21 0,-3 0 0 16,-2-1-30-16,-6 2 25 0,-11-1 8 0,-3-2 9 16,-5-3-30-16,-3-4 12 0,-2-3 17 0,-2-4-28 15,0-5-22-15,-1-3 10 0,1-2 0 0,2-6-222 16,1 0 118-16,11 0 48 0,1-8-305 0,8-4 173 16,9-6 85-16,0-6 44 0</inkml:trace>
  <inkml:trace contextRef="#ctx0" brushRef="#br0" timeOffset="3816.24">25072 13795 774 0,'4'0'0'0,"-2"7"0"0,-2 13 0 0,-10-2 0 0,-16 6 0 0,-9 9 0 0,-1 3 315 0,-1 1-141 16,-3 5-71-16,2 0-35 0,3 2 130 0,7-3-87 16,10-7-39-16,7 1 94 0,11-3-67 0,0 1-33 15,21-5 8-15,19 0-273 16,16-4 115-16,4-5 59 0,10-8-458 0,5-1 258 15</inkml:trace>
  <inkml:trace contextRef="#ctx0" brushRef="#br0" timeOffset="4653.05">26203 11604 768 0,'-5'-6'0'0,"1"4"0"0,-2 0 0 0,-1 2 0 0,-1 0 0 0,-6 0 0 0,-3 10 0 0,-1 11 0 0,-3 1 155 16,3 6-61-16,2 2-30 0,1 2 83 0,7 2-61 15,0 0-26-15,6 0-1 0,2-6-5 0,0 4 1 16,2-8-14-16,13 4 1 0,1-5-9 0,4-3-1 16,4-3 1-16,1-3-46 0,3-6 31 0,0-1-8 15,1-6 23-15,2-1-62 16,-1 0 30-16,-1-9-4 0,2-11-69 0,-5-3 34 15,-3-5 27-15,-5-3 0 0,-6-5-42 0,-3-6 18 16,-7 6 0-16,-2-11 8 0,0 4-59 0,-13 6 28 16,-6 7 24-16,-6 0-30 0,-3 3 18 0,-3 8-11 15,-5 6 68-15,-3 8-7 0,3 2-27 0,1 3-7 16,3 0-71-16,5 8 40 0,10 8-1 0,8 8 36 16,9 4-257-16</inkml:trace>
  <inkml:trace contextRef="#ctx0" brushRef="#br0" timeOffset="5052.22">29277 11504 744 0,'3'0'0'0,"3"0"0"0,3 0 0 0,3 0 0 0,-1 5 0 0,1 1 0 0,0 2 0 0,-5 1 0 0,2 3 67 0,3 5 0 16,-3 0-34-16,2-1 49 0,1 4-28 0,-2-2 0 15,4 1-9-15,1-2-12 0,-1 0 0 0,3-1 8 16,-4 0-76-16,4-4 34 0,-2 2-1 0,-1-3 35 16,1-1-218-16,0-3 111 15,0-3 34-15,-1-1-278 0,-1-3 139 0,2 0 84 0</inkml:trace>
  <inkml:trace contextRef="#ctx0" brushRef="#br0" timeOffset="5208.84">29817 11446 871 0,'0'0'0'0,"0"0"0"16,0 0 0-16,0 8 0 0,0 3 0 0,-7 5 0 0,-10 6 81 0,-1 5-15 0,-9 13-9 0,-6 1 373 0,-11 9-199 15,2 3-99-15,-4 2-50 16,-3 2 67-16,0 3-62 0,1 0-27 0,-1-1-331 15,3 2 153-15,0-1 75 0,6-8 46 0,-9 10-613 16</inkml:trace>
  <inkml:trace contextRef="#ctx0" brushRef="#br0" timeOffset="6028.11">25473 6775 794 0,'-2'-5'0'0,"2"3"0"0,-2 0 0 0,2 0 0 0,0 2 0 0,0 0 0 0,0 0 0 0,0 0 63 0,0 0 1 0,0 0-32 15,4 0 159-15,13 0-71 0,5 0-48 0,8 0 0 16,4 0 75-16,7 0-58 0,0 0-27 0,-2 0 7 16,9 2-14-16,-7 0-1 15,-3 1-21-15,0 1-33 0,-5 0 1 0,1 0 40 16,-6 2-8-16,-7 0-18 0,-2-3 18 0,-4 3-1 15,-4 0-38-15,-2 1 47 0,-3 0-9 0,-4 3 1 16,-2 3-30-16,0 2 25 0,-10 8-13 0,-15-1 18 16,-10 12 34-16,-11 3 1 0,-5 1-42 0,-2 2-12 15,-1-1 18-15,7-5 6 0,-4 3-1 0,2-1-42 16,9-6 2-16,9-5 34 0,3-1-67 16,7-4 37-16,4-1-10 0,6-3 33 15,3 0-42-15,7-3 0 0,1 0 21 0,0-1 16 16,0 0-36-16,11-2 28 0,11 0-12 0,3-1 9 15,5-4 83-15,9-1-41 0,2-1-16 0,1-3 16 16,-1 0 6-16,-5 0-37 0,3 0-55 0,-3-3 26 16,-4-2 7-16,-4-1 23 0,-2 1-276 0,-5-1 130 15,-3 2 56-15,-4 0 36 0,-5 1-400 0,-2 0 201 16,-2 1 100-16,-3-3-255 0,-2-4 169 0,0-2 98 16,-4-3-234-16</inkml:trace>
  <inkml:trace contextRef="#ctx0" brushRef="#br0" timeOffset="6178.5">25658 7068 1067 0,'-31'-30'0'0,"8"10"0"0,5 1 0 0,0 3 0 0,6 0 0 0,1 5 0 0,6 2 398 0,1 3-182 0,4 1-92 15,0 4 163-15,0 1-131 0,4 0-62 0,19 4-30 16,9 8 71-16,7 2-51 0,6 4-17 0,8-2-9 16,1 1-130-16,3-4 53 15,0-4 25-15,11 1-519 0,-13-5 281 0,11 6 128 16,-9 5 69-16</inkml:trace>
  <inkml:trace contextRef="#ctx0" brushRef="#br0" timeOffset="7703.39">27236 10523 452 0,'0'0'0'0,"0"0"0"0,0-3 0 0,0 3 0 0,0 0 0 0,0 0 0 0,0 0 94 0,0 0-23 0,1 0-8 15,5 0 43-15,1 0-37 16,0 3 1-16,0-2-38 0,2 1 41 0,1 0-9 15,1-2-31-15,1 0 0 0,1 0 80 0,1 0-32 16,0 0-8-16,-1 0 39 0,4-2-40 0,-3-1 0 16,6-3-39-16,-1 0 51 0,1-1-29 0,5-3 0 15,-3 2-12-15,5-3-10 0,-1-1 0 0,2-1 8 16,0 1-20-16,2-1 11 0,-2-5 1 16,2 4 0-16,-1-3-22 0,1-1 30 15,0 2-8-15,2-5 24 0,1-1-25 0,-3 1 1 16,2 0 0-16,2-1 48 0,3-5-48 0,-5 3 0 15,5-2 36-15,-2-3-36 0,3-1-1 0,-6 2 9 16,10-6 16-16,-3 3-24 0,-4-1 0 0,1 0-1 16,-1-2 2-16,-3 4 7 0,5-5-8 0,-12 8-22 15,2-1 1-15,-4 0 21 0,1-3 0 0,-3 2 18 16,1 0-18-16,-1-2-1 0,-3-2 17 0,0 2-17 16,4-3 1-16,-4 2 7 15,2-2-54-15,-1 2 21 0,-1 0-3 0,1 1 24 16,-3-2-28-16,1 5 7 0,0-2 12 0,-3 2-24 15,0 2 24-15,-2-3 3 0,1 1-17 0,-4 0-20 16,3-1 29-16,-1 2 4 0,-3-3-42 0,3 0 1 16,0 0 33-16,3-3 5 0,-3 3-33 0,-1-1-1 15,4-1 22-15,-4-1 6 0,1 4-38 0,-5 5 1 16,2-1 24-16,-4 1 33 0,-3 2-5 16,2 4-22-16,-3-1-7 0,0 3 7 15,0-3-1-15,0 0 1 0,0 0-29 0,-3 0 0 16,2 1 27-16,0-1 1 0,-2 1-32 0,3-1 29 15,-1-1-1-15,-1 6-13 0,2-2 11 0,-5 4 1 16,5-3-4-16,-6 3 25 0,3 3-8 0,2-1-14 16,-3 1-4-16,1 2 55 0,1 1-21 0,-1-2-1 15,2 2 16-15,-1 3-37 0,0-3 10 0,2 3-8 16,0-2-12-16,0 4 13 0,0-2 7 0,0 2-5 16,0-1-35-16,0 0-1 0,0 0 30 0,0 2-144 15,0 0 65-15,0 0 36 16,0 0 8-16,0 0-151 0,0 0 69 0,0 0 46 15,0 0-480-15,0 0 259 0,0 4 120 0</inkml:trace>
  <inkml:trace contextRef="#ctx0" brushRef="#br0" timeOffset="8730.02">30413 8993 605 0,'5'-7'0'0,"0"2"0"0,0-4 0 0,2 2 0 0,-4 0 0 0,0-1 0 0,1-3 0 0,-2 2 143 0,-1 1-55 16,1-1-28-16,-2 0 8 0,0 0 13 0,0 1-24 15,0-2-1-15,0 1 52 0,0-1-30 0,0 1-8 16,0-2 16-16,0 1-27 0,0 1 1 0,0 0-28 15,-5-1 43-15,-5 0-42 0,-2 3 0 0,-3 0 0 16,-3 3-39-16,-3 2 0 0,-2 0 47 0,-7 2-8 16,1 0-30-16,3 0 0 0,-4 11 29 0,0 0 13 15,1 3-18-15,1 6 3 0,2-1-25 0,1 4 84 16,2-1-33-16,5 3-1 16,2-5 70-16,2 8-50 0,1-1-21 0,5-1 0 15,3 0 20-15,2 1-1 0,3-5-32 0,0 8-8 16,0-4 39-16,8 3 0 0,8-1-39 0,0 0 23 15,3 0 9-15,0-1-33 0,5 1 35 0,-1-2 0 16,4-2-34-16,4 1 0 0,0-3-13 0,9 1 13 16,-2-4-1-16,7-3 1 0,1-2-23 0,1-3-1 15,-4-4 32-15,14 1-68 0,-8-6 28 0,-4 0 1 16,1-2 14-16,-11 0-69 16,3 0 36-16,-5 0-5 0,-4 0 23 0,-9-2-11 15,-2-2-16-15,-4 1 35 0,-3-1-37 0,-6 2 33 16,0-2-12-16,-1 1 10 0,-2 0 84 0,0 1-41 15,-2 0 2-15,0 0-37 0,0-1-82 0,0 1 38 16,0 0 7-16,0 0-487 0,0 1 236 0,0 1 117 16,0 1-390-16</inkml:trace>
  <inkml:trace contextRef="#ctx0" brushRef="#br0" timeOffset="19691.47">24385 10347 250 0,'0'-4'0'0,"0"3"0"0,0-1 0 0,0 0 0 0,0 2 0 0,0-2 0 0,0 2 17 16,0 0 0-16,0 0 0 0,0 0 17 0,2 0-11 16,0 0-5-16,3 0 1 0,-1 0 31 0,2 4-29 15,0-1-1-15,-1 3-2 0,1-2 3 0,-1 1-1 16,3-1 1-16,0 2 10 0,-3 0-10 0,3-2 7 16,1 3-15-16,-1-2 9 0,3 1-1 0,-2 2 1 15,3-4-8-15,1 5 11 0,-3-3-4 0,2-1-2 16,1 1-21-16,-2 0-2 15,3 0 23-15,-5-2-27 0,5 0 25 0,-4 2-2 16,-1 0 1-16,3-1-42 0,-2 2 40 0,-1-5 0 16,3 4-31-16,-3 2 27 0,0-2 1 0,3-1-4 15,-2 1-1-15,0-2 3 0,3 1 1 0,0-1-4 16,-1 0 4-16,1-1-3 0,2 1 2 0,0 0 17 16,1 0-17-16,1-3 0 0,-1 4 0 0,-1-4-24 15,4 2 24-15,-5 0 2 0,4 1-33 0,-2-1 30 16,-1 1-1-16,0 0-1 15,2 1-12-15,-2-1 11 0,0 2 2 0,0 0-7 0,1-4-8 16,-4 3 10-16,4-1 1 0,-2 0 9 16,0-1-9-16,1-1-1 0,-1 1 15 0,-1 0-13 15,2 1 0-15,1-2 3 0,-2 2-16 0,4-3 14 16,1 3-1-16,-1 0 1 0,1-2-15 0,2 2 15 16,-1-3-1-16,1 3-10 0,-3 0 9 0,3-1 0 15,0-1 0-15,-3 2-16 0,2-2 15 0,-1 2-3 16,-3-3 2-16,2 4-8 0,0-4 8 0,-1 1-1 15,2-2-2-15,-2 5 2 16,0-3 0-16,1 2 0 0,0-2-1 0,0 2 1 16,1 0 0-16,-1 0-7 0,1-2 7 0,0 1 0 15,1-1-1-15,0 2-8 0,-3-3 8 0,1 1 0 16,0 1 1-16,-1-2-1 0,1-1 0 0,-1 2 0 16,2 0-1-16,-2-2 0 0,-1 2 1 0,3-1-1 15,-1-1-3-15,2 3 4 0,1-3 0 0,-1 0-1 16,1 1 1-16,2-1 0 0,-3 0-1 0,1 0 2 15,0 0-2-15,-4 0 1 16,2 0-1-16,1 0-3 0,-5 0 3 0,2 2 0 16,-4-2-11-16,4 0 12 0,-4 2-2 0,-1-2 1 15,0 0 0-15,1 2 0 0,3-2-1 0,-2 2 11 16,2-2-11-16,0 0 1 0,1 0-1 0,2 0 7 16,-3 0-6-16,4 0 0 0,-2 0 1 0,3 0-11 15,-2 0 10-15,-2 0 1 0,0 0-2 0,0 0 1 16,0-2 1-16,-3 0 0 15,4 2-6-15,-7-2 5 0,6 2-1 0,-4-2 1 0,0 2 9 16,0-1-9-16,0 1-1 0,2-3 10 16,-2 2-8-16,1-1-1 0,0 0 5 0,4 0-4 15,-4 1 1-15,2-4-1 0,0 2 4 0,2-1-3 16,-2 1 0-16,1-2-1 0,0 3-15 0,-1-3 15 16,2 1 1-16,-3 0-3 0,1 1 1 0,0-1 1 15,1 2-2-15,-2-1 1 0,4-1 0 0,-3 0 0 16,3-1 0-16,2 2 4 0,-2 0-5 0,1-1 2 15,2-1-25-15,-2 1 24 16,0-2-1-16,-1 1 1 0,0-1-22 0,0-1 20 16,-4 4 0-16,0-2 0 0,-6 3 4 0,0-2-4 15,0 2-4-15,-4 0 26 0,-1-1 1 0,-3 2-23 16,1 0 0-16,-1 1 23 0,-1 0 1 0,0 0-16 16,0 0 35-16,0 0 0 0,0 0-27 0,0 0 4 15,0 0-20-15,0 0 17 0,0 0-5 0,0 0-138 16,0 0 66-16,0-2 31 0,0-1-1 0</inkml:trace>
  <inkml:trace contextRef="#ctx0" brushRef="#br0" timeOffset="20310.26">24329 10473 354 0,'0'0'0'0,"0"0"0"0,0 0 0 0,0 0 0 0,0-2 0 0,0 0 0 0,0 1 0 0,0-4 0 0,3 0 26 15,7-4 1-15,1 2-1 0,0-3-18 0,-2 1 19 16,2 1 5-16,-2 0-5 0,0 1-41 0,-1 1 0 16,-1 0 36-16,-1 3-57 0,1-1 30 0,-2 1-4 15,4 1 26-15,0 0-64 0,2 0 24 0,1 0 1 16,0 0-124-16</inkml:trace>
  <inkml:trace contextRef="#ctx0" brushRef="#br0" timeOffset="20468.84">24734 10293 153 0,'14'-3'0'0,"-3"-2"0"0,2 1 0 0,2-1 0 0,-2-3 0 0,3 3 0 0,0-2 137 0,-1-3-52 0,0 3-27 0,0 1-40 16,-2 1 18-16,3-1-7 0,0 0 0 0,1 4-154 15,0-2 68-15,2 2 38 16,2 1-74-16,-1-1 47 0,3 0 24 0</inkml:trace>
  <inkml:trace contextRef="#ctx0" brushRef="#br0" timeOffset="20592.1">25302 10184 240 0,'13'0'0'16,"0"0"0"-16,-1 0 0 0,0 0 0 0,2 0 0 0,-4 0 0 0,2 0 0 0,-2 0 0 0,1 0 19 0,0 0-5 0,2 0 1 15,0 0-26-15,4 2-1 0,2-2 23 0,3 2 3 16,-1-2-121-16,2 0 53 0</inkml:trace>
  <inkml:trace contextRef="#ctx0" brushRef="#br0" timeOffset="20692.84">25740 10192 374 0,'18'0'0'0,"1"1"0"15,-5-1 0-15,2 3 0 0,-1-3 0 0,-2 0 0 0,0 0 0 0,-1 0 0 0,1 1 32 0,-2-1 0 0,2 2 1 0,0 0-86 0,3 0 36 0,0 2 6 16,3-1 32-16,2 3-165 0,-1-3 74 0</inkml:trace>
  <inkml:trace contextRef="#ctx0" brushRef="#br0" timeOffset="20809.09">26226 10285 278 0,'20'2'0'0,"1"1"0"0,-1 3 0 0,3-5 0 0,-2-1 0 0,0 0 71 0,-3 0-1 0,1 0-37 16,-3 0-14-16,2 2 22 0,-1 2-9 0,0-2 1 15,0 1-101-15,1 2 44 0,1 1 23 0,-1-2 5 16</inkml:trace>
  <inkml:trace contextRef="#ctx0" brushRef="#br0" timeOffset="21032.05">26821 10428 349 0,'23'4'0'0,"0"4"0"0,-1-2 0 0,-1-2 0 0,-2 0 0 0,-1 0 0 0,-1 0 0 0,-3 2 8 16,-1-3 15-16,3 4-4 0,-2-5-1 0,0 4-32 15,1 0 1-15,1 2 27 16,-2 0-113-16,2 2 50 0,0 0 27 0,3 1-1 15,-1 0-30-15,-2 1 25 0,0-3 0 0,2 0 25 16,-1-2-53-16,-2 0 56 0,-3 0 0 0,-2-3 0 16,1-1 0-16,-2-1 0 0,-1 0 42 0,-3-2-10 15,0 0-23-15,-2 0 10 0,1 0 135 0,-3 0-75 16,4 0-19-16,-3-2-24 0,0 0 24 0,0-1-36 16,-2 1 28-16,0 0-130 0</inkml:trace>
  <inkml:trace contextRef="#ctx0" brushRef="#br0" timeOffset="22752.05">24391 10326 183 0,'0'0'0'0,"-2"3"0"0,2-2 0 0,-2-1 0 0,2 0 0 0,-2 0 0 0,2 0 0 0,0 0 0 0,0 0 0 0,0 0 14 0,0 0-1 0,0 0 5 0,0 0 23 16,0 0 0-16,0 0-24 0,0 0 35 0,0 0 1 15,0 0-27-15,0 0-5 0,0 0 21 0,0 0-19 16,0 0 0-16,0 0 8 0,0 0-21 0,0 0 20 16,0 0-5-16,0 0-19 0,0 0 18 0,0 0 2 15,0 0 5-15,-1 0-17 16,-3 0 10-16,2 0-5 0,-3 0-11 0,2 0 12 15,-1 0 7-15,1 0-9 0,-3 0 30 0,2-1-27 16,1-2 1-16,-1 0 1 0,-2-1 18 0,2-2-18 16,-1 1 2-16,-1 0-14 0,3-1 12 0,-3-1 2 15,0 0 7-15,0 0 3 0,1 2-11 0,-1-3 0 16,-1 1-20-16,1-3 20 0,0 3 5 0,1-1-5 16,-1-4-42-16,1 5 40 0,-2-4-2 15,4 2 1-15,-4-2-11 0,3-1 11 16,-2 3-4-16,1-4-23 0,0 6 21 0,0-4 3 15,-1 3-4-15,1-5 14 0,-1 4-14 0,1 0 2 16,-3 0 9-16,2-3-8 0,1 3 4 0,-1-4-4 16,-1 2-21-16,2 0 20 0,0-3 2 0,0 3-1 15,1-4-28-15,-3 2-3 0,5-2 27 0,-3 0-17 16,2 1 13-16,-1-2 3 0,0 1-5 0,1-2-12 16,-1 2 11-16,0 0 3 15,1-2-1-15,-1 2 1 0,0 0-2 0,0 1 1 0,-1 1 22 16,3 0-22-16,-2 2 2 0,0-1-2 15,3 1-19-15,-3-1 20 0,2-2 1 0,-3 1-23 16,4 1 21-16,-1-3 0 0,0 1 1 0,0 1-41 16,0-2 35-16,1 0 2 0,1-1-25 0,-3 2 24 15,2-1-3-15,-1-3 2 0,0 4 3 0,2-3-4 16,-2 0-3-16,1-2 2 0,-1 0 6 0,2 1-6 16,-2-2 2-16,0 0 21 0,-1 2-21 0,2-2 1 15,-3-1 0-15,2 3 25 0,0 2-22 0,0-3-3 16,1 1-4-16,-1 4 6 15,0-3 2-15,0 0-3 0,-1 2-14 0,1-2 14 16,0 0 0-16,0-2 2 0,-3 3-11 0,4-2 9 16,-3-1-1-16,2 1 6 0,-1-1-7 0,1 0 3 15,-2-1-27-15,0-1 0 0,3 3 21 0,-1 0 3 16,0 1 10-16,2 0-11 0,-3 1-1 0,3 1 0 16,0-2 2-16,0 1-2 0,0 1-1 0,0 0 2 15,0-2 30-15,0 2-1 16,0 1-27-16,0-3 27 0,0 1-26 0,0 0 2 15,0-1 4-15,0-2-17 0,0 3 20 0,0-2-6 16,0 0-34-16,3-1 34 0,-1 2-1 0,1-2 1 16,1 2-37-16,0 0 35 0,-1 1-5 0,3 0-4 15,-4 0-13-15,1 0 13 0,2 3 4 0,-3 0-6 16,0 0 5-16,-1 2-1 0,1-3 1 0,0 5 20 16,-2-2-19-16,0 1 0 15,2-3 0-15,-2 4 0 0,0-4 0 0,2 3 1 0,-2-3-5 16,1 2 5-16,-1 0-1 0,2 0 2 15,0-3-9-15,0 3 8 0,0-2-1 0,0 2-6 16,-1-2 5-16,2-1 0 0,1 1 1 0,-2 0-19 16,1 1 18-16,-1 0-1 0,0 2-5 0,-1 2 5 15,3-5 0-15,-2 4-1 0,0 0-6 0,0-1 6 16,0 1 0-16,-1 2-1 0,1-1-11 0,1 0 11 16,-1 1 0-16,0-1 8 0,0-1-9 0,-1 2 1 15,1 0 13-15,0-3-12 0,2-1 0 16,-2-1 0-16,3 1-23 0,-1-2 23 15,0 2 0-15,0-3 0 0,-2 1 4 0,1 2-4 16,-1 0-1-16,0-1 2 0,0 2 5 0,-1 0-7 16,1 2 1-16,0-1-11 0,-2 4 10 0,0-4-1 15,2 3 1-15,-2 1-24 0,2 2 23 0,0-3 0 16,-2 2-7-16,1-1 7 0,1 1-1 0,-2 0 1 16,3 0 2-16,-1 0-5 0,0 1 1 0,-2-1-3 15,0 2-2-15,0-2 4 0,0 3 0 16,0-1-14-16,3 0 12 0,-3 0 3 15,2-2-1-15,0 0-40 0,0 1 1 0,0-3 36 16,-1 2-36-16,1 1 0 0,0-1 33 0,0 0-6 16,0 2-85-16,-1 0 40 0,-1 1 15 0,0 1-4 15,0 0-100-15,0 0 54 0,0 1 33 0</inkml:trace>
  <inkml:trace contextRef="#ctx0" brushRef="#br0" timeOffset="24283.4">24154 7921 133 0,'-2'-7'0'0,"0"2"0"0,0 2 0 0,1 1 0 0,-1-1 0 0,2 1 0 0,-2 0 148 0,2 0-58 0,0 0-20 0,-2 2 16 16,2 0-27-16,0 0 1 15,0 0-76-15,0 0 25 0,0 0 8 0,2 0 16 16,3 0-43-16,4 4 42 0,0 0-1 0,0 3 1 16,0 0-31-16,3 2 27 0,-2-2 0 0,2 1-25 15,0 0 21-15,-1 2-5 0,4-3 10 0,-2 3-12 16,4-1 4-16,-1-2-5 0,2 1 18 0,2 1-10 16,0-1 3-16,4-1 1 0,0 1-37 15,-2 1 32-15,1-1-1 0,1 2-1 16,-4-3-34-16,1 3 32 0,2-1 2 0,-2 0-4 15,-1 3-33-15,1-3-4 0,-3 2 40 0,2-2-45 16,-1 3 38-16,1-3-6 0,-1 0 1 0,5 3 0 16,-4-3 4-16,5 0-7 0,-2 1-4 0,2-1 7 15,-4 0 1-15,2 1-1 0,-2-2-6 0,4 3 8 16,-4-2 0-16,2-1-39 0,-3 1 37 16,4 0-3-16,-7 1 4 0,5-3-37 0,-1 3 33 0,-1-2-3 15,-2 1-11-15,0-1 10 16,1-2-1-16,0 4 2 0,-2-3 4 0,0 1-6 15,-1-1 1-15,2 1 0 0,0-2 10 0,-1 0-9 16,-1-1 0-16,1 1 8 0,5-1-8 0,-4-1 2 16,3 0 1-16,2-1 13 0,0 1-13 0,2 0-1 15,-4 0-15-15,2 0 15 0,-1 1 1 0,0-1-1 16,-1 0-18-16,-3 2 17 0,4-3 0 0,-3 1 0 16,-1 1-12-16,3-3 11 0,0 2-2 0,-1 0 15 15,0-1-15-15,4 2 2 0,0-4-3 16,-2 3 15-16,1-2-13 0,0 0 1 15,1 1 7-15,-2-1-6 0,3 0 1 0,-1-1-1 16,3 5 5-16,-1-5-5 0,2-1 2 0,3 2-1 16,3 0 33-16,10-2-33 0,-1 0 1 0,-1 0 22 15,1 0 0-15,-8 0-19 0,4 0 1 0,0 0 36 16,-4-2-31-16,1 2-3 0,-1-2-12 0,0 2 15 16,1 0 2-16,8 0-4 0,-5 0-22 15,1 0 0-15,-4 0 21 0,1 0 3 16,1 0-43-16,-1 0 38 0,-3 0-7 0,4 0 1 15,-4 0 0-15,1 0 4 0,-1-1-6 0,1-2 24 16,1 0-20-16,1 0 0 0,0 1 31 0,1-1-28 16,5-3 0-16,-2 3-1 0,-6-2 13 0,5 4-12 15,-2-3 4-15,-2-1-1 0,-1 4-27 0,-1-1 24 16,-2-1 3-16,-2 1-2 0,2 2-37 0,-2-2 37 16,0 0-4-16,2 0-16 0,-2 1 13 0,2-2 3 15,1 2-6-15,3-3-16 16,-1-2 16-16,1 2 3 0,1-1-13 0,1-3 12 15,2 3-2-15,-3-2 2 0,0 0-5 0,-2 0 5 16,1 2-1-16,-5-1 28 0,3 0-27 0,-4 2 0 16,0-1 1-16,-1 1-5 0,-1 0 5 0,-3 1 0 15,1-3-8-15,0 3 9 0,5-2-1 0,-2 2-1 16,3-1-21-16,-2 0-1 0,2 0 21 0,-2 1-2 16,1-1-17-16,-2 1 18 0,-1-1-4 0,-5 2-3 15,0-2 2-15,0 2 0 16,-3-2 2-16,-1 2 17 0,-1-2-17 0,-3 2 1 15,0-2 7-15,2 1-6 16,-2 0-1-16,2-4 4 0,-2 4 9 0,-2-3-10 0,2 1-2 0,-3 1 4 16,-3 1-29-16,0-2 26 0,-4 2 0 0,0 0-33 15,1 2 1-15,-5 0 27 0,1-2 2 0,0 3-133 16,-2-2 63-16,0 2 25 0,0 0-306 0,-2 0 165 16,-13 0 79-16,-2 0 39 0</inkml:trace>
  <inkml:trace contextRef="#ctx0" brushRef="#br0" timeOffset="24744.75">24198 8030 524 0,'-10'-9'0'0,"2"3"0"0,3 0 0 0,-1 3 0 0,3-1 0 0,-1-2 0 0,-2-1 33 0,4 1 0 0,-2 0-1 0,4 3 28 16,-2 1-1-16,2 0-18 0,0 0-103 0,0-2 46 16,2 0 24-16,17 1-1 0,6-3-239 0,5 1 120 15,9-5 58-15</inkml:trace>
  <inkml:trace contextRef="#ctx0" brushRef="#br0" timeOffset="24892.77">24706 7782 587 0,'7'-13'0'0,"2"3"0"0,-4 4 0 0,1-1 0 0,-1 0 0 0,0 0 0 0,4-3 0 0,-2 1 63 0,2 0-31 16,1 2 1-16,1 1 24 0,4 1-1 0,3 1-15 15,11 1-158-15,1 1 74 0,9 0 37 0,0 1-1 16,5-2-250-16,-6 2 129 16</inkml:trace>
  <inkml:trace contextRef="#ctx0" brushRef="#br0" timeOffset="25011.89">25512 7675 474 0,'18'0'0'0,"0"0"0"0,-3 0 0 0,1 0 0 0,-4 0 0 0,2 0 0 0,-3 0 0 0,0 0 83 0,-1 0-25 0,6 0 0 0,1 0-101 15,7 0 30-15,4 0 0 0,9 4 37 0,6-2-259 16</inkml:trace>
  <inkml:trace contextRef="#ctx0" brushRef="#br0" timeOffset="25142.69">26568 7694 490 0,'18'0'0'0,"3"0"0"0,2 0 0 0,-3 0 0 0,0 0 0 0,0 0 0 0,0 0 0 0,1 0 106 0,0 0-40 15,6 0-1-15,0 0-32 0,3 0-100 0,4 3 46 16,4 2 29-16,7-3-302 0</inkml:trace>
  <inkml:trace contextRef="#ctx0" brushRef="#br0" timeOffset="25274.34">27416 7771 595 0,'18'0'0'0,"-4"6"0"0,4-2 0 0,-4-1 0 0,2-1 0 0,-4 0 0 0,-1 0 0 0,1 0 84 0,1 0-17 0,4-1-8 15,6 3-46-15,0-2 20 0,4 0-1 0,3-1 1 16,2 3-195-16,0 0 89 0,5 0 46 0,-2-2 24 16</inkml:trace>
  <inkml:trace contextRef="#ctx0" brushRef="#br0" timeOffset="25512.83">28147 7904 278 0,'20'5'0'0,"3"1"0"0,2 3 0 0,-1-4 0 0,1-3 0 0,-7 1 0 0,2-3 172 0,2 0-70 0,-2 2-26 0,-1-2 33 15,2 3-38-15,-1-2 0 0,-1 1-38 0,1 3-31 16,0 1 8-16,6 3 23 0,1 1-199 0,2-1 95 16,3 0 47-16,-1 2 23 0,0-1-202 15,1 1 102-15,-1-1 52 0,-1 1 2 16,-4 0-38-16,-7 1 6 0,3-1 32 0,-5 2 5 15,-2-2 9-15,-3 3 33 0,-2-2 0 0,1 0 93 16,0-1-75-16,-3 0-22 0,2 2 239 0,-2-5-110 16,3 2-66-16,-5-2-2 0,4 0 82 0,-1 0-41 15,-1 0-36-15,-3-3 2 0,3-1-70 0,1-1 9 16,-2 3 30-16</inkml:trace>
  <inkml:trace contextRef="#ctx0" brushRef="#br0" timeOffset="27769.85">24092 7882 137 0,'0'-2'0'0,"0"-1"0"0,0 0 0 0,0-2 0 0,0-1 0 0,0 0 46 0,2-1-31 15,0-1-1-15,-1 2 4 0,-1-1 40 0,3 2-40 16,-3-1 0-16,0 0 32 0,0 1-29 0,0-1 4 16,0 2-5-16,0 1 38 15,0-1 0-15,0 0-35 0,0 2 66 0,0 0-24 16,0 2-6-16,0 0-21 0,0 0 16 0,0 0 0 15,0 0-21-15,0 0 8 0,0 0-4 0,0 0-4 16,0 0 0-16,0 0-5 0,0 0 5 0,0 0 8 16,0 0-9-16,0 0 30 0,0 0-1 0,0 0-28 15,0 0 22-15,0 0-14 0,0 0-8 0,0 0 0 16,0 0-32-16,0 0 1 0,0 0 31 0,0 0 8 16,0 0-47-16,0 0 39 15,0 0 0-15,0 0-40 0,0 0 0 0,-4 2 33 16,0 4-17-16,-2 1 36 0,3-1-8 0,-1 1-14 15,1-1 0-15,1-2-25 0,0 0 22 0,0-1 1 16,-1 3-49-16,1-1 23 0,1 1 0 0,-1 2 30 16,2-1-35-16,-2-1 27 0,2 0-7 0,-2 0-28 15,2 0 24-15,-2 3 10 0,2-4-21 0,-1 0 26 16,1 1-17-16,-3-2 5 16,3 2-2-16,-1 0 4 0,1-3-1 0,-2 2-1 0,2 2 16 15,-2-4-15-15,2 2 1 0,-2-1 2 16,1-1 5-16,1 3-7 0,-2-2 0 0,2 2-2 15,-2-2 1-15,2 2 3 0,-2-1-3 0,2 0-32 16,-3 1 32-16,3 0-1 0,-1-1-29 0,1 3 31 16,-2-2-5-16,0 1 2 0,0 1-17 0,0-1 15 15,0 1-3-15,1-1 4 0,-1 1 16 0,-2 0-17 16,2-1-2-16,1 2 9 0,-3-2-7 0,2 0 1 16,-1 2 1-16,1-2-2 0,1 0 1 15,-1-1 0-15,2 3-13 0,-2-3 13 16,0 2 0-16,0-1 0 0,1 1-17 0,-1 2 16 15,0-3 0-15,-2 2 0 0,2 1 1 0,1-1-2 16,-3 0-3-16,1 2 3 0,0-1-6 0,1 0 5 16,-2 1 27-16,2-1-26 0,0 0 2 0,1-1-2 15,-1-1-5-15,0 2 5 0,0-3 2 0,2 1-1 16,-2-3-26-16,2 1 25 0,-1 0 1 0,1-1-1 16,-2 1-23-16,2 0 22 15,-2-1-2-15,0 1 3 0,-1-1-2 0,1 3 0 16,1-2-4-16,1-1 8 0,-4 1-7 0,4 1 2 15,-3-1 4-15,2-1-4 0,1 3 1 0,-1-2-1 16,1 0-9-16,0 1 9 0,-2-2 2 0,2 3-1 16,-2 0-30-16,2-1 29 0,0 1-2 0,-2-1-15 15,2 0 14-15,-2 4-2 0,2-4 2 0,-1 2 1 16,1-2-3-16,-2 3 1 0,2-2 7 0,-2-1-7 16,0 0 1-16,2 3-1 15,0-3 28-15,-3 1-27 0,1-1 2 0,2 3 1 16,-1-3 7-16,-1 0-6 0,2 3-2 0,-2-2 9 15,2 1-6-15,-2-1-1 0,0 1-1 0,2 0 9 16,-1 0-8-16,1 1 1 0,-3 0-2 0,3 1 2 16,-1-4-1-16,1 4 0 0,0 1 0 0,-2-2 0 15,2 0 1-15,0 0 0 0,-2-1 11 0,2 2-11 16,0-1 0-16,0-1-17 0,0 2 18 0,0-1-2 16,0-1-19-16,0 2 18 15,0 1 0-15,0-1 0 0,0-1-5 0,0 0 3 16,0 3 2-16,0-5-4 0,0 4-3 0,0-3 4 15,0 2 1-15,0-1-4 16,0-1 12-16,0 1-8 0,0-1 0 0,0 0 11 0,0-1-11 0,0 0 1 16,0-2 0-16,0 2 1 0,0 2-1 0,0-3 1 15,0-1 16-15,0 1-16 0,0 3 0 0,0-3 0 16,0 1 7-16,0-3-5 16,0 5-2-16,0-2 24 0,0-1-23 0,0 0 2 15,0 1-1-15,0-1 2 16,0 1-1-16,0-3 1 0,0 3-21 0,0 0 20 0,2 0 0 0,-2-3 1 15,0 2-23-15,2-1 20 0,-2 1 1 0,0 1-3 16,1-2-6-16,2 1 6 0,-3 0 1 0,0 3-4 16,1-2-11-16,-1-1 11 0,2 1 2 0,-2-1-6 15,2 0 5-15,0 1 0 0,-2 0 0 0,2-1 1 16,-1 0-1-16,-1 2 0 0,2-2 0 0,1 0 0 16,-1 2 0-16,0 1 0 15,0-3 4-15,-1 3-4 0,1-3 1 0,0 4 0 16,0-5-2-16,0 3 2 0,-1-1-1 0,0-1 3 15,2 3-2-15,-1-3-1 0,0 3 3 0,-1-3-2 16,1 1-1-16,1-1 1 0,-1 3 1 0,-2-3-1 16,2 1 0-16,0-1 0 0,-1 1 19 0,1 0-18 15,0-1 0-15,-2 0-1 0,2 2 24 0,0-3-22 16,-1 3-1-16,1-1 16 0,-2-1-13 0,2 3-1 16,0 0 12-16,0 1-11 15,0 0 0-15,-1-1 4 0,1 4 4 0,1-1-7 16,-1 1 1-16,1-2 0 0,1 3 1 0,0-5 0 15,1 5-1-15,-1-1-1 0,-1-2-7 0,4-1 7 16,-3 3 1-16,-1-3-17 0,3 3 16 0,-3-1-1 16,3-2-2-16,-3 2 2 0,2-1 1 0,-1 0-1 15,-1 2 5-15,1-3-6 16,0 0 0-16,-1 0 1 0,1-1 7 0,-1 3-7 16,2-5 1-16,-1 3-1 0,-1-2-17 0,1 0 17 15,1 1 2-15,-1-3-16 0,2 3 14 0,-2-3-1 16,2 2-1-16,-1-1-26 0,0 1-3 0,3 1 28 15,-3-1-40-15,2 1 38 0,0-3-6 0,0 3 4 16,0-1-22-16,4 0 20 0,-4 1-3 0,2-1 2 16,1 2-8-16,1-1 7 0,-2 0-4 0,1-2 16 15,1 2-13-15,0-2 2 0,-1 1-1 0,-1 0 16 16,0-1-15-16,-2 0 0 16,2-1 14-16,-2 1-13 0,0-1 2 0,-1 0-2 15,2 1 22-15,-3-1-20 0,1 1 1 0,-3-1-1 16,3 1 16-16,-2-2-15 0,0-2 1 0,-2 2 7 15,2-2-7-15,-3 1 0 0,3-4-16 0,-2 1 16 16,-1-2 1-16,-1 2-1 0,0-2-50 0,0 0 24 16,0 0-3-16,0 0 26 0,0 0 14 0,0 0-16 15,0 0-6-15,0 0-43 0,0-2 20 0,0-10 1 16,0 0 16-16,0-1-598 0,0-1 292 0</inkml:trace>
  <inkml:trace contextRef="#ctx0" brushRef="#br0" timeOffset="36975.46">24010 8353 305 0,'0'0'0'0,"0"0"0"0,0 0 0 0,0 0 0 0,0 0 0 0,0 0 0 0,0 0 0 0,0 0 0 0,0 0 0 0,-2 0 28 0,2-2 0 16,-3-2 0-16,1-1 17 0,1 0-9 0,1-1-6 15,-2 2 11-15,0-2-10 0,2 3-1 0,-2-1 1 16,0 2 48-16,2 0-47 0,0 0 0 0,-1 0 6 15,1 2-5-15,0 0 8 0,0 0-8 0,0 0-30 16,0 0-1-16,-2 0 30 16,2 0-65-16,-2 2 36 0,0 4-7 0,0 1 26 15,2 1-29-15,-2 0-8 0,2-2 36 0,-1 4-13 16,-1-3-13-16,2 3-14 0,-2-3 32 0,-1 3-19 16,3-2 38-16,-2 1-4 0,2-2-18 0,-1 1 5 15,1 1-5-15,0-1 3 0,0-1-16 0,-2 3 19 16,2-3-5-16,0 2 5 0,0-3-43 0,-2 1 39 15,2-1-1-15,-2 2 1 16,0-1-3-16,0 1-3 0,2 0 3 0,-1 0 20 16,-1 0-21-16,0 2 0 0,0-1 0 0,0 0 36 15,2 0-34-15,-1 1 1 0,1 0 1 0,-2-1 3 16,2 0-4-16,0 2 4 0,-2 1-32 0,2-3 30 16,0 1-1-16,-2 1 4 0,2-2-10 0,-3 1 4 15,3 0 1-15,-2-2-8 0,2 2 7 0,0 0-1 16,-1-1 1-16,1 0-19 0,0 0 18 0,0 1-2 15,0-3-1-15,0 3 4 0,0-1-2 16,0 1 0-16,0 1-13 0,0 0 12 16,0 0 1-16,0-1 1 0,0 5-6 0,0-4 4 15,0-1 0-15,0 5-2 0,0-5-20 0,0 3 20 16,0-1 0-16,0-1 0 0,0 0-1 0,0-1 1 16,0-1 0-16,0 0-17 0,0 1 15 0,0 0 1 15,0-1 5-15,0 0-6 0,0 0 0 0,1 3 1 16,-1-3 9-16,0 1-9 0,2 0 1 0,-2-2-2 15,0 1 29-15,0 1-26 0,3 0 0 0,-3-1 18 16,0-1-16-16,0 0-1 16,0 2 7-16,0 0-11 0,0-3 7 0,0 2-3 15,2-1-25-15,-2 2 25 0,0-3 2 0,2 3-2 16,-2-1-34-16,0 1 32 0,2 0-1 0,-2 2-12 16,0-3 9-16,0 3 3 0,0-3-5 0,1 2 2 15,-1-1 0-15,0-3 2 0,0 2-4 16,2 0 16-16,-2-1-14 0,0 0 0 0,2 2-1 0,-2-2 2 15,0 2 1-15,2-1 0 0,-2 3-1 0,2-1 1 16,-2 0 0-16,0 2-8 16,1-4 8-16,1 3 0 0,-2-3-2 0,2 1-4 15,0 0 5-15,0-3-1 0,0 0-8 0,-2 1 8 16,1-3 0-16,1 1 0 0,1 1-5 0,-1-1 4 16,0 1 1-16,-1 2-1 0,1-2 5 0,0 1-5 15,0-2 0-15,0 2 3 0,0 2-2 0,-1-3-1 16,1 1 1-16,0-1-1 0,0-1 1 0,0 1-1 15,-1-1 2-15,1-1 6 0,1-1-7 0,-1 2 0 16,0-2 8-16,0 1-7 16,-1 0 0-16,-1 1-1 0,2 0 23 0,0 0-22 15,0 0 2-15,0 1-13 0,-1-1 13 0,1-2-1 16,0 3 2-16,0-1-10 0,0-3 9 0,0 1-1 16,-1-2-14-16,-1 2 13 0,0-2-1 0,0-2 1 15,3 0 0-15,-3 1 0 0,0-1-2 0,0 0-3 16,0 0 24-16,0 0-19 0,0 0 0 0,0 0-32 15,0 0 0-15,0 0 31 16,0 0-1-16,0 0-282 0,0 0 133 0,2 0 67 16,3 0-243-16</inkml:trace>
  <inkml:trace contextRef="#ctx0" brushRef="#br0" timeOffset="42807.33">26492 9429 606 0,'0'0'0'0,"0"0"0"0,0 0 0 0,0 0 0 0,0 0 0 0,0 0 0 0,-1 0 0 0,1 8 0 0,-2 1 33 16,2-1 0-16,-2 3-1 0,2 0 47 0,-2-2-15 16,2 3-9-16,-2 1 10 0,2-4 0 0,0 1-33 15,0-1 9-15,0 0-7 16,0-1-2-16,0 0 1 0,0-3-19 0,0 1 19 15,0-4 8-15,0 0-9 0,0-2-30 0,0 0-1 16,0 0 32-16,0 0 114 0,0-4-49 0,0-9-37 16,0-5 0-16,0 0-120 0,2-1 46 0,0-2 23 15,2 3 8-15,-3-1-41 0,1 2 27 0,0-1-1 16,-2 6-17-16,0 3 41 0,0-1 2 0,0 3-13 16,0 1-6-16,0 4-1 0,0 0 10 0,0 0 0 15,0 2 18-15,-2 0-32 16,-3 12 9-16,-3 3-51 0,1 5 25 0,-1-1 0 15,4 2 17-15,1-3 7 0,-2 1 0 0,5-1-2 16,0-8-14-16,0 4 10 0,0-6 6 0,0-3-14 16,0-2-5-16,0-1 7 0,0 0 6 0,0-2-8 15,0 0 36-15,0 0 2 0,3-7-29 0,-1-6 118 16,3-3-53-16,2 0-26 0,-2 0 5 0,0-4-84 16,1 5 27-16,-1 0 8 0,-1 2-24 15,0 3 5-15,-2 5 41 0,-1 1 2 16,2 2-75-16,-3 0 27 0,2 2 0 0,0 0-90 15,-1 0 58-15,1 6 11 0,0 5 0 0,-1 5 61 16,2 0 1-16,-3 1-35 0,0 3 0 0,0-2 88 16,0-2-40-16,0-3-18 0,0-3 23 0,2-1-17 15,-2-3 0-15,1-2-11 0,-1-3-7 0,0-1 11 16,2 0-8-16,-2 0 24 0,2 0 8 0,0-1-10 16,-1-11-15-16,4 1-76 0,-3 2 38 0,0-1 13 15,0 5 3-15,-2 1-318 16,2 4 158-16,-1 0 65 0</inkml:trace>
  <inkml:trace contextRef="#ctx0" brushRef="#br0" timeOffset="43833.98">26738 9660 297 0,'0'0'0'0,"0"0"0"0,0 0 0 0,0 0 0 0,0 0 0 0,0 0 0 0,0 0 76 0,0 0-22 16,0 0 1-16,-1 0 14 0,-1 0 8 0,-4 5-44 15,-1 5 43-15,-2 3-22 0,1 5 0 0,-1 0-21 16,0 2 65-16,-5 7-37 0,1-3 1 0,-1 3-30 16,2 1 36-16,-1-2-35 0,3-1 8 0,-3 5-35 15,3-4 27-15,0-2 0 16,5-3-1-16,0-2-61 0,1-3 39 0,2-4-8 15,-1-1 31-15,3-3-35 0,-1-3 6 0,1-3 1 16,0-2-111-16,0 0 59 0,0 0 17 0,0 0-1 16,0-6 7-16,0-6-1 0,0-8 8 0,6-4-197 15,7-2 92-15,0-4 52 0,2-2 14 0,0-3-143 16,2 5 75-16,-4-2 49 0,1 3-9 0,-5 9 25 16,1-4 0-16,-1 6 26 0,-2 1 38 0,1 7-9 15,-5-2 4-15,0 4 0 16,0 0 64-16,-1 4-51 0,-1-2-32 0,-1 5 9 15,0-1 228-15,0 1-119 0,0 1-26 0,3 0 120 16,-1 0-64-16,1 0-27 0,1 4-35 0,2 9 49 16,-1 2-41-16,1 3-21 0,-2 1 36 0,2 7-33 15,-3-1 0-15,1-1-24 0,-2 3 59 0,3-1-30 16,-2-4 9-16,2 6 0 0,-1-3-38 0,0-7 0 16,1 3-1-16,-1-2-34 0,-1-6 43 15,1 1-8-15,0-7-56 0,-2-2 28 0,-1 0 1 0,2-4 26 16,-3-1-25-16,2 0-1 15,3-3-1-15,3-16-6 0,0-2 66 0,5-5-11 16,-2-1-27-16,0-2-20 0,-2-2-112 0,2 1 55 16,0 1 31-16,1 2-95 0,-3 5 59 0,0-2 22 15,-2 8 0-15,-4 3-11 0,1 2 0 0,-2 3 20 16,0 4 39-16,0 2-16 0,-2 1-15 0,0-1-37 16,0 2 178-16,0 0-69 0,0 0-32 0,0 0 0 15,1 3-22-15,1 7 15 16,0 1-15-16,4 2 50 0,-2 2-24 0,1 0 17 15,3 2-10-15,-3 2 3 0,4-1-24 0,-2 3 3 16,-1 6 31-16,1-4-1 0,-4 5-32 0,3-1-3 16,-3 3 35-16,2 2 8 0,-3-2-37 0,-1 1 67 15,1-3-30-15,0-7-3 0,-1 1-1 0,4-7 25 16,-4-2-43-16,1-1-1 0,0-7 1 0,0-1-39 16,0-4-1-16,-2 2 48 0,3-2 70 0,-3-2-39 15,0-10 0-15,3-1-39 16,-1 0-63-16,-2 3 39 0,0-1-8 0,0 5 27 15,0-2-200-15,0 4 88 0,0 4 52 0,-12 6-655 16</inkml:trace>
  <inkml:trace contextRef="#ctx0" brushRef="#br0" timeOffset="47742.15">28620 9468 392 0,'0'0'0'0,"-2"0"0"0,-1 3 0 0,-3 0 0 0,5-3 0 0,-2 2 0 0,2-2 116 16,-1 2-41-16,0-2-22 0,2 0 49 0,0 0-26 16,0 3-9-16,0-2-34 0,0 0 34 0,2 1-35 15,4 0 1-15,3-2 8 0,3 2 85 0,-1-2-47 16,1 1-23-16,3-1 37 16,-3 0-30-16,0 3 8 0,2-1-38 0,-7 0-29 15,5 0 29-15,-3 2 0 0,-1-1-1 0,-2-1-11 16,1 2-9-16,-3-3 21 0,-3 1-48 0,2-2 24 15,-2 3 0-15,0-3 28 0,-1 0-79 0,0 0 20 16,0 0 22-16,0 0 86 0,0 0-34 0,0 0-2 16,-8 0-32-16,-1-3 17 0,1 1-12 0,-3 1 7 15,4-1 0-15,-9 0-58 0,5 0 25 0,-3 2 8 16,4 0-8-16,-1 0 5 16,2 0 27-16,2 0-11 0,1 0 2 0,5 0-11 15,-3 0 9-15,4 0 43 0,-3 0-18 0,3 0-18 16,0 0-11-16,0 0 27 0,0 0-23 0,0 4 18 15,7-1-43-15,4 2-1 0,1-1 29 0,1-1 6 16,6 1 11-16,-3-1-15 0,1 2 4 0,0-2-12 16,0-1 27-16,-3 1-27 0,0 1 6 0,-6 0-38 15,2-2 5-15,-1 0 26 0,-4-1 3 0,-2 2-69 16,0-3 33-16,-2 2 4 16,-1-2-28-16,0 0 23 0,0 0 0 0,0 0 6 15,0 0 79-15,-5 0-38 0,-8-2-17 0,2-1-11 16,1-4 75-16,-4 1-33 0,0-1 0 0,2 1-70 15,-2-1 50-15,3 1-9 0,-3 0 18 0,6 3 12 16,1-1-28-16,0 3 9 0,4-1 87 0,1-1-48 16,1 2-3-16,1 1-39 0,0 0 3 0,0 0-1 15,0 0 8-15,12 0-128 0,7 0 71 0,3 0 25 16,2 4 14-16,3-1 41 16,-6-1-28-16,9 2-5 0,-5-3-14 0,-6 1-29 15,2 1 8-15,-4 1 0 0,-5-4-68 0,-3 0 43 16,-1 3 11-16,-5-3-1 0,-3 0-88 0,2 3 53 15,-2-3 24-15,0 0 3 0,0 0 37 0,-5 0-13 16,-3-6-44-16,-1-3-85 0,4 6 39 0,-2-2 41 16,3 0 6-16,2 2-394 0,2 1 210 0,0 2 103 15</inkml:trace>
  <inkml:trace contextRef="#ctx0" brushRef="#br0" timeOffset="48097.61">29370 9611 1403 0,'-7'-5'0'0,"4"1"0"0,0 0 0 0,-1 2 0 16,-1-1 0-16,-1 0 0 0,1 2 0 0,-1-1 0 0,3 2 121 0,-4 0-44 0,1 9-14 0,-2 12 7 0,-1 2-1 16,-1 5-36-16,4 4 0 0,-4 3 29 0,1 1 9 15,-1 1-38-15,2 1-9 0,-3-1-24 0,0 1 33 16,3-2 0-16,-3-3-58 16,1 2 25-16,-1-3 0 0,2-4-1 0,2-7 1 15,0-1-6-15,1-9 11 0,3-1-83 0,-2-1 39 16,3-5 25-16,0-4-6 0,2 2-101 0,0-2 45 15,0 0 36-15,-1 0-228 0,1 0 121 0,0-12 46 16,0-3 34-16,3-3-323 0,7-9 183 0</inkml:trace>
  <inkml:trace contextRef="#ctx0" brushRef="#br0" timeOffset="48580.9">29252 9722 761 0,'4'-2'0'0,"-2"0"0"0,1 2 0 0,-1 0 0 0,0 0 0 0,-2 0 190 0,0 0-79 0,0 0-31 15,1 0 88-15,2 2-67 0,3 13-35 0,-1 4 1 16,-2 2 172-16,1 7-108 0,0 2-48 0,0 0 97 16,1 0-74-16,2 0-36 0,-2-6 8 0,4 7-60 15,-2-11 15-15,2 1 0 0,-1-3 0 16,0-2-82-16,-1-6 50 0,0-2-9 0,-2-1-24 16,0-4 32-16,-3-3 0 0,4 0 33 15,-1 0-180-15,4-10 44 0,-1-12 55 0,5-4-15 16,1-12 16-16,1 0-3 0,2-6-3 0,-1-2-72 15,1 0 50-15,-2 2 17 0,-1 9 0 0,-1-2 3 16,-3 10 14-16,0-4 8 0,-5 11 131 16,2-1-62-16,-6 10-31 0,1 0 6 15,-1 5 79-15,2 2-46 0,-3 3-31 0,0-1 292 0,0 2-148 0,0 0-53 16,0 0-39-16,0 0 82 16,0 0-57-16,3 0-29 0,0 9 0 0,1 2 25 15,1 2-19-15,1 3-8 0,1 0 40 0,0 5-34 16,1 4 0-16,-2 4-32 0,1 3 40 0,0 8-40 15,-2 3 0-15,-1 4 5 0,0 3-5 0,-2 4 0 16,5-4 8-16,-1 2-44 0,3-4 1 0,-1-11 35 16,-1 2-29-16,3-7 0 0,-3-7 37 0,-1-4-9 15,1-9-66-15,-4-5 29 0,-1 0 1 0,-1-5 10 16,2-2-56-16,-3 0 29 16,0 0 11-16,0-2 0 0,-4-8 80 0,-6 1-30 15,4 4-4-15,-1-5-372 0,-5 3 154 0,5 3 86 16,1 0 24-16,1 2-471 0,3 0 247 0,-2 2 135 15,4 0-473-15,0 6 301 0,0 2 149 0</inkml:trace>
  <inkml:trace contextRef="#ctx0" brushRef="#br0" timeOffset="48884.18">29996 10026 788 0,'0'-9'0'0,"0"5"0"0,0 2 0 0,0-1 0 0,0 1 0 0,0 0 0 0,0 0 243 0,0 0-105 15,0 2-52-15,0 0 62 0,0 0-57 0,3 2-21 16,1 11-9-16,-1 8 51 16,0 6-40-16,1 4 0 0,-2 4-39 0,-2 1 167 15,0 0-88-15,2 0-39 0,-2 0 93 0,1-3-67 16,1-3-33-16,0-5 9 0,-1 4-18 0,2-8 0 15,4 0-25-15,-4-4-48 0,-1-6 25 0,2-3 7 16,-1-3 17-16,-1-3-45 0,-2 1 22 0,0-3 0 16,0 0-62-16,0 0 51 0,0 0-16 0,0-9 1 15,-8 0-198-15,4-2 110 16,0-2 32-16,1-2 34 0</inkml:trace>
  <inkml:trace contextRef="#ctx0" brushRef="#br0" timeOffset="50424.59">30721 9788 589 0,'0'-4'0'0,"0"1"0"0,0-2 0 0,0 2 0 0,0-3 0 0,0 0 0 0,0 0 0 0,0 1 0 0,0-1 66 0,0 2 0 0,0 1-33 0,-4-1 84 15,4 0-34-15,-1 3-29 0,-1-1 63 0,0 0-43 16,1 2-20-16,-3 0 0 0,-2 0 10 0,1 0-7 16,-4 8-25-16,3 4 1 15,-1 4 22-15,-3 6 0 0,1 1-14 0,1 7 61 16,0-2-34-16,3-1-1 0,0 6-34 0,0-1 110 16,3-2-47-16,2 0-35 0,0 1 64 0,0-2-46 15,0-1-23-15,2-3 8 0,7 5-2 0,0-7 0 16,-1 3-29-16,5-5 0 0,-2-1-22 0,0-1 30 15,3-1-8-15,-1-2-46 0,0-2 23 0,-2 0 0 16,0-3 23-16,0-2-61 0,-3 0 18 0,0 0 0 16,1-4-62-16,-4-1 45 0,-1-1 8 0,-3-1 3 15,2-2-103-15,-1 2 59 0,-2-2 17 16,0 0 1-16,0 0-53 0,0 0 37 16,0 0 9-16,0 0-197 0,0 0 107 0,0 0 53 15,0 0 27-15,0 0-337 0,0 0 186 0</inkml:trace>
  <inkml:trace contextRef="#ctx0" brushRef="#br0" timeOffset="50798.61">30932 10004 949 0,'-9'-4'0'0,"1"4"0"0,8 0 0 0,0 0 0 0,0 0 0 0,-1 4 63 0,-1 3-22 0,-1 7 0 0,1 1 240 15,2 2-128-15,0 4-60 0,0 2 115 0,0 4-88 16,0-3-44-16,0-3-13 0,2-1-1 0,3 1-1 16,1-4-28-16,6 0 0 0,0-4-38 0,-1-3 45 15,-1-3-7-15,5-4-86 0,-5-3 42 16,4 0 22-16,-1 0 1 0,1-8-8 16,-1-13 3-16,0 0 0 0,1-2-15 0,-4-1-113 15,0-4 50-15,-5 0 40 0,0-2-82 0,0-5 53 16,-5 2 12-16,0-2 0 0,0 4-26 0,0 3 29 15,-8 2-17-15,-4 6 103 0,0 2-34 0,-1 6 0 16,-4 0-40-16,4 4 79 0,-3 5-32 0,4 1-1 16,-2 0 134-16,2 2-76 0,4 0-22 0,-4 0-24 15,5 10 17-15,1-3 0 16,1 4-5-16,3 0-21 0,-2 2-155 0,4 3 77 16,0 1 37-16,0-1-263 0,0 1 139 0,6 2 69 15,1-2 9-15,4 2-170 0,1 0 103 0</inkml:trace>
  <inkml:trace contextRef="#ctx0" brushRef="#br0" timeOffset="51056.96">31344 10169 812 0,'0'0'0'0,"0"2"0"0,0 0 0 0,0 1 0 0,0-3 0 0,0 3 0 0,0-1 0 0,0 3 0 0,0 1 445 0,-2-1-206 0,1 3-104 0,-7 3 50 0,2-2-68 15,-1 5-46-15,-1 1 0 0,-3-1-102 0,0 1 31 16,1-1 1-16,0 1 40 0,0-1-205 16,0-2 98-16,0-1 49 0,3-5-292 0,-1 1 147 15,3-1 90-15,2-4-13 0,-5 0-124 0,7 0 55 16,-2-2 61-16</inkml:trace>
  <inkml:trace contextRef="#ctx0" brushRef="#br0" timeOffset="51299.31">31452 9928 1500 0,'-8'-10'0'16,"6"7"0"-16,2 1 0 0,0 1 0 0,-3 1 0 0,3 0 0 0,0 0 0 0,0 0 0 0,0 0 0 0,5 0 368 0,6 7-168 0,2 2-75 0,1-1-50 0,2 1 74 15,0 1-57-15,1-1-30 16,1 1-146-16,1-3 67 0,-2 1 21 0,-4-2 0 16,4 3-343-16,-7-2 186 0,0-1 93 0,-4 0-236 15,2-1 95-15,-3 1 98 0,-4-3-54 0</inkml:trace>
  <inkml:trace contextRef="#ctx0" brushRef="#br0" timeOffset="51548.24">31838 9735 1268 0,'0'0'0'0,"0"0"0"0,0 0 0 0,0 0 0 0,0 0 0 0,-4 0 0 0,-3 5 0 0,2 9 0 0,-3 5 434 0,0 7-201 16,-8 10-100-16,0 5-42 0,-3 6 147 0,-3 11-103 15,1-2-51-15,-1 1 27 0,0 1-39 0,4-7 8 16,-4 4-47-16,3-1 82 0,2-4-42 0,1-5 1 16,1-3-92-16,3-6 34 0,1-1-9 15,-1-3 26-15,-1-2-206 0,1-4 103 16,-2-1 51-16,6-6-390 0,-3-3 182 0,0-3 112 16,9-5 13-16,-2-1-168 0,0-6 110 0,4 0 68 15,0-1 30-15,0-1-365 0</inkml:trace>
  <inkml:trace contextRef="#ctx0" brushRef="#br0" timeOffset="51737.61">31812 10256 1904 0,'-4'0'0'0,"-1"0"0"0,5 1 0 0,0 3 0 0,0 2 0 0,0 0 0 0,0 2 0 0,0 4 0 0,0 1 294 0,0 6-130 0,0-2-66 0,0 2 159 16,1 1-104-16,-1-1-64 0,2 0-28 0,-2 0-16 15,2-3-12-15,-2-1-1 0,1-4-200 0,2-1 97 16,-1 0 51-16,1-6 27 0,0-1-538 0,2-2 283 16,6-1 119-16,2 0-636 0</inkml:trace>
  <inkml:trace contextRef="#ctx0" brushRef="#br0" timeOffset="51928.1">32067 10273 1127 0,'-5'1'0'0,"5"12"0"0,0-1 0 0,0-1 0 0,0 2 0 0,0 4 217 0,0 1-92 0,0 2-46 16,0-2 512-16,0 3-282 0,1-2-139 0,1-1-68 15,0 1 78-15,-1-2-74 16,2-3-28-16,-3-3-263 0,0-3 109 0,2-3 55 16,2-4 26-16,-4 1-496 0,2 0 269 0,-2-2 124 15,2 0 65-15,-1-5-615 0,4-15 307 0</inkml:trace>
  <inkml:trace contextRef="#ctx0" brushRef="#br0" timeOffset="52294.63">32231 9990 1807 0,'0'-3'0'0,"0"1"0"0,0 0 0 0,7 0 0 0,4 0 0 0,1-3 0 0,3-1 0 0,5-1 0 0,7-3 0 0,-1 1 383 16,4-2-179-16,2 3-85 0,-2 0-47 0,-3 3 0 15,-5 3-39-15,0 0 8 0,-1 2-37 0,-7 0 1 16,-1 2 28-16,-2 5 0 0,-6 6-18 0,1-1 26 16,-6 5-8-16,0 5 68 0,0 3-34 15,-11 1 0-15,-3 4-34 0,-1-2 108 16,-2 2-58-16,-3-1-26 0,5 5 1 0,-2-7-74 16,-1 4 25-16,4-6 8 0,-2 1-120 0,6-4 68 15,-2-4 34-15,2 1-1 0,4-6-108 0,-2-1 69 16,8-3 8-16,-4-4-34 0,4 1 10 0,0 0 26 15,0-2-25-15,0-1 27 0,0 1-11 0,0 0 19 16,4 0 163-16,4-2-77 0,0 2-35 0,3-3-24 16,3-1 79-16,-1 0-41 0,3 0-5 15,0 0 0-15,1 0-179 0,-2-1 76 16,0-3 42-16,-2 0-183 0,1-2 99 0,-6 3 53 16,2 0 12-16,-2 0-508 0,0 1 263 0,-5-2 126 15,0 1-399-15,2-5 263 0</inkml:trace>
  <inkml:trace contextRef="#ctx0" brushRef="#br0" timeOffset="52462.18">32360 10196 1292 0,'-19'0'0'0,"6"0"0"0,10 0 0 0,1 0 0 0,2 0 0 0,0-6 0 0,5-3 0 0,8 1 488 0,6-2-232 0,8 3-111 0,-3-2 252 15,1 5-182-15,2 1-92 0,-5 2-36 0,7-1-74 16,-2 2 20-16,-3 0 0 0,-2 0-1 0,2 2-399 15,-2 2 207-15,2 3 93 0,-5-1-671 0,0 1 381 16</inkml:trace>
  <inkml:trace contextRef="#ctx0" brushRef="#br0" timeOffset="52611.78">32738 10214 1000 0,'0'2'0'0,"0"1"0"0,0 1 0 0,0 1 0 0,0-2 0 0,0 3 0 0,0 1 201 0,-5 5-88 16,3 0-40-16,2 3 420 0,-1 3-230 0,1-1-116 15,0 1-48-15,0 1 22 0,0 0-44 0,0 0-22 16,1-4-164-16,9 2 71 0,-2-6 44 0,5-1-9 16,0-6-559-16,2-1 297 0</inkml:trace>
  <inkml:trace contextRef="#ctx0" brushRef="#br0" timeOffset="52823.33">32898 9724 1903 0,'0'-6'0'0,"0"5"0"0,11 1 0 0,5 0 0 0,-2 0 0 0,1 0 0 0,-2 5 209 0,6 12-80 0,-2 4-52 16,4 11 418-16,1 4-231 0,-5 7-116 0,-2 7-49 16,-4 12 87-16,-7-2-76 0,-4 4-39 0,0 2-130 15,-15 0 47-15,-4-8 30 0,-1 9-8 0,3-18-305 16,-2 4 165-16,-3-4 80 0,1-4 42 0,0-8-913 15,-15 3 451-15</inkml:trace>
  <inkml:trace contextRef="#ctx0" brushRef="#br0" timeOffset="68054.86">15101 13314 398 0,'-9'0'0'0,"2"-3"0"0,0-3 0 0,0 2 0 0,2 1 0 0,1-3 0 0,0 0 64 0,3-2-32 0,1-2 9 0,0-1-8 15,0 4 66-15,0-3-34 0,0 4 1 0,0-1 78 16,0 3-48-16,1-1-35 0,1 2-1 0,-2 2 124 15,2-1-76-15,-2 2-38 0,0 0 43 0,0 0-45 16,0 0 1-16,2 0-37 0,-2 0 0 0,0 0 1 16,0 0 8-16,2 0-8 0,-2 0 22 0,0 0-1 15,0 0-21-15,1 0 32 0,-1 0-24 0,2 0-8 16,-2 0-1-16,2 0 33 16,0 0 0-16,1 0-33 0,-1 0 32 0,-1 0-31 15,3 3 0-15,1 0 0 0,1 0 23 0,-1 0 0 16,4 3-16-16,0-2-7 0,-2-1 4 0,2 1-4 15,3 0-1-15,-1-2 1 0,-2 1 40 0,3-2-40 16,-3 0 0-16,2 1 28 0,-1-2-28 0,-1 3 0 16,0-2-15-16,1 1-7 0,3 0 22 0,-4 0 0 15,5 2-31-15,-2-3 31 0,4 3 8 16,0 1-9-16,2-3-35 0,0 3-7 16,3-4 38-16,5 3-27 0,-3-2 5 0,9-2 9 15,0 0 7-15,2 0-5 0,1 0 4 0,6 0-5 16,-3 0-7-16,11 0 10 0,-4 0-1 0,0 0 1 15,1 0-17-15,-6 0 21 0,13 0-5 0,-6 0 0 16,0 0 23-16,1-2 2 0,4 1-23 0,-10-3 44 16,13-1-37-16,-4 0-5 0,-3 2-1 0,0-1 7 15,-4 1-6-15,-2 2 11 16,8-3 133-16,-4 2-166 0,-1 1 0 0,0-2 0 16,0 1 0-16,-3 1 0 0,8 0 0 0,-1-6 0 15,11 1 0-15,-1-1 0 0,-1 0 0 0,-5 2 0 16,6-5 0-16,-3 2 0 0,1 1 0 0,-7 1 0 15,-1 1 0-15,-8 2 0 0,6 2 0 0,-6 1 0 16,-2 0 0-16,2 0 0 0,-8 0 0 0,3 5 0 16,-2 2 0-16,-1 1 0 0,-1 0 0 0,0 0 0 15,-2-3 0-15,2 0 0 0,2 1 0 0,-1-2 0 16,9-3 0-16,-2-1 0 16,-7 0 0-16,5 2 0 0,0 1 0 0,-2-3 0 15,-1 1 0-15,-5 1 0 0,-2 5 0 0,-7-5 0 16,-1 4 0-16,-2-2 0 0,-7-1 0 0,1 1 0 15,-5-1 0-15,-4-3 0 0,-1 1 0 0,0-1 0 16,-2 0 0-16,0 0 0 0,0 0 0 0,0 0 0 16,0 0 0-16,0 0 0 0,0 0 0 0,0 0 0 15,0 0 0-15,0 0 0 16,0 0 0-16,0 0 0 0,0 0 0 0,0 0 0 16,0 0 0-16,0 0 0 0,0 0 0 0,2 0 0 15,0-4 0-15,5-7 0 0,1-2-195 0,-4 2 156 16,1 0-1020-16</inkml:trace>
  <inkml:trace contextRef="#ctx0" brushRef="#br0" timeOffset="77765.1">19225 13326 162 0,'-1'4'0'0,"1"-2"0"0,0 0 0 0,-2 1 0 0,2-3 0 0,0 0 0 0,-2 0 0 0,2 0 14 0,0 0 1 0,0 0 4 0,0 0 79 16,0 0-35-16,0 0-1 0,0 0-34 0,0 0 25 15,0 0-15-15,0 0-7 0,0 0 17 0,0 0-16 16,0 0 0-16,0 0 0 0,0 0 33 0,0 0-32 15,0 0-1-15,0 0-13 0,0 0 14 0,0 0 0 16,0 0 8-16,0 0-49 0,0 0 37 0,0 0 3 16,0 0-1-16,0 0-23 0,0 0 4 0,0 0 17 15,0 0-29-15,0 0-1 0,0 0 21 0,0 0 4 16,0 0 47-16,0 0-47 16,0 2-3-16,2-2 17 0,0 0-14 0,-1 0 1 15,-1 0 7-15,2 0 4 0,-2 0-8 0,2 0-2 16,0 0 5-16,1 2-7 0,-2-2 14 0,1 0-10 15,0 0 3-15,0 0-2 0,2 0-1 0,-3 0 0 16,3 0 34-16,-2 0-33 0,1 0-1 0,-1 0 25 16,2 0-22-16,1 0-1 0,-4 0 9 0,3 0-13 15,0 0 7-15,-1 0-2 0,1 0 5 0,-1 0-32 16,3 0 38-16,0 0-11 0,-2 0 8 16,1 0-8-16,1 0-2 0,-1 0 2 15,4 0 28-15,-4 0-28 0,1 0-2 0,-1 0 3 16,0 0-1-16,1 0 0 0,-1 0 10 0,0-2-39 15,0 2 0-15,-1 0 29 0,2-2 0 0,-1 2-28 16,3-3 25-16,0 3 1 0,-1 0-41 16,0-1 38-16,3 1-8 0,-3 0 13 0,3 0-18 15,0 0 9-15,-3 0-5 0,2 0-5 16,0 0 7-16,-1 0 6 0,1 0-4 0,0 0-12 16,2 0 11-16,-2 0 1 0,0 0 0 0,0 0 10 15,3 0-10-15,-3 0-1 0,0 0-35 0,1 0 35 16,-3 0-3-16,2 0 3 0,1 0-43 0,-2 0 37 15,1 0 3-15,0 0-37 0,1 0 33 0,-1 0 1 16,2 0 0-16,1 0-18 0,-5 0 16 0,6 0-4 16,-1 1 3-16,0-1-2 15,2 3 1-15,1-3-2 0,0 2 22 0,0-2-20 0,2 2 1 0,0-2 3 16,0 2 18-16,1-2-19 16,3 2-1-16,-2-2-8 0,1 2 8 0,3-2 5 15,-2 1-4-15,-1 2-15 0,-1-2 15 0,0-1-1 16,1 2-15-16,-1-1 15 0,1-1-1 0,-2 3-2 15,1-3 26-15,1 2-26 0,-1-2 1 0,2 0 26 16,-1 1-25-16,1-1 2 0,-2 3-1 0,-1-3-22 16,0 1-1-16,-2-1 27 0,-2 3-5 0,-1-3-27 15,-3 1-1-15,-1 1 25 0,0 0-40 0,-2-2 39 16,0 2-1-16,-2 0-6 0,-1-2-13 16,-2 2 9-16,-1-1 7 0,1-1-10 15,0 0-18-15,0 0-6 0,-2 0 30 0,0 0-28 16,0 0 25-16,0 0-3 0,0 0 3 0,0 0 39 15,0 0 1-15,0 0-40 0,0 0 0 0,0 0 59 16,0 0-27-16,0 0 5 0,0 0-64 0,0 0 38 16,0 0-1-16,0 0 10 0,0 0-78 0,0 0 35 15,2 0 1-15,3 0-200 0,3-5 104 0,-4 1 47 16,1 1 31-16,-1 0-370 16,1 2 190-16,4-2 96 0,-2 3 40 0,0 0-276 15,1 0 166-15,-3 10 82 0,1 1-69 0,-2-2 75 16,0 1 31-16,-1 1 8 0,-1-1 15 0,0-3 0 15,0-1 23-15,0-1 18 0,-1-2-26 0,1-2 8 16,-2 1 0-16,0-2 66 16,0 0-33-16,0 0 0 0,0 0 158 0,0 0-91 0,0 0-23 15,0 0-31-15,0 0 143 0,2 0-60 16,0 2-19-16,8 3-32 0,5 10-216 0</inkml:trace>
  <inkml:trace contextRef="#ctx0" brushRef="#br0" timeOffset="98443.93">15207 11161 522 0,'0'0'0'0,"0"0"0"0,0 0 0 0,2 0 0 0,-2 0 0 0,0-3 0 0,2 2 0 0,-2-1 67 16,0-2 1-16,0 0-35 0,0 1-1 0,1-1 124 15,-1 2-53-15,0-2-39 0,0 0 87 0,0 0-59 16,0 1-30-16,0 1 9 0,0-4 34 0,0 2-37 15,0-1 1-15,0 0 19 0,0-3-27 0,0 2 8 16,-1-3-36-16,-3 1 24 0,0-1-1 0,-2 0-23 16,2 1 47-16,-1-3-15 0,-3-1-9 0,3 1-23 15,-3 2 0-15,0-4 0 0,1 1 0 0,-2 0-29 16,-5-2-9-16,2 1 38 16,-4-1 0-16,-4-2-58 0,1 1 28 0,0 2-3 15,-5-2 30-15,1 2-36 0,1-2 1 0,-3 1 11 16,-1-1 13-16,0 2-3 0,-2-1 0 0,-2 1-12 15,-2-3 39-15,-2 1-1 0,-4 0-26 0,6 0 8 16,-11-2 3-16,4 4-4 0,-5-2-4 0,-1 2-23 16,-2-2 0-16,1 0 30 0,-4 4-6 0,4-3-34 15,-5 3 0-15,-2 0 26 16,-1 0 3-16,-2 3-25 0,-8 0-4 0,4 3 15 16,-6 1-4-16,-4 2 5 0,1 0 5 0,5 2-30 15,-17 0-2-15,4 0 23 0,-2 0 5 0,2 8-15 16,-4-1 14-16,1 0-2 0,5 0 1 0,0 2-4 15,5-4 4-15,2 3-2 0,1-3-10 0,7 0 12 16,-11 2 0-16,5 2-2 0,4-3 38 0,2 4-34 16,0-1-1-16,5 2 40 0,-11 3 0 15,17 1-38-15,-15 3 0 0,14-1-17 16,-3 1 20-16,0 3 4 0,1 0-4 0,3 2 40 16,7-3-38-16,3 1 3 0,5-6-96 0,-1 2 46 15,5-2 21-15,5 0-1 0,7-2 57 0,1-3-9 16,4-2-28-16,3 0-36 0,3-2 33 0,1-1-6 15,3 0 5-15,1-2 0 0,0 1-1 0,0-2-1 16,-1 0 1-16,1 2-40 0,-1-3 38 0,-3 3 2 16,1 2-15-16,0-2 4 15,-3-1 9-15,-2 3 4 0,3-2-31 0,-4 0-7 0,3-1 28 16,-5-1-37-16,2 2 38 0,-4-2-4 16,-2-1 3-16,-2 1-172 0,-2 0 69 0,3 0 49 15,-1 0 20-15,8 0-343 0,-1-2 177 0,6 0 90 16,3 0-297-16,1 0 197 0,2 0 94 0,2-2 47 15</inkml:trace>
  <inkml:trace contextRef="#ctx0" brushRef="#br0" timeOffset="98727.15">11783 10601 563 0,'13'-30'0'0,"-2"5"0"0,-3 8 0 0,-3 3 0 0,1-5 0 0,-4 8 100 0,-1-1-33 0,-1 7-1 0,0 0 145 16,0 4-82-16,0 1-52 0,0 0-22 0,0 0 85 15,0 0-54-15,0 9-26 0,-9 14 8 0,-8 9-65 16,-3 5 1-16,-5 7 28 0,-3 4 21 0,-2 0-20 16,2 0 8-16,0-3-8 0,-1-3-19 0,3-5 19 15,6-7-1-15,-1-2-28 0,4-5 37 16,2 0-8-16,1-5-31 0,5-3 68 16,0 1-39-16,4-7-1 0,3 0 16 0,0-3 8 15,2-1-25-15,0 0 3 0,0 1-69 0,4-1 33 16,8-2 7-16,6-1 26 0,8-2-86 0,4 0 40 15,9 0 14-15,6-11-67 0,6-2 36 0,16-4 21 16,5 1-4-16,16 2-350 0,6 3 155 0,10 5 95 16</inkml:trace>
  <inkml:trace contextRef="#ctx0" brushRef="#br0" timeOffset="100244.9">20112 11285 411 0,'0'0'0'0,"0"0"0"0,0 0 0 0,0 4 0 0,4 1 0 0,3 0 50 15,-2 0 3-15,-2-2-41 0,1 1 115 0,-2-1-48 16,0 0-23-16,-1-2-1 0,1-1 29 0,-2 0-30 16,0 0 0-16,0 0 77 0,0 0-50 15,0 0-23-15,0 0 7 0,0 0 129 16,0 0-81-16,0-1-40 0,0-5 0 0,0-1 19 16,-3-3-22-16,-1-1-8 0,-2-1-29 0,0-1 49 15,1-2-24-15,-3 0-1 0,3 1 21 0,-4-4-45 16,-1 3 0-16,1-1 15 0,-2-2-15 0,-1 1 0 15,-1 1 8-15,-3-2-21 0,0-2 13 0,-1 2 0 16,-4 2 0-16,3-1-33 0,-3 2 8 0,-4-3 25 16,5 1-40-16,-3 2 0 15,2-2 26-15,1-1 8 0,1 4-29 0,-4-5-5 16,5 2 21-16,-3 2-17 0,2-3-9 0,-1 1 29 16,-1 2-6-16,-4-6-31 0,4 2-5 0,-4-2 36 15,-2 1-5-15,-1-3-19 0,0 3-3 0,-4-3 23 16,2 1-17-16,-4 0 15 0,4 2-6 0,-7-3 5 15,7 7 44-15,-2-3-22 0,0 2 1 0,4 0-17 16,-2 0-1-16,1 2 2 0,1-2 2 16,-2 2-20-16,2 1 20 0,-2 0-3 15,-2-1 6-15,0 2-42 0,-2 2 37 0,0-3-1 16,-1 3-35-16,-7-2 32 0,3 4-4 16,3-1 5-16,-11-1-36 0,2 4 32 0,0-4-7 0,-2 1-50 15,-2-2 24-15,-1 2 0 0,-1-2 24 0,0-1 4 16,-1-1-7-16,-3 2 4 0,-7-5-9 0,9 2 31 15,-12-2-28-15,5 2 3 0,-2 0 25 0,-2-2-23 16,0 2-2-16,4 4-1 0,-13-6 9 16,1 4-6-16,-1 0 4 0,-2 1-3 0,-2 1 4 15,2 0-3-15,-4 3 2 0,-2 1-25 16,1-1-2-16,-14 2 23 0,6 1-2 0,7-1-34 16,-15 2 31-16,8 1 3 0,1-1 22 0,1-2-22 15,-4 2-3-15,9 0-1 0,-17-1 30 0,12-1-1 16,11 2-26-16,-19-3 1 0,10 1 42 0,4 4 0 15,-14-3-32-15,8 2 16 0,11 1-14 0,-10 0-4 16,3 0 9-16,1 0-13 0,-11 0 7 0,6 2 0 16,-1 0-37-16,10 0 36 0,-7 0-1 0,-1 0-1 15,1 0-20-15,-12 6 16 16,6-1 3-16,0 1-9 0,2 1 6 0,6 2-2 16,-15-1 3-16,9-1-31 0,-5 5 30 0,0-3-1 15,1 2 1-15,11-1 5 0,-17 0-6 0,11 2 1 16,0 0-18-16,0-1 15 15,1 1 2-15,13-3-5 0,-5 2 23 0,4 0-20 0,-2 2 1 0,5 0 36 16,0 3-1-16,7-3-31 0,-15 3-2 0,8 2 21 16,3-1-18-16,-2 1 5 0,-1 1-4 0,2 2-25 15,-5 0 26-15,1 4 3 16,-5 0-44-16,2 1 41 0,12-2 0 0,-13 3-3 16,13-4-26-16,12 1-4 0,-3-2 28 0,2 2 36 15,7-2-1-15,2 1-41 0,1-2 5 0,3 0 25 16,5 0-23-16,5-4 3 0,0 2-3 0,4-4 21 15,7 0-18-15,0-4 5 0,4 0-8 0,3-2 11 16,3-3-5-16,4 1 7 0,1-5-25 0,2 1 16 16,1-1 1-16,1-2-17 0,0 0 16 0,0 0-5 15,0 0 4-15,0 0-2 16,0 0 1-16,0 0 0 0,0 0 1 0,0 0-20 16,0 0 19-16,0 0-1 0,0 0-12 0,0 0 12 15,0 0 0-15,0 0-2 0,0 0-6 0,0 0 6 16,0 0 1-16,0 0-76 0,0 0 34 0,0 0-4 15,0 0 41-15,0 0-290 0,0 0 135 0,0 0 55 16,-2 0 31-16,-5 0-299 0,4 1 171 0,-1-1 85 16,0 0-237-16,1 0 162 15,-1 0 72-15,4 0-21 0</inkml:trace>
  <inkml:trace contextRef="#ctx0" brushRef="#br0" timeOffset="100494.34">11238 10353 621 0,'0'-17'0'0,"0"7"0"0,0 9 0 0,4 1 0 0,8 0 0 0,0 0 0 0,-3 9 208 0,-1 4-88 0,-5 7-43 16,2 3 105-16,-5 10-74 0,0 6-29 0,-12 12 127 16,-13 9-87-16,-7 0-43 0,-7 4-21 0,-3-1 40 15,-8 2-35-15,-1-7 0 0,1-6-27 0,-1-5 92 16,12-13-45-16,3-6-16 0,4-4-8 0,11-9 68 15,9-5-46-15,2-4-23 0,4-2 78 0,4-4-42 16,4 0-33-16,30 0 0 0,23-16-109 0,28-6 42 16,29-10 20-16,3 0-86 0,50-11 49 15,22-4 30-15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06T00:56:30.8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19517 2585 464 0,'2'-3'0'0,"0"-2"0"15,-1 1 0-15,1 0 0 0,2-2 0 0,-2-1 0 0,1 1 0 0,1-1 0 0,1 1 0 0,-2-3 33 0,1 5-1 0,0-2 27 16,-1 0-1-16,-1 4-17 0,0-1-8 0,0-1 39 16,-1 1-39-16,1 1 0 0,0 0-1 0,-2 0 45 15,0 1-8-15,0 1-36 0,0 0-1 0,0 0 34 16,0 0 0-16,0 0-25 0,0 0 14 0,0 0 0 16,0 0-22-16,0 0 27 0,0 0 1 0,0 1-20 15,-5 5-9-15,1-1 45 0,-1 0-22 0,-3 3 0 16,0 2-22-16,1-5 29 0,-2 6-8 15,0-4-21-15,-2 4 29 0,2-4-30 0,0 2 1 16,-3 1 8-16,1 1 20 0,1-2-29 16,-4 3 1-16,3 0 14 0,-3 4-14 0,2-1 8 15,-2 0-8-15,-3 3-3 0,2 3 3 0,-1-2 0 16,0 4-1-16,1-4-12 0,-4 8-8 0,3-4 21 16,-1 1-1-16,2 2-17 0,0 2 16 0,2-6 3 15,-3 7-21-15,2-1 13 0,-4 1 3 0,2-1-17 16,-1 3 15-16,0 0 4 0,-2 1-5 15,-4 3-10-15,5-4 10 0,-5 5-2 16,1-5 8-16,2 3-26 0,-3-2 19 0,2 2-1 16,0-4 1-16,1 1-35 0,-1-2 39 0,3-1-3 15,-2 1-3-15,1-3-2 0,1 0 1 0,-1 1-20 16,0-1 24-16,-1 2-7 0,-3-2 1 0,0 2 15 16,1 1-15-16,-2 0 0 0,1-1 6 0,0 1-17 15,1-1 11-15,-1 0 2 0,-1 0-39 0,3 0 37 16,-1-1 4-16,-1 1-6 15,0 1-31-15,3-1 29 0,-2 1 2 0,-1-1-10 16,0 0 12-16,3 1-8 0,-3-1 4 0,0 0-25 16,1-4 23-16,2 3-4 0,-1-5 6 0,0 0-25 15,4 0 21-15,4-5-2 0,-2-1 1 0,2 2-23 16,1-4 2-16,3 0 18 0,0-4-31 0,1-2-1 16,3 1 30-16,-1-1-18 0,1-2 17 0,1 0-5 15,0-1-3-15,-2 1-44 0,2-3 20 16,2 1-1-16,-1-2 17 0,1 2-27 15,0-2-8-15,0 1 37 0,2-3-24 0,-1 0 0 16,1 0 12-16,0 0 17 0,0 0-12 0,0 0 1 16,0 0-3-16,0 0 30 0,0 0-5 0,0 0-22 15,0 0 4-15,0 0 26 0,0 0 5 0,0 0-31 16,0 0 5-16,0 0 65 0,0 0-26 0,0 0 1 16,0 0-55-16,0 0 27 0,0 0 5 0,0 0-215 15,-4 0 98-15,2 0 49 0,-3 0 21 0,2 0-242 16,1-3 106-16,0-5 75 0,2-3 19 0,0-4-414 15,0 0 230-15,0-3 114 16,6-2 50-16,4 0-358 0</inkml:trace>
  <inkml:trace contextRef="#ctx0" brushRef="#br0" timeOffset="258.46">18115 4105 790 0,'0'-3'0'0,"0"0"0"0,0 2 0 0,2 1 0 0,0 0 0 0,0 0 0 0,0 7 0 0,-2 7 276 16,0 8-126-16,0 3-58 0,0 4-30 0,-6 5 135 16,-5 9-82-16,2-8-33 0,-3 11-29 0,3-14 23 15,0 6-21-15,1-5 0 0,2-3-23 0,3-5-24 16,-1-1 25-16,4-5 0 0,0 0-54 0,0-10 26 16,0 0 1-16,0-1-38 0,7-5 29 0,9-3-1 15,6 0 37-15,10-16-127 0,4-9 42 0,5-6 17 16,14-11 20-16,0-1-282 0,4-8 140 0,15-12 57 15,-3-7 39-15,8-7-194 16,17-19 115-16</inkml:trace>
  <inkml:trace contextRef="#ctx0" brushRef="#br0" timeOffset="1176.14">19524 2653 333 0,'0'0'0'0,"0"0"0"0,0 0 0 0,0 0 0 0,-2 0 0 0,2 0 0 0,-1 0 0 0,-1 0 57 16,2-2 1-16,0 0 29 0,0 2-27 0,0 0 0 16,0 0-19-16,0 0 17 0,0 0-1 0,0 0-24 15,0 0 0-15,0 0 39 0,0 0 9 0,0 0-48 16,0 0 0-16,0 0 39 0,0 0 1 0,0 0-41 16,0 0 9-16,2 0 25 0,3 0 0 0,4 2 25 15,-1 2-30-15,5-2 1 0,-4 0-21 0,3 2 19 16,1 0 0-16,1-1-27 15,-2 1 0-15,3-3 42 0,0 4-13 0,2-2-9 16,4 0-20-16,0 0 42 0,3-1-21 0,2 1 0 16,-3-2 21-16,7 0-7 0,0-1-36 0,0 2-19 15,2-2 20-15,0 3 0 0,1-2 7 0,3-1-23 16,-1 2 15-16,0-2 1 0,1 2 0 0,-1 0-13 16,1 0 21-16,-1 2-8 0,7-1 0 0,-1 0-32 15,0 0-10-15,1 1 39 0,-1-1-41 0,14 1 15 16,-5-2-9-16,5 0-21 0,-3-2 21 15,3 0 3-15,-5 0 14 0,1 0-36 16,-3 1-4-16,-4-1 39 0,-1 0-10 0,-5 0-17 16,3 0 19-16,4 3 2 0,-3-1-6 0,1-1 19 15,1 2-17-15,-5-2 3 0,9 1-14 0,-2-2 13 16,-2 0-2-16,4 0-11 0,-2 0 13 0,-4 0 1 16,8 0 0-16,-6 0-15 0,-3 0 14 0,-5 0-1 15,4-2 0-15,-3 2-11 16,-1-1 11-16,1 1-1 0,5-3-3 0,-3 2 1 15,-2 1-1-15,1-2 1 0,6-1-12 0,-3 2 13 16,-1-1 0-16,1 0-48 0,0 2 21 0,-6-2-2 16,13 0 25-16,-7 2-41 0,0-2 0 0,-6 1 30 15,3 1 6-15,-2-2 1 0,-6 0-5 0,-5 2-6 16,-2 0 5-16,-2 0 30 0,-3 0 0 0,-2 0-35 16,-4 0 39-16,-1 0-29 0,-2 0-2 15,-2 0 9-15,1 0-7 0,-2 0 8 16,-1 0-5-16,-1 0-31 0,0 0 1 0,-3 0 30 15,1 0-1-15,1 0-65 0,-1 0 31 0,-2 0-8 16,0 0 36-16,0 0-73 0,0 0 32 0,0-2 3 16,0 1-47-16,-5-2 26 0,-2 2 20 0,-4-3-240 15,-1 2 129-15,-1-2 57 0,1 0 41 0,0 0-290 16,3 1 161-16,-4-5 81 0</inkml:trace>
  <inkml:trace contextRef="#ctx0" brushRef="#br0" timeOffset="1401.66">22612 2404 1171 0,'2'0'0'16,"3"0"0"-16,7 0 0 0,3 0 0 0,2 3 0 0,4 3 0 0,3 4 0 0,2 0 160 0,4 6-63 0,0 1 84 0,-2 1-65 0,2 3-46 16,-1 2-1-16,-3-1 67 0,8 6-52 0,-2-3-25 15,-6-4 8-15,1 1-3 0,-7 0 0 0,-8-3-32 16,-7 2 1-16,-3-1-68 0,-2 0 42 0,-14 2-9 15,-6-5-41-15,-8-2 38 16,-4 0 0-16,-14 1-203 0,2 2 102 0,-16-3 57 16,-6 0 7-16,-10-2-209 0,-19 0 96 0,-1-2 67 0</inkml:trace>
  <inkml:trace contextRef="#ctx0" brushRef="#br0" timeOffset="2985.56">19691 669 174 0,'0'-3'0'0,"0"2"0"0,0-2 0 0,0 0 0 0,0 1 144 0,0 1-55 15,0 1-28-15,0 0 0 0,0 0 29 0,0 0-21 16,0 0-8-16,0 0-28 0,0 0 25 0,0 0 0 16,0 0-25-16,0 0 8 0,0 0 66 0,0 0-36 15,0 0-1-15,0 0-37 16,0 0 80-16,0 0-31 0,0 0 17 0,0 0-33 0,0 0 1 0,0 0-35 16,0 0 29-16,0 0 8 0,0 0-36 15,0 0 0-15,0 0 29 0,0 0-29 16,0 0-1-16,0 0 9 0,0 0 19 0,0 0-1 15,0 0-26-15,0 0 50 0,0 0-26 16,2 6 9-16,1 1 17 0,-3-2-25 0,1 3 0 16,1 0-25-16,-2 0 33 0,0 2-9 0,0-1-24 15,0 2 0-15,0 1 30 0,0-1 1 0,0 0-23 16,0 4-8-16,0 0 16 0,0 1-16 0,0 0 36 16,0 2 1-16,0 2-29 15,0 1-9-15,0-3 27 0,0 5 0 0,0 0-27 0,0 1 1 0,0-3 44 16,0 7-44-16,0-4 0 15,0 2-1-15,0 2 7 0,0-2-6 0,0-1 8 16,0 7-8-16,0-4-8 0,0 3 7 0,0-1 152 16,0-1-184-16,0 2 0 0,0-2 0 0,0 1 0 15,0 1 0-15,0-3 0 0,0 0 0 0,0-1 0 16,0 2 0-16,0-1 0 0,0 0 0 0,0 1 0 16,0-4 0-16,0 1 0 0,0 4 0 0,0-2 0 15,0-3 0-15,2-3 0 0,0 0 0 0,0 3 0 16,-2-3 0-16,2-1 0 15,-1 1 0-15,1-1 0 0,-2-1 0 0,0 3 0 16,0-2 0-16,0 0 0 0,0 1 0 0,0 0 0 16,0 3 0-16,-2-4 0 0,-1 3 0 0,-1 1 0 15,-1-3 0-15,0 3 0 0,0-1 0 0,1-1 0 16,-2 5 0-16,3-4 0 0,-1 1 0 0,2-3 0 16,1 0 0-16,-2 3 0 0,1-2 0 0,2 1 0 15,-2-3 0-15,2 0 0 16,0-3 0-16,0 1 0 0,0-3 0 0,0 0 0 15,0-1 0-15,0-1 0 0,0 0 0 0,0-3 0 16,0 2 0-16,0 0 0 0,0-1 0 0,0-1 0 16,0 3 0-16,0-2 0 0,0 1 0 0,0 0 0 15,0 0 0-15,-4 1 0 0,3-3 0 0,-1-2 0 16,0-1 0-16,-2 2 0 0,3-5-171 0,-1-1 164 16,0-2-278-16,0-1 127 0,-1 2 68 0,-2-3-132 15,-1 0 95-15,3 0 47 0,-3-4 16 0,1-10-450 16,1-6 240-16,4-9 121 15,0-10 60-15</inkml:trace>
  <inkml:trace contextRef="#ctx0" brushRef="#br0" timeOffset="3301.69">19646 633 666 0,'0'0'0'0,"0"-2"0"0,-1 2 0 0,1 0 0 0,-2 0 0 0,0 0 100 0,-2 2-26 16,-4 7-7-16,3 3-35 0,-3 0 224 15,-3 6-111-15,-2 1-57 0,0-1 130 0,-6 6-97 16,1 1-45-16,-2 1-36 0,-2-1-8 0,3-1 1 16,2-4 8-16,-2 5-180 0,3-3 86 0,2-7 42 15,3 3 23-15,0-5-161 0,3-2 99 0,4-2 37 16,2-3-15-16</inkml:trace>
  <inkml:trace contextRef="#ctx0" brushRef="#br0" timeOffset="3467.25">19601 666 1278 0,'3'0'0'0,"-2"0"0"0,7 0 0 0,1 6 0 0,3 4 0 0,0-1 0 0,3 3 0 0,6-2 508 16,4 3-238-16,3 1-118 0,2-3-60 0,2 3 87 16,7-2-78-16,0 1-34 0,1-1-139 0,1 2 52 15,-3 2 27-15,-8 1 7 0,0 4-593 16</inkml:trace>
  <inkml:trace contextRef="#ctx0" brushRef="#br0" timeOffset="4587.16">22150 1074 798 0,'0'-4'0'0,"0"0"0"0,-2 1 0 0,2-1 0 0,-2 2 0 0,0 1 265 16,2-1-116-16,-1 2-59 0,-5 0 51 0,1 0-45 15,-4 3-37-15,2 5 40 0,-2 3-29 0,2 0 0 16,-3 0-37-16,4-3 104 0,1 1-57 0,-1 0-23 16,4-1 0-16,-1-1 9 0,3-2 1 0,-3-3-26 15,3-1-8-15,0 1-33 16,0-2 1-16,0 0 32 0,0 0-46 0,0 0 31 15,0 0-8-15,5-2-14 0,4-5 37 0,-2-2-1 16,-2 1 1-16,-1 0-142 0,1 1 61 0,-2 0 18 16,-1-2 21-16,0 7-38 0,0-3 25 0,-2 4-15 15,0-1 38-15,0 0 40 0,0 2-20 0,0 0-6 16,0 0 7-16,0 0 1 0,0 0-22 0,0 0 23 16,0 5 1-16,0 1-18 15,0 0-2-15,0 0 18 0,0-1-4 0,2-1-8 16,-1-1 6-16,1-1-34 0,0-2 28 0,-2 2 3 15,2-2-9-15,-2 0-24 0,0 0 28 0,0 0-7 16,0 0 91-16,0 0-37 0,0 0-21 0,0 0 14 16,-6 0-33-16,-3 0 4 0,-1 0-3 0,3 5 12 15,-2 2-3-15,3-2-6 0,0 0 13 0,4 1-43 16,0 2 6-16,2-3 31 0,0 1-1 0,2-2-268 16,10-2 116-16,8-2 64 0,1 0-459 0,0 0 235 15,-1 0 131-15,8 0-519 0</inkml:trace>
  <inkml:trace contextRef="#ctx0" brushRef="#br0" timeOffset="4979.42">22987 924 1049 0,'-1'-4'0'0,"1"3"0"0,-2-1 0 0,2 2 0 0,0 0 0 0,0 0 0 0,0 0 273 0,0 0-112 0,0 0-68 15,-2 10-30-15,-2 5 23 0,1 5-27 0,-5 4 1 16,1 4-19-16,-1 0 108 0,-3 4-58 0,2 2 4 16,-3-1-30-16,1 2-1 0,2-2-23 0,-3 0-38 15,1 2 29-15,2-3 1 0,-1-4 0 0,3-1-170 16,1-7 94-16,1 4 33 0,0-4 22 16,1-4-313-16,4-6 154 0,-1-1 45 0,1-2-130 15,0-5 78-15,0 1 61 0,0-3-202 16,0 0 131-16,1-12 65 0,8-9 25 0,0-7-208 0</inkml:trace>
  <inkml:trace contextRef="#ctx0" brushRef="#br0" timeOffset="5433.33">22952 824 633 0,'0'-12'0'0,"0"6"0"0,0 0 0 0,0 3 0 0,2 1 0 0,4 2 334 0,1 0-155 0,2 0-73 15,1 1-37-15,1 12 259 16,-2 2-148-16,2 3-65 0,-1 8 164 0,1-2-123 15,-3 4-61-15,2-1 13 0,-1 2-38 0,0 2 9 16,-2-3-46-16,1 0 48 0,2-1-24 0,-3-2 1 16,1 1-26-16,-2-7-27 0,-1 1-9 0,0-4 37 15,1 0 0-15,-2-7-68 0,2-2 33 0,-4-1 9 16,1-3-104-16,3-3 50 0,-1 0 36 16,4 0-42-16,3-9 33 0,1-6-3 0,4-6-1 0,-2-5-83 15,2-1 50-15,6-11 9 16,-3 2 0-16,-1 4-49 0,-1-2 40 0,2 1 8 15,-1 2 40-15,-5 5-24 0,-3 6 4 0,1-4-18 16,-3 8 193-16,-2 3-82 0,-2 4-43 0,1 1 198 16,-5 2-111-16,1 5-46 0,0-2-15 0,0 2 66 15,0 1-48-15,3 0 3 0,1 1-22 0,2 9 54 16,-1 3-37-16,2 4-1 0,0 2-29 0,3 5 46 16,-1 1-23-16,1 0 8 0,-1 6 34 15,0 3-33-15,2 0 1 0,2 7 4 0,-1-2 137 16,-4-5-207-16,5 9 0 0,-3-11 0 15,1 6 0-15,1-4 0 0,-2-5 0 0,-1-3 0 16,3 1 0-16,-3-10 0 0,-1-1 0 0,-1-2-178 16,-2-4 96-16,-1-5 54 0,0-2-507 0,-4-1 254 15,0-2 106-15,-2 0-441 16,0 0 284-16,0-2 153 0,-7-3 74 0</inkml:trace>
  <inkml:trace contextRef="#ctx0" brushRef="#br0" timeOffset="6602.65">22058 1176 130 0,'0'-6'0'0,"2"4"0"0,-1 0 0 0,1-2 0 0,0 2 0 0,1-1 151 16,-1 1-64-16,-2 0-27 0,0 0 31 0,0 2-37 15,0-2 7-15,0 2 77 0,0-2-57 0,0 2-24 16,0-1 0-16,0 1 32 0,0 0-27 0,0 0 7 16,-2-2-36-16,-1 2 33 0,-1 0-1 0,1 0-32 15,-1 0 0-15,-1 0 1 0,-1 0-1 0,-1 0 0 16,-1 3 2-16,-3 1-2 0,2 2-1 0,-3-1 4 16,-1 1-4-16,-1 2 1 0,2-3 0 0,-4 3-7 15,2-1 7-15,-4 0 8 16,2 3-9-16,-3-1 2 0,-1 2-1 0,-5-2-5 15,2 1 4-15,0 1-1 0,-5 0 1 0,3 3-1 16,-4-3-27-16,1 2 26 0,2-3 1 0,-2 1-3 16,-1 1 2-16,1 1-1 0,0-2 1 0,-2 4-25 15,0-3 1-15,0 2 25 0,1 2-3 0,-1-3 0 16,2-1-2-16,2 1-4 0,-2 3 3 0,0-4 48 16,0 4-47-16,-1-1 0 15,-1 0-4-15,0 2 6 0,-2-2-1 0,1 2 3 16,-1-1-2-16,0 1 0 0,0 0 0 0,2-1-4 15,0-1 4-15,5-5 9 0,-5 6-10 0,5-2-4 16,-1 0 1-16,0-1 3 0,2 1-32 0,-1 1 36 16,-1-1-8-16,-1 0 2 0,1 1-23 0,0-1 1 15,-4 2 19-15,2-2-26 0,-2 4 23 16,0-4 2-16,0 4-4 0,0-4-12 0,3 1 10 16,5 0 8-16,-7 3-12 0,6-3 5 0,0-2-3 0,0 2 4 15,2-2-3-15,3 0-24 16,-5 3 24-16,0-2 1 0,1-1-7 0,1 0 6 15,-1 2-1-15,4-2-11 0,-7 2 10 0,2 0 1 16,0 1-2-16,3-1-33 16,1 0 35-16,-4 1-2 0,3 0-2 0,-1 0-4 0,2-1 4 0,-1 0 0 15,1 1 13-15,-2 0-12 0,1-3-3 16,1 2 2-16,1 3 3 0,-3-3-3 0,3-2 1 0,-3 4-20 16,0-3 18-16,0 4 1 0,1-4 0 15,-3 1-31-15,4-2 32 0,-4 4-2 16,1-1-1-16,1 0-11 0,5-4 8 0,-4 3 3 15,3-2-28-15,3 0 26 0,-2 0-5 0,3-2 4 16,2-1-4-16,1 1 3 0,1-4-2 0,-2 3-2 16,3-2 3-16,-1-1 0 0,2 0 1 0,-1-1 1 15,0 1-1-15,-1-3 0 0,2 1-1 0,0 1 19 16,-2 0-18-16,2-2 0 0,0 1 1 0,-1 0 3 16,0-2-3-16,3 1 0 15,-1 0-5-15,1 0 4 0,1-3 3 0,2 2 16 16,-2-2-17-16,2-1-1 0,2 2 1 0,-2-2 42 15,2 0-17-15,0 0-2 0,-2 0-18 0,2 0 42 16,0 0-19-16,0 0 1 0,0 0-11 0,0 0 24 16,0 0-30-16,0 0-19 15,0 0 21-15,0 0 0 0,0 0 157 0,0 0-350 16,0 0 168-16,0 0-3 0,0 0 27 0,0 0-99 0,0 0 45 0,0 0 13 16,0 0 1-16,0 0-173 0,-2-2 92 15,2-3 35-15,0-5-572 0,0-1 308 16,4-1 150-16,8 2 74 0,6-4-314 0</inkml:trace>
  <inkml:trace contextRef="#ctx0" brushRef="#br0" timeOffset="23894.93">19620 2646 339 0,'0'0'0'0,"0"0"0"0,0 0 0 0,0 0 0 0,0 0 0 0,0 0 0 0,0-1 57 0,0-2-25 0,0 1 34 0,0 1-33 16,0-1 8-16,0-3-8 0,0 1 31 15,0 3-32-15,0-2 1 0,0 0 8 0,0 2 23 16,0-1-32-16,0 0 1 0,0 0 0 0,0 2 27 16,0 0 7-16,0 0-34 0,0 0-26 0,0 0 0 15,0 0 26-15,-2 4-1 16,-1 4 12-16,1-2-11 0,-2 2 0 0,0 1-13 15,3-1 13-15,-2 1 0 0,3-2 8 0,-2 0-26 16,2-1 17-16,0-3-8 0,0 2 7 0,0-4-44 16,0 0 48-16,0-1-10 0,6 0-6 0,4 0 7 15,-1 0 1-15,1-1 0 0,-3-7-32 0,0 2-5 16,-1-1 34-16,-3 1-44 0,1 1 42 0,-2 1-4 16,1 2 0-16,-3 0 20 0,0 0-23 0,0 0 3 15,0 2 0-15,0 0 49 16,-5 0-17-16,-1 0-5 0,1 2-22 0,0 2 16 15,1-1-13-15,0 3-32 0,1-5 9 0,0 2 21 16,3-3 7-16,0 0-113 0,0 3 51 0,0-2 25 16,0-1-7-16,0 1-507 0</inkml:trace>
  <inkml:trace contextRef="#ctx0" brushRef="#br0" timeOffset="45869.1">19535 3099 524 0,'0'0'0'0,"0"0"0"0,-2 0 0 0,1 0 0 0,-3 0 0 16,0 1 0-16,1 1 0 0,-3-2 60 0,3 4 0 0,-2 0-27 0,1 0 43 0,2-1-21 15,-1 3 8-15,1-1 2 0,0 1-1 0,0 0-31 16,1 3 0-16,-1-1 23 0,2 1-15 16,-2-1-8-16,2 5 0 0,0-2 34 0,0-2 1 15,0 3-36-15,0 1 51 0,0-1-29 16,2 0-1-16,3-1-20 0,1-1 3 0,1 0 5 15,1 1-8-15,1-2-1 0,-1-2 1 0,2-1 0 16,-1 0-1-16,-2-4-4 0,0 4 5 0,3-3 0 16,-2-3 0-16,-1 0-30 0,0 0 0 0,0 0 38 15,2 0-25-15,0 0-9 0,0-9-9 0,1 0 28 16,3-4-40-16,-1-5 5 16,0-3 27-16,-1 0 4 0,3-1-67 0,-3-2 31 15,-2 0-8-15,-1 1 11 0,-1-2-11 0,-3 3 32 16,-2-1-12-16,0 6-8 0,-2-3 7 0,0 4 8 15,-2 2-16-15,-5 1 94 0,-5 1-40 0,1 3 0 16,-2 0 45-16,-1 3-34 0,0 1-13 0,-2 0 41 16,2 4-24-16,0 1 0 0,0 0-14 0,-2 0-39 15,1 0 33-15,0 3-6 0,0 5 4 0,0 0-34 16,0 2 32-16,4 0 7 16,-1 4-75-16,2-2 30 0,0 4-9 0,2 0 39 15,3-1-139-15,1 3 69 0,2-2 18 0,2 3-249 16,0-2 124-16,0 0 71 0,8-1 17 0,5 0-417 15,2-1 227-15,2-1 111 0,5 1 54 0</inkml:trace>
  <inkml:trace contextRef="#ctx0" brushRef="#br0" timeOffset="51270.8">20916 1454 1084 0,'0'0'0'0,"0"0"0"0,0 0 0 0,0 0 0 0,0 0 0 0,0 0 0 0,0 0 0 0,0 0 0 0,0 0 0 0,0 0 63 0,0 0-38 0,0 0 6 15,0 0-6-15,0 0 0 0,0 0 0 0,0 3 42 16,0 2 0-16,0-3-32 0,0 3-7 0,0-2 27 16,0 2-1-16,0 1-22 0,0-1 5 0,0-1 25 15,0 5-8-15,0-4-21 16,0 1 3-16,0-1-3 0,0 3-1 0,0-2 32 16,0 1-8-16,0 0-23 0,0 3 0 0,0-3 37 15,0 1-37-15,0 0 8 0,0 1-9 0,0 0 3 16,0-2-2-16,0 3 8 0,2 2-8 0,0-3 11 15,-1 2-11-15,1-1-1 0,3 3-15 0,-3-3 16 16,-1 2-1-16,1 0-24 0,0-2-9 0,0 4 34 16,0-3-7-16,0 3-35 0,-2-1-4 15,0-2 46-15,0 4-16 0,0-4-16 16,1 2-8-16,-1-6 28 0,0 3-14 0,0-2-26 16,0-1 28-16,0-2 6 0,0-2-32 0,0 0 0 15,0-3 23-15,0 0-29 0,0 0-5 0,0 0 36 16,0 0-4-16,0 0 10 0,0 0-10 0,0 0 2 15,0 0-10-15,0 0 67 0,0 0-28 0,0-3-1 16,0-5-27-16,0-1-47 0,0-2 23 16,0-1 0-16,0-1-31 0,0-1 26 0,0 0 1 15,0 3-12-15,0-5-2 0,0 3 34 16,0-2-7-16,2 0-31 0,0-2 28 0,2 2-11 16,-3-1 12-16,6-2 30 0,-4 3-32 0,3-1 0 15,1-2-4-15,-1 2 34 0,1 1-27 0,-1-1 5 16,0 6-4-16,-1-4 22 0,3 3 8 0,-5 1-23 15,4 2 26-15,0-3 4 0,-2 3-31 0,1 1 34 16,-1-1-1-16,2 0-23 0,-2 3-5 0,1-3 35 16,1 3 0-16,-2-2-26 15,2 1-2-15,-4 3 26 0,3-1-1 0,-1 1-17 16,1-1-5-16,-1 2 25 0,2-2-19 0,-2 3 3 16,1-4-10-16,-1 3 6 0,0 1-1 0,4 1-12 15,-4-2 16-15,1 2-3 0,1 0-1 0,-2 0-22 16,2 0 21-16,-2 0-2 0,1 0 5 0,-1 0 35 15,1 2-39-15,-1 1 0 0,0 2 12 0,0-3-11 16,1 3 4-16,-3 1-2 0,3-1 28 0,-1-2-26 16,0 3-1-16,0-1-9 0,-1 0 14 0,0-1-1 15,-1 0-3-15,1-2-3 16,-2-1 3-16,-1 3 1 0,1-4 4 0,0 2-36 16,-2-2 30-16,0 0-3 0,0 0-22 0,0 0 22 15,0 0 5-15,0 0-17 0,0 0 12 0,0 0-3 16,0 0 2-16,0 0 16 0,0 0-12 0,0 0-5 15,0 0 1-15,0 0-63 0,0 0 29 0,0 0-2 16,0 0 35-16,0 0-375 0,0-2 175 0,0 0 75 16,-2 0-858-16</inkml:trace>
  <inkml:trace contextRef="#ctx0" brushRef="#br0" timeOffset="102681.02">19620 2035 386 0,'0'0'0'0,"0"-2"0"0,0 1 0 0,0-1 0 0,0-1 0 0,0 1 0 0,0 0 0 0,0-1 52 0,0 2-20 0,0-1 9 16,0-1-8-16,0 3-3 0,0 0 3 0,0 0 0 15,0 0 0-15,0 0 5 0,0-1-5 0,0 1-1 16,0-1 24-16,0-2-24 0,0 0 1 16,2-1-6-16,0 0 6 0,3-2-1 15,0 2 1-15,-2-1 29 0,3 0-30 0,-3 0 9 16,1 0-8-16,0 1 1 0,-1 0-1 0,1 3 0 15,1-3 0-15,-2 0-16 0,3 1-8 0,1-1 24 16,0-2-25-16,1 1 21 0,0 2 10 0,1-1-29 16,2-1 13-16,-1 1 1 0,1-1 4 0,1 1-4 15,-3 0 9-15,2 1-11 0,-4-2 3 0,3 4 40 16,1-3-39-16,-2 2 1 0,1-2 7 0,1 2 30 16,0-1-35-16,1 0 5 15,-1 2 3-15,2 0-3 0,-4-2 6 0,6 1-4 16,-3 1-21-16,1 1 19 0,-1 0-2 0,-2 0-37 15,1 0 44-15,3 1-10 0,-3 6 2 0,0 1-25 16,1 1 23-16,-3-2-3 0,0 0 9 0,3 2-13 16,-3-1 5-16,0 0-3 0,1 1-17 0,-1-2 18 15,0-1 7-15,3 3-8 0,-3-2-23 0,2 3 23 16,-1 0 1-16,-1-2-53 0,-1 0 30 0,4 4-9 16,-5-3 28-16,-2-2-53 15,3 0 24-15,0 2-9 0,-3-1 33 0,-1-4-41 16,-1 2 1-16,-1 0 21 0,0-4-19 0,0 2 22 15,0-3 4-15,0 1-12 0,-2-2 9 0,0 3-4 16,0-3 3-16,0 0-2 0,0 0 2 0,0 0 0 16,0 0 0-16,0 0-70 0,0 0 34 0,0 0-5 15,0 0 36-15,0 0-166 0,0 0 78 0,-4-3 30 16,-2 1-488-16,3 1 259 0</inkml:trace>
  <inkml:trace contextRef="#ctx0" brushRef="#br0" timeOffset="103567.19">19960 1367 418 0,'0'0'0'0,"0"-2"0"0,0-1 0 0,0 0 0 0,-2 1 0 0,0-2 0 0,-1 2 95 0,1-1-31 0,-2 1 8 15,1 2-39-15,-4 0 93 0,2 0-47 0,-1 0-23 16,1 11 16-16,-1-3 8 0,3 5-47 16,-2 1 29-16,1 1-29 0,4-1 0 15,0 2-1-15,0-4 31 0,0 3-8 0,0-2-22 16,9 1-1-16,0-1 23 0,3-2-22 0,4-1 8 15,0-1-8-15,5 1 12 0,2-2-12 0,-1-3 0 16,-1 0 5-16,2-1 3 0,0-2-9 0,-2 0-46 16,0 0 24-16,-1-2-1 0,-4 0 24 0,-1 0-60 15,-2 0 24-15,3-4 0 0,-5-4 18 0,1-3-41 16,-2 0 18-16,-1-2-8 0,2 0 31 0,-2-1-28 16,-2 1 1-16,-2 0-8 15,1 0 0-15,-3 3 20 0,-1 0 4 0,0-1-28 16,0-2 26-16,1 5-3 0,-3-3 3 0,0 2 2 15,0 0-3-15,0 0-3 0,0-1 3 0,-5 2 38 16,0-1-38-16,1 2 1 0,-1-1 44 0,-1 3-19 16,-2 1-1-16,4 1-16 0,-1 0 27 0,-1 0 5 15,1 1-32-15,-1 2 42 0,-2 0 0 0,3 0-28 16,-3 0-3-16,1 2 31 0,-1 4 0 0,1 1-23 16,-1 2-6-16,1 0 51 15,3 2-17-15,-4 0 1 0,5 1-29 0,-3 1 40 16,2 1 1-16,1 0-38 0,-1 2 38 0,1-1-37 15,1 1 0-15,-5-2 17 0,5 2-17 0,-3 2 0 16,1-2 8-16,1 2 4 0,-1 0-13 0,-1 1 1 16,-2 2 0-16,4-3-4 0,-1 3 11 0,-2 1-7 15,3-1 0-15,1 3-33 0,-2-5 32 0,1 5-59 16,-2-4 35-16,3 1-11 0,0-3 31 16,-1 2-38-16,1-4 1 0,0 1 24 15,-1-3 13-15,-1 3-63 0,0-3 25 0,2-5-13 16,1 4 35-16,-4-7-33 0,5 0 2 0,-2-3 14 15,2 1-10-15,0-2 14 0,0-2 3 0,0 0-5 16,0 0-8-16,0 0 11 0,0 0 1 0,0 0-2 16,0 0 2-16,0 0-1 0,0 0 0 0,0 0-97 15,-2-2 46-15,1-2 20 0,-3 3 0 0,0-4-317 16,1 2 139-16,-3 0 92 16,3 3 43-16</inkml:trace>
  <inkml:trace contextRef="#ctx0" brushRef="#br0" timeOffset="191415.49">22040 1262 307 0,'0'0'0'0,"0"-2"0"0,0 0 0 0,1 0 0 0,1-2 0 0,0 3 0 0,0-3 0 0,0 2 44 0,0-1-15 0,-1 1-1 16,1-1 21-16,-2 3-19 0,0 0-1 0,0-2 15 16,0 2-13-16,0 0 0 0,0 0 8 0,0 0-31 15,0 0 0-15,0 0 21 0,0 0 0 0,0 2 41 16,0 3-33-16,0 0-6 0,0-1-1 0,0 1 33 16,0 1 1-16,0-3-31 15,0 2 29-15,0-2-29 0,0 5-1 0,0-1 46 16,0 2-23-16,0 3 0 0,0-3-14 0,-2 3 19 15,1-2 0-15,1 1-27 0,0 0 0 0,0-4 25 16,0 2-17-16,0-1-9 0,0 1 1 0,0 3-7 16,0-5 6-16,0 5 1 0,0-3-8 0,0 0 8 15,0 1 0-15,0-1-4 0,0-2 4 16,0 3-1-16,0-2 9 0,0 0-26 16,0 0 18-16,0 0-3 0,0-1 1 0,0 0-46 15,0 1 29-15,0-3-9 0,0 1 24 0,0 1-56 16,0-4 26-16,0 2-14 0,0-1 41 0,0 0-60 15,0-2 24-15,-2 0-8 0,2-1-101 0,0 2 56 16,0-1 34-16,0 0-108 0,0-1 65 0,0 1 19 16,0 2 21-16,0 0-310 0,0 1 147 0,0 2 85 15,0 4 38-15</inkml:trace>
  <inkml:trace contextRef="#ctx0" brushRef="#br0" timeOffset="191665.49">21955 1936 380 0,'0'6'0'16,"0"0"0"-16,0-1 0 0,0-3 0 0,0 2 0 0,0-4 0 0,0 0 261 0,0 0-118 0,0 0-55 0,0 1-28 0,0 2 154 16,0 0-91-16,0 2-37 15,0 2 38-15,0 0-46 0,0 0-22 0,0 0-54 16,0 3 30-16,0-2 9 0,0 2-8 0,0-2-77 15,2 2 38-15,-1-2 0 0,1 1 38 0,-2-2-60 16,2 1 26-16,0-1 0 0,-2 1-5 0,0 0-196 16,0-1 79-16,0 1 61 0,0 1-5 0,0 0-263 15,0 2 144-15</inkml:trace>
  <inkml:trace contextRef="#ctx0" brushRef="#br0" timeOffset="191859.97">21902 2451 959 0,'2'9'0'0,"0"-2"0"0,-1 1 0 0,1-2 0 0,0-5 0 0,1 1 0 0,-3 1 0 0,2-2 0 0,-1 1 126 0,1 2-46 0,0 0-16 16,2 0 19-16,-2 1-25 0,-1 4 0 0,1-3-122 16,0 0 48-16,0 5 33 15,0 0-9-15,-1 1-194 0,-1 1 108 0,0 2 53 16,0 0 28-16,0 0-370 0,2 0 180 0,-2-1 88 15</inkml:trace>
  <inkml:trace contextRef="#ctx0" brushRef="#br0" timeOffset="192035.5">21936 2914 420 0,'0'10'0'0,"0"-1"0"0,0 1 0 0,0-3 0 0,0-1 0 0,0-3 89 0,0 1-27 0,0 0 129 16,0-1-71-16,0 0-47 0,0 1-1 0,0 1 110 15,0-2-75-15,0 5-37 0,0-2 8 0,0 4-36 16,0-1-9-16,0 3 0 0,0-2-1 0,0 5-241 16,0-2 129-16,0 2 52 0,0 1-176 0,0-1 105 15</inkml:trace>
  <inkml:trace contextRef="#ctx0" brushRef="#br0" timeOffset="192234.97">21896 3553 499 0,'2'4'0'0,"0"0"0"0,0-3 0 0,0 1 0 0,-2-2 0 0,0 0 270 0,0 0-110 16,0 0-68-16,0 0 106 0,0 0-82 16,0 0-42-16,0 0-53 0,0 0 20 0,2 0-9 15,-2 3 1-15,1-1-141 0,1 3 70 0,-2-2 36 16,2 4 8-16,1-4-281 0,-1 2 148 0,-1 3 72 15</inkml:trace>
  <inkml:trace contextRef="#ctx0" brushRef="#br0" timeOffset="192683.89">21937 3719 909 0,'0'-3'0'0,"0"-2"0"0,0 1 0 0,0-2 0 0,0 3 0 0,0 1 0 0,0-2 126 0,0 0-46 0,0 3-24 0,0-1 76 16,0 2-50-16,0 0-16 0,0 0-9 0,0 0 30 15,-1 0-27-15,-1 6-1 0,2 2-26 0,-2 0-30 16,2-1 30-16,0 3 0 0,0 0-38 0,0-3 0 15,0 0 38-15,0-1-54 0,0-3 22 0,2 2 1 16,1-4 20-16,4-1-84 0,0 0 30 0,-1 0 28 16,-1 0-5-16,1 0-24 0,-3-2 13 0,2-5 0 15,-3 3 12-15,-1-1-13 0,-1 1-14 16,0 0 67-16,0 1-3 0,0-2-32 16,-1 3-5-16,-6 1 75 0,0 1-32 0,1 0-1 15,-1 0-25-15,2 0 72 0,-2 0-31 0,4 0 3 16,1 0-24-16,0 0 19 0,2 0-14 0,-2 0-13 15,2 0 23-15,0 0-78 0,0 0 30 0,0 0-1 16,0 0-85-16,0 0 52 0,0 0 22 0,0 0-114 16,0 0 59-16,0 0 35 0,-2 0 4 0,-1 0-153 15,-1 0 72-15,-1 0 39 16,0 0 9-16,0 0-124 0,3 3 79 0</inkml:trace>
  <inkml:trace contextRef="#ctx0" brushRef="#br0" timeOffset="193027.13">22231 3721 1190 0,'0'-15'0'0,"0"7"0"0,0 2 0 0,0-1 0 0,0 1 0 0,0 2 0 0,0 0 0 0,0 2 0 0,0 0 337 0,0 1-152 0,2 1-77 16,0 0-37-16,1 7 137 0,1 7-79 0,-2 2-52 16,1 5-23-16,2 5 83 0,-1 0-53 0,-3 3-25 15,1 4 8-15,-2 1 31 16,0 8-32-16,0-1 0 0,0 0-67 0,0 2 34 16,0-1 8-16,-10 9-149 0,3-7 71 0,0 2 34 15,-4-1 1-15,-1 1-208 0,3-6 122 0,0-2 19 16,2-3 40-16,4-9-280 0,-1-3 144 0,4-10 42 15,0-2 37-15,0-3-186 0,0-4 120 0,0-4 59 16,0 0-72-16,0-8 66 0,0-9 24 0,0-5-179 16,0-3 110-16,0-5 56 0</inkml:trace>
  <inkml:trace contextRef="#ctx0" brushRef="#br0" timeOffset="193294.59">22214 3673 1023 0,'0'-11'0'0,"0"5"0"0,1-1 0 0,11-1 0 0,3-1 0 0,4 3 0 0,7 1 141 16,3 2-55-16,3 3-26 0,3 0 192 0,-1 0-101 15,1 3-63-15,1 8 24 16,-6 3-40-16,-4 2 1 0,-1 1-41 0,-9 2 13 16,0 4-13-16,-7 2 1 0,-7 2 0 0,-2 1-4 15,0 2 4-15,-13 2 8 0,-10-3-8 0,-5 4-46 16,-2-5 23-16,-4-4 0 0,-1-1-105 0,5-6 59 15,-6 0 8-15,4-5-58 0,0-4 33 0,10-4 31 16,-1-2-1-16,5-2-179 0,2 0 81 0,7 0 51 16,0-2-1-16,1-4-109 0,4-1 74 15,0-1 28-15,4 3 8 0,0-1-157 0</inkml:trace>
  <inkml:trace contextRef="#ctx0" brushRef="#br0" timeOffset="197121.43">19483 2845 320 0,'0'0'0'0,"0"0"0"0,0 0 0 0,0 0 0 0,2 0 0 0,0 0 0 0,0 0 0 0,0 0 0 0,-1 0 79 0,1 0-18 0,2 0-7 16,-1 0-24-16,1 0-15 0,3 0 15 0,-2 0 8 15,0-1-44-15,1-4 34 0,-1-1 1 0,-1 1-33 16,1 0 0-16,-4 1 36 0,1-2-6 0,0 3 3 16,-2-2-4-16,0 4-7 15,0-1 5-15,0-1 29 0,0 2-7 0,0-1-24 16,0 0 2-16,-2 1 24 0,0 1 1 0,1 0-11 16,1 0 26-16,0 0-27 0,-3 0-6 0,3 0 31 15,0 0-28-15,0 0 8 0,-2 0-8 0,0 0 21 16,-1 0 0-16,-3 0-22 0,2 0 1 0,-1 1 11 15,0 1-11-15,0 1 0 0,-1 0 0 0,5 0 13 16,-3-3-13-16,4 2 8 0,0-2-8 0,-2 3-23 16,2-3 1-16,0 0 22 15,0 0 22-15,0 0-14 0,0 0-9 0,-2 0 53 16,-1 0-26-16,1 0 0 0,-4 0-26 0,2 0-14 16,-2 0-7-16,3 0 21 0,-1-3 0 0,0 1-33 15,1 1 33-15,1 1 8 0,0-2-30 0,2 2 1 16,0 0 21-16,0 0-7 0,0 0 5 0,0 0-4 15,0 0 2-15,0 0-59 0,0 0 26 0,0 0-11 16,0 0 37-16,0 0-37 16,0 0 34-16,0 0-4 0,0 0 3 0,0 0-25 15,0 0 23-15,0 0-2 0,0 0 25 0,0 0-3 16,0 0-20-16,0 0 22 0,0 0 0 0,0 0-16 16,0 0 1-16,0 0-12 0,0 0 13 0,0 0-4 15,0-3 0-15,0 3-19 0,0 0-5 0,0 0 24 16,0 0 2-16,0 0-24 0,0 0 19 0,0 0 6 15,0 0-58-15,0 0 24 0,0 0-6 0,0 0 24 16,0 0 1-16,0 0 4 0,0 0-8 0,0 0-16 16,0 0 16-16,0 0 3 15,0 0-5-15,0 0-10 0,0 0 11 0,0 0 1 16,0 0-8-16,0 0 40 0,0 0-28 0,0 0-4 16,0 0 4-16,0 0 42 0,2 5-19 0,0-4-12 15,0 4-7-15,1-2-2 0,1 1 4 0,0-1-16 16,-3 2 15-16,3-4-1 0,1 4 6 0,-2-3-17 15,1 3 13-15,0-4-2 0,-1 4 0 0,1-3-34 16,-1 3 33-16,1-4-1 0,3 6 3 16,-4-4-4-16,3-2-8 0,-1 3 26 15,-1 0-15-15,-1 0-4 0,3-1 1 0,-2 0 8 16,2 1-7-16,-2-2-1 0,-3-1 5 0,3 1-12 16,-2-2 9-16,0 3 0 0,1-2 2 0,-1-1-24 15,0 2 23-15,0-2-2 0,2 2 0 0,-2-2-1 16,2 2-2-16,-1-1-3 0,1 1 6 0,2 1-1 15,-3-2-2-15,5 1 2 0,0 2-1 0,-1-1 0 16,2 1 3-16,1 2-6 0,1-4 4 0,-2 5-1 16,3-1 1-16,-3 1-31 15,0-5 30-15,5 5-1 0,-3-1-33 0,0 2 32 16,1-2-4-16,-1 0-20 0,0 2 22 0,2 0-1 16,-2-1-2-16,1 1-12 0,-1-1 11 0,3 2 2 15,-4-2-4-15,3 1 16 0,1-4-13 0,-1 4 0 16,0 1-1-16,0-4 0 0,0 0 2 0,1 0 0 15,-2 1-6-15,0 1 5 0,-1-1 1 0,2 0-3 16,-3 0 3-16,1 2-1 0,1-1 0 0,-1 0 31 16,-1 1-30-16,4-1 0 15,-3 3 1-15,0-3 41 0,3 3-40 0,-2-1 2 16,2 1-2-16,-1-3 6 0,1 2-3 0,0-1 4 16,-1 1-10-16,2-1 8 0,-2 1-2 0,1-2-18 15,0 1 18-15,0-1 0 0,-1 3 0 0,2-2-16 16,-2-3 15-16,0 3-2 0,2 0 1 0,0-3 22 15,0 3-22-15,0-3-1 0,2-1 0 0,-2 3 11 16,0-1-9-16,3-1 1 0,-4 1-12 0,4-1 12 16,-4 1-1-16,4-2-25 15,-4 2 24-15,3-1 1 0,-2-1-1 0,1 2-27 16,-2-1 26-16,2 1-1 0,-2 0 0 0,2 0-19 16,-2-1 18-16,-1 1-4 0,2-1 2 0,0 0-4 15,1 1 4-15,-2-2-1 0,3 2 28 0,-2-1-26 16,-1-1 0-16,2 0 32 0,0 1-1 0,-2-3-26 15,2 2-3-15,0 0 42 0,0 0-39 0,0 0 7 16,1-1-6-16,1 2-2 0,0-2 3 16,1 2 5-16,-1 1 156 0,0 0-351 15,1 1 190-15,-1 1 2 0,-1-1-42 0,1 1 37 16,0-1 2-16,0 3-17 0,-1-2 15 0,2 0-6 16,0 1 5-16,0-3-21 0,-1 4 19 0,1-2-2 15,-2 0 1-15,2-1 17 0,-2 0-17 0,-1 0-1 16,2 2 1-16,-2-1 12 0,0 2-11 0,0-3 163 15,1 1-165-15,-1 0 0 0,-2-2 0 0,4 2 0 16,-4 0 0-16,2-1 0 0,-2-2 0 0,2 3 0 16,-3-2 0-16,1 1 0 15,0-1 0-15,-1 0 0 0,0 2 0 0,0-3 0 16,-2 3 0-16,3-2 0 0,-3-2 0 0,0 4 0 16,2-2 0-16,-2 0 0 0,1 0 0 0,-1-1 0 15,3 1 0-15,-5-3 0 0,2 3 0 0,-1-2 0 16,-1-1 0-16,0 3 0 0,0-2 0 15,1-2 0-15,-3 1 0 0,1 1 0 16,0 0 0-16,1-1 0 0,0 1 0 0,3 0 0 16,-1 1 0-16,2-2 0 0,0 1 0 0,0 1 0 15,1-1 0-15,-2-1 0 0,-2 1 0 0,0 1 0 16,-1-3 0-16,0 3 0 0,1-4 0 0,-5 3 0 16,3-2 0-16,-3 0 0 0,-1 2 0 0,1-2-186 15,2 0 144-15,-2-1 54 0,0 1-19 0,3 2 2 16,-1-2-8-16,-1 0 35 0,-2 0-1 0,0-2-26 15,-2 1-1-15,-1-1-39 0,1 0 41 0,0 0-1 16,-2 0 5-16,0 0-28 16,0 0 1-16,0 0 22 0,0 0-29 0,0 0 27 15,0 0-2-15,0 0 1 0,0 0-30 0,0 0 0 16,0 0 19-16,0 0-42 0,0 0 20 0,0 0 1 16,0 0 17-16,0 0-174 0,-2 0 74 0,-3 0 50 15,-6 0 14-15,1 0-207 0,1 0 116 0,0 0 59 16,0 0 21-16,2 0-411 0,2 0 224 0,-1 0 112 15,4 0-393-15,-1 6 252 0</inkml:trace>
  <inkml:trace contextRef="#ctx0" brushRef="#br0" timeOffset="197710.33">21886 3878 500 0,'0'-1'0'0,"1"-2"0"0,-1 1 0 0,2 2 0 0,-2 0 0 0,0 0 110 16,0 0-42-16,0 0-1 0,0 5-34 0,-5 3 185 16,-2 2-93-16,2 0-38 0,-1 4 47 0,1-1-51 15,1 3-25-15,1-2 0 0,-2-1-25 0,3-3 7 16,2 1-7-16,-2-1 78 0,2-2-39 0,0-1 0 15,0-4-39-15,0 2-54 16,0-4 23-16,0-1 0 16,0 0 31-16,4 0-68 0,4-1 33 0,1-10 5 0,0-4-14 0,3 0-2 15,-1-4 1-15,2-2-109 0,-1-2 62 0,-5 3 20 16,2-3 0-16,1 0-42 0,-6 4 36 0,0 4 7 16,-3 4 0-16,-1 0 65 0,0 3-20 0,0 2-8 15,0 5-17-15,-5-2 118 0,-7 3-56 0,1 3-26 16,-2 8 84-16,-2 2-45 0,0 5-27 0,2-2 56 15,2 1-37-15,2 2 2 0,2-5-5 0,4 2 42 16,1-5-30-16,2 0-4 0,0-2-1 16,0 0-39-16,0-4 19 0,2 0 0 15,1-3 0-15,7 1-53 0,1-3 27 0,0 0 8 16,1 0-60-16,1-8 32 0,-1-3 1 0,0-5 22 16,-3 1-52-16,2 0 22 0,-4-2-3 0,-2 0-73 15,-1 2 49-15,-4 0 13 0,0 7-1 0,0-3-7 16,-4 4 3-16,-7 4 13 0,-4 0 12 0,-2 3 27 15,-2 0-1-15,3 13-37 0,-1 0 92 0,1 5-38 16,5 0 0-16,0 1 37 16,6 0-34-16,0 2 9 0,3-5-40 0,2 3 39 15,0-1-33-15,2-6 17 0,6 4-14 0,3-6-45 16,2-2 22-16,1 0 7 0,-2-3 18 0,2-1-234 16,-7-2 109-16,3-1 48 0,-5-1 30 0,1 4-419 15,-4 0 211-15</inkml:trace>
  <inkml:trace contextRef="#ctx0" brushRef="#br0" timeOffset="199580.72">19018 3303 109 0,'0'0'0'0,"0"0"0"15,0 0 0-15,0 0 0 0,-3 0 0 0,3 0 69 0,0 0-25 0,0 0 0 0,0 0 47 0,0 0-3 16,0 0-32-16,0 0 1 16,0 0 4-16,0 0 1 0,0 0-29 0,0 0 17 15,0 0-17-15,0 0 0 0,0 0-1 0,0 0 28 16,0 0 0-16,0 0-19 0,0 0-8 0,0 0 5 16,0 0-5-16,0 0 0 0,0 0 4 0,0 3 4 15,0 0-9-15,3 2 56 0,2 0-28 16,1 0 0-16,-1-1-27 0,0 3 44 0,3-1-7 0,0-1-37 15,-3 1-1-15,1-1 30 16,1 4 0-16,1-2-21 0,0 1-8 0,-3 0 24 16,2-1 1-16,1 3-25 0,0-2 29 0,1 2-21 15,2-2-9-15,3 2 39 0,0-2 0 0,5-1-38 16,1 2 0-16,1-4 37 0,6 0-8 0,-1 1-29 16,2-4-1-16,1 0-14 0,-1-2 15 0,-3 0 8 15,8 0-9-15,-4 0-36 0,1 0 37 0,2 0 0 16,-1-2-17-16,1 0-8 0,2-6 25 15,2 2-35-15,-1-1 32 0,2 1-12 16,-1-1 16-16,-1-1-69 0,0 3 28 0,-1 0-8 16,-4-1 35-16,0 1-66 0,-8 2 33 0,1 1-11 15,-2-1 36-15,-3 1-57 0,1-2 25 0,-2 0-10 16,-2-1 34-16,2 0-21 0,-2-2 16 0,0-1 30 16,0 1-31-16,0-1-6 0,-2-3 4 0,0 2 31 15,-1-1 0-15,-3 0-24 0,-2 3-3 0,0 0 50 16,-4 1-21-16,1-1 9 0,-2 3-31 0,-1 1 73 15,1-2-33-15,0 1-11 16,-2 3 26-16,0-1-20 0,0 0 0 0,0 0-50 16,0 2 0-16,0-2 33 0,0 0 4 0,0 1-32 15,0 1 0-15,0-2 27 0,0 0-1 0,0 0-183 16,0 2 79-16,0-1 43 0,0 1 23 0,0 0-492 16,-4 0 240-16,-1 7 103 0,-5 9-554 0,-3 8 346 15</inkml:trace>
  <inkml:trace contextRef="#ctx0" brushRef="#br0" timeOffset="200409.55">19524 3732 976 0,'0'0'0'0,"0"0"0"0,0 0 0 0,0 0 0 0,0-3 0 0,0 3 0 0,0 0 0 0,0 0 0 0,-5 0 0 0,-1 8 107 0,-2 3-29 0,1 3-8 0,0 0 73 15,-1 1-55-15,-2 3-28 0,3 0 0 0,1-1 63 16,1 2-49-16,1-2-20 0,3 2-1 0,-2-4 29 16,3 5-24-16,0-2 58 0,0-1-46 0,0 1 0 15,6-3-37-15,1 1 31 0,3 0 0 0,3-4-23 16,0 0-8-16,4-1 25 0,0-1 1 0,2-5-26 15,1 2 0-15,1-6 17 0,0-1-17 16,-1 0 0-16,1 0-1 0,0-1-26 16,-3-6 27-16,1-4 8 0,-1 2-38 0,-4-5 1 15,2 3 29-15,-2-2-62 0,-1-2 29 0,1 0-5 16,-2-1 31-16,2-2-72 0,-1-1 32 0,2-1 8 16,-2-1-1-16,-2 3-73 0,3-7 41 0,-7 4 16 15,0 1-1-15,0-3-61 0,-6 3 40 0,1 1 7 16,-2 2-6-16,0-1 17 0,0 6 13 15,-2-1 21-15,-6 2-1 0,-3-1-35 16,0 3 11-16,-2 1 52 0,0 1-25 0,-3 1 4 16,2 0-27-16,-2 3 59 0,-2 1-25 0,1 0 14 15,-1 0-38-15,-3 2 42 0,1 0-38 0,-1 0 13 16,0 0-13-16,-2 2 8 0,0 2-3 0,5 1 38 16,-3 2 2-16,6-1-36 0,0 0-2 0,6 0 99 15,0 1-46-15,0 1-19 0,2 0 4 0,3 1 53 16,3 1-36-16,1 0-10 0,0 0 0 15,0 1 14-15,0 0 9 0,1 2-42 0,5-3 31 16,3 0-1-16,3-2-30 0,-1 2 16 16,0-3-8-16,2 1-8 0,2 0-1 0,-1-3-31 15,0-1 32-15,4-3 0 0,-2 4 8 0,1-5-71 16,2 0 31-16,1 0 1 0,1 0 31 0,0 0-143 16,-1-2 61-16,-2-2 31 0,-2 0-126 0,-4 0 64 15,-1 0 41-15,-4 3-53 0,0-1 23 0,-6 0 29 16,1 0-9-16,0 1-22 15,-2 1 21-15,0 0-2 0,0-2-19 0,0-1 85 16,0 2-25-16,0-1 0 0,-2 0-22 0,-1 2-204 16,0 0 94-16,-3 0 59 0,5 5-619 0,1 8 335 15</inkml:trace>
  <inkml:trace contextRef="#ctx0" brushRef="#br0" timeOffset="-127856.11">22051 1203 408 0,'0'-2'0'0,"-2"1"0"0,0-1 0 0,0-2 0 0,0 2 0 0,-1 0 0 0,-1-1 0 0,-1 1 73 0,4 0 0 0,-1 0-32 15,0 2-8-15,2-1 42 0,0 1-21 0,0 0-1 16,0 0-20-16,0 0 28 0,0 0-29 0,0 0 1 15,0 0-36-15,0 0-1 0,0 0 37 0,0 0 5 16,0 0-6-16,0 5 1 0,0-1 0 0,2 1-14 16,0 1 5-16,-1 0 15 15,4 1-26-15,-1-1 17 0,1-1-8 0,1-1 4 16,-1 1-4-16,2-3-15 0,1-2-7 0,0 0 26 16,3 0-24-16,-1 0 0 0,-1 0 20 0,-2-1-20 15,0-5-8-15,2-3 26 0,-6 2-8 0,3-4-5 16,-4 2 4-16,-1 0 10 0,1-1-14 0,-2 3 35 15,0-2-29-15,0 1 2 0,0 0 0 0,0 3 47 16,-5 0-23-16,-1 0 0 0,-6 2 27 0,1 1-22 16,1 0 6-16,-6 2-23 15,3 0 3-15,0 0-3 0,0 5 8 0,4 5-3 16,1-3 7-16,-2 5-10 0,5-1 4 0,1 3-40 16,3-3 35-16,1-2 1 0,0 1-49 0,0-2 20 15,0 0-9-15,0 1 32 0,3-5-59 0,6 1 26 16,2-5-4-16,3 0-5 0,0 0-5 0,4 0 35 15,-4 0-12-15,2 0-37 0,-2-8 17 0,-2-2 0 16,-1 2 13-16,-5 1-25 0,2-2 25 0,-4 1 6 16,-3-1-9-16,-1 2 36 15,0-1-32-15,0 0 3 0,-3 3 76 0,-7-1-37 16,-3 3 3-16,-3 1 34 0,2 2-30 0,-5 0 0 16,2 0-22-16,0 0 47 0,4 7-15 0,0 1-4 15,7-3-9-15,-1 3-10 0,3 0 11 0,2-1-13 16,2 0 24-16,0-1-93 0,0 2 35 0,0-4-1 15,2-2-62-15,5 3 44 0,3-3 18 0,1-2-54 16,0 0 34-16,2 0 8 0,-1 0 0 0,-5-2-34 16,2-3 18-16,0 0 7 15,-6 2 0-15,1-2 27 0,-2 2-9 0,-1 1-1 16,-1 0 44-16,0-2-20 0,0 3 1 0,-7-3 64 16,-7 2-39-16,2 0-1 0,-4 1-29 0,2-1 92 15,1 0-45-15,3-2-13 0,-1 2 0 0,4-2 45 16,0 2-25-16,4 0-11 0,1-1 1 0,0 1-98 15,2 0 38-15,0 2 5 0,0 0 40 0,0 0-184 16,0 0 83-16,0 0 31 0,5 0-660 0,7 0 318 16</inkml:trace>
  <inkml:trace contextRef="#ctx0" brushRef="#br0" timeOffset="-122198.01">20861 17178 318 0,'0'-4'0'0,"0"2"0"0,0 0 0 0,0 0 0 0,0 1 0 0,0 1 35 0,0 0-2 0,0 0 8 0,0 0 18 15,0 0-1-15,0 0-25 0,0 0-1 0,0 0 37 16,0-2 7-16,0 2-43 0,0-3 27 0,0 3 1 15,0 0-28-15,2-1-1 16,1 1 54-16,-3 0-31 0,0 0 0 0,2 0-22 16,-2 0 38-16,1 0 0 0,-1 0-30 0,2 4-8 15,0-1 29-15,2-1 0 0,-1 0-29 0,3 0 49 16,1-2-16-16,1 0-8 0,0 0 71 0,1 0-48 16,1 0-24-16,-1-4 0 0,0 1 29 0,0-3-30 15,-1 3-1-15,0-1-22 0,-1-1 31 0,0 2 0 16,0 1-23-16,-2-2 23 0,0 2-31 0,1-1-1 15,1 1 1-15,0-2 48 16,-4 2-17-16,3-2-7 0,-3 1-24 0,1 2 34 16,0 0 0-16,-1-1-34 0,1-1 11 0,1 2-11 15,-2 1 0-15,1-2-1 0,-1 2-3 0,3-2 4 16,-1 0 8-16,2 2-8 0,-2-1 19 0,3-2-19 16,-1 1 0-16,3 0-23 0,-1 1 31 0,0-1-8 15,2-2 0-15,1 0-26 0,1 1-6 0,-2-1 30 16,0 2-25-16,2-4-7 0,-1 3 24 15,1-1 4-15,-1 2-33 0,-3-2 0 16,0 3 31-16,1-3-28 0,-1 1 21 0,0 0 2 16,0 2-10-16,1-3 29 0,-1 2-23 0,-1-2 2 15,2 2 33-15,-1 0-32 0,-2-1-1 0,0 2 6 16,2-1-27-16,-2 2 0 0,0 0 186 0,0 0-183 16,2 0-169-16,0 0 168 0,2 0-5 0,1 0-13 15,0 0-3-15,1 0 33 0,1 0-7 0,0 0 1 16,2 0-2-16,-2 0 3 0,2 0-16 15,-2 0 14-15,2 0-5 0,-2-2 6 16,2 2-18-16,-3 0 16 0,2 0 0 0,-2-2 1 16,1 2-13-16,-2-1 13 0,1-1-1 0,3 0 192 15,-2 0-195-15,2 1 0 0,0-2 0 0,0 1 0 16,-2 1 0-16,2 0 0 0,-2-2 0 0,0 0 0 16,-1 2 0-16,-1-1 0 0,-1 0 0 0,-1 2 0 15,1-2 0-15,-1 1 0 0,-1 1 0 0,2-2 0 16,-2 0 0-16,0 2 0 0,3-2 0 15,-3 0 0-15,0 2 0 0,1-2 0 16,1 0 0-16,-2 2 0 0,0 0 0 0,3 0 0 16,-1 0 0-16,-1 0 0 0,-1 0 0 0,2 0 0 15,-1 0 0-15,-1 0 0 0,0 0 0 0,0 0 0 16,1 0 0-16,-1 0 0 0,0 0 0 0,3 0 0 16,-1 0 0-16,0 2 0 0,5-2 0 0,-2 2 0 15,5-2 0-15,1 0 0 0,0 0 0 0,4 0 0 16,3 0 0-16,1 0 0 15,2 0 0-15,-2 0 0 0,2 0 0 0,-5 0 0 16,7 0 0-16,-5 0 0 0,0 0 0 0,-1 0 0 16,-1 0 0-16,-1 0 0 0,6 0 0 0,-5 4 0 15,2-2 0-15,0 1 0 0,-3-1 0 0,8 0 0 16,-2 1 0-16,-1 0 0 0,1 0 0 0,-2-1 0 16,-2 0 0-16,8 1 0 0,-4-3 0 0,2 1 0 15,-2 1 0-15,0 0 0 0,-3-2 0 0,4 2 0 16,-2-2 0-16,-1 0 0 0,-3 0 0 0,4 1 0 15,-7-1 0-15,9 0 0 16,-3 0 0-16,4 0 0 0,0 0 0 0,3 0 0 16,4 0 0-16,9 0 0 0,-4-3 0 15,6-2 0-15,1-1 0 0,-3-2 0 0,-4 2 0 0,8-1 0 16,-7 1 0-16,0 0 0 0,0 0 0 0,0 1 0 16,-3 1 0-16,8-2 0 0,-1 3 0 0,1 2 0 15,1-2 0-15,1 2 0 0,-10 1 0 0,9 0 0 16,-14 0 0-16,1 0 0 0,-4 5 0 0,-2 3 0 15,-4-3 0-15,2 4 0 0,-3 1 0 16,3-2 0-16,-2 1-166 0,2 0 332 16,4-1-166-16,5-1-171 0,1-2 342 0,3 2-171 15,4-3 0-15,1-2 0 0,2-2 0 0,-4 0 0 16,2 0 0-16,-4 0 0 0,0 0 0 0,-9 0 0 16,5 0 0-16,-5 0 0 0,-5-2 0 0,2-1 0 15,-5 2 0-15,-1-1 0 0,-3 2 0 0,-2 0 0 16,1 0 0-16,0 0 0 0,1 0 0 0,-3 0 0 15,3 0 0-15,-2 2 0 16,-1 2 0-16,3-2 0 0,-2 2 0 0,0-3 0 16,1 1 0-16,0-1 0 0,-1 2 0 0,-2-1 0 15,0 0 0-15,-1-1 0 0,-1 3 0 0,-1-2 0 16,0 2 0-16,-2-1 0 0,0 1 0 0,-1 2 0 16,3-1 0-16,-2-1 0 0,0 2 0 0,-1-1 0 15,4 1 0-15,-2-1 0 0,0 1 0 0,0 0 0 16,-2 0 0-16,-4-2 0 0,1-1 0 0,-1 0 0 15,-3 0 0-15,-2 0 0 16,-1-1 0-16,-1-2 0 0,-1 2 0 0,2 1 0 16,-1-2 0-16,-2 2 0 0,7 0 0 0,-1-2 0 15,2 4 0-15,-1-4 0 0,2 1 0 0,3 0 0 16,-1 0 0-16,-2-1 0 0,1-1 0 0,-3 0 0 16,-1 0 0-16,-1 3 0 0,-2-3 0 0,0 0 0 15,-1 0 0-15,-1 0 0 0,-1 0 0 0,0 0 0 16,0 0 0-16,0 0 0 0,0 0 0 0,0 0 0 15,0 0 0-15,0 0 0 16,0 0 0-16,0 0 0 0,0 0 0 0,-1 0 0 16,-4-3 0-16,4 2 0 0,-6-1-402 0,-1-2 191 15,-4 1 84-15,-4-1 28 0,1-2-779 0,7 0 423 16</inkml:trace>
  <inkml:trace contextRef="#ctx0" brushRef="#br0" timeOffset="-76758.68">14480 13939 602 0,'-8'0'0'0,"5"0"0"0,1 0 0 0,-2 0 0 0,2 0 0 0,1 1 0 0,-2-1 278 0,1 4-122 0,0-1-62 0,2 1-30 15,0 4 40-15,0-1-40 0,0 2 1 0,0 4 28 16,2 5-31-16,4 1 1 0,-2 3 31 0,2 7-34 15,-5 0-1-15,3 5-26 0,-2 7 44 0,0-1-22 16,-1-3 8-16,-1 10-30 0,0-6-16 0,2 3 15 16,0-2 1-16,0-9-45 15,4 4 31-15,0-1-9 0,-1-2 23 0,-1 0-35 0,1-3-1 16,-1-1 44-16,-2 1-140 0,1-1 60 0,-2-2 17 16,-1-1 0-16,0-7-133 0,0 1 77 15,0-6 22-15,0-6 25 0,0-1-207 0,-4-5 106 16,0-3 35-16,1 0-192 0,1-15 131 0,2-9 63 15,0-9 32-15</inkml:trace>
  <inkml:trace contextRef="#ctx0" brushRef="#br0" timeOffset="-76535.08">14572 14084 1025 0,'0'-13'0'0,"0"8"0"0,0 3 0 0,0 1 0 0,0-2 0 0,1 1 0 0,3 2 217 0,4 0-96 0,7 0-44 15,4 0 323-15,3 0-183 0,4 0-93 0,3 0-37 16,1 0 145-16,3 2-100 0,-1 1-50 0,2-2-23 16,-2 1-26-16,-2-2 8 0,2 2-69 0,-4-2 30 15,0 0 8-15,-3 0 23 0,-4 0-274 16,1 0 145-16,-3 0 60 0,0 0 26 16,-4 0-473-16,-2-2 237 0,-2-4 49 0,-2-2-247 15,0-1 209-15,-4-4 101 0,-1-1 51 0</inkml:trace>
  <inkml:trace contextRef="#ctx0" brushRef="#br0" timeOffset="-76302.53">15103 13797 1043 0,'-4'-2'0'0,"2"2"0"0,2 0 0 0,0 0 0 0,0 0 0 0,0 0 0 0,8 2 0 0,5 6 115 16,2 2-41-16,2 1-20 0,3 2 220 0,1 1-124 15,0 1-58-15,2-3-30 0,1 3 42 0,0-2-36 16,-1-3 8-16,4 2-113 0,-6-2 34 0,-1 0 1 15,-3-3 34-15,-2 2-117 0,-8-1 67 0,1 1 21 16,-6 1-54-16,-2 1 27 0,0 4 24 0,-16 2-24 16,-2 1 41-16,-8 5-49 0,-8 3 34 0,2 1-43 15,-2-1 16-15,1 0 15 0,3-1 5 16,-9 4 5-16,11-8-307 0,0 2 139 0,4-2 74 16,5-8-396-16</inkml:trace>
  <inkml:trace contextRef="#ctx0" brushRef="#br0" timeOffset="-76009.28">14964 14314 695 0,'-17'11'0'0,"-1"8"0"0,1 0 0 0,-2 1 0 0,0 9 459 0,0-1-217 0,5 3-105 0,3 1-52 16,2-1 128-16,8-1-91 0,1-8-36 0,0 3 52 15,1-5-53-15,11 1-26 0,3-7 0 0,4 2-120 16,-1-8 55-16,5-3 15 0,3-5-207 0,-3 0 115 15,-1-9 58-15,-1-11 29 0,-4-4-199 0,-2-2 71 16,-4-3 67-16,-5 1-31 0,-2-1-3 0,-4 0-12 16,0 5 26-16,-2-6 85 0,-10 5 0 0,-2 3-40 15,-4 3-1-15,2 6 117 0,-5 2-67 0,-2 5-21 16,1 5 138-16,-2 1-74 0,1 0-37 16,7 7 8-16,-2 6-27 0,5 3 0 15,3-2 23-15,5 1-17 0,5 1-110 0,0-2 53 16,0-1 27-16,11-3-2 0,6-1-370 0,8-3 183 15</inkml:trace>
  <inkml:trace contextRef="#ctx0" brushRef="#br0" timeOffset="-75804.83">15170 14326 1644 0,'0'-1'0'0,"0"-1"0"0,0 2 0 0,0 0 0 0,0 0 0 0,0 0 0 0,-5 13 0 0,1 6 0 0,2 5 365 0,2 3-165 0,0 1-85 0,0 2-40 15,0 2 86-15,0 2-56 0,0 0-41 0,0-1-65 16,0 1 33-16,2 0 1 0,2-2 0 0,-2-6-247 16,1 1 120-16,-2-7 63 0,1-7-433 0,-2-2 244 15,0-5 46-15,0-4 85 0,0-2-351 0,0 0 204 16,0-13 101-16,-3-11 52 16,-4-7-204-16</inkml:trace>
  <inkml:trace contextRef="#ctx0" brushRef="#br0" timeOffset="-75598.38">15120 14355 669 0,'0'-16'0'0,"0"2"0"0,0 3 0 0,0 1 0 0,6 3 0 0,3 0 0 0,5 1 259 0,2 2-105 16,1 1-64-16,1 3-29 0,-2 0 150 0,1 0-89 15,-2 9-45-15,2 0 22 0,-4 1-37 0,1 3-1 16,-5-2-51-16,-2 0 23 16,-3-1 0-16,-3 0 8 0,-1 3-50 0,0 0 21 15,-3-2 0-15,-10 0 21 0,-8 2-37 0,2-3 45 16,-6-1-8-16,0-2-131 0,0 1 49 0,-1-3 35 15,5-2 0-15,1-2-124 0,1-1 70 0,8 0 36 16,2 0-322-16,4-4 165 0,5-8 61 0,0-4 33 16</inkml:trace>
  <inkml:trace contextRef="#ctx0" brushRef="#br0" timeOffset="-75390.94">15563 13737 1202 0,'2'-13'0'0,"0"7"0"0,1 3 0 0,-2-1 0 0,-1 2 0 0,2 2 0 0,0 0 0 0,0 9 411 16,0 18-189-16,0 7-95 0,-1 9 128 15,-1 8-111-15,0 10-47 0,0 17-37 0,-1 0 278 16,-3 14-153-16,2-5-76 0,2-1-38 16,0-9 47-16,0 6-47 0,0-5 0 0,0-1-378 15,2-2 170-15,0-4 85 0,-2-8 50 0,0 6-704 16,0-16 360-16,0 0 102 0</inkml:trace>
  <inkml:trace contextRef="#ctx0" brushRef="#br0" timeOffset="-74752.64">15937 14229 647 0,'-15'-21'0'0,"4"13"0"0,5 3 0 0,2 4 0 0,4-2 0 0,-2 2 329 0,2 1-149 15,0 0-73-15,0 0-29 0,0 0 138 0,11 0-91 16,3 0-47-16,3 0 40 0,3 0-43 0,1 0-13 16,6 4-8-16,-7-4-2 0,8 1-19 0,-3-1 0 15,-1 0-139-15,-3 0 77 0,1 0 27 0,-3-1 0 16,-4-2-320-16,-1 2 174 0,-5 1 40 0,-2 0 58 15,-2 0-481-15,-4 11 249 0</inkml:trace>
  <inkml:trace contextRef="#ctx0" brushRef="#br0" timeOffset="-74599.06">15972 14483 1059 0,'-9'8'0'0,"6"8"0"0,1-7 0 0,2-1 0 0,0-4 0 0,0 0 0 0,0-2 0 0,7-2 94 16,10 0-30-16,3 0 0 0,0 0 148 0,1-2-94 15,3-5-42-15,-4 4-22 0,3-3-109 0,0 3 43 16,-2-3 31-16,-1 4-8 0,1 0-366 0,0 0 192 16,1 2 96-16</inkml:trace>
  <inkml:trace contextRef="#ctx0" brushRef="#br0" timeOffset="-74263.95">16459 14115 1155 0,'3'-14'0'0,"-1"11"0"0,-1 0 0 0,1-1 0 0,0 3 0 0,0 1 0 0,2 1 0 0,1 17 0 0,2 6 0 0,3 2 230 0,-1 6-99 16,1 3-48-16,1 2 6 0,-3 1-20 0,-1 1-7 16,-2-2-30-16,2 1-59 0,-5-3 30 0,1-2 0 15,-1-7-6-15,0 6 13 0,-2-11 1 0,0-3 22 16,0-6-70-16,0-4 27 0,0-4 8 0,0-1-10 15,0-3 6-15,0-2-11 0,0-16 26 0,0-7 75 16,0-5-33-16,4-11-1 0,3 0-61 0,2-3 6 16,3-2 21-16,-3 5 18 0,3-9-91 0,1 5 38 15,-4 8-1-15,3 2 37 16,-2 3-42-16,0 10 34 0,-2 3 3 0,-1 4-24 16,0 5 35-16,1 3-38 0,0 1 17 0,1 5-130 15,0 1 61-15,2 0 30 0,3 0-337 0,-2 5 166 16,4 4 89-16,-2 3 28 0,4 5-298 0</inkml:trace>
  <inkml:trace contextRef="#ctx0" brushRef="#br0" timeOffset="-73902.86">17092 14304 878 0,'2'0'0'0,"0"-2"0"0,-1-10 0 0,1-5 0 0,-2-4 0 0,0-4 0 0,0 0 0 0,0 2 0 0,0 3 83 0,0-2-25 0,0 3 8 16,-2 2-8-16,-5 5-25 0,0 0 0 0,-5 6 0 16,-1 3 35-16,-4 1 8 0,-5 2-43 15,1 2 23-15,-2 10-1 0,-1 6-22 0,2 2 0 16,3-1 77-16,-2 5-43 0,7 1 1 16,5-6-35-16,2 2 29 0,5-3-1 0,2 3-20 15,0-4-39-15,12-1-1 0,6 0 32 0,3-4 0 16,4 2-89-16,-2-4 52 0,5 0 15 0,-1 2 0 15,-1-5-80-15,-3 3 46 16,-7-2 0-16,4 1-134 0,-7 0 59 0,-4 1 47 0,-5-3-19 0,-2 4 23 16,-2 1 8-16,-2 1 14 15,-15 2 184-15,-5-2-86 0,-6 0-43 0,-2 0-22 16,-4 1 112-16,-1-4-58 0,-2 0-15 0,4-2 1 16,2-3-140-16,11-3 53 0,5 0 29 0,2-2-145 15,5 0 86-15,4 0 39 0,4 0-461 0,4-8 230 16</inkml:trace>
  <inkml:trace contextRef="#ctx0" brushRef="#br0" timeOffset="-73725.13">17265 14255 1162 0,'6'-2'0'0,"-3"1"0"0,-1-3 0 0,0 4 0 0,-2 0 0 0,0 0 0 0,0 5 0 0,-4 10 485 0,1-1-230 15,1 2-112-15,2 2-54 0,-2 0 105 0,2 3-80 16,0 0-32-16,0 0-201 0,0-3 76 0,2 1 38 15,3-1-177-15,1-2 107 0,-3-5 62 0,1 0 19 16,1-1-499-16,0-5 258 0,-1-3 47 0,-1-2 93 16</inkml:trace>
  <inkml:trace contextRef="#ctx0" brushRef="#br0" timeOffset="-73575.51">17331 13876 1026 0,'0'0'0'0,"2"0"0"0,-1 4 0 0,1 2 0 0,0-2 0 0,2 3 0 0,-1 1 0 0,1 2 89 0,4 1-19 0,1 2-9 0,-1-1-93 0,1 2 32 15,3 0 0-15,-2 2 33 16</inkml:trace>
  <inkml:trace contextRef="#ctx0" brushRef="#br0" timeOffset="-73306.22">17471 14286 679 0,'-7'18'0'0,"1"7"0"0,1 3 0 0,1-8 0 0,0 3 0 0,0-2 0 0,2 1 230 0,0-2-91 0,2-4-57 0,0-1 90 0,0-4-69 0,0-3-35 15,2-3-95-15,2-3 39 16,6-2-9-16,1-2 30 0,4-16-74 0,0-6 38 16,2-5-1-16,0 0 45 0,2-6-193 0,-3 5 91 15,0-2 45-15,-2 6-140 0,-2 6 77 0,1 0-1 16,-4 5 35-16,-3 5 120 0,2 6-47 0,-3 2-19 15,0 2 154-15,1 0-83 0,-2 9-43 0,0 6-6 16,0 6 158-16,-1 3-73 0,-1 1-46 0,2-3 11 16,0 6-39-16,1-9-10 0,3 4 1 15,-2-5-233-15,3-3 117 0,-2-6 65 16,5 2 22-16,-1-8-448 0,2-3 220 0,0 0 79 16,-2-6-242-16</inkml:trace>
  <inkml:trace contextRef="#ctx0" brushRef="#br0" timeOffset="-72985.98">17903 14105 604 0,'2'-7'0'0,"-2"7"0"0,2 0 0 0,-2 0 0 0,0 13 0 0,0 4 181 0,1 1-74 0,6 7-38 0,-2-5 9 16,6 7 29-16,3-5-38 0,2 1 1 0,3-4 9 16,1-4-24-16,7-2 10 0,3-7-33 0,2-3-39 15,2-3 0-15,0 0 40 0,0-8-71 0,-2-6 43 16,-4-7-8-16,-2-2 36 0,-4-3-110 0,-2-1 44 15,-4-4 30-15,-2 1-9 0,-7-2-45 0,-2 1 19 16,-3-4 20-16,0 2-5 0,-2-1-17 0,0-1 35 16,-2 0-16-16,-5 0 35 0,0 5 0 0,-3 7-24 15,1 2 84-15,-1 8-38 16,1 4-15-16,-3 5 0 0,2 4 155 0,0 2-80 16,-3 21-26-16,2 6-28 0,1 11 78 0,2 5-44 15,3 6-19-15,0 16 1 0,1 3 4 0,2 7-8 16,-4 18-21-16,2-10-24 0,0 3 0 0,1 1 24 15,-1-8-228-15,0 19 109 0,1-5 49 0,-1 1 32 16,0-3-582-16,-2-1 284 0</inkml:trace>
  <inkml:trace contextRef="#ctx0" brushRef="#br0" timeOffset="-46237.51">3537 17274 692 0,'-10'-4'0'0,"4"0"0"0,1 2 0 0,3 0 0 0,2 1 0 0,0 1 0 0,0 0 0 0,0 0 0 0,-1 0 59 0,1 0 0 0,0 0-26 16,0 0 39-16,0 0 7 0,0 0-46 0,0 0 0 15,0 0-8-15,0 0 7 0,0 0 9 0,0 0 33 16,0 0-1-16,0 0-40 0,0 0-1 0,0 0 35 15,0 0 8-15,0 0-42 16,3 0 41-16,2 0-42 0,1 0 1 0,-3 0 0 16,2 0-11-16,1 0 11 0,1 0 0 0,1 0-1 15,1 0 0-15,-3 0 0 0,3 0 9 0,0 0-5 16,-1 0-3-16,-2 0-1 0,6 0 25 0,0 1-5 16,-4 1-11-16,5 2-9 0,1-2 25 15,-1 3-24-15,1 1 0 0,-3-2-1 0,2-1-10 0,-1 1 11 16,1 0-1-16,0-1 1 0,3 2-36 15,-2-1 36-15,1-1 8 0,2 1-8 16,0 0-1-16,2 0 0 0,0-2-8 0,-3 3-16 16,5-3 25-16,-5-1-4 0,0 1-41 0,0-2 39 15,-5 0-3-15,3 0 2 0,-3 0-21 0,-1 0 19 16,1 0-3-16,-1 0 2 0,2 0-26 0,-4 0 0 16,3 0 26-16,0 0 9 0,-3 0-16 0,4 0 4 15,0 0-1-15,-2 0 0 0,2 0 6 0,-1 0-5 16,0-2 10-16,-1 1-10 0,1 1 2 0,-1-2-1 15,2-1 3-15,-4 3-3 16,-1-2-6-16,2 2 12 0,-1-1-6 0,0 1 0 16,0 0 5-16,-1-1 8 0,2 1-14 0,2-3 1 15,0 2 11-15,0 1-12 0,-3-2 8 0,6 0-6 16,-1-1-7-16,-2 0 8 0,2 2 1 0,-2-3-2 16,3-1-7-16,-1 4 7 0,0-4-1 0,1 4 0 15,-1-1-22-15,1 0-1 0,2 0 23 0,-1 1-33 16,-1-1-3-16,3 2 31 0,-4-2-4 15,4 0-20-15,1 0 21 0,0 0 1 16,1 1-26-16,-1-3 0 0,2 4 17 0,2-4 7 16,-2 0-16-16,4 3 12 0,2-2-6 0,-2-3 4 15,0 3-2-15,0 1 4 0,5 0-4 0,-5 0 8 16,4 0-6-16,-3 1 0 0,1-2 2 0,-4 3-9 16,10-1 8-16,-5 1-1 15,3 0-10-15,0 0 10 0,0 0-1 0,2 0 1 0,0 0-27 0,3 0 24 16,-3 0 1-16,0 0 0 0,4 0-21 15,0 0 19-15,2 0 0 0,-1 0-13 16,0 0 13-16,2 4-1 0,-2-3-2 0,2 3-7 16,-2-2 8-16,9 0-1 0,-7-2 1 0,2 0-1 15,1 0 0-15,-2 0 1 0,4 0 16 0,1 0-15 16,-2 0-1-16,6 0 0 0,-4-2 12 0,-3 0-10 16,8-2-1-16,-3 3-4 0,-4-2 5 0,3 0 0 15,-1 0-7-15,-6 2 7 0,10 1-1 0,-4 0 1 16,1 0-5-16,-2-1 4 0,4 1 1 15,1-3-3-15,-1 1-4 0,4 0 4 16,-4-1 1-16,2-1-1 0,1-2-2 0,2 1 3 16,-1 2-1-16,2-3 0 0,-3-2 1 0,2 4 0 15,3 1-1-15,1-3-3 0,-3 2 4 0,1 2-1 16,-3 1 0-16,3-1 0 0,-2-1 1 0,-2 3-1 16,1 0-6-16,-1 0 5 0,0 0 2 0,2 0-7 15,2 0 6-15,-1 0-2 0,1 0 2 0,-1 0-5 16,3 0 4-16,-3 0 0 0,2 0 0 0,-1 0 6 15,-2-1-6-15,1-1 0 16,0 2 8-16,1 0-7 0,-2 0 0 0,-1 0-1 16,-2 0 5-16,0 6-4 0,-2 1 0 0,-1-1-15 15,-4-1 15-15,8 5 0 0,-5-5 0 0,0 1-4 16,2 1 3-16,0-1 0 0,1-1 0 0,-2 2 6 16,2-5-5-16,-1 3-2 15,1-1 15-15,3-3-13 0,-2 1 44 0,-1-2-20 0,2 0-1 16,-3 0-18-16,4 0-3 0,-1 0 3 15,0 0 1-15,2 0 4 16,-3 2-27-16,-1 0 2 0,2 2 21 0,-2-3-34 16,-6 5 34-16,9-3-2 0,-4 0-26 0,-2 3 24 0,0-2 1 0,3-1-4 15,-1 1 3-15,1 0-8 0,-4-1-22 16,3-1 21-16,-4 1 3 0,2 0 0 0,-5-1 0 16,8 2 0-16,-6-2 1 0,-2-1 1 0,-6-1-1 15,6 3-1-15,-4-2-1 0,0 1 17 0,1-1-16 16,0 2 0-16,-4 1 24 0,1 0-22 0,-1-3 0 0,-2 2 0 15,0 0 42-15,-2-1-40 0,2-1 0 0,-2 1 23 16,-2 0-18-16,4 1-3 16,-4-2 5-16,0-1 35 0,1 0-34 0,-3 2-3 15,-4 0-7-15,1 0 8 0,-1 2 3 0,-2-3-2 16,-2 1-25-16,-4 2 1 0,-2-2 23 0,-1 1 0 16,-4-1-39-16,0 0 36 15,-3 0-8-15,-3-2 7 0,1 1-5 16,0-1 4-16,-2 0-16 0,0 0 14 0,0 0-3 0,0 0 2 15,0 0-154-15,0 0 74 0,2 0 32 0,0 0 0 16,5-1-444-16,3-5 231 0,-3 1 107 0</inkml:trace>
  <inkml:trace contextRef="#ctx0" brushRef="#br0" timeOffset="-43934.57">12568 17137 74 0,'-8'0'0'0,"5"0"0"0,-1 0 0 0,-1 0 0 0,4 0 0 0,-3 0 0 0,2 0 114 0,-1 1-52 15,1 1-28-15,2-2 79 0,0 0-46 0,0 1-22 16,0-1 0-16,0 0 13 0,0 0-7 0,0 0-25 15,0 0-1-15,0 3 3 0,0-1 1 0,0 1 7 16,0 2 28-16,0-1 1 0,3-3-25 0,3 2-7 16,2 0 4-16,-1-3 4 0,2 0-8 0,1 0 27 15,1 0-1-15,0 0-26 0,1-3 30 16,-3-1-22-16,0 0-8 0,1-3-1 0,-2 4 37 16,-3-1 0-16,-1 2-36 0,-1 1 8 0,-1-1 15 15,0 2-24-15,0 0 1 0,-2 0 0 0,0 0 12 16,2 0-4-16,-2 0-8 0,2 0 6 15,-1 0-7-15,2 0 1 0,3 0 0 0,-3 0-20 16,-1 2-8-16,4-1 28 0,-3 1 37 0,3-1-37 16,0-1 0-16,1 3 8 0,-1-3-43 0,1 0 33 15,-1 0-4-15,0 0 4 0,1 0 10 0,-1 0-4 16,-1 0-8-16,1 0 13 0,2 0-12 16,-1 0 0-16,2 0 8 0,3 0-37 0,-1 0 29 15,0 2 0-15,1-2-16 16,1 0 16-16,-4 0 3 0,6 1-2 0,-6-1-31 0,0 0-4 15,1 2 31-15,0-2-1 0,-1 2-24 0,-1 1-11 16,-1-2 31-16,0 2-39 0,1-3 36 16,0 3-1-16,-1-2-1 0,2 2-21 0,0 0 20 0,3-1-3 15,-1 2-3-15,3-3 3 0,-1 4 5 0,4-2-5 16,1 1 29-16,0-3-27 0,-4 4 0 0,3-3 1 16,-2 4 34-16,2-3-32 0,-2 2-2 0,0 1-30 15,0-1 31-15,1 1-1 0,0 2 8 16,-1-2-7-16,2 1 0 0,0-3 1 15,-1 3-19-15,0-7 17 0,1 4 5 0,0-2-7 16,0-2-20-16,-2 2 19 0,0-2 2 0,0 0-2 16,0 0-13-16,0 0 8 0,-3 0 4 0,4 0-20 15,-3 0 19-15,0 0 0 0,2 0 3 0,1 0-12 16,-2 0 9-16,3 0-2 0,0 0-5 0,2 0 5 16,0 0 3-16,3 0-3 0,3 0-5 0,-1 0 4 15,3 0 1-15,-3 0-1 0,0 0-1 0,6 0 1 16,-2 0 1-16,0 0 0 15,3-2-42-15,-1 0 39 0,-6 1 3 0,8-2-37 16,-4 3 33-16,-1-6-2 0,-1 5-18 0,0-1 16 16,-2 0 3-16,8 0-5 15,-3 0 12-15,-1-1-10 0,2 0 0 0,0 2-2 0,2-1 20 0,2-1-17 16,-3 2-1-16,1 0 29 16,2-2-27-16,3 3 2 0,0 0 0 0,-2 0-13 0,3 0 12 0,-1 0 2 15,0 0-21-15,0 0 19 0,0 0 1 0,6 0-1 16,-9 0-18-16,4 0 16 15,5 0 1-15,-7 0-3 0,9 0-3 0,-11 0 1 16,10 0 3-16,-2 0-5 0,1 0 4 0,-7 0-1 16,9 0 1-16,-4-2 8 0,-7 2-8 0,5 0 1 15,0-2-2-15,-2 2 1 0,0 0 1 0,1 0 0 16,1 0-3-16,-1 0 2 0,1 0 1 0,0 0 0 16,7 0-2-16,-1 0 1 0,-2 0 0 0,2 0 1 15,1 0 19-15,-7 0-19 0,11 0-1 16,-4 0 16-16,-2 0-13 0,4 0-2 15,-4 0 6-15,0 0-4 0,6 0 1 0,-3 2-1 16,5 3-2-16,-4-3 2 0,3 3 1 0,-8 0 0 16,11 1 2-16,-4-1-2 0,-2 1-2 0,1-2-5 15,1 2 5-15,1-4 1 0,-2 3-1 0,3-1-12 16,3-2 12-16,2-2 0 0,-1 0-17 0,0 0 17 16,-2 0-2-16,11 0 2 0,-13 0-8 0,13-2 6 15,-14-2-1-15,8-1 2 0,6 1 15 0,-3-1-15 16,-9 2-2-16,5-4 13 15,-2 3-10-15,2 0-2 0,-1 1 3 0,-1-1 16 16,3-1-15-16,-3 3-1 0,8-3 4 0,-8 1 1 16,12 1-2-16,-6-3-3 0,-10 4 4 0,16-1-3 15,-6-2 1-15,-8 2 1 0,12 0-17 0,-14 1 15 16,7 0-2-16,8-1-3 0,-9 3 4 16,-5 0 1-16,2 0-2 0,1 0-6 0,-2 0 7 0,-1 0-1 15,2 0 11-15,-2 0-10 0,-2 0-2 0,4 3 1 16,2-3 26-16,-1 0-25 15,-4 2 2-15,3-2-1 0,-6 0 4 0,1 2-4 16,-1-2 2-16,-2 1 4 0,0 4-5 0,-6-4 1 16,10 3 1-16,-6-2 17 0,4 1-17 0,-1 3-1 15,-6-4 3-15,8 3 19 0,-6 0-20 0,-3-3-1 16,1 3-25-16,-8 0 26 0,1-1 2 0,-3 0-2 16,-2-1-30-16,-5 3 0 0,-2-3 26 15,-5-2-24-15,-2 3-2 0,-6-2 25 0,-1 0-7 16,-5-2 0-16,1 0-3 0,-3 0 6 15,-1 0-11-15,-1 0 45 0,0 0-37 0,0 0 2 16,0 0 291-16,0 0-289 0,0 0 0 0,0 0 0 16,-1 0 0-16,-4 0 0 0,1 0 0 0,1 0-321 15,-3 0 158-15,1 0 75 0,-4 0 42 0,-5 0-742 16,-7 20 377-16,-4 13 190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06T01:03:57.6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7329 4856 686 0,'-11'-1'0'0,"1"-2"0"0,5 1 0 0,-1 1 0 0,2-3 0 0,1 2 0 0,-1 1 0 0,3-1 187 0,1-3-76 0,0 2 14 16,0-2-46-16,12-5-23 0,9-1 8 0,5-1 31 15,4 0-31-15,5 4 0 0,0 0-31 0,-1 4 56 16,1 2-19-16,-3 2-9 0,-2 0-28 0,-1 10 31 15,-5 6 1-15,-3 7-32 16,-4 3 8-16,-7 5-19 0,2 10 11 0,-10-1-10 16,1 5 10-16,-3 4-1 0,-5-1 9 0,-10 1-31 15,-2-1-1-15,-3 1 24 0,-2-3 0 0,-5-3 6 16,3-6 2-16,-8 5-19 0,2-10 8 0,-5-6-31 16,11-5 30-16,-9-5-4 0,1-4 10 0,2-5-138 15,0-4 62-15,1-3 28 0,8 0-230 0,-1 0 117 16,5-3 63-16,3-6-128 0,7-2 88 15,5-2 21-15,2-3 30 0,2-3-244 0,14-3 136 16,6 2 63-16,4-3 33 0,9-3-204 16,-3 4 118-16,-2-4 50 0</inkml:trace>
  <inkml:trace contextRef="#ctx0" brushRef="#br0" timeOffset="282.24">7966 4717 637 0,'2'-24'0'0,"0"6"0"0,0-1 0 0,-2 1 0 0,0 3 0 0,0 4 0 0,-6 4 81 0,-7-1-25 16,2 6 1-16,-3 2 164 0,-2 0-98 0,-5 12-46 15,1 9-21-15,-7 8 139 0,1 3-81 0,-1 10-32 16,5 1-9-16,3 1 130 0,-2 4-86 0,9-2-42 16,3 2-21-16,7-6 178 0,2 8-103 0,0-5 53 15,0-2-75-15,8-2-37 0,4 1 0 0,0-7-41 16,8 0 4-16,-1 0 0 0,3-5-1 0,0-4-87 15,4 0 44-15,-5-4 30 0,3 0-8 16,-1-6-211-16,0-1 110 0,-4-3 61 16,1-4-383-16,1-2 195 0,-1-1 61 0,-1-5-278 15,1 0 200-15,-1-3 101 0,-1-10 50 0,-1-2-161 16,1-3 109-16</inkml:trace>
  <inkml:trace contextRef="#ctx0" brushRef="#br0" timeOffset="683.18">8195 5197 744 0,'-2'-15'0'0,"2"8"0"0,-2 0 0 0,1-1 0 0,-1 1 0 0,2 4 219 16,0-1-85-16,0 2-55 0,0 2-23 0,2 0 268 15,5 0-145-15,0 2 117 0,6 9-124 0,-5 6-73 16,1 3-34-16,1 1 48 0,-1 5-40 0,-1 3 0 16,-1 3-32-16,-1 2-46 0,-2 0 0 0,0 1 38 15,-1-2 0-15,1-1-39 0,-2-5 9 0,0 5 29 16,0-11 1-16,-1 0-73 0,1-3 36 0,-2-8-57 15,0-4 33-15,0 1 21 0,0-6-12 16,0-1-13-16,0 0 11 0,0-9 0 16,3-10 8-16,0 0-32 0,3-1 18 0,1-6 0 15,2 3 22-15,1-1-29 0,1 0 24 0,5-2 4 16,-2 3-5-16,4 1 19 0,1 2-21 0,-1 3 73 16,-1 4-34-16,2 0 1 0,3 3-31 0,-5 3 47 15,2 2-18-15,-1 4-1 0,-1 1-15 0,1 0 35 16,-2 6-12-16,0 5-1 0,-4 4-5 0,-1 0 38 15,1 1-14-15,-5 0-5 0,-1-1-17 16,-2-4 34-16,-1-1-14 0,-1-1 94 16,1-4-44-16,-3 0-37 0,0-4 0 0,0-1 115 15,-5 0-72-15,0 0-36 0,-4 0 8 0,1-4-89 16,0-6 23-16,2 0-1 0,-1-1 24 0,2-3-503 16,5 7 258-16,-1-3 101 0,1 4 67 0</inkml:trace>
  <inkml:trace contextRef="#ctx0" brushRef="#br0" timeOffset="1789.38">13792 4992 468 0,'-9'-6'0'0,"1"2"0"0,3 2 0 0,-1-4 0 0,3 3 0 0,-1-2 312 0,2 0-140 0,0 2-69 15,2-1-27-15,0 2 110 0,0-5-77 0,4 1-38 16,12-2-1-16,7 1 1 0,2-3-31 0,5 3-7 15,0 2 0-15,0 2 0 0,0 2-1 16,-5 1 108-16,7 0-57 0,-7 4-26 16,-4 8 1-16,0 5-61 0,-5 4 0 0,0 1 44 15,-3 7-8-15,-6-1-4 0,-1 2 3 0,-4 4 1 16,0-2-7-16,-2 1 15 0,0-1-8 0,-5-1-17 16,-7-2 15-16,-3 0-9 0,0-5 7 0,-5 1-36 15,-3-5 35-15,-2-3-3 0,-3-2 2 0,-2-4-68 16,-4-1 33-16,-1-3 2 0,-1-1 28 0,-1-2-170 15,2-1 78-15,-1-3 32 0,3 0-75 16,8 0 42-16,0 0 33 0,7 0-176 16,11 0 95-16,-1 0 27 0,6 0 29 0,2-2-161 15,2-1 99-15,21-5 47 0,3-2 22 0,4-1-253 16,9-4 137-16,-5 1 62 0,13-9 43 0</inkml:trace>
  <inkml:trace contextRef="#ctx0" brushRef="#br0" timeOffset="2034.75">14276 4843 803 0,'1'-19'0'0,"-1"4"0"0,0 5 0 0,0-4 0 0,-4 1 0 0,-2 3 0 0,1 3 0 15,-4 0 365-15,1 3-170 0,-2 0-81 0,1 2 64 0,-2 2-73 16,-2 0-36-16,-2 15 102 0,-4 7-74 0,-2 9-31 16,1 3-1-16,-1 3 63 0,2 6-48 0,6-5-15 15,-1 13-9-15,3-6 81 0,8-2-53 0,1 0-25 16,2-8 20-16,0 5-15 0,7-5-9 0,9-1-111 15,0-2 44-15,5-3 22 0,2-3 1 0,3-4-87 16,0-1 51-16,0-3 29 16,3-3-1-16,1-2-402 0,-2-6 201 0,-2-1 61 15,4-4 12-15,-1-2-333 0,-1 0 213 0,-2 0 106 16,-2-7 45-16,4-6-304 0</inkml:trace>
  <inkml:trace contextRef="#ctx0" brushRef="#br0" timeOffset="2584.29">14600 5162 783 0,'0'2'0'0,"-7"4"0"0,-1 2 0 0,-4-1 0 0,2 2 0 0,-2 3 199 16,3-1-74-16,3 2-51 0,1 0-20 0,3 0 249 16,2 2-135-16,0 0-68 0,0 1-26 0,0 0 102 15,5 2-71-15,4-4-22 0,5 1-24 0,-1-2-1 16,4-2-17-16,0 0-35 0,2-2 27 15,4-4 0-15,0-1 0 0,2-2-66 16,-1-2 41-16,5 0-8 0,-3 0 33 0,1 0-83 16,-2-2 25-16,0-6 25 0,-6 1-86 0,4-4 47 15,-5-1 8-15,-1-1-26 0,-2 0 22 0,-2-2 0 16,-4 0 18-16,1-2-17 0,-5 0 23 0,0 0 2 16,-2-2-5-16,-1 2 14 0,-2 0-16 0,0-1 6 15,0 2-5-15,0 2 27 0,-8 1 1 0,2 4-23 16,-1 1 93-16,-2 0-43 0,1 5-18 0,-1 0 153 15,0 2-78-15,1 1-42 16,-2 0-7-16,3 0 116 0,0 0-59 16,-1 5-36-16,0 1 1 0,3 2 9 0,1 1-15 0,-1 2-9 15,1-2-22-15,2 4 8 0,-1 3-9 0,0 0 1 16,1 1 40-16,2 4-41 0,-2 3 1 0,-2 1 23 16,3 4-23-16,-1-1 0 0,2-5 8 0,-2 11 9 15,2-6-18-15,0 5 1 0,0-4 0 0,0 2 16 16,0-2-17-16,0 2 1 0,0-1 0 0,0-2-11 15,2 2 144-15,0-5-166 16,1 5 0-16,1-4 0 0,-2-5 0 0,2-1 0 16,0-1 0-16,-2-8 0 0,0 2 0 0,-1-3-239 15,1-2 195-15,0-5 28 0,0 1 1 0,0-4-55 16,-2 0 33-16,0 0 0 0,0 0 15 0,0 0-10 16,0 0-9-16,0 0 13 0,0 0-37 0,0 0 24 15,0 0-11-15,0 0-316 0,0 0 167 0,0-2 76 16,0 0 50-16,0 0-674 0</inkml:trace>
  <inkml:trace contextRef="#ctx0" brushRef="#br0" timeOffset="4217.52">20422 5055 417 0,'-2'-1'0'0,"2"-1"0"0,-2-1 0 0,2 2 0 0,-2-1 0 0,1 2 0 0,1-2 45 16,0 2-12-16,0-2 0 0,0 2-35 0,0 0 0 15,0 0 43-15,0 0-50 0,0 0 41 0,0 0 0 16,0 0 0-16,0 0-41 0,0 0 6 0,0 0 29 16,0 0 1-16,0 0 22 0,0 0-24 0,0-1-20 15,0 1 21-15,0 0 24 0,0-3-1 0,0 3-25 16,0 0 44-16,0-2-18 15,0 1 7-15,0-2-19 0,1 0 1 0,-1 0 1 16,2-2-8-16,0 2 29 0,0-1-20 0,0 0-9 16,0 1 1-16,-1-1 18 0,1 0-18 0,0 0 0 15,-2 1 8-15,2-2 3 0,-2 4-11 0,3-1 0 16,-3-2 0-16,1 3-26 0,-1-2 34 0,0 1-8 16,0 2-20-16,0 0 19 0,0 0 1 0,0-1-37 15,0 1 2-15,0 0 31 0,0 0-9 0,0 0-22 16,0 0 1-16,2 0 17 15,-2 0 3-15,2-2-8 0,0 1 4 0,3-2 4 16,1-1-18-16,-1 1 16 0,4-2 4 0,-4 2-4 16,2-1 19-16,-1 1-18 0,1 1-1 0,-1 0 24 15,2 0-16-15,-1 0-6 0,0 0 2 0,2 2 6 16,1 0-6-16,1 0-1 0,3 0 7 0,1 0-2 16,4 2-2-16,2 8-2 0,-1-2 32 0,3 4-30 15,-4 0 7-15,4 2-33 0,0 2 26 0,-2-2 0 16,-5-1-1-16,2 5-33 0,-4-2 37 0,0 3-5 15,-5-1 0-15,-3 3-45 16,-3 1 19-16,-1 0 4 0,-2 3 11 0,0 1-36 16,-9-2 13-16,-7 2 1 0,-4-1-27 0,-2 0 23 15,2-3-9-15,-5-2-21 0,2-3 20 0,0 0 0 16,0-3 15-16,2-6-47 0,-7 3 21 0,1-2-1 16,1-3 16-16,-1-1-149 0,4-3 66 0,2-2 33 15,0 0 10-15,4 0-214 0,7 0 121 0,3 0 62 16,3 0-198-16,2-2 122 0,2-1 71 15,2-2-205-15</inkml:trace>
  <inkml:trace contextRef="#ctx0" brushRef="#br0" timeOffset="4490.92">21119 4918 1166 0,'2'-25'0'0,"-2"7"0"0,0-1 0 0,0 0 0 0,0 5 0 0,-2-2 0 0,-5 8 0 0,-7 0 0 0,0 5 0 0,-4 3 0 0,-5 0 152 0,-7 11-64 0,-3 13 105 16,-1 3-80-16,0 5-40 0,-1 6 0 0,1 5 58 15,4 1-53-15,3-2-22 0,5 2-1 0,7-1 22 16,7-7-23-16,6 4 9 0,2-3-30 0,0-2-13 16,10-3 13-16,6-1 0 0,7-4-50 0,2-2 32 15,1-4-7-15,4-3-193 0,2-4 104 0,-2-5 55 16,2-3 4-16,2-5-390 15,-2-1 199-15,0 0 68 0,0 0 59 0,-4-1-313 16,0-6 183-16,-6-1 83 0,-1-2 55 0</inkml:trace>
  <inkml:trace contextRef="#ctx0" brushRef="#br0" timeOffset="4981.81">21323 5095 778 0,'-3'2'0'0,"-5"4"0"0,3-2 0 0,-7 5 0 0,3 0 0 0,-4 2 0 0,-2 3 266 0,2 2-108 0,-3 6-67 15,5-1-29-15,4-2 171 0,-1 2-101 0,2 1-49 16,5 0 41-16,1 1-50 0,0 0-20 0,0-4 46 16,1-1-34-16,10 1 0 0,-1-1-25 0,3-4 18 15,3 0-1-15,0-1-25 0,1-2-1 0,1-3-34 16,0-3 43-16,3-1-9 15,-1-4 1-15,1 0-34 0,0 0 34 0,0 0 0 16,-3-7-53-16,-1-5 20 0,2 1-1 0,-4-5-18 16,0 0 21-16,-2-1-15 0,-2-2 40 0,-2-1-128 15,-2-3 55-15,-2-3 19 0,-3 1-1 0,-2-1-55 16,0 3 38-16,0-3 9 0,-4 2 1 0,-4 5-24 16,-3 0 21-16,-1 0-17 0,-4 2 74 0,0 3-1 15,-2 2-39-15,-1 0 30 0,-1 6-1 0,-1 0-25 16,0 2-6-16,-1 2 69 15,0 0-29-15,-1 2 12 0,3 0-38 0,1 0 64 16,-1 9-28-16,6 1-4 0,-2 1-1 0,4 3 58 16,3-1-36-16,2 2-12 0,3 0 93 0,4 1-52 15,0 3-26-15,2-1 31 0,12 0-26 0,2-1 14 16,5-6-9-16,9 4 31 0,1-5-28 0,0-5 0 16,5-1-27-16,-2-4-9 0,-1 0 8 0,-1 0 1 15,-4-2 0-15,-7-4-151 16,0-1 76-16,-8 1 45 0,-4-2-370 0,0 3 186 15,-6 1 69-15,-1 0-439 0,-2 1 259 0,0-1 121 16,-16 4 74-16</inkml:trace>
  <inkml:trace contextRef="#ctx0" brushRef="#br0" timeOffset="15851.26">27353 8239 789 0,'0'0'0'0,"0"0"0"0,0 0 0 0,0 0 0 0,0 0 0 0,0 0 0 0,0 0 0 0,0 0 79 0,0 0-28 0,0 0 7 16,0 0-9-16,0 0 1 0,0 0-22 0,1 0 0 16,1 0-16-16,4 0 23 0,0 3-7 0,-2-3-10 15,-1 2-9-15,3 0 18 16,-1 2 0-16,0 0-25 0,1 1-6 0,1 1 29 16,-2 0 0-16,1-1-35 0,-1 2-1 0,-1 0 31 15,2-2-11-15,-2-1 3 0,-1-1 5 0,0 1-5 16,0 0 1-16,-1-2 1 0,1 0 0 0,-1-2-4 15,0 1 30-15,-2-1-25 0,0 0 0 0,1 0 44 16,-1 0-42-16,4 0 3 0,-4 0-2 0,3 0 28 16,3 0 1-16,3 0-17 0,-1 0-13 15,3-1 7-15,-3-1-1 0,2 0 4 16,4-2 14-16,-5 0-8 0,5 2-8 0,-4 1-53 16,0-2 24-16,-1 2 0 0,2 1 31 0,-1 0-57 15,-2 0 23-15,3 0-8 0,-5 0 30 0,4 0-29 16,2 0 3-16,-3 0 11 0,2 0 40 0,1-2-4 15,3 1-29-15,2-4-1 0,1 1 44 0,5-3-43 16,0 2 2-16,3-3 40 0,1 1-26 0,-1 0-3 16,-1 0-2-16,-1-2-3 0,-2 3 2 15,-2 3 6-15,-3-1-5 0,-2 2-16 16,1 0 20-16,-2 0-2 0,0 0-26 0,0 2-2 16,3 0 23-16,0 0-7 0,1 0 10 0,1 0-9 15,7 0 4-15,-1 0-6 0,4 0-10 0,1 0 12 16,0 0 1-16,0 0 7 0,2 0-7 0,2 0 0 15,1 0 1-15,2 0-10 0,0 0 13 0,-1 0-4 16,9 0-30-16,-4 0 30 0,2 2-1 0,-2-2-1 16,-3 0 26-16,9 0-25 0,-5 2 0 15,1-2-2-15,0 0 2 0,-5 0-1 16,-1 0 2-16,-2 2-15 0,1-2 13 0,-2 2 0 16,-4-1 2-16,0 2 14 0,-5-2-11 0,5 1-4 15,-3 0-28-15,0 0 28 0,0 0-1 0,3-2 1 16,-7 2-26-16,9-2 24 0,-2 0-3 0,2 0 2 15,5 0-17-15,-2 0 17 0,4 0-3 0,5 0-22 16,0 0 20-16,-1 0 2 0,1 0-7 0,-4 0-4 16,-5-2 9-16,2 2 0 0,-2 0-2 0,-1 0 2 15,-5 0-1-15,-1 0 0 0,-3 0 17 16,5 0-16-16,-2 0 0 0,1 0-1 16,6 2 2-16,-2 2-1 0,2-1 2 0,10 1 1 15,-4 0-2-15,1 0 0 0,-7-2 2 0,5-1 2 16,-3 1-3-16,-4 1-1 0,2 0-5 0,1-1 6 15,-2 2-1-15,1-3 1 0,8 3 30 0,-5 0-30 16,6-2-1-16,3-1 5 0,3 3-3 0,2 1 1 16,0-4 0-16,-2 2-10 15,1 0 11-15,-13-2-2 0,4-1 2 0,-6 2-36 16,-4-2 34-16,2 0-1 0,-9 0-14 0,0 0 13 16,-5 0-3-16,-3 0 3 0,1 0 18 0,-8 0-18 15,1 0-3-15,-2 0 1 0,-2 0-11 0,-1 0 12 16,-4 0 0-16,2 0-82 0,-2 0 39 0,0 0-1 15,1 0 38-15,-2 16-483 0,-1 13 224 0</inkml:trace>
  <inkml:trace contextRef="#ctx0" brushRef="#br0" timeOffset="17926.94">29084 8774 986 0,'-5'11'0'16,"1"-2"0"-16,0 4 0 0,2 2 0 0,0 1 0 0,2 0 0 0,0 1 0 0,0 0 0 0,0-1 64 0,8 2-9 0,2-1-16 0,7-2-7 0,-4 0 1 16,11-2 0-16,-5-3 12 15,6 1-12-15,-4-4 0 0,4-3 3 0,-1 1-14 16,3-3 11-16,-6-2 8 0,6 0-42 0,-6 0 34 16,4 0-1-16,-7 0 0 0,2 0-37 0,-1-3 7 15,-5-5 22-15,2-1-50 0,-5-4 22 0,2-3 1 16,0-4 18-16,-4 0-16 0,-1-8-14 0,0 5 32 15,-3-4-76-15,-4 1 34 0,1 0 11 16,-2 3 2-16,0 1-29 0,0-1 21 0,-7 4-12 16,-6 1 30-16,0 3-1 0,-1 4-3 15,-3 0-6-15,0 5 51 0,1 2-23 0,-3 2 1 16,3 2-22-16,-4 0 34 0,2 2 6 0,2 9-36 16,1 2 77-16,0 2-34 0,5 4-7 0,-2 0-3 15,1 5 45-15,6 1-31 0,-3 1 15 0,4 2-41 16,2 3 76-16,-3 3-38 0,3 3-7 0,-1 0 33 15,3 7-25-15,-1-3-1 0,-1-3-17 0,2 8-13 16,0-7 5-16,0-3 0 0,0 2-57 16,0-1 29-16,0 1 8 0,0-3 20 15,0-1-225-15,0 0 106 0,0-3 43 0,0-4 30 16,0-4-328-16,0 1 166 0,0-3 53 0,-5-4-228 16,-1 0 159-16,1-1 79 0,-3-4 32 0</inkml:trace>
  <inkml:trace contextRef="#ctx0" brushRef="#br0" timeOffset="18468.82">28908 8900 741 0,'0'-3'0'0,"0"1"0"0,0 1 0 0,0 1 0 0,-1 0 0 0,-7 0 103 0,2 0-39 0,-4 0 0 15,2 9-57-15,-6 1 0 0,1 3 25 0,-2 0 9 16,0 0-100-16,-2 2 39 0,-3 3 0 0,1-4 3 16,1 0 1-16,0-1 33 0,-1 0-3 0,3-4-16 15,-3 0 14-15,6 1 0 0,1-5 46 0,2 0-4 16,2 1-42-16,1-2-2 0,2 1 74 0,3-4-29 15,0 1-1-15,2 2-20 0,0 0 13 0,0 1-11 16,0 1-11-16,4 1 32 0,8-1 0 16,-2 1-7-16,3-1-17 0,2-1 44 15,3 1-22-15,2-2 0 0,-1-1 3 0,-1 2-17 16,3-4-8-16,-3 1 0 0,0-2-57 0,-1 2 28 16,-2 1 1-16,-1-2 36 0,0 1-82 0,-4 0 36 15,1-1 1-15,-3 1-243 0,0 0 112 0,1 2 70 16,-4-2 4-16,1 1-326 0,-5 1 172 0,0 4 92 15,2 2-200-15</inkml:trace>
  <inkml:trace contextRef="#ctx0" brushRef="#br0" timeOffset="18681.29">28540 9397 1033 0,'0'-2'0'0,"0"2"0"0,0 0 0 0,0 0 0 0,7 0 0 0,4 0 0 0,5 0 0 0,2 0 106 0,3 0-28 16,2-2-9-16,3 1 136 0,-6-1-86 0,3-2-43 0,0 2-7 0,-5 0-8 16,0 1-28-16,1-1-1 15,-6 1-144-15,-2-2 72 0,0 3 44 0,-3 0-7 16,-1 0-253-16,-4 0 145 0,0-3 31 0,1 3-156 16,-4 0 64-16,0 0 81 0,0 0-31 0</inkml:trace>
  <inkml:trace contextRef="#ctx0" brushRef="#br0" timeOffset="19062.66">28080 9285 1201 0,'-4'18'0'0,"4"3"0"0,0 1 0 0,0 4 0 0,0-6 0 0,6 0 0 0,5-3 0 0,1 0 0 0,4-3 69 0,3-7-8 16,-1 0-29-16,7-5-12 0,-3-2 13 0,3 0 0 16,-3-2-10-16,5-12 10 0,-4-6 0 0,1-2-1 15,-5-3-68-15,-1-1 31 0,-4-2 8 0,-1-1 25 16,-6-1-88-16,-5 5 31 0,-2 2 23 15,0 1-69-15,-5 1 44 0,-5 3 10 0,-7 2 0 16,-2 3-24-16,-1 3 21 0,-1 3-14 16,-2 4-9-16,1 2 28 0,-1 1 9 0,2 0-12 15,5 4-20-15,-1 8-11 0,4-2 38 0,6 3-9 16,0-1-51-16,7 1 24 0,0 2 0 0,0-2-101 16,12 2 65-16,8 0 22 0,7-1 1 0,3-2-98 15,12-1 64-15</inkml:trace>
  <inkml:trace contextRef="#ctx0" brushRef="#br0" timeOffset="19496.79">30269 9026 689 0,'0'-33'0'0,"0"22"0"0,0 5 0 0,0-1 0 0,-1-2 0 0,-3-1 0 0,-1 3 0 0,-2 1 72 0,0 1-39 16,-1 3-1-16,4-1 73 0,-9 3-37 0,0 0 9 16,-2 6-104-16,-3 9 30 0,-3 2 0 0,-2 3 30 15,0 0-45-15,-7 1 30 0,3 1-8 0,-1 2 23 16,-3-1-5-16,1 0-18 0,3-3 19 0,0 0-26 15,1-2-14-15,8-5 32 0,-3 2-29 0,4-4 99 16,4-2-35-16,5-1 3 16,3-2 42-16,-2-2-36 0,5-1-9 0,0-1-1 15,2 2-7-15,0 0-7 0,0-1-8 0,0 1-33 16,11 2 33-16,0-2 0 0,4 2 0 0,5-4 14 16,4 3-15-16,3-3 1 0,-2-1 0 0,0-1-55 15,-2 2 28-15,1-2-8 0,0 2-164 0,-3 0 90 16,-1-1 35-16,-7 1 26 0,1 2-275 15,-3 1 140-15,-2-1 52 0,-2 0-238 16,-4 4 152-16,0-1 76 0,-3 4 29 0,0 1-90 16</inkml:trace>
  <inkml:trace contextRef="#ctx0" brushRef="#br0" timeOffset="19687.28">29753 9435 1167 0,'-5'0'0'0,"1"0"0"0,0 0 0 0,3 0 0 0,1 0 0 0,0 0 0 0,0 0 0 0,1 4 0 0,14 1 263 0,2-1-119 0,8 2-55 0,-2 0 67 16,4-3-61-16,3 1-31 15,2 0 8-15,0-1-72 0,0-1-1 0,-1 3 34 16,1-3 0-16,-2 2-178 0,-3 2 98 0,5 0 35 16,-7 0-370-16,1-3 201 0,-6 2 54 0,3 0 66 15,0-4-394-15</inkml:trace>
  <inkml:trace contextRef="#ctx0" brushRef="#br0" timeOffset="19929.62">30418 9077 382 0,'0'-21'0'0,"0"19"0"0,5 0 0 0,7-2 0 0,3-2 259 15,3-3-105-15,2 0-65 0,4-1 190 0,1 1-123 16,0-1-62-16,6 3-30 0,0-2 196 0,-1 2-117 15,-2 4-55-15,1 1-28 0,-6 0-5 16,0 2 9-16,-2 0-31 0,-1 0-129 16,-3 0 65-16,-4 0 31 0,-2 0 1 0,2 0-212 15,-4 0 117-15,-2 0 51 0,-4 0-159 0,1 0 58 16,-2 0 69-16,0 0-43 0,-2 0-176 0,0 0 131 16,0 0 65-16,-9 0-148 0,-3 0 107 0</inkml:trace>
  <inkml:trace contextRef="#ctx0" brushRef="#br0" timeOffset="20087.21">30582 8995 671 0,'-13'8'0'0,"2"3"0"0,3 2 0 0,3 0 0 0,2 1 0 0,0 3 0 0,-3-1 0 0,3 3 173 0,1 7-71 0,1-3-34 16,1 3 0-16,-2-3 88 0,2 7-65 0,0-4-29 16,0 1-48-16,0-1 19 0,0-3 0 0,0 1 8 15,0-2-157-15,0 0 75 0,2-2 37 0,1-5-272 16,6-4 151-16,-1-4 52 0,3-3 43 0</inkml:trace>
  <inkml:trace contextRef="#ctx0" brushRef="#br0" timeOffset="20251.86">30758 9105 1043 0,'-1'0'0'0,"-1"0"0"16,0 0 0-16,2 0 0 0,-4 3 0 0,1 4 0 0,0 5 0 0,1 1 155 0,-3 4-62 0,5 3-21 0,-5 5 53 0,2-3-46 15,1 5-23-15,-1 0-93 0,1 2 35 0,-3 3 9 16,3 0 25-16,0 1-325 16,-1 5 162-16,-2 3 82 0</inkml:trace>
  <inkml:trace contextRef="#ctx0" brushRef="#br0" timeOffset="22876.4">31560 9160 96 0,'0'0'0'0,"0"0"0"0,0 0 0 0,1-2 0 0,4-5 0 0,-3-1 163 0,3-1-65 16,0 0-32-16,-2-1 7 0,4 1 3 0,-2 0-21 16,0-3-1-16,0 4 9 0,-2-1-30 0,0 4 8 15,-3-1-8-15,0 3-13 0,0-1 13 0,0 2 0 16,0 1 7-16,-3 1 1 0,-10 0-8 0,-6 1 0 16,2 11-78-16,-7 2 39 0,-3 1-2 0,-3 4 2 15,5-2 7-15,-2 0 0 0,6-1 4 0,3-3 83 16,2 1-37-16,4-5 0 15,2 1-31-15,7-1 74 0,1-1-33 0,2 1 0 16,0-1-44-16,5-1 30 0,8 1-16 0,6-1 11 16,5 1 3-16,-2-1-12 0,2 3 8 0,3-1-8 15,-8 3-40-15,0-1 1 0,-2 1 38 0,-2 3-72 16,-1 1 36-16,-6-4 4 0,-3 4-1 0,-2-3-48 16,-1-1 32-16,-2 0 8 0,0-2 3 0,0 3-11 15,-10-4-1-15,-5 1 3 0,-2-1 9 0,-6-2-3 16,3-1 9-16,-7 0-11 15,5-2-62-15,0-3 32 0,1 2 1 0,2-3-180 16,6 0 96-16,-4 0 45 0,9 0 29 0,3 0-235 16,5-10 127-16,0-2 62 0</inkml:trace>
  <inkml:trace contextRef="#ctx0" brushRef="#br0" timeOffset="23047.12">31578 9249 696 0,'7'-2'0'0,"-4"2"0"0,1 0 0 0,0 0 0 0,-2 6 0 0,1 3 108 0,-3 0-38 0,0 2 0 15,0 4 62-15,0 2-49 16,0 2-17-16,-3-2-9 0,1 2 137 0,-1 0-80 16,3-3-41-16,0 1-79 0,0-5 9 0,0-1 30 15,0-1 0-15,0-3-228 0,0-1 114 0,3-5 57 16,-1-1-291-16,6 0 146 0,1 0 89 0,-1-8-1 16,2-8-103-16</inkml:trace>
  <inkml:trace contextRef="#ctx0" brushRef="#br0" timeOffset="23463.02">31733 8845 227 0,'6'-11'0'0,"-3"7"0"0,1 2 0 0,0 2 0 15,-2 0 0-15,3 0 0 0,-3 4 0 0,-2 9 0 0,0 6 19 0,1 5-1 0,-1 1-33 0,3-1 44 0,-3-1-1 16,0 5-36-16,0-2 1 15,0 0 24-15,0-1-23 0,2-3 0 0,-2 3 40 16,0 1 1-16,0 0-37 0,0 0-1 0,0 1 41 16,0 1-1-16,0-4-19 0,0 7 17 0,0-7-28 15,4-4 5-15,-4 1-4 0,2-4 41 0,-2-4 7 16,2-1-39-16,-1-7 19 0,-1-1 7 0,2-2-27 16,-2-2 7-16,1 0 38 0,1-6-2 0,3-9-37 15,0-3 9-15,0 0 32 0,2 0-12 0,0-1 8 16,-1 1-13-16,5-3-27 15,0 4 18-15,0 0-4 0,-1 4-30 0,2 3 37 16,-2 3-9-16,-2 3 0 0,5 2-15 0,-5 2 14 16,1 0-4-16,-1 4-5 0,-3 9-19 0,1 6 25 15,-4 5-13-15,3 1 35 0,-4 1 5 0,1-2-20 16,1 5-22-16,3-7 15 0,-3 1 0 0,1-3 0 16,2-1-91-16,-1-6 48 0,1 1 14 0,0-5-1 15,1-2-232-15,-1-1 120 0,1-5 48 0,-1 1-127 16,5-2 74-16,-3 0 51 0,3-2-10 15</inkml:trace>
  <inkml:trace contextRef="#ctx0" brushRef="#br0" timeOffset="23864.07">32165 9040 516 0,'0'0'0'0,"0"0"0"0,0 0 0 0,0 7 0 0,0 2 0 0,0 2 0 0,0 2 0 0,0 2 0 0,0 4 0 0,0 1 406 16,0 1-186-16,4 1-94 0,1-2-47 0,3 2 10 16,2-2-20-16,2-2-9 0,1-4-53 0,1 2 0 15,-1-8 26-15,0 0-1 0,1-1-56 0,2-6 24 16,0-1 0-16,-2 0 33 0,2-1-120 0,0-9 61 16,-2-5 16-16,-1-2-121 0,3-6 68 0,-5 0 14 15,-3-2 23-15,1-1-58 0,1-7 24 0,-5 0 14 16,-2 0-6-16,0 0 8 15,-3 1 1-15,0 6 21 0,0 3-49 0,-8 2 21 16,-3 4-1-16,-3 7 15 0,-1 2 72 0,1 3-31 16,-2 3-7-16,2 2 116 0,-2 7-66 0,-1 9-27 15,7 5 0-15,-1 5 124 0,3 4-73 0,2 4-21 16,3 0 54-16,1 9-29 0,2-4-28 0,0 3 12 16,0-7 58-16,0 12-47 0,0-5 0 0,0 1-78 15,2-2 0-15,-1 1 40 0,2-7 8 0,-1 1-137 16,1-2 65-16,-3-4 28 15,2-6 0-15,4-1-276 0,-5-6 144 0,4-2 45 16,0-6-153-16,0-1 82 0,0-5 66 0</inkml:trace>
  <inkml:trace contextRef="#ctx0" brushRef="#br0" timeOffset="24171.32">32562 9187 833 0,'0'-4'0'0,"3"4"0"0,14 0 0 0,-2 4 0 0,5 2 0 0,-1-3 38 15,-3 1 1-15,2 0-26 0,-4 2 133 0,3-3-56 16,1 1-29-16,1 1 0 0,-6-3 46 0,4 2-29 16,-4 0-8-16,-2 0-49 0,-1-2 12 0,-4-1-1 15,-3 2 1-15,3-2-27 0,-4 1 27 0,-2 0 0 16,0 4 21-16,-6 3 0 15,-5 0-21-15,-4 2 8 0,-4 2 25 0,-3 2-33 16,1-1 0-16,-3 1-31 0,2 2 1 0,0-4 37 16,-4 4-7-16,3 0-164 0,-1-2 77 0,0 0 36 15,3 0 1-15,1-2-239 0,1 0 113 0,3 0 69 16,0-1-266-16,8-1 147 0,2-2 79 0,1 1 33 16,3 3-181-16</inkml:trace>
  <inkml:trace contextRef="#ctx0" brushRef="#br0" timeOffset="24386.74">32790 9542 771 0,'0'-5'0'0,"0"5"0"0,2 0 0 0,1 0 0 0,2 0 0 15,-3 0 0-15,-2 0 0 0,0 0 0 0,0 0 176 0,-12 1-71 0,-3 8-28 0,-9 2 28 0,0 5-36 16,-5-1 0-16,-1 2-90 0,0 1 27 0,-4 1 9 15,4-2 17-15,2 1-64 16,9-8 32-16,1 3 1 0,7-4-190 0,3-1 108 16,5-2 42-16,3-2 28 0,0-3-347 0,5-1 170 15</inkml:trace>
  <inkml:trace contextRef="#ctx0" brushRef="#br0" timeOffset="24673.83">32978 9467 692 0,'0'-4'0'0,"1"2"0"0,1 2 0 0,-2 0 0 0,3 0 0 0,-3 0 70 0,0 7-37 0,0 7 0 15,0 4 8-15,-5 4 55 0,4-2-31 0,1 1 0 16,0-5 10-16,0 3-21 0,6-4 8 0,7-4-29 16,1-1-16-16,2-4 16 0,5-3 0 15,-3-3-1-15,2 0-55 0,5 0 23 0,-3-9 1 0,0-4-108 16,-2-6 61-16,-2-2 36 15,-3 3 7-15,2-8-94 0,-5-1 52 0,-6 0 25 16,0 0-111-16,-6-1 60 0,0 3 8 0,-6-6 2 16,-5 9 64-16,-8 4-16 0,-1 0-13 0,-2 7 165 15,0 8-82-15,-8 0-31 0,4 3-20 0,1 3 43 16,3 10-26-16,3 6 2 16,8-1 0-16,1 10-95 0,8-2 38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06T01:04:44.0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7040 14586 726 0,'-17'0'0'0,"6"0"0"0,3 0 0 0,2 0 0 0,3 0 0 0,-1 0 0 0,2 0 253 0,1 0-115 0,1 0-52 15,0 0-27-15,0 0 137 0,0 0-82 0,0 0-33 16,0 0 10-16,0 0-30 15,1-2 1-15,5 2-30 0,-1 0 74 0,4 0-28 16,0 0-9-16,1 0 73 0,-2 0-55 0,6 0-27 16,-4 0 0-16,2 3 61 0,1 3-48 0,-2-2 0 15,3 0-40-15,-3-1 36 0,0 0-1 0,-1-2-27 16,0 2 19-16,1-1-27 0,0-1 0 0,-2 1-1 16,-2 0 34-16,1 0 7 0,1-1-41 0,-2 2 41 15,2-3-1-15,-1 2-39 0,-2-1 0 0,1-1 47 16,-1 2-9-16,2-2-38 15,0 2 0-15,1-2 47 0,1 0-24 0,-2 0 167 16,0 0-223-16,-1 0 0 0,3 0 0 0,0 2 0 16,-2-2 0-16,0 0 0 0,3 0 0 0,-3 0 0 15,1 0 0-15,4 1 0 0,-3-1 0 0,1 0 0 16,3 0 0-16,-4 0 0 0,7 0 0 0,-4 0 0 16,5 0 0-16,-1 0 0 0,3 0 0 0,1-1 0 15,-3-1 0-15,3 0 0 16,0 0 0-16,-2 2 0 0,2 0 0 0,-2 0 0 15,-1 0 0-15,-1 0 0 0,1 0 0 0,0 4 0 16,0-1 0-16,-1 2 0 0,1-2 0 0,-2 1 0 16,1-2 0-16,-2-2 0 0,-1 4 0 0,0-4 0 15,-3 2 0-15,3-2 0 0,-3 1 0 0,1-1 0 16,0 3 0-16,-4-3 0 0,2 1 0 0,-1-1 0 16,1 2 0-16,-4 0 0 15,4 0 0-15,-1-1 0 0,1 2 0 0,-1-2 0 16,2 2 0-16,-3-1 0 0,5-1 0 0,-2 0 0 15,0 4 0-15,2-5 0 0,-5 1 0 0,3 2 0 16,-1-2 0-16,4 2 0 0,-8-2 0 0,6 3 0 16,-3-2 0-16,-1-1 0 0,3 3 0 0,0 1 0 15,-2-4 0-15,5 2 0 0,-5 0 0 0,7-1 0 16,-4-2 0-16,4 0 0 0,-2 0 0 16,1 0 0-16,2 0 0 0,-1 0 0 0,-2 0 0 15,1 0 0-15,2 0 0 0,1 0 0 16,-2-2 0-16,3-1 0 0,1 3 0 0,-1-1 0 0,2 1 0 15,-1-2 0-15,3 1 0 0,-1 1 0 16,0-3 0-16,0 1 0 0,0 1 0 0,1-2 0 16,1 2 0-16,-1-1 0 0,3 0 0 0,-1-1 0 15,-4-1 0-15,1 1 0 0,0 1 0 0,3-2 0 16,-2 3 0-16,-1 0 0 0,0-1 0 0,1-1 0 16,-1 3 0-16,4 0 0 0,-1 0 0 0,0 0 0 15,-1 0 0-15,3 0 0 0,-5 0 0 0,7 0 0 16,-9 0 0-16,6 0 0 15,-4 0 0-15,1 0 0 0,0 0 0 0,1-1 0 16,-4-2 0-16,3-2 0 0,2 2 0 0,-2-1 0 16,-2-2 0-16,2 2 0 0,2 0 0 0,-2 0 0 15,2 1 0-15,-2-1 0 0,-2 2 0 0,3-1 0 16,-2 0 0-16,7 2 0 0,-5-1 0 16,3 0 0-16,-3 0 0 0,6 2 0 15,-3 0 0-15,0 0 0 0,1 0 0 0,1 0 0 16,-5 0 0-16,6 0 0 0,-1 0 0 0,-1 0 0 15,2-1 0-15,0-1 0 0,0-1 0 0,2 2 0 16,0-2 0-16,-2-1 0 0,0-1 0 0,2 2 0 16,0-2 0-16,0 4 0 0,1-3 0 0,1 2 0 15,-2 1 0-15,0-1 0 0,2 2 0 0,-3 0 0 16,1 0 0-16,3 0 0 0,-1 0 0 16,-1 0 0-16,1 0 0 0,0 0 0 15,0-3 0-15,-1 3 0 0,-1-1 0 0,2-1 0 0,0 0 0 16,-1-1 0-16,2 2 0 0,-1 0 0 15,-2-1 0-15,0-1 0 0,-2 3 0 0,-2 0 0 16,0 0 0-16,-1 0 0 0,0 0 0 0,-3 0 0 16,7 0 0-16,-5 0 0 0,2 3 0 0,0 0 0 15,3 1 0-15,-1 1 0 0,0 0 0 0,0-4 0 16,2 5 0-16,1-2 0 0,1-1 0 0,0 1 0 16,0 0 0-16,-1 0 0 15,1-1 0-15,-2 2 0 0,0-2 0 0,-2 2 0 0,2 0 0 16,0-2 0-16,-1 2 0 0,1 0 0 15,3-2 0-15,-3 3 0 0,2-2 0 0,-1-2 0 16,-1 2 0-16,4-3 0 0,1 1 0 0,2 0 0 16,0 0 0-16,-2-2 0 0,2 0 0 0,-1 0 0 15,-2 0 0-15,1 0 0 0,-1 1 0 0,-1-1 0 16,-1 3 0-16,2-2 0 0,-3 4 0 0,2-3 0 16,-3 3 0-16,2-1 0 0,1 1 0 0,-1-1 0 15,1 2 0-15,1 0 0 16,-2-3 0-16,2 1 0 0,-2-2 0 0,-2 3 0 15,0-1 0-15,-2 0 0 0,2-2 0 0,-2-1 0 16,0 4 0-16,-2-2 0 0,-1 1 0 0,3 2 0 16,-1-2 0-16,-1 0 0 0,2 1 0 0,0 0 0 15,2 0 0-15,0-1 0 0,2 2 0 0,-2-3 0 16,2 0 0-16,0 1 0 0,-2-3 0 16,0 2 0-16,0-3 0 0,0 0 0 0,-2 0 0 0,0 0 0 15,0 0 0-15,0 0 0 0,0 0 0 16,-2 0 0-16,0 0 0 0,0-3 0 15,-4 2 0-15,6-1 0 0,-1 2 0 0,-1 0 0 16,-2 0 0-16,3-2 0 0,-7 2 0 0,6 0 0 16,-2 0 0-16,-5 0 0 0,2 0 0 0,2 0 0 15,-4 0 0-15,0 0 0 0,2 0 0 0,-3 0 0 16,1 0 0-16,0 0 0 0,-1 0 0 0,1 0 0 16,0 0 0-16,-3 0 0 0,3 0 0 0,0 0 0 15,-1 0 0-15,1 0 0 0,0 0 0 16,1 0 0-16,3 0 0 0,-1 0 0 15,-1 0 0-15,7 0 0 0,-3 0 0 0,0 0 0 16,1 0 0-16,0-3 0 0,-1 3 0 0,3-4 0 16,0-1 0-16,-2 1 0 0,0-1 0 0,1 2 0 15,-5-2 0-15,8 0 0 0,-3 4 0 0,1-3 0 16,-3-1 0-16,3 2 0 16,0-1 0-16,0 0 0 0,2 2 0 0,0-1 0 0,0 1 0 0,1 0 0 15,-1 0 0-15,1 0 0 16,-3 0 0-16,0-1 0 0,0 3 0 0,1 0 0 15,-6 0 0-15,7 0 0 0,-4 0 0 0,0 0 0 16,1 0 0-16,-1 0 0 0,-3 0 0 0,6 0 0 16,-2 0 0-16,1 0 0 0,0 0 0 0,4 0 0 15,-3 0 0-15,3 0 0 0,-2 0 0 0,2 0 0 16,-2 0 0-16,0 0 0 0,-1 0 0 0,1 0 0 16,0 0 0-16,-2 0 0 0,2 0 0 15,2 0 0-15,-1 0 0 0,1 0 0 0,-1 0 0 16,3 0 0-16,-1 0 0 0,3 3 0 15,5-3 0-15,-7 0 0 0,7 0 0 0,-8 0 0 16,5 0 0-16,0 0 0 0,-1 0 0 0,5 0 0 16,-9 0 0-16,8 2 0 0,-4 0 0 0,-1-2 0 15,5 2 0-15,-2 0 0 0,3-2 0 0,2 2 0 16,0-2 0-16,-5 0 0 16,10 0 0-16,-5 0 0 0,1 0 0 0,0 0 0 15,0 0 0-15,-6 0 0 0,12 0 0 0,-5-2 0 16,2 0 0-16,3 0 0 0,-2 0 0 0,4 0 0 15,-4-1 0-15,2 3 0 0,-1-2 0 0,1-1 0 16,0 2 0-16,-1-1 0 0,1 1 0 0,3-2 0 16,8 0 0-16,-4 0 0 0,2 0 0 0,-7 1 0 15,5-1 0-15,7 0 0 0,-7-1 0 0,1 3 0 16,-9 0 0-16,9-3 0 0,6 3 0 16,-3 0 0-16,-2 1 0 0,-2 0 0 0,-8 0 0 0,8 0 0 15,-2 0 0-15,2 0 0 16,-3 1 0-16,9 0 0 0,-5 3 0 0,-2-3 0 15,10-1 0-15,-7 1 0 0,0-1 0 0,-2 0 0 16,-7 0 0-16,7 3 0 0,-3-3 0 0,-1 0 0 16,10 1 0-16,-6 2 0 0,0-2 0 0,-8 1 0 15,5 0 0-15,1 0 0 0,-3 2 0 0,1-3 0 16,-1 1 0-16,-3 1 0 0,2-2 0 0,5 1 0 31,-3-1 0-31,1-1 0 0,-4 0 0 0,2 0 0 0,-2 0 0 16,-1 0 0-16,-1 0 0 0,0 0 0 0,-8 0 0 0,12 0 0 15,-4-1 0-15,-1-1 0 0,1 1 0 0,-3-2 0 16,-4 1 0-16,7 2 0 0,-7 0 0 0,-1-1 0 16,1 1 0-16,-3 0 0 0,-4-3 0 0,9 3 0 15,-5 0 0-15,3 0 0 0,-1 0 0 0,1 0 0 16,-5 0 0-16,9-1 0 16,-6 1 0-16,-7 0 0 0,4 0 0 0,-1 0 0 15,-3 0 0-15,2 0 0 0,-3 0 0 0,-3 0 0 0,1 0 0 16,0 0 0-16,-2 0 0 0,4 0 0 15,-2 0 0-15,3 0 0 0,1 0 0 0,-2 0 0 16,1 0 0-16,2 0 0 0,-4 0 0 0,-1 0 0 16,0 0 0-16,-2 0 0 0,-1 0 0 0,2 0 0 15,-4 0 0-15,0 0 0 0,1 0 0 0,-1 0 0 16,-2 0 0-16,5 0 0 0,-4 0 0 0,2-2 0 16,2 0 0-16,0 0 0 0,2-2 0 15,-2 0 0-15,0 2 0 0,1-3 0 16,-5 4 0-16,-1-1 0 0,-2-1 0 0,0 2 0 15,0-2 0-15,-3 3 0 0,-1 0 0 0,-1 0 0 16,1 0 0-16,-3 0 0 0,0 0 0 0,-2 0 0 16,1 0 0-16,-5-1 0 0,2 1 0 0,-1-2 0 15,-2 0 0-15,0 0 0 0,0 1 0 0,-4-2 0 16,1 2 0-16,0 1 0 0,-2-2 0 0,-3 2 0 16,1-4 0-16,0 4 0 0,0 0 0 0,-2 0 0 15,0 0 0-15,0 0 0 0,0 0 0 16,0 0 0-16,0 0 0 0,0 0 0 15,0 0 0-15,0 0 0 0,0 0 0 0,0 0 0 16,0 0 0-16,0 0 0 0,0 0 0 0,0 0 0 16,-19 0 0-16,-13 4 0 0,-23 21 0 0,-23 21-567 15</inkml:trace>
  <inkml:trace contextRef="#ctx0" brushRef="#br0" timeOffset="8377.03">23982 14401 481 0,'0'0'0'0,"0"0"0"0,0 0 0 0,0 3 0 0,0-3 0 0,1 4 0 0,3-2 0 0,-2 2 0 0,0 0 26 0,0-3 0 0,-1 1 7 0,1 2 9 15,0-3-14-15,0 1 0 0,0 1 14 0,-1-2-13 16,-1 1 7-16,2 0-8 0,-2 0 8 0,0 0-7 16,3-1 0-16,-1 3-12 0,0-2 21 0,0 1-9 15,-1-1 2-15,1 1-30 0,-2-2 26 16,2-1 1-16,-2 2 6 0,0-2-32 16,0 0 22-16,0 0 2 0,0 0 33 0,0 0 0 15,0 0-26-15,0 0-6 0,0 0-5 0,0 0 6 16,0 0 2-16,0 0-2 0,0 0-4 0,0 0 4 15,0 0 6-15,0 0-51 0,2 0 22 0,0 0 0 16,-1 2 26-16,1-2-41 0,2 0-7 0,0 3 38 16,2-3 31-16,-2 0-33 0,1 1-2 0,-2-1 1 15,3 2 32-15,0-2-31 0,-3 0 1 0,4 2 30 16,-4-2-22-16,3 0-6 0,-4 0 7 16,0 0 7-16,1 0-6 0,1 0-5 15,-2 0 15-15,-1 0 25 0,4 0 1 0,-1 0-37 16,-1 0 1-16,1 0 32 0,1 0 11 0,1-2-40 15,-1 0-11-15,2-2 11 0,-2 0 0 0,1 0-2 16,-3 0 10-16,1 3-8 0,-1-3 0 0,-1 2-1 16,1 1 1-16,-1-1 0 0,0 0 7 0,0 0-12 15,-2 0 4-15,1 1 1 0,-1 1-36 0,0 0-1 16,0 0 40-16,2-3-6 16,-2 3-51-16,2-2 23 0,2 1-4 0,1-2 27 15,2 0-47-15,5-4 19 0,-1-1-11 0,-2-2 11 16,0 5 9-16,0-3 11 0,2-1-19 0,-1 2 42 15,-1-1-36-15,0 1 6 0,1-1 9 0,-1-2-5 16,2 1-3-16,3-3 0 0,-4-1-8 0,1 2 9 16,-1 1 4-16,0 3-1 0,-3 0 15 0,1 1-17 15,-2 2 1-15,-1-1-48 0,0 3 21 16,-1 0 1-16,0 1 21 0,-1-2-30 16,2 2 22-16,-1-2 6 0,-3 3-38 0,5 0 31 15,-1 0 3-15,1-3 0 0,0 0-18 0,2 2 16 16,1 1-4-16,0-2 31 0,3 1-28 0,-5-1-3 15,6-1 2-15,-2 2 30 0,-1-1-25 0,-1 0 2 16,3 2-3-16,-3 0 5 0,0 0-4 0,1 0 3 16,1 0-5-16,-2-1 5 0,-1 1-2 0,-1 0 2 15,1 0 20-15,1 0-21 0,1 0 0 16,-1 0-22-16,0 0 21 0,3 0-1 16,-2 0 1-16,0 0 3 0,2 0-3 0,-1 0 2 15,1 0-2-15,0 0 24 0,1 0-23 0,3 0 0 16,-2 0 12-16,2 0-9 0,0 0-2 0,1 0 0 15,0 0 23-15,-2-2 1 0,0 0-23 16,0-1 28-16,0 3-26 0,-1-1 6 0,-2 1-4 0,2-2-17 16,1 2 17-16,-5 0 4 0,6 0-3 0,-2-3-30 15,2 3 28-15,-1 0-1 0,0-1-12 0,0 1 13 16,-2-1-1-16,0 1-6 16,1-3-15-16,-3 3 15 0,1-2 4 0,-1 2-4 15,-2 0-12-15,0 0 13 0,1-1 1 0,-1 1-7 16,0 0 6-16,0 0 0 0,1 0 0 0,-3 0-10 15,7 0 9-15,-2 0 0 0,3-3 0 0,-3 2-8 16,1-2 8-16,1 2-2 0,0-1 22 0,2 0-21 16,-3 0 1-16,4 1-1 0,-3-1-13 15,2 2 13-15,-1-3 1 0,0 3-17 16,0-1 17-16,-1 1-1 0,-1-2 0 0,0 2-15 16,3 0 15-16,-3 0-2 0,2 0 2 0,-2-2-12 15,3 2 10-15,-2 0-2 0,2 0 0 0,-2 0-2 16,2 0 3-16,-2 0 0 0,4 0 4 0,-4 0-4 15,0 0 0-15,0 0 7 0,2 0-7 0,-3 0 1 16,-1 0-1-16,4 0 19 0,-5 2-18 0,3 0 1 16,-3-1 13-16,4 4-12 0,-2-2-1 0,-1-1 2 15,2 1 2-15,-1 0-2 16,1 1 2-16,-3-3-8 0,4 4 6 0,-2-4 0 16,0 0-1-16,-2 2-6 0,2-3 7 0,1 2-1 15,-1-1 0-15,1-1-14 0,0 3 14 0,1-3-3 16,-1 2-2-16,1-2 4 0,3 2-1 0,-3-2 0 15,2 1 7-15,-2-1-7 0,2 0 1 0,0 2 15 16,-1-2-14-16,0 2-1 0,-3-1 1 0,2-1-3 16,-2 3 4-16,0-1-1 0,-3-1 1 0,1 1-14 15,-3-1 14-15,3 2-2 0,-2-3 5 16,0 3-5-16,1-3 0 0,-1 0 0 16,2 0 23-16,-1 0-22 0,-1 3-1 0,2-3 6 15,3 1-4-15,-3-1 0 0,3 0 1 0,2 3 8 16,-1-3-6-16,2 0-2 0,2 0 3 0,1 0 4 15,-2 0-4-15,2 0-3 0,0 0-9 0,-1 0 10 16,2 0-1-16,-4 0 0 0,4 0-24 0,-3 1 23 16,0 1 1-16,2 0-12 0,-3-2 10 0,0 4 1 15,-3-3-3-15,4 1 1 16,-2-2-1-16,0 2 1 0,0 0-3 0,0 0 27 16,-2-2 1-16,2 2-23 0,-2 0 5 0,3-2-4 15,-2 3 2-15,1-2-3 0,0-1 1 0,-1 1 2 16,0-1 2-16,1 3-29 0,-2-1 26 0,3-2-1 15,-2 1 1-15,2-1-13 0,-2 0 9 0,3 1 2 16,0-1-8-16,-1 0 7 0,0 3-3 16,-2-3 3-16,0 2-12 0,0-2 11 0,-2 2-2 0,0 0 2 15,0-1-8-15,-3 2 8 16,3-2-2-16,-1 1 3 0,0 0-2 0,-1 0 0 16,1-1 0-16,-2-1-2 0,3 3 1 0,-2-2 1 15,2-1-2-15,-1 2 6 0,-4-2-4 0,3 0 0 16,1 0 31-16,-1 0-31 0,0 0 2 0,3 0-1 15,-3 0 28-15,0 0-26 0,2 0 2 0,0 0 23 16,-4 0-23-16,3 0 160 0,-3 0-166 16,0 0 0-16,1 0 0 0,-2 0 0 15,0 0 0-15,1 0 0 0,-4 0 0 0,1 0 0 16,-1 0 0-16,0 0 0 0,1 0 0 0,-1 0 0 16,0 0-176-16,-2 0 175 0,2 0 3 0,-4 0-21 15,1 1 17-15,0-1 2 0,0 0-4 0,0 0 5 16,1 0-3-16,-3 0 0 0,0 0 0 0,0 0 5 15,0 0-5-15,0 0-1 0,0 0 24 0,0 0-21 16,0 0 0-16,0 0 1 0,0 0 6 0,0 0-5 16,0 0-1-16,0 0-2 0,0 0 2 0,0 0 1 15,0 0-1-15,0 0-39 0,0 0 38 0,0 0-1 16,0 0 1-16,0 0-22 16,0 0 21-16,0 0-5 0,0 0-25 15,0 0 23-15,0 3 4 0,0-3-6 0,3 0 10 0,-1 0-10 16,0 2 4-16,-2-2 27 0,2 0-27 0,-1 1 0 15,1-1-1-15,-2 0 17 0,1 3-14 0,2-3 4 16,-3 0-4-16,0 0-3 0,0 0 3 0,0 0 2 16,0 0 5-16,0 0-5 0,0 0 0 0,0 0-1 15,0 0 9-15,0 0-9 0,0 0 1 0,0 0 10 16,0 0-10-16,0 0 0 16,0 0 0-16,0 0 10 0,0 0-9 0,0 0 2 15,0 0-2-15,0 0-1 0,0 0 1 0,0 0 1 16,0 0-7-16,0 0 7 0,0 0-1 0,0 0 0 15,0 0-11-15,0 0 10 0,0 0 0 0,0 0-14 16,0 0 14-16,0 0-1 0,0 0 0 0,0 0-10 16,0 0 9-16,0 0 0 0,0 0 0 0,0 0-5 15,0 0 4-15,0 0 0 0,0 0 10 0,0 0-9 16,0 0 0-16,0 0-1 16,0 0 20-16,0 0-18 0,0 0 0 0,0 0 17 15,0 0-16-15,0 0 2 0,0 0-2 0,0 0 23 16,0 0 0-16,0 0-20 0,0 0 0 0,0 0 25 15,0 0 1-15,0 0-19 0,0 0-16 0,0 0 14 16,0 0-1-16,0 0 2 0,0 0-10 0,2 0 8 16,-2 0 3-16,0 0-44 0,0 0 40 0,0 0-1 15,0 0-2-15,0 0-21 16,0 0-5-16,0 0 25 0,0 0 0 0,0 0-19 16,0 0 12-16,0 0 5 0,0 0-13 0,0 0 11 15,0 0-1-15,0 0 1 0,0 0-3 0,0 0 3 16,0 0-2-16,0 0 20 0,0 0-17 0,0 0-1 15,0 0 1-15,0 0 11 0,0 0-11 0,0 0 0 16,0 0 1-16,0 0 12 0,0 0-11 0,0 0-1 16,0 0 10-16,0 0-9 0,0 0 1 0,0 0 0 15,0 0 2-15,0 0-3 16,0 0 1-16,0 0 9 0,0 0-9 0,0 0 0 16,0 0 2-16,0 0 7 0,0 0-8 0,0 0 0 15,0 0 1-15,0 0-3 0,0 0 3 0,0 0-1 16,0 0 2-16,0 0-2 0,0 0 1 0,0 0 0 15,0 0 35-15,0 0-34 0,0 0-1 0,0 0 5 16,0 0-3-16,0 0 0 0,0 0 1 0,0 0-17 16,0 0 17-16,0 0-1 0,0 0 2 0,0 0-30 15,0 0 27-15,0 0 0 0,0 0-16 0,0 0 15 16,0 0-2-16,0 0 2 16,0 0-11-16,0 0 9 0,0 0-3 0,0 0-3 15,0 0 5-15,0 0 0 0,0 0 0 0,0 0-20 16,0 0 19-16,0 0 0 0,0 0 0 0,0 0-6 15,0 0 6-15,0 0 0 0,0 0-12 0,0 0 11 16,0 0-1-16,0 0 0 16,0 0 12-16,0 0-11 0,0 0 0 0,0 0-1 0,0 0 13 0,0 0-12 15,0 0 1-15,0 0 6 16,0 0-5-16,0 0-1 0,0 0 3 0,0 0-3 16,0 0 3-16,0 0-2 0,0 0-8 0,0 0 8 15,0 0-1-15,0 0 1 0,0 0-34 0,0 0 33 16,0 0-2-16,0 0-22 0,0 0 21 0,0 0 0 15,0 0-2-15,0 0 1 0,0 0-2 0,0 0 2 16,0 0 19-16,0 0-21 0,0 0 2 0,0 0-1 16,0 0 30-16,0 0-28 0,0 0 2 0,0 0 2 15,0 0 18-15,0 0-17 16,0 0-2-16,0 0 19 0,0 0-16 0,0 0 1 16,0 0-2-16,0 0 1 0,0 0-1 0,0 0 1 15,0 0 0-15,0 0-1 0,0 0 1 0,0 0 0 16,0 0 6-16,0 0-6 0,0 0 0 0,0 0-1 15,0 0 6-15,0 0-5 0,0 0 0 0,0 0 4 16,0 0-3-16,0 0 0 0,0 0-1 0,0 0-5 16,0 0 5-16,0 0 1 0,0 0-6 0,0 0 6 15,0 0-1-15,0 0 0 16,0 0-26-16,0 0-2 0,0 0 26 0,0 0-3 16,0 0-40-16,0 0 37 0,2 2 3 0,-1 0 37 15,4 1-39-15,0-1-2 0,-1 0 3 0,0 2 84 16,-1-4-39-16,-1 2-17 0,0-1 21 0,0-1-32 15,0 2-7-15,-1-2 18 0,1 0-15 0,0 0 15 16,-1 2-8-16,2 1-28 0,0-3 0 0,0 1 28 16,2 1-3-16,-1 0-12 15,2-1 13-15,-1 2-12 0,2-1 8 0,-2-2-7 16,2 1 4-16,1-1 1 0,-2 2 31 0,5-2-30 16,-3 2-1-16,0-2 2 0,4 0 1 0,-5 0 160 15,3 2-170-15,0-2 0 0,-1 0 0 0,-2 0 0 16,3 2 0-16,1-2 0 0,0 0 0 0,-1 0 0 15,4 0 0-15,-1 0 0 0,1 0 0 0,1 0 0 16,-2 0 0-16,4 0 0 0,-5 0 0 16,4 0 0-16,-2 0 0 0,2 0 0 15,-2 0 0-15,4 0 0 0,-1 0 0 0,1 0 0 16,-1 0 0-16,1 0 0 0,2 0 0 0,-1-2 0 16,-2 0 0-16,0 0 0 15,-1 0 0-15,1 1 0 0,0-1 0 0,-1-1 0 0,-2 2 0 0,1 1 0 16,0-2 0-16,0 2 0 0,0-2 0 0,1 2 0 15,-2 0 0-15,3-1 0 0,0 1 0 0,1 0 0 16,1 0 0-16,2 0 0 0,4-3 0 0,-1 1 0 16,1 0 0-16,-3 2 0 15,3-1 0-15,-2-1 0 0,1-1 0 0,-3 3 0 16,3-1 0-16,-4-1 0 0,2 2 0 0,-2-2 0 16,0 2 0-16,2-2 0 0,-2 2 0 0,0-1 0 15,2 1 0-15,-1 0 0 0,0 0 0 0,2 0 0 16,-2 0 0-16,3 0 0 0,-2-2 0 0,0 2 0 15,-1 0 0-15,-1 0 0 0,1 0 0 0,-1 0 0 16,1 0 0-16,-2 0 0 0,1 0 0 0,0 0 0 16,-2 0 0-16,4-2 0 0,-3 2 0 0,0 0 0 15,3 0 0-15,-3-3 0 0,1 3 0 0,-1 0 0 16,2-1 0-16,-3 1 0 16,4-2 0-16,0-1 0 0,-2 3 0 0,3-1 0 15,-2-1 0-15,-2 1 0 0,3-2 0 0,1 3 0 16,-6-1 0-16,5-1 0 0,-1 0 0 0,-3 0 0 15,1 1 0-15,1 1 0 0,-2-3 0 0,1 3 0 16,-2 0 0-16,2 0 0 0,0 0 0 0,-1 0 0 16,-1 0 0-16,-1 0 0 0,1 0 0 15,-2 0 0-15,-1 0 0 0,1 0 0 16,0 0 0-16,1 0 0 0,0 0 0 0,0 0 0 16,1 0 0-16,1 0 0 0,2 0 0 0,3 0 0 15,-3 0 0-15,3 0 0 0,3 0 0 0,-2 0 0 16,1 0 0-16,-5 0 0 0,7 0 0 0,-7 0 0 15,4 0 0-15,-3 0 0 0,-1 0 0 0,1 0 0 16,-2 0 0-16,3 0 0 0,-1 0 0 16,-3 0 0-16,2 0 0 0,0 0 0 0,-2 0 0 15,1 0 0-15,-3 0 0 0,2 0 0 16,-2 0 0-16,2 0 0 0,-3 0 0 0,2 0 0 16,-4 0 0-16,4 0 0 15,-4 0 0-15,3 0 0 0,0 0 0 0,1 0 0 0,-4 0 0 0,6 0 0 16,-2 0 0-16,1 0 0 0,1 0 0 0,-1 0 0 15,2 0 0-15,-1 0 0 0,0 0 0 0,3 0 0 16,-3 0 0-16,-1 3 0 0,1-3 0 0,-1 0 0 16,-1 1 0-16,-1-1 0 0,3 2 0 0,-2-2 0 15,-4 2 0-15,4 0 0 16,-4-2-164-16,0 1 156 0,4-1-23 0,-5 0-4 16,0 0 27-16,1 3-8 0,1-3 46 0,-1 0-37 15,0 1-5-15,2-1 2 0,-2 0 26 0,3 2-1 16,0-2-22-16,3 0 24 0,-2 1 2 0,1-1-23 15,-1 0 6-15,-1 3 20 0,2-3-19 0,-5 0 2 16,1 2-6-16,-5-2 2 0,-1 0 4 0,1 0-3 16,-4 0-8-16,-1 0 8 0,0 0-1 0,-2 1-13 15,-2-1 13-15,3 0-1 16,1 0 1-16,-1 0-42 0,4 0 41 0,-2 0-3 16,3 3 2-16,0-3 19 0,3 0-20 0,-3 0-1 15,2 2 11-15,-4-2-10 0,5 0 0 0,-5 0-1 16,1 2 12-16,-1-2-10 0,-4 0 0 0,4 1 5 15,-3-1-3-15,-1 0 1 0,-1 0-2 0,1 0-20 16,3 2 20-16,-4-2 2 0,4 0-2 0,-1 0 15 16,3 0-15-16,0 0-3 0,-1 0 34 0,5 0-31 15,-3 0 0-15,0 0 2 16,0 0 167-16,-3 0-169 0,2 0 0 0,-3 0 0 16,-1 0-179-16,-2 0 184 0,1 0-2 0,1 0-75 15,-3 0 35-15,0 0-5 0,2 0 39 0,-2 0-52 16,3 0 24-16,0 2-14 0,2-2 72 0,3 0-47 15,-5 0 5-15,3 0-14 0,-4 0 36 0,3 0-27 16,-2 0 3-16,0 0 0 0,-3 0-60 0,0 0 27 16,0 0 4-16,0 0-343 15,0-2 179-15,-22 0 88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06T01:07:19.2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19143 4211 250 0,'0'0'0'0,"-4"0"0"0,4 1 0 0,-2 3 0 0,2-2 0 0,0-1 0 0,0 2 98 0,0-3-33 0,0 0-4 16,0 0-39-16,0 0 96 0,0 1-42 0,0-1-22 16,0 0 34-16,0 2-32 0,0 1 0 0,-2 0 12 15,2-2-1-15,0 3-34 0,-2 0 8 0,0 2 36 16,-1 0-22-16,-1 1 1 0,1 1-24 0,-3 2 23 15,-2 0-22-15,1 3 0 0,-3 1 0 0,-3 6 30 16,-2 1 1-16,-4 5-23 16,1 2 23-16,-9 8 1 0,1 0-33 0,-2 7 37 15,-6 9 0-15,4-5-29 0,-9 15-7 0,1-1 15 16,-2 2-15-16,-1 1 0 0,0 2 0 0,-1-1-33 16,3 1 33-16,-2-2-1 0,-1 2 1 0,-1 0-39 15,0-1 38-15,0 3 9 0,-2-2-15 0,0-2 7 16,2-4-11-16,-1-2-17 0,3-3 18 0,6-9 11 15,-1 1-15-15,4-2 42 0,2-3-37 16,4-3 2-16,3-3 2 0,2-7-9 0,3 2 10 16,-2-3-2-16,6-5 4 0,-2-1-33 15,7-5 2-15,0-1 30 0,1-1-68 0,1-4 27 16,1-3-1-16,1 2 33 0,1-3-95 0,-1-1 38 16,0 2 22-16,0-4-125 0,-1 1 69 0,1 1 33 15,-1-2 3-15,0 0-247 0,0-3 129 0,3-1 50 16,-1 2 35-16,4-2-131 0,-2 0 83 0,2 0 33 15,0-2-323-15,0-11 187 0</inkml:trace>
  <inkml:trace contextRef="#ctx0" brushRef="#br0" timeOffset="246.34">17915 5703 603 0,'2'-13'0'0,"0"11"0"0,-2-2 0 0,0 2 0 0,0 2 0 0,0 12 323 15,-4 12-149-15,-4 8-71 0,-3 11-35 0,0 3 188 16,-3 4-112-16,0 4-47 16,-2 3 32-16,1-1-48 0,2-3-25 0,2-2 19 15,4-12-13-15,-1 1-9 0,4-6-20 0,4-7-16 16,0-6 16-16,0-2 0 0,1-6 8 0,13-3-55 16,9-7 23-16,5-3 0 0,15-7 24 0,12-23-52 15,5-11 34-15,20-14-8 0,3-6-82 0,18-14 30 16,-3-4 32-16,6-4-4 0,-12 3-433 0,28-18 198 15,-15 16 115-15</inkml:trace>
  <inkml:trace contextRef="#ctx0" brushRef="#br0" timeOffset="938.07">19220 4238 474 0,'-11'-2'0'0,"-1"-2"0"0,-1 3 0 0,2-1 0 0,0 2 0 0,0-1 0 0,-3 1 65 0,1 0 0 0,4 0-32 0,-1 0 38 16,1 0 1-16,3 0-31 0,3 0-9 0,-1 0 94 16,4 0-46-16,-2 0-24 0,2 0 0 0,0 0 37 15,0 0-35-15,0 0 1 0,0 0 7 0,6 4 0 16,5 4-33-16,4-2 76 0,3 1-43 0,7 1 1 16,3 0-35-16,4-5 25 0,13 2 0 0,2-4-16 15,8-1-8-15,9 0 73 0,0 0-36 16,3 0 0-16,2 0-38 0,5-1 49 0,3-4-9 15,15 0-40-15,0-3 37 0,5-1-37 0,9-1 1 16,2-1 42-16,23 0-42 0,-5 2 0 16,5-1 0-16,0 2-54 0,0 3 27 0,-16-2 8 15,30 1 19-15,-21 0-63 0,-21 2 28 0,6 2-1 16,-11-3 10-16,-14 3-108 0,2 1 43 0,-8 1 35 16,-7 0-44-16,-8 0 34 0,-8 0 2 0,-2 0 5 15,-5 0 10-15,-8 0 7 0,0 0-15 0,-5 1 10 16,-1-1 1-16,-6 0-1 0,0 0 6 0,-5 0-3 15,-3 0 9-15,-1 0-7 0,-8 0 10 0,-1 0-36 16,-4 0 26-16,-3 0 1 16,-1 0-49-16,0 0 22 0,-2-1-6 0,0-6-167 15,-4-2 95-15,-5 2 44 0,-4-2 14 0,0 2-388 16,-3 2 206-16,5 1 93 0,-3-2 60 0</inkml:trace>
  <inkml:trace contextRef="#ctx0" brushRef="#br0" timeOffset="1142.83">22433 3853 1255 0,'10'-5'0'0,"7"3"0"0,5 2 0 0,9 0 0 0,-3 7 0 0,-2 3 0 0,-1 5 0 0,-5 0 0 0,1 5 139 0,-2 1-53 16,-4 4-27-16,-6-3 120 0,-1 3-64 0,-3 5-46 15,-3-2 1-15,-2 0-47 0,0-1 9 0,-14 4 1 16,-6-2 8-16,-2-3-151 0,-8 4 71 0,-4-2 36 15,-5 2-83-15,-14 4 59 0,2-6 38 0,-22 10-448 16,-10 1 216-16,-4-5 68 0</inkml:trace>
  <inkml:trace contextRef="#ctx0" brushRef="#br0" timeOffset="2100.64">19333 1212 526 0,'0'-12'0'0,"0"2"0"0,0 5 0 0,0 1 0 0,-2-1 0 0,2 1 0 0,0 0 0 0,-2 0 33 16,2 2 8-16,0 0 69 0,0 2-39 0,0 0 1 15,0 0-40-15,0 4-5 0,0 10 14 0,0 4-8 16,0 7 49-16,0-1-24 15,0 8-1-15,0 3 38 0,4 1-23 0,3 10-8 16,-1-1-31-16,1 4 58 0,-1 1-29 0,-2 14 1 16,0-8-22-16,-3 17 44 0,1-2-26 0,-2 3 0 15,0 5-27-15,0 1 39 0,0 3-30 0,0 11-8 16,0-5-6-16,-2-2 6 0,1 0 0 0,-3 0-37 16,2-12 9-16,-1 8 28 0,-6 7 0 0,4-4-39 15,-4-2 0-15,-5 7 39 0,3-14 0 0,0 7-56 16,-3-3 17-16,5-6 1 0,2-2 9 0,-1-4-99 15,2-9 50-15,3 10 25 16,1-19-9-16,0 4-1 0,2-5 21 0,0-5 2 16,0-7-1-16,0-1 5 0,0-2-11 0,0-3 19 15,0 2-15-15,-2-4 4 0,1-6-6 0,-1-3-38 16,0-8 20-16,0-1 0 0,0-6 20 0,0-1-264 16,-2-3 117-16,0-2 60 0,1 0-52 0,-3-2 59 15,2-11 28-15,3-8-229 0,-1-5 121 0,2-10 73 16</inkml:trace>
  <inkml:trace contextRef="#ctx0" brushRef="#br0" timeOffset="2348.88">19385 813 543 0,'-18'0'0'0,"0"0"0"0,0 11 0 0,-1 7 0 0,-2 0 0 0,-3 2 162 0,-4 9-68 0,-2 1-31 0,-7 7 5 0,-2 3-1 0,0 0-34 0,4-1-21 16,3 0-9-16,2-3 30 0,10-10 0 0,2 0-218 15,5-6 101-15,7-10 55 0,2 1 21 0</inkml:trace>
  <inkml:trace contextRef="#ctx0" brushRef="#br0" timeOffset="2474.09">19231 851 806 0,'14'1'0'16,"0"21"0"-16,5 1 0 0,6 1 0 0,5 2 0 0,0 7 0 0,0-3 371 0,9 9-174 0,-1 2-82 0,-3-7-23 0,2 4-30 15,-2-2 1-15,3 0-182 0,-1 0-192 0,2-4 171 16</inkml:trace>
  <inkml:trace contextRef="#ctx0" brushRef="#br0" timeOffset="4223.97">19156 4307 268 0,'-4'4'0'0,"1"-4"0"0,-1 0 0 0,2 2 0 0,2-2 0 0,-1 0 0 0,-2 1 0 0,3-1 9 15,-2 0 21-15,2 0 2 0,-2 3-3 0,2-3 1 16,0 2 0-16,-2 0-15 0,2 0 14 0,0 0-1 16,0 0 0-16,0 0-25 0,0 0-1 0,0-1 31 15,0-1-7-15,0 2-35 0,0-2 33 0,0 0-5 16,0 0 33-16,0 0 6 0,2 0-35 0,5-2 23 16,0-5 0-16,0-1-22 0,0-2 1 0,3 1 45 15,0 0-42-15,-1-2 6 0,0-3-5 0,3 3-13 16,-1-2 22-16,-1 2 0 15,1-2-5-15,-1 0-24 0,2 1 0 0,-1 0 21 16,0-4-26-16,1 1 23 0,1 1 1 0,4-6-25 16,-2 2 22-16,2-1-2 0,1-2 4 0,1-1-23 15,2-3 20-15,-1 3-3 0,1-1 1 0,2 1-26 16,-7 3 3-16,9-5 21 0,-2 3 0 0,-3-1-40 16,3 1 38-16,0-2-4 0,-1 0 3 0,2 1-1 15,-1 0-5-15,0-4 2 0,-1 5 1 0,0-4-1 16,1 1 4-16,0-1-12 0,0-1 9 0,0-1 0 15,2 4 0-15,1-4-17 16,1 1 20-16,5-3-3 0,-4 1-1 0,2 1-39 16,0-2 36-16,0 2-22 0,-3 0 0 0,8-3 21 15,-3-1-5-15,0 3-13 0,-2 0 13 0,2 1 2 16,-6 0-2-16,8-3 8 0,-4 2-10 0,-5 3 3 16,2-1-5-16,-1-2-2 0,3-1 6 0,1-3-1 15,-2 4 0-15,0 0 26 0,2 0-23 16,0-2-1-16,-3 5 37 0,5-6-36 15,-6 6 3-15,1-3-18 0,0 2 17 0,6-6-1 16,-8 5 4-16,7-3-37 0,-2 2 32 0,0 1 1 16,2-4 0-16,0 3-24 0,-6 2 22 0,10-4 1 15,-6 2-6-15,0-1-33 0,0 1-6 0,0 0 39 16,-1 4-29-16,2-7 26 0,-4 7-5 0,3 0 11 16,4-5-9-16,-8 5 2 0,4-1-4 0,2-2 43 15,-5 2-39-15,6-3 0 0,-4 0 0 0,1 2 25 16,-6-1-21-16,8-3-3 0,-5 3 9 15,1 1 18-15,-1-2-20 0,5-2-3 16,-6 8-1-16,4-3 3 0,-1 1 2 0,-1 2 19 16,-2-2-20-16,-1 4 1 0,0 0-1 0,-2-1 23 15,2 0-1-15,-2 2-20 0,0-1-1 0,-2-3 10 16,0 1-7-16,2 2-2 0,-3-1 4 0,1 0-18 16,2-1 18-16,2-2-1 0,-2 2-26 0,2 0 25 15,1-2 0-15,1 2 3 0,-1 0-5 0,2 0 2 16,1-1-4-16,-4 0 2 0,3 1-1 0,-1 0 0 15,-1-4-1-15,-1 4 25 16,-1-2-22-16,-2-3-1 0,3 3 1 0,-2-2 4 16,0 1-1-16,-3 1-1 0,1-1-16 0,1 3 15 15,-2 1 1-15,3-1 6 0,-2 3-7 0,-1-2 1 16,3 3-2-16,2-2 6 0,-1 1-5 0,1-2 0 16,-2 0 0-16,2 0-30 0,-2 3 29 0,1-3 0 15,-2 2-1-15,-1 0-16 0,-3 7 16 0,0-4 1 16,-3 3-31-16,0 1 26 0,0 0 1 15,-2 3-13-15,3-1 11 0,-4 0-2 16,4 1 2-16,-2-1 18 0,4 2-18 0,-2-2 0 16,0 2 0-16,0 3-3 0,0-3 3 0,-4 3 2 15,-1 0-1-15,1-1-28 16,-5 5 1-16,-1 0 25 0,-3-2-28 0,1 1 25 0,-1 1 2 0,-1 1-112 16,0-2 52-16,-2 2 19 0,0 0 2 0,0 0-264 15,0 0 137-15,0 0 63 0,0 0 35 0</inkml:trace>
  <inkml:trace contextRef="#ctx0" brushRef="#br0" timeOffset="8527.89">19216 3334 239 0,'-5'-8'0'0,"1"2"0"0,1 0 0 0,0 3 0 0,1-1 0 0,0 3 57 0,0-4-40 0,2 2 117 16,0-1-51-16,0-2-17 0,0 0-8 0,0-1 3 16,9-1 1-16,1 0-29 15,1-2-1-15,3 2 50 0,-1-1-28 0,1 3-1 16,0 1-20-16,3 0 53 0,0 0-26 0,4 4 8 15,3-2-11-15,0 1 1 0,6 0-26 0,2 2 45 16,0 0-22-16,0 0 7 0,2 2-29 0,-3 9-22 16,-4-1 21-16,-3 3 1 0,-1 0 0 0,-5 2-37 15,0 8 14-15,-6-6 0 0,-1 3 23 0,-4 1-46 16,-2 0 22-16,1-2-10 0,-3-2-11 16,-2 0 28-16,1-2 5 0,0-2-8 15,-2-4 10-15,0 3-16 0,0-5 9 0,0 1-26 16,0-2 0-16,0-3 24 0,0-2 4 0,0 2-146 15,0-3 68-15,-2 0 30 0,0 0-210 0,-2 0 107 16,2 0 56-16,-2 0 18 0,2 0-276 0,-1 0 152 16,1 0 75-16,-2 0-77 0</inkml:trace>
  <inkml:trace contextRef="#ctx0" brushRef="#br0" timeOffset="9217.31">19682 2825 656 0,'-2'-9'0'0,"-2"3"0"0,1 1 0 0,-1-1 0 0,1 3 0 0,-2 0 0 0,-1 1 0 0,3 0 85 0,-1 0-30 0,1 2 0 0,-3 0 3 16,3 0 0-16,-6 4-25 0,6 4 8 0,-1 6 12 15,2 1 1-15,2-2-21 0,0 2-1 0,2 0 26 16,9 1 8-16,8-2-34 0,2-1 34 0,5-6 0 16,2 0-33-16,2-2 0 15,0-3 28-15,0-2-7 0,0 0-22 0,0 0-27 16,0-2 28-16,-3-3 8 0,3-5-8 0,-6-1-22 15,-1-2 0-15,-1 0 22 0,-5-1-1 0,1-1-59 16,-6 1 17-16,1-4 1 0,-3 2-83 0,-3-1 54 16,-1 0 15-16,-4 2-55 0,0-2 32 0,-1 0 24 15,-1 0-19-15,0 4 13 0,0-3 14 0,-7 4 4 16,0 0-12-16,-2 3 30 0,-3-1-27 0,1 5 6 16,-3 2 50-16,3-1-26 15,-1 0 5-15,-2 2-26 0,3 0 107 0,-1 2-49 16,3 0-16-16,-2 0 67 0,1 0-39 0,-1 2-24 15,4 8 18-15,-2 1-12 0,2 2 9 0,0 2-22 16,3 3 9-16,3 3 5 0,-1 5-4 0,2-1-9 16,0 0 14-16,0 2 29 0,0 6-7 0,2-2-34 15,1 1 38-15,1 2 1 0,-1 1-39 0,1-5 42 16,-2 2-8-16,3 2-33 0,-2-5 0 0,-1-3-20 16,3-2 20-16,-1-3 8 15,0 0-8-15,1-3-29 0,-1 0 0 0,0-3 29 16,0-4-26-16,0 0 8 0,-2-4 18 0,-1 1 0 15,1-2-71-15,0-2 31 0,0-1 7 0,0-1-32 16,-2 1 22-16,0-3 0 0,0 0 13 0,0 0-4 16,0 0 7-16,0 0 0 0,0 0 3 0,0 0 39 15,0 0 0-15,0 0-38 0,0 0 34 0,0 0-26 16,0 0-6-16,0 0 8 0,0 0-75 16,0 0 34-16,0-3 4 0,0-2-520 15,0-3 263-15,1 0 113 0,3-1 70 0</inkml:trace>
  <inkml:trace contextRef="#ctx0" brushRef="#br0" timeOffset="74348.13">11428 16599 323 0,'-2'-3'0'0,"0"1"0"0,0-1 0 0,2 2 0 0,-2-1 0 0,0 0 71 0,2 0 0 0,0 2-38 16,0 0 80-16,0 0-44 0,0 0 1 0,0 0-38 15,0 0 51-15,-1 0-25 0,1 0 8 0,0 0-7 16,0 0-1-16,0 0-25 0,0 0-1 16,0 0 31-16,0 0 7 15,0 0-37-15,0 0-35 0,0 0 35 0,0 0 0 0,0 0 8 16,0 0-38-16,0 4 0 0,0 5 29 0,1 3 1 16,1-1 22-16,2 2-14 0,0-1-8 0,-1 5-37 15,3 0 34-15,0-2-5 0,1 4 4 0,-1 1-10 16,3 2 8-16,-1 0 0 0,1 2-40 0,-1-1 41 15,-1 4-1-15,1-3 7 0,-1 7-29 16,1-2 17-16,-3-1 3 0,1-1-12 16,-2-1-27-16,0-1 0 0,-1-1 34 0,-1-2-41 15,0 1 38-15,0 0-5 0,0-5 3 0,-2 3 27 16,0-5-4-16,0 2-27 0,0-5 35 0,0-3-1 16,0-3-27-16,0-2 7 0,0-1-6 0,0-2 4 15,0-2-3-15,0 0 10 0,0 0 7 0,0 0-2 16,0-4-12-16,-2-9-22 0,2-4 0 15,-2-5 23-15,2-2-1 0,0 1-71 0,0-8 31 0,0 5 12 16,0-2 41-16,0 2-3 0,0 1-19 0,2 1-3 16,0-5 29-16,3 6-2 15,-1 2-25-15,4 0-5 0,-3 1 57 0,3 1-18 16,1 2-4-16,1 0-15 0,1 4-6 0,0 2 15 16,1-1-71-16,0 5 37 0,6 0-6 0,-6 1 27 15,4 1-74-15,-1 4 29 0,-2 1 1 0,0 0 23 16,0 0-15-16,-1 0-9 0,-3 0 27 0,0 0 2 15,1 1-4-15,-3 2-12 0,-1-1-3 0,-1 2 58 16,-1-4-22-16,-3 0 2 0,1 2 3 0,1-2 6 16,-1 0-21-16,-2 0-6 15,0 0 21-15,0 0-14 0,0 0-4 0,0 0 11 16,0 0-130-16,-2 0 58 0,-4 0 29 0,0 0-4 16,3 0-194-16,-1 0 107 0,0 0 34 0,2-2-449 15,2-2 247-15,0-2 123 0,0-5 53 0</inkml:trace>
  <inkml:trace contextRef="#ctx0" brushRef="#br0" timeOffset="74728.86">11861 16410 1410 0,'0'-8'0'0,"0"3"0"0,2-2 0 0,0 1 0 0,-2 3 0 0,2 2 0 0,0-4 0 0,2 4 0 0,5-4 384 0,0 4-180 16,5 0-85-16,-1-2 39 0,4 3-62 0,1 0-32 15,2 0 18-15,1 0-28 0,0 0-1 0,0 4-20 16,-1 2-89-16,-2 1 44 16,-1 2 31-16,-2 2-9 0,-5-2-117 0,-1 4 69 15,-6 0 36-15,-1 3 0 0,-2 2-127 0,0 0 69 16,0 0-3-16,-7 0 4 0,-5 1-2 0,-2-4 24 16,-4 0 39-16,2-2 5 0,-2 0-36 0,0-3 7 15,1-1 226-15,1-2-106 0,2 1-43 0,3-4-29 16,1 0 345-16,4-1-172 0,1-3-69 0,3 1-48 15,0-1 165-15,2 0-111 0,0 0-51 0,0 0-45 16,9 0-7-16,9 0-1 16,0 0 54-16,8 0-31 0,-1 0 143 0,3 0-198 15,1 0 0-15,-3 0 0 0,-4 0 0 0,2 0 0 16,-1 0-237-16,-5 0 175 0,0-1 30 0,-3 0 29 16,-6-1-327-16,-1-1 161 0,-5 2 50 0,-1 1-375 15,0 0 231-15,-2 0 115 0,0 0-210 0,0 0 167 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06T01:09:33.93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10013 4814 534 0,'-13'-7'0'0,"3"6"0"0,5-1 0 0,-1 0 0 0,3-1 0 0,-1-3 174 15,2-1-70-15,2 2-35 0,0-4 84 0,0-3-65 16,6 0-27-16,10-5 14 0,2 0-21 0,1 3 1 15,-1 1-15-15,3 3-7 0,-2-4 0 0,-1 4 0 16,1 5-1-16,0-1 118 0,2 5-51 0,-4 1-37 16,1 0 0-16,-1 0-6 0,0 8-23 0,0 6 0 15,-4 1 30-15,1 2-31 0,-4 1 1 0,-2 3-32 16,0 5 32-16,-6-4 0 0,0 2 8 0,-2 4-47 16,0-2 39-16,-2-2-1 15,-8 1 1-15,-1-2-52 0,0-3 31 0,-8 4-21 16,0-5 37-16,-1-4-69 0,-3 1 31 0,0-4-13 15,3-4-103-15,-7 0 65 0,1-5 33 0,5-1-206 16,-2-2 110-16,3 0 47 0,3 0 10 0,5-4-114 16,1-5 72-16,8-5 39 0,3 0-1 0,0-7-194 15,11 0 109-15,9 0 65 0,5 1 29 0</inkml:trace>
  <inkml:trace contextRef="#ctx0" brushRef="#br0" timeOffset="216.82">10440 4664 879 0,'11'-20'0'0,"-3"5"0"0,-5 0 0 0,-1 0 0 0,-2 0 0 0,0 2 0 0,0 2 0 0,-7 3 148 16,-5-1-58-16,1 5 157 0,-1 2-107 0,-4 2-54 15,-1 4-18-15,-5 15 84 0,-1 5-59 0,-2 12-31 16,4-3 1-16,3 7 12 0,6-6-13 0,3 5-8 16,7-3-21-16,2-1 105 15,0-1-52-15,11-3-49 0,10-3-4 0,4-6-1 16,5-3 1-16,2-3-218 0,3-4 109 0,1-2 63 15,1-6 18-15,0-3-429 0,-2-1 195 0,-3 0 112 16,-2 0 22-16,-7-1-186 0,4-13 129 0,-6-3 59 16</inkml:trace>
  <inkml:trace contextRef="#ctx0" brushRef="#br0" timeOffset="521.03">10693 4325 801 0,'-7'0'0'0,"5"0"0"0,2 0 0 0,0 0 0 0,0 0 0 0,9 0 232 0,5 0-92 0,2 0-58 0,1 2 220 16,0 3-134-16,0 3-68 0,-2 1-34 0,0 1-43 15,-4 3 10-15,-2 0 0 0,-2 2 0 0,-4-1-96 16,-1 2 48-16,-2-1 33 0,0 2-198 0,-12-2 106 16,-2-1 54-16,-1-2-95 15,-2-3 37-15,-1 1 49 0,0-5-38 0,1 2 110 16,1-4-40-16,0 1-22 0,7-2-42 0,0 0 313 15,2-2-128-15,4 0-66 0,1 0-15 0,2 0 124 16,0 0-45-16,2 0 0 0,11 0-40 0,4 0-24 16,2 0-1-16,2-2-52 0,-1-4 0 0,3 4 36 15,-2 1-8-15,-1-1-244 0,1 0 122 0,-2 2 60 16,-3 0 32-16,2 0-542 0,-4 0 263 16,2 7 86-16,-2 1 79 0</inkml:trace>
  <inkml:trace contextRef="#ctx0" brushRef="#br0" timeOffset="715.54">10945 4672 1202 0,'-13'8'0'0,"2"-1"0"0,3 1 0 0,2-3 0 0,3-2 0 0,1-2 0 0,2 2 0 0,0 0 211 0,2-3-94 16,15 0-41-16,5 0 158 0,1 0-101 0,1 0-50 15,-3 0-17-15,8 0-74 0,-2 0 0 0,-5 0 41 16,3 0-1-16,2 0-310 0,-7 0 164 0,2 0 69 15,-1 0-347-15,-3 4 164 0,2 2 117 0,-8-1-185 16,0-3 123-16,-1-2 75 16</inkml:trace>
  <inkml:trace contextRef="#ctx0" brushRef="#br0" timeOffset="878.1">11127 4498 676 0,'-6'-5'0'0,"3"4"0"0,1 1 0 0,2 0 0 0,-2 6 0 0,2 7 0 0,0 6 265 15,0 3-115-15,0 5-59 0,0 3-29 0,0 2 213 16,0-1-113-16,0 4-23 0,0 2-53 0,-2-4-27 16,2 1 1-16,-2-3-115 0,1-5 52 0,1-2 14 15,0-2 0-15,0-5-335 0,0-7 178 0,1-4 89 16,9-6 54-16</inkml:trace>
  <inkml:trace contextRef="#ctx0" brushRef="#br0" timeOffset="1033.67">11274 4519 1533 0,'3'0'0'0,"3"0"0"0,0 3 0 0,3 5 0 0,0 3 0 0,5 0 0 0,1 6 0 0,4 1 0 0,-3 2 202 0,3-2-84 0,-2-1-111 16,5 5-9-16,-2-2 35 16,0 0 0-16,-1-1-174 0,-5-4 87 0,4 2 52 15,-1-4 13-15,-3-4-559 0</inkml:trace>
  <inkml:trace contextRef="#ctx0" brushRef="#br0" timeOffset="1206.22">11601 4411 932 0,'0'-2'0'0,"0"2"0"0,0 8 0 0,0 7 0 0,-4 8 0 0,-4 3 0 0,1 4 210 0,-1 11-88 0,-1-6 139 15,-3 14-118-15,1-1-55 0,0-1-28 0,0-1-59 16,0 1-1-16,2-7 41 0,-1 6-8 0,0-11-135 15,3-1 68-15,-1-4 33 0,2-10 0 0,3-7-360 16,1-3 189-16,0-8 99 0</inkml:trace>
  <inkml:trace contextRef="#ctx0" brushRef="#br0" timeOffset="1479.67">11706 4277 876 0,'24'-8'0'0,"-1"2"0"0,-1 4 0 0,1 2 0 0,-4 0 0 0,-3 0 0 0,-2 3 0 0,-1 7 144 0,-4 5-56 0,-3 1-27 16,-4 0 0-16,-2 1-60 0,0 2 32 0,-10-2 0 15,-5 0-102-15,-2-5 51 0,1-1 25 0,-4-1-22 16,4-2 19-16,0-5 1 0,6 1 27 16,-2-1 124-16,4-2-65 0,3-1-46 15,3 0 1-15,0 0 134 0,2 0-73 0,0 0-37 16,2 0 8-16,13 0-71 0,2 0 1 0,4 0 25 15,-1 0-50-15,3 2 25 0,0 0 8 0,1 1-194 16,4-1 105-16,-4 2 53 0,1 2 27 0,-2-1-405 16,-3 3 174-16,2 1 70 0,-2 4 65 0</inkml:trace>
  <inkml:trace contextRef="#ctx0" brushRef="#br0" timeOffset="1634.27">11953 4649 846 0,'-14'3'0'0,"6"-3"0"0,2 1 0 0,2-1 0 0,4 0 0 0,0 0 0 0,8 0 278 16,16 0-123-16,3 0-61 0,3 0 55 0,5 0-58 16,-1 0-21-16,3 0-54 0,2 0 17 0,-2 0 0 15,-5 0 0-15,-2 0-311 0,-5 0 163 16,-3 0 70-16,-1 0 39 0,-11 0-466 16</inkml:trace>
  <inkml:trace contextRef="#ctx0" brushRef="#br0" timeOffset="1770.91">12113 4380 1184 0,'2'8'0'0,"8"12"0"0,-1 4 0 0,-2 4 0 0,3 9 0 0,1 3 226 0,-2 7-97 0,3 4-40 16,-3 1 26-16,-2 3-41 0,-1-1-20 16,2 0-1-16,-2-2-282 0,1-9 139 0</inkml:trace>
  <inkml:trace contextRef="#ctx0" brushRef="#br0" timeOffset="2664.47">12943 4380 724 0,'-7'0'0'0,"-2"0"0"0,-1 0 0 0,1 0 0 0,-2 0 0 0,-1 0 0 0,-5 7 0 0,-2 8 75 0,3 6-21 0,-3 5 107 16,0 4-64-16,4 2-32 0,-1 2 9 0,6 0 61 16,4-1-52-16,2-1-24 0,4-1-1 0,0-3 24 15,4-8-17-15,12 5-7 0,4-7-102 16,4-2 39-16,3-2 0 0,5-4 46 16,-1-5-134-16,3-2 63 0,0 0 32 0,0-3-384 15,-3 0 195-15,-6 0 61 0,5-3 61 0</inkml:trace>
  <inkml:trace contextRef="#ctx0" brushRef="#br0" timeOffset="3004.98">13071 4381 552 0,'-8'0'0'0,"3"0"0"0,3 0 0 0,2 0 0 0,0 0 0 0,4 0 0 0,11 0 343 15,3 0-155-15,5 0 89 0,0 0-126 0,3 4-59 16,-2-1-30-16,3 2 0 0,-5-2 0 0,-1 1-21 15,-1 2-8-15,-2-3-64 0,-4 2 32 0,-2 2 0 16,-5-2 32-16,-1 4-70 0,-4 5 30 0,-2 1 1 16,0 5 16-16,-15 3 0 0,-6 2 23 0,-2 3 25 15,-7 3-20-15,6-6-21 0,-2 3 1 16,0-2 38-16,3-1-39 0,7-7 7 16,0 1 14-16,3-2 41 0,3-4-26 0,5-1-1 15,1-4 0-15,2-2 21 0,2 2-40 0,0-2 0 16,2-2-39-16,5-1 1 0,9 2 38 0,-1-2-19 15,6-3-11-15,1 0 28 0,2 0-6 0,2 0-109 16,-1 0 49-16,-6 0 34 0,1 0-19 0,-2 0-87 16,-6 0 46-16,0-3 34 0,-1 3 0 0,-5 0-362 15,-3 0 164-15,-1 0 96 16,0 0-297-16,-2 0 196 0,0 0 99 0</inkml:trace>
  <inkml:trace contextRef="#ctx0" brushRef="#br0" timeOffset="3172.53">13067 4554 566 0,'-15'0'0'0,"5"0"0"0,5 0 0 0,1 0 0 0,2 0 331 0,2 2-141 15,0 3-83-15,6 1-36 0,11 0 133 0,6 0-86 0,-1-1-42 16,1-2-14-16,9 3 210 16,-2 0-119-16,2 2-61 0,-1-3-197 0,3 1 68 15,0-1 44-15,-2 3-474 0,0-3 250 0,0 3 125 16,-2-3 63-16</inkml:trace>
  <inkml:trace contextRef="#ctx0" brushRef="#br0" timeOffset="3338.48">13589 4567 1311 0,'-9'0'0'0,"2"0"0"0,3 0 0 0,0 0 0 0,0 0 0 0,4 0 0 0,0 0 0 0,2 0 217 0,15 0-93 0,6 0-45 16,1 0 149-16,2 0-98 0,-3 0-41 0,7 0-82 15,-4 0-156-15,1 2 92 0,-3-2 44 0,-2 2-463 16,1 0 263-16,-2-2 118 0,-3 0 65 0</inkml:trace>
  <inkml:trace contextRef="#ctx0" brushRef="#br0" timeOffset="3516.01">13920 4418 765 0,'-5'0'0'0,"1"0"0"0,2 0 0 0,-1 0 0 0,0 0 0 0,3 5 0 0,0 6 313 15,0 4-140-15,0 3-70 0,0 7 81 0,0-3-75 16,0-1-30-16,0 10 57 0,3-4-52 0,-2 1-25 16,1 0-1-16,0-2-171 0,0 3 68 0,0-2 39 15,-2-5 0-15,0 0-277 0,1-4 157 16,-1-7 88-16,0-1 32 0,0-6-488 16,2-4 234-16,0 0 95 0</inkml:trace>
  <inkml:trace contextRef="#ctx0" brushRef="#br0" timeOffset="3708.42">14018 4421 615 0,'11'-18'0'0,"0"9"0"0,4 3 0 0,2 5 0 0,0 1 0 0,2 0 189 15,5 4-82-15,-1 11 112 0,3 5-93 0,4 10-46 0,-2 0-24 0,-7 1 275 16,2 12-153-16,-7 0-72 16,-2 0-37-16,-9 0 107 0,-3 0-72 0,-2-7-27 15,0 2-9-15,-3-4-98 0,-11-4 32 0,-1-7-1 16,-2-7-177-16,-1-3 113 0,-7-4 43 0,-1-9-146 15,1 0 99-15,0 0 38 0,-2-3 29 0,1-11-524 16,3-3 252-16,2-10 110 0</inkml:trace>
  <inkml:trace contextRef="#ctx0" brushRef="#br0" timeOffset="3975.78">14271 4202 1506 0,'23'-7'0'0,"-2"3"0"0,-1 2 0 0,-3 0 0 0,-1 1 0 0,-4 1 0 0,-1 0 0 0,1 0 0 0,-5 1 0 0,1 11 0 0,-3 0 0 0,-3 0 123 0,-2 3-44 0,0 4-24 0,-7-2-73 0,-4 0 20 0,-3-2 1 15,-1 0 30-15,0-2-161 16,0-1 79-16,-2-1 49 0,1-1-9 0,2-3-66 16,5-1 0-16,3-2 37 0,1-1 112 0,3-3-41 15,0 1-17-15,2-1 56 0,0 0-34 0,9 0 0 16,8 0-15-16,2 0 92 0,0-1-33 0,1-1-31 15,3-3 14-15,0 0-56 0,3 2 42 0,2-1-19 16,-4 0 1-16,-3 2-264 0,0 2 122 0,-3 0 65 16,0 0-476-16,-4 7 253 0</inkml:trace>
  <inkml:trace contextRef="#ctx0" brushRef="#br0" timeOffset="4137.35">14504 4541 990 0,'-11'6'0'16,"3"-1"0"-16,3 1 0 0,1-3 0 0,4 2 0 0,0-2 0 0,0-1 0 0,7 1 173 0,11-1-62 0,0 1-43 0,3-2 0 0,2 1 69 15,-1 0-52-15,0 0-27 16,1-1-313-16,0 1 139 0,-5 0 75 0,-1 2-471 0</inkml:trace>
  <inkml:trace contextRef="#ctx0" brushRef="#br0" timeOffset="4296.54">14568 4731 1027 0,'-11'0'0'0,"1"1"0"0,6 1 0 0,1-2 0 0,-1 0 0 0,4 0 0 0,0 0 0 0,0 0 224 16,11 0-87-16,8 2-56 0,4 0-24 0,2 0 59 16,-7 2-41-16,10 1-22 0,-7-1-150 0,7 2 60 15,-8-1 36-15,1 1-383 0,0-1 209 0,-4 1 111 16,2-1 45-16</inkml:trace>
  <inkml:trace contextRef="#ctx0" brushRef="#br0" timeOffset="4484.04">15069 4300 1438 0,'2'0'0'0,"5"11"0"0,2 9 0 0,-2 2 0 0,0 9 0 0,0 6 0 0,-2 9 0 0,0 19 0 0,-1-10 273 0,0 19-125 0,-1-6 81 16,1 2-99-16,1 1-48 0,-4 2-25 0,-1 2-158 16,0 2 63-16,0 0 36 0,0 0-1 15,-4-2-587-15</inkml:trace>
  <inkml:trace contextRef="#ctx0" brushRef="#br0" timeOffset="31499.1">5930 10429 372 0,'0'0'0'0,"0"0"0"0,0 0 0 0,0 0 0 0,0 0 0 0,-1 0 0 0,1-1 0 0,0-1 0 0,0 1 68 0,0 1-1 0,0 0-26 16,0 0-8-16,0 0 36 0,0 0 0 0,0 0-36 15,0 0-1-15,0 0 9 0,0 0-8 0,0 0-15 16,0 0 15-16,0 0-1 0,0 0 1 0,0 0 43 15,0 0-43-15,0 0 0 16,0 0-1-16,0 0 42 0,0 0-41 0,0 0 8 16,0 0 30-16,0 0-38 0,0 0-1 0,0 1 26 15,0 2-1-15,0 2-16 0,0 1-8 0,-3 0 13 16,-3-2-14-16,3 4 1 0,-5 2 0 0,3 0 34 16,-5 0-35-16,4 3 1 0,-4 1 0 0,-2-1-23 15,4 2 23-15,-3 0 8 0,1 1-37 16,-1 2 29-16,1 0 0 0,-4 5 0 0,1-2-25 15,0-2 8-15,-2 6 8 0,-1 0-20 16,-2 1-4-16,1 1 26 0,-2 1-6 0,-3-2-12 16,1 4 11-16,-1-1 4 0,1 0-6 0,-2 2-35 15,-1 0 40-15,-2 7-2 0,1-1-29 0,-5 4-1 16,3 1 22-16,-4 5 4 0,0 0-34 0,-3 10-3 16,6-15 27-16,-2 7-24 0,1-1 24 0,1-5 2 15,4-5-3-15,-6 6 33 0,3-6-33 16,1 0 2-16,1-3-3 0,1 0 31 0,-1-1 3 15,-1 6-31-15,0-3 4 0,4-1 30 16,-1 2 6-16,1-5-35 0,4-3 10 0,-4-1-6 16,6-3 7-16,0-3-9 0,3-5 5 0,1 0-2 15,0 0 7-15,3-3-10 16,-2-2 3-16,0 0 0 0,4-1-3 0,-3-3 1 0,3-2 1 0,0 2 0 16,-1-1-2-16,1-2 2 0,1 1 0 0,0-1 0 15,2 0-24-15,-1-3 24 0,2 2 2 0,-2 0-85 16,4-3 38-16,-2 2 0 0,3-1 34 0,-2-1-123 15,2 0 54-15,-2 0 31 16,2-1 6-16,0 4-59 0,-1-3 22 0,1 1 26 16,-2 1-111-16,2 0-58 0,0-2 86 0,0-1 45 15,0 2-296-15,0-3 174 0,0 0 82 0,3 0-280 16,11-4 181-16</inkml:trace>
  <inkml:trace contextRef="#ctx0" brushRef="#br0" timeOffset="31782.52">4861 11692 855 0,'3'-17'0'0,"-3"8"0"0,1 2 0 0,-1 2 0 0,0 4 0 0,0-1 0 0,0 0 0 0,0 2 95 16,0 0-31-16,0 8 8 0,-1 17 75 0,-9 10-57 16,-4 8-28-16,-2 13 105 0,-3 2-67 0,2-7-26 15,-3 7-7-15,-1-3-41 0,4-5 6 0,0-3 1 16,2-4 0-16,2-9 4 0,3 1-4 0,-1 0 0 15,5-8 4-15,1-6-4 16,3-1 0-16,0-8-17 0,2 0 17 0,0-3 0 16,0-3 0-16,2-1-61 0,9-3 29 0,7-2-7 15,7 0 33-15,7-5-75 0,4-12 35 0,7-7-8 16,10-12 39-16,-4 0-252 0,17-14 117 16,6-9 45-16,-2 1-314 0,4-2 169 0,0-2 92 0,-3 7 38 15,12-15-128-15</inkml:trace>
  <inkml:trace contextRef="#ctx0" brushRef="#br0" timeOffset="32775.91">5926 10567 328 0,'-2'-5'0'0,"-2"-1"0"0,1 3-164 0,1 0 82 0,0 2 41 0,-2-2 41 0,3 1 206 0,0 1-66 0,-2 1-54 16,3 0 23-16,-2 0 24 0,2 0-42 0,0 0-33 15,0 0 94-15,0 0-60 0,0 0-29 0,0 0 3 16,0 0 8-16,0 0-41 15,2 0 0-15,6 0 60 0,3 0-29 0,0 0-1 16,-2 0-22-16,6 0 70 0,-1 0-40 0,0 0 1 16,1 0 19-16,1 0-29 0,1-2 8 0,-3 2 2 15,4-2-39-15,-1 0 0 0,1 0 0 0,-1 2 12 16,1-2-4-16,1 0-8 0,0 0-1 0,3 1-14 16,-1-1 15-16,0 0 0 0,1 1 8 0,1-2-36 15,-2 1 1-15,1 1 27 0,2 1-36 0,3 0 0 16,-5 0 27-16,3 0 4 15,-5 0-33-15,7 0 29 0,-2 0-7 0,2 0 15 16,-4 0-8-16,9 0-2 0,-2 0-4 0,1 0 27 16,0-2-24-16,3 0 1 0,1 0 7 0,-2-4 8 15,0 1-11-15,1-1-2 0,-2 2 28 0,-4 0 0 16,-1 1-14-16,3 0-45 0,-4 2 0 0,-1 0 34 16,1-2 0-16,0 3-25 0,-3-2 28 0,7 2-7 15,0-2 1-15,0 0 11 0,2 1-12 0,0-4 0 16,1 2 0-16,-1 0 15 15,0-1-16-15,-2 0-5 0,0 1 13 0,0-1-8 16,-5 2 10-16,4 0-41 0,-8 2 1 0,2 0 33 16,0 0-2-16,1 0-31 0,-2 0-5 0,4 0 26 15,-5 0 5-15,2 0-16 0,-1 0 13 0,2 0-2 16,3 0 0-16,-1 0-15 0,1 0 14 0,1 0-3 16,-1-2-3-16,-4 0 7 0,8-3-2 0,-4 4-31 15,-2-2 31-15,2 1 0 0,-3 0 0 0,-2 0-27 16,7 2-3-16,-9 0 23 15,7 0 4-15,-6 0-39 0,6 0 35 0,-6 0-3 16,7 0 3-16,-3-2 23 0,1 0 0 0,1 0-26 16,-2 0 38-16,1-2-34 0,5 1-1 0,-5-1 8 15,2 0-5-15,1 1 3 0,-5 0-2 0,-2 1-20 16,1 1-2-16,-2 1 24 0,-3 0-2 0,-1 0-27 16,-2 0 0-16,0 0 23 0,-3 0 1 0,2 0-41 15,-6 0 38-15,-1 0-9 0,-1 0 6 0,2 0-6 16,-4-2 6-16,1 0-6 0,-3 2 16 15,0-2-12-15,0 2 1 0,0-2-13 16,-2 2 13-16,0 0 1 0,0 0-1 0,0 0-48 16,0 0 23-16,0 0-4 0,0 0 26 0,0 0-183 15,0 0 86-15,0 0 34 0,0 0-377 0,0 0 198 16,0 2 111-16,-8 10 52 0,1 0-211 0,0-6 131 16,2 0 66-16,3-2-451 0,0-4 263 0</inkml:trace>
  <inkml:trace contextRef="#ctx0" brushRef="#br0" timeOffset="32991.4">8612 10186 936 0,'0'0'0'0,"2"0"0"0,1 0 0 0,2 0 0 0,-2 0 0 0,3 0 0 0,1 0 0 0,5 0 0 0,3 0 376 0,7 0-171 0,1 6-87 16,-3 1 228-16,10 4-160 0,-4 1-77 0,3 3-39 15,-1-2 77-15,-2 4-57 0,-5-4-20 0,6 4-11 16,-11-6 0-16,3 2-26 15,-2 0-1-15,-5-1-34 0,-6-3 43 0,-3 0-8 16,-3 5 0-16,0 1-100 0,-19 3 51 0,-12 7 24 16,-6 2-113-16,-16 11 64 0,-2 0 4 0,-21 13-457 15,-5 2 224-15,-8 7 124 0,-10 5 26 0</inkml:trace>
  <inkml:trace contextRef="#ctx0" brushRef="#br0" timeOffset="34570.96">5947 7742 896 0,'-2'0'0'0,"0"0"0"0,1 0 0 0,-1 0 0 0,0 0 0 0,1 0 0 0,-2 0 0 0,1 0 0 0,2 0 0 0,-2 0 67 16,2 0 0-16,-1 3-3 0,1 3 1 0,0 0-32 15,0 0 7-15,0 2 41 0,0-2-24 0,0 3-1 16,0-1-23-16,0 1 36 0,0 0 9 0,1 4-9 16,-1 0 1-16,0 1-38 0,0-1 1 0,0 2 40 15,2 2 8-15,-2 0-48 0,0 3 0 0,0 0 41 16,2 1-20-16,-2 2 7 0,0 0-28 0,3 5 30 16,-3-1-30-16,1-2-1 0,1 3 1 0,0-3 13 15,-1 7-13-15,1 0-30 0,0 1 30 16,1 3-1-16,-3-2 1 0,0 2-14 15,2 0 14-15,-2-1 0 0,3 1-1 0,-3-3-24 16,0 2 19-16,0-2 11 0,0-1-16 0,1 0 5 16,-1 0-6-16,2-1 7 0,-2-2 3 0,2 3 3 15,-2-2-5-15,2 2-30 0,0-1 28 0,-2 4 0 16,2-1-1-16,-2-1-23 0,0 4-6 0,0-3 25 16,0 1 2-16,0 0-36 0,0 1 31 0,0-3 4 15,0-1-3-15,0 2-6 0,0 0 5 16,0-2-5-16,0 2 4 0,0 0-1 15,0-2 0-15,0-1-1 0,0 2 0 0,0-2 3 16,0-3-2-16,0-1 12 0,0 5-11 0,0-4 4 16,0-2-4-16,-2 3-64 0,2-2 29 0,0 1 0 15,0 1 29-15,0-1-28 0,0 0 0 0,-2 2 19 16,2 1-15-16,0-2 15 0,0 1 2 0,0 2-9 16,0 0 8-16,0 2-4 15,0-1 3-15,0-4-6 0,0 2 6 0,0-2-2 16,0 1 1-16,0-3-10 0,0-1 10 0,0-1 0 15,-2 0 0-15,2-3-13 0,-2 1 12 0,2 0 0 16,-2-2-13-16,2 0 12 0,0-1 0 0,0 1-4 16,0 0 4-16,0-1-3 0,0 5 3 0,0-3 1 15,0 4-2-15,0-1 0 0,0 1 0 0,2-2-24 16,0-3 0-16,0 0 22 0,-2-3 0 0,2 0-65 16,-2-3 30-16,0-6-4 0,0 0-83 0,0-2 47 15,0-3 32-15,0 0-88 16,0-2 53-16,-2-2 16 0,-4 0-8 0,0 0-299 15,-1-17 170-15,4-11 85 0,-3-11 42 0,4-10-541 16</inkml:trace>
  <inkml:trace contextRef="#ctx0" brushRef="#br0" timeOffset="34969.06">5858 7638 8 0,'0'-10'0'0,"0"3"0"0,0 5 0 0,0-2 0 0,0 2 0 0,0 0 0 0,0 2 221 0,0 0-94 0,0 0 103 16,0 0-98-16,0 0-50 0,0 0-16 0,0 6 24 15,0 3-29-15,0 3 0 0,0 1-28 0,-3 2 80 16,1 4-32-16,-4 3-8 0,1 3-40 0,-3 0 38 16,-1 4-38-16,-4 1-1 0,-1 4-50 0,-6 5 21 15,0-1 1-15,-4-1-86 16,0 1 58-16,0-1 29 0,3-6-3 0,-2 0-155 15,2-3 71-15,7-9 45 0,3-2 1 0,6-6-80 16,0-3 33-16,5-2 34 0,0-4-13 0,5-2-237 16,8-2 132-16</inkml:trace>
  <inkml:trace contextRef="#ctx0" brushRef="#br0" timeOffset="35195.51">5929 7714 752 0,'1'-12'0'0,"-1"7"0"0,0 2 0 0,0-1 0 0,0 0 0 0,0 3 0 0,2 1 452 0,3 0-209 0,1 0-105 16,6 1-53-16,2 10 269 0,2 5-165 0,0 0-78 15,3 6-39-15,0 2 85 0,3 2-62 0,-3 4-22 16,2 2-9-16,-2 0 13 0,1 0-22 0,-2 0 0 16,0-2-116-16,-1-4 55 0,0 1 16 0,-2-6-238 15,-3-5 130-15,-3 1 66 0,0-6 32 16,-1-3-463-16,-2-1 194 0,-3-5 127 15,-1 0 7-15,-2-2-171 0,0 0 136 0</inkml:trace>
  <inkml:trace contextRef="#ctx0" brushRef="#br0" timeOffset="37555.05">4718 8942 328 0,'-2'0'0'0,"1"-3"-164"0,-1-1 82 0,-1 2 41 0,0 1 41 0,1-4 106 0,-1 4-8 0,1-1-37 16,2 0 0-16,-2 0 4 0,2 0-32 0,0 2 8 15,0 0-8-15,0 0 36 0,0-1-36 0,0 1-22 16,0 0 22-16,0 0 8 0,0 0-8 0,0 0 8 16,0 0-8-16,0 0-1 0,0 0 1 15,0 0 16-15,0 0-16 0,0 0 0 16,0 0 0-16,2 0 21 0,0 0-22 0,1 0 9 15,-2 0-8-15,3 0-13 0,-3 1 13 0,3 1-18 16,-1 2-12-16,2-1 38 0,-2 2-9 0,1-2-39 16,3 1-1-16,-4 1 35 0,0-1 1 0,2 0-35 15,0 2 24-15,1-1 7 0,-3 1-13 0,3 0-31 16,-1 1 33-16,0 1 10 16,-1-1-19-16,4 3 6 0,-1-3 2 0,-5 3 1 15,2-1 1-15,0-2 3 0,-1 1-3 0,2 1-3 16,-2-1 3-16,1-2 0 0,0-1 1 0,0 1-20 15,0 1 18-15,1-3 1 0,-2 2-1 0,2 0-27 16,-2 1-1-16,3-1 29 0,-2-2-8 0,0 3-20 16,1 1-4-16,-2-3-4 0,2 2 25 0,-2 1 3 15,3-1-6-15,-1 3-10 0,-1-3 10 0,0 1 2 16,1-1-3-16,1 3-3 0,-2-3 4 0,3 1 1 16,-2-1-1-16,1 3 1 15,1-3 0-15,-2 3-1 0,1-1 1 0,0 2-4 16,2-1 3-16,-3 0 5 0,1 1 4 0,-1-3-8 15,3 4 0-15,-3-1 27 0,1-2-26 0,-1-1 0 16,1 1 1-16,-1 0 28 0,1 0-27 0,-1-2 0 16,1 0 2-16,0 1 3 0,1-3-2 0,-1 3-1 15,1 0 4-15,-1-1-6 0,5 1 4 0,-5-1 6 16,-1 3-7-16,3-3 1 0,0 4-1 0,0-2 16 16,0 3-16-16,-2-1 0 0,2 2 2 15,-1 0 5-15,1 0-6 0,0 0-1 16,-1 1 2-16,0-1-1 0,1 0 4 0,0 0-4 15,-1 0-11-15,1-1 11 0,-1-1 1 0,1 0-16 16,-1 0 16-16,2 1-1 0,-1-1-2 0,0 0-8 16,-1 1 7-16,3-3 2 0,-5 0-1 0,4 4-12 15,-1-1 11-15,-1 1 0 0,1 0-1 16,0 0 10-16,-3 1-8 0,3-1-1 0,-1 0 0 16,0 0 1-16,-1 0-1 0,2 0 0 0,-1 0-10 15,-1-1 10-15,1 0 0 0,1 3-2 0,-2-5 2 16,1 1 0-16,3 2 0 0,-5-1-12 15,4-1 11-15,-3-1-1 0,1 2 1 0,2 2-16 16,-1-5 15-16,-2 3-1 0,1-1-6 0,3-1 5 16,-2 2 1-16,-1 1-10 0,0-2 10 0,2 1-2 15,-1 1 1-15,0-2-6 0,0 0 5 0,-1 3 0 16,1-3 0-16,-1-1 0 0,3 2 1 0,-1 2-1 16,-1-3 0-16,0 0 5 15,3 0-4-15,-3 1-1 0,0-1 8 0,1 0-7 16,1 0-1-16,-2 3 0 0,0-3 1 0,2 0 0 15,-1 2 0-15,-1-1 1 0,0-1-1 0,1 0 1 16,-2 0-1-16,1 0 15 0,1-1-14 0,-1 1 0 16,0 1-1-16,0-3 2 0,-2 1 0 0,4 1 0 15,-2-2-8-15,0 2 7 16,1 1 0-16,0-1 1 0,0 0-6 0,0 0 6 0,1 0-1 16,-1 3-36-16,1-4 35 0,-1 0-1 15,1 0 1-15,-2 1-40 0,0-2 37 0,0 1-3 16,-1-3 3-16,0 1-2 0,-1 2 0 0,-1-3-2 15,0-1 1-15,-1 1 17 0,0-1-16 0,-3-3 8 16,1 3-8-16,0-4 0 0,1 1 0 0,-3 0 20 16,0-1-19-16,0-1 4 0,0-1-2 0,0 2 27 15,0-2-26-15,0 0 2 0,0 4-2 0,0-4 2 16,0 0-1-16,0 0 1 0,0 0-1 0,0 0-45 16,0 0 22-16,0 0-3 15,0 0-192-15,0 0 98 0,0 0 53 0,-7-4-193 16,3-1 114-16,3-3 43 0,0-1 38 0</inkml:trace>
  <inkml:trace contextRef="#ctx0" brushRef="#br0" timeOffset="38598.57">5930 10648 204 0,'-1'0'0'0,"-2"2"0"0,1 0 0 0,1-2 0 0,-2 2 0 0,3-1 0 0,-3-1 0 0,3 2-15 0,-2-2 33 0,2 0-16 16,0 0 14-16,0 1 5 0,0-1-4 0,-2 0-4 15,2 0 4-15,0 0-1 0,0 0 4 0,0 0 31 16,-1 0-34-16,1 0 0 16,0 3 59-16,0-3-28 0,0 0 7 0,0 0 36 15,0 0-29-15,0 0 0 0,0 0-24 0,0 0 17 16,0 0-14-16,0 0-8 0,0 0-1 0,0 0-29 15,0 0-1-15,0 0 31 0,0 0 7 0,1 0 19 16,6-4-27-16,-3-3 1 0,4-2 8 0,0-1-8 16,-1-2 8-16,1 1-49 0,1-3 36 0,-1 2 3 15,-1-1-5-15,2 0-33 0,-1 0 7 0,1-1 27 16,-2 3 0-16,1 0-34 0,-2 2-2 16,2 1 33-16,-3-2 0 0,4 1-13 15,-1 1-1-15,2-1 10 0,-2 2-27 0,2-2 0 16,2-1 20-16,1 1-36 0,-2-3 34 0,2 1 1 15,0-2-2-15,2 2-27 0,-2-3 29 0,1 3-2 16,-1-2-2-16,2 2-7 0,-3 0 7 0,2 0 0 16,-1-1-1-16,1 1 9 0,-3 0-11 0,2 1 2 15,1-1-1-15,-4 0 14 0,3-1-10 0,-1 1 5 16,1 0-6-16,1-2 1 0,-4 1-2 0,5-1 1 16,-4 0 3-16,2 0-2 15,3 0 0-15,-3 0-35 0,1-2 33 0,-1 0 0 16,1 0 2-16,1 0-28 0,0 0 24 0,-2 0-1 15,2 0-12-15,-2-1 10 0,2 0 3 0,-1 0-26 16,5-2 23-16,-8 3-2 0,1-2 1 0,2-1-13 16,-3 2 13-16,3-1-2 0,-2-1 1 15,-1 3-1-15,4-2 1 0,-2-1-1 16,1 2 0-16,-1-2 17 16,1 2-16-16,-1 1 0 0,0 1-1 0,2-2 2 0,-3 1-1 0,2-1-1 15,-1 2 1-15,1 1 2 0,-2-2-2 0,1 0 3 16,1-1-2-16,-3 2 1 0,2-1-2 0,-2-1 7 15,2 0-6-15,-1-1 0 0,1 0 0 0,0 0 2 16,-2 0-2-16,2-2 0 0,-1 2-9 0,1-1 10 16,-2 1-1-16,0-2-4 0,2 2 4 0,0 0-1 15,-3-2 1-15,1 4-9 0,-1-1 8 0,1-2 0 16,1 4 0-16,-1-5-10 0,1 0 10 0,0-1-3 16,4 0 3-16,-2 0-37 15,1-3 35-15,0 3-2 0,-2-1-23 0,0 4 22 16,1 1 1-16,-4-2-11 0,4 3 11 0,-5 2-4 15,2 2 3-15,-1-2 10 0,-1 4-11 0,-1-3-2 16,-1 3 1-16,4-1 18 0,-5-1-17 0,4-1-1 16,-2 2 2-16,-1-3 23 0,-2 3-23 0,3 1 3 15,-3-1 10-15,1 1 4 0,0 1-14 0,-2 3 27 16,-3-2-26-16,3 6 3 0,-2-1-2 0,-2 1 45 16,2-2-21-16,-2 3 4 15,0 0-24-15,0 0 66 0,0 0-30 0,0 0 12 16,0 0-41-16,0 0 35 0,0 0-1 0,0 0-17 15,0 0-84-15,0 0 43 0,0 0-2 0,0 0-300 16,0 0 157-16,0 0 73 0,0 0 40 0,-2 0-241 16,-4 3 112-16,-1 6 69 0</inkml:trace>
  <inkml:trace contextRef="#ctx0" brushRef="#br0" timeOffset="39892.67">4698 8997 275 0,'-2'0'0'0,"-1"0"0"0,-2-2 0 15,3 0 0-15,1 1 0 0,-1-3 0 0,2 1 0 0,0-1 0 0,0 2 0 0,0-1 25 0,0 2 6 0,0-2-6 0,0 2 37 0,0 1-34 0,2 0 0 16,-1 0 0-16,6 0 46 16,-2 0-8-16,3 0-34 0,-1 5-1 0,0 1 36 15,3 0 0-15,-3-2 1 0,4 1-35 0,1 1-1 16,1-1 1-16,0 0 6 0,0-2-7 0,-2 2 9 15,3 0-8-15,-1 0-23 0,0-1 22 0,1 1 1 16,-1-1 0-16,-2 0-25 0,3 2 24 0,0-3 1 16,-1 0 0-16,2 0-30 0,-3 1 1 0,2-3 13 15,1 3 11-15,-1 0-8 0,1 0 5 0,-3 1-20 16,4-1 19-16,-2 2 2 0,2-2-2 16,-2 2-7-16,2-3 5 0,0 3 0 15,0-2 1-15,-2-1-21 0,5 3 20 0,-1-2-1 16,-1-1 1-16,-1 1-23 0,1 0 21 0,0-1 3 15,0 1-3-15,2 0-24 0,-3 0 22 0,2-1-24 16,-1 1 22-16,0 0 3 0,2 0-3 0,-1 0-13 16,-3-1 12-16,3 1-2 0,-4 2 2 0,1-2-14 15,0-1 13-15,0 3-1 0,0-2 0 16,-2 2-31-16,3-3 30 0,-3 1-21 16,1-1 19-16,2 1 0 0,-2-2 1 0,1 0-10 15,0-2 9-15,3 2-2 0,-2-2 1 0,1 0 2 16,2 0-3-16,-1 0-2 0,1 0 2 0,0 0-16 15,0 0 16-15,-2 0-1 0,1 0 0 0,2 0-24 16,-2 0 24-16,1 0 0 0,0 0-2 0,-1 0 0 16,4 0 1-16,-2 0 2 0,0 0-3 0,1 0 0 15,2 0 0-15,-2 0-1 0,-1-2 1 0,1 0-1 16,-1 0 0-16,1-2 11 16,-2 3-10-16,2-1 1 0,-2 0 0 15,-1 0-11-15,2 0 13 0,-1 2-3 0,0 0-22 0,0-1 21 16,0 1 1-16,2-2-21 0,-2-1 20 0,-1 2-1 15,2-1-1-15,-1-2-4 0,-2 0 4 0,2-2-2 16,0 1 0-16,1-1 7 0,-2-1-7 0,0 1 1 16,-1 0-1-16,2 1 25 0,-2-1-22 0,-2 2-1 15,3 1-6-15,-4 1 7 16,1 0 1-16,0-2-14 0,0 2 14 0,0 1-2 16,-2-1 1-16,3 0-7 0,0-3 6 0,0 4 0 15,-2-2-1-15,2-1-18 0,0 0 16 0,-1 0 2 16,0-2-4-16,2 1-1 0,0-1 2 0,0 0 4 15,-1 0-3-15,2 0 1 0,-1-2-1 0,0 2 15 16,-1-1-14-16,1 1-1 0,-2-1 2 0,2-1 0 16,0 3 0-16,-2-3-1 0,2 0 2 0,1 1-3 15,-2-1 2-15,0 0 0 16,2-2 1-16,-2 0-6 0,2-1 5 0,1 1-10 16,-3-1-25-16,1 2 34 0,2 0-2 0,-1 1-28 15,-2 1-2-15,-1-1 28 0,-2 1-3 0,2 1-30 16,-2-1-4-16,-1 3 33 0,-1 0-8 0,-1-2 2 15,1 2-2-15,-2 1 4 0,-2-2-9 0,1 4-16 16,-2-2-10-16,-1 0 31 0,1 2-39 0,-5-1 37 16,1 0-3-16,0 0-23 0,0 0-8 0,0 2 31 15,-2-2-3-15,0 0-83 0,0 0 39 16,0 0-1-16,0 1 25 0,0-1-141 16,0 2 76-16</inkml:trace>
  <inkml:trace contextRef="#ctx0" brushRef="#br0" timeOffset="40860.55">4772 9018 321 0,'-4'0'0'0,"3"0"0"0,-2 0 0 0,1 0 0 0,0 0 0 0,1 0 0 0,1 0 33 0,0 0 34 0,0 0-34 0,0 0 28 16,0 0-8-16,0-2-20 0,0-1 0 15,1-5 0-15,6 2-1 0,-1-1 9 0,1-3-8 16,5 3-33-16,-5-1-1 0,4 1 34 16,-3-1-260-16,4 2 126 0,0 2 49 0,2-1 32 0,0 0-95 15</inkml:trace>
  <inkml:trace contextRef="#ctx0" brushRef="#br0" timeOffset="40998.24">5173 8851 530 0,'9'-5'0'0,"0"2"0"0,-4-1 0 0,1 3 0 0,-1-5 0 0,-2 2 0 0,-1 0 33 0,2 1 8 0,1 1-42 0,3-4 1 0,-2 3 32 0,6-3 1 15,2 2 0 1,-1-2-238-16,5 2 109 0</inkml:trace>
  <inkml:trace contextRef="#ctx0" brushRef="#br0" timeOffset="41137.89">5570 8744 519 0,'5'0'0'0,"5"0"0"0,-1 0 0 0,-3 0 0 0,-2-2 0 0,-1 0 0 0,0 0 0 0,2 2 33 15,-2 0 0-15,3 0 0 0,4 0-46 16,0 0 31-16,4 0-7 0,2 0 21 0,3-1-210 16,4-4 96-16</inkml:trace>
  <inkml:trace contextRef="#ctx0" brushRef="#br0" timeOffset="41262.6">5955 8669 492 0,'11'0'0'0,"2"2"0"16,0 1 0-16,-1-1 0 0,-4-1 0 0,2 4 0 0,-2-4 0 0,-1 3 127 0,0-2-47 0,3 1-24 0,-2 0 1 0,4 1-35 15,-3-3 19-15,4 3-201 0,0-2 93 16,4 2 46-16,-1-4 24 16,3 0-161-16,0 0 86 0</inkml:trace>
  <inkml:trace contextRef="#ctx0" brushRef="#br0" timeOffset="41387.83">6435 8680 365 0,'12'0'0'0,"2"3"0"0,-4 3 0 0,-1-3 100 0,1-2-24 16,-3-1-10-16,1 2 51 0,2 0-42 0,-2 0-21 15,2-1 0-15,-1-1-62 16,5 0 17-16,1 3 0 0,2-3 23 0,2 0-316 16,-1 0 146-16</inkml:trace>
  <inkml:trace contextRef="#ctx0" brushRef="#br0" timeOffset="41534.15">6936 8687 637 0,'14'10'0'0,"1"5"0"0,-3-6 0 0,-4-1 0 0,-4-3 82 15,0 1-24-15,1-2 0 0,-3-1-26 0,2 3 95 0,2-2-52 16,2-1-21-16,-1 1-54 0,2-2 33 16,4 2 0-16,-1 0-255 0,1 0 120 0,2-3 62 0,2-1 31 15,-2 2-381-15</inkml:trace>
  <inkml:trace contextRef="#ctx0" brushRef="#br0" timeOffset="41649.89">7320 8826 1060 0,'11'8'0'0,"2"3"0"0,1-3 0 0,-5 0 0 0,1-3 0 0,-2 0 0 0,-3 3 0 0,-2-5 0 0,2 3 107 0,-1 0-37 0,0 0 0 16,-1-3-29-16,0 1-126 0,1 2 58 0,-2-1 30 0,1 3-486 15</inkml:trace>
  <inkml:trace contextRef="#ctx0" brushRef="#br0" timeOffset="43873.73">4852 8969 47 0,'0'0'0'0,"0"0"0"0,0 0 0 0,0 0 0 0,-2 0 0 0,0 0 8 0,1 0-22 0,-1 0 19 0,-3 0 2 15,4 0-17-15,-3 0 14 16,3 0 0-16,-3 0 0 0,0 0-21 0,0 0 20 16,0 0 0-16,-2 0-12 0,4 0 11 15,-5 0-1-15,3 0 1 0,-1 0 30 0,1 0 0 0,-1 0-29 0,0 0-1 16,3 0 57-16,-1 0-26 0,1 0 3 15,1 0 1-15,-2 0 0 0,2 0-18 0,1 0-7 16,-1 0 14-16,1 0 35 0,0 0-17 0,0 0 10 16,0 0 7-16,0 0-36 0,0 0 10 0,0 0-29 15,0 0 24-15,0 0-2 0,0 0 1 16,0 0-2-16,0-2 1 0,0-2 6 0,0-1 34 16,0 1-40-16,0-4-1 0,0 4 16 15,0-5-14-15,0 3 6 0,0-1-6 0,0 0-1 0,0-2-12 16,0 2 13-16,0 0-20 0,0-2-8 15,1 0 29-15,0 1-1 0,2-2 0 0,-2 1-39 16,1 0 3-16,0-1 32 0,-1 1-29 0,3-4-1 0,-1 3 21 16,-2 1 3-1,3 0-15-15,0-1 13 0,-1 1-8 0,-1-1 9 16,-2 3-5-16,3-2 1 0,-2 0 1 0,1 2 5 16,-2 0-6-16,2-1 0 0,1 3 12 0,-3-3-12 0,0-2 5 15,2 4-2-15,1-4-16 0,-2 3 14 16,1-3 0-16,2 1 1 0,0-1-10 0,0 1 8 15,0 0 1-15,1-1-38 0,-2 3 36 16,2-2 0-16,0 0-23 0,-1 4-4 0,0-2 24 0,0 3-3 16,1-1 2-16,-2-1-24 0,2 0 2 15,1 2 15-15,-3-2-9 0,2-1 10 16,3 0 0-16,-3-4-2 0,4 3 15 0,-1-3-15 16,0-2 2-16,2 3 23 0,-3-3-22 0,3 0-1 15,-2-1 1-15,0 3 29 0,0 2-28 0,0 0 3 16,-2-1 5-16,2 2-5 0,0 1 0 0,1 2 2 15,0-4-18-15,0 4 16 0,-1-1 0 0,2 1-3 16,-1-1 4-16,4-1-3 0,-2 2 1 0,1-3-1 0,-1 2 10 16,1-1-11-16,2 1 10 0,-4-2-8 15,3 3 0-15,-1-3 0 16,1 1 10-16,1-1-9 0,-4 0 1 0,3 1 13 16,-1-2-13-16,1 1 0 0,-2-1 0 0,0 3 1 0,-2-1-4 15,5 1 4-15,-5-1-1 0,2 3 1 16,-2-1-1-16,1 0 0 0,-1 3 3 0,4-3-2 0,-7 1-6 15,5 0 5 1,-1 2 4-16,-1 0-4 0,0 1 2 0,1-3-2 0,0 2 0 16,0 0 5-16,0-1-5 0,-1 1 2 0,0 1-6 15,2-2 4-15,-2-1 1 0,0 2 13 16,0-2-14-16,1 2 3 0,-1-1-2 0,1 1 5 16,-1 0-5-16,1-1 1 0,-2 1-1 0,0-2 24 0,3 2-23 15,-5-3 1-15,4 5 1 0,-3-3-1 16,2-1 0-16,0 1 4 0,3 1-3 0,-4-2-36 15,4 2 35-15,-2-1-31 0,0-1 29 0,0 2 2 0,2 1-3 16,0-1-12-16,-2-1 11 16,2 2-3-16,1-3 3 0,-4 2 13 0,6 1-14 15,-4-2 24-15,3 1-24 0,-1 1 0 0,0-2 1 16,-1 2 2-16,2-1 13 0,0 0-14 16,-2 0 0-16,2 0-6 0,-1 0 6 0,1 1 5 15,0-2-2-15,2 2-2 0,-2-1-1 0,1-1 1 0,0 2-1 16,-2-1 3-16,2 0-3 0,-2 0 1 15,1 0-23-15,-3 2 22 0,-2 0-2 0,4 0-6 16,-3 0 7-16,2 0-1 0,-3 0 0 0,3 0 24 16,-1 0-23-16,0 0 2 0,-1 0 25 15,4 0-26-15,-1 0 0 16,-2 0 0-16,4 0 1 0,-3 0 17 0,3 0-15 0,-3 0-4 16,2 0 4-16,-1 0 0 0,1 0 3 0,-5 0 1 0,3 0-27 15,0 0 23-15,-2 2-7 0,0 0 6 16,2 0-1-16,-1 0 4 0,0-1-5 0,3 2 12 15,-2-1-12-15,0-1 1 0,-1 2-1 0,1-3 3 16,2 3-3-16,-4-1 1 0,2 0 1 0,-1-2-24 16,-1 2 24-16,1 0 1 0,0 2-22 15,-1-3 19-15,0 1-1 0,1 2 9 16,-2-2-7-16,5 2-2 0,-3-3-2 0,0 4 2 0,2-4 4 16,0 3-4-16,-1-2 8 15,-1 0-8-15,2-1 0 0,-1 1 0 0,1 0 1 0,-2-2 0 16,0 2 4-16,2 0-4 0,0-2-9 0,-3 2 9 15,1 1-1-15,1-1-12 0,-3 1 13 0,0 0-1 16,3 1-1-16,0 0-21 0,-6 0 20 0,6-1 1 0,-3 1 10 16,5-1-10-16,-5 1-2 0,3-1 1 15,-6 0 9-15,8 1-9 16,-4-1 1-16,1 1 28 0,-2 0-28 0,2-1 1 16,-1 1 12-16,1-2-11 0,-1 2 3 0,-2 0-3 0,2 0 3 15,-1-1-20-15,0 3 19 16,-1-2-2-16,0 1 8 0,2 2-7 0,-4-4-1 0,2 4 6 15,0-3-6-15,-3 2 1 0,3-1 1 0,-1 1-2 0,1-1-3 16,-3 1 3 0,2-2-26-16,2 0 25 0,-4 2 3 0,3-3-2 15,-3 3-1-15,0-2-34 0,1-1 33 0,0 2 0 0,0 0 6 16,-1-2-9-16,1 4 2 0,-1-3-1 0,1 2 16 16,2 2-15-16,-3-3-1 0,2 1 14 15,-3 2-14-15,4-3 1 0,-2 1 0 0,-1 1 6 16,3-1-3-16,-3-1 1 0,1 1-14 0,1 0 12 0,-3-1 0 15,2 1 0-15,1 2 3 0,0-2-19 16,-4 1 16-16,3 0 25 0,-3 3-25 0,4-1-2 0,-5 1 3 16,4 1-3-1,-2-3 22-15,0 4-20 0,0-4-1 0,-1 2 24 16,3 0-20-16,-3 0 1 0,3 2-2 0,-2-5 27 16,3 5-25-16,-4-4 3 0,0 2-7 0,4 1 7 15,-5 1-2-15,5-3 2 0,-4 2-21 0,2-2 21 16,-2 4 158-16,0-1-339 0,1-1 332 0,0-1-166 0,0 1 0 15,-3-2 0-15,4 0 0 0,-2 3 0 16,-1-1 0-16,2-2 0 0,-2 3 0 0,-1-1 0 16,1 2 0-16,0-1 0 0,0 3 0 0,0-3 0 15,-1 2 0-15,2 3 0 16,-2-2 0-16,1-2 0 0,1 0 0 0,-1 0 0 16,-1-3 0-16,1-1 0 0,1-1 0 0,-2 1 0 15,1-3 0-15,0-1 0 0,-1-1 0 0,-1 0 0 16,2-1-210-16,-2-1 175 0,2 2-1 0,1-1 23 15,-3-1 7-15,1 0-58 0,-1-2 28 16,0 2-75-16,0-2 46 0,0 0 17 0,0 2 0 16,0-2-182-16,0 0 104 15,0 0 46-15,0 0 23 0,0 0-142 0,-4 0 83 16,-3 0 33-16,-2 0-650 0,-3 0 350 0</inkml:trace>
  <inkml:trace contextRef="#ctx0" brushRef="#br0" timeOffset="51671.31">4842 8924 164 0,'0'2'-82'0,"-2"2"41"16,-1-2 41-16,0 1 71 0,0-1-3 16,1 0 0-16,-3 1-35 0,2-2-43 0,0 2 40 0,0-1 6 15,-2 2-6-15,2-2-39 0,1 0 35 0,0 0 1 16,-2-2-1-16,4 2-21 0,-2-2-6 0,-1 0 24 16,1 0-17-16,0 0 15 0,0 0 0 0,0 0 23 15,1 0-23-15,-2 1-2 0,1-1 2 0,0 0 5 16,2 2-5-16,0-2 4 0,-1 0-5 0,1 0 37 15,0 0-35-15,0 0 3 16,0 0-2-16,0 0 43 0,0 0-5 0,0 0-30 16,0 0 56-16,0 0-26 0,0-2 1 0,1-5 36 15,1-3-36-15,3 3-1 0,-2-3-28 0,1 1 22 16,1 2-22-16,-3-1 8 0,-2 0-9 0,3 3 9 16,-3 0-8-16,1-1 0 0,-1-1 0 0,0 4-24 15,0-2-9-15,0 2 2 0,0-1 0 0,0 1 31 16,0 0 3-16,0 1-32 15,0-1-6-15,0 2 27 0,0-1-10 0,0 1 0 16,0-2 5-16,0 2 1 0,0-1-10 0,0-2-2 16,0 0 7-16,0 0 3 0,2-1 5 0,0-1 29 15,-2 0-31-15,3 1-2 0,-3-1 2 0,0-1 28 16,0 1 8-16,2-1-23 0,-2 1-9 0,0-1-1 16,0 1 3-16,0 0-38 0,0 2 45 0,0-1-9 15,0 1 5-15,0 3-50 0,0-4 21 0,3 2 0 16,-3-1 20-16,1-1-38 0,1-1 12 0,1 0 0 15,-3 1 47-15,1-3-29 16,1 0-3-16,-2 3 28 0,0-3 0 0,2 1-25 16,-2 1 4-16,0-1-5 0,0 1 10 0,0 2-6 15,0-1 6-15,3 3-24 0,-3-2 24 0,0 2-4 16,0-2 11-16,0 2-46 0,1-2-1 0,-1 3 33 16,0-3-8-16,1 0-1 0,2 0 3 0,-3 0 15 15,1 1-14-15,1-3 1 0,0 1-3 0,-1-1 12 16,1-2-6-16,1 3-3 15,-1-3 2-15,1 1 6 0,-1 2-6 0,0-3-1 16,3 3 7-16,-4-1-11 0,0 0 6 0,3 0 0 16,-2 1-11-16,0 1 9 0,-1 0 3 0,1-2-10 15,3 2 6-15,-4 1 1 0,1-1 0 0,1 1-10 16,0 1 13-16,-1-4-4 0,1 4-1 0,0-3 10 16,-2 3-9-16,3 1 0 0,-2-2 2 0,1-1-14 15,0 0 12-15,0 3 0 0,1-3-35 0,0 0 34 16,0 2 0-16,0-2-39 0,-1-1 35 15,2 1 2-15,1-2-4 0,-2 2 8 0,2-1-7 16,-3 1 1-16,1-2-4 0,0 1 25 16,1 1-1-16,-2-1-19 0,0 0-1 0,1 2 22 15,0-1-19-15,-1 2-2 0,-1-2 5 0,1 2 3 16,0-1-5-16,0 1-26 16,-1 0 25-16,3 0 1 0,-2-1 1 0,-1 0-24 15,2 1-2-15,0-2 20 0,0 3 2 0,-1-1-7 0,-1-2 3 16,3 0-1-16,-1 1 2 0,1 1 39 0,-2-2-38 15,2 1-1-15,-5 1 16 0,4-2-12 16,0 0-3-16,-1 1 11 0,2 0-9 0,-2 0 4 16,0-1-3-16,0 2 12 0,2-2-11 0,-3 1 3 15,2 0-2-15,0 0-13 0,-1 0 13 0,-1 0 1 16,2-1-2-16,0 3-24 0,0-4-1 0,1 4 3 16,-2-3 19-16,0 3-1 0,2-3 1 0,0 2-33 15,1-1 30-15,-1-2-3 0,0 2 3 0,1-1 21 16,-1 0 0-16,1 0-24 0,2-3 2 15,-3 3 28-15,-1 0 1 0,3 1-22 16,-2-1-4-16,-2 0 15 0,1 0-12 0,3 0-12 16,-4 3 13-16,0-2 6 0,1 2-6 0,-1-1-32 15,1 1 31-15,2-4 0 0,1 3 1 0,-5-1-15 16,4-1 12-16,-1 2-4 16,1-1 3-16,-2-2-4 0,2 3 3 0,-3-3-2 0,3 3 2 0,-1-2 1 15,-3 2-1-15,2 0 1 0,-2 0 0 0,2 1-17 16,-2-1 16-16,3 0-11 0,-4 2 11 15,3-2-1-15,-3 2 0 0,1 0-20 16,1 0 19-16,-1 0-3 0,1 0 2 0,0-2 18 16,1 2-18-16,0 0-1 0,0-2 1 0,1 2-7 15,-1-1 7-15,-1 1 0 0,2-2 0 0,1 2-8 16,-3 0 8-16,2-1-9 0,-1 1 9 0,0-3 0 16,-1 3 1-16,3 0-26 0,-1-3 24 0,0 3-2 15,-1 0 2-15,1-1-6 0,-1 1 4 0,1-2-3 16,1 1 3-16,0 1 23 0,-1-3-22 15,-1 1-1-15,0 2 0 0,1-1 15 16,-1 1-14-16,1-2 0 0,-2 2 1 0,2 0 1 16,-3 0-1-16,2 0-1 0,0-2 1 0,-1 2 2 15,1 0-1-15,1 0 34 0,-4 0-33 0,3 0-1 16,0-2 1-16,0 2 34 0,-1 0 139 0,2-1-176 16,-5 1 0-16,5-2 0 0,-2 2 0 0,0 0 0 15,0-2 0-15,-1 2 0 0,2 0 0 0,-2-2 0 16,1 2 0-16,-1 0 0 15,1 0 0-15,2-2 0 0,-2 2 0 0,1-2 0 16,0 2 0-16,0-2 0 0,0-1 0 0,-1 3 0 16,2 0 0-16,-3 0 0 0,2-3 0 0,0 3 0 15,0-2 0-15,-2 2 0 0,2 0 0 0,-1-2 0 16,1 2 0-16,-1 0 0 0,-1 0 0 0,2 0 0 16,1 0 0-16,0 0 0 0,-2-1 0 0,2 1 0 15,-2 0 0-15,0 0 0 0,2-2 0 0,-2 2 0 16,1 0 0-16,3 0 0 15,-5 0 0-15,2 0 0 0,0 0 0 0,-1 0 0 16,3 0 0-16,-2 0 0 0,0 0 0 0,1 0 0 16,-1-2 0-16,0 2 0 0,-1 0 0 0,2 0 0 15,1 0 0-15,-3 0 0 0,3 0 0 0,-2 0 0 16,-1 0 0-16,2 0 0 0,-3 0 0 0,2 0 0 16,0 0 0-16,0 0 0 0,2 0 0 0,-3 0 0 15,1 0 0-15,-1 0 0 16,2 0 0-16,-2 0 0 0,1 0 0 0,-2 0 0 15,0 0 0-15,1 0 0 0,-2 0 0 0,0 0 0 16,-1 0 0-16,0 0 0 0,0 0 0 0,0 0 0 16,0 0 0-16,0 0 0 0,0 0 0 0,0 0 0 15,0 0 0-15,0 0 0 0,0 0 0 0,0 0 0 16,0 0 0-16,0 0 0 0,0 0 0 0,0 0 0 16,0 0-273-16,0 0 186 0,0-2 32 0,0-5-535 15,3 0 279-15,-2 1 131 0,1 4 78 0,3 2-856 16</inkml:trace>
  <inkml:trace contextRef="#ctx0" brushRef="#br0" timeOffset="82074.15">10357 9005 324 0,'0'0'0'0,"0"0"0"0,0 0 0 0,0 0 0 0,0 0 0 0,0 0 0 0,0 0 0 0,0 0 0 0,0 0 92 15,0 0-22-15,0 0 27 0,0 0-32 0,0 0 0 16,0 0-32-16,0 0 32 0,0 0 8 0,0 0-41 15,0 0 1-15,0 0 58 0,0 0-29 0,0 0-1 16,0 0-20-16,0 0 50 0,0 0-30 0,0 0 1 16,0 0 23-16,0 0-26 0,0 0 8 0,0 0 6 15,2 0 1-15,-1 2-41 16,1 5-1-16,1 3 58 0,-1 1-20 0,0 4-9 16,-1 0-28-16,1 3 36 0,0 9-37 0,0-3 1 15,0 5 8-15,-2-2 45 0,0 4-26 0,0 1-1 16,0-3-81-16,0 2 28 0,0-7 8 0,0 0-34 15,0-1 26-15,0-3 0 0,0 0 27 16,0-5-16-16,0-4-2 0,-2-4 11 0,2 1-26 0,-2-5 71 16,0 1-9-16,0-4-40 0,1 2-18 0,1-2 163 15,-2 0-63-15,2 0-36 16,0 0 33-16,0 0-25 0,0 0-9 0,0 0-61 16,0 0 1-16,0 0 25 0,0 0 1 0,0 0-85 15,0 0 38-15,0 0 23 0,0 0 1 0,0 0-37 16,0 0 19-16,3 0 7 0,8 0 3 0,3 0-37 15,1 0 3-15,2 0 1 0,3 0 66 0,5 0 1 16,1 0-47-16,0-3 44 0,1-1-29 0,0 2 0 16,1 0 6-16,-3 0-51 15,5 1 26-15,-3 1-1 0,-6 0 35 0,2 0-75 16,-2 0 30-16,0 0 1 0,-4 0 21 0,-2 0-18 16,-4 0-22-16,1 0 39 0,-5 0-13 0,-3 0 6 15,-1 0-11-15,-1 0 52 0,0 0-2 0,-2 0-38 16,0-3-1-16,0-2 227 0,-5-5-100 0,-5-1-56 15,-1-1-12-15,-2-3-102 0,-3 1 40 0,0-4 5 16,-5-2 43-16,5-3-127 0,-4 0 59 16,1-3 26-16,1 1-245 0,1-4 124 15,2 3 51-15,1-2-59 0,2 1 43 0,3 0 33 16,-1-2 5-16,4 5 76 0,1-6-22 0,1 3 0 16,2 1-29-16,2 0 167 0,0 0-84 0,0 3-40 15,4-3-17-15,7 3 192 0,2 1-95 0,2 1-20 16,2 2 18-16,-2 4-6 0,8-3-33 0,-2 2 32 15,-1 6-25-15,3 0 1 0,1 1-25 0,-3 3-36 16,6 0 13-16,-2 4 1 0,-2 1 22 0,1-2-62 16,-2 3 30-16,1 0-7 0,-2 0 34 0,0 3-61 15,-3 4 26-15,0 4-13 0,-4 0-4 16,0 4 28-16,-1 2 7 0,-4 2-28 16,-1 5 24-16,-3 3-8 0,-3 5 6 0,-2 4 10 15,0 6-10-15,-7 2 0 0,-9-1 0 0,2 3-21 16,-4 2 22-16,2-2-1 0,-5 2 0 0,2-3-42 15,1-2 0-15,4-10 38 0,3-4-29 0,-1-3-4 16,5-3 31-16,2-4-6 0,3-10 3 0,0 2-7 16,2-5 3-16,0-2 6 0,0-4-5 15,0 0-5-15,0 0 4 0,0 0 23 16,0 0-2-16,0 0-18 0,0 0-1 0,0 0 64 16,0 0-29-16,4 1 10 0,6 3 67 0,4-2-46 15,1 2-24-15,4 0 13 0,5-1-35 0,-2 1 12 16,1-3-5-16,9 4-62 0,-4-5 30 0,2 0 10 15,-1 0 21-15,-1 0-146 0,-4 0 70 0,1 0 26 16,-3 0 0-16,-5-2-119 0,-2-4 69 0,-5 2 19 16,-1 2 9-16,-4-5 15 0,-3 1 12 0,0-1 99 15,-2-6-50-15,0-2-30 16,0-2-8-16,0-2 257 0,-9-6-124 0,0 3-45 16,-1 0-38-16,-1-5 62 0,2 5-34 0,-3-6 1 15,1 1 0-15,4-1-368 0,-2 3 160 0,2-3 88 16,4 7-559-16,1-1 297 0,0 2 145 0,2 8-456 15,0 0 298-15,0 3 148 0,7 2 67 0</inkml:trace>
  <inkml:trace contextRef="#ctx0" brushRef="#br0" timeOffset="82240.7">11634 8838 1682 0,'0'0'0'0,"0"0"0"0,0 0 0 0,0 0 0 0,0 0 0 0,0 0 0 0,0 0 0 0,0 0 196 0,2 0-73 0,0 1-49 0,2 3-126 15,1 2 42-15,1 6 21 0,0-1 1 0</inkml:trace>
  <inkml:trace contextRef="#ctx0" brushRef="#br0" timeOffset="82380.32">11757 9190 1810 0,'0'3'0'0,"-2"1"0"0,2 3 0 0,0-1 0 0,0-3 0 0,0 3 0 0,0-3 314 0,2 3-141 15,-1-2 117-15,5 0-128 0,-1 2-57 16,3-3-40-16,2 5-627 0,-1 1 297 0</inkml:trace>
  <inkml:trace contextRef="#ctx0" brushRef="#br0" timeOffset="98765.9">12784 8920 906 0,'0'0'0'0,"-2"0"0"0,-2 0 0 0,2 0 0 0,-1 2 0 0,-1 0 0 0,-1 1 0 0,0 3 129 0,0 4-47 0,1 1-25 15,0 0 0-15,1 5 79 0,-1-2-43 0,-1 5-35 16,4 4 1-16,1 1 52 0,0 0-39 0,0 3-1 15,0-5 23-15,0 7-35 0,4-11 0 0,5 5-26 16,2-5 35-16,3 2-36 0,-1-7 9 0,2 0-35 16,2-3 1-16,0-3 25 0,-3-4 1 0,4 1-28 15,-2-4 9-15,1 0 19 0,-2 0-1 16,1-4-70-16,-2-9 22 0,2-7 21 16,-5-5-112-16,-2-3 59 0,-1-3 17 0,-4-3-92 15,-3-3 53-15,-1 4 33 0,0 1 1 0,0 0-5 16,-9 4-10-16,-3 3 34 0,0 8-15 0,-4-1 33 15,-2 6-16-15,-1 3-6 0,0 3-16 0,0 3 81 16,2 3-31-16,1 0 0 0,-2 0 12 0,4 3 3 16,0 6-25-16,3 1-72 0,4-2 33 0,-1 1 1 15,6-1 33-15,0 3-249 16,2 0 111-16,0-2 58 0,4 0 18 0,9 1-137 16,6-2 88-16,3-3 41 0</inkml:trace>
  <inkml:trace contextRef="#ctx0" brushRef="#br0" timeOffset="99065.78">13426 8677 899 0,'7'-8'0'0,"-3"4"0"0,0 0 0 0,-3 3 0 0,2-2 0 0,-3 2 0 0,0 1 0 0,-4 0 284 0,-5 4-125 0,-2 8-63 15,-7 5-32-15,4 0 50 0,-5 6-41 0,-1-3 1 16,2 3-42-16,1-1-17 0,1-1 18 0,0-6 8 15,1 1-52-15,2-1 21 0,2-4 1 0,4-2 22 16,-1-2 0-16,4-1 8 0,0-5-9 0,2 1 73 16,0-2-37-16,2 3 1 0,0-3-37 15,0 2 7-15,0 0-7 0,6 5 1 0,6-1 43 0,0 1-22 16,4 1 1-16,0-1-15 16,4 2-14-16,-2 1 7 0,3-1-1 0,-2 0-93 15,1 3 46-15,-1-3 33 0,-2 1-9 0,-2-1-355 16,-2 1 177-16,-1 1 68 0,-3-4 50 0,-2 3-523 15,-1-3 274-15,-4 0 134 0</inkml:trace>
  <inkml:trace contextRef="#ctx0" brushRef="#br0" timeOffset="99240.14">13249 9143 1110 0,'-3'6'0'0,"1"2"0"0,2-2 0 0,0-1 0 0,0 1 0 0,0-3 0 0,7 1 0 0,5 2 0 0,3-3 331 0,0 1-149 0,0-1-74 16,4 2-30-16,-3-3-2 0,3 1-21 0,1 0 0 16,-6-1-333-16,1 1 155 0,-2-1 87 0,4 2 30 15,-4-1-507-15</inkml:trace>
  <inkml:trace contextRef="#ctx0" brushRef="#br0" timeOffset="99720.89">13844 8819 1367 0,'-18'-17'0'0,"9"13"0"0,4 2 0 0,2 2 0 0,-3 0 0 0,1 0 0 0,-1 0 0 0,1 14 0 0,1 0 0 0,0 7 216 15,2 3-91-15,0 4-46 0,2 2 51 0,0 4-48 16,0 2-16-16,4 0-9 0,4-1 0 0,3 0-24 16,2-1 0-16,2-5 12 15,3-1-4-15,-2-5-8 0,5-2-1 0,-3-8-41 0,1-2 20 16,2-4 1-16,-1-5 29 0,1-2-132 16,6-2 44-16,-5-14 37 0,0-9-77 0,-1-1-1 15,-2-4 32-15,-6-2 29 0,0 0-180 0,-3-4 96 16,-5-7 28-16,-3-1-127 0,0-4 80 0,-2-4 53 15,0-3 23-15,-4 1-51 0,-5 5 37 0,-4 11-1 16,-2 3 28-16,-4 6 2 0,-2 7 7 0,-1 5-1 16,-3 6 130-16,3 7-73 0,-7 2-24 0,3 2-1 15,1 3 188-15,-2 13-106 16,4 0-29-16,4 1 197 0,-1 8-102 0,5-2-65 16,7-3 3-16,1 3 58 0,5-1-55 0,2 1-19 15,0-2-9-15,2-1 11 0,7-1-38 0,6-2 0 16,2-2-1-16,4-2-7 0,1 0 7 0,1-6 1 15,-2 1-119-15,1-3 59 0,0 0 30 0,1-3-384 16,-2-1 179-16,-1 0 105 0,-1-1 22 0,-1 0-502 16,-4 0 273-16</inkml:trace>
  <inkml:trace contextRef="#ctx0" brushRef="#br0" timeOffset="100033.06">14589 8637 1061 0,'0'-2'0'0,"0"0"0"0,0 2 0 0,0-2 0 0,-2 2 0 0,-4 0 0 0,-5 0 0 0,2 0 256 16,-5 4-112-16,-2 7-47 0,-3 3-36 0,-1-2-11 16,-3 3-17-16,0 2 0 0,2-1-34 0,3-5 9 15,-3 2 25-15,3-3-47 0,0 0 20 0,5-2-1 16,2-2 28-16,3-1 74 0,3-1-42 0,3-2 1 15,0-2-33-15,2 0 90 0,0 4-46 0,0-1-13 16,2 3-9-16,5-1 48 0,6 1-35 0,3 2 0 16,0-3-17-16,3 1-10 0,4 0-8 0,2-1 0 15,-5-2-49-15,1 4 25 0,0-2-1 16,-3 1-212-16,-1-1 114 0,-2 3 46 16,-4-3 36-16,-1 1-540 0,-3 1 259 0,-2 2 100 15,-1 2 79-15,-2-4-398 0</inkml:trace>
  <inkml:trace contextRef="#ctx0" brushRef="#br0" timeOffset="100208.59">14348 9005 951 0,'-19'3'0'0,"8"3"0"0,2-1 0 0,3 0 0 0,0-3 0 0,5-1 216 0,1 3-92 0,0 0-37 0,0 1 256 15,7 2-155-15,7 0-78 0,0-1-39 0,3 1 139 16,4-2-80-16,-1 3-53 0,1-3-22 0,2 2-213 15,-1-2 96-15,1 1 47 0,0 1-484 0,-1-3 261 16,-2 1 136-16,3 1-325 0</inkml:trace>
  <inkml:trace contextRef="#ctx0" brushRef="#br0" timeOffset="100680.54">14814 8988 1130 0,'-9'-2'0'0,"-1"-3"0"0,4-4 0 0,-1-3 0 0,2-5 0 0,-3 1 0 0,4 0 0 0,0-3 165 0,4-2-66 16,0 1-25-16,0-7 58 0,0 5-50 0,4 3-24 16,6-1-1-16,-1 1 82 0,2 2-46 0,1 2-33 15,1 2-1-15,-2 1 18 0,0 5-23 0,0 1 9 16,3 1-14-16,-3 3-16 0,-2-2 0 0,3 2 0 15,-1 2 0-15,1 0 8 0,-1 0-8 16,-1 4 2-16,2 3-2 0,-3 4 0 0,2 3-1 16,-1 1-26-16,0 2-8 0,-3 1 35 15,0 3-122-15,-3 0 57 0,-1 7 19 0,-2-6 7 16,-1 10-129-16,-1-3 72 0,-10 1 24 16,-3-2 22-16,-2 0-133 0,-2-1 64 0,-1-1 21 15,-4-5-12-15,5-4 16 0,-1-5 1 0,0 2 54 16,1-7-7-16,0-2-20 0,2-2 0 0,2-3 174 15,1 0-84-15,4 0-35 0,1 0-30 16,3 0 304-16,1 0-147 0,2 0-49 0,0 0-44 16,2 0 214-16,0-3-110 0,2 3-55 0,9 0-36 15,8-1 0-15,4 1-36 0,-1-2-34 0,1 2 42 16,7 0-8-16,-4 0-45 0,-1 0 23 16,1 0-1-16,1 0 23 0,-6 0 8 0,8 0-297 15,-5 0 143-15,1 0 39 0,-5 0-526 0,1 0 266 16,0 0 143-16,-1 0 83 0,-3 0-492 0,-2 0 284 15</inkml:trace>
  <inkml:trace contextRef="#ctx0" brushRef="#br0" timeOffset="100895">15186 8732 1211 0,'0'-12'0'0,"0"6"0"0,0 2 0 0,14-2 0 0,2 1 0 0,5-2 0 0,4 0 0 0,2-1 0 0,13 3 459 0,-4 0-206 0,10-2-113 16,0 1 138-16,0 0-122 0,1 2-62 0,-7 2-90 16,9 0-7-16,-15 1 36 0,-1 1 0 0,-8 0-329 15,-2 0 165-15,-3 0 90 16,-7 1 33-16,-3 3-226 0,-5 0 124 0,-3 2 69 16,-2 0 36-16,-2-1-651 0,-13-1 316 0</inkml:trace>
  <inkml:trace contextRef="#ctx0" brushRef="#br0" timeOffset="101061.56">15406 8661 1089 0,'-15'2'0'0,"8"2"0"0,0 1 0 0,4 3 0 0,1-1 0 0,2 5 0 0,0 3 0 0,0 5 62 0,0 4 321 16,3 3-175-16,6 1-87 0,-2 2-45 0,0 2 154 16,1 4-91-16,-1-1-274 0,-1 1 85 15,0 0 41-15,-3-2 20 0,1-3-180 0,0-6 109 16,-1-1 42-16,6-3 26 0,-4-8-521 0,2-7 263 15,2-4 67-15</inkml:trace>
  <inkml:trace contextRef="#ctx0" brushRef="#br0" timeOffset="101216.14">15573 8763 933 0,'-6'-14'0'0,"4"9"0"0,-2-1 0 0,3 5 0 0,1-2 0 0,0 3 0 0,0 0 64 0,3 10 325 0,9 6-170 16,1 7 171-16,1 1-179 0,0 3-89 15,2 5-48-15,-2-1-1 0,2 5-32 0,-4 3-8 0,-1 2-1 0,-1-2-304 16,-2 2 152-16,-3 3 77 0,-1-4 45 0,1 13-660 16</inkml:trace>
  <inkml:trace contextRef="#ctx0" brushRef="#br0" timeOffset="101373.72">15920 9343 2305 0,'0'0'0'0,"0"1"0"0,2 5 0 0,4 0 0 0,-3-1 0 0,1 1 0 0,-2 2 0 0,1-2 0 0,-2-1 368 0,1 1-167 0,0-1-84 0,-2-3 46 0,0 0-65 15,0-2-25-15,0 0-8 16,0 0-567-16,0 0 267 0</inkml:trace>
  <inkml:trace contextRef="#ctx0" brushRef="#br0" timeOffset="126576.53">5929 6562 355 0,'-3'0'0'0,"1"-2"0"16,1-1 0-16,-2 3 0 0,3-1 0 0,0 1 0 0,0-2 59 0,0 2 9 0,0 0 14 0,0 0-25 16,0 0 0-16,0 0-24 0,0 0 24 0,0 0-16 15,0 0-8-15,0 0 0 0,0 0-16 0,0 0 15 0,0 0 1 16,0 2 8-16,0 2 24 0,0 1-32 16,0-2 0-16,0 3 0 0,0 3 26 0,0-4-18 15,0 3-8-15,0-1 9 0,0 0-9 0,0 3 0 16,0-1-1-16,0 0 9 0,0-1-8 0,0 2-1 15,0-3-21-15,0 2 21 0,0-2 1 0,0 3 8 16,0 0-45-16,0-1 37 0,0 0-5 16,0 3 4-16,0-1-26 0,0-2 7 15,0 4-9-15,0-2 23 0,0 1-6 0,0 1 4 0,0-1-22 16,0-4 27-16,0 6-10 0,0-5 2 16,0 3 2-16,0-1-2 0,0 0-1 0,0 0 6 15,0-1-4-15,0 1-1 0,0 0 0 0,0-1 0 16,0 1-41-16,0-2 45 0,0 3-37 0,0-1 31 15,0 1-1-15,0-2 0 0,0 1-36 0,0-1 39 16,0 1-10-16,0 0 4 16,0-1-14-16,0 0 12 0,0-1-5 0,3 0 7 15,-3 1-10-15,1-3 6 0,1 3-2 0,1-1 2 0,-2 1-25 16,1 1-2-16,-2-1 43 0,2 2-18 16,-2-1 0-16,0 2 0 0,3-1 22 0,-3 1-22 15,0 2-2-15,0-2 2 0,0 2 30 0,0-2-29 16,1 3 3-16,-1-2-3 0,2-1 19 0,0 0-17 15,-1 1 5-15,1 1-5 0,0-4-35 0,1 3 36 16,-3 0-29-16,2-1 27 0,1 2-1 16,-2 0 1-16,-1 0-13 0,2 1 7 0,-2-1 3 0,0-2 1 15,0 2-8-15,0 0 6 16,0-4-1-16,0 2-4 0,2 0 11 0,-2-2-7 16,2 2 1-16,-2 1 2 0,2-3 5 0,-2 2-7 15,0 0 23-15,0 0-22 0,0 1 0 0,0-1 1 16,0 2 0-16,0 0 0 0,0 0 0 0,0 0 1 15,0 1-20-15,0-2 19 0,0 1 2 0,0-2-1 16,0 2-30-16,0-2-2 0,0 0 29 16,0 2-4-16,0-1-53 0,0-1 21 15,0 2 0-15,2 0-7 0,-2 2 0 0,0 0 23 16,0-1 27-16,0 3-25 0,0-2 3 0,0 1-6 16,0 0 27-16,0-1-24 0,0 0-1 0,0-2 2 15,0 2 34-15,0-3 5 0,0 2-35 0,3-2 11 16,-3 2 9-16,0-2-9 0,0 1-16 0,0-1 12 15,0 1-1-15,0 0 2 0,0 0-20 0,0 1 17 0,0-2 0 16,0 0-1-16,0 2 0 0,0-1-1 16,0-3 1-16,0 2-4 15,0-1 10-15,0-2-8 0,0 3 1 0,0-3 0 16,0 1-35-16,0 0 34 0,0 2-50 0,0-1 23 16,1 0 1-16,-1 2 20 0,0-2-69 0,0 2 31 15,0-2 1-15,0 1 23 0,0-2-109 0,0 1 43 16,0-1 35-16,0-3 4 0,0 0-68 0,-1 1 43 15,1-2 21-15,0-3-272 0,0 3 151 16,3-4 71-16</inkml:trace>
  <inkml:trace contextRef="#ctx0" brushRef="#br0" timeOffset="129002.16">18161 8542 356 0,'0'-4'0'0,"0"-2"0"0,0 3 0 0,0 1 0 0,0-1 143 0,0 1-54 0,0-1-21 15,0 1-7-15,0 0 29 0,-2 2-29 0,-6 0 1 16,2 0 87-16,1 4-50 0,-2 6-37 0,1 4 71 15,2 1-49-15,2-1-26 0,2 6 0 0,0-2 64 16,0-1-48-16,6 2 0 0,7 0-42 0,4-2 53 16,1-2-27-16,2-4 9 15,4 2-35-15,-2-3 4 0,3-1-4 0,-6-4 1 16,6 1-23-16,-2-4 31 0,4-1-9 0,-3-1 1 16,1 0-38-16,-3 0 0 0,-1 0 38 0,1-5-57 15,3-6 23-15,-9 0 4 0,5-6 0 0,-8 2-80 16,3-4 46-16,-4-1 17 0,0-1-2 0,-3-6-94 15,-1 3 56-15,-5 0 16 0,-1-3-32 0,0 5 18 16,-2-8 4-16,0 3-30 0,0 3 29 0,-9 0 2 16,0 5 0-16,-3 0 37 0,-1 4-19 15,-4 5-11-15,2 4 8 0,-4 3 127 16,3 3-60-16,-2 0-32 0,2 8 6 0,-1 7 174 16,0 3-95-16,2 3-32 0,4 2 74 0,1-3-38 15,-1 11-41-15,5-2 187 0,1 4-102 0,-2 2-52 16,6 6-26-16,-3-3 122 0,4 13-77 0,0-3-36 15,0 1 1-15,0 2 0 0,0-2 0 0,0-8-27 16,0 10-8-16,2-10-183 0,1-5 91 0,4 1 47 16,-2 0-386-16,1-3 199 0,-3-1 105 15,-1-3-252-15,0-2 163 0,-2-3 41 16,0-5 54-16,0 1-394 0,-5-3 228 0,-6-3 111 0</inkml:trace>
  <inkml:trace contextRef="#ctx0" brushRef="#br0" timeOffset="129419.61">17706 8793 973 0,'0'-23'0'0,"0"4"0"0,0 10 0 0,0 5 0 0,0-2 0 16,2 3 0-16,-2 1 0 0,2 0 139 0,-2-1-54 0,0 3 75 0,0 0-64 0,0 0-32 16,0 5 9-16,0 8-71 0,-4 7 30 0,-5 5 1 15,-5 1 0-15,0 2-92 16,-5 1 54-16,-1-2 14 0,2 0 1 0,-3-5-70 16,1-1 46-16,-1-4 23 0,4-6-44 0,-1 1 24 15,-1-3-14-15,6-2 179 0,1-2-77 0,3 0-33 16,2-3 1-16,3 0 80 0,-1-2-43 0,5 0-30 15,0 2 8-15,0 0 152 0,5-1-81 0,8 1-54 16,10 0-22-16,-1 1 77 16,4-3-50-16,2 1-24 0,-3 1 47 0,7-2-40 0,-4 2 0 15,-5 0-73-15,1 0 0 0,-2-1 41 16,1 3 8-16,-2 2-201 0,-3-1 97 0,-2 0 48 16,-2 1 23-16,-2 3-199 0,-3-2 83 0,-2 0 59 15,-1 1-513-15,-3 0 265 0,0 4 132 0,-3-1 66 16,0 2-378-16,0 1 226 0</inkml:trace>
  <inkml:trace contextRef="#ctx0" brushRef="#br0" timeOffset="129604.12">17464 9297 916 0,'-15'0'0'0,"5"0"0"0,5 3 0 0,1-3 0 0,4 0 0 0,0 0 352 15,0 0-159-15,2 0-80 0,9 0-41 0,6 1 341 16,-1 1-195-16,5-2-92 0,0 0-47 0,-1 3 67 15,0 1-56-15,-1-3-21 0,-3 1-192 0,0 2 78 16,-4-1 38-16,2 1-412 0,-7 0 226 0,2 1 121 16,-3-1 49-16,0-1-568 0,-2 1 246 0,-4-2 162 15</inkml:trace>
  <inkml:trace contextRef="#ctx0" brushRef="#br0" timeOffset="129961.17">17097 8926 708 0,'0'-11'0'0,"-7"6"0"0,0 5 0 0,-3 0 0 0,1 0 0 0,0 3 0 0,1 10 252 0,-2 4-114 0,5 5-52 15,1 5-27-15,2-1 153 0,2 0-90 0,0-2-36 16,0 5 34-16,4-5-43 0,7-2-22 0,6-1 32 15,0-4-27-15,2-4 8 0,5-1-35 0,3-5-31 16,-1-1 1-16,0-6 30 0,0 0-1 16,-5 0-72-16,6-2 32 0,-7-11 1 15,-3-4 39-15,-4-4-159 0,-3-2 82 0,-3-6 5 16,-3-2-63-16,-3 0 31 0,-1-2 36 0,0 0-84 16,-12 1-6-16,-4 0 36 0,-2 2 32 0,-3 4-23 15,-2 3 25-15,0 8-1 0,3 6 16 0,-8 1 105 16,7 7-49-16,-3 1-23 0,4 0-1 0,-1 3 92 15,6 8-60-15,1 4-9 0,7 3-79 0,3-3 12 16,4 10 40-16,2-2-200 0,9 1 92 0</inkml:trace>
  <inkml:trace contextRef="#ctx0" brushRef="#br0" timeOffset="140908.31">7241 9207 79 0,'0'3'0'0,"0"0"0"0,0-1 0 0,-2 0 0 0,0 0 0 0,1 0 0 0,-1-2 0 0,0 1 0 0,1 1 10 16,-4 0 2-16,4 0 29 0,-1 0-29 0,2 0 1 16,-3 0-1-16,3-2 23 0,-2 0-18 0,2 0-3 15,0 0 0-15,0 0 6 0,0 0-5 0,0 0 0 16,0 2 4-16,0-2-31 0,0 0 1 0,0 0 27 16,0 2-37-16,0-2 36 0,0 0-5 0,0 0 1 15,0 0 6-15,0 0-7 0,0 0 0 0,0 0 20 16,0 0-23-16,0 0 2 15,0 0-2-15,0 0 28 0,0 0 4 0,0 0-25 16,0 0 6-16,0 0 19 0,0 0-19 0,0 0-5 16,0 0 11-16,0 0-4 0,0 0-2 0,0 0 28 15,0 0-7-15,0 0-22 0,0 0 2 0,0 0 35 16,0 0-3-16,0 0-31 0,0 0 4 0,0 0 19 16,0 0-15-16,0 0 2 0,0 0 2 0,0 0-11 15,0 0 10-15,0 0-5 0,0 0 9 0,0 0-24 16,0 0-5-16,0 0 21 0,0 0-4 0,0 0 1 15,0 0-2-15,0 0-22 16,0 0 21-16,0 0 2 0,0 0-4 0,0 0 2 16,0 0-1-16,0 0 7 0,0 0-7 0,0 0 1 15,0 0 1-15,2 0 0 0,1 0-19 0,-1-2 24 16,-1 0-8-16,1 0-37 0,1 0 36 0,-3 0 1 16,1 0-4-16,-1 0-17 0,0 2 17 0,0 0 1 15,0-2-2-15,0 2-38 0,0 0 34 0,0 0 8 16,2 0-12-16,-2-1-28 15,2-1-7-15,-1 0 39 0,1 0 34 0,0 0-33 16,-2-1-7-16,3 0 32 0,-2 0-28 0,0 1 1 16,1 0 1-16,-2-1 35 0,2 2-33 0,-2-1-1 15,2 1 1-15,-2-2-18 0,3 2 20 0,-2-1 2 16,1 0 1-16,0 0-12 0,0 0 9 0,0-2-1 16,0 1-20-16,-1 0 22 0,3-2-6 0,0 2-40 15,0-2 39-15,-1 0 1 0,1-1-2 0,0 2-1 16,0-2 1-16,1 0 1 0,-1 0-5 0,-1 0 24 15,-1 1-18-15,2 1-3 16,-1-1 1-16,0 0-10 0,-1 2 10 0,1-2 0 16,-2 0 6-16,3 0-6 0,-3 0 0 0,3 0 8 15,0-2-7-15,0 2 1 0,2-3 2 0,-3 0-33 16,3 1 29-16,-1-1 0 0,-1 0 0 0,2 1-3 16,0 0 4-16,-3-1-4 0,3 1 2 0,-2 1 10 15,-1-1-10-15,3 0-1 0,-3 0 2 16,1 2-2-16,0-3 0 0,2 0 12 0,-1-1-12 15,1 1 2-15,-3-1 2 0,6 1 0 16,-4-2-2-16,2 0 1 0,2-1-1 0,0 1 4 16,-1-1-2-16,-2-1-1 0,3 0-1 0,3-1 25 15,-3 2-24-15,0-3 0 0,2 1-19 0,-2 2 20 16,2-3-1-16,-1 1 10 0,1 0-9 0,2 1-1 16,-2-4 4-16,0 4-20 0,-2 0 16 0,3-1 1 15,-3 0-1-15,1 1 24 0,-1-1-21 0,0 0-4 16,-1 1 1-16,2 0 24 15,-2 1 0-15,-3-1-21 0,3 3 4 0,-4-5-1 16,4 3-2-16,0 0-22 0,1-2 22 0,0-1 4 16,2-1 0-16,-3 2-46 0,6-5 41 0,-3 1 0 15,0 0 0-15,2 0-33 0,0 0 33 0,-4 0-9 16,4 2 5-16,-5-2-7 0,1 4 6 0,1 0-3 16,-2 0-4-16,-1 1 5 0,2 0 1 0,-1 0-16 15,1-1 15-15,0 0 1 0,3-2 1 0,-1 0 6 16,0 0-8-16,1 1 0 0,1-4 1 0,-1 1-30 15,-2 0 30-15,1-1-3 16,3 0 1-16,-1 3-22 0,-1-2 20 0,-1 1 0 16,1 0-9-16,0 1 8 0,-1 1 0 0,-1 1 5 15,1-3-5-15,-2 3-1 0,1 1 1 0,-1 0 16 16,1-1-16-16,0-2-1 0,2-1 1 0,-1 2 17 16,5-6-16-16,-2-2 2 0,2 2-1 0,-2-1-14 15,1-2 14-15,-1 5 2 0,0-7-26 0,0 8 23 16,0-4 0-16,0 3-36 15,-1-1 1-15,1 2 31 0,-3 2 1 0,1-2-5 16,4 0 3-16,-2-2-5 0,4 2 5 0,-2-1-10 16,3-3 6-16,2-1 1 0,-1 1-4 0,1 0-14 15,0 1 17-15,-3 2-3 0,3-6-29 0,-2 6 31 16,0 1-2-16,-2 2-21 16,-2 0 21-16,1 1-2 0,-2 1 1 0,-1 2-12 15,0 0 8-15,-2 0 4 0,1-3-6 0,-1 1 32 0,1-2-29 0,0 0 1 16,-1-2 0-16,3 0 34 15,1-5 2-15,-4 6-35 0,2-4 26 0,1 1 0 16,-3 1-15-16,0 2-4 0,-1 0 3 0,-1 1-3 16,-2 2 7-16,-1 3-7 0,2 3 6 0,-4 0-3 15,-3 1 1-15,3 1 1 0,-2 4-3 0,0-2 0 16,-2 2 43-16,0 1-1 0,0 0-39 0,0 0 0 16,0 0 46-16,0 0-21 0,0 0 6 0,0 0-15 15,0 0-5-15,0 0 0 0,0 0 7 0,0 0-33 16,0 0 2-16,0 0 23 15,0 0 3-15,0 0-29 0,0 0 24 0,0 0 1 16,0 0-38-16,0 0 0 0,0 1 24 0,-8 9 10 16,3-2-56-16,-5 3 25 0,3-1-8 0,-1-1 43 15,3 0-17-15,-3-1 1 0,0 3-4 0,1-2 44 16,0 2 0-16,-2-3-38 16,0 2-1-16,3-1 28 0,-5 1 3 0,2 1-28 0,-2 1 7 0,1-2 31 15,-1 2 11-15,1 1-42 0,-3 0 29 0,2 0-25 16,0 0 12-16,-2 0-39 15,4 0 33-15,-2 1-4 0,1-1 2 0,1-2-40 16,1-2 35-16,-2 1 2 0,3-1-4 0,0 0 10 16,-1 3-9-16,-2-3 0 0,1 0-17 0,1 3 16 15,-3-1-1-15,0 0-2 0,0 3 20 0,1-3-16 16,-3 3-1-16,3-2-6 0,-2 1 9 0,1 0-1 16,0 1-1-16,1-1-30 0,-1 0 29 0,-1 0 0 15,4 0 2-15,-2 1-31 0,-1 0 27 0,-1-1-4 16,1 2 3-16,-1 1-10 15,1-1 10-15,0 0-6 0,1-1-4 0,-1 2 6 16,0 0 1-16,2 0-3 0,1-4 3 0,-1 3 0 16,2-1 0-16,-3 1 0 0,2-2 0 0,2 1 0 15,-2-2 0-15,0 1-1 0,-2 1 1 0,3-2 0 16,-3 2 0-16,4-1 0 0,-4 0 0 0,1 0 17 16,-1 1-17-16,2 0 1 0,-1-2 0 15,1 0 19-15,-1 0-18 0,2 1 1 0,-1-1-2 16,0 1 23-16,-1-2-21 0,2 2 2 15,-2-1-1-15,-1 0-13 0,0 3 12 0,1-1 2 16,0-1-18-16,-1 2 16 0,1 0 1 0,-3 0-2 16,3 0-6-16,2 0 5 0,-2 0 2 0,-1 0-41 15,2 2 38-15,-1-2-3 0,1 0 3 0,2 2-6 16,-3-2 4-16,2 1-1 0,-1-2 1 0,1 0 7 16,-1 2-7-16,1-3-1 0,-1 1 1 0,1-2 11 15,-1 2-11-15,3-2 1 0,-2 0 12 0,-2 1-10 16,2-1-2-16,0-3 24 0,0 2-22 0,-1 0 2 15,0-1-2-15,-1 1 15 16,-1 2-14-16,3-2 2 0,-1 0-2 0,-3 3-7 16,2-3 8-16,-1 2 1 0,1-1 4 0,-1 1-4 15,1-2-1-15,0 0 12 0,2 1-12 0,-3 1 0 16,2-2 1-16,-1 0 14 0,1 0-14 0,1 3 0 16,-2-3 0-16,1 0 31 0,0-1-29 0,3-1 3 15,-3 0-3-15,2 2 19 0,-2-1-18 0,2 0 4 16,-2-1-8-16,1-1 8 15,-1 2-2-15,-2 0 0 0,3 1-22 16,-2-1 21-16,2 1 0 0,-1-4-5 16,-2 4 3-16,1 1 1 0,1-3-3 0,1 2 0 0,0-1 2 0,1-2 0 15,-2 1-3-15,2 0 18 0,1-2-15 0,0 3 0 16,0-2 0-16,-1-1 16 0,-1 1-15 0,3-1-1 16,-1-2-1-16,0 3 2 0,2 0 0 0,-4-3-11 15,1 3 11-15,2-1 1 0,-1 1-1 0,0 0-31 16,0-1 29-16,0-1 2 15,-1 1-5-15,2-1-17 0,-1 2 16 0,1-3 3 16,1 1-5-16,-3-1 26 0,4 1-23 0,-4-2 0 16,3 1 9-16,-1 3-8 0,0-3 1 0,-1 1-4 15,-1 2 5-15,1-2-1 0,0 4 2 0,0-2-11 16,1 0 10-16,-1 1 1 0,0-2-1 0,-1 5-4 16,-1-3 2-16,2-2 1 0,1 3 20 0,-1-3-20 15,-1 3 0-15,1-3 18 0,0 1-17 16,0-1 0-16,-1 3 1 0,1-3 14 0,2 1-12 0,-3-1-2 15,-3 1 3-15,4-1 0 16,-2 3 0-16,1-3 0 0,-4 2 1 0,3 2-38 16,0-1 35-16,-1 1 0 0,0 1-32 0,-3-1 30 15,0 4-2-15,1 0-20 0,-1 0 19 0,0 0 0 16,-1 2-2-16,3-2-7 0,3-2 6 0,-5 2 2 16,5-2-2-16,-3 1 12 0,5-2-11 0,-4 0 1 15,-2 1-1-15,2 1 13 0,1-2-11 16,-1-1-1-16,0 2-3 0,0 1 3 15,-2-3 2-15,1 0-8 0,1 1 7 0,1-1-1 16,-2 0 2-16,0 1-9 0,0-1 7 0,3 0 0 16,-2-2 0-16,-1 2-18 0,2-1 17 0,1 4 0 15,-2-3-1-15,-1-2-3 0,2 2 1 0,0-2 3 16,0 0-1-16,-2 3 0 0,0-3-1 0,0 1 1 16,-1-1 8-16,3 1-8 0,-2-1-1 15,-3 1 29-15,4-3-27 0,0 2 0 16,-3-1 1-16,2-2 33 0,2 1-31 0,0 0-1 15,-2-1 3-15,0 2 12 0,2-3-11 0,0 3-2 16,0-2 0-16,-2 3 0 0,0-1 4 0,3 2-26 16,-5 0 23-16,4-1 0 0,-2 2 1 0,-1 1-38 15,3 1 35-15,-1-2 0 0,1 1-3 0,-1-3-10 16,0 1 10-16,1 1-2 0,3-4 2 0,-2 3-11 16,-1-3 9-16,1 1 1 0,2-1 0 15,-1 0-1-15,0-1 1 0,-1 2 5 0,1-1-5 16,-4 1 0-16,2-1 0 0,0 3 6 0,-1-1-6 15,-2 0 1-15,3 3-1 0,-2-1 4 16,-1 1-4-16,1 3 1 0,0-4-1 0,0 1 3 16,0 0-2-16,-2 1 1 0,4-1-1 0,-2-1 0 15,-3 0 0-15,3 0 0 0,-3 1 0 0,2 0 0 16,-2 1 0-16,2 1-18 0,-6-1 18 0,2 2-1 16,2 0 1-16,-2-2-40 0,1 2 38 0,2-1-1 15,2-3 0-15,-1 0-13 16,1 0 13-16,1-1-5 0,0 1-2 0,1-2 3 15,1 1 2-15,-2-3-3 0,-1 3 2 0,2-2-3 16,-2 0 2-16,-1 0 1 0,4-1 0 0,-4 3 0 16,0-3 0-16,0 1-6 15,1 0 6-15,-2 0 1 0,1-1-1 0,1 2 18 0,0-2-18 0,0-2-2 16,-3 4 24-16,3-2-21 0,-1-1 1 0,3 0 0 16,-3-1 8-16,2 1-7 0,-3 1-1 0,3-1-29 15,-2 1 29-15,-2 2 1 0,4-1 0 0,-2 4-42 16,1-2 2-16,-1 0 35 15,1 1 1-15,1-3-26 0,0-1 23 0,3 1-8 16,2-5 31-16,0 2-2 0,1-3-22 0,2-1 30 16,0-1 1-16,0 0-32 0,0 0 2 0,0 0 46 15,0 0 1-15,0 0-33 0,0 0-7 0,0 0-15 16,0 0 18-16,0 0 10 0,0 0-8 0,0 0-31 16,0 0-1-16,0 0 30 0,0 0-23 0,0 0 18 15,0 0 3-15,0 0 9 0,0 0-11 16,0 0-6-16,0 0 4 0,0 0 11 15,0 0-11-15,0 0 1 0,0 0-1 0,0 0 16 16,0 0-14-16,0-1 5 0,0-8-4 0,5-2 29 16,0 2-27-16,0 0 2 0,3-5 27 0,0 3-27 15,-1-2-1-15,3-4 15 0,-1 1-13 0,2-1 1 16,5-6 0-16,-2-1-5 0,4 1 7 0,-2-4-3 16,3 1 1-16,-1-2-11 0,3 0 13 0,-2 0-2 15,1 1-1-15,0 1 7 0,-2 6-7 0,3-5 0 16,-4 4 24-16,-1 3-23 15,2-1 1-15,-1-1-1 0,-3 6-16 0,3-7 17 16,-1 5 0-16,0-3-36 0,1 0 34 0,2-4 1 16,1 0 0-16,0-4-9 0,1-1 6 0,0 0 2 15,6-6-5-15,-2 2-5 0,-3 5 4 0,2-2 3 16,1-2-5-16,-3 5 4 0,1 0-1 0,-2 2 1 16,-3 2-22-16,3-2 22 0,-3 3 0 0,0 1-47 15,0-1 21-15,-1 3 0 16,1-2 19-16,3-2-21 0,-2 0-6 0,0-1 27 15,2-3-10-15,0-1-25 0,-1 0-12 0,4-4 40 16,-4 4-14-16,1-2 25 0,-1 2-21 0,-1 2 6 16,1 0 35-16,-1 0 3 0,0 3-34 0,-3 2 36 15,2-1 3-15,0 2-36 0,-4 2 4 0,4-3 11 16,-2 3-4-16,-2 0-7 0,2-2 13 16,-3 2-32-16,2-1 25 0,-3 2-3 15,0-1 5-15,-1 2-28 0,1 1-2 0,-1-2-2 16,0 1 19-16,-2 2 4 0,1 0-5 0,-1 2 0 15,0 0 1-15,1-1 2 0,-4 3-7 0,3-1 28 16,-1 2 1-16,-2-1-22 0,2 3 2 0,-5 1 12 16,2 0-13-16,0 1 1 0,-5 2 16 0,2 1-12 15,0-2 1-15,-2 3 17 0,0 0-19 0,0 0 1 16,0 0 1-16,0 0 66 0,0 0-30 0,0 0 0 16,0 0-30-16,0 0 77 0,0 0-33 0,0 0-1 15,0 0-27-15,0 0 21 16,0 0 18-16,0 0-42 0,0 0 27 0,0 0-22 15,0 0 16-15,0 0-56 0,0 0 10 0,-4 6 35 16,-8 7-2-16,0 3-120 0,-3 2 52 0,4-2 25 16,-6 5-4-16,3 0 0 0,-4 1 0 0,1 1 27 15,1-1-20-15,-4 1 23 0,5 1-10 0,-5-1-10 16,3 1 40-16,-2-1-35 0,0-1 3 0,5-1 37 16,-6 2-34-16,6-1 5 0,-2-1-4 15,2 0 20-15,-1-1-16 0,2-1 6 0,-5 3-5 16,4-2-9-16,-2 4 9 0,0-4-1 15,-2 1 0-15,4-2-6 0,-7 6 6 0,4-5-2 16,-2 1 0-16,2-1 0 0,1 2 1 0,-1-6 0 16,-2 5 27-16,3-3 1 0,3 0-26 0,-4-2 38 15,4 1 0-15,-4 1-30 0,5-1-4 0,-3 0 1 16,2 1 1-16,-3-2 5 0,3 3-4 16,0-2-36-16,-2 0 36 0,0 0 2 15,3-1-25-15,-6 2 21 0,3-1 1 0,-2-1-39 16,-2 5 36-16,2-4-6 0,1 1 4 0,-1 0-19 15,2 2 17-15,1-2-4 0,-1-2 4 0,3 3 30 16,-2-2-1-16,3 0-26 0,-3 0-2 0,5-2 29 16,-2 1 0-16,-1 0-22 0,3 1 11 0,-2-3-10 15,-1 4-2-15,2-2 8 0,-1 1-8 0,-1-2 7 16,2 2-5-16,-3 0 4 0,2-2-3 0,2-2 4 16,-1 0-4-16,-1 0-25 0,3-1 24 0,0-1-2 15,-1-2 2-15,0 0-17 0,2 1 15 0,-3 0-2 16,1-3 41-16,2 3-38 15,-3-3-1-15,2-2 3 0,-1 4 15 0,0-1-16 16,1 0 0-16,0-2 22 0,1 1 1 0,2 1-15 16,-3-3-5-16,3 3-25 0,-3 2 26 0,0-2 3 15,1 0-3-15,-1 2-30 0,1 1-3 0,0-2 30 16,-1 1-28-16,0-2-3 0,2 2 31 0,-1-2-11 16,2 1-25-16,-1-1 26 0,0-2 2 0,2 1-13 15,-1-3 8-15,3 1 3 16,-1-1 0-16,0-2 21 0,2 2-21 0,0-3 0 15,1-1 1-15,-3 2 4 0,3-2-3 0,0 0-1 16,0 0-6-16,0 0 6 16,0 0 2-16,0 0-35 0,0 0-1 0,0 0 32 0,0 0-1 0,0 0-34 15,0 0 30-15,0 0 3 0,0 0-9 0,0 0-21 16,0 0-7-16,0 0 32 0,0 0-12 0,0 0 17 16,0 0-12-16,0 0 3 0,0 0 22 0,0 0 0 15,0 0-24-15,0 0 21 0,0 0-15 0,0 0-1 16,0 0 3-16,0 0 4 15,0 0-4-15,0 0-1 0,0 0 6 0,0 0-34 16,0 0 2-16,0 0 26 0,0 0-5 0,0 0-27 16,0 0-5-16,0 0 33 0,0 0-34 0,0 0 31 15,0 0-9-15,0 0-20 0,0 0 24 0,0 0 1 16,0 0-4-16,0 0-142 0,0 0 60 0,0 0 41 16,0 0 14-16,0 0-126 0,0-11 71 0,3-11 35 15,10-5-8-15,7-7-468 0</inkml:trace>
  <inkml:trace contextRef="#ctx0" brushRef="#br0" timeOffset="187757.96">19353 8754 1005 0,'0'-5'0'0,"2"3"0"0,6 2 0 0,-1 0 0 0,1 0 0 0,-3 0 0 0,0 0 0 0,-4-2 173 0,1 2-69 0,0 0-36 16,0 0 177-16,-2 0-106 0,0 0-45 0,0 0-35 16,0 0 63-16,0 0-45 0,0 0-23 0,0 0 1 15,0 0-19-15,-2 0-3 0,-10 12-1 0,-4 1 49 16,-2 2-25-16,-2 4 1 0,-2-2-77 0,-3 4 23 15,0-1-1-15,1 0 31 0,0 1-68 0,0-2 33 16,3-2 19-16,-4 4-9 0,5-5-39 16,3-2 25-16,0-1-13 0,4 0 35 15,2-5 50-15,3-1-27 0,0-1-15 0,4-3 47 16,3 1-27-16,-1-1-1 0,2-3 91 0,0 3-56 16,0-1-14-16,0 3 0 0,0 1 18 0,5-1-25 15,7 3 8-15,1-2-32 0,2 1 84 0,4-1-42 16,0 2-22-16,-1-1 1 0,3 1 22 0,-2-1-43 15,1 0 0-15,-1 3-35 0,0-1 0 0,0 0 35 16,-2 3-184-16,-1-3 88 16,2 3 47-16,-4-3 25 0,4 1-485 0,-4 0 234 15,-2 0 77-15,1 1 75 0,-4 1-504 0,1-1 280 16,-6-2 141-16,-1 3-399 0,-3 1 261 0</inkml:trace>
  <inkml:trace contextRef="#ctx0" brushRef="#br0" timeOffset="187969.06">18949 9360 834 0,'-3'-2'0'0,"1"0"0"0,2 0 0 0,0 0 0 0,0 0 0 0,0 0 0 0,0-2 541 0,11 3-255 0,11 1-126 0,-1 0-56 15,6 0 313-15,3 0-192 0,4 3-96 0,-1 7 88 16,1 1-92-16,0 1-38 0,0 2-31 0,-1 1-45 15,1 2 0-15,-2 2 21 0,0 0-261 0,-4 0 139 16,-2-1 57-16,-1 1 33 0,-8-4-622 16,2 0 248-16</inkml:trace>
  <inkml:trace contextRef="#ctx0" brushRef="#br0" timeOffset="210934.8">15393 6357 574 0,'0'-7'0'0,"-4"3"0"0,1 0 0 0,-4 2 0 0,3 0 0 0,1 0 0 0,-3 1 0 0,3-1 0 0,3 0 195 16,-2 2-72-16,2 0-50 0,0 0 0 0,0 0 101 15,0 0-71-15,0 0-35 0,0 0 8 0,11 0 46 16,3 0-44-16,2 0-23 0,1 0 57 0,1 0-39 16,2 0 8-16,-2 0 18 0,3 0-33 0,-2 2 0 15,-3 1-34-15,3 1-13 0,-2 2 14 0,0-3 0 16,1 4-1-16,-4-4-54 0,-1 1 27 0,-1-1 9 15,-1 1 18-15,-1-1-67 0,-3 1 34 16,-2 2 8-16,-1-1-30 0,0-1 10 16,-3 4-5-16,-1 3 12 0,0 4 17 0,0 6-15 15,-12 2 11-15,-6 4 104 0,-3 8-51 0,-2-2-22 16,-2 1-1-16,-1 2 4 0,-3 1-22 0,5-5 19 16,-8 10-17-16,5-6-26 0,4-8 0 0,-2 0 38 15,4-4 27-15,7-5-28 0,0-3-7 0,3-2 34 16,4-5-1-16,3-1-39 0,1-7 6 0,3 2 64 15,0-1-34-15,0-2 2 0,0 0-28 16,0 0-25-16,7 0-1 0,9 0 41 16,3 0-11-16,4 0 65 0,1 0-33 0,-3 0 1 15,2 0-68-15,-1-2 43 0,-2-1-8 0,-2 2-57 16,-2 0 28-16,-2 1 1 0,-3 0 27 0,1 0-316 16,-3 0 147-16,-2 1 63 0,-2 6 42 0,1-1-441 15,0 1 221-15,-2-1 94 0,0 0 66 0,-3-5-358 16,1 3 208-16,0-4 105 15,2 0-347-15</inkml:trace>
  <inkml:trace contextRef="#ctx0" brushRef="#br0" timeOffset="211120.81">15416 6609 883 0,'-16'0'0'0,"9"0"0"0,1 0 0 0,3 0 0 0,0 0 0 0,1 0 228 0,2 1-102 0,0 3-47 16,7 2-23-16,5 1 334 0,3 4-179 0,4-2-80 15,0 2-54-15,3 1 213 0,1 0-129 0,0-1-64 16,-4-2-152-16,3 3 39 16,2-1 25-16,-1 0-389 0,-1-1 206 0,1 0 103 15,-2-2 61-15,1-1-542 0,-2 1 237 0,1-2 150 16,-1-2 24-16</inkml:trace>
  <inkml:trace contextRef="#ctx0" brushRef="#br0" timeOffset="211338.24">16020 6578 1547 0,'-11'-4'0'0,"7"4"0"0,4 0 0 0,0 0 0 0,0 0 0 0,0 0 0 0,0 0 516 16,0 0-242-16,2 0-121 0,7 0-60 0,7 0 36 15,2 0-40-15,1 3-32 0,4-2-59 0,-3 4 1 16,1-2 33-16,-3 1 1 0,1-1-436 0,0 3 214 15,-4-2 111-15,0 2-627 16,-4-1 348-16,-3 1 174 0</inkml:trace>
  <inkml:trace contextRef="#ctx0" brushRef="#br0" timeOffset="211479.86">16092 6748 735 0,'-10'3'0'0,"2"5"0"0,3-5 0 0,3 1 0 0,0-4 0 0,1 0 483 0,1 0-217 0,0 0-121 15,0 2 17-15,7 0-65 0,6-1-32 0,2 1 0 16,1-2-31-16,4 2-2 16,-1 2 1-16,-1-1-417 0,1-3 208 0,1 1 112 15,3-1 45-15,2 0-562 0</inkml:trace>
  <inkml:trace contextRef="#ctx0" brushRef="#br0" timeOffset="211798.01">16616 6291 1249 0,'-3'-9'0'0,"1"7"0"0,2-2 0 0,0 2 0 0,2-2 0 0,10 2 0 0,6 0 419 0,7-1-193 16,7 1-97-16,10 0-48 0,4 0 203 0,14 1-129 15,2-3-62-15,7-1-29 0,7 0 86 0,2-2-59 16,5-1-20-16,11-1-12 15,-9 2-27-15,7-1 1 0,-2 2-31 16,-14 4 0-16,5-1 39 0,-6 1-8 0,-7 2-113 16,-14 0 57-16,1 0 28 0,-4 0-1 0,-10 0-88 15,-2 0 50-15,-5 2-3 0,-8-2 25 0,-3 1-93 16,-10-1 50-16,-1 2 8 0,-7-2-99 0,-1 0 56 16,-2 0 34-16,-2 0-73 0,0 0 49 0,-8 0 9 15,-9 0 9-15,-7-2-190 0,-2 1 110 0,-6-1 55 16,-3 2 27-16,-6 0-421 0</inkml:trace>
  <inkml:trace contextRef="#ctx0" brushRef="#br0" timeOffset="212160.55">16659 6333 1250 0,'-16'2'0'0,"5"12"0"15,6 8 0-15,1 4 0 0,0-1 0 0,4 3 0 0,0 3 252 0,0 4-110 0,0 5-54 0,0-3-20 0,2 10 236 16,6-3-135-16,-1-1-69 16,0-2-33-16,0-5 56 0,0-1-37 0,-2-1-31 15,1-4-72-15,-3 1 26 0,-1-8-1 0,0-2-59 16,-2-2 50-16,0-4 13 0,0-6 0 0,0-1-53 16,-4-4 38-16,-5-4-1 0,-2 0 7 15,-1 0-148-15,-4-13 45 0,2-8 49 0,-2-6-9 16,-1-6-168-16,4 0 75 0,-3-3 66 0,4 1-103 15,-2 7 78-15,1 11 40 0,1 0 127 0,-4 6-52 16,3 6-14-16,-2 4 0 0,0 1 191 16,0 0-106-16,0 12-53 0,0 8-36 0,0 2 126 15,1 0-43-15,3 2-41 0,2 1 149 0,1 0-81 16,3-3 5-16,1 1-40 0,4-2-173 0,0-2 73 16,0 0 37-16,5-2-432 0,11-4 212 0,4-2 113 15,5-9 27-15,5-2-457 0</inkml:trace>
  <inkml:trace contextRef="#ctx0" brushRef="#br0" timeOffset="212384.37">16818 6603 1660 0,'4'-13'0'0,"-1"1"0"0,4 6 0 0,2 2 0 0,2-1 0 0,3 4 0 0,0 1 0 0,3 0 0 0,2 0 108 0,2 6-29 0,0 10-9 15,-6 3 134-15,1 1-85 0,-5 3-43 0,-2 1-24 16,-5-1-11-16,-3 5-8 0,-1-1 0 0,0-2-173 15,-7 0 86-15,-9 0 51 16,-3-3 15-16,-6 1-179 0,-1-5 100 0,1-3 20 16,-5-2 35-16,7-5-171 0,-2-2 89 0,4-5-19 15,5-1-138-15,8 0 109 0,2-2 54 0,6-14-206 16,0-5 134-16,14-1 64 0,7-5 32 0</inkml:trace>
  <inkml:trace contextRef="#ctx0" brushRef="#br0" timeOffset="212561.86">17143 6516 1311 0,'4'-5'0'0,"-3"5"0"0,-1 0 0 0,-5 0 0 0,-14 10 0 0,-2 7 0 0,-3 2 0 0,3 7 0 0,-2 0 467 0,5 3-217 15,1-2-109-15,6 3 201 0,5-4-147 16,2 4-85-16,4-4-13 0,0 0-32 0,10-3-1 16,6-2-31-16,2-4-139 0,6 4 65 0,-2-7 37 15,3-2 0-15,3-3-366 0,-3-5 202 0,-4-4 108 16,6 0 43-16,-2 0-633 0,-3-4 310 15,-4-10 148-15,0-4-311 0</inkml:trace>
  <inkml:trace contextRef="#ctx0" brushRef="#br0" timeOffset="212839.12">17248 6373 1036 0,'-6'-13'0'0,"3"9"0"0,1-2 0 0,2 4 0 0,0-3 0 0,0 2 210 0,3-1-89 0,10 3 96 16,3-1-96-16,0 2-45 0,0 0-21 0,-2 3 108 15,2 7-66-15,-4 1-23 16,0 2-9-16,-3 0-145 0,-3 1 57 0,-4-1 27 16,0-1 1-16,-2 1-142 0,-2 2 81 0,-11-1 44 15,-4-1-50-15,-3-4 30 0,0 1-18 0,-1 0 88 16,0-3-68-16,5-2 0 0,1-1-14 0,7 0 227 16,1-2-94-16,2-2-45 0,3 1-4 0,2-1 150 15,0 0-60-15,2 0-157 0,14 0 42 16,7 0-8-16,3 0 26 0,2 0-182 15,1 0 89-15,-1 0 44 0,-6 0 22 0,8 0-210 0,-4 0 84 16,-5 0 62-16,0 0-484 0,-1 3 254 16</inkml:trace>
  <inkml:trace contextRef="#ctx0" brushRef="#br0" timeOffset="213009.66">17383 6696 1537 0,'-17'6'0'0,"6"-2"0"0,3 1 0 0,3-1 0 0,1-4 0 0,4 0 0 0,0 0 0 0,2 0 0 0,11 0 202 0,6 0-89 0,4 0-40 16,1 0 108-16,2 0-74 0,2 0-38 16,-5 0 9-16,7 0-240 0,-9 0 97 0,1 0 49 15,-1 0-177-15,-4 0 113 0,-4-1 64 16,0 1-447-16,-5 0 194 0,-3 0 138 0,-3 0-5 0</inkml:trace>
  <inkml:trace contextRef="#ctx0" brushRef="#br0" timeOffset="213166.24">17563 6507 1071 0,'0'9'0'0,"0"9"0"0,0 0 0 0,0 2 0 0,0 4 0 0,0 1 266 0,0 1-116 0,0 1 288 16,0 5-207-16,0-2-99 0,-2-2-49 0,-1 0-26 0,1-5-36 16,-2 7 11-16,2-10 1 0,1 3 0 0,-1-4-168 15,2-2 84-15,0-7-492 0,0-1 283 0,3-5 147 16</inkml:trace>
  <inkml:trace contextRef="#ctx0" brushRef="#br0" timeOffset="213321.83">17712 6526 754 0,'1'0'0'0,"1"2"0"0,4 4 0 0,-2-1 0 0,4 2 0 0,-3 3 408 0,4-1-187 0,3 3-94 0,-1-1 118 15,3 0-97 1,2 2-62-16,-3 0-27 0,2 0-255 0,0-1 114 15,0 1 58-15,-2-4 36 0,1-2-238 0,-1 0 130 0,-4-4 64 16</inkml:trace>
  <inkml:trace contextRef="#ctx0" brushRef="#br0" timeOffset="213518.3">17954 6435 1120 0,'-4'-7'0'0,"1"5"0"0,1 0 0 0,-2 2 0 0,3 8 0 0,-2 10 0 0,1 9 0 0,0 5 0 0,-2 8 472 0,-1 10-223 0,-2 1 163 16,-3 3-190-16,1 3-94 0,-2 0-48 0,-3 2-26 16,1-1-21-16,-1-2 0 0,2 1-1 0,-3-4-123 15,0-5 62-15,4-11 38 0,-1-2-475 0,5-17 250 16,3-6 124-16,0-3 62 0,3-9-569 0,1 0 246 0,0-17 164 16</inkml:trace>
  <inkml:trace contextRef="#ctx0" brushRef="#br0" timeOffset="213757.64">18095 6385 998 0,'15'-14'0'0,"4"8"0"0,1 1 0 0,1 1 0 0,-2 1 0 0,-4 0 0 0,-3 3 354 0,2 0-165 16,-3 9-78-16,-4 3-9 0,-6 6-35 0,-1 4 0 15,0 5-26-15,-13-1-49 0,-7 0 0 0,0-1 41 16,-2-5 0-16,1-3-92 0,3-6 55 0,-2 0 14 15,4-1 122-15,6-3-49 16,1-2-25-16,5-4 146 0,1 1-78 0,3-2-51 16,0 1-21-16,7-1 16 0,17 0-38 0,7 0 1 15,2 0 8-15,3-1 73 0,9-8-40 0,-11 2-1 16,5-2-40-16,-3 2-459 0,-1 3 238 0</inkml:trace>
  <inkml:trace contextRef="#ctx0" brushRef="#br0" timeOffset="-206861.02">19975 6410 362 0,'-1'-3'0'15,"-4"2"0"-15,3-1 0 0,2 0 0 0,-2 0 0 0,2 0 0 0,-1 1 113 0,1 1-40 0,0-2 90 0,0 2-65 0,0 0-24 16,0 0-9-16,0 0 17 16,0 0-25-16,0 0 0 0,0 11-24 0,1 0 43 15,1 3-8-15,5 2-35 0,0 3 95 0,0 1-47 16,0 5-24-16,2-4 43 0,-2 4-37 0,0 2-1 15,-1-1-29-15,-1 2 3 0,-1-1-3 0,0 1 8 16,-2 2-9-16,0 0-37 0,-2 0-1 0,0-2 39 16,0-5-1-16,0-1-17 0,0-1-9 15,-2-2 27-15,-1-8-44 0,0 0 8 0,-1-2-1 0,4-7 60 16,-2 1-35-16,0-3-9 0,1 0 6 16,-3 0 80-16,0 0-37 0,3-12 9 15,-1-1-45-15,0-6-63 0,2-4 32 0,0 1 8 16,0-4-74-16,4-2 51 0,5-2 19 0,0 0-5 15,1 1-4-15,1 1-10 0,1 3 35 0,-3 5-7 16,3-3 0-16,0 5-18 0,-1 3 14 0,2 1 96 16,1 6-46-16,-2 0-24 0,2 1-2 0,-1 2 94 15,1 4-51-15,0-1-14 0,-1-1 0 16,2 3 26-16,0 0-9 0,-1 0-40 16,-2 0-13-16,0 9 13 0,-1-3 0 0,-2-1-35 15,0 1 14-15,-2 1-1 0,0-1 22 0,-3-3-79 16,-1 0 38-16,1 0 15 0,-1-2-7 0,-1 1-84 15,-2-2 48-15,0 0 14 0,0 0-1 0,0 0 31 16,0 0-4-16,0 0-14 0,0 0 112 0,0 0-48 16,0-2-25-16,-2 1-66 0,-5-5 20 0,4 1 5 15,-3-1 19-15,3 1-233 0,-1-1 110 16,0 2 55-16,3 3 28 0,-1-2-647 16,2 2 323-16</inkml:trace>
  <inkml:trace contextRef="#ctx0" brushRef="#br0" timeOffset="-204393.58">20760 6552 296 0,'2'-6'0'0,"-2"-1"0"0,2 2 0 0,-1-1 0 0,-1-4 0 0,0 3 0 0,2-4 153 0,-2 2-60 0,0 1-30 16,0-3 8-16,0-1 33 0,0 1-36 0,0 0 1 16,0 1-36-16,0-1 22 0,0 1-14 15,0 0-9-15,0 1 12 0,-2 0-11 16,-3 1 0-16,-2 3 38 0,0-1-30 0,-5 3-8 16,1 2-1-16,-3-2 16 0,-1 3-15 0,-2 0 0 15,1 0 8-15,-3 12 29 0,0-1-37 0,-2 4 0 16,0 1 29-16,5 5 0 0,1-2-21 0,-4 9 26 15,4-3 22-15,2 4-28 0,1-1 1 0,5 1 56 16,3-6-33-16,1 6-31 0,3-8 0 0,0 2 11 16,0-3 0-16,1 1-32 0,7-4 8 15,5-1-8-15,0-4 0 0,5-3 0 16,-2-1-61-16,5-4 38 0,-1-4-7 0,4 0-106 16,1 0 66-16,-2-6 34 0,2-7 0 0,-7 0-160 15,8-8 71-15,-5 2 48 0,-5 1 1 0,2-3-36 16,-4 1 13-16,-2 0 19 0,3-6-11 0,-8 4 3 15,3-3-16-15,-6 5 38 0,-1-3 59 0,-1 1-38 16,0 3 8-16,-2 2-29 0,0 6 0 0,0 1 1 16,0 2 10-16,0 4 360 0,-4 1-159 0,-1 1-89 15,0 2-24-15,-4 0 38 16,0 13-30-16,2 7-18 0,-2 4 0 0,2 0 4 16,4 3-28-16,1 1 1 0,2 0-14 0,0-6 22 15,2 8-8-15,5-5-42 0,7-1 20 0,-2-4 1 16,2-2 21-16,1-1-68 0,0-4 21 0,2-2 0 15,-2-2 21-15,2-5-94 0,-2-2 43 0,0-2 31 16,2 0-16-16,-3-3-22 0,0-11 15 0,1-1 1 16,-3-2-72-16,-3-2 44 0,-2-2 15 15,0-3-3-15,-3-1-9 0,-1-1 35 16,-1-2-15-16,-2 0 38 0,0-2 1 0,-5 2-27 16,-4 0-7-16,-4 3 67 0,-1 5-26 0,0 3-7 15,-5 4-13-15,-1 1 88 0,-3 5-39 0,0 3-23 16,0 2 28-16,3 2-25 0,-1 0 20 0,4 0-46 15,2 4 18-15,4 5-5 0,1 1 13 0,5 3-262 16,1 0 121-16,4 4 58 0,0 0 26 16,0 0-407-16,13 4 209 0,3-6 95 0,8 2 60 0,1-4-317 15</inkml:trace>
  <inkml:trace contextRef="#ctx0" brushRef="#br0" timeOffset="-204077.42">21341 6381 702 0,'1'-13'0'0,"-1"4"0"0,0 3 0 0,-9 1 0 0,-3 3 0 0,-4-1 0 0,-3 3 169 0,-6 0-69 0,3 7-33 15,-2 6 0-15,-1 0 134 16,6 0-76-16,1 2-50 0,2-2-21 0,9-4 114 16,2 3-68-16,3 3-34 0,2-2 14 0,2-2-8 15,10 2-39-15,9 0-1 0,0 0 15 0,1-1-14 16,-1-1 8-16,6 4-73 0,-3-4 33 0,-6 2-1 15,2 0 33-15,-3 0-113 0,-3 3 65 0,-5-1 9 16,-3 0 0-16,-3-2-104 0,-3 2 60 0,0-2 9 16,-7 0 8-16,-7 0-13 0,-9 1 40 15,2-5-21-15,-3 0 17 0,-2-2-15 16,3-4 9-16,-7 0-52 0,4-3 26 0,-1 0-1 16,7 0 27-16,1 0-200 0,6 0 88 0,1-1 48 15,7-7 26-15,1-4-227 0,4 2 124 0,0-1 63 16,13-7-194-16</inkml:trace>
  <inkml:trace contextRef="#ctx0" brushRef="#br0" timeOffset="-203561.8">21459 6395 812 0,'4'-10'0'0,"-2"2"0"0,-2 4 0 0,0 2 0 0,0 1 0 0,0-1 0 0,0 0 152 15,-8 2-60-15,3 0-29 0,-2 0-1 0,2 10 147 16,1 2-80-16,2 0-52 0,2 3-23 0,0 4 68 15,0-3-45-15,8 2-14 0,4 0-20 0,2-4-10 16,4 2 0-16,1 0-1 0,4-5-41 16,-2-5 29-16,6 1-9 0,-2-6-72 15,0-1 47-15,-1 0 23 0,3 0-2 0,-6-5-50 16,6-6 8-16,-6-2 27 0,-2 1-14 0,-2-4-110 16,0 0 49-16,-4 0 37 0,-3-2-27 0,-1-1 29 15,-4-1 1-15,-3-2 45 0,0 1-29 0,-2 1-2 16,0 1-3-16,-4 0 66 0,-5 0-27 0,-3 4 1 15,0 2-22-15,-1 2 27 0,-3 1-5 0,4 3 0 16,0 3 2-16,-1 0 99 0,4 2-46 16,-1 0-30-16,3 2 143 0,-1 0-80 15,0 0-28-15,3 0 46 0,-1 10 11 0,3-1-38 16,-1 5-31-16,2 0 80 0,2 4-52 0,0 0-26 16,0 3 1-16,0 1 30 0,0 6-33 0,0 1 1 15,2 3-24-15,0 3 109 0,0 8-55 0,-1-5-19 16,-1 11-8-16,0-5 89 0,0 4-58 0,0-2-29 15,0 2 44-15,0-9-29 0,0 10-7 0,0-6-72 16,0-3 0-16,0-7 35 0,0 1 147 0,0-8-362 16,0 1 177-16,0-5 0 15,0-4 197-15,0-7-381 0,2-4 188 0,-2-2 9 16,0-1-201-16,0-2 101 0,0-2 24 0,0 0 35 16,0 0-47-16,0 0 28 0,0 0 4 0,0 0 59 15,0 0-8-15,0 0-25 0,0 0-14 0,0 0-100 16,0 0 56-16,0 0 27 0,0 4 0 0,0 0-214 15,-3 0 117-15</inkml:trace>
  <inkml:trace contextRef="#ctx0" brushRef="#br0" timeOffset="-201528.13">22160 6494 301 0,'-3'0'0'0,"-2"0"0"0,1-3 0 0,2 2 0 0,0-1 0 0,1 0 0 0,-3 0 0 0,4 1 20 15,-2-3 13-15,2 2-1 0,-2 0 1 0,2 0 36 16,0 2-28-16,0 0-9 0,0 0 19 0,0 0-19 0,0 0 1 15,0 0 0-15,0-1 39 0,-2 1-8 16,2 0-31-16,0 0 66 16,0 0-33-16,0 0 0 0,0 0-25 0,-1 0 50 15,1 0-29-15,0 0 0 0,0 0-29 0,0 0 111 16,5 1-48-16,8 3-35 0,2 0 56 0,2-2-41 16,2-1-22-16,-1 1 0 0,3-2 59 0,-2 0-44 15,-1 0 0-15,0 0-57 0,-2 2 21 0,-2-2 0 16,-3 2 8-16,1-1-131 0,-1 2 62 0,-4-1 30 15,3-1 1-15,-5-1-268 0,1 3 147 0,-1-3 33 0,-1 0 47 16,-2 0-429-16,0 0 217 16,-1 0 108-16,-1 3-126 0</inkml:trace>
  <inkml:trace contextRef="#ctx0" brushRef="#br0" timeOffset="-201334.59">22112 6759 990 0,'-7'0'0'0,"4"0"0"0,-1 0 0 0,4 0 0 0,-3 0 0 0,3 0 0 0,0 0 249 0,0 0-112 0,0 0-52 0,0 0 246 15,7 0-149-15,5 0-75 0,6 0-29 0,2 0 84 16,2 0-65-16,1-2-32 0,-1-2-97 0,1 2 32 16,0 0 9-16,5 1 24 0,-5 1-392 0,0 0 195 15,2 1 99-15,-4 9 49 0</inkml:trace>
  <inkml:trace contextRef="#ctx0" brushRef="#br0" timeOffset="-200310.3">23070 6274 316 0,'0'0'0'0,"0"0"0"0,0 0 0 0,0 2 0 0,0-2 0 0,0 2 0 0,0-2 94 16,0 0-23-16,0 0 83 0,0 0-61 0,0 0-30 15,0 0 0-15,0 0 61 0,0 0-38 0,0 0-30 16,0 0-1-16,0 0 32 0,0 0-27 0,0 0 0 15,0 0-19-15,0 0 35 0,0 0-22 0,0 0 0 16,0 0-21-16,6 0-19 16,2 0 27-16,-1 0 65 0,1 0-37 0,1 0 0 15,4 0-36-15,-2 0 34 0,0 0 9 0,3 0-43 16,-1 0-1-16,0 0 34 0,0 0 0 0,1 0-33 16,-3 0 8-16,1 0 30 0,2 0-38 0,-5 0-1 15,3 0 1-15,1 0-1 0,-4 0 9 0,6 0-8 16,-2 0-27-16,3 2 27 0,-2 0 0 15,4 0 0-15,0-2-19 0,3 2 19 0,3-2-1 0,1 0-29 16,2 0 28-16,2 0-7 0,1 0 12 16,1 0-29-16,3 0 20 0,1 0-3 15,-1 0 24-15,-1 0-22 0,-1 0 7 0,2 0-5 16,-2 0-34-16,0 0 33 0,1 0-1 0,3 0 0 16,1 0-1-16,2 0-2 0,2 0 2 0,0 0-45 0,2 0 21 15,-2 0 2-15,10 0 19 0,-6 0-18 0,1-2 15 16,-4 2-5-16,-4 0 7 0,2 0-2 0,-1 0-2 15,-2 0-2-15,6 0 2 0,-3 0-1 16,3 0 0-16,-5 0 42 0,13 0-40 16,-2 0-1-16,-1 0 1 0,1 0-46 0,1 0 22 15,-8 0 6-15,8 0 17 0,-4 0-90 0,-9 0 41 16,3 0 16-16,-2 0-33 0,-2 0 23 0,-3 0-2 16,-3 0 15-16,-1 0 16 0,1 0-20 0,-5 0 11 15,0 0 33-15,3 0-34 0,-3 0-8 0,1 0 7 16,-1 0 25-16,0 0 0 0,-2 0-17 0,3 0-4 15,-5 0-32-15,1 0 33 0,-3 0 7 0,2 0-70 16,-3 0 28 0,0 0 2-16,1 0 24 0,-4 0-25 0,4 0-5 15,-3 0 30-15,1 0 14 0,-4 0-17 0,1 0-10 0,-5 0 8 16,0 0 33-16,-1 0-1 0,0 0-37 0,-5 0 8 16,-1 0-42-16,0 0-1 0,-2 0 48 0,0 0-191 15,0-4 80-15,0-2 47 0,0 2-486 16,-9 0 264-16,-3-1 130 0,-3 1 67 0,-2 3-191 15,-3-2 132-15</inkml:trace>
  <inkml:trace contextRef="#ctx0" brushRef="#br0" timeOffset="-199408.06">23005 6398 101 0,'1'-1'0'0,"3"-4"0"0,0 1 0 0,-1-1 0 0,2-1 0 0,-3 2 0 0,1-1 44 16,-1 2-24-16,0-2-1 0,0 2 85 15,-2-1-28-15,0 1-8 0,0 2-35 0,0 0 85 16,0 1-43-16,0-2-20 0,0 2 85 0,0 0-58 16,0 0-24-16,0 0 0 0,0 0-26 0,0 0 53 15,0 0-17-15,0 0-10 0,0 0 6 0,0 0-32 16,0 2 1-16,0 3 66 0,0 2-25 15,0 3-8-15,0-1-33 0,0 7 0 0,0-4 67 16,0 5-26-16,0 4-8 0,0 4 54 16,0-1-44-16,-2 4-22 0,-3 2 57 0,1 2-31 15,-1 4-8-15,4 0 9 0,-3 7-24 0,2-2 0 16,0 1-24-16,2-3 8 0,0 12 13 0,-2-7 0 0,2 3-22 16,-1 0 1-16,-1 1 37 0,0-10 9 15,2 4-26-15,-2-6-21 0,0-3 1 0,2-2 0 0,-1-9 27 16,-1 3-19-16,0-4-8 15,-3-7-1-15,4-1 1 0,-3-5-41 16,2-2 41-16,-2-2-31 0,1-3 31 0,-3-1 0 16,-4 0 0-16,1 0-1 0,-2 0-30 0,-2-4 27 15,-2-5 1-15,1-4-156 0,-2-6 72 0,-1 0-186 16,2-4 120-16,-1-3 51 0,2 0 33 0,-2-5 0 0,2-2-204 16,0 1 95-16,0 1 56 0,3 10 20 0,-5-8 53 15,5 13-17-15,-1-3 0 0,0 4 49 0,3 4-24 16,-2 1-9-16,2 2-15 0,0 3 185 0,2 1-92 15,-1 3-47 1,2-1 203-16,-1 2-98 0,2 0-62 0,-5 0 7 16,2 11 73-16,-1 4-36 0,2 4-35 0,-1 0-3 0,2 3 28 15,1 0-29-15,1 5 1 0,2-6-7 0,-1 3-23 0,1-3 8 16,2-1-8-16,-2-1 4 0,2-2-4 16,0-1 0-16,0-2-1 0,0-5-62 0,0 1 27 15,0-3 1-15,0-3 34 0,0-2-167 0,0-1 78 16,0-1 30-16,0 0-195 0,0 0 109 0,0 0 36 15,0 0 32-15,0 0-261 0,0-3 124 16,0-8 79-16,4 1-317 0,-1 3 194 16</inkml:trace>
  <inkml:trace contextRef="#ctx0" brushRef="#br0" timeOffset="-185671.82">23354 6689 587 0,'0'0'0'0,"0"-3"0"0,0 1 0 0,0 0 0 0,0-1 0 0,0 3 0 0,0 0 0 0,0 0 106 15,0 3-36-15,8 6-1 0,1 0 19 0,0 2-32 16,5 5 0-16,-3 0 47 0,3 5-35 0,-2 3-1 16,-3-2-26-16,2 9 26 0,-4 0 0 0,-2 3-35 15,-1 1 1-15,-1 1 29 16,-1 1 8-16,-2 1-38 0,0-4 1 0,0 0-32 16,0-5 31-16,0-8-26 0,2-1 9 0,0-6 18 15,-2-3-1-15,2-5-44 0,-2-3 22 0,0-1-13 16,0-2 40-16,0 0 82 0,0-17-45 0,0-6-10 15,0-6-37-15,0-4-69 0,0-6 41 0,0-8-6 16,0 5 33-16,0 3-84 0,0 0 41 0,0 4 0 16,1 8 16-16,1-1-5 0,1 6 25 15,-1 4-7-15,0 1 57 0,0 8-32 16,1 3 3-16,3-1 19 0,1 1-22 0,3 4-13 16,3 1-9-16,-1-1-41 0,4 2 26 0,0 0 9 15,1 0 10-15,1 3-205 0,-2 4 97 0,-2 1 50 16,-1-3 22-16,-4 0-295 0,1 2 147 0,-3-1 46 15,-1 0-83-15,-3-2 76 0,-1-1 51 0,0 1-265 16,0-4 154-16</inkml:trace>
  <inkml:trace contextRef="#ctx0" brushRef="#br0" timeOffset="-185362.07">23704 6539 570 0,'0'-13'0'15,"0"3"0"-15,0 3 0 0,2-2 0 0,-1 3 0 0,3-2 363 0,1 3-165 0,3 1-75 0,2 2 170 0,2 0-130 16,1 2-66-16,1 0-31 16,-1 0 15-16,2 6-15 0,-2 3-9 0,-1 3-69 0,-3-3 22 0,0 4 1 15,-4-1 21-15,0-1-114 0,-3 1 52 16,0-1 32-16,-2 4 0 0,0-5-115 0,-7 1 73 16,-4 2-4-16,-3-3 29 0,-2 1-59 0,2-3 35 15,-3-1-12-15,5 1 173 0,2-4-73 16,1 1-27-16,2-3 86 0,3 0-44 0,1 0-31 15,3-2 1-15,0 0 110 0,0 0-44 0,0 0-36 0,0 0-4 16,10 0-79-16,3 0 26 0,5 0 8 0,-1 0 18 16,-1-2-138-16,2 0 63 15,-2 0 35-15,0 2-376 0,-4 0 175 16,2 0 75-16,-1 0-171 0,0 4 133 0,0 6 68 0,-3-1 36 16</inkml:trace>
  <inkml:trace contextRef="#ctx0" brushRef="#br0" timeOffset="-185015.44">24228 6753 682 0,'2'0'0'0,"-2"-2"0"0,0-3 0 0,0-5 0 0,0-1 0 0,0 0 0 0,-4 1 0 0,-3 2 209 16,0 1-93-16,0 2-41 0,-4 3 81 0,-1-1-62 15,-2 3-30-15,-2 0 8 0,-4 10-12 0,4 1 1 16,-3 3-29-16,3 1 1 0,2 2 67 0,2-2-26 15,-1 1-7-15,5 2 49 0,2-2-42 16,2 1-20-16,4-2 0 0,0 1 21 0,0-2-42 0,8-1 0 16,7 2-22-16,3 0 0 15,3-3 22-15,-1 1 8 0,3 0-67 0,-4-2 29 16,1 2 0-16,-4 0 30 0,-1 0-34 0,-4 3 15 16,-5-3-8-16,-3 2-65 0,-3 1 37 15,0-2 7-15,-5 1 0 0,-10 0 8 0,-9 1 15 16,-1-7-13-16,-1-1 8 0,-2-3-1 0,-1-4 3 0,6-1-2 15,-6 0-149-15,7 0 70 0,1-1 36 0,6-12-5 16,1-3-120-16,9 0 62 0,5-9 46 16,0 2 4-16,8-1-350 0,14-2 185 15,10-5 93-15</inkml:trace>
  <inkml:trace contextRef="#ctx0" brushRef="#br0" timeOffset="-184848.48">24325 6762 1182 0,'7'0'0'0,"1"0"0"0,-2 4 0 0,-2 1 0 0,-1 1 0 0,-1 5 0 0,-2-3 0 0,0 6 220 0,0-1-97 0,0 3-46 0,0 7 290 0,0 0-167 16,-3-1-83-16,-1-1-35 0,-1 2-6 16,4-2-22-16,-3 3 0 0,4-4-22 15,-2-3-252-15,2-4 134 0,0 0 55 0,0-5-205 16,0-1 135-16,0-5 66 0,0-2 43 0,2 0-591 16,2-4 237-16,-3-16 157 0</inkml:trace>
  <inkml:trace contextRef="#ctx0" brushRef="#br0" timeOffset="-184720.78">24360 6368 636 0,'4'-5'0'0,"0"2"0"0,1 3 0 0,2 0 0 0,0 0 0 0,-1 6 0 0,-1 9 106 0,5 6-40 16,-1 3-1-16,0 4-287 0,3 2 111 0,-1 2 56 15</inkml:trace>
  <inkml:trace contextRef="#ctx0" brushRef="#br0" timeOffset="-184449.47">24543 6886 710 0,'0'23'0'0,"0"0"0"0,0 1 0 0,0-5 0 0,-2-4 0 0,2-4 0 0,-3 0 141 0,-1-2-54 0,-1-1-27 16,3-2 216-16,2-3-122 0,-1-3-53 0,1 0-38 16,-2 0 60-16,2 0-45 0,0-13-23 0,0-8 1 15,8 1-125-15,7-7 47 0,1 2 27 0,3-1-158 16,0 3 93-16,1 2 46 0,-2 4 32 0,-2 0-57 15,1 6 3-15,1 4 28 0,-6 4-22 0,2 2-1 16,-3 1-6-16,-2 4-17 16,-2 10 215-16,2 9-83 0,-4 3-47 0,-1 4 1 15,-1 2 218-15,-1 1-92 0,2 3-65 0,-1-2-13 16,2 0-24-16,-1-5 1 0,1-6-17 0,1-1-216 16,-1-6 104-16,1-6 53 0,-1-3-182 15,3-1 115-15,-4-6 42 0,1 0-6 0,-1-2-458 0,0-13 231 16,-3-10 122-16</inkml:trace>
  <inkml:trace contextRef="#ctx0" brushRef="#br0" timeOffset="-184178.19">24805 6516 834 0,'3'-19'0'0,"5"8"0"0,2 0 0 0,6 2 0 0,-2-1 0 0,4 4 0 0,-2 5 157 0,5-1-54 15,-3 2 62-15,3 0-66 0,-1 6-34 0,-4 7 1 16,-1 4-85-16,-5 0 34 0,-1 1-9 0,-5 3 27 15,-3 0-62-15,-1 3 31 0,-4-1-8 0,-12 1 47 16,-5 1-69-16,-1-5 30 0,-2 0 0 0,1-5-13 16,4-1-1-1,2-5-2-15,5-2 27 0,2 0 138 0,6-6-68 16,0 1-35-16,2-2 90 0,2 0-41 0,0 0-38 0,2 0 14 16,11 0-32-16,8 0-8 0,2-2-1 0,-2 1 9 15,8-4-53-15,-1 2 22 0,-1-1-1 0,1 2 24 16,-4 1-399-16,-1 1 180 15,-1 0-193-15,0 0-89 0</inkml:trace>
  <inkml:trace contextRef="#ctx0" brushRef="#br0" timeOffset="-183811.17">25257 6650 899 0,'-10'2'0'0,"-2"9"0"0,3-2 0 0,0 1 0 0,0-1 0 0,1 4 0 0,-1 0 0 0,5 3 175 15,1 0-70-15,3 3-37 0,0-2 255 0,0 2-137 16,5 0-81-16,10 1-36 0,3-3 92 0,4-4-64 16,1-1-32-16,7-5-39 15,5-2 7-15,6-5 0 0,0 0 0 0,3 0-107 0,-3-5 53 16,-5-4 36-16,8-9-9 0,-13 6-60 0,0-3 44 16,-4-2 21-16,-3-1-154 0,-8-2 47 0,0-2 48 15,-7-3 25-15,-2-3-83 0,-6-1 45 0,-1 2 3 16,0 2-30-16,-5-2 33 0,-9 5-13 0,-4 4 36 15,-3 3 76-15,-2 5-37 0,3 3 1 0,-3 2-35 16,1 4 165-16,3 1-77 16,0 0-30-16,2 6 86 0,1 9-49 0,-2 4-35 15,6 3 198-15,1 4-105 0,1 4-30 0,6 4-33 16,0 6 159-16,2 8-99 0,2 1-45 0,0 4-23 16,0 3 61-16,0 2-42 0,0 0-12 0,4-1-9 15,2 1-137-15,-1-5 58 0,4-6 30 0,-1-10-71 16,1 1 58-16,1-10 17 0,-4-7-299 15,1-3-182-15,-4-4 192 0</inkml:trace>
  <inkml:trace contextRef="#ctx0" brushRef="#br0" timeOffset="-175749.7">26592 6899 346 0,'-9'2'0'0,"3"4"0"0,2-4 0 0,1-2 0 0,3 0 0 0,0 0 329 15,0-3-149-15,0-11-73 0,8 7 108 0,6-5-83 16,2 1-54-16,4 2-23 0,-2-1-34 0,1 2 12 16,-1 1 0-16,2 3 8 0,1 1-216 0,-1-1 105 15,-2 2 51-15,2 2-351 0,0 0 195 0,-3 0 91 16</inkml:trace>
  <inkml:trace contextRef="#ctx0" brushRef="#br0" timeOffset="-175464.84">27024 6584 1213 0,'0'-10'0'0,"0"1"0"0,0 0 0 0,0-4 0 0,2 2 0 0,-1 0 0 0,4 1 0 0,-2 2 0 0,1 2 0 0,0 5 155 0,-1-1-60 0,3 2-32 0,-1 0 11 16,2 0-12-16,-1 6-9 0,1 3-20 0,-2 3-36 15,0-4 1-15,-2 2 35 16,1 0-24-16,-2-3-8 0,-1 0 32 0,1-2-1 15,0-1-37-15,-2-2 0 0,0-2 24 0,0 0 9 16,0 3-27-16,0-3-11 0,0 0 29 0,0 0 62 16,0 0-23-16,0-3-5 0,-2-4-26 0,0 2-58 15,1-1 26-15,-1 0 5 0,0 2-74 0,0-1 43 16,0 2 21-16,2-1 0 0,0 2-115 0,0-2 60 16,0-1 24-16,0 4 1 0,0-3-328 0,0 2 169 15,0 2 77-15</inkml:trace>
  <inkml:trace contextRef="#ctx0" brushRef="#br0" timeOffset="-175071.72">26545 6572 541 0,'-21'0'0'0,"5"0"0"0,-1 0 0 0,4 0 0 0,-1 0 0 0,3 0 0 0,4 0 138 0,1 0-52 0,0 0-27 15,4 0 143-15,2 0-76 0,0 0-51 0,9 0-21 16,12 2 86-16,2 1-54 0,5-2-26 0,1-1 98 16,2 0-66-16,1 0-30 0,-2 0 0 0,-1 0-18 15,-6 0-11-15,0 0 7 0,-2 0-60 0,-3 0 26 16,-2-1 0-16,-7-2 27 0,3 1-198 0,-3-2 107 16,-2 3 41-16,-1-1 25 15,-3-1-378-15,0 1 184 0,1-1 52 0,-3 2-219 16,3 1 164-16,0 0 78 0,-1 0 40 0</inkml:trace>
  <inkml:trace contextRef="#ctx0" brushRef="#br0" timeOffset="-174603.3">27015 6567 725 0,'-7'0'0'0,"4"0"0"0,0 0 0 0,1 0 0 0,2-2 0 0,0-1 0 0,0-3 0 0,0 2 0 0,0 1 185 0,0 0-68 0,4 2-46 16,3-1 96-16,0 2-67 0,2 0-34 0,1 0 1 15,-2 9 17-15,1 4-30 0,-1 2 0 0,-3 4-21 16,3 3 81-16,-3 3-40 0,-2-3 8 0,4 9-8 16,-1-3-20-16,-3 2-1 0,1-2-20 0,-2 2-54 15,0 2 35-15,-2-2-8 0,0 0-58 16,0-2 42-16,0-6 21 0,-4 1 1 15,-2-6-29-15,3-5 1 0,-1-5 1 0,-3-2-59 16,2-2 41-16,0-3 3 0,-2 0 0 0,3-14 81 16,2-8-26-16,2-5-11 0,0-5-16 0,6-7 4 15,8 5-2-15,5-7 5 0,1 1-31 0,1 11 4 16,1-3 23-16,5 2 8 0,-2 4 32 0,2 3-32 16,-2 5-5-16,1 0 3 0,-2 5 94 0,2 4-45 15,-6 3-21-15,4 0 86 0,-3 3-52 0,2 1-19 16,-3 2 0-16,-3 0 2 15,3 0-17-15,-6 0 15 0,-1 2-96 0,-1 1 42 16,-3 3 1-16,-2-3 38 0,0 1-184 0,-5 1 76 16,3-4 45-16,-3 1-123 0,-1-2 76 0,1 0 19 15,-2 0 25-15,2 0-335 0,0 0 167 0,2 0 83 16,1 0 42-16,2 0-286 0,3 0 155 16,1 2 90-16</inkml:trace>
  <inkml:trace contextRef="#ctx0" brushRef="#br0" timeOffset="-174240.27">27832 6686 326 0,'4'0'0'0,"-3"0"0"0,2 0 0 0,0-2 0 0,1-10 0 0,1-2 289 0,0-4-132 0,-3-1-62 0,5 1-31 16,-4-1 52-16,1 2-33 0,-2 0-30 0,-2 2 8 16,0 3-28-16,0 4 0 0,-2-1 0 0,-9 3-36 15,-4 6 14-15,-2 0-1 16,-8 0-16-16,1 7 0 0,-1 8 38 0,-2 2 9 15,3 0 44-15,1-1-26 0,5-2-16 0,5 0-13 16,3 0 119-16,3-3-50 0,5 4-37 0,2-3 4 16,0 1 1-16,4 0-35 0,11 0 24 0,0-2 7 15,4 2-30-15,0 1-1 0,0-2 0 0,0 3 0 16,-5-3 1-16,2 2 8 0,-3 0-61 0,-3 1 26 16,-5-2 1-16,-1 2-42 0,-3 0 27 0,-1 1 8 15,0-1 6-15,-14-1 15 0,0 0-15 16,-5-3 13-16,3-3-23 0,-5-1 50 15,-1-3-16-15,3-4-16 0,0 0-67 0,1 0 31 16,-2 0 0-16,4-2 35 0,6-4-254 0,2-1 118 16,3-1 52-16,2-3 33 0,3-2-378 0,5 2 184 15,15-4 103-15,3 1-261 16,4 1 179-16,3-2 88 0</inkml:trace>
  <inkml:trace contextRef="#ctx0" brushRef="#br0" timeOffset="-174066.75">27964 6678 927 0,'10'-6'0'0,"-3"2"0"0,0 3 0 0,-3-1 0 0,-3 2 0 0,0-2 0 0,-1 2 279 0,0 0-123 16,0 0-62-16,3 0 160 0,-1 5-116 0,0 6-52 16,-1 3 209-16,1 3-131 0,0 2-66 0,-1 0-25 15,3 1-18-15,-2 0 0 0,-2-2-22 0,0-3-204 16,3-1 102-16,-3-4 59 0,0-1 17 0,0-1-352 16,2-2 189-16,-2-4 95 0,0 0-362 0,0-2 183 15,0 0 104-15,0-2 52 16,-2-9-64-16,-1-13 57 0,3-4 22 0,0-11 7 15</inkml:trace>
  <inkml:trace contextRef="#ctx0" brushRef="#br0" timeOffset="-173928.11">28066 6302 934 0,'0'-13'0'0,"0"6"0"15,0 3 0-15,0-1 0 0,0 0 0 0,0 4 0 0,0-3 0 0,2 2 0 0,-2 0 0 0,1 0 255 0,6 2-115 0,0 0-54 0,1 0-110 0,-1 10 28 0,3 3 0 16,-3 6 37-16,3 3-378 15,0 0 184-15,-3 3 94 0,-2 4-172 0</inkml:trace>
  <inkml:trace contextRef="#ctx0" brushRef="#br0" timeOffset="-173212.86">28178 6568 266 0,'-1'10'0'0,"-1"0"0"0,1-2 0 0,-1-1 0 0,0 0 0 0,-1 0 334 0,3-1-151 0,-2 4-75 16,2-1 229-16,0 2-152 0,0 3-68 0,0-2-47 15,0 0 74-15,0 1-56 0,2 0-28 16,-2 1 22-16,3-4-31 0,-1 2-18 15,0-3 0-15,-1-1-130 0,1-1 65 0,-1-2 33 16,2-4-198-16,-3 1 112 0,2-2 58 0,3 0 30 16,4-10-155-16,4-8 52 0,4-6 46 0,-4-5-22 15,6-1-37-15,-6 1 21 0,4 1 29 0,-4-1-3 16,-3 6 25-16,2 1 8 0,-5 2 1 0,-1 8 120 16,-1 1-61-16,-3 7-29 0,-1-1 241 15,2 4-112-15,0 1-70 0,0 0-12 16,1 13 162-16,0 2-82 0,-2 5-47 0,6-1-2 15,1 1 70-15,1 0-57 0,3 0-28 0,3-2 16 16,2 3-44-16,3-7 0 0,0-2 0 0,1-3-55 16,2-5 28-16,-3-3 8 0,7-1 18 0,-6 0-122 15,3-1 61-15,-7-6 31 0,1-5-135 0,1-3 67 16,-5 0 13-16,-2-4 29 0,-1-4-57 0,-2 2 35 16,-2-8 2-16,-1 1-4 0,0-4 47 0,-2-2-19 15,1-2-17-15,-1 0 70 16,-1-3-25-16,-1 4-5 0,-1 3-11 0,-2 3 34 15,0 7-28-15,0 3-9 0,-5 4 50 0,-3 8-25 16,-8-1 11-16,2 6-29 0,-4 2 145 0,-1 4-67 16,0 11-29-16,1 0 2 0,-1 11 137 0,2 1-81 15,3 6-27-15,-2 7 37 0,6-3-40 0,4-1 9 16,1 11 51-16,5-4-50 0,0 0-25 0,0 1 0 16,2-3 49-16,4-4-29 15,11 9-8-15,-6-14-37 0,3 4-21 0,3-5 20 16,-3-3 1-16,3-5 8 0,-5-2-102 0,0-5 46 15,-1-3 24-15,-6-5-82 0,0-2 53 0,1-2 35 16,-6-4-282-16,3 2 135 0,-1-2 40 0,-2 0 42 16,0 0-24-16,0 0 18 0,0 0-5 0,0 0 1 15,0 0 157-15,-2 0-64 0,-1-2-37 0,-4-1-7 16,3 1 102-16,1-1-55 0,-2-1-13 0,2 0 8 16,0 2 1-16,1 1-2 0,0-1-48 0,1 0 0 15,1 0 46-15,0 2-19 16,0 0-58-16,0 0 27 0,0 0-12 0,0 0 36 15,0 0-157-15,0 0 71 0,0 0 25 0,0 0 18 16,0 0-73-16,0 0 44 0,0 0 7 0,1 0-100 16,1 0 56-16,0 0 34 0,0 0 7 0,1 0-15 15,-2 0 24-15,2 0 0 0,-1 0-33 0,0 0 33 16,-1 0 0-16,1 0 24 0,0 0-74 0,-1 0 37 16,3 0-8-16,-2 0-122 0,5 0 83 0,-2 0 42 15,4-1 22-15</inkml:trace>
  <inkml:trace contextRef="#ctx0" brushRef="#br0" timeOffset="-172595.88">28455 6278 115 0,'0'-2'0'0,"0"0"0"0,0 1 0 0,0-2 0 0,0 0 0 0,0 2 28 0,-1-2-11 0,-2 1 6 0,2 0 29 0,-1 0-31 0,0 1 0 15,2-2 0-15,-3 2 33 16,3 1-6-16,0-2-24 0,0-1 0 0,0 2 28 15,0 0-26-15,0-2 7 0,0 1 15 0,0 2 1 16,0-1-21-16,0 1 5 0,0 0 36 0,0 0-26 16,0 0-12-16,0 0 23 0,0 0 18 0,0 0-39 15,-4 6-1-15,-1 1 35 0,-3 4-34 0,3 0 0 16,0 1-1-16,0 1 30 0,1-1-29 16,3 0 8-16,-3 1-9 0,4 0 0 15,0 1 1-15,0-1 0 0,0-1-18 0,0-2 26 16,0 3-8-16,0 0-12 0,2 2 12 0,0-1-1 15,-1 1 1-15,5-2-28 0,-1 0 22 0,2 2 3 16,1-2-6-16,-2 0-20 0,5-2 0 0,-2 0 24 16,1 0-48-16,1-1 22 0,0-2-5 0,-3-1 25 15,3 0-54-15,-3 0 29 0,4-2-13 0,2 1-22 16,-2-3 19-16,2 3 0 0,3-4 13 0,1 2-279 16,0 1 125-16,8-5 72 0,0 4-306 15</inkml:trace>
  <inkml:trace contextRef="#ctx0" brushRef="#br0" timeOffset="-162269.08">26726 7502 190 0,'0'0'0'0,"-2"-3"0"0,0 0 0 0,-2 2 0 0,-1-1 0 0,4 0 125 16,-3 0-46-16,3-1-15 0,-1 2 42 0,2 0-37 15,0-1 1-15,0 2-38 0,0 0 87 0,0 0-35 16,0 0-30-16,0 0 35 0,0 0-28 0,0 0 0 15,0 2-28-15,0 13 29 0,-2 7-8 0,-1 4-21 16,3 5 0-16,0-1 108 0,0-2-55 16,0-2-18-16,3 6 37 0,2-4-37 15,5-2 1-15,3 0-37 0,2-3 40 0,0-4 7 16,8 3-46-16,-1-3 0 0,2-2 29 0,5-2 0 16,-2-3-29-16,6-1 5 0,-1-3-6 0,0-4 1 15,0-1 0-15,-4-3-22 0,-4 0 0 0,-1 0 30 16,-5 0-81-16,0-2 36 0,-6-5 0 0,0-3 22 15,-3-1-27-15,1-4 10 0,-4-2-5 16,0-2 0-16,1-2-28 0,-2-5 13 16,-4 2 0-16,2 0-78 0,-1-7 49 0,-2 5 15 15,0 2 0-15,0 3-34 0,-6 0 28 0,-3 4-16 16,-3 1 75-16,-1 2-3 0,-1 3-33 0,0 1-7 16,-3 6 139-16,0-1-61 0,0 3-33 0,1 0 64 15,0 2-44-15,2 0-13 0,4 0 1 0,-1 0 119 16,3 9-65-16,1-3-12 0,0 6-24 0,4 2 19 15,-1 4 8-15,3 4-42 0,1 4 31 16,-2 5 1-16,2 3-33 0,0 1 1 0,0 3 1 16,0-1-2-16,0 3 1 0,0-3-26 15,2 3 0-15,-1-1 26 0,3-3 8 0,3 0-81 16,-4-3 35-16,1-3 10 0,-1 0 0 0,0-4-111 16,0-5 56-16,-1 0 30 0,0-6-95 0,-1-2 58 15,1-3 13-15,-2-3 0 0,0-5-86 0,0 0 58 16,0 0 16-16,0-2-1 0,0 0-68 0,0 0 46 15,0 0 15-15,0 0-71 0,0 0 52 0,0 0 24 16,0 0 1-16,0 0-298 16,2-2 153-16,5-9 90 0,3-6-341 0,5-4 211 15</inkml:trace>
  <inkml:trace contextRef="#ctx0" brushRef="#br0" timeOffset="-162050.15">27473 7713 1248 0,'0'-27'0'0,"0"11"0"0,0 10 0 0,0 4 0 0,4-2 0 0,2 2 0 0,0-1 0 0,1 1 0 0,-4 0 88 0,3 0-28 15,1 2 0-15,5 0 239 0,1 0-126 0,0 0-74 16,4 0 125-16,2 0-96 0,-1 0-48 0,5 4-23 16,-2-4-3-16,-3 2-21 0,2-2-1 0,-1 0-86 15,0 0 43-15,-3 0 22 0,-1 0 8 0,0 0-273 16,-4 0 143-16,-2 0 72 0,3 0 9 15,-5 0-247-15,2 0 88 0,0 1 88 0,-4 7-446 0</inkml:trace>
  <inkml:trace contextRef="#ctx0" brushRef="#br0" timeOffset="-161864.63">27554 8043 1121 0,'-12'0'0'15,"9"0"0"-15,3 6 0 0,0 2 0 0,0-2 0 0,3-1 0 0,4-2 168 0,-2 0-60 0,0 0-41 0,6-1 253 0,0 2-144 0,5-2-72 16,1-2-35-16,1 0-42 16,3 0 6-16,-1 0 0 0,3 0-144 0,0 0 73 15,-2-2 34-15,0-2 10 0,3-1-387 0,-4 1 206 16,2 0 103-16,-4 1-502 0,-1-2 271 0</inkml:trace>
  <inkml:trace contextRef="#ctx0" brushRef="#br0" timeOffset="-161657.05">28051 7880 960 0,'0'-15'0'0,"0"9"0"0,0 3 0 0,13-3 0 0,8-4 0 0,2 1 355 0,4-2-165 0,-1-2-79 16,7 1 144-16,0 3-111 0,2 0-55 0,-1-1-21 16,-1 2 201-16,5 3-119 0,-3-1-58 0,1 3-91 15,-1 1 0-15,-12-2 40 0,4 1-8 0,-5 2-155 16,-2 1 78-16,-6 0 38 0,-1 0 0 0,-1 0-246 15,-6 0 139-15,2 0 23 0,-3 0-413 16,1 0 219-16,-1 1 118 0,0 5 71 16,-4-3-155-16</inkml:trace>
  <inkml:trace contextRef="#ctx0" brushRef="#br0" timeOffset="-161342.99">28446 7825 1034 0,'-15'-1'0'0,"9"1"0"0,4 0 0 0,2 0 0 0,0 1 0 0,0 3 0 0,0 0 0 0,-2 1 220 0,-6 7-93 0,1 1-47 16,0 6 125-16,-4 3-76 16,-3 1-48-16,2-1-24 0,-5 3-119 0,3-3 47 15,-2-3 32-15,-2 5-7 0,3-9-61 0,-1 2 42 16,0 0 21-16,3-6-20 0,3 1 9 0,1-4 31 16,1-3 1-16,5 0-6 0,0-2-4 0,1-2-35 15,2-1-22-15,0 0 210 0,0 0-75 0,0 0-42 16,0 2 42-16,2-1-25 0,7 2-14 0,8 0-8 15,6-3 109-15,3 0-66 0,4 0-32 16,0 0 2-16,3 0 8 0,2-3-42 16,1-1-1-16,-4-2-54 0,-2 3 27 0,-5-3 1 15,-4 5 35-15,2-3-242 0,-5 2 110 0,-2 2 60 16,-4 0-440-16,-3 0 230 0,-1 0 75 0,-2 0 73 16,-2 0-343-16,-2 0 201 0,-1 6 101 0,-1-3-262 15</inkml:trace>
  <inkml:trace contextRef="#ctx0" brushRef="#br0" timeOffset="-161127.57">28475 7996 788 0,'-7'-1'0'16,"2"-1"0"-16,3-1 0 0,0 3 0 0,-1-1 0 0,3 1 160 0,-1-3-63 0,1 3-24 0,0 0-9 0,0 0 251 16,0 10-141-16,0 9-70 0,0 5 234 0,1 3-144 15,2 4-84-15,-1 1-39 0,0 2 34 0,-2 3-36 16,0-2 0-16,0-1-96 0,0-1 25 0,0-3 1 15,0-2 34-15,0-5-125 16,0-2 62-16,0-6 40 0,0-2-8 0,0-3-349 0,0-5 128 16,0-3 114-16,0 0-386 0,0-2 221 15,0 0 123-15,0-13 57 0,0-10-183 0,0-3 121 16</inkml:trace>
  <inkml:trace contextRef="#ctx0" brushRef="#br0" timeOffset="-160843.33">28138 7438 1192 0,'-8'-26'0'0,"4"9"0"0,4 6 0 0,0-1 0 0,0-4 0 0,9-1 0 0,2 0 0 0,-1 2 0 0,4-1 0 0,1 4 114 0,4 1-40 0,-1 0 0 0,8 3 108 16,1 2-75-16,3 4-29 0,4 0-8 0,1 1 0 15,7 1 0-15,-3 0-37 16,-3 0 67-16,1 0-25 0,0 0-8 0,-5 0-34 16,-2 1-36-16,-8 1 1 0,0 0 35 0,-2 0-142 15,-4-2 66-15,-8 0 39 0,3 2-1 0,-5-2-276 16,-5 0 145-16,0 0 43 0,2 0 46 0,-3 0-324 16,0 2 169-16,-13 2 85 0,-6 5-89 0,-4 0 79 15</inkml:trace>
  <inkml:trace contextRef="#ctx0" brushRef="#br0" timeOffset="-160650.71">28354 7378 997 0,'-12'0'0'0,"7"0"0"0,3 0 0 0,-2 0 0 0,4 0 0 0,0 0 0 0,0 0 0 0,0 0 0 0,0 0 116 0,0 0-42 16,0 0-20-16,1 4 195 0,2 7-100 0,1 4-63 15,-2 4-26-15,1 6 62 0,-2-1-45 0,-1 1-22 16,0-2-142-16,0 4 56 0,0 0 31 0,-4-3 1 15,0-4-84-15,-2 3 58 16,3-6 37-16,-1-2-356 0,4-4 179 0,-3-2 39 16,3-3 62-16,0-5-341 0,0-1 178 0</inkml:trace>
  <inkml:trace contextRef="#ctx0" brushRef="#br0" timeOffset="-160485.06">28461 7408 956 0,'0'0'0'0,"0"0"0"0,0 2 0 0,2 2 0 0,-1 0 0 0,3 0 0 0,1-1 270 0,-3 4-122 0,3 4-58 0,-2 3-29 16,0 3 137-16,0 4-83 0,-1 1-33 0,0 4-75 15,0 1 26-15,-2-2 0 0,0 1 0 0,0-6-277 16,0 5 147-16,0-1 61 0,0 0-161 0,0-2-130 16</inkml:trace>
  <inkml:trace contextRef="#ctx0" brushRef="#br0" timeOffset="-160310.53">29434 8028 10 0,'-15'-38'0'0,"13"38"0"0,2 21 0 0,5 0 0 0,10-8 0 0</inkml:trace>
  <inkml:trace contextRef="#ctx0" brushRef="#br0" timeOffset="-152403.71">19682 9097 1277 0,'-4'0'0'0,"2"0"0"0,2-2 0 0,0 0 0 0,0 1 0 0,0-2 0 0,0 1 0 0,4 0 0 0,9 0 162 15,1 2-64-15,4 0 121 0,1 0-94 0,4 0-37 16,3 0-32-16,1 2 4 0,-2 2-1 0,5-1-26 16,0-2 0-16,-2-1-10 0,3 0 10 0,-3 0 0 15,2 0 0-15,-4 0-57 0,-5 0 28 0,-1 0 9 16,-2 0-116-16,-6-1 68 0,0 1 17 0,-3 0-237 15,-3 0 113-15,-3 0 70 16,-1 0 10-16,0 0-306 0,-2 0 167 0,0 0 84 16,0 0 43-16,-5 0-140 0</inkml:trace>
  <inkml:trace contextRef="#ctx0" brushRef="#br0" timeOffset="-152089.39">19964 9115 1246 0,'-2'4'0'0,"-2"-1"0"0,2 4 0 0,-1 1 0 0,-1-3 0 0,0 4 0 0,-4 3 0 0,-1 1 0 0,0 4 175 0,-3 3-63 0,-4 3-44 0,0-1 0 15,0 0 0-15,-2 4-35 0,4-4 0 0,0-4-112 16,0 1 51-16,0-2 31 0,3-2 0 0,0-4-35 16,3-1 33-16,-1-3 8 0,3-1-61 0,1-4 42 15,3 0-14-15,0-2 104 0,2 0-32 0,0 0-71 16,0 0 23-16,0 0 198 0,0 0-91 0,0 0-45 15,9 0-11-15,9 0 145 0,0 0-86 0,5 0-39 16,3-2 1-16,2 0-17 16,2-1 1-16,2-1-15 0,2 1-50 0,-2 0 21 15,-2-2 0-15,-2 4-178 0,-4-1 108 0,-1 0 41 16,-2 1 25-16,-5 1-430 0,0 0 192 0,-7 0 113 16,-2 0 16-16,-1 0-369 0,-4 0 218 0,0 0 110 15,-2 0 54-15</inkml:trace>
  <inkml:trace contextRef="#ctx0" brushRef="#br0" timeOffset="-151905.84">19985 9204 791 0,'-11'-2'0'0,"1"2"0"0,2 0 0 0,3 0 0 0,-1 11 0 0,0 2 98 0,4 4-33 0,2 8 304 16,0-3-160-16,0 8-92 0,0-2-43 0,0 3 206 15,2-2-123-15,3 3-63 0,-2 0-22 0,1 2-76 16,-1-3 0-16,-1-2 37 0,0 1 0 0,0-2-357 15,-2-3 187-15,0-3 81 0,0-3-182 0,0-8 122 16,0-2 72-16,-6-4-525 16,3-5 260-16</inkml:trace>
  <inkml:trace contextRef="#ctx0" brushRef="#br0" timeOffset="-151695.4">19639 8443 1112 0,'-10'-28'0'0,"8"8"0"0,2 12 0 0,0 7 0 0,14-4 0 0,6 3 258 0,5-2-112 15,8 3-57-15,11-1 130 0,8 0-85 0,15 0-55 16,-4 0-23-16,-11 0 148 0,3 1-86 0,-16 1-42 16,3 0-14-16,-15 0-172 0,-2 3 72 0,-4 5 35 15,-7-1 0-15,-7 1-338 0,-2 1 182 0,-3 0 97 16,-2 3-592-16,0-5 283 0</inkml:trace>
  <inkml:trace contextRef="#ctx0" brushRef="#br0" timeOffset="-151530.3">19912 8422 645 0,'-7'12'0'0,"4"11"0"0,-1 2 0 0,4 6 0 0,-4-1 174 15,2 3-70-15,-1 3-28 0,-1 2-8 0,2-1 319 16,1 1-177-16,-2-3-89 0,3-1-44 0,0-2 24 15,0-1-38-15,0-3-1 16,0-6-369-16,0-2 169 0,3-3 86 0,2-9-553 16,6-4 301-16</inkml:trace>
  <inkml:trace contextRef="#ctx0" brushRef="#br0" timeOffset="-151398.65">20059 8496 766 0,'0'8'0'0,"2"12"0"0,0 2 0 0,1 7 0 0,-2-5 190 16,3 4-79-16,2 6-39 0,-1 0 0 0,6 2 69 16,1 5-59-16,1-3-24 0,0 3-442 0</inkml:trace>
  <inkml:trace contextRef="#ctx0" brushRef="#br0" timeOffset="-151226.72">20576 9679 1867 0,'0'0'0'0,"0"0"0"0,0 0 0 0,2 3 0 0,0-3 0 0,-2 3 333 0,0-3-150 0,0 0-75 16,0 0 401-16,0 0-238 0,0 0-111 0,0 0-628 16,0 0 250-16,0 0 125 0</inkml:trace>
  <inkml:trace contextRef="#ctx0" brushRef="#br0" timeOffset="-132733.98">22893 8877 702 0,'-5'0'0'0,"1"0"0"0,4 0 0 0,0 0 0 0,0 0 0 0,0 0 0 0,0 0 130 0,0 5-41 0,0 7-32 0,4 1 152 16,3 0-89-16,2 2-43 0,0 2-22 0,0 0 95 16,-1 4-63-16,1 3-27 0,-2-3 40 0,1 4-34 15,-2 0 0-15,0 4-25 0,-3 0 90 0,1 0-48 16,-1 1-26-16,-1 0 33 0,0 0-20 0,2-2-8 15,-1 0-30-15,-1-2 59 0,3-7-29 16,-2 0 0-16,-1-4-21 0,0-2-33 16,0-4 0-16,0-3 24 0,-1-3-22 0,-1-2 0 15,0-1 30-15,0 0-7 0,0 0 56 0,0-13-27 16,-1-6-1-16,-5-6-62 0,4 5 8 0,2-8 26 16,0 1-1-16,0-1-75 0,0 1 36 0,9 0 15 15,2 5 7-15,7-7-82 0,-2 5 43 0,3 3 14 16,0 1-4-16,0 1-11 0,-2 4 35 0,1-2-25 15,1 4 76-15,-1 4-29 16,-2 1-32-16,1 3 165 0,-2 0-75 0,0 4-20 16,0 1-26-16,1 0 124 0,-2 0-68 0,2 0-34 15,0 7 9-15,1 0 107 0,0 3-182 0,2-2 0 16,-3 0 0-16,2-1 0 0,-3 0 0 0,-2-1 0 16,-2 1 0-16,1 1 0 0,-5-3 0 0,0 1 0 15,-1 0 0-15,-3 0 0 0,0-3 0 0,-1-1 0 16,0 0 0-16,0 0 0 0,-2-2 0 0,0 0 0 15,0 0 0-15,0 0 0 0,0 0 0 0,0 0 0 16,0 0 0-16,0 0 0 16,0 0 0-16,0 0 0 0,0 0 0 0,0 0 0 15,0-4 0-15,0-1 0 0,0 0 0 0,0 0-248 16,0 3 120-16,0 1 52 0,0-2 19 0</inkml:trace>
  <inkml:trace contextRef="#ctx0" brushRef="#br1" timeOffset="-117815.2">5950 10528 267 0,'0'3'0'0,"-5"-1"0"0,3 0 0 0,1 0 0 0,-3 2 0 0,3-4 0 0,-4 2-5 0,2-2-1 0,0 1 31 15,1-1 0-15,1 0 20 0,-2 2-20 0,3-2 1 16,0 0 0-16,0 0 21 0,-3 3-20 0,3-3 7 15,0 1-15-15,0 1 8 0,-2-1 0 0,2 2 34 16,0-3-27-16,0 2-5 0,0-2-1 0,0 0 44 16,0 2-20-16,0-2 3 0,0 0-15 0,0 0 31 15,0 0-1-15,0 0-37 0,0 0 0 16,0 0 40-16,0 0 9 0,0 0-49 16,0 0 0-16,0 0 2 0,0 0-2 0,0 0-1 15,0 0 39-15,0 0-9 0,0 0-30 0,0 0 23 16,0 0-1-16,0 0-21 0,0 0 8 0,0 0 24 15,0 0 1-15,0 0-33 0,0 0-1 0,-2 0 14 16,2 0-5-16,0 0-8 0,0 0-24 0,0 0 24 16,0 0 0-16,0 0-2 0,0-2 10 0,0 2-8 15,0 0 0-15,0 0-6 0,0 0 6 0,0 0 0 16,0 0 8-16,0 0-20 16,0 0 7-16,0 0 2 0,0 0-2 0,0 0 30 15,0 0 8-15,0 0-35 0,0-2-33 0,0 2 35 16,0 0 0-16,0 0-24 0,0 0 8 0,0-3 14 15,0 3 3-15,0 0-52 0,0-1 21 0,0 1 1 16,0 0 24-16,0 0 17 0,0 0-28 0,0 0 6 16,0 0-15-16,0-2 39 0,0 2-1 0,0 0-26 15,0 0-2-15,0 0-18 16,0 0 2-16,0 0-28 0,0 0 27 0,0 0-5 16,0 0 26-16,0 0-56 0,0 0 24 0,0 0-1 15,0 0 18-15,0 0-26 0,0 0 15 0,0 0 11 16,0 0-20-16,0 0 43 0,0 0-37 0,0 0 9 15,0 0-7-15,0 0 8 0,0 0 0 0,0 0 28 16,0 0-26-16,0 0-2 0,0 0 3 0,0-1 42 16,0 1-19-16,0 0 3 0,0 0-20 0,0 0 28 15,0 0-26-15,0 0-3 0,0 0 6 0,0 0-20 16,0 0 20-16,0 0-4 16,0-3-24-16,0 1 0 0,0 1 27 0,0-1 24 15,2-4-3-15,3 2-24 0,-2-1-4 0,-2-1 23 16,4 3-20-16,-4-3 4 0,1 3-6 0,0 0 9 15,1 2-5-15,-2-2-1 0,-1 2 6 0,0 1-23 16,0 0 24-16,0 0-5 0,0 0-33 0,0 0-1 16,0 0 32-16,2 0-37 0,0-2-8 0,-1-2 41 15,1 0-10-15,0 0 2 16,1 1 1-16,-1-1-3 0,1 0 4 0,-2 2-4 16,1 0 1-16,0 0 2 0,0 1-3 0,-2-1 11 15,0-1-9-15,2 2 23 0,0-1-21 0,1 0-1 16,-2 1 3-16,1-2 27 0,-1-2-1 0,3-1-26 15,-1-1 5-15,2-4 32 0,-2 1-33 0,1 2 5 16,0-1-5-16,0 1 7 0,0 1-6 0,-1 0 10 16,-1 1-9-16,1 3-8 0,-3-2 9 0,2 1 5 15,1 1-29-15,-2 1-2 16,-1 0 24-16,2-2-34 0,0 0 32 0,0 1-4 16,0-1 3-16,0 0-33 0,2-2 31 0,-2 1-1 15,1 2 0-15,2-3-21 0,-3 0 20 0,1 3-3 16,0-3 3-16,0 2-13 0,-2 0 11 0,3 0-2 15,-1 0 0-15,-2 1 0 0,3-1 1 0,-3-2 14 16,3 1-14-16,-1-1 1 0,3-1 0 0,-2 0 2 16,0-1-3-16,2 1 2 15,-1-2-1-15,0 2-17 0,0 0 17 0,-2 1 0 16,1 0-42-16,0 1 40 0,0-2 1 0,-1 2-2 16,1 0 1-16,-2-1-13 0,1 3 10 0,0-3 5 15,0 0-4-15,1 0-4 0,-2 1 3 0,3-2 35 16,-4-1 0-16,3-1-33 0,-1 1 0 0,2-1 40 15,-3-1-37-15,2 3 5 0,0-1-4 0,0 1-3 16,0-1 4-16,1 1 7 0,-3 2-46 0,3-4 40 16,-3 4 1-16,2-1-19 0,2-1 17 0,-2-1-3 15,0 1 2-15,-1-2-14 0,3 3 12 16,-3-2-6-16,3-1 5 0,-2 1 7 16,0-1-8-16,0-1 0 0,0 1 0 0,1 2 27 15,-2-3-25-15,3 1 1 0,-1 0 18 0,-2-2-17 16,3 4-1-16,-1-4 0 0,2 2 1 0,-3-2 2 15,4 2-2-15,-2-3-9 0,-2 3 10 0,1-2 0 16,0-1 0-16,1 1-13 0,-2 2 12 0,0-3-1 16,0 3 2-16,1-3 4 0,0 3-6 15,-3-2 0-15,2 0 0 0,1 2 16 16,-2-3-15-16,2 0 0 0,-3 1 0 0,4-2 1 16,-1 2 0-16,-3-2-5 0,5 0 5 0,-2-1 1 15,1 1-2-15,-1 0-11 0,0-2 11 0,1 0 0 16,0 2 1-16,2-3-13 0,-3 4 12 0,-1 1-3 15,2-1-3-15,-3 1 4 0,1 2-1 0,3-4 5 16,-4 3-3-16,0-1-1 0,1-1 0 0,-1 1 10 16,3-2-9-16,-1 2-1 0,0-3 1 15,-1 0 0-15,1 0 0 0,1-1 1 16,-1 0 0-16,3 1-6 0,-2-1 6 0,-1-1-1 16,2 2-5-16,-1-3 5 0,2 0 0 0,0 2-4 15,0-2 4-15,-3 2-1 0,2-2 0 0,1 2 0 16,-1-2 0-16,1 2 0 0,-2 0 0 0,2 0 16 15,-2 0-15-15,1 0 163 0,-1 0-164 0,2-1 0 16,-2 0 0-16,1 1 0 0,1-4 0 0,-1 2 0 16,3-2 0-16,-3 1 0 15,0-2 0-15,1 2 0 0,0-2 0 0,-1 1 0 16,1 0 0-16,-1 0 0 0,1 0 0 0,-1 1 0 16,1-1 0-16,-1 0 0 0,1 0 0 0,1-4 0 15,0 1 0-15,3 0 0 0,-3 1 0 0,0 0 0 16,4-4 0-16,-5 4 0 0,1-1 0 0,4-3 0 15,-5 3 0-15,2 2 0 0,1-6 0 0,-2 4 0 16,1-3 0-16,-1 2 0 0,-1 0 0 0,2 4 0 16,-2-6 0-16,0 2 0 0,1 1 0 15,-2-1 0-15,3 0 0 0,-2 5 0 16,1-5 0-16,0-1 0 0,-1 5 0 0,3-6 0 16,-1 3 0-16,-3 2 0 0,4-5 0 0,1 0 0 15,-3 1 0-15,2 1 0 0,-2 3 0 0,0 0 0 16,0-1 0-16,0-1 0 0,-2 4 0 0,1 1 0 15,0 0 0-15,-3 2 0 0,2 0 0 0,-3 1 0 16,2 2 0-16,0-1 0 0,-1 0 0 16,2-1 0-16,-1 2 0 0,0-3 0 0,2 1 0 0,-1 1 0 15,1-2 0-15,1 0 0 0,-1-2 0 16,2 0 0-16,-2 2 0 0,0 0 0 16,1 1 0-16,1-4 0 0,-1 1 0 0,0 0 0 15,0 3 0-15,2-2 0 0,-2-1 0 0,2-1 0 16,-1 0 0-16,-1 2 0 0,2-1 0 0,-1-1 0 15,1-2 0-15,-1 4 0 0,-2-3 0 0,4 1 0 16,-1-2 0-16,2 0 0 0,-5 3 0 0,2-2 0 16,2 0 0-16,1-4 0 0,-3 5 0 15,-1-1 0-15,2 0 0 0,-1 0 0 16,-1 0 0-16,1 1 0 0,-1 1 0 0,1 0 0 16,-3 2 0-16,0-2 0 0,3 1 0 0,1-3 0 15,-4 2 0-15,3 0 0 0,0 1 0 0,2-8 0 16,0 2 0-16,-1 0 0 0,0-3 0 0,0 2 0 15,0 2 0-15,-1 1-191 0,-1 1 185 0,-1 1 3 16,1 0-2-16,-1 2-4 0,2-1 2 0,-5 3 3 16,2 2-1-16,-3 3-15 15,2 0 14-15,-3 0-3 0,2 3 0 0,-2 0 1 16,1 1 1-16,0 2-31 0,-2-2 30 0,-1 4-1 16,3-3-1-16,-1 2 3 0,-2 1-2 0,0-2-3 15,2 1 3-15,-2 1-10 0,1 1 6 0,1-2 1 16,0 0 2-16,-3 0 33 0,2 1-32 0,0-2 1 15,0 1 35-15,0 1-34 16,-2-2 0-16,1 3 8 0,-1-2-8 0,0 2 5 0,2-1-4 16,-2 1 17-16,0 0-15 0,0 0 3 0,0 0-3 0,0 0 15 15,0 0-14-15,0 0 2 16,0 0-1-16,0 0 10 0,0 0-10 0,0 0 1 16,0 0-41-16,0 0 1 0,0 0 38 0,0 0-122 15,0 0 58-15,0 0 25 0,0 0-2 0,0 0-459 16,0 0 235-16,0 0 118 0,0 12 58 0</inkml:trace>
  <inkml:trace contextRef="#ctx0" brushRef="#br0" timeOffset="-107971.65">22584 9010 307 0,'3'-2'0'0,"2"-3"0"0,-1-1 0 0,-1 1 0 0,1-1 0 0,-1-1 0 0,-1 0 43 16,0 2-10-16,0-1 8 0,0 3-9 0,0-1 40 15,-1 0 0-15,1 0-39 0,-2 2-1 0,0 1 73 16,0-3-41-16,3 2 1 0,-3 0 3 0,0 2-1 16,0-2-34-16,0 2 41 0,0 0-41 0,0 0 0 15,0 0-1-15,0 0 30 0,0 0 0 0,0 0-21 16,0 0-8-16,0 2-28 0,-5 9 0 0,-6 3 27 16,-1 1 1-16,-2 2 45 0,-1-2-46 15,-2-1 1-15,3 0-28 0,-4-1 0 0,4-4 36 16,-2-1-24-16,2-2 10 0,-2-1 3 15,1-1-6-15,2-1 19 0,-2-1-9 0,0-2-6 16,2 2 1-16,-3-2 33 0,4 2-2 0,1-2-29 16,1 3 104-16,-1-2-54 0,2-1-25 0,0 2 1 15,2 0 66-15,4 0-45 0,1-2-15 0,0 1 27 16,2-1-28-16,0 0-1 0,0 5-28 0,0 0-34 16,0 3 9-16,9 1 25 0,5 1 0 0,2-2 34 15,7 5 1-15,0-3-35 16,-3-1-11-16,6 3 11 0,-3-4-1 0,-2 1 1 15,-1-2-43-15,3 1 21 0,-4-1 7 0,-1 1-82 16,-1-1 40-16,2-1 24 0,-4-2-8 0,-2 0-57 16,1-1 40-16,-4-1 17 0,0-2-7 0,0 0-247 15,-7 0 107-15,1 0 69 0,-2 0-279 0,0 0 170 16,-1 0 81-16,-1 0 41 0,0 0-275 0,-7 6 157 16,-8 4 72-16,-4 2-305 0,-3 1 196 15</inkml:trace>
  <inkml:trace contextRef="#ctx0" brushRef="#br0" timeOffset="-107775.18">22257 9444 375 0,'-17'0'0'0,"4"0"0"0,3 0 0 0,5 0 0 0,-2 0 455 0,5 0-204 0,0-2-112 16,0 2-54-16,2-2 195 0,0 2-124 0,0 0-61 16,2 0 239-16,11 0-154 0,6 0-74 0,4 0-37 15,0 2 119-15,4 4-78 16,-6 0-30-16,7 3-122 0,-10-1 38 0,5-1 0 15,-2 0 37-15,-5 1-314 0,2-2 165 0,-6 0 70 16,-2-3 40-16,-1-1-489 0,-3 0 203 0,-2-2 83 16,-3 0-108-16,-1 0 141 0</inkml:trace>
  <inkml:trace contextRef="#ctx0" brushRef="#br0" timeOffset="-107283.93">21900 8999 502 0,'-4'-2'0'0,"-1"0"0"0,0 0 0 0,1 2 0 0,-3-1 0 0,4 1 288 16,-1 0-132-16,1 0-62 0,-1 0-31 0,2 0 149 15,2 0-90-15,-2 1-36 0,1 11-2 0,1-1-25 16,0 2 0-16,0 2-27 0,0 2 27 0,0-1 7 16,0 4-33-16,0-3 84 0,0 3-41 0,0-1-23 15,0-1 1-15,1-2 84 0,7-1-57 0,-3 0-24 16,7-2 0-16,-1 0 59 0,2-3-42 0,2-1-12 16,1-2 22-16,5-1-25 0,0-3-1 0,3-3-25 15,1 0-27-15,-4 0 35 0,5-3-8 16,-1-4-53-16,-5-4 27 0,1-4-1 15,-5 1 27-15,0-2-101 0,-4-3 46 0,2-3 13 16,-7-2 0-16,-3-1-106 0,0 3 63 0,-4-1 10 16,0 2-39-16,0-8 28 0,0 10 22 0,-8-3-4 15,-3 3 43-15,1 0-34 0,-1 4 9 0,-1 0 57 16,-4 4-27-16,3-1-1 0,-4 4-31 0,3 2 121 16,-6 2-53-16,3 2-18 0,1 2 1 0,-3 0 66 15,2 0-41-15,2 2-10 16,4 3-13-16,2 1-4 0,0 0-9 0,4 0 18 15,-1-2-178-15,5 9 76 0,-1-4 40 0,2 2-217 16,0 4 121-16,0 0 43 0,9-1 9 0,10 4-600 16</inkml:trace>
  <inkml:trace contextRef="#ctx0" brushRef="#br0" timeOffset="-105203.83">24120 8944 845 0,'7'-11'0'0,"-2"5"0"0,-1 3 0 0,-1 1 0 0,1-2 0 0,-2 3 0 0,0-1 0 0,-1 0 0 0,-1 2 0 0,0 0 113 0,0 0-31 0,0 0-4 16,0 0-22-16,0 0 0 0,0 0-23 0,-5 0 11 16,-11 4-3-16,0 3-8 0,-5 2 0 0,-2 1 31 15,1-3-31-15,-2 3 0 0,-1-3-23 0,-5 2-8 16,2 0 31-16,0-2-26 0,-2 0 0 0,-1 1 26 16,6-2-1-16,-7 2-31 15,6 0 17-15,4 0 9 0,0-1-13 0,6-1 51 16,2-2-39-16,3 2-2 0,2-3-10 0,2 1 70 15,4-3-27-15,1 2 7 0,0-2-71 0,2 1 37 16,0 1 8-16,0 3 9 0,9 0-14 0,7 2 6 16,1-2-3-16,3 1 5 0,-1-2-8 0,1 2 0 15,0 0-4-15,0 1-33 0,-1-2 9 0,0 2 1 16,0-1 13-16,-5 1-145 0,2 2 67 16,-1-1 42-16,0 0-365 0,-4 3 187 15,-2-1 75-15,3 2 52 0,-5 0-379 0,-3 1 199 16,-2-2 112-16</inkml:trace>
  <inkml:trace contextRef="#ctx0" brushRef="#br0" timeOffset="-105025.2">23573 9388 1177 0,'-9'0'0'0,"4"0"0"0,3-2 0 0,-2 0 0 0,2 0 0 0,2 1 0 0,0-1 0 0,0 2 211 0,0 0-89 0,6 7-37 16,10 8 293-16,1 2-172 0,5 2-87 0,-1 0-43 15,4 1 131-15,0 1-79 0,-2 1-51 0,1-1-164 16,0 0 60-16,0 1 30 0,3 1 0 0,-1-1-599 16,3 1 311-16</inkml:trace>
  <inkml:trace contextRef="#ctx0" brushRef="#br0" timeOffset="-65445.7">29348 9093 491 0,'0'0'0'0,"0"-1"0"0,0-2 0 0,0-1 0 0,0 1 0 0,-3-3 0 0,2 2 0 0,-1-1 64 0,0 1 0 15,-1 1-23-15,3-1 43 0,0 2-26 0,-2 0 0 16,2 0-25-16,0 0 49 0,0 1-16 0,0 1-9 16,0 0 16-16,0 0-1 0,0 0-39 0,0 0 0 15,0 0-4-15,0 0 4 0,0 0 0 0,2 5-13 16,6 4 13-16,0 6 0 0,-1 4 8 0,3 4 55 16,-3 1-32-16,3 2 1 15,-4 3-3-15,0 2-29 0,1 3 7 0,-3-1-7 16,3 1 24-16,-4-2-24 0,0 0-1 0,3-1 1 15,-4-5-37-15,-1 2 14 0,1-7 0 0,-2-1-18 16,0-5 20-16,0-4-4 0,0-3 32 0,0-3-41 16,0-2 0-16,0-1 10 0,0-2 12 0,0 0 22 15,-3-2 5-15,-2-14-40 0,1-7 29 0,4-2-11 16,0-5-3-16,0-2 12 16,1 0-141-16,12-2 59 0,0 1 31 0,4-2-66 15,-1 3 44-15,4 1 15 0,2 0 0 0,-2 5 32 16,2 0-12-16,2 5-22 0,-5 2 18 0,1 9 89 15,-1-2-45-15,-2 4-5 0,-2 3-1 0,-2 2-2 16,1 3-1-16,-6 0 10 0,4 0-25 0,-5 0 14 16,1 5-13-16,-1 0-36 0,-3 1 37 0,0-2 12 15,-1-1-10-15,-1 2-49 0,-1-4 22 0,3 1-8 16,-4-2-86-16,0 0 49 16,0 0 27-16,0 0-15 0,0 0-28 0,0 0 23 15,0 0 0-15,0 0 13 0,0-2-250 0,0-5 123 16,0-5 65-16,0 5-364 0,0-5 214 0</inkml:trace>
  <inkml:trace contextRef="#ctx0" brushRef="#br0" timeOffset="-65025.82">29750 8693 1116 0,'3'-16'0'0,"-3"8"0"0,2 4 0 0,0 0 0 0,-2 0 0 0,0 3 0 0,0-3 0 0,1 0 147 0,4 2-57 0,4-2-20 15,2 2 50-15,-1 1-44 0,3-1-21 0,1 2 68 16,0 0-44-16,1 0-16 0,-1 2-7 0,0 5 1 16,-3 3-25-16,0 1 1 0,-1-1-35 0,-3 5 8 15,0-3 27-15,-4 2 0 16,-1-1-67-16,-2 1 33 0,0 4 1 0,-2-3 41 16,-8 0-60-16,-3-1 22 0,1-2-11 0,-5-3-71 15,4-1 45-15,-3-2 11 0,3-3-1 0,0-2-1 16,1 2-14-16,4-3 38 0,-1 0 102 0,4 0-50 15,0 0-24-15,2 0-1 0,3 0 163 0,0 0-86 16,0 0-33-16,0 0-20 0,0 0 22 0,0 2 0 16,3 0-39-16,7 2-3 0,4 0 2 0,-1-3 9 15,1 3-8-15,2-1 96 0,1-1-49 0,0-2-23 16,0 1 0-16,-3-1-16 0,2 0-9 16,-3 3 1-16,1-3-42 0,-5 2 21 15,1-2 8-15,-1 0 13 0,-4 2-70 0,-2-2 34 16,-1 0-2-16,1 0-6 0,-3 0 14 0,0 0-1 15,0 0-7-15,0 0 34 0,0 0-32 0,0-2 13 16,0-4-128-16,0-1 61 0,0-3 27 0,0 2 1 16,3 4-674-16,1 0 335 0</inkml:trace>
  <inkml:trace contextRef="#ctx0" brushRef="#br0" timeOffset="-63118.89">30042 9194 189 0,'0'0'0'0,"0"0"0"0,-3 0 0 0,3 0 0 0,0 0 0 0,0 0 0 0,-1 0 44 0,1 0-25 0,0 0-3 0,0 0 80 0,0 0-32 16,0 0-1-16,0 0-34 16,0 0 11-16,0-1-9 0,0-2 1 0,0 2 18 15,0-1-18-15,1 2 1 0,2-2 8 0,0 2 19 16,-1 0-27-16,-1 0 0 0,1 0 27 0,1 0-27 15,2 0 8-15,0 0-8 0,0 0 55 0,4 0-27 16,-1 0 0-16,3 0 11 0,2 0 9 0,1 0-49 16,0 0 1-16,-1 0 82 0,-1 0-41 0,0 0-21 15,-4 0 9-15,9 0 7 0,-9 0 1 16,2 0-37-16,2 0 22 0,-4 0-22 16,2 0 8-16,-3 0-8 0,3 0-21 0,-5 0 20 15,3 0 1-15,-3 0-33 0,-2 0 41 0,3 2-8 16,-3-2 0-16,-1 0-47 0,0 0 16 0,-1 0 0 15,1 0 16-15,-2 0-48 0,0 0 18 0,3 0 0 16,-3 0-24-16,0 0 24 0,0 0-8 0,3-4 31 16,-3 0-184-16,2-1 85 0,-2 2 34 0,0 0 24 15,0 1-366-15,0 0 185 16,0 1 89-16,0 1-125 0,0 0 107 0</inkml:trace>
  <inkml:trace contextRef="#ctx0" brushRef="#br0" timeOffset="-62778.74">30065 9416 548 0,'-7'-3'0'0,"7"3"0"0,0 0 0 0,0 0 0 0,0 0 134 15,0 0-51-15,0 0-17 0,0 0-8 0,0 0 111 16,0 0-68-16,0 0-34 0,0 0 93 0,3 5-55 15,2-2-40-15,6 0 0 0,-5 1 91 0,6-1-62 16,2-1-30-16,-3-2 89 0,8 0-65 0,-5 0-27 16,4 0-1-16,-2 0 6 15,1 2-34-15,-1-2 9 0,0 2-8 0,-3 0-16 0,1 1 15 0,-3 1 1 16,-1-2-54-16,0 2 34 16,-3 0-7-16,-1 0 27 0,-2-3-68 0,-1 1 34 15,0 0 4-15,1 0-51 0,-2-2 29 0,-2 0 5 16,0 0 0-16,0 0 55 0,0 0-8 0,0 0-29 15,0 0 3-15,0 0 26 0,0 0-25 0,0 0 6 16,0 0-236-16,0 0 109 0,0 0 57 0,0 1 23 16</inkml:trace>
  <inkml:trace contextRef="#ctx0" brushRef="#br0" timeOffset="-61477.66">30723 9210 355 0,'-9'0'0'0,"2"0"0"0,1 0 0 0,3-3 0 0,-2 2 0 0,-1-5 0 0,0 0 5 16,-1 1 28-16,2-5 8 0,2 2 17 0,0-3 0 15,-3-2-25-15,4 0 0 0,1 0 33 0,-1-2-7 16,2 1-26-16,0-2 39 0,0 0 0 0,0 0-40 16,0 1 9-16,5 2 44 0,6-2-26 0,-2 2 0 15,1 1 8-15,4 1-1 16,-1 2-25-16,-1 1-8 0,1 3 14 0,-3 1-14 16,4 0-1-16,-4 2 1 0,2 2-16 0,-1 0-8 15,-3 4 24-15,5 9-28 0,-7 0 28 0,4 5 0 16,-4 0 8-16,2 1-3 0,-3 2-5 0,1 0-7 15,-6 1 5-15,3 1-38 0,-1 1 43 0,-2 0-13 16,0 0-35-16,-5 1 36 0,-6-1 3 0,-3 1 0 16,-1-4-55-16,-5 7 21 0,5-6 0 15,-5-4-31-15,3-2 27 0,-1-1-11 16,1-2 39-16,1-4-53 0,0-1 21 0,5-2-11 16,0-3 30-16,4 0 41 0,1 0-20 0,4-3-5 15,2 0 40-15,-3 2-25 0,3-2-1 0,0 1-18 16,0 4 49-16,3-1-20 0,9-1 1 0,2 1 72 15,0-2-46-15,2-2-12 0,0 0 7 0,4 0 30 16,-5 0-32-16,5 0 0 0,-2 0-55 0,-2 0-1 16,-1 0 32-16,-2 0-8 0,3 0-226 0,-5 0 108 15,1 5 58-15,0 3 21 16,-4-1-213-16,0 4 99 0,3-1 63 0,-5-1-506 16,2 1 265-16,-1-1 133 0,0-3 58 0</inkml:trace>
  <inkml:trace contextRef="#ctx0" brushRef="#br0" timeOffset="-61004.36">31061 9014 805 0,'-6'-13'0'0,"5"9"0"0,-1 2 0 0,2 0 0 0,0 1 0 0,0-1 96 0,0 0-24 16,0-4-8-16,5 3 176 0,9-1-103 0,2 0-52 15,3-2 5-15,0 4-20 0,0 0-8 0,5 1-30 16,-2-1 2-16,-1 2-1 0,3 0-1 0,-1 0 9 16,-2 0-26-16,-2 0 18 15,-2 0 0-15,0 0-38 0,-5 0 37 0,-1 0 9 16,-3 0-8-16,0 0-44 0,-5 0 9 0,0 0 0 16,-1 0 14-16,1 0-4 0,-3 0 4 0,0 0 9 15,0 0 67-15,0 0-33 0,0 0 0 0,0 0-26 16,0 3 49-16,0 5-25 0,-3 2 9 0,0 1 11 15,-1-2-40-15,1 0 8 0,-3 1-8 0,6-1-24 16,-4-1 0-16,0-1 24 0,1-1-1 0,1 0-24 16,-1-4-9-16,2 2 34 0,-1-4-31 0,2 1 1 15,-2-1 11-15,2 0 19 0,0 0-35 0,0 0 24 16,0 0-6-16,0 0 5 16,0 0-68-16,0 0 36 0,0 0-8 0,0 0-31 15,0 0 29-15,0 0 0 0,0 0 22 0,0 0-106 16,0 0 43-16,0 0 29 0,0 0-66 0,0-1 42 15,0-5 8-15,2 0-5 0,0 0-20 0,-1 3 24 16,2-3-20-16,-1 0 6 0,-2 0-6 0,0 3-7 16,0-1 44-16,0 0-52 15,0 1 27-15,0 1-1 0,3 0 26 0,-1 0-335 0</inkml:trace>
  <inkml:trace contextRef="#ctx0" brushRef="#br0" timeOffset="-60167.6">31098 8992 7 0,'0'0'0'0,"-2"0"0"0,2 0 0 0,-1 0 0 0,-1-2 0 0,-4 0 0 0,5-1 206 0,-1-1-86 0,0-1-44 0,1 1 80 16,1-1-53-16,-2 3-39 0,2-2-1 0,0 1 117 15,0-3-74-15,0 2-36 0,0 0 108 0,0 2-77 16,0-3-35-16,3 3 1 0,2-1-6 0,4 1 0 15,1-1-21-15,0 2-7 0,2-1 52 0,-4 2-25 16,3 0-1-16,2 0 3 0,-4 0 8 0,1 0-37 16,1 0 0-16,-3 0 22 15,2 0-22-15,0 3 0 0,-3 0 22 0,1 0-22 16,-1 1-1-16,2 2 1 0,-3-3 5 0,2 1-6 16,-1 0 9-16,2 0-8 0,-4 1 36 0,1-1-36 15,1 1 0-15,-3 4 22 0,4-2 8 0,-3 4-30 16,-2 0 0-16,0 3 30 0,0 2 1 0,-1 4-23 15,0-3-8-15,-2 5 41 0,0 0-21 0,0 0 0 16,1 3 0-16,-1-3-12 0,0 1-8 16,0 2 0-16,2-3-36 0,-2 5 35 0,0-4 1 15,0-1-55-15,0 4 24 0,0-3-1 16,0-1 32-16,0 0-86 0,0-1 40 0,0-2 13 16,-2-2-6-16,1-9-54 0,-1 5 35 0,0-8 5 15,2-1-14-15,-1-3 13 0,1-1 0 0,0 0 9 16,0 0 33-16,-2 0-5 0,-1-1-18 0,1-14 130 15,2-1-57-15,0-8-32 0,0 2-1 0,0-6-158 16,0 0 63-16,0-5 36 0,0 1-101 0,7-2 61 16,-2 3 26-16,1-3-1 0,5 0-33 15,-3-2 19-15,3 3 7 0,0 3-10 16,0 2 6-16,-1 0 20 0,2 3 0 0,0 3 74 16,0 1-37-16,-1 2 1 0,-2 2-13 0,1 6 105 15,-3 2-49-15,1 1-34 0,-2 4 54 0,3 1-35 16,-4 1-6-16,3 2 0 0,1 0-47 0,1 0 4 15,0 5 32-15,1 5 10 0,0 1-19 0,0 0 0 16,-3 0-4-16,-1-2 28 0,4 3-10 0,-5-5-16 16,-1 1-10-16,1-1 70 15,-6-1-28-15,6-2 3 0,-4-2-23 0,0 0 28 16,-2-2-21-16,0 0-8 0,0 0 40 0,0 0 6 16,0 0-31-16,0 0-9 0,0 0 3 0,0 0 0 15,0 0-2-15,0 0-58 16,0 0 23-16,0-2-1 0,0-1 28 0,0-1-356 0,-2 2 158 0,2-1 88 15,0 2-495-15,-2-2 275 0,2 3 139 0,0 0 68 16,0 3-636-16</inkml:trace>
  <inkml:trace contextRef="#ctx0" brushRef="#br0" timeOffset="-59233.08">31979 9190 543 0,'-3'3'0'0,"0"-3"0"0,-2 0 0 0,5 0 0 0,-2 0 0 0,-1 0 0 0,2 0 56 0,1-6-24 0,0-5 1 16,0-1 166-16,0-1-87 0,0 0-40 16,0-4 11-16,0 2-25 0,0-2 0 15,0 0-17-15,0 2-24 0,-2-2 16 0,-3 3 0 16,-2 1-1-16,-3-1 19 0,3 3-10 0,-1 2-9 16,-4 1 28-16,1 2 0 0,-2 2-27 0,2 3 8 15,-2 1 1-15,-1 0-9 0,-2 12 0 0,-3 6-29 16,6 2 0-16,1 1 37 0,-3 8-9 0,1-2 38 15,4 4-37-15,-1 0 0 0,0 3 0 0,5 0 30 16,-1 0-8-16,3 0-23 0,2-1 26 0,0-1 0 16,2-1-25-16,0-5 8 15,0-2 1-15,0 1-9 0,5-7-1 0,5-2-34 16,-2-1-1-16,3-7 44 0,0 1-8 0,2-3-75 16,4-6 36-16,0 0 12 0,3-3 1 0,-3-10-49 15,3-9 29-15,0 3 5 0,0-6-53 0,-3-2 29 16,0 0 1-16,-3-2 21 0,0-1-20 0,-4 3 6 15,1-4 1-15,-3 5 5 0,-3 3-14 0,1 1-10 16,-4 3 34-16,-1 2 58 0,-1 7-29 0,0 3-3 16,0 1-26-16,0 3 200 0,0 1-88 15,0 2-48-15,0 0 66 0,-1 0-41 16,-6 11-30-16,1 6 15 0,-2 4-118 0,5-3 42 16,0 5 8-16,1 2 8 0,2-2 7 0,0 0 28 15,0 2-14-15,0-5-71 0,2-1 22 0,6 0 20 16,3-4-15-16,0-2 2 0,3-1-3 0,-3-3 0 15,2-3 47-15,0-3-1 0,1-3-17 0,5 0-4 16,-3 0 30-16,1-11 0 16,2-7-25-16,-3 2 10 0,0-3-7 0,-5 1 0 0,-1-5 5 15,1 3-101-15,-5-3 45 0,1-2 23 16,-6 1-5-16,1 1-67 0,-2 3 36 0,0-1 24 16,0 3-19-16,-5 0 1 0,-5 2 18 0,-2 2 8 15,-1 4 77-15,-1 0-36 0,1 2-9 0,0 3-29 16,-4 0 49-16,2 4-25 0,0-1 24 0,0 2-6 15,0 0-2-15,2 0 0 0,-1 0 8 0,1 0-95 16,2 3 38-16,3 3-1 0,0-2 36 0,1 2-128 16,4 0 48-16,-3 0 33 15,6 1-262-15,0 0 135 0,0 5 50 0,0-1 39 16,0 0-305-16,9 2 177 0,4 0 84 0,5 1-153 16,1-1 119-16</inkml:trace>
  <inkml:trace contextRef="#ctx0" brushRef="#br0" timeOffset="-58903.96">32400 9163 522 0,'0'-14'0'0,"3"7"0"0,-1-6 0 0,-2-1 0 0,0 2 0 0,0 2 0 0,0-1 376 0,0 3-172 16,-5 2-85-16,3 3 100 0,-4-1-85 0,1 3-55 15,-3 1-23-15,-3 0 7 0,0 1-1 0,-2 9-29 16,5-1 8-16,-1 3 12 0,1-5 1 0,5 4-22 15,1 0 59-15,2 0-30 0,0-1 9 16,2 1-37-16,9 0-29 0,0-1 0 16,0 1 29-16,5-2-33 0,-2 3 41 0,-3-1-8 15,2 2 0-15,-5 0-62 0,3 2 28 0,-3-1 0 16,-6 2 27-16,-1 2-46 0,-1 0 22 0,0-2-7 16,0 4-29-16,-13-1 17 0,-1-3 3 0,-2-3 15 15,-1 0-10-15,1-3 9 0,-3-2 7 0,4-5-69 16,-2-1 33-16,0-2-7 0,9 0 36 0,-3 0-255 15,2 0 119-15,2 0 51 0,5-4 28 0,2 1-323 16,0-3 173-16,0-1 88 0,11 1-149 16,4 0 109-16</inkml:trace>
  <inkml:trace contextRef="#ctx0" brushRef="#br0" timeOffset="-58485.08">32652 9127 1076 0,'0'-13'0'0,"0"4"0"16,0 1 0-16,0-2 0 0,-6 0 0 0,-1 4 0 0,3 0 0 0,-4 1 188 0,5 2-78 0,0 2-38 0,-1 1 170 0,1 0-105 0,-2 4-43 16,2 8-35-16,3 3 0 15,0 3 0-15,0-1-26 0,0 3 19 0,0-2-11 16,8 1-9-16,5-2 1 0,-1 0 17 0,8 0-17 16,0-4-1-16,1-5-42 0,4 1 17 15,-1-3 0-15,2-4 26 0,1-2-72 0,-4 0 34 0,1 0 13 16,4-2-7-16,-7-6-78 0,3-3 46 0,-2-2 10 15,-6 0-58-15,2-2 35 0,-4-4 22 0,0 0-20 16,-1-4 40-16,-5-1-16 0,0-2 11 16,-5-4-18-16,-2 0 38 0,-1-2-8 0,0 0-14 0,0 4 35 15,-12 0-34-15,4 8-2 16,-7 0 2-16,2 6 68 0,-4 2-32 0,2 5-9 16,0 3 141-16,3 2-66 0,-3 2-44 0,3 0-10 15,4 3 51-15,1 9-26 0,-1 1-21 0,5 4 47 16,-3 2-34-16,3 7 0 0,1 0-24 0,2 4 61 15,-1 4-31-15,-1 4 8 0,-1 7-38 0,3-2 76 16,-5 5-38-16,2 1 0 0,-2 4 2 16,-1-1-32-16,0 3-8 0,1 0-1 15,-2-1-32-15,4-4-1 0,0 2 34 0,1-9-274 16,-4 7 122-16,6-7 73 0,0-1 11 0,0-1-779 16,0-5 383-16</inkml:trace>
  <inkml:trace contextRef="#ctx0" brushRef="#br0" timeOffset="-51566.72">2432 8798 379 0,'0'-8'0'0,"0"3"0"0,0 3 0 0,-2-2 0 0,-1 1 0 0,1-1 0 0,-1 2 75 0,1-2-9 0,1 2-33 16,1-2-1-16,0 2 82 0,0-2-41 0,0 3 29 15,0-3-39-15,0 2 1 0,0 0-32 16,0 1 17-16,1 1-17 0,3 0 9 0,4 0-8 16,-4 9 30-16,5 10-1 0,0 3-29 0,-1 5 64 15,0 5-37 1,4 2 1-16,0 6 2 0,0-2 0 0,-1 2-30 0,2-8 7 15,1 3-7-15,-1-1-28 0,-2-3-1 0,0-4 29 16,-1-1 0-16,-2-6-15 0,-2 0-8 0,-3-5 23 16,-1-3-10-16,-1-3 9 0,-1-4 1 0,0-1-9 15,0-1 51-15,-3-3-9 0,-6 0-1 0,-1 0 0 16,-1-10-32-16,2-5 8 0,-1-8-74 0,4 0 34 0,4-1-1 16,-3-4 33-16,5 0-81 0,0-2 44 0,0 0-7 15,0-2 33-15,2 4-31 0,3 0 8 0,4 3-1 16,-1 4-6-16,2-1 54 15,1 1-53-15,3 2 15 0,-1 2 29 0,-2 5-29 16,3 0 3-16,-3 3-3 0,2 1-28 0,-2 5 30 16,-3-3 5-16,4 6-72 0,-5-2 34 0,1 2-2 15,-1 0 31-15,-1 0-38 0,-2 0 13 0,0 0 0 16,-3 0-1-16,1 0-63 0,1 0 27 0,-3 0 23 16,0 0-3-16,0 0-114 0,0 0 45 0,0 0-186 15,0 0 129-15,0 0 65 16,2-2 31-16,-1 0-342 0,4 2 179 0,2 0 102 15</inkml:trace>
  <inkml:trace contextRef="#ctx0" brushRef="#br0" timeOffset="-51389.2">2775 8935 838 0,'0'7'0'0,"0"-3"0"0,0 0 0 0,0 0 0 0,0-4 0 0,0 2 0 0,0 0 215 0,0-2-91 0,3 0-45 0,5 0-24 16,1 0 276-16,1 0-153 0,-1 0 4 15,1-2-75-15,-1 0-37 0,1 0 0 0,-3-2-255 16,2 2 105-16,0 0 57 0,-1 1 27 0,0 1-425 16,0 0 227-16,-3 0 122 0,0 0 14 0,0 7-490 15</inkml:trace>
  <inkml:trace contextRef="#ctx0" brushRef="#br0" timeOffset="-51234.05">2832 9153 1146 0,'-7'7'0'0,"6"1"0"0,-1-2 0 0,2-4 0 0,-2-1 0 0,2-1 0 0,0 0 0 0,0 0 197 0,4 0-82 16,4 0-41-16,0-1 130 0,4-1-90 0,-5-4-40 15,2 2-1-15,1 0-251 0,-1 1 106 0,-1-1 60 16,2 0 18-16,-1 2-407 0,1 0 216 0,3 0 109 16</inkml:trace>
  <inkml:trace contextRef="#ctx0" brushRef="#br0" timeOffset="-50869.03">2968 8839 683 0,'-6'-7'0'0,"4"5"0"16,2-2 0-16,0 0 0 0,0-1 0 0,8-1 340 0,2-1-153 0,3 1-69 0,4 1-47 0,-1 1 164 15,3 0-101-15,-1 2-51 0,4 2-7 16,-2 0-13-16,-2 0-8 0,-1 4-56 15,-4 7 1-15,1 2 32 0,-4 6 1 0,-2 2-96 16,-7 5 43-16,1 1 19 0,-2 4 8 0,-3 3-113 16,-10 0 77-16,-6 5-15 0,-2-5 31 0,0-5-72 15,-4-2 42-15,2-1-3 0,-3-5-2 16,2 0 165-16,0-6-62 0,6-2-34 0,0-3 221 0,10-3-110 16,0-1-58-16,2-2 106 0,4-2-76 15,2-2-23-15,0 0-23 0,2 0-23 16,15 0 6-16,4 0-9 0,1-2 1 0,0-4 26 15,5-4-26-15,-4 3 0 0,-1-3 7 0,4 1-117 16,-5 0 55-16,0-1 27 0,-2 1-262 0,1 1 124 16,-4 2 77-16,2-2-193 0,-4 2 119 0,2 0 24 15,-3 0 42-15,1 1-347 0,-3-3 181 0,4 1 103 16,-3-3 47-16,-2-2-320 0</inkml:trace>
  <inkml:trace contextRef="#ctx0" brushRef="#br0" timeOffset="-50244.19">3387 8802 1067 0,'-6'-9'0'0,"-2"5"0"0,-3 2 0 0,0 0 0 0,0 2 0 0,0 0 0 0,-2 0 0 0,4 5 101 0,-3 7-25 0,3 1 118 16,0 4-80-16,2 2-41 0,4 1 1 0,-1 4 0 16,3-1-12-16,1 3-8 0,0-1-21 0,0-6 30 15,1 3-31-15,6 1 1 16,5-4 8-16,1 0-48 0,0-3 40 0,3 0-43 15,-2-4 22-15,2 0-1 0,-1-5 30 0,2-1-64 16,-3-3 22-16,3-3 0 0,-4 0 6 16,0 0-11-16,0-5 6 0,-1-11-4 0,-1-1 1 0,-2-8-83 15,0 1 39-15,-1-6 25 0,-5-1 4 0,0 1-158 16,-1 2 72-16,-2 1-16 0,0 5 41 0,0 0 19 16,0 1 6-16,-5 6 147 0,-3 2-65 0,0 3-30 15,0 3-8-15,-1 3 244 16,2 2-118-16,0 1-64 0,-2 1-18 0,5 0 91 15,-4 5-37-15,4 8-34 0,-1 6 62 0,5 0-41 16,0 1-21-16,0 1-60 0,0 0 1 0,7 0 45 16,6-1-7-16,4 0-76 0,-1-2 37 0,5-1 1 15,-3-3 38-15,0-2-98 0,8 3 29 0,-9-2 27 16,2 0-6-16,0-2-30 16,-3-1 10-16,0 0 1 0,-3-3-52 0,-3-4 39 0,-3 1 10 0,0-4-30 15,-3 0 21-15,0 0-5 0,-1-1 22 0,-1-11 55 16,1-2-26-16,-2-6 0 15,-1 2-25-15,0-3 50 0,0 1-19 0,0-3 0 16,0 0-19-16,0 0 39 0,0 1-31 0,-1 2-10 16,-4 0 23-16,0 2 24 0,-1 3-11 0,-1 2 22 15,0-1-17-15,-5 3 1 0,3 2-16 0,-5 0 12 16,4 1-16-16,-4 1-2 0,-1 1 4 0,2 2 25 16,-1 0 1-16,3 0-26 0,0 2 5 0,0 2 22 15,3 0-22-15,0 0 1 0,-1 0 16 16,4 2-18-16,0 4 2 0,2 0-23 15,0 1 1-15,1 1 24 0,2-1-3 0,0-1-89 16,0 1 40-16,0 1 21 16,0-1-4-16,0-1-175 0,0 2 94 0,0-2 45 15,2 1 10-15,1-2-321 0,3 2 167 0,4-4 74 0,4 1-124 0,-3-3 108 16,5-1 53-16</inkml:trace>
  <inkml:trace contextRef="#ctx0" brushRef="#br0" timeOffset="-49919.06">3956 8693 360 0,'3'-11'0'0,"-3"5"0"0,0-3 0 0,0-1 0 0,-9-1 0 0,-1 2 256 0,0-1-111 0,-2 1-57 16,4 5-27-16,-5-2 108 0,2 5-60 0,0 1-42 16,-3 0 47-16,1 7-40 15,-3 10-1-15,2 4-23 0,2-2-9 0,-3 9-8 16,5-5 0-16,3-1 85 0,3-2-43 0,3 1-21 15,1-4 8-15,0-2 47 0,3-4-38 0,11-1 0 16,2-5-38-16,4 1 40 0,1-4-32 0,3 0-8 16,-3-1-38-16,2 2 38 0,-2-2 0 0,-3 5-36 15,-1-1 8-15,-1 5 28 0,-5-1-1 0,-2 3-142 16,-5-1 70-16,-3 4 17 0,-1 1 29 0,0 0-93 16,-6-2 47-16,-7 2 7 0,-9 1-1 0,5-8-8 15,-1 3 35-15,-4-5-20 16,0-1-123-16,2-1 61 0,1-1 35 0,2-4-254 15,6 0 129-15,0 0 78 0,6 0 34 0,2-8-119 16,3-6 77-16,4-9 38 0</inkml:trace>
  <inkml:trace contextRef="#ctx0" brushRef="#br0" timeOffset="-49528.09">4062 8640 594 0,'0'-3'0'0,"0"1"0"0,-3 0 0 0,-2 2 0 0,-3 0 0 0,-3 0 0 0,5 6 468 15,-3 3-209-15,5 4-117 0,-2 2 125 0,4 4-117 16,2 0-59-16,0 1-21 0,0 6 38 0,4-5-38 16,6-2 0-16,5-2-64 0,7 2 1 0,-4-10 34 15,7 3-8-15,2-5-30 0,1-3 0 0,4-4 30 16,-2 0 0-16,0-2-77 16,-1-10 35-16,-2-3 21 0,0 0-5 0,-3-5-118 15,-2 3 43-15,-3-2 40 0,2-5-89 0,-5 1 56 16,-5 1 16-16,-2 0-23 0,-3 2 22 0,-2-2-4 15,-3-1 17-15,-1 3 54 0,0-1-52 0,-1 2 9 16,-9 0-12-16,-4 5 99 0,3-1-38 0,-6 7-23 16,4 0 10-16,-6 7 152 0,6 1-74 0,-6 0-46 15,6 0 175-15,-4 9-100 0,4 6-30 0,0 1 81 16,4 3-69-16,1 0-28 0,5 4-7 16,3 3 8-16,0 0-22 0,0 5 0 0,0 2-21 0,6 5 84 15,2 7-47-15,3 2 1 16,-3 6-3-16,0 2 0 0,-1 0-35 0,1 4-28 15,1-1-129-15,-5 0 79 0,3 0 39 0,1-1-613 16,3-4 293-16,-3-1 162 0,2-4 42 0,-1-12-632 16,-1 0 360-16</inkml:trace>
  <inkml:trace contextRef="#ctx0" brushRef="#br0" timeOffset="-41933.92">24350 9280 328 0,'2'0'0'0,"1"0"0"0,-1 0-164 0,0-1 82 0,-1 0 41 0,2 1 41 0,-2 0 0 16,1 0 0-16,-2 0 0 0,0 0-26 0,0 0 26 16,0-3 1-16,0 3 0 0,0 0 27 15,0 0-26-15,0 0 1 0,0-3 35 16,0 3 0-16,0 0-33 0,0 0 1 0,0 0 28 16,0 0 2-16,0 0-22 0,0 0-4 0,0 0 43 15,0 0 0-15,0-1-32 0,0 1-2 0,-2-2 31 16,1 1-1-16,-5-1-23 0,2 0 19 0,-1 0-11 15,0 0-11-15,0-1 32 0,-1-3 0 0,3 0-23 16,-1 3-5-16,1-5 41 0,1 2-7 0,0 0-25 16,0-1-4-16,2-2 6 0,0-1-6 0,0-1 9 15,2-2-12-15,7-1 4 16,2-1 0-16,1 3-1 0,2-4 18 0,2 6-9 16,-2-3-8-16,6 3 10 0,-2 0-10 0,3 5 0 15,-2 1-1-15,1 2 10 0,1 1-9 0,0 1 0 16,-3 0-1-16,-1 0-32 0,0 7 33 0,-3 3 8 15,-2 2-8-15,0 4-38 0,-3 0 0 0,-3 1 32 16,-1 3 16-16,-3 1-11 0,0 2-10 0,-2 3 21 16,0-1-21-16,-2 1 4 0,-9 1 0 15,-3 0-19-15,0 0 19 0,-5-1 0 0,-1 0 2 16,-1-3-66-16,-2-1 30 0,3-5 6 16,-7 2 22-16,1-6-59 0,3-4 23 0,3-2-1 15,-1 0 9-15,0-4 20 0,3-1-15 0,1 1 10 16,4-3 111-16,3 0-54 0,1 0-26 0,3 0 82 15,3 0-47-15,1 0-27 0,0 0 3 0,2 0 134 16,0 0-75-16,0 0-30 0,0 0-134 0,7 1 44 16,8 4 22-16,6 1 1 0,0-2 32 15,1-2-2-15,6 1-8 0,-3 2-47 16,1-2 23-16,-5-1 1 0,1 2 6 0,1 0-17 16,-2 1-7-16,-3-1 1 0,-1 0-11 0,-1 0-136 15,0-1 68-15,-3 1 44 0,2 1 20 0,-2-4-339 16,1 3 154-16,-2-4 90 0,4 1-357 0,-1-1 213 15,4 0 118-15</inkml:trace>
  <inkml:trace contextRef="#ctx0" brushRef="#br0" timeOffset="-41247.75">25159 9172 474 0,'-2'-12'0'0,"0"7"0"0,-1-1 0 0,-1 0 0 0,-1 3 0 0,2-3 117 0,-1 1-33 0,-2 1-31 16,3 0 1-16,-2 2 131 0,-1 1-77 0,0 1-37 15,-1 0 23-15,-3 0-35 0,-3 0 0 0,0 11-66 16,-3 0 40-16,2 4-1 0,-2 2 9 0,0 4 35 15,0-1-21-15,3 3-1 0,3 1-21 0,-2 3 42 16,7-4-13-16,-1 3-8 0,4-4 15 0,2 4-36 16,0-6 0-16,0 4 0 0,4-2 23 15,7-4-24-15,1 1 1 0,0-3-42 16,4-1 21-16,-1-5 0 0,2-1 29 0,1-4-78 16,-1-4 35-16,3-1 0 0,0 0 17 0,2 0-87 15,-2-6 43-15,3-9 10 0,0-2-1 0,-2-1-30 16,-1-2 15-16,1-3 0 0,-4 4-93 0,1-7 50 15,0 5 31-15,-5 1-67 0,-3-1 45 0,2 2 21 16,-4 4-27-16,-3 0 83 0,-1 7-41 0,-2-1 0 16,0 4 0-16,-2 1 149 0,0 2-79 0,0 0-25 15,0 1 71-15,0 1-39 16,-10 0-30-16,1 7 4 0,-1 8 33 0,1 0-9 16,2 4 0-16,1 1-32 0,1 1 1 0,3 0 23 15,2-1-18-15,0-2-27 0,0 2 26 0,2-3-2 16,7-2 2-16,0-2 10 0,5-1-13 0,-2-2-15 15,2-4 32-15,1 0-21 0,0-5 1 16,2-1 6-16,2 0-8 0,-1 0 11 0,-1-8-6 0,4-8-40 16,-6 1 39-16,0-2 5 15,-2 0-5-15,-2-2-77 0,-3-1 36 0,0 1-6 16,-5-2 41-16,-1 0-42 0,-2-1 0 0,0-1 23 16,-2 0-21-16,-5 6-5 0,-7-2 31 0,1 2-12 15,-4 2-2-15,-1 4 4 0,-3 1 6 0,-6 3 32 16,3 5-32-16,0 0-4 0,0 2 3 0,3 0 34 15,1 0-31-15,6 5 2 0,3 1-1 0,3 1-45 16,2 3 2-16,3 2 41 0,3 0-199 0,0 2 91 16,3 1 48-16,11 0 10 0,6-1-178 15,5 1 103-15,2-2 53 0,6-5-56 16,0-2 54-16,-2-1 19 0</inkml:trace>
  <inkml:trace contextRef="#ctx0" brushRef="#br0" timeOffset="-40954.61">25743 9258 216 0,'8'-16'0'0,"-3"2"0"0,-2-1 0 0,2-1 0 0,-3 6 0 0,-2-5 0 0,0 6 233 0,0-1-101 0,0 2-49 16,-2 5-25-16,-4-1 141 0,-3 3-87 0,-2 1-39 15,1 0 21-15,-1 0-30 0,2 6 0 0,3 2-23 16,0 5 21-16,4 0-30 16,2 0 1-16,0 3-26 0,2-1 0 0,10 0 34 15,2-2-8-15,2 0-42 0,0 3 21 0,2-4 1 16,-4-1 28-16,2 2-54 0,-4-1 9 0,0-1 0 15,-6-4-16-15,-1 3 13 0,-1-1-8 0,-2 0 30 16,-2 0-6-16,0 0 3 0,-13 0-4 16,-8 2 74-16,-2-2-28 0,-5 1-4 15,0-2-31-15,-3 1-28 0,0-1 31 0,3-2-3 16,4-3 12-16,-3 1-163 0,6-3 72 0,5 2 36 16,6-3-1-16,4 0-260 0,3 0 121 0,3 0 78 15,0 0-261-15,12-3 158 0,8-4 78 0,4-2-136 16</inkml:trace>
  <inkml:trace contextRef="#ctx0" brushRef="#br0" timeOffset="-40563.88">26072 9145 356 0,'4'-7'0'0,"-2"1"0"0,-2 1 0 0,0 0 0 0,0 2 298 16,0 2-133-16,0-2-66 0,-2 2-25 0,-7 1 86 15,2 1-63-15,0 11-33 0,2 3 46 0,1 1-39 16,1 5 9-16,3-3-47 0,0 4 39 0,7-3-39 15,9 1 0-15,5-3-9 0,0-4 17 0,6 0-8 16,4-3 0-16,0-7-58 0,4 0 30 0,-1-3-1 16,2 0 37-16,2-6-43 15,-2-8-6-15,0-3 39 0,-5-1-177 0,-1-2 81 16,-5-3 27-16,0-2 23 0,-4-1-114 0,-5-2 62 16,-1-4 14-16,-4-2-85 0,-3-1 43 0,-5-1 39 15,0 2 0-15,-3 4-6 0,-6 6 29 0,-9 3 0 16,-4 8-8-16,-8 1 80 0,2 9-36 0,-3 1 0 15,0 2 156-15,-1 4-91 0,5 7-37 0,-1 10-22 16,7-3 221-16,2 7-112 0,5 1-32 0,4 6 147 16,0 2-104-16,4 11-48 15,1-3-24-15,2 8 150 0,0 0-87 0,0 3-35 16,0 5-30-16,0 10 47 0,0-4-34 0,-3 2 0 16,1-1-70-16,-4-3 9 0,-1 15 25 0,1-9 1 15,0-15-263-15,4 1 131 0,2-15 66 0,0-7-436 16,0-6 233-16,0-5 76 0,8-7 72 0,4-7-456 15</inkml:trace>
  <inkml:trace contextRef="#ctx0" brushRef="#br0" timeOffset="-40377.32">26924 10090 1206 0,'0'-17'0'0,"0"17"0"0,0 0 0 0,0 0 0 0,0 5 0 0,0-5 0 0,0 4 0 0,0 0 0 0,-5-2-54 16</inkml:trace>
  <inkml:trace contextRef="#ctx0" brushRef="#br0" timeOffset="45929.56">10227 10624 590 0,'-7'0'0'0,"0"1"0"0,2 2 0 0,2 2 0 0,-1-3 0 0,2 2 0 0,0-2 281 0,0 0-124 0,2-1-62 16,0-1-23-16,0 2 167 0,0 0-103 0,4-2-52 16,12 0 122-16,5 0-87 0,2 0-34 0,5-7 130 15,-1-5-92-15,1 1-44 0,-1 1-24 0,-1 3 66 16,-4 3-36-16,6 0-31 0,-7 4 1 0,2 0 67 15,-3 0-44-15,1 4-23 0,0 4 9 0,-3 1 7 16,-1 1 1-16,0-3-39 0,-4 3-66 16,0-5 33-16,-6 1 9 0,2-3 23 15,-4 0-180-15,-3-3 90 0,0 3 40 0,0-3-251 16,-2 0 120-16,0 0 74 0,0 0 6 0,0 4-2 16,-13 2-6-16,-1-1 17 0,0 5 6 0,-2 0-62 15,0-3 42-15,2 2 21 0,1-2 82 0,1-1-38 16,2-1 7-16,0 1 198 0,2 0-112 0,1-2-58 15,3-3-9-15,1 3 326 0,-1-2-150 0,2 0-91 16,0 0-11-16,1 1 75 0,1 2-67 16,-2 2-25-16,0 4-8 0,2 2 44 15,0 5-38-15,0 0-1 0,0 6 233 0,0-1-304 16,0 3 0-16,0 0 0 0,2 3 0 0,0-1 0 16,1 2 0-16,-1 4 0 0,2 1 0 0,-1 7 0 15,1-3 0-15,-2 4 0 0,0 0 0 0,-1-1 0 16,-1 9 0-16,0-5 0 0,0 0 0 0,0-2 0 15,0-3 0-15,0-3 0 0,0-2 0 0,-1 2 0 16,-5-5 0-16,2-3 0 0,-3 0 0 16,0-5-229-16,-3 1 156 0,3-7 25 15,-3 0 0-15,-1-2-83 0,1-3 46 0,1-2 10 16,1-2 7-16,1-3 8 0,0 1 28 0,1-3-1 16,1-2 84-16,-2 2-51 0,4-1-12 0,-1-3 253 15,2-1-133-15,0 2-51 0,2-2-38 0,-1 0 198 16,1 0-16-16,0 0-201 0,0 0 0 0,0 0 0 15,1 3 0-15,13-3 0 0,2 0 0 0,9 0 0 16,0 0 0-16,1 0 0 0,1-3 0 0,-2 0 0 16,7-4 0-16,-6 4 0 0,-5 1 0 0,4-2 0 15,-3 3 0-15,-3-1 0 16,0 0 0-16,-4 0 0 0,-1 0 0 0,-4 0-448 16,1 0 212-16,-2-1 87 0,1-2 64 0,-1-2-476 15,-1-3 264-15,2 0 132 0,-1-3-195 0,0-1 155 16,1-2 91-16,-1-7-417 0</inkml:trace>
  <inkml:trace contextRef="#ctx0" brushRef="#br0" timeOffset="46139">10962 10988 2006 0,'-7'0'0'0,"7"0"0"0,0 0 0 0,0 0 0 0,0 0 0 0,0 0 0 0,0 0 0 0,0 0 701 0,9 0-334 0,10 0-168 15,-1 0 233-15,8-2-221 0,3 0-32 0,-1 2-179 16,-2 0 0-16,1 0 0 0,-7 0 0 0,4 0 0 16,-3 0 0-16,1 0 0 15,-3 0 0-15,1 2-408 0,-4-2 246 0,-2 2 93 16,-5-2 50-16,0 2-900 0,-1 1 443 0,-2 5 222 16</inkml:trace>
  <inkml:trace contextRef="#ctx0" brushRef="#br0" timeOffset="46299.56">11127 11369 1590 0,'0'6'0'0,"0"-2"0"0,0-1 0 0,0-1 0 0,0-2 0 0,0 0 424 16,2 0-196-16,10 0-98 0,2 0-48 0,5 0 519 16,-1 0-276-16,3 0-150 0,6 0-71 0,-6 0 27 15,1 0-49-15,0 0-25 0,-2 0-666 0,-2 0 317 16,1 4 163-16,0 5-1007 0</inkml:trace>
  <inkml:trace contextRef="#ctx0" brushRef="#br0" timeOffset="49201.03">12472 10800 203 0,'2'0'0'0,"0"-4"0"0,-1 2 0 15,1-1 0-15,0-1 0 0,2 0 228 0,-3-1-89 0,2-1-58 16,1-1 112-16,-2-1-80 0,1 0-40 0,1-2 8 16,0 0 11-16,-1-6-29 0,-1 0 0 0,0-1 13 0,0 0-21 15,-2-2 8-15,0-1-30 0,0 1 56 0,0-2-28 16,0 0 0-16,-8-3-29 0,1 8 48 0,-2-2-47 16,-1 3 0-16,1 3 32 0,-2 0 0 15,-3 3-32-15,2 1 8 0,-2 5 11 0,-2-1-19 16,-2 0 0-16,2 2-22 0,-3 2 0 0,2 0 30 15,0 0-8-15,1 7 38 16,2 0-38-16,-2 1-1 0,5 2 1 0,1 0 73 16,-1 0-41-16,4 2 0 0,0-4 19 0,0 4-26 15,3 5 1-15,-1 6-18 0,4 7 66 0,-1 2-36 16,2 9-1-16,0-1 5 0,0 3-21 0,0-4 9 16,2 12-31-16,4-4 107 0,-1 1-53 0,3 1-27 0,-3 2 1 15,2 1 209-15,0 3-269 0,-2-2 0 0,1 2 0 16,-1-3 0-16,1-2 0 0,-3-5 0 15,0 8 0-15,-1-7 0 0,0-4 0 16,-2-6 0-16,0 4 0 0,0-3 0 0,0-2 0 16,-8-2 0-16,-2-4 0 0,1-2 0 0,0-10 0 15,-3-2 0-15,1-4 0 0,-2-5 0 0,-2 0 0 16,0-6 0-16,0 0 0 0,0 0-440 16,-2 0 278-16,2 0 69 0,0 0 22 0,1-8-300 15,4 0 169-15,2 3 76 0,3-1 51 0,-2-1-132 16,6-1 87-16,1-1 44 0,0-1 22 0,10-1-368 15,10-2 200-15,2-2 94 0,7-2-348 16,-1-1 221-16</inkml:trace>
  <inkml:trace contextRef="#ctx0" brushRef="#br0" timeOffset="49474.31">12455 11501 901 0,'8'-2'0'0,"-3"-1"0"0,-1 3 0 0,-2 0 0 0,0 0 0 0,-1 3 0 0,-1 8 0 0,0 2 0 0,2 1 61 0,0 6 361 0,0 1-195 16,4 3 230-16,2-3-204 0,-1-1-114 15,2 1-53-15,3-3 140 0,1-1-97 16,0-2-48-16,4-6-16 0,-2 0-4 0,2-6-28 16,0-3 0-16,-3 0-124 0,2 0 61 0,-5-9 40 15,2-10-179-15,-5-3 101 0,-3-2 50 16,-5 4 25-16,0-6-170 16,0 4 58-16,-9-4 8 0,-5 3 43 0,-2 3-10 0,-3 5-1 15,3 0 36-15,-4 7-27 0,-1 0 70 0,0 4-23 0,1 4 0 0,1 0 78 16,1 0-37-16,1 7-32 0,4 4 12 0,1-2-65 15,5-4 58 1,1 3-15-16,5-1-309 0,1-4 140 0,0 3 76 0,1-6 39 16,14 0-424-16,4-1 229 0</inkml:trace>
  <inkml:trace contextRef="#ctx0" brushRef="#br0" timeOffset="49818.39">12628 10362 1051 0,'-7'-16'0'0,"5"12"0"0,2 2 0 0,0-2 0 0,0 0 0 0,7 2 0 0,4 1 425 0,4 1-196 16,0 0-98-16,4 0-41 0,-3 7 93 0,5 8-75 16,-3 4-38-16,-2 4-109 0,-4 3 36 15,-3 2 8-15,-5 4-94 0,-2 2 60 0,-2 2 32 0,0 5-1 16,-8-6-179-16,-9 7 100 15,2-11 52-15,-4 3 28 0,-4-6-235 0,0-3 109 16,2-10-9-16,-7 2 206 0,8-8-59 0,0-3-24 16,1 0 0-16,3-6 342 0,6 2-171 15,1-2-86-15,3 0 190 0,3 0-127 0,1 0-21 0,2 0-46 16,2-2 181-16,10-2-114 0,9-4-53 0,4 3-27 16,-1-2 11-16,4 3 1 0,-4-1-30 0,3 4-8 15,-2 1-201-15,-1 0 101 0,-2 0 50 0,1 1-508 16,0 4 252-16,-3-1 143 0,1-3-314 0,0 1 206 15,0-2 97-15</inkml:trace>
  <inkml:trace contextRef="#ctx0" brushRef="#br0" timeOffset="49999.17">12918 10513 1165 0,'0'0'0'0,"0"0"0"0,0 0 0 0,0 0 0 0,5 0 0 0,4 0 0 0,4-2 0 0,4-2 528 0,1 2-247 0,3-2-125 0,6 1 151 0,-4-1-129 16,3 0-77-16,-6 2-221 16,5 0 76-16,-4 1 39 0,-3-1-1 0,1 2-189 0,-4 0 109 15,0 0 60-15,-8 2 29 0,1 3-557 0,-4 3 195 16</inkml:trace>
  <inkml:trace contextRef="#ctx0" brushRef="#br0" timeOffset="50166.42">13028 10466 1356 0,'-11'0'0'0,"3"0"0"0,2 0 0 0,3 0 0 0,1 3 0 0,2 6 0 0,0 1 0 0,0 3 0 0,0 4 258 15,5 4-112-15,3 2 279 0,0 2-196 0,-3 6-99 16,1 3-40-16,-3 0-47 0,-1 1-10 0,0 1-1 0,0 0 1 16,-2-3-166-16,2-1 91 0,-2-4 33 0,0-6-516 15,0-2 279-15,1-9 139 0,2-6 70 0</inkml:trace>
  <inkml:trace contextRef="#ctx0" brushRef="#br0" timeOffset="50317.02">13146 10562 1499 0,'0'0'0'0,"0"0"0"0,0 3 0 0,0 8 0 0,0 5 0 15,-1 6 0-15,-1 3 0 0,0-3 0 0,0 10 319 0,2-4-144 0,0 2-71 0,0-2-35 0,0 3-246 16,0-1 114-16,0-1 43 0,4 2 27 0,3 0-244 15,0 2 135-15</inkml:trace>
  <inkml:trace contextRef="#ctx0" brushRef="#br0" timeOffset="51189.52">13704 11285 801 0,'-7'-6'0'0,"0"-2"0"0,2 1 0 0,1-4 0 0,1-2 0 0,-3-1 0 0,1-2 161 0,-1-1-64 0,0 0-32 0,-1-1 0 16,-1 2 48-16,-1-1-44 0,-1 2 0 0,1 1-36 15,-2-1-16-15,-3 7 16 16,2-3 8-16,-2 7 6 0,1 3-15 0,-4 1 1 0,-1 10 56 0,-1 14-28 15,2 10 7-15,-2 7-35 16,6 4 37-16,1 2-1 0,5-1-36 0,7-2 0 16,0-10 45-16,0 0-8 0,4-2-37 0,11-8 28 15,2-3 0-15,2-4-29 0,-1-4 9 0,3-6-54 16,2-3 23-16,-1-4 0 0,2 0-26 0,-3-13 24 16,2-12 9-16,-3-9 16 0,-3-5-234 0,-2-2 109 15,-3-6 39-15,-3-3 32 0,-2-5-234 0,-1-10 122 16,-2-1 31-16,-2-4-115 15,0-5 91-15,0-6 48 0,1-1 14 0,-1 1-88 16,0 4 60-16,0 7 30 0,-2 15 54 16,0 13 0-16,0 10-33 0,0 3 8 0,0 17 270 0,0 0-135 15,-2 10-67-15,-5 2-34 0,-1 9 390 0,-2 24-161 16,1 9-109-16,-2 15 8 0,3 9 167 0,-1 6-131 16,2 12-58-16,3 12 147 0,2-6-110 0,2-2-56 15,0-1 92-15,0-1-73 0,2-15-30 16,9-2-7-16,2-18 18 0,4 0-28 15,-2-17 1-15,4-3-29 0,-4-8-134 0,2-8 63 16,2-9 36-16,1-6 0 0,3-3-275 0,-4-19 144 16,-1-6 89-16,1-11-304 0,-4-4 166 0,-2-2 40 15,-2-4-67-15,-1-2 88 0,-2 10 37 0,-5-12 30 16,1 17-8-16,-2 2 1 0,-2 8 29 0,0 2 1 16,0 11 105-16,0 1-48 0,0 5-30 0,-2 5 285 15,-2 2-157-15,1 2-63 0,-1 23-39 0,0 1 293 16,2 8-150-16,2 7-29 15,0 0 72-15,0-1-78 0,0 8-53 0,8-6-21 16,3-6 20-16,6-1-21 0,3-3 0 0,3-5-13 16,2-6-47-16,1-3 39 0,2-6 0 0,1-5 0 15,-2-5-21-15,-4-2 29 0,5 0-9 0,-4-12-132 16,-1-6 66-16,-5-4 31 0,0-1-173 0,-5-6 83 16,-3-3 50-16,-1-9 2 0,-7 0-130 0,-1-8 65 15,-1-11 44-15,0 5-6 0,-1-16-77 16,-9 9 56-16,-1 9 28 0,-4-1-172 0,-4 5 100 15,-2 15 42-15,-3 0 33 0,-4 10 50 0,0 7-1 16,-4 8-24-16,2 7 229 0,0 2-123 16,0 9-48-16,-1 19-29 0,5 3 336 0,5 2-156 15,5 5-94-15,6-4-4 0,4 6 165 0,6-3-73 16,0 2-68-16,2-1 148 0,15-5-33 0,1 0-217 16,7-5 0-16,2-2 0 0,4-5 0 0,7-3 0 15,0-7 0-15,-1-7 0 0,8-4 0 16,-3 0 0-16,3-1-1065 0,0-11 526 15,2-3 211-15</inkml:trace>
  <inkml:trace contextRef="#ctx0" brushRef="#br0" timeOffset="53184.71">15154 10747 789 0,'0'-1'0'0,"0"-2"0"0,0-1 0 0,0-1 0 0,0-3 0 0,0-3 0 0,0 0 0 0,0-4 0 0,0 0 0 0,2-2 144 0,0-1-48 0,-1-2-36 0,1 2 0 15,0 1-12-15,0-2-15 0,-2 3 0 0,0-2-28 16,0 0 28-1,0 3-1-15,0 0 33 0,-2 1-33 0,-5 2 1 16,0-2 8-16,-1 3 21 0,-4 2-29 0,0-1 0 0,-2 2 0 16,1 3 40-16,1-1 9 0,-6 2-50 0,4 1 52 15,-4 1-26-15,1 0 0 0,2 2-25 0,-2 0 30 16,4 0-8-16,1 0-22 0,-2 0 35 0,3 4-36 16,-1-1 1-16,3 3 8 0,2 0-14 15,-1-1 6-15,-2 5 0 0,5-1-1 16,-2 3-32-16,1 3 41 0,0 3-9 0,0 5 14 0,3 1-13 15,-1 4 0-15,2 5 59 16,0 0-22-16,1 3-8 0,1 2-29 0,0 5 50 0,0-4-25 16,0 3 0-16,1-6-17 0,5 12 33 0,-1-3-20 15,1 2 0-15,0 2-21 0,0 2 22 0,1 1-22 16,-3 3 0-16,1 0 0 0,0-2 0 0,-2 2 0 16,1-4-4-16,-2-3 4 0,-1 0 0 0,1-4-1 15,-2 0-24-15,0-9 25 0,0 5 8 16,0-3-8-16,0 1-37 0,-5-4 32 15,-2-3 149-15,0-2-177 0,2-7 0 0,-3 1 0 16,-1-4 0-16,-1-4 0 0,1-4 0 0,-4-2 0 16,2-1-232-16,-2-3 168 0,-3-3 38 15,2 0 10-15,-2-2-205 0,0 0 96 0,0 0 38 0,2 0 37 16,-2-4-260-16,4-3 138 0,1-1 70 0,-1 1 35 16,4-1-273-16,1 0 158 0,-1 0 75 15,4 1-120-15,2 4 97 0,2-1 49 0,0 1 16 0,0-3-297 16,6 0 164-16,8-1 83 15,2 1-234-15</inkml:trace>
  <inkml:trace contextRef="#ctx0" brushRef="#br0" timeOffset="53501.87">15109 11685 822 0,'8'0'0'0,"-1"0"0"0,-3 0 0 0,-1 0 0 0,-1 6 0 0,0 4 0 0,-2 4 0 0,0 0 452 0,0 4-214 0,0 0-103 0,0 1 116 15,3 0-109-15,0 0-55 0,5-2 179 16,1-2-121-16,3-3-56 0,0 0-28 0,1-3-5 0,4-3-1 16,-2-5-14-16,2-1-8 0,1 0-73 0,-4 0 36 15,2-5 0-15,2-12 37 0,-7-1-138 0,4-10 65 16,-4 3 36-16,-4-3-142 0,-2-1 58 16,-3 3 48-16,-2 4-86 0,0-8 60 0,-4 4-2 15,-8 9 24-15,0-2-45 0,-4 8 21 16,0 1 2-16,-2 6 34 0,-2 3 121 0,1 1-60 15,-5 1-31-15,5 13-8 0,-3 3 122 0,2 2-65 16,8-5-19-16,0 2 4 0,3 0-11 0,3 0 1 16,4-2 1-16,2 1-138 0,0-2 70 15,2-3 24-15,7-5-465 0,9-3 223 0,-2-2 102 0,7 0 65 16</inkml:trace>
  <inkml:trace contextRef="#ctx0" brushRef="#br0" timeOffset="53768.16">15342 10643 1292 0,'-17'-12'0'0,"5"9"0"0,7-1 0 0,1-1 0 0,3 1 0 0,-1 1 0 0,2-2 0 0,0-5 0 0,14-1 440 0,11-4-203 0,7-4-103 0,3 4 92 15,6 1-96-15,-8 2-41 0,5 5-37 0,-1 1-20 16,-5 2 1-16,0 2 0 0,-2 2-127 0,-6 0 72 16,5 0 23-16,-11 0 0 0,-1 0-88 0,-6 0 60 15,-1 4 30-15,-4-2 8 0,-3 0-528 0,-1-1 202 16,-2-1 145-16,0 4-313 0,0-2 225 0,-11 2 104 16</inkml:trace>
  <inkml:trace contextRef="#ctx0" brushRef="#br0" timeOffset="54053.4">15605 10546 766 0,'-12'3'0'0,"1"-2"0"0,4 1 0 0,-1-1 0 0,2-1 0 0,1 3 0 0,-1-1 198 0,3 2-86 16,-3 1 184-16,3 2-131 0,-6 5-66 0,2 1-34 15,0 2 106-15,-5 6-73 0,-1 1-32 0,-2 1-1 16,-2 1-66-16,0 2 1 0,-1-1 41 0,-3-1-142 16,0 1 67-16,-1-4 33 0,1-3 1 15,4-5-83-15,0 0 66 0,2-6 17 16,6 1 54-16,1-3-34 0,5-2-6 0,-1-3-32 15,4 2 255-15,0-2-118 0,0 0-52 0,0 2-20 16,13-1 93-16,10 2-52 0,1 1-19 0,6-3-8 16,2 1 50-16,4-1-38 0,3-1-1 15,-2 3 36-15,2-3-29 0,-6 3-8 16,1-3-107-16,-4 1 34 0,-2 1 1 0,-6-2 33 0,1 1-324 0,-7-1 158 16,-5 2 83-16,-2-2 21 0,-6 0-556 15,1 0 259-15,-1 0 131 0,-3 0 86 16,0 0-183-16,-3 0 130 0,-8 0 65 0</inkml:trace>
  <inkml:trace contextRef="#ctx0" brushRef="#br0" timeOffset="54239.9">15600 10715 571 0,'-7'-3'0'0,"4"1"0"0,-1 2 0 0,0 0 0 0,1 0 275 0,1 0-112 0,-2 5-70 16,4 10 365-16,0 2-212 0,0 8-107 0,0 1-54 15,0 4 300-15,0 2-181 16,0 4-85-16,-2 1-43 0,2 1 44 0,-1-1-44 15,1 1-13-15,0-1-272 0,0 1 121 16,0-2 60-16,0-2 31 0,0-6-220 0,0-5 134 0,0-5 53 16,0-7-606-16,0-3 311 0,0-2 102 0,0-6 87 15,0 0-282-15</inkml:trace>
  <inkml:trace contextRef="#ctx0" brushRef="#br0" timeOffset="54477.02">15159 10002 1469 0,'-10'-15'0'0,"2"6"0"0,0 1 0 0,1 2 0 0,1 3 0 0,3-1 0 0,1 2 172 16,0 2-70-16,2 0-27 0,5 0 242 0,16 0-143 16,7 0-70-16,5 0-36 0,2 0 97 0,2-2-58 15,10 0-41-15,-11 0-1 16,4 0-81-16,-1 0 24 0,0 2 0 0,-3 0-178 15,-4 0 98-15,-3 0 52 0,-8 0-155 0,0 0 105 16,-4 0 28-16,-5 0-39 0,-3 0-447 0,-6 0 247 16,-1 2 124-16,-2 2 63 0,0 2-313 0</inkml:trace>
  <inkml:trace contextRef="#ctx0" brushRef="#br0" timeOffset="54668.91">15334 9918 495 0,'-3'3'0'0,"1"4"0"0,0-6 0 0,2 2 0 0,0 5 0 0,0-1 382 0,0 7-178 16,0 0-86-16,0 5 196 0,0 0-141 0,0 8-70 0,0-5-27 15,2 10 31-15,-2-2-37 0,0 0 0 0,0 4-37 16,0-3-90-16,0 2 41 0,0-4 24 16,0 0 0-16,2-9-288 0,1 1 156 0,5-8 87 15,-1-1-478-15,3-7 254 0,1-5 61 16,-2-2-144-16</inkml:trace>
  <inkml:trace contextRef="#ctx0" brushRef="#br0" timeOffset="54818.51">15462 10017 775 0,'0'-2'0'0,"0"0"0"0,2 2 0 0,0 0 0 0,-1 0 0 0,3 8 0 0,0 3 357 16,0 3-163-16,2 2-80 0,-3 3-41 0,1 1 87 15,2 7-67-15,-3 1-31 0,1 2 11 0,2 2 1 16,-2 0-42-16,3 3-354 15,0 1 174-15,2 0 90 0,2 7 45 0,-2 0-526 0</inkml:trace>
  <inkml:trace contextRef="#ctx0" brushRef="#br0" timeOffset="55399.16">16300 11194 739 0,'0'-11'0'0,"0"2"0"0,0 1 0 0,0-5 0 0,0-2 0 0,0-2 0 0,0 2 114 0,0-4-45 0,0 0 1 15,0 0 15-15,-8 1-26 0,3-1-1 0,-4 3-17 16,-1-1-13-16,-1 3 5 0,-3 5 0 0,1-1 40 16,-1 8 0-16,-2 1-32 0,-5 1 17 15,3 11 0-15,-1 15-25 0,-4 8 0 0,5 6 44 16,4-5-14-16,0 12-8 0,6-4-22 0,5-8 41 16,3 5-21-16,0-4 1 0,0-9-13 15,11 3-49-15,3-8 1 0,0-5 40 16,0-3-68-16,6-4 42 0,-4-4 1 0,1-4 24 15,1-2-80-15,-2-2 25 0,3-17 25 0,-2-7-79 0,-2-7-12 16,1-7 30-16,-2-4 30 0,-1-3-106 0,-1-5 61 16,1-10 15-16,-6 8-4 0,5-18-11 0,-3 2 23 15,-2-6-18-15,2-6 38 0,-1 1-59 0,0 2 20 16,-3 5 9-16,-3 19 9 0,0 5 19 0,-2 17 1 16,0 9 123-16,0 10-69 15,0 0-24-15,-2 9 1 0,-5 5 325 0,-1 3-166 16,-3 26-66-16,-2 7-49 0,-3 14 258 0,2 14-136 15,0 4-55-15,5 7-39 0,0 5 134 0,3 3-77 16,3 2-52-16,0-4 94 0,3-3-68 0,0-5-35 16,3-3-69-16,4-12 43 0,4 0-8 0,4-7 0 15,0-7-339-15,1-14 169 0,-2-2 86 16,2-14 49-16,0-6-609 0,3-8 301 16,1 0 90-16,1-17-373 0</inkml:trace>
  <inkml:trace contextRef="#ctx0" brushRef="#br0" timeOffset="55745.31">16660 10821 1400 0,'-9'7'0'16,"1"5"0"-16,1 2 0 0,0 3 0 0,-1 3 0 0,3 3 0 0,-2 2 0 0,6 1 249 0,1 1-109 0,0-3-45 0,0 4-35 0,11-2 286 0,4 0-157 15,4-3-78-15,3-2-39 16,4-4 75-16,1-2-61 0,5-6-69 0,1-5 16 15,9-4-1-15,-2 0 1 0,-5 0-13 16,2-11-8-16,-1-6 21 0,-2-2 0 0,-7-1-131 16,-2-1 66-16,-8 0 41 0,2-6 0 0,-6 3-128 15,-4-4 34-15,-1 0 45 0,-5-4-97 0,0-4 60 16,-1-5 21-16,-2 0-73 0,0-4 46 0,-5-4 28 16,-2 0 2-16,-2 14-25 0,-4-1 8 15,1 13 37-15,0 3 1 0,-2 7 68 16,-1 8-34-16,2 5-8 0,-5 5 290 0,2 19-151 15,-2 17-64-15,2 3 275 0,4 10-150 0,0 2-81 16,1 16-15-16,4-4 140 0,3 4-103 0,1 3-51 16,1 16-25-16,-1-14-123 0,3 18 44 0,0-4 26 15,0 1 1-15,0 1-676 0,3 9 350 0,2 5 185 16</inkml:trace>
  <inkml:trace contextRef="#ctx0" brushRef="#br0" timeOffset="57747.57">17943 10697 554 0,'7'-11'0'0,"1"1"0"0,1 5 0 0,1-3 0 0,1 0 0 0,-4 1 0 0,3-2 0 0,-3 3 164 0,1-2-65 0,-3 1-25 0,3-3 120 15,-2 1-81-15,-1 0-40 0,-1-1 35 0,1-3-38 16,-1-1 8-16,0 0-45 0,0-1 31 16,-2-2 1-16,0 0-32 0,0-2-1 15,-2 2-12-15,0 1 13 0,0-3-1 0,-4 0-37 16,-2 0 38-16,-3-1 0 0,-1 2-13 0,-1 0-3 15,0 1 16-15,-2 2 0 0,1 0 59 16,-1 4-30-16,4 2 7 0,-6 3-41 0,2 2 43 0,-1 2 0 16,2 0-38-16,-4 2-1 0,1 0 50 0,2 6-8 15,-2 5-41-15,1 1 23 0,2 2 1 0,1 2-24 16,-1 0 76-16,1 7-43 0,0-1 1 16,1 4-35-16,3 3 101 0,0 1-51 15,-1 4-16-15,2 1-9 0,2 9 41 0,1-1-33 16,-1 4 1-16,4 2-25 0,-2 3 125 0,2 0 85 15,0 3-251-15,0 0 0 0,2-3 0 0,3 1 0 16,4 0 0-16,2 0 0 0,-1 0 0 0,4 0 0 16,-3-2 0-16,-2-8 0 0,3 10 0 0,-3-9 0 15,0 0 0-15,-3-2 0 0,-2-7 0 0,-2 0 0 16,0 1 0-16,-2-2 0 0,0-4 0 0,0-2 0 16,-4-7 0-16,-6-2 0 15,1-2 0-15,-2-6 0 0,-3-2-172 0,0-3 140 16,-2-4-203-16,0-1 96 0,-1-1 50 0,0 0 31 15,0 0-262-15,1-5 144 0,2-5 71 0,-1 1 28 16,3-2-115-16,2 1 80 0,2-1 39 0,2 2-284 16,4-1 162-16,2 1 73 0,0-2-290 0,2-1 190 15,15 1 94-15,4-3 48 0,1 4-268 16</inkml:trace>
  <inkml:trace contextRef="#ctx0" brushRef="#br0" timeOffset="58037.78">18125 11423 908 0,'8'0'0'0,"-5"0"0"0,-1 0 0 0,0 0 0 0,-2 0 0 0,0 6 0 0,0 8 476 0,0 2-221 0,0 8-112 0,0-3-46 0,0 7 312 0,4-1-189 15,3-1-93-15,3-1 52 0,3-3-73 16,2-3-29-16,3 1-9 0,3-5-1 0,-1-5-34 16,0-1-1-16,6-4-171 0,-5-5 94 0,1 0 34 15,2-1 22-15,-4-10-254 16,-4-5 138-16,-4-2 60 0,-3-3 45 0,-4-2-271 15,-3-3 127-15,-2 2 36 0,0-2 38 0,-9-1-8 16,-5 4 45-16,-4 3 60 0,-1 3-30 0,3 6 0 16,-5 2-30-16,0 5 113 0,1 2-52 0,-1 0-25 15,3 2 0-15,2 0 52 0,3 4-35 0,3 2 6 16,3-1-191-16,3 0 84 0,4 1 36 16,0 0-402-16,0 0 207 0,8-5 95 15,7-1 61-15,3 0-129 0,3-1 90 0</inkml:trace>
  <inkml:trace contextRef="#ctx0" brushRef="#br0" timeOffset="58461.75">18356 10099 757 0,'-11'-18'0'0,"1"6"0"0,5 6 0 0,3-2 0 0,0-1 0 0,2-3 0 0,0 3 438 0,0-3-206 16,4 1-100-16,9 3-50 0,4 1 209 0,0 1-129 16,-1 4-57-16,3 2 30 0,-2 0-51 0,0 4-25 15,-4 11-1-15,2 6-70 0,-5 3 31 0,-3 4-9 16,-3 7-49-16,-4-2 36 0,0 9 0 16,-2-1 35-16,-9-6-57 0,-7 7 24 15,0-11 0-15,-1 0-7 0,-1-5-120 0,1-5 70 16,0-4 7-16,-1-6-4 0,-1-1 4 0,0-6 7 15,3-1-1-15,-3-3 132 0,4 0-56 0,2 0-22 16,4 0 218-16,-1 0-109 0,5-3-57 0,3 2-15 16,0 1 136-16,4-2-61 0,-2 2-47 0,2-1-4 15,0 1 129-15,0 0-75 0,11 0-49 0,7-3-17 16,5 2 1-16,-5-1-26 16,5 0-1-16,1 0 40 0,-2 0-9 15,1 0-31-15,0-1-122 0,-2 3 61 0,-1 0 31 0,-1 0 8 16,-1 0-137-16,-1 0 63 0,-2 0 46 0,2 0-18 15,-2 3-569-15,0-1 259 0,-2-2 160 0,2 2 77 16,2-2-486-16,0 0 281 0</inkml:trace>
  <inkml:trace contextRef="#ctx0" brushRef="#br0" timeOffset="59320.37">18915 10163 324 0,'0'0'0'0,"0"0"0"0,0 0 0 0,0-1 0 0,0-3 0 0,0-2 216 0,-1 0-92 0,-1 0-37 0,0 1 27 16,0-2-41-16,0 0 0 0,1-1 2 0,-1 1-21 15,0 0 8-15,0 0-30 0,0 1 16 0,-2 1-15 16,0-1 0-16,0 2 0 16,-1 2 33-16,0 1-8 0,-3-1-25 0,-2 2 16 15,-1 0-16-15,0 2 0 0,-2 8 8 0,2 4 25 16,-3 2-33-16,-1 8-1 0,5-4 60 0,-2 3-29 15,3-1 7-15,-1 6-37 0,2-1 78 0,3-1-39 16,3 1 0-16,2-7-39 0,0 4 37 0,0-3-8 16,2-1-29-16,3-2-23 0,5 0 23 15,-1-4 0-15,2-1 8 0,1-4-36 0,-1-2 28 0,0-1 0 16,3-2-49-16,-2-4 24 16,4 0 9-16,0 0 15 0,4-11-88 0,1-8 40 15,-3-4 7-15,1 1 0 0,-5 1-128 0,4-7 72 16,-6 5 23-16,-1 4 22 0,-4 2-83 0,-2-1 47 15,-1 8 6-15,-2 0 104 0,0 8-39 0,-2-2-1 16,0 2-43-16,0 2 139 0,0 0-64 0,0 0-27 16,0 0 184-16,-8 13-97 0,1 4-31 0,2 0-31 15,-2-1 44-15,5 1-34 0,2 0 20 0,0 0-82 16,0 0-1-16,2-4 42 16,5 0 8-16,3-3-97 0,0-2 44 0,3-4 23 15,-2-1-74-15,2-3 44 0,1 0 4 0,0 0-4 16,2-6-68-16,-2-7 45 0,-2-2 10 0,-1-2-1 15,0-2-6-15,-3 0 6 0,-4 1-1 0,-1-4 2 16,-1 0 42-16,-2-1-7 0,0 0-18 0,0-2 26 16,-2 7-24-16,-5-5 6 0,-5 4-26 0,1 1-1 15,-2 4 23-15,-2 2 2 0,1 4-42 0,-4 2 38 16,1 4 0-16,1 2-7 0,-2 0-94 0,2 2 43 16,0 7 25-16,4 3-123 15,-4-1 68-15,5 2 26 0,-2 0 8 0,3 0-187 16,3 0 111-16,5-1 55 0,2 1-105 0,0-2 71 15,2 0 49-15,9-1 0 0</inkml:trace>
  <inkml:trace contextRef="#ctx0" brushRef="#br0" timeOffset="59614.59">19406 10096 1238 0,'0'-10'0'0,"0"2"0"0,-2 1 0 0,-3-1 0 0,-3 3 0 0,-2 4 0 0,-1-1 0 0,-1 2 0 0,0 0 331 0,1 2-149 0,-1 9-74 16,1 3 102-16,2 3-80 0,2 1-53 0,2 2-22 16,5-1 10-16,0 1-1 0,0 1-31 0,0-2 8 15,6 0-12-15,5-2 4 0,0-2 0 16,5-1-62-16,-2 1 31 0,0-3 8 16,-1-1 23-16,-4-1-136 0,-3-3 67 0,0 3 18 15,-4-3-97-15,-1 1 51 0,-1 1 33 0,-5 0-5 16,-11-1 54-16,-5 1-14 0,-6-1-12 0,-1-1-21 15,-2 1 41-15,0-1-33 0,0-1 8 0,1 0-103 16,3-1 49-16,5-1 25 0,3-2 4 0,6-2-313 16,3 0 159-16,5 0 80 0,4 0-270 0,0 0 178 15,7-2 86-15</inkml:trace>
  <inkml:trace contextRef="#ctx0" brushRef="#br0" timeOffset="60121.38">19522 10078 580 0,'0'-9'0'0,"2"3"0"0,-2 3 0 0,0 0 0 0,0 1 0 0,0 0 219 0,0 0-98 0,0 2-43 0,0 0 244 0,0 0-144 0,0 11-73 16,0 5 61-16,0 0-70 16,0 5-32-16,2-3 0 0,5 3 10 0,3-2-20 15,1 0 8-15,4-3-29 0,4-1 28 0,2-1 0 16,1-5-28-16,1-1-37 0,-1-5 8 0,7-3 29 15,-3 0-1-15,1 0-21 0,-2-1-1 0,0-9 23 16,-4 1-77-16,1-6 34 0,-3-2 3 0,-4 4 1 16,0-6-75-16,-3 0 47 0,-3-2 14 0,-4-5-2 15,-1 1-12-15,-2 0 0 0,-2-4 18 16,0 1 2-16,0 3 4 0,-9-3 4 16,1 10-8-16,-4-1 31 0,1 4-2 0,1 2-22 15,-2 5 205-15,3 2-97 0,-2 3-38 0,1 1-27 16,0 2 166-16,3 0-87 0,-1 0-22 0,-1 8-34 15,3 4 23-15,-1 6-24 0,2 4-1 0,-2 6 57 16,4 4-33-16,-1 11-8 0,0 0-40 16,1 6 60-16,1 2-30 0,-2 5 0 15,2 0 60-15,-2 3 102 0,2-3-225 0,0 2 0 0,0-4 0 16,2 0 0-16,0-9 0 0,0 5 0 16,0-6 0-16,0-11 0 0,0 0 0 0,2-9 0 15,0-1 0-15,3-11 0 0,-2 0 0 0,-1-3 0 16,0-5 0-16,0-2 0 0,-2-2-185 0,0 0 150 15,0 0 1-15,0 0 0 0,0 0-2 0,0 0-3 16,0 0 4-16,0 0 18 0,0 0 33 0,0 0-35 16,0 0-10-16,0 0-315 0,0 0 159 15,0 0 77-15,0 3 37 0,0 5-685 0,-4 1 361 0</inkml:trace>
  <inkml:trace contextRef="#ctx0" brushRef="#br0" timeOffset="66532.32">20180 11010 363 0,'0'-11'0'0,"0"5"0"0,0 3 0 0,0-1 0 0,0 2 0 0,0-2 0 0,0 3 246 0,0-3-107 0,0 2-52 0,0 2 161 16,0 0-108-16,0 0-45 0,0 0 84 0,0 0-73 15,0 0-37-15,1 0 0 0,1 0-10 0,0 0 9 16,1 2-35-16,0 5-1 0,1 3 118 0,0-1-59 16,-1 4-30-16,-1 2 9 0,0 4-5 0,0 1 0 15,0 8-32-15,-1-3 76 0,-1 7-38 0,0 1 8 16,0 4-46-16,0 6 61 0,0-10-31 0,0 6 1 15,0-1-5-15,0-2-18 0,0-4-8 0,0-2-1 16,0-8-30-16,0 1 0 16,2-2 31-16,0-8 8 0,0 2-10 0,1-5 2 15,-2-5 0-15,1-2-39 0,-2 0 25 0,0-3-8 16,0 0-17-16,0 0 31 0,0 0-12 0,0 0 10 16,0-10 84-16,0-7-43 0,-6-5 3 0,4-4-40 15,0-7-152-15,2-2 73 0,0-2 42 0,0-8-6 16,2 1-85-16,8 0 56 15,-1 3 20-15,0 6 1 0,3 0-12 0,-1 1 37 0,0 7 113 16,1 6-56-16,1 0-23 0,-1 7-39 16,2 1 222-16,2 3-105 0,-2 3-37 0,2 1-31 15,0 2 163-15,1 3-208 0,0 1 0 0,2 0 0 16,-1 0 0-16,1 1 0 0,0 5 0 0,-2 1 0 16,0 1 0-16,-2 0 0 0,0-1 0 0,-2-2 0 15,-4 1 0-15,-1 0 0 0,0-2 0 0,-3-1 0 16,-3-1 0-16,0 1 0 0,-1-3 0 0,-1 0 0 15,0 0 0-15,0 0 0 0,0 0 0 16,0 0 0-16,0 0 0 0,0 0 0 16,0 0 0-16,0 0 0 0,0 0 0 0,0 0 0 15,0 0 0-15,0 0 0 0,0 0 0 0,0 0 0 16,0 0 0-16,-3-5 0 0,-3-1 0 0,1-2 0 16,1-2 0-16,-2-1-228 0,4 3 106 0,0 1 57 15,2 3 22-15</inkml:trace>
  <inkml:trace contextRef="#ctx0" brushRef="#br0" timeOffset="78162.02">21316 10943 1083 0,'0'-6'0'0,"0"4"0"0,0 0 0 0,0-2 0 0,0 0 0 0,0 2 0 0,0-3 0 0,0 4 0 0,0-1 0 16,0 1 127-16,0-2-47 0,2 3-17 0,1 0 8 0,4 0-39 0,-2 4 1 16,3 6-6-16,1 6 6 0,1 1 8 0,-1 5-8 15,2 1 35-15,1 2 1 0,-3 1-37 0,2 3 27 16,-3 2 7-16,-1 1-33 16,0 1 0-16,-3 5 10 0,0-1-11 0,-2 7 1 15,-1-11-3-15,-1 7 2 0,0-2 1 0,0-3 0 16,0-1-37-16,0-9 1 0,0-4 44 0,0-1-8 15,0-9-79-15,0-4 29 0,0-2 21 0,0-4-28 16,0 1 6-16,0-2 7 0,0-2 0 0,-1-11 94 16,1-6-34-16,-2-5-5 0,2-2-100 15,0-5 32-15,0 2-1 0,0-4 36 0,0 0-28 16,0-1 28-16,2 2 1 0,8 0 3 16,-3 2 51-16,2 3-26 0,0 8 1 0,1-1-31 15,1 3 136-15,-2 4-64 0,1 3-31 0,1 3 55 16,0-1-38-16,1 5-11 0,-1-1-56 0,3 3-8 15,-2-1 40-15,-1 2-1 0,1 0-43 0,1 0 21 16,-6 0 9-16,5 0 14 0,-5 2-153 0,-1 3 58 16,-1-2 41-16,0 1-7 0,-3 0-124 0,-1-2 53 15,1 2 45-15,-2-4-41 0,0 1 38 0,0-1 4 16,0 0-37-16,0 3 28 0,0-3-1 0,-3 1 27 16,-2-1-305-16,0 0 154 15,1 0 69-15,-2 0 46 0,5 0-187 0</inkml:trace>
  <inkml:trace contextRef="#ctx0" brushRef="#br0" timeOffset="78537">21701 10811 1163 0,'-3'-13'0'0,"-2"6"0"0,3-1 0 0,-1-1 0 0,1-3 0 0,0 3 0 0,0 2 0 0,2-1 245 0,0 2-106 0,0-1-53 0,6 1 193 16,6-1-127-16,4 1-60 0,3 3-30 0,-1 1 1 16,3 2-30-16,-1 0 8 0,-4 0 35 0,3 2-22 15,-3 7 1-15,-2 2-23 0,-1 2-124 0,-3 0 71 16,-3 5 22-16,-1-5 1 0,-5 5-106 0,-1-1 65 16,0 2 0-16,0 0 30 15,-9-3-69-15,-4 1 39 0,-2-2-6 0,0-1 15 16,0-4 2-16,0 0 12 0,0-4 139 0,1-1-65 15,5-1-33-15,-2-2 1 0,3-2 205 0,3 0-107 16,3 0-40-16,0 0-32 0,0 0 168 0,2 0-93 16,0 0-47-16,0 0-11 0,0 0-36 0,11 0 0 15,8 0 0-15,4 0-100 0,0 0 51 16,-3 0 32-16,4 0-150 0,5-2 83 16,-8 2 42-16,2 0 21 0,2 0-495 0,-2 0 235 15,0 0 79-15,-2 0 73 0,2 8-583 0</inkml:trace>
  <inkml:trace contextRef="#ctx0" brushRef="#br0" timeOffset="78980.33">22477 11046 739 0,'0'-13'0'0,"0"0"0"0,0-2 0 0,0-2 0 0,-2 0 0 0,0 2 113 16,-1-2-32-16,-2 2-8 0,-2-2 108 0,0 4-75 15,-3 2-36-15,-3 1 0 0,-2 3 27 0,-2 3-37 16,-6 2 1-16,1 2-28 16,-4 0 45-16,-4 8-23 0,1 4 8 0,1 4 92 15,2 2-62-15,1-3-30 0,9 0 0 0,0 1 111 16,9-5-63-16,0 6-43 0,5-4 30 0,2 2-33 15,0-2 0-15,7 0-32 0,9 0 64 0,6 2-37 16,-1-4 1-16,3 4-29 0,-1-5 30 0,1 3 0 16,-3-2-21-16,3 5-54 0,-7-4 23 0,0 2 0 15,-3 0 23-15,-3 2-95 16,-4-4 56-16,-4 0 15 0,-1 2-36 0,-2-1 12 16,0 0 0-16,-16 2 2 0,-3-2 63 0,-8 0-60 15,-1 0 19-15,-4-4-28 0,-2 3 57 0,-3-5-37 16,0 1 7-16,0-2-203 0,2-3 96 0,3-1 47 15,7-2 25-15,5 0-371 0,8 0 176 0,3 0 95 16,6 0-332-16,3-2 213 0,5-9 106 0,20-2 54 16,8-2-243-16,8-4 153 0</inkml:trace>
  <inkml:trace contextRef="#ctx0" brushRef="#br0" timeOffset="79159.88">22443 11142 792 0,'9'-12'0'0,"-5"7"0"0,0 1 0 0,-3 1 0 0,1 0 0 0,-2 2 291 0,0-2-133 0,0 2-63 0,0 1-31 15,0 0 603-15,0 0-317 0,0 4-151 0,0 8 136 16,0 6-151-16,0-1-75 0,0 3-54 0,0 1 9 16,0 0-32-16,2 2 1 0,5-1-321 0,-2-1 160 15,0-3 81-15,-1-5 47 0,0 0-232 0,-1-3 133 16,2-5 65-16,-3-3-18 0,0 0-580 16,-2-2 291-16,0 0 158 0,0-14-159 15,0-9 155-15,0-6 77 0</inkml:trace>
  <inkml:trace contextRef="#ctx0" brushRef="#br0" timeOffset="79599.9">22608 10539 1558 0,'2'-19'0'0,"0"12"0"0,0 1 0 0,0 3 0 0,-2 0 0 0,0 2 0 0,0 1 0 0,0 0 258 16,0 17-113-16,0 1-47 0,0 9 120 0,0 1-92 15,0 4-47-15,0 1-23 0,0 5-94 0,0 1 43 16,0 1-7-16,0-2-438 0,1 1 236 0,1-4 119 15,3 1 58-15,-2-2-569 0,1-6 213 0,0-5 176 16,-3 0-90-16,3-3 149 0,0 0 73 0,-2-1 75 16,-1-2 0-16,-1 0 0 0,0 0 0 0,0 2 0 15,-1 0 198-15,-3-1-119 16,-3 2-52-16,3 1 210 0,-1 1-125 0,-2-3-71 16,4 4 71-16,1-2 418 0,0-3-252 15,0 0-123-15,2-3 84 0,0-4-102 0,0-1-53 0,0-5-17 16,0-2-133-16,0 0 50 0,2-3 24 0,10 0 0 15,0-15-197-15,4-8 119 0,0-4 48 0,4-10-113 16,-2 0 68-16,1-2 46 0,-1 0-63 0,-2 8-176 16,3-3 84-16,-5 4 71 0,-3 9 160 0,1 3-44 15,-6 7-30-15,-1 1 8 0,-1 7 308 0,-3 0-162 16,3 3-60-16,1 0-48 0,-2 4 301 16,-1 11-157-16,0 8-37 0,0-1 81 15,0 4-90-15,-1 3-47 0,1-3-14 0,0 6-71 16,2-6 40-16,-1 0 0 0,6-7-320 0,-2 0 160 15,6-6 88-15,0-3 32 0,4-7-579 0,6-3 291 16,1 0 89-16,1-1 90 0,-2-15-326 0,2-2 209 16,-2-7 100-16</inkml:trace>
  <inkml:trace contextRef="#ctx0" brushRef="#br0" timeOffset="79958.95">23181 10939 315 0,'0'-19'0'0,"0"10"0"0,0-1 0 0,0 3 0 0,-5 4 0 0,0 1 386 0,2 2-180 16,-1 0-87-16,2 0 194 0,1 8-140 0,1 6-71 15,0 3 68-15,0 1-73 0,1 3-32 0,10 2-1 16,-1-5 72-16,7 3-52 0,0-6-18 0,8 3-7 16,3-6-3-16,-1-3-23 0,1-1 0 0,3-3 0 15,-1-5-38-15,0 0 14 0,0 0 1 16,-2-5-139-16,0-8 81 0,-3-3 40 16,-4 2 8-16,1-5-215 0,-5-2 109 0,-4-1 54 15,-1-2-64-15,-5-5 51 0,-2 0-6 0,-3-4-5 16,0 0-46-16,-2-1 45 0,0 0 22 0,0 3 0 15,-7 10 34-15,-6-1-11 0,-1 0-1 0,2 6 179 16,-6 6-89-16,4 3-45 0,-4 3-30 0,6 2 358 16,2 0-171-16,-1 2-61 0,3 0 83 0,-2 6-55 15,5 7-44-15,1 8-29 0,1 2 85 0,3 4-58 16,0 5-28-16,0 9-1 16,0-5 103-16,0 16-70 0,0-1-31 0,0 13 72 15,0-1-51-15,0 6-26 0,-6 10-45 0,-3-3-8 16,1-6 28-16,4-14 0 0,2 4-119 0,2-13 67 15,0 6 22-15,0-18 0 0,4 1-328 0,8-6 143 16,1-7 96-16,2-5-6 0</inkml:trace>
  <inkml:trace contextRef="#ctx0" brushRef="#br0" timeOffset="80662.92">21362 11855 344 0,'-7'-11'0'0,"0"4"0"0,0 2 0 0,-1-1 0 0,3 0 0 0,-2 0 314 0,2 1-141 16,0-1-62-16,1 0-43 0,2 2 264 0,0 3-150 16,2-1-75-16,0 0 103 0,0 0-81 0,0 0-53 15,0-2 180-15,0 2-111 0,6-1-57 16,5-1-27-16,0 0 149 0,6 1-93 16,2-3-42-16,6 1-21 0,-2-1 150 0,6-2-86 15,1 1-34-15,1-3-30 0,3 2 42 0,5-3-32 16,2 2 0-16,0 1 22 0,6 1-19 0,3-1 139 15,1 3-206-15,4-2 0 0,-1 1 0 0,10-3 0 16,-9 3 0-16,16-2 0 0,-2 1 0 0,4-2 0 16,17-1 0-16,-3 0 0 0,-10 1 0 15,23 0 0-15,-6 0 0 0,-2-1 0 0,0 2 0 16,2 3 0-16,-13-2 0 0,3 4 0 16,-3 1 0-16,-5 0-217 0,-4 2 169 0,-4 0 23 15,-6 0-200-15,9 0 104 0,-6-1 29 0,-12-2 31 16,3 0-62-16,-6-3 45 0,-11 1 14 0,-2-3 9 15,-6 3 67-15,-9-1-22 0,-5 0 0 0,-7 2 127 16,-5 1-84-16,-1 1-28 0,-2 0 115 0,-1 0-74 16,-1 0-14-16,0 1-26 0,0-2 323 0,0 2-159 15,-1-4 89-15,-3 4-259 0,4-1 0 16,-2 0 0-16,0 0 0 0,1 1 0 16,1-1-232-16,-2-1 149 0,0 2 58 0,-3 1-721 15,0 0 336-15,-4 0 197 0</inkml:trace>
  <inkml:trace contextRef="#ctx0" brushRef="#br0" timeOffset="82961.89">24281 10368 911 0,'0'-13'0'15,"0"5"0"-15,0 4 0 0,0 1 0 0,0 1 0 0,0 0 0 0,0 0 0 0,0 0 0 0,0 2 128 0,0 0-40 0,0 0-9 0,0 4-24 16,0 9 1-16,0 5-23 0,0 3 115 0,0 2-50 16,2 8-36-16,1 0-1 0,-1 11 112 0,-2 1-71 15,0 4-34-15,0 3 119 0,0 3-82 0,0 1-36 16,0 3 1-16,0-1 29 0,-2 0-33 0,-1 3 9 15,1-7-3-15,2-3-40 0,0-10 1 0,0 3 0 16,0-9-22-16,0-4 9 0,2-3 13 0,3-5 0 16,-1-8 15-16,-3-2-15 0,1-7-1 15,0 1 9-15,0-5-64 0,-2 0 27 16,0 0 1-16,0 0 75 0,0-9-24 0,0-7-3 16,-2-5-24-16,-3-5-85 0,-1-2 41 0,0-7 19 15,2 0-319-15,-1-3 148 0,1 2 84 0,-2 3 18 16,-1 4-228-16,-1 9 123 0,-1-3 60 0,-4 7 43 15,-1 4 58-15,-2 3 0 0,-1 5-24 0,-8 4 143 16,5 0-79-16,-10 7-28 0,4 12 0 0,-8 7 206 16,4 5-117-16,1 1-21 15,8-3 112-15,2 7-50 0,5 2-59 0,7-2 32 16,3-3 125-16,4 2-99 0,0-5-41 0,4-1 55 16,10-3-57-16,7-1-28 0,2-2 0 0,5-6-62 15,2-3 42-15,2-4-9 0,5-4-248 0,4-6 125 16,0 0 61-16,0-4 32 0,-6-9-547 0,8-6 246 15,-13 1 146-15,2-4 22 0,-4 1-240 0,-3-1 169 16,-6 4 77-16,-1-9-509 0</inkml:trace>
  <inkml:trace contextRef="#ctx0" brushRef="#br0" timeOffset="83350.53">24559 10904 1605 0,'0'0'0'0,"0"0"0"0,0 0 0 0,0 0 0 0,0 0 0 0,0 0 0 0,0 1 0 0,3 9 269 0,-2 4-118 0,4 9-59 16,-4 1 397-16,1 7-233 0,0 3-111 0,0 1-56 16,0 3 92-16,0-1-74 0,1 1-29 15,1 1 31-15,-2-1-39 0,2-3 1 16,0-3-38-16,-2-1-58 0,0-9 38 0,-2-3-9 16,0-8-50-16,0-1 39 0,0-5 1 0,0-3 39 15,0-2 0-15,0 0 0 0,0-11-38 0,0-14 30 16,0-5 25-16,0-11-19 0,0-4-13 0,5-4-20 15,9-4 2-15,4 5 20 0,3 4 161 16,1 5-464-16,0 11 223 0,7-2 35 16,1 7-15-16,4 6 21 0,-3 8-12 0,5 3 32 15,-1 6 38-15,0 0-20 0,-4 6-33 0,0 11 4 16,-7 4 86-16,-1 3-42 0,-4 4 1 0,-5 3 57 16,-2 3 94-16,-5-4-186 0,1 1 0 0,-5-7 0 15,1-1 0-15,0-4 0 0,-3-7 0 0,2-1 0 16,-2-6 0-16,-1-2 0 0,0-3 0 0,0 0 0 15,0 0 0-15,0-1 0 0,0-14 0 0,0-2 0 16,0 0 0-16,0-2 0 16,0 0-710-16,0 4 339 0</inkml:trace>
  <inkml:trace contextRef="#ctx0" brushRef="#br0" timeOffset="87066.13">10854 12779 820 0,'-5'0'0'0,"-1"3"0"0,3 0 0 0,1-3 0 0,2 0 0 0,-2 0 0 0,2 2 0 0,0-2 337 0,0 0-153 0,0 0-67 16,0 0 97-16,4 0-91 0,7 0-45 16,4 0-23-16,2 0 184 0,0 0-107 0,2-2-50 15,-1 2-24-15,1 0 81 0,0 0-53 0,0 0-19 16,-2 0-5-16,1 0 0 0,0 0-29 0,-2 0-54 16,1 0 27-16,0 0 8 0,-2 2 18 0,0 0-233 0,-1-2 116 15,-2 0 60-15,0 0 28 0,-3 0-516 0,0 0 252 16,-1 0 82-16,-2 0 75 15,-2 0-398-15,-3 1 235 0</inkml:trace>
  <inkml:trace contextRef="#ctx0" brushRef="#br0" timeOffset="87249.79">10864 13091 1119 0,'0'2'0'0,"0"0"0"0,0 3 0 0,8-1 0 0,-1 2 0 0,7-2 0 0,0 1 483 0,7-1-229 16,4-2-111-16,0-2-55 0,3 0 372 0,1 0-214 16,3 0-98-16,-2 0-94 0,-2 0 0 0,0 0-21 15,0 0-235-15,-1 0 117 0,-4 0 67 0,7 2 22 16</inkml:trace>
  <inkml:trace contextRef="#ctx0" brushRef="#br0" timeOffset="95206.17">11914 12864 522 0,'-7'0'0'0,"2"0"0"0,2 0 0 0,-1 0 0 0,0 0 0 0,1 0 0 0,-1 0 0 0,1 0 0 0,1 0 106 0,-2 0-36 0,-1 0-1 0,0 0-10 16,1-2 8-1,-1-1-35-15,1-2 1 0,-1-2 59 0,-2-2-30 16,4-2 1-16,-1-2 10 0,2-5-7 0,0 1-33 15,1-1-1-15,1-3 28 0,0 0-1 0,0-4-18 0,0 0-8 16,0 0 33-16,1 6 1 0,1-2-34 0,4 3 24 16,0 3 13-16,0 0 1 0,1 3-38 0,0 1 24 15,3 4-24-15,-2-1 8 16,2 2-3-16,4 3-5 0,-3 1-1 0,2 0 1 0,2 1-37 16,0 1 8-16,0 0 28 0,0 0 1 15,2 7-59-15,0 2 29 0,0 3-11 0,-1 0-25 16,2 3 18-16,-1-1 1 0,-2 3 13 0,-3 2-8 15,0 0-15-15,-1 1 37 0,-1 3-60 0,-1 0 26 16,-3 0-11-16,-3 4 34 0,-1-3-17 0,0 4 13 16,-2 3-4-16,0 0 4 0,-4 0 7 0,-5 0-7 15,-3 0-5-15,0-2 23 0,-1 0-18 16,-3-3-1-16,-5-4 2 0,3-1-24 0,-1-4 24 16,1-6 1-16,-1 1-42 15,-2-5 40-15,3-2 0 0,-2-1-1 0,4-2-14 0,0-2 8 16,4 0 4-16,0 0 0 0,3 0 113 0,0 0-55 15,3 0-25-15,2 0 208 0,4 0-112 0,-2 0-54 16,2 0 97-16,0 0-67 0,0 0-34 16,2 0 9-16,11 0-76 0,4 0 1 0,4 0 33 0,3 0-1 15,1 0 87-15,-3 0-35 0,8 0-30 0,-4 4 0 16,1 2-47-16,-3-1 25 0,1 3 1 0,-5-2-97 16,1-2 44-16,0 5 27 15,-1-4-268-15,-3 1 128 0,-2-2 73 0,-1-2 23 16,-2-1-218-16,2-1 99 0,-3 0 69 0,0-1-19 15,1-9-355-15,-1-7 207 0,-2-7 114 0,1-1 54 16,-5-7-362-16</inkml:trace>
  <inkml:trace contextRef="#ctx0" brushRef="#br0" timeOffset="95436.39">12307 12609 1183 0,'2'-6'0'0,"3"0"0"0,4 0 0 0,0-3 0 0,5 2 0 0,-1-1 267 15,6 1-109-15,0 1-66 0,9 0 329 0,-2 2-194 16,4 3-98-16,0-1-47 0,0 0 121 0,4 2-90 16,0-2-39-16,0 0-1 0,2 0-40 0,-2 1 0 15,-1-5 7-15,-3-2 26 0,-1 1-1 16,-8 0-32-16,2-3-1 0,-4 1-272 0,-6 1 145 0,1-2 59 16,-9 3-383-16,-1 1 177 15,-2-1 120-15,-2-1-6 0,0 3-292 0,-4-3 198 16,-7 3 94-16,-4-1 48 0,-2 1-169 0,-4 0 109 15</inkml:trace>
  <inkml:trace contextRef="#ctx0" brushRef="#br0" timeOffset="95619.38">12564 12447 1096 0,'-11'10'0'0,"1"-1"0"0,3 0 0 0,1 1 0 0,1 3 0 0,1 0 0 0,1 5 0 0,3 1 0 0,0 6 424 0,0-1-187 16,0 8-106-16,0 0 182 0,0 4-139 0,0-1-71 0,0 2-36 15,3 3 2-15,-1 5-37 0,0-5 1 0,0-4 0 16,-1-1-76-16,3-4 38 0,-2-7 8 0,0-4-311 16,0-5 171-16,-1-5 85 0,3-4-462 0,0-2 210 15,2-4 92-15,1 0 94 0,2-17-270 16</inkml:trace>
  <inkml:trace contextRef="#ctx0" brushRef="#br0" timeOffset="95795.9">12763 12505 1066 0,'1'-4'0'0,"4"3"0"0,-3 1 0 15,0 0 0-15,0 0 0 0,-1 11 0 0,-1 7 527 0,2 7-239 0,0 5-131 0,2 6-63 0,-3 6 191 0,1 2-127 16,2 3-62-16,-2 4 229 0,0 3-150 16,0 10-71-16,-2-6-162 0,2-5 46 15,0 4 22-15,0-3 8 0,1-3-604 0,1-6 309 16,0-7 155-16</inkml:trace>
  <inkml:trace contextRef="#ctx0" brushRef="#br0" timeOffset="99047.13">13886 12479 737 0,'0'0'0'0,"0"0"0"0,0 0 0 0,0 0 0 0,6-2 0 0,-1-2 0 0,1-5 0 0,2-1 117 16,-3-1-42-16,3 0-21 0,-3 2 143 0,1-6-87 15,0 1-38-15,-2-3 0 0,-1 2 52 0,-1-1-45 16,0-1-16-16,0 0-7 0,-2-1 18 0,0 2-1 16,0-1-40-16,0 2-31 0,0 2 8 0,-6-1 23 15,1 2 0-15,-5 1-22 0,1 1 1 16,-4 1 21-16,-1 1-16 16,2 3-9-16,-4 1 25 0,1 1 0 0,0 2-14 0,0 1 9 15,2 0-10-15,-2 0 7 0,0 6 28 0,2 3 1 16,0 2-32-16,1 0 64 0,1 5-18 0,2-1-7 15,-1 1-20-15,3 3 68 0,1 2-39 0,1 0 1 16,1 0 5-16,0 8-9 0,2-1-34 0,2 3 0 16,0 2 83-16,0 1-41 0,0 4-13 0,0 3-9 15,2 0 34-15,4 2-28 16,1 2 0-16,-1 0 33 0,-1-3-22 0,3 11-8 16,-2-5-48-16,1 1 19 0,-1 2 0 0,1 0 152 15,0-3-185-15,-2 1 0 0,0-1 0 0,1 1 0 16,-2-7 0-16,-3-1 0 0,1-8 0 0,0 2 0 15,-2-7 0-15,0-5 0 0,0 0 0 0,0-8 0 16,-5 2 0-16,-3-7-173 0,1 0 182 0,-5-3-115 16,1-1 54-16,-4-2 20 0,2-4-99 0,-3 0 54 15,0 0 33-15,0 0 4 16,2 0-343-16,3 0 167 0,-3 0 95 0,5-2 45 16,2 0-295-16,3-2 169 0,1 2 84 0,2 0-297 15,1 2 195-15,0-3 94 0,10-4 46 0,10-1-313 16,1-3 180-16</inkml:trace>
  <inkml:trace contextRef="#ctx0" brushRef="#br0" timeOffset="99337.35">13937 13298 619 0,'6'0'0'0,"-1"0"0"0,-1 0 0 0,0 0 0 0,-3 2 0 0,3 3 336 0,-2 4-151 16,0 3-76-16,-1 1-38 0,6 2 140 0,-2 2-81 15,1 1-52-15,1 0-23 0,3 1 222 0,-1-5-123 16,2 1-60-16,3-2 34 0,-1-5-51 0,0 0-23 15,2-2-67-15,2-5 23 0,-2-1 0 0,-4 0 31 16,2 0-163-16,-2 0 77 0,-1-9 40 0,-4-2-1 16,-3-7-121-16,-1 2 56 0,0-3 42 15,-2 1-20-15,0-3-48 0,-2 0 11 16,-5 0 35-16,-3 2-80 0,-1 1 54 0,-2 1 18 16,1-1 0-16,2 7 30 0,-2 2-4 0,3 4-8 15,-1 0 45-15,1 2-37 0,-1 1 1 0,3 2-1 16,0 0-57-16,3 0 20 0,-2 0 9 0,4 0 28 15,0 0-67-15,2 2 34 0,0-2 0 0,0 0 25 16,0 0-213-16,2 0 110 0</inkml:trace>
  <inkml:trace contextRef="#ctx0" brushRef="#br0" timeOffset="99582.3">14085 12355 1046 0,'0'-7'0'15,"0"2"0"-15,0 4 0 0,0-1 0 0,0 2 0 0,-2 0 127 0,2 0-47 0,0-2 325 0,0 2-187 0,16-2-84 0,4 1-55 16,3-4 160-16,1 2-103 16,4-3-51-16,-1 2-27 0,-5 1-35 0,4-1 10 15,-1 0-1-15,-2 0 1 0,-3 2-230 0,0-5 115 16,-2 4 65-16,-2-3-182 0,-4 0 115 0,-3 2 59 15,-3 1-566-15,-3 1 281 0,1-1 118 0,-2 2 84 16,-2-2-253-16</inkml:trace>
  <inkml:trace contextRef="#ctx0" brushRef="#br0" timeOffset="99872.2">14281 12304 742 0,'-8'6'0'0,"2"1"0"0,1 3 0 0,-1-1 0 0,-1 5 0 0,-1 0 0 0,1 7 0 0,-1-1 322 0,-1 5-149 0,-1 2-70 0,1-1-36 15,-2-2 88-15,-1 2-61 0,3-5-22 0,-4 4-77 16,0-7 38-16,0-1 0 0,1-3 0 0,-1-5-22 16,4-2 30-16,-1-3-8 0,3 0 42 15,0-3-21-15,1-1-1 0,3 0-20 16,3 0 133-16,-3 0-71 0,3 0-31 0,0 0 0 16,0 0 23-16,6 0-27 0,9 0 8 0,8 0 8 15,1 0-21-15,0 0 0 0,4 0-59 0,0 0-1 16,-3 0 46-16,9 0-8 0,-8 0-52 0,2 0 26 15,-7 0 0-15,3 0 34 0,-1 0-275 0,-4 2 104 16,-3-2 72-16,-4 2 36 0,-1-2-423 0,-2 0 184 16,-2 0 118-16,-2 0-235 0,-3 0 173 0,0 0 85 15,0 0-188-15,-2 0 130 16,0-2 76-16</inkml:trace>
  <inkml:trace contextRef="#ctx0" brushRef="#br0" timeOffset="100081.64">14333 12411 1358 0,'-7'0'0'0,"1"0"0"0,3 0 0 0,1 0 0 0,-2 0 0 0,2 0 0 0,0 4 0 0,2 11 0 0,0 6 0 0,0 3 345 0,0 5-148 16,0 4-87-16,0 3 178 0,0 9-128 16,0-6-64-16,0 4-31 0,0-9-27 0,0 4-6 0,0-1 1 15,0-1-272-15,2-4 136 0,0-4 67 0,2-5 43 16,-1-4-205-16,-1-4 116 0,0-6 57 0,0-1-30 15,0-7-497-15,-2-1 243 0,0 0 143 0,0-3-167 16,0-14 150-16</inkml:trace>
  <inkml:trace contextRef="#ctx0" brushRef="#br0" timeOffset="100328.98">14019 11959 1478 0,'-11'-13'0'15,"6"3"0"-15,0 4 0 0,-2 1 0 0,3 1 0 0,3 0 0 0,-1 2 0 0,2 1 0 0,0 1 232 0,3 0-100 0,17 0 135 0,4 0-121 16,2 1-57-16,4 1-28 0,2-2 43 0,1 0-36 16,-10 0 9-16,13 0-44 0,-8 0-106 0,-2 0 53 15,-1 0 26-15,-4 0 1 0,-1-2-101 0,-3 1 60 16,-2-1 33-16,-3 0-430 0,-3 2 221 15,-2 0 53-15,-1 0-205 0,-4 0 7 0,-2 5 161 16,0 6 80-16</inkml:trace>
  <inkml:trace contextRef="#ctx0" brushRef="#br0" timeOffset="100508.5">14159 11982 1137 0,'-12'0'0'0,"5"1"0"0,1 1 0 0,1 2 0 0,1-2 0 0,-2 3 0 0,2 3 0 0,2 0 0 0,0 5 328 0,2 2-152 0,0-1-71 0,0 3 43 16,0 2-58-16,0 2-28 0,0 0-45 16,0-3-8-16,0 3 24 0,2-4-1 15,2 0-260-15,2-3 131 0,-2-1 72 0,1-2 26 16,1-5-458-16,1 0 236 0,1-6 51 0</inkml:trace>
  <inkml:trace contextRef="#ctx0" brushRef="#br0" timeOffset="100671.07">14290 11962 1364 0,'0'2'0'0,"0"4"0"0,2 0 0 0,0 0 0 0,0 3 0 0,-2 2 0 0,1 2 0 0,3 2 253 16,1 2-110-16,-2 3-55 0,1 5 283 0,-2-2-161 16,1 6-93-16,-1 4-41 0,0-1-112 0,0 2 34 15,0-3 1-15,1 5 41 0,5-3-590 0,0 3 291 16</inkml:trace>
  <inkml:trace contextRef="#ctx0" brushRef="#br0" timeOffset="108050.37">15175 12827 672 0,'-4'0'0'0,"-2"0"0"0,2 0 0 0,-1 0 0 0,1 0 0 0,1 0 0 0,-1 0 0 0,0 0 0 0,2 0 72 0,1 0 9 0,1 0-48 16,0 0 97-16,0 0-48 0,0 0-25 0,0 0 1 16,0 0 44-16,0 0-39 0,0 0 0 0,0 0-30 15,0 0 114-15,0 0-57 0,0 0-20 0,0 0 87 16,0 0-61-16,11 0-32 15,3 0 159-15,7 0-95 0,2-6-39 0,5 0-33 16,0-3 91-16,4 0-57 0,-2 1-29 0,0-2 1 16,-6 3-12-16,8-3-17 0,-4 5-1 0,-3-1 1 15,-4 3-22-15,2 1 0 0,-3-2 30 0,-1 2-139 16,-5 0 65-16,2-1 33 0,-5 3-260 0,-2-1 121 16,1 1 45-16,-5-2 47 0,-1 2-376 0,-2 0 194 15,0 0 99-15,-2-2 48 0,0 2-338 0,0 0 198 16,0-2 94-16</inkml:trace>
  <inkml:trace contextRef="#ctx0" brushRef="#br0" timeOffset="108398.28">15434 12779 1154 0,'-7'6'0'0,"-1"3"0"0,0 1 0 0,1 1 0 0,-2 1 0 0,0 0 0 0,-2 3 0 0,2 4 199 0,2 0-88 0,-5 5-39 16,5-1 0-16,0 0 0 15,-2 3-39-15,-2-5 8 0,1 7-152 0,-1-7 72 16,1-1 36-16,-1 2 0 0,-3-7-71 0,-1 0 62 16,3-4 19-16,-4 2-19 0,2-6-12 0,-2-3 23 15,3-1-59-15,3 1 197 0,-1-2-89 0,4-2-24 16,3 2 345-16,0-2-171 0,4 0-67 0,-2 0-42 16,2 0 173-16,0 0-114 0,5 0-66 0,15 0-21 15,4 0 24-15,5 0-18 0,2-2-8 0,5-3 49 16,7 1-38-16,-9 0 1 15,11-2 63-15,-9 1-43 0,9 1-32 0,-11-1-1 16,3 4-97-16,-3-1 37 0,0 0-1 0,-8 2 44 16,6 0-284-16,-11 0 139 0,-1 0 68 0,-4 0 34 15,-6 0-505-15,1 0 244 0,-8 0 77 0,1 0-330 16,-2 0 242-16,-2 0 120 0,0 0 61 0,0 0-145 16,-8-2 107-16,-5-2 49 0</inkml:trace>
  <inkml:trace contextRef="#ctx0" brushRef="#br0" timeOffset="108636.66">15513 12885 352 0,'-12'-6'0'0,"3"4"0"0,0 2 0 0,1 0 0 0,0 0 0 0,1 0 537 0,2 2-252 16,-1 8-126-16,3 1-63 0,-2 5 374 0,3 7-223 16,0 0-106-16,2 6 251 0,0 4-179 0,0 1-90 15,0 3 34-15,2 1-66 0,2-3-29 0,1 3 0 16,0-1-46-16,0 0 17 0,1 1 8 15,-3-2-8-15,1 1-235 0,-2-1 117 16,0-1 59-16,1 0 30 0,-2-9-357 0,-1-2 126 16,0-5 116-16,0-10-351 0,0 1 213 0,0-6 109 15,0-4-171-15,0 0 143 0,-1-10 68 0,-2-12 33 16,1-9-165-16,-2-5 100 0</inkml:trace>
  <inkml:trace contextRef="#ctx0" brushRef="#br0" timeOffset="108842.11">15462 12394 1323 0,'0'-17'0'0,"0"6"0"0,0 2 0 0,0 2 0 0,0 0 0 0,0 6 0 0,0-1 298 0,0 0-133 0,0 2 201 0,4 0-171 16,3 12-81-16,1 8-41 0,-1 6 126 0,1 7-84 15,-3 2-32-15,2 8-30 0,-6-9 91 0,1 5-55 16,2-3-29-16,-2-2 1 15,1-7-146-15,1 4 55 0,1-11 31 0,1 0-380 16,0-6 206-16,-2-2 103 0,1-4-618 0,1-1 307 16,-1-6 174-16</inkml:trace>
  <inkml:trace contextRef="#ctx0" brushRef="#br0" timeOffset="113302.23">16300 12827 747 0,'-11'2'0'0,"2"1"0"0,0 0 0 0,4 0 0 0,-2-3 0 0,1 0 0 0,-1 0 0 0,-1 0 0 0,2-3 93 0,2-5-31 0,-1-4 73 0,3-1-55 16,-1-2-23-16,1-3-1 0,2 0 34 0,0-1-29 16,0-1 9-16,0-1-37 0,0 1 61 0,2-1-31 15,3-1 1-15,6-3 1 0,1 6-24 0,2-3-8 16,1 7 0-16,0 1 40 0,5 1 0 0,-4 5-41 16,3 3 21-16,-1 3-20 15,1 2 0-15,2 0 0 0,-2 2-8 0,2 11 7 16,-5 0 9-16,5 8-8 0,-4-2-13 0,0 4 12 15,-2 1 1-15,-2 0-24 0,1 3 24 0,-7 2-1 16,0-1-2-16,-3 1-64 0,-2 3 26 0,-2-3 5 16,0 4-39-16,-6-4 30 0,-6 3-8 0,-6-2 37 15,-1 1-66-15,-1-4 32 0,-5-2-16 0,-1 0 39 16,-2-4-33-16,-1-1 0 0,1-1 16 16,-2-4 9-16,3 0 31 0,-1-4 0 15,7-3-34-15,0-1 49 0,2-1-21 0,7-2 0 16,3-2 84-16,2-1-49 0,5-1-16 0,1 0-1 15,1 0 40-15,0 0-24 0,1 3-8 0,12-2-1 16,10 1-54-16,1-2 0 0,5 0 43 0,1 0 0 16,2 0 18-16,1 2-1 0,1-2-25 0,0 3 4 15,-2 0-7-15,0 0 12 0,-2 1-96 0,0 2 41 16,-2 2 18-16,-2-3-1 0,-4 0-233 16,-1 1 122-16,0 1 51 0,-3-1 32 0,-2 1-448 15,-3-5 227-15,-3 0 102 0,1 1-402 16,-2-3 262-16,-2 0 127 0</inkml:trace>
  <inkml:trace contextRef="#ctx0" brushRef="#br0" timeOffset="113663.27">16811 12178 1075 0,'-6'-9'0'0,"5"7"0"0,-1 0 0 0,-1 2 0 0,-1 0 0 0,1 0 0 0,-1 12 0 0,0 1 168 0,-1 6-68 0,-1 4-25 16,-2 4-19-16,1 1-1 0,0 2-22 0,-2 1 0 15,0-7-68-15,-3 6 30 0,4-11 0 0,-4-2 38 16,3-1-84-16,0-3 43 0,-1-5 28 0,1 2 17 16,2-5-8-1,0-3-40-15,0 2 30 0,3-4 213 0,3 0-101 0,-1 0-57 16,2 0 102-16,0 0-72 0,0 0-36 0,5 0 1 15,13 0 47-15,3 0-46 0,0 0 0 0,6 0-37 16,-1 0 94-16,3-2-47 0,-5 0-16 0,10 0-36 16,-6 0 5-16,0 1 0 0,-1 1 0 0,-7 0-162 15,1 0 89-15,-2 0 32 0,-3 0-371 16,-2 0 178-16,-2 0 104 0,-3 0 20 0,-1 0-209 0,-4 0 109 16,0 0 73-16,-2-2 35 0,0-3-337 0,-2-4 186 15,0-3 86-15</inkml:trace>
  <inkml:trace contextRef="#ctx0" brushRef="#br0" timeOffset="113836.31">16938 12148 781 0,'-3'-1'0'0,"1"1"0"0,2 0 0 0,-2 0 0 0,2 0 0 0,0 0 0 0,0 1 324 0,0 11-138 0,0 3-80 16,0 3 241-16,0 8-157 15,0 1-78-15,0 7-40 0,0 1 108 0,0 7-78 16,-3-3-35-16,-4 1 1 0,2 1-76 0,1-7 0 15,2 3 49-15,2-3-8 0,0-4-314 0,0-7 157 16,0-1 78-16,4-1-574 0,6-5 312 0</inkml:trace>
  <inkml:trace contextRef="#ctx0" brushRef="#br0" timeOffset="114061.72">17201 12777 1400 0,'-2'0'0'0,"0"0"0"0,2 0 0 0,0 0 0 0,0 0 0 0,0 0 0 0,0 0 548 0,0 0-258 16,0 2-128-16,0 2-57 0,0 2 114 0,4-2-93 16,2 0-46-16,-1 3-24 15,1-2-266-15,1 0 129 0,-2-1 53 0,2 1-228 16,-2-3 144-16,1 0 73 0,1 0 35 0,-2-2-735 15</inkml:trace>
  <inkml:trace contextRef="#ctx0" brushRef="#br0" timeOffset="114770.66">17956 12787 812 0,'-7'-11'0'0,"1"0"0"0,3 1 0 0,-2-3 0 0,1-2 0 0,1-2 0 0,-3-2 0 0,3 0 153 0,-3 2-65 0,1 1-27 0,0 1-1 16,0 2 13-16,-1 3 0 0,1 0-32 0,-3 7 12 15,-2-1-21-15,-2 4 1 0,-2 0-3 0,-4 9 2 16,0 12 9-16,0 5-8 0,-1 5 59 0,0 2-30 16,2 3 0-16,4 1-29 15,2 1 129-15,4-1-69 0,3 1-30 0,4 0 119 16,0-4-75-16,0-5-37 0,5-4 8 0,10 4-27 15,-1-13-18-15,2 1 0 0,5-5-35 0,-2-5 0 16,3-4 43-16,-1-3-8 0,4 0-163 0,-5-13 81 16,-1-3 41-16,-2-5 0 0,-2-4-203 0,-2-3 78 15,0-2 67-15,-2-4-126 0,-1-1 84 0,1-6 19 16,-2 7 19-16,1-4 5 0,-4 4-1 16,-1 4 33-16,-3 10 35 0,0 1 0 0,-1 9-43 15,-1 3 8-15,0 3 187 0,0 4-82 16,-1 0-51-16,-7 23-1 0,1 1 177 0,1 6-76 15,2 0-58-15,4 2 127 0,0 0-82 0,0 2-22 16,2-2-19-16,8 0-4 0,3-4 0 0,2-4-30 16,2-3-31-16,4-4 30 0,-3-7 9 0,6-2-8 15,1-8-81-15,0 0 41 0,-3-3 0 0,2-15 39 16,-1-3-114-16,-2-6 36 16,-5-1 32-16,2-2-125 0,-8-1 70 0,-2 2 20 15,-2-4 23-15,-4 4-38 0,-2-3 25 0,0-3 1 16,-4 4 10-16,-8-3 4 0,-4 2-1 0,-1 4-1 15,-4 6 17-15,-3 3-13 0,-1 7 1 0,-1 7 2 16,-2 3 71-16,-2 2-29 0,3 4 0 0,1 9-3 16,4 2-1-16,6 0-18 0,2 2-7 0,2 2-92 15,5 0 44-15,3-1 23 0,4 2-298 0,0-3 138 16,2 1 84-16,9-3 29 0,10 0-330 0,3-4 187 16,5-2 94-16</inkml:trace>
  <inkml:trace contextRef="#ctx0" brushRef="#br0" timeOffset="115081.83">18597 12573 465 0,'1'-13'0'0,"3"3"0"0,-4 1 0 0,0 0 0 0,0 3 0 0,0 2 0 0,-7 2 384 0,-3 2-176 0,-5 0-88 16,-2 12 162-16,-1 9-116 0,-3 3-71 15,0 2-31-15,2 3 177 0,4-4-104 16,4 0-52-16,6-4-18 0,3 1 68 0,2-3-51 15,0-1-26-15,3-3 103 0,8 1-64 0,7-5-24 16,-2 0-8-16,3-1-72 0,0-3 39 0,-1 0 1 16,2 1-78-16,-4-1 46 0,-2 1-7 0,-3-1 39 15,-2 3-141-15,-3 1 71 0,-2 0 16 0,-4 4 30 16,0 2-96-16,-6 4 47 0,-9 0-3 16,-4 1 4-16,-3-2 8 0,-3 1 19 15,1-4-24-15,-1-1 19 0,1-3-1 0,3-6 4 16,0-1-200-16,3-3 89 0,4-3 51 0,5 0 24 15,-3 0-353-15,9-10 185 0,3-11 92 0,0 0 39 16,2-7-430-16</inkml:trace>
  <inkml:trace contextRef="#ctx0" brushRef="#br0" timeOffset="115484.46">18908 12126 939 0,'0'-6'0'0,"0"2"0"0,0 3 0 0,0 0 0 0,0-2 0 0,0 1 0 0,0 2 0 0,0 0 186 15,0 0-76-15,0 0-39 0,-3 9 22 0,-3 9-25 16,-4 6 7-16,-3 0-42 0,1 4-27 0,-4 0-1 15,2 1 28-15,-4-1 0 0,1-3-59 0,0 1 25 16,-2-6 1-16,7-1 59 0,-4-2 0 0,1-4-26 16,5 0 106-16,1-4-57 0,2-1-12 0,2-2-39 15,1 0 165-15,2-5-81 0,2 3-33 0,0-1-29 16,2 1 67-16,7-2-44 0,10 0-21 0,5-2 62 16,2 0-34-16,4 0-30 15,0 0-103-15,1-2 41 0,-1-2 21 16,-2 1 1-16,-5-1-78 0,1 1 45 0,-2 1 26 0,-1-1 0 15,-4 2-296-15,-4-1 151 0,-2 2 41 0,1 0 3 16,-7 0-303-16,1 0 183 0,-2 0 91 0,-3 0-245 16,-1 3 160-16,0 2 92 0,0-2-220 0,-1-1 152 15</inkml:trace>
  <inkml:trace contextRef="#ctx0" brushRef="#br0" timeOffset="115653.84">18942 12259 770 0,'0'0'0'0,"0"0"0"0,0 0 0 0,0 0 0 0,0 2 0 0,-2 8 117 16,0 5-42-16,2 5-22 0,0 4 413 0,0 3-208 16,0 3-117-16,0 1-54 0,0 2 268 0,0 1-160 15,0-1-82-15,0-1-111 0,0 2 31 0,0-4 0 16,0 2-455-16,0-5 227 0,0 3 114 16,0-8 65-16,0 1-659 0,0-5 302 15,0-7 183-15</inkml:trace>
  <inkml:trace contextRef="#ctx0" brushRef="#br0" timeOffset="116151.57">19225 12582 947 0,'-9'0'0'0,"4"8"0"0,1 2 0 0,2-3 0 0,2 2 0 0,0 3 273 0,0 0-120 0,0 5-52 16,0-1 266-16,2 11-167 0,7-10-84 0,4 6-41 15,3-2 166-15,0-5-95 0,7 3-61 0,-1-4-26 16,5-3 21-16,-2-3-24 0,2-3 0 0,-3-5-15 16,8-1-41-16,-2 0 0 0,-1-1-126 0,-1-10 80 15,-3-5 39-15,-4 1 8 0,4-5-193 16,-6-3 95-16,-1 0 62 0,-6-1-21 16,-1 0-160-16,-3-5 69 0,-2 0 65 0,-4-2 2 15,-1 0-5-15,-1-2 25 0,0 0 1 0,0-1 19 16,-9 4 8-16,-1 2-1 0,1 3 154 0,-2 7-77 15,-1 0-38-15,0 5-9 0,0 4 263 0,-1 3-136 16,0 5-44-16,0 1-42 0,2 0 213 0,-1 8-115 16,1 8-41-16,0 3 20 0,3 7-40 15,2-1-22-15,4-1 9 0,1 10 101 0,1 0-64 0,0 1-34 16,0 9 108-16,0-1-70 16,0 6-28-16,0 1-7 0,0 5 19 0,0 12 114 15,0-1-201-15,-4 4 0 0,0-6 0 0,-1 12 0 16,1-21 0-16,4 1 0 0,0-7 0 0,0-12-189 15,0 1 194-15,0-6-32 0,0-6 3 0,2-3 22 16,2-5-108-16,-1-3 56 0,-1-5 5 0,0-4 22 16,0-3-154-16,0-3 80 0,-2 3 25 0,0-3 25 15,0 0-17-15,0 0 9 0,0 0 26 0,0 0 0 16,-4 0-133-16,-1 0 66 16,-1 1 26-16,1 3-180 0,-2 3 110 0,2 3 56 15</inkml:trace>
  <inkml:trace contextRef="#ctx0" brushRef="#br0" timeOffset="117112.81">20099 12806 648 0,'0'0'0'0,"0"0"0"0,0 0 0 0,2 2 0 0,2 1 0 0,-1 0 217 0,1-2-97 0,2 1-43 0,-1-1 54 16,3 2-49-16,0 1-25 0,-1-2 9 0,0 1 13 15,1 1-22-15,0 0-1 0,-3-1-74 0,1 1 25 16,-1-2 8-16,0 1 18 0,-2-2-211 0,1-1 105 16,-1 0 53-16,1 0-372 0,0 0 181 0,-1-4 103 15</inkml:trace>
  <inkml:trace contextRef="#ctx0" brushRef="#br0" timeOffset="117489.4">20843 12734 849 0,'0'-9'0'0,"0"3"0"0,0-1 0 0,0-5 0 0,-2-3 0 0,-3 2 0 0,-4-2 79 0,2 2-22 16,-4 1-1-16,-2 0 21 0,-2 3-21 0,-2 2 7 15,-6 6-27-15,1 1-3 0,-4 0 0 0,-3 6-1 16,1 7-21-16,3 0 30 0,-3 4-8 0,12-7-1 15,-1 5 86-15,6-5-42 0,3-3-22 0,5 3 8 16,0 0 38-16,3-2-34 0,3 2 0 0,8 0-47 16,10 1 14-16,-3-3 7 0,10 3-7 15,-2 0 0-15,3 0 0 0,-3 3 0 16,-1-1-33-16,-5 1 8 0,3 5 25 0,-7 0 0 16,-4-2-59-16,-3 5 17 0,-4 3 0 0,-3-2 15 15,-2 5 18-15,0-2-16 0,-9-3 10 0,-5-2 42 16,-6 0-41-16,1-5 0 0,-4 1 14 0,0-6-14 15,2-6 0-15,-2 0 6 0,3-5-104 0,1 0 54 16,2 0 19-16,2-6 4 0,8-9-345 0,3-4 159 16,4-5 89-16,2-2-457 0,12-1 266 0,6-1 129 15</inkml:trace>
  <inkml:trace contextRef="#ctx0" brushRef="#br0" timeOffset="117654.52">20916 12751 1379 0,'9'0'0'0,"3"0"0"0,-3 4 0 0,-2 6 0 0,-2-3 0 0,-3 0 0 0,-1 3 0 0,-1 1 0 0,2 0 267 0,-2 3-109 16,2 0 233-16,-2 1-179 0,0 0-90 0,0 2-45 16,0 2 24-16,0-2-26 0,0 0-8 0,0-2-34 15,2-4-150-15,-2-1 75 0,2-2 45 16,-2-3-8-16,0-2-358 0,0-1 198 16,2-2 98-16,-2 0-513 0,0 0 275 0,0-2 104 15</inkml:trace>
  <inkml:trace contextRef="#ctx0" brushRef="#br0" timeOffset="118036.5">21091 12350 1036 0,'0'-2'0'0,"2"0"0"0,0 2 0 0,-1 0 0 0,1 0 0 0,4 7 0 0,2 6 0 0,1 6 101 0,0 6-33 0,0 4-1 0,1 3-65 16,-3 4 9-16,3 7 22 0,-7 0-119 0,2 1 60 15,-2-1 29-15,-1-2 0 0,-2-5-10 0,0 1 16 16,0-1 0-16,0-7 23 0,0-3 66 0,0-4-45 16,0-7-52-16,0-3 13 0,0-1 86 0,0-8-41 15,0 0-21-15,0-3 108 0,0 0-48 0,0-3-36 16,0-17 69-16,0-3-49 16,8-3-25-16,1-2 0 0,4-2-154 0,0 2 61 15,3 1 35-15,-4 3-1 0,1 7-75 0,-1 2 54 16,-3 8 17-16,-2-2 24 0,3 6-30 0,-2 3 28 15,1 0-31-15,-2 9 111 0,-1 8-51 0,2 14-3 16,-3 6 218-16,-1 3-118 0,-1 4-48 0,1 3-33 16,3-8 122-16,-2 13-80 0,2-21-34 15,4 6-1-15,1-9-177 0,-1-10 71 0,1-1 44 16,-1-7-9-16,2-7-131 0,0-3 83 0,5-5 42 16,0-16-537-16,-4-4 228 0,4-4 152 15,-6-5-434-15,6-10 283 0</inkml:trace>
  <inkml:trace contextRef="#ctx0" brushRef="#br0" timeOffset="118391.55">21709 12483 1289 0,'0'0'0'0,"-2"0"0"0,0 2 0 0,0 3 0 0,-1 5 0 0,1 1 0 0,-1 6 0 0,3 2 220 0,0 3-94 0,0 5-47 0,0-5 108 16,5 8-81-16,6-5-37 0,1 3 140 0,4-4-88 15,2-1-45-15,-1-5-13 0,6 1-4 0,-3-4 0 16,3-6-26-16,2-3 0 0,-1-6-84 0,-2 0 50 16,6-1 13-16,-1-17-78 0,-1-2-55 0,-1-6 77 15,-2-5 39-15,-5-1-120 0,-3-2 27 0,-4-1 52 16,-4-10-189-16,0 4 106 16,-5-4 25-16,0 2 27 0,-2-5-46 0,0 13 44 15,-4-4 24-15,-8 8 0 0,3 9 122 0,-5 0-57 16,2 8-18-16,-1 5 1 0,-1 4 306 0,1 5-162 15,0 0-58-15,0 10 346 0,-1 16-202 0,1 12-99 16,4 9 73-16,1 13-82 0,3 4-41 0,1-6-13 16,0 20 177-16,3-7-103 0,-1 0-51 0,0 5-25 15,0 4-51-15,2 1 8 16,-2-2 17-16,2 3-588 0,-2-3 294 0,1-2 146 16,-1-2 75-16</inkml:trace>
  <inkml:trace contextRef="#ctx0" brushRef="#br0" timeOffset="120288.43">22661 12114 783 0,'2'-20'0'0,"0"3"0"0,-2 4 0 0,0 2 0 0,0 1 0 0,0-1 0 0,0 4 0 0,0 1 0 0,0 2 100 0,0 0-33 16,0 3-1-16,0 1 155 0,0 0-99 0,0 0-44 16,0 0-23-16,2 7 9 0,-1 8-31 0,1 7 8 15,2 6 147-15,-2 1-77 0,-1 4-39 0,-1 5-1 16,0 6 80-16,0-8-52 0,0 14-37 0,0-5 40 15,0 6-35-15,0 1 0 0,0 0-34 0,0 1 49 16,0-4-49-16,2-2-1 0,0-11-20 0,1 2 1 16,-1-1 19-16,0-12 9 15,1 3-21-15,-1-6 12 0,0-5 1 0,0-6 0 16,-1-3-63-16,1-5 40 0,-2 1-15 0,0-4 36 16,0 0-71-16,0 0 31 0,0 0 4 0,0 0 65 15,0 0-16-15,0 0-28 0,0 0-8 0,-3-1 85 16,-1-5-35-16,0 0 5 0,-1-2-160 0,0 1 57 15,0-4 33-15,1-2-1 0,1 0-189 0,-1-3 103 16,0 1 43-16,-1-3 27 0,-2-1-212 16,2 0 108-16,-2 0 21 0,-2 1-10 0,-3 4 42 15,-1 0 22-15,-3 6 61 0,0 0-41 16,-1 6-8-16,-3 0 8 0,-1 2 104 0,-4 0-52 16,2 9-26-16,3 6 0 0,1-1 162 0,-4 7-87 15,7-3-20-15,2 2-32 0,2-2 220 0,4 3-112 16,5-1-19-16,3 0 54 0,0-2-63 0,1 2-31 15,14-1 25-15,2-1-29 0,-2-6 9 0,10 4-37 16,-1-7-37-16,1-2 37 0,-2-2 0 0,-2-4 0 16,2-1-74-16,-3 0 33 0,-1 0-1 0,-3-1 42 15,-3-4-244-15,-6 2 116 16,3-5 39-16,-5 3-340 0,-1-1 171 0,0 0 100 16,-1 0-177-16,1-1 134 0,0 1 60 0,2-3 41 15,1 2-460-15,1-5 246 0</inkml:trace>
  <inkml:trace contextRef="#ctx0" brushRef="#br0" timeOffset="120771.14">23026 12411 1144 0,'0'-17'0'0,"-2"10"0"0,0 2 0 0,-3-1 0 0,4 0 0 0,-1 4 0 0,0 0 208 0,2 0-87 15,0 2-45-15,0 0-21 0,0 0 162 0,0 15-96 16,0 6-44-16,0 4 101 0,0 3-73 0,0-1-36 16,2-2 8-16,3 9 39 15,5-6-42-15,3-2-21 0,1-1 39 0,2 0-30 16,3-7 9-16,4 3-39 0,1-3 11 0,4-6-10 16,2-2 0-16,2-4-1 0,2-4-38 0,-1-2 16 15,2 0-1-15,-1-5-147 0,-1-12 86 0,-2-1 36 16,-1-3 19-16,-7-4-248 0,2 1 122 0,-6-3 35 15,-3-1-40-15,0-2 31 0,-5-4 38 0,-3 0 3 16,-2-1-36-16,-5-1 30 0,1 2-1 0,-2 1 22 16,0 5 31-16,-3 7-1 15,-9 0-22-15,-3 5 1 0,-2 5 92 0,0 1-54 16,-2 6-15-16,1 2 219 0,-1 2-113 0,0 0-39 16,-3 13-33-16,6 1 261 0,-3 8-136 0,5 0-39 15,1 3 97-15,3 5-87 0,4 2-45 0,1 5-13 16,3 11 23-16,2-3-27 0,-2 4 0 0,2 1-27 15,0 2 145-15,0 3-65 0,-1 0-43 0,-1 1 211 16,-2 8-280-16,-1-2 0 0,2 2 0 0,1-9 0 16,-2 7 0-16,4-7 0 0,0-6-222 15,0-12 144-15,0 1 55 0,4-11 36 16,3 0-611-16,3-4 268 0,-1-5 156 0,1-2-327 16,-2-4 234-16,-3 4 109 0</inkml:trace>
  <inkml:trace contextRef="#ctx0" brushRef="#br0" timeOffset="124605.53">10919 14179 971 0,'-8'0'0'0,"1"0"0"0,-1 0 0 0,5 0 0 0,-1 1 0 0,-1-1 0 0,4 0 0 0,-1 0 180 0,2 0-66 0,0 2-44 16,0-2 111-16,0 0-74 0,0 0-37 0,0 0 0 15,0 0 158-15,10 0-101 0,1 0-48 0,6 0-23 16,-1 0 174-16,5 0-98 0,-1 0-42 0,3 0 73 16,-2 0-66-16,2 0-32 0,-3 2 0 0,1 4-53 15,-2 1 29-15,-2 1-9 0,-2 0-83 0,0-1 42 16,-3-1 21-16,-2-3 0 0,-1 1-69 0,1-1 41 15,-2-3 25-15,-3 0-381 0,1 0 188 16,-1 0 55-16,-1 0 58 0,-1 0-438 0,-1-3 239 16,1 0 118-16,-1 0-319 0,-2 2 219 15</inkml:trace>
  <inkml:trace contextRef="#ctx0" brushRef="#br0" timeOffset="124826.48">10964 14471 702 0,'-9'5'0'0,"0"0"0"0,2-2 0 0,0 2 0 0,1-5 0 0,3 1 586 0,1-1-276 16,-3 0-139-16,5 0-69 0,0 0 218 0,3 1-135 15,10 4-81-15,10-1 246 0,0-1-159 0,5 3-79 16,3 0 150-16,0-1-106 0,4 0-66 0,-1 2-28 16,0-3-57-16,-4-1 0 0,0-1 28 0,-8 0 8 15,0 0-196-15,-2-1 94 0,-6-1 47 0,-4 0-118 16,-3 0 82-16,-3 0 50 0,-2 0-15 0,0 0-479 15,-2 0 190-15,0 0 135 16,0 0 68-16</inkml:trace>
  <inkml:trace contextRef="#ctx0" brushRef="#br0" timeOffset="129521.96">12382 14233 761 0,'0'0'0'0,"0"0"0"0,0 0 0 0,0 0 0 16,-2-3 0-16,2 2 0 0,0-2 0 0,0-5 110 0,0 1-43 0,0-3 0 0,0-1 58 0,0-2-46 15,0 0-23-15,0-3 8 0,0 1-7 0,-2-2-24 16,-2 2 0-16,1-2 0 15,-4 1-35-15,2-2 9 0,-2 4 26 0,-1-1-47 16,-1 2 23-16,-1 0 0 0,-3 1-7 0,0 3 38 16,-2 1-23-16,0 7 12 0,-2-1-26 0,0 2 20 15,-1 0-18-15,-1 0 5 0,-4 11 64 0,6 3-26 16,-2 6 3-16,5 1-29 0,0 0 108 0,5 2-37 16,0 2-34-16,2-5 13 0,6 3 0 0,1 0-40 15,0-1-7-15,1 0 16 0,11 0-9 0,3-4 1 16,2 4-44-16,1-2 22 15,3-5 0-15,-1 3 29 0,6 1-69 0,-4-4 23 16,1 1 0-16,1 0-36 0,-1 1 30 0,-5-1 8 16,3 5-4-16,-8-6-20 0,1 6 0 0,-5-3 25 15,-4 3-25-15,-3 0 24 0,-2-2 7 0,0 2-9 16,0-3 19-16,-13 1-14 0,-2-1 2 0,-5 0-3 16,-3-5-4-16,-2-3 5 0,1-3 1 0,4-6-80 15,-5 2 37-15,-3-3-3 0,1 0 40 16,5-10-66-16,2-3 29 0,6-2-6 15,-1-4 66-15,3-2-37 0,9 0 2 0,1-1-11 16,2-4 42-16,2 2-9 0,13-2-29 0,3 1-3 16,5-1 100-16,7-6-39 0,-1 3-23 0,1 2 2 15,-2 2 100-15,7-5-44 0,-8 8-32 0,1-3 31 16,-1 3-28-16,-11 4 1 0,1 1-24 0,-4 3 7 16,-6 2-4-16,-2 0 8 0,-3 2-23 0,-2-1 18 15,0-3 4-15,-7 3-8 0,-7-5 0 16,-4 2-3-16,-2 1 3 0,-2-1-37 15,1 4 3-15,-5 0 26 0,5 5 4 0,-2 1-63 16,2 2 29-16,1 2-3 0,1 0-55 0,3 0 37 16,0 0 21-16,5 3-12 0,4 4-119 0,-1-2 62 15,4 2 33-15,2-1 9 0,2 4-116 0,0-1 53 16,11 1 39-16,10-2-279 0,4-2 150 0,3 0 88 16,6-4 40-16</inkml:trace>
  <inkml:trace contextRef="#ctx0" brushRef="#br0" timeOffset="129716.46">12617 14116 1335 0,'2'2'0'0,"1"2"0"0,5-1 0 0,1 0 0 0,3-3 0 0,0 0 0 0,6 0 0 0,2 0 0 0,4 0 473 0,1-4-220 0,0 0-102 0,6 0-63 16,-2 1 198-16,3 1-126 0,-1 0-64 0,3 0-32 15,-2 0-9-15,0 0-22 0,0 2 0 0,0 0-262 16,-4-2 131-16,-7 2 73 15,-1 0-453-15,-3 0 255 0,-8 0 98 0,-1 0 74 16,-6 0-535-16,-2 0 269 0,0 4 146 0,-10 6 69 16</inkml:trace>
  <inkml:trace contextRef="#ctx0" brushRef="#br0" timeOffset="129886.98">12826 14146 973 0,'-7'-1'0'0,"4"1"0"0,1 0 0 0,-2 0 0 0,2 0 0 0,0 0 0 0,2 6 121 0,0 8-43 0,0 5 253 0,0 4-149 16,0 3-75-16,0 2-28 0,0 4 67 0,0 0-57 16,0 2-28-16,2 0 0 0,0-2-251 0,0-7 120 15,2 6 47-15,-1-9 28 0,3-1-400 0,0-6 214 16,0-8 86-16,1-1-439 0,0-6 236 0</inkml:trace>
  <inkml:trace contextRef="#ctx0" brushRef="#br0" timeOffset="130043.56">12947 14248 753 0,'6'-4'0'0,"-2"3"0"0,-1-2 0 0,1 3 0 0,0 0 0 0,-1 0 151 0,-1 8-59 0,2 7-22 15,-2 4 361-15,2 7-199 0,-2-2-100 0,0 7-49 16,-2 0 97-16,2 1-65 0,0 0-46 0,-1 1 1 16,1 0-277-16,2-1 121 0,3-2 59 15,1 2-511-15,0-4 282 16,-1 1 144-16</inkml:trace>
  <inkml:trace contextRef="#ctx0" brushRef="#br0" timeOffset="130509.48">13929 14161 942 0,'-5'-22'0'0,"1"5"0"0,0 0 0 0,3-4 0 16,-3 0 0-16,-1-2 0 0,-2 2 0 0,0 0 0 0,-2-2 110 0,-3 5-39 0,-1-3 68 0,-4 6-53 0,0 2-18 15,-2 3-9-15,-1 5 17 0,-3 3-22 16,-1 2 0-16,-1 0-21 0,5 4 95 0,-6 11-52 15,3 1-21-15,2 4-1 0,3 2 112 0,0 5-66 16,8-6-26-16,-2 10 147 0,4-1-94 0,7 2-47 16,1 4-24-16,0 5 165 0,0-6-86 15,1 13-55-15,9-1 98 0,1 2-73 0,0 0-36 0,3 0 0 16,-1 3 0-16,0-2-9 0,0 1-27 0,-2 2 0 16,1-1-25-16,-1 0 1 0,-4 0 188 0,0-4-401 15,-4-1 196-15,-1-5 0 0,-2-7 41 16,0 2-121-16,-4-3 68 15,-9-3-8-15,-4-5-131 0,-4-1 67 0,-3-4 47 0,-3-1-1 16,1-1-71-16,-4-3 34 0,1-3 30 0,8-3-6 16,-2-1-218-16,2-5 114 0,8 0 69 0,2-4-258 15,1 0 160-15,7 0 79 0,3 0 40 0,0-8-314 16,5-7 182-16,12-2 85 0,6-2-330 0</inkml:trace>
  <inkml:trace contextRef="#ctx0" brushRef="#br0" timeOffset="130784.78">13920 14918 1379 0,'7'0'0'0,"-1"6"0"0,-2 7 0 0,-2 1 0 0,0 3 0 16,0 2 0-16,-2 6 0 0,0 1 0 0,2-1 213 0,3-2-83 0,1-1-52 0,4-1 161 0,6 0-103 0,0-6-51 16,2-4-27-16,1-4-12 0,1-4-13 0,3-3 0 15,-2 0-190-15,3 0 95 0,-5-16 47 16,-4-3 32-16,1-7-279 0,-4 2 148 15,-4-2 18-15,-5-1 54 0,-3 0-158 0,0 3 80 16,-3-8 34-16,-13 6 23 0,-2 3 31 16,-5 9-1-16,-2 1 0 0,-3 12 96 0,0 1-44 0,-4 1-26 15,2 17 167-15,2 3-94 16,2 2-22-16,7-5-36 0,5 2 48 0,3-2-28 0,11-7 12 0,0 4 0 16,0-6-299-16,11-1 129 0,7-4 66 0,8-4-169 15,1 0 97-15</inkml:trace>
  <inkml:trace contextRef="#ctx0" brushRef="#br0" timeOffset="131020.01">14108 14276 1728 0,'-4'-3'0'0,"2"-1"0"0,2 3 0 0,0-6 0 0,6 1 0 0,8-1 0 0,6-5 0 0,2 3 256 0,3 0-111 0,3-1-48 0,0 2 85 16,0 2-75-16,0 2-37 0,-2 1 34 0,-3 2-36 16,0 1 9-16,-1 0-45 0,-1 0-276 0,-2 4 139 15,-3 1 68-15,0 1 36 0,-5 0-450 0,-4 0 238 16,1-1 65-16,-6 1-466 0,0-1 291 16,-2 2 145-16</inkml:trace>
  <inkml:trace contextRef="#ctx0" brushRef="#br0" timeOffset="131271.34">14339 14268 953 0,'-15'5'0'0,"2"2"0"0,1 0 0 0,1 3 0 0,2-2 0 0,-3 3 0 0,3-2 0 0,-2 2 133 0,1 3-50 0,-1-1-25 15,0 1 29-15,-1 2-27 0,0-1 9 0,-4 2-36 16,3-2-37-16,-2 0 0 0,0-4 37 16,2 0 0-16,2-5 7 0,0 1-8 0,1-1 130 0,3-2-64 15,3-1-33-15,0-3 0 0,2 2 116 16,2-2-78-16,0 0-35 15,2 4 0-15,11-2-4 0,4 0-31 0,4 0 8 16,5-1-9-16,0-1 121 0,2 2-60 0,1-2-31 16,1 0-58-16,-4 0 8 0,6 0 21 0,-5 0 0 15,-1 0-308-15,-6 0 154 0,3 0 77 0,-4 0-515 16,-4 0 252-16,-4 0 143 0,-1 0 40 0,-5 0-168 16,-1 0 130-16,-3 0 56 0</inkml:trace>
  <inkml:trace contextRef="#ctx0" brushRef="#br0" timeOffset="131444.2">14345 14342 852 0,'-8'0'0'0,"4"2"0"0,2 2 0 0,0-1 0 0,2 5 0 0,0 1 0 0,0 4 0 0,0 4 365 16,0 3-165-16,2 3 203 0,4 2-184 0,-2 0-94 16,-2-1-37-16,2 7-7 0,-3-3-23 0,1 3-1 15,0-3-24-15,0-2-274 16,-2-4 145-16,0-2 60 0,0-5 35 0,0-2-208 15,0-4 121-15,0-5 60 0,0-2-558 0,0-2 286 0</inkml:trace>
  <inkml:trace contextRef="#ctx0" brushRef="#br0" timeOffset="131676.57">14048 13777 1444 0,'0'-21'0'0,"-6"8"0"0,6 7 0 0,0 2 0 0,0-2 0 0,6 1 256 0,7-1-112 0,7 1 153 16,9-1-124-16,3 2-74 0,3-1-33 0,11 1 175 15,-7 1-104-15,5 0-52 0,-9 2-18 0,4-1-95 16,0-1 31-16,-3 3 0 0,-2 0 29 0,-4 0-303 16,-7 0 159-16,-2 0 69 0,-5 0 38 15,-6 5-582-15,-1-1 295 0,-5-1 71 0,-2 1 91 16,-2 0-174-16,0-1 135 0</inkml:trace>
  <inkml:trace contextRef="#ctx0" brushRef="#br0" timeOffset="131851.12">14253 13765 965 0,'0'10'0'0,"2"6"0"0,-1 2 0 0,1-4 0 0,0 3 0 0,-2 0 0 0,0 2 306 0,0 2-137 15,0 3-69-15,0-1-25 0,0 3-84 0,0-1 20 16,0-1 1-16,-2 2 21 0,0-5-127 0,1 0 72 0,1-5-420 16,0-3 224-16,0-5 113 0</inkml:trace>
  <inkml:trace contextRef="#ctx0" brushRef="#br0" timeOffset="132003.71">14397 13809 780 0,'2'0'0'0,"2"1"0"0,0 12 0 0,-1 0 0 0,1 4 0 0,-2 5 0 0,1 1 477 0,1 5-222 0,-2 3-103 0,3-1-64 16,-4 4 321-16,1-1-188 0,2 2-221 0,-1 0 0 15,-1 0 41-15,2 3-9 0,-2-2-299 16,1 0 149-16</inkml:trace>
  <inkml:trace contextRef="#ctx0" brushRef="#br0" timeOffset="133643.27">15593 14400 358 0,'0'1'0'0,"0"6"0"0,0-3 0 0,0-2 0 0,0-1 0 0,0-1 0 0,0 3 0 0,2-3 103 0,0 0-35 0,1 0 8 0,-1 0 37 0,-1 0-40 15,1 0 0-15,0-3 23 16,0-2-31-16,0-4 8 0,-2 1-40 0,0-4 3 15,0 3-4-15,0 0 1 0,0-4-29 0,0 3 8 16,-4-1 21-16,-1 0-1 0,-4 1-20 0,2-1-1 16,0 1 22-16,-1 0 8 0,-3 1-56 0,0 0 11 15,2 3 0-15,-3 1-5 0,1 1 0 0,-1 3 20 16,-1 1 6-16,0 0-33 16,0 5 31-16,-4 10-5 0,4 6-1 0,0-1 5 15,-1 8-1-15,3 3-1 0,2 3 34 0,-1 1 1 16,5 2-33-16,1 3 7 0,2-3 39 0,2-1-18 15,0 0 0-15,0-6 5 0,6-2-25 16,1-7 14-16,7-2-12 0,-2-3-43 0,6-4 21 16,-2-5 4-16,3-7-68 0,4 0 44 0,2-1-5 15,-4-17 31-15,2-4-44 0,0-6 15 0,-3-2 2 16,-1-4 1-16,0 0-86 16,-6 1 38-16,3-2 28 0,-7 6-60 0,0 5 34 0,-4-1 14 15,-1 6 0-15,-1 10 74 0,-1 0-25 16,-2 5-9-16,0 1 166 0,0 3-82 0,0 0-44 15,-2 18-14-15,-3 4 101 0,3 2-50 0,0 1-30 16,2 5 1-16,0-4 33 0,0-6-7 0,6 1-21 16,11 3 12-16,-4-12 7 0,6 1-23 0,2-3-6 15,-1-5-66-15,1-1 33 0,0-4-2 0,-1 0-56 16,1 0 31-16,0-12 25 0,-3-4-18 0,0-4-41 16,-4-3 30-16,-4 2 2 0,1-5 13 15,-5-1-7-15,-5 1-20 0,-1-3 40 0,0 3-6 16,-1-2 0-16,-10 0-8 15,-5 2 18-15,-2 4-11 0,-1-1 1 0,-2 8-2 0,1 4-37 0,-7 3 38 16,5 6 0-16,-3 2 4 0,3 0-14 0,1 14 11 16,4-3-3-16,0 2 2 0,7 0-56 0,-1 0 25 15,10-2 0-15,1 3 20 0,0-2-89 16,1 0 47-16,13-1 12 0,6 0-240 0,5-4 129 16,1 0 64-16</inkml:trace>
  <inkml:trace contextRef="#ctx0" brushRef="#br0" timeOffset="133946.46">16264 14252 733 0,'0'-13'0'0,"0"0"0"0,0 3 0 0,-4-4 0 0,-1 7 0 0,-4-1 0 0,-1 5 218 0,-1 1-92 0,-1 2-47 16,1 0-23-16,-2 5 63 15,-2 13-47-15,0 4 1 0,0 3 41 0,2 0-41 16,3 0 9-16,1 5 26 0,5-7-38 0,4-1 0 15,0 1-37-15,0-1 30 0,6-3 8 0,11 3-38 16,-1-8-1-16,5 0-65 0,2 0 32 0,-1-3 1 16,-1 1-84-16,5-1 54 0,-8-2 32 0,-2 2 5 15,0 1-69-15,-7 1 22 0,-6 3 32 0,-1-2-97 16,-2 1 52-16,0 2 4 0,-11-2 0 0,-6 5 67 16,1-10-4-16,-5 3-43 15,0-3 12-15,-1-3 42 0,1-1-39 0,-2-2 5 16,5-4-171-16,-1 0 84 0,1 0 38 0,4-12 4 15,3-9-117-15,4-4 67 0,7-9 29 0</inkml:trace>
  <inkml:trace contextRef="#ctx0" brushRef="#br0" timeOffset="134280.56">16484 13882 1380 0,'5'-7'0'0,"3"5"0"0,-4 0 0 0,-2 2 0 0,0 0 0 0,-1 0 0 0,-1 0 0 0,0 0 0 0,0 0 182 16,0 0-75-16,0 0-24 0,-5 11-26 0,-5 8 1 16,-1 3-17-16,0 2-42 0,-3 3 1 0,0-3 33 15,0 0-1-15,0-1-124 0,3-5 70 0,-3-1 24 16,5-2-1-16,2-7-37 0,-2 2 34 0,2-3-9 16,3-3 97-16,3-3-39 0,-1-1-28 0,2 0 180 15,0 0-87-15,0 0-44 16,0 0-5-16,0 0-2 0,9 0 1 0,5 0-29 0,4 0 0 15,3 0 62-15,0 0-35 0,4 0-1 0,-4-1-26 16,4-1-25-16,1 0 25 0,-4 2 8 0,1 0-145 16,-2 0 68-16,2 0 35 0,-7 0-324 15,1 0 155-15,-4 0 89 0,1 0 18 16,-5 0-367-16,-2 0 199 0,-1 0 99 16,-3 0 50-16,-1 0-130 0,1 2 94 0,-3-2 43 15,0 0 21-15,0 0-230 0</inkml:trace>
  <inkml:trace contextRef="#ctx0" brushRef="#br0" timeOffset="134452.1">16595 13901 833 0,'-6'-6'0'0,"3"2"0"0,-2 0 0 0,1 3 0 0,1-1 0 0,-1 2 0 0,2 0 0 0,-1 0 139 0,1 7-52 0,0 10 142 0,0 1-97 0,1 7-42 16,-3 3-33-16,-1 2 74 0,3 2-49 0,-1 0-24 15,-1 0-1-15,2 0-52 16,-1-1-9-16,1-2 37 0,0 0-1 0,0-2-214 15,0-5 107-15,2-2 62 0,0-4-406 0,0-4 216 16,0-3 56-16</inkml:trace>
  <inkml:trace contextRef="#ctx0" brushRef="#br0" timeOffset="134868.99">16825 14115 623 0,'0'0'0'0,"-1"1"0"0,-3 7 0 0,0 1 0 0,1 4 0 0,1 0 177 0,0 5-72 0,2-1-28 0,0 4 210 16,0 0-127-16,4 2-64 0,7-2 101 15,2-3-75-15,7 5-48 0,1-5 0 0,4-4-14 16,1-2-27-16,1-4-1 0,1-2 9 0,2-4-39 16,3-2 31-16,-4 0 0 15,1 0 0-15,1-8-64 0,-3-5 40 0,-2 1-8 16,1-4-27-16,-6-2 26 0,-1-1 0 0,-3 0-88 0,-4 0-31 15,0-2 43-15,-5 1 40 0,-3-2-112 0,-3-1 67 16,-2-3 19-16,0 5 16 0,0-5-17 0,-7-1 0 16,-4 3 18-16,-3-1 12 0,1 1 62 15,1 5-40-15,-2 3 9 0,1 3 45 0,0 3-30 16,0 4-1-16,1 5 254 0,1 1-135 16,-2 0-47-16,3 1-41 0,-1 15 180 0,2 0-97 15,-1 9-38-15,5-2-20 0,-1 8 95 0,4 1-65 16,1 2-33-16,1 8 0 0,0 0 42 0,0-1-29 15,0 13-8-15,1-4-14 0,3 4 0 16,0 2-23-16,-3 3 0 0,1-2-54 0,0 4 22 0,-2 5 1 16,0-8-357-16,0-5 191 0,0 1 73 0,-5-8 60 15,-4 6-681-15,1-8 339 0</inkml:trace>
  <inkml:trace contextRef="#ctx0" brushRef="#br0" timeOffset="136404.77">18245 13671 677 0,'-2'-9'0'0,"-2"1"0"0,1 4 0 0,1-1 0 0,-2 1 0 0,4 3 0 0,-2-2 0 0,1 1 217 0,1 2-93 16,0 0-37-16,0 0-31 0,0 19 47 0,0 4-34 0,0 7-1 0,1 10-35 16,3-3 163-16,1 18-86 0,-1-3-38 0,-2 4 32 15,3 11-36-15,-4-4 1 0,-1-3 17 16,0 16-30-16,0-13-1 0,0-8-22 16,2 1 29-16,0-9 0 0,0-12-21 0,1-1-14 15,-1-7 6-15,2-4 0 0,0-3 0 0,-3-9-23 16,1-2 31-16,0-5-9 0,-2-1-64 0,2-3 32 15,-2 0 1-15,0 0 19 0,-4 0 20 0,-5-8-25 16,2-4 10-16,-3-3-20 0,-1 1-229 0,0-9 105 16,1 2 63-16,-5-7 11 0,4-1-177 0,-2 1 81 15,-4-3 59-15,0 0-41 0,0 3 37 0,-2 1 31 16,0 6 56-16,3 7 1 16,-3 1-35-16,0 4-8 0,0 9 70 0,-2 0-31 15,1 4-1-15,-1 13-29 0,2 5 212 0,1 6-83 16,1 4-55-16,2 0 313 0,1 0-169 15,7-2-53-15,2 1-53 0,3-10 135 0,2 6-95 0,0-3-44 16,2-3 94-16,9-3-73 0,8 0-32 0,-1-7 8 16,7 0-64-16,3-4 1 0,0-2 23 0,2-5-1 15,2 0-48-15,0 0 32 0,2-8-7 16,-4-7-251-16,-2 0 137 0,-3-2 59 16,-4-2 37-16,-3 5-659 0,-1-3 310 0,-2 1 163 15,-4 3-520-15</inkml:trace>
  <inkml:trace contextRef="#ctx0" brushRef="#br0" timeOffset="138147.38">11499 14308 98 0,'0'0'0'0,"0"0"0"0,0 0 0 0,0 0 0 0,0 0 129 0,0 0-48 15,-2 0-24-15,0 0 8 0,2 0-8 0,-2 0-1 16,0 0-23-16,1 0 67 0,-1 0-33 15,0 0 7-15,0 0-41 0,0-3 84 0,2 3-42 16,0 0-21-16,0 0 102 0,0 0-54 0,0 0-39 0,0 0 1 16,0 0 67-16,0 0-49 0,0 0-25 0,0 0 9 15,0 0 0-15,0 0 1 16,0 0-34-16,0 0 41 0,0 0-12 0,0 0-9 16,0 0-20-16,0 0 39 0,0 0 0 0,0 0-40 15,0 0 67-15,0 0-37 0,0 0 0 0,0 0-29 16,0 0 49-16,0 0-24 0,0 0 8 0,0 0-33 15,0 0 23-15,0 0 0 0,0 0-23 0,0 0 36 16,0-1 7-16,0 1-43 0,0 0 14 16,0 0-13-16,0 0-1 0,0 0-1 0,0 0-12 15,0 0 13-15,0 0 0 16,0 0 0-16,0 0-27 0,0 0 27 0,0 0 8 16,0 0-9-16,0 0-9 0,0 0 9 0,0 0-8 15,0 0 8-15,0 0 0 0,0 0-3 0,0 0-5 16,0 0-30-16,0 0 33 0,0 0 1 0,0 0-26 15,0 0-6-15,0 0 28 0,0 0 2 0,0 0-33 16,0 0 1-16,0 0 28 0,0 0-1 0,0 0 175 0,0 0-196 16,2-2 0-16,0 2 0 0,0 0 0 0,0 0 0 15,-1 0 0-15,1 0 0 16,0 0 0-16,0 0 0 0,0 0 0 0,-1 0 0 16,1 0 0-16,1 0 0 0,1 0 0 0,-2 0 0 15,-1 0 0-15,3 0 0 0,0 0 0 0,-1 0 0 16,1 0 0-16,0 0 0 0,2 0 0 0,-2 0 0 15,1 0 0-15,-1-1 0 0,1-2 0 0,1 3 0 16,-2 0 0-16,0 0 0 0,1 0 0 16,-1 0 0-16,0 0 0 0,1 0 0 0,-1 0 0 15,2 0 0-15,1 0 0 0,1 0 0 0,-1 0 0 16,1 0 0-16,1 0 0 0,2 0 0 16,-2 0 0-16,3 0 0 0,-3 0 0 0,3 0 0 15,-3 0 0-15,0 0 0 0,0 0 0 0,2 0 0 16,-4 0 0-16,0 0 0 0,0 0 0 0,2 3 0 15,-2 0 0-15,0-2 0 0,3 4 0 0,-3-4 0 16,3 4 0-16,-1-3 0 0,3 1 0 16,-3-1 0-16,0 0 0 0,1-1 0 15,-1 2 0-15,0-1 0 0,1-2 0 0,-4 1 0 16,-1 1 0-16,-1-2 0 0,-1 2 0 0,-1-2 0 16,0 0 0-16,0 3 0 0,-2-3 0 0,0 0 0 15,0 0 0-15,0 0 0 0,0 0 0 0,0 0 0 16,0 0 0-16,0 0 0 0,0 0 0 0,0 0 0 15,0 0 0-15,0 0 0 0,0 0 0 0,2 0 0 16,-1 0 0-16,2 0 0 0,-1 0 0 0,-2 0 0 16,0 0 0-16,0 0 0 15,0 0 0-15,0 0 0 0,0 0 0 0,0 0 0 0,0 0 0 16,0 0 0-16,0 0 0 0,0 0-181 16,0 0 146-16,0 0-7 0,2 1-851 0</inkml:trace>
  <inkml:trace contextRef="#ctx0" brushRef="#br0" timeOffset="139687.24">18906 14200 438 0,'2'0'0'0,"0"0"0"0,-2 0 0 16,0 0 0-16,0 0 0 0,0 0 0 0,0 0 0 0,0-3 0 0,0 0 153 0,0-5-64 0,0 1-28 0,0-1 46 0,0-5-37 0,0 1 1 15,0 2 9-15,0-4-7 16,0 3-41-16,0-2 1 0,-5 4 18 0,-1-3-18 16,0 6 8-16,-5-2-8 0,2 3 30 0,-5 1 0 15,-1 2-30-15,0 2 0 0,-3 0 71 0,-5 6-39 16,0 9-1-16,1 7 41 0,-2 3-36 0,1 3 0 15,4 6 75-15,2 2-60 0,4-1-26 0,4-1 0 16,3 0 60-16,6-4-38 0,0-5-16 0,0 0-8 16,2-1-2-16,7-6 0 15,7-3-21-15,2-4-37 0,5-1 8 0,5-6 29 16,-2-4-1-16,2 0-104 0,3-2 52 0,-1-11 26 16,-2-7-152-16,0 0 69 0,-4-2 49 0,-1-3-2 15,-4 1-136-15,-5-1 65 0,0 3 41 0,-3-6 0 16,-4 9 4-16,0-4-5 0,-4 7 0 0,-1 3 20 15,-2 3 61-15,0 3-23 0,0 0 0 0,0 6 181 16,0-1-100-16,-5 2-40 0,-4 3 132 16,2 18-74-16,2 4-46 0,1 1 1 0,2 2 78 15,2 1-38-15,0-5-24 0,4 6-12 16,9-7 14-16,4-4-37 0,3-5 1 0,3-2 0 16,-1-5-47-16,9-5 20 0,-7-2 0 0,0 0-88 15,-3 0 56-15,0-9 14 0,-5-7 6 0,0 0-95 16,-5-4 55-16,-4 0 15 0,-2-6 3 0,-4 4-15 15,-1-1 39-15,0-4-26 0,-1 2 60 0,-11 0-6 16,-1 1-33-16,-1 1-4 0,-6-2 4 0,1 4 7 16,-2 3-5-16,1 2-100 0,1 8 48 0,-4 1 25 15,1 1 4-15,1 4-5 16,0 0-1-16,3 2 12 0,-1 0 18 0,3 4-24 16,-2 5-1-16,7 1 8 0,-1-1-62 0,7-2 28 15,1 1 1-15,4 1-99 0,0 5 65 0,4-5 29 16,15 2 0-16,5-3-336 0,9-4 182 0,2-4 83 15</inkml:trace>
  <inkml:trace contextRef="#ctx0" brushRef="#br0" timeOffset="139981.44">19543 14079 848 0,'2'-8'0'0,"-2"5"0"0,0-2 0 0,0 0 0 0,-8 1 0 0,-7 2 0 0,2 0 0 0,-2 2 290 0,-2 0-129 0,2 7-64 0,-2 4 163 15,-1 8-118-15,4-5-55 0,3 5-27 0,4 0 60 16,1 0-44-16,6-3-13 0,0 4 35 0,0-3-32 16,8-2-1-16,10 2-32 0,3-5-60 15,-4-2 37-15,10 2-7 0,-9-2 30 16,3 0-103-16,-3-2 52 0,-2 3 25 0,-4-1 8 16,-2 3-83-16,-6-1 45 0,-2 2-5 0,-2 2 5 15,-4 0-6-15,-10 2 0 0,-6 1 118 0,-2-5-43 16,-3 4-6-16,-1-7-39 0,-3 1 52 0,5-4-19 15,-5 0 11-15,2-4-33 0,6 0-177 0,-2-4 86 16,9 0 48-16,0 0-386 0,5-8 194 0,7-6 101 16,2-6 31-16,2-3-394 0,11 0 226 15</inkml:trace>
  <inkml:trace contextRef="#ctx0" brushRef="#br0" timeOffset="140321.54">19691 14050 590 0,'10'-5'0'0,"-6"3"0"0,-1 0 0 0,-1 2 0 0,-2 0 0 0,0 0 0 0,0 6 433 0,0 7-205 0,0 3-97 0,0-1-50 16,2 5 258-16,3 1-153 0,6-1-69 0,5 5 45 15,1-7-13-15,5 0-58 16,3-2-29-16,3-2-1 0,6-2 8 0,8-2-36 16,-3-5-62-16,2-2 30 0,-2-3 1 0,-3 0 31 15,0-3-68-15,-2-10 30 0,-2-1-1 0,-6-3 39 16,-1-2-181-16,-7-2 54 0,-4 4 58 0,-4-4-22 15,-2 1-130-15,-5-7 62 0,-1 2 52 16,-2-3-21-16,0 1 23 0,-9-3 8 16,-4 2 31-16,-4 1-30 0,-2 4 30 0,-1 7 1 15,-1 5 38-15,-2 2-14 0,-2 8-1 0,0 1-24 16,-1 4 319-16,-1 13-137 0,1 9-85 0,-1 8 426 16,5 4-231-16,1 7-104 0,6 6-60 0,0 14 186 15,8-5-116-15,2 19-70 0,0-4-31 0,5 3-24 16,0 4-8-16,0 9 1 0,2-14-238 0,6 19 114 15,3-7 63-15,3-3 30 0</inkml:trace>
  <inkml:trace contextRef="#ctx0" brushRef="#br0" timeOffset="144316.97">20886 14133 347 0,'0'-3'0'0,"-2"1"0"0,2-1 0 0,-2 2 0 0,2-1 0 0,-2 0 81 0,1 0-25 15,1 2 1-15,0 0 129 0,0-2-81 0,0 2-36 0,0 0 0 16,0 0 140-16,0 0-89 16,0 0-35-16,0 0 119 0,0 0-85 15,0 0-44-15,1 0-21 0,7 0 104 0,4 0-55 0,-2 0-39 16,1 0 22-16,3 4-26 0,-1 1 0 0,0 2-27 16,2-2-32-16,1 1 31 0,-2-3 1 0,0 2 0 15,0-4-158-15,1-1 80 0,0 0 46 0,0 0-367 16,1 0 188-16,-2 0 63 0,0 0 58 0,-3 0-470 15,-1 0 239-15</inkml:trace>
  <inkml:trace contextRef="#ctx0" brushRef="#br0" timeOffset="144508.74">20951 14401 792 0,'-3'9'0'0,"1"-4"0"0,0 1 0 0,2-5 0 0,-2 2 0 0,1-3 265 0,1 0-116 0,0 0-50 0,0 0 357 0,0 0-212 16,1 1-106-16,7 4-52 0,3-2 106 16,0 1-71-16,4-1-48 0,-1 1-160 0,0-1 60 15,2 4 30-15,0-4 0 0,3-1-433 0,0 2 227 16,1-4 118-16,1 2 59 0,-1-2-349 0</inkml:trace>
  <inkml:trace contextRef="#ctx0" brushRef="#br0" timeOffset="144942.22">21537 14236 1163 0,'-5'-7'0'0,"3"5"0"0,0 1 0 0,2-1 0 0,-2 2 0 0,2-3 0 0,0 3 175 0,0 0-71 0,0 0-36 0,0 0 128 16,8 0-85-16,7 0-40 0,2 0 172 0,5 5-106 15,1-2-52-15,-1 1-18 0,6-1 68 0,2 1-52 16,-1 0-24-16,1-2-1 0,0 0-49 0,-7 2 9 16,3-4 14-16,-6 1-161 0,-1-1 80 15,-1 0 41-15,-9 0 0 0,0 0-68 0,-4 0 48 0,0 0 31 16,-3 0-447-16,-1 0 217 0,-1 0 57 0,0 0 47 15,0 0-329-15</inkml:trace>
  <inkml:trace contextRef="#ctx0" brushRef="#br0" timeOffset="145359.16">22338 14220 1343 0,'-15'0'0'0,"3"0"0"0,7 0 0 0,1 0 0 0,2 0 0 0,0 0 0 0,2 0 0 0,0 0 0 0,0 0 142 15,2 0-46-15,17 0-36 0,3 0 224 0,6 0-125 16,3-4-64-16,2-4-31 0,2 1 205 0,-1 1-122 16,-2 1-57-16,-1-1 70 0,3 2-63 0,-2 1-33 15,0-1 9-15,-2 0-63 0,0 3 0 0,0-2 23 16,-2-1-1-16,1 1-176 0,-9 1 97 15,2-2 35-15,-4 3-125 0,-2-4 77 0,-5 4 45 16,1-1-41-16,-3 2-466 0,-3 0 221 16,-3 0 134-16,0 0 68 0,-3 0-319 0,0 0 193 15,-3 9 88-15</inkml:trace>
  <inkml:trace contextRef="#ctx0" brushRef="#br0" timeOffset="145739.7">22659 14308 503 0,'-3'2'0'0,"-1"2"0"0,-1 1 0 0,2 1 0 0,-3 1 0 0,1 1 327 0,-1 2-148 0,1 0-73 0,-3 6-28 15,2-1 102-15,1 2-74 0,-1 1-36 0,-2-1 70 16,3 0-54-16,-3 0-18 0,3-3-9 0,-1 0-40 16,3-4 14-16,-4-3 0 0,4 1 40 0,-1-4-32 15,2-1-9-15,0-1 1 0,1-2 70 0,1 0-35 16,-2 0 0-16,2 0-27 0,0 0 35 15,0 0-21-15,2 0 0 0,9 2-75 0,10-2 27 16,-2 0 8-16,6 2 17 0,2 1 36 16,-1 3 1-16,0 1-37 0,-1 5-54 0,-5-1 36 15,5 7-9-15,-6 0 28 0,-3 3-110 0,-2 1 51 16,-3 3 12-16,-6-3 5 0,0 7-79 0,-3-3 47 16,-2 2 17-16,0-4 4 0,-12 2-15 0,-3-5 34 15,-6 4-43-15,-3-5 95 0,-3-3-33 0,0-2-1 16,-3-3 23-16,0-4-22 0,-5-2 5 0,3-3-24 15,0-3-121-15,0 0 59 0,2 0 35 16,5-14-1-16,2-4-323 0,4-7 164 16,6-5 68-16,8-3-157 0,3-1 123 0,2-4 52 15,0-1 39-15,7 0-358 0</inkml:trace>
  <inkml:trace contextRef="#ctx0" brushRef="#br0" timeOffset="145874.34">22592 14466 1301 0,'9'2'0'0,"4"6"0"0,4-1 0 0,-4-3 0 0,-1-2 0 0,0-1 0 0,4-1 0 0,0 0 0 0,3 0 223 0,1 0-96 0,5-3-46 16,-6-3 123-16,4-2-86 0,-3 1-34 0,3-1-30 15,-2 2-285-15,-1-1 132 0,1 3 66 0,-5 1-590 16,-2-1 324-16</inkml:trace>
  <inkml:trace contextRef="#ctx0" brushRef="#br0" timeOffset="146648.28">22513 13650 512 0,'0'-16'0'0,"-6"1"0"0,1 2 0 0,-4-2 0 0,0 1 0 0,-2-2 0 0,-2 1 0 0,2 2 0 0,-5-1 112 0,4 5-39 0,-3 1-1 0,-2 3 53 16,-1 1-51-16,0 2-20 0,-1 2-1 0,3 0 65 16,-2 0-42-16,4 9-14 0,0 1 64 0,3 1-46 15,2 1-24-15,3 1 0 0,2 0 16 0,4 0-31 16,0 0-9-16,0 0 1 0,0 3-15 15,7-4 15-15,7 3-1 0,0-2-39 0,7 4 16 0,2-2 0 16,2-1 24-16,0 2-56 16,2 0 28-16,-1 0-9 0,1 4-28 0,-5-4 22 15,-2 2-1-15,-4-2 10 0,-3 2-21 0,-1-3 23 16,-5 3 9-16,-4-3-15 0,-1-2-22 0,-2 0-7 16,0 0 38-16,-14-2-32 0,-7 1 29 0,-2-5-3 15,-4-1 2-15,-3-2-41 0,0-4 0 0,0 0 32 16,-2 0-55-16,7-8 26 0,0-5-1 15,2-3 22-15,6 2 16 0,3-1-19 0,5-5 6 16,2 4-6-16,7-1 43 0,0 0-43 16,10-3 4-16,10 1 77 0,7 0-35 0,8-2 3 15,2 5-39-15,0-1 79 0,-5 3-35 0,5 2-7 16,-1 0 19-16,-4 0-13 0,-2 4 0 0,-7 1-8 16,-2-2-35-16,-7 5 7 0,-5-1 16 0,-1 3 5 15,-6 1-37-15,-2-2 32 0,0-4-1 0,-7 0 107 16,-12-3-54-16,-4 1-24 0,-3-1-92 0,-3 1 32 15,-3 0 0-15,0 1 37 16,1 2-87-16,-1 2 38 0,2 3 0 0,8-1 37 16,-3 2-87-16,10 0 39 0,2 0 21 0,4 0-12 15,2 0-29-15,7 2 16 0,0 5-10 0,2 3-271 16,14-1 147-16,8 2 73 0,3-1 38 0,0-3-208 16,6 1 115-16,-4-2 68 0</inkml:trace>
  <inkml:trace contextRef="#ctx0" brushRef="#br0" timeOffset="146907.29">22743 13519 865 0,'-11'-1'0'0,"2"-2"0"0,2 0 0 15,0 3 0-15,6 0 0 0,-3 0 0 0,4-2 123 0,-2 2-45 0,2 0-23 0,2 0 344 0,12 0-176 0,6 0-99 16,6 0 235-16,1 0-163 0,3 0-82 0,0 0-41 15,2 0 121-15,1 0-85 16,-1 2-38-16,2-2 0 0,-2 6-40 0,-2-5 2 16,-6 1 7-16,1 0-98 0,-2 1 44 0,-5 0 24 15,-4-2 0-15,-3 2-286 0,0-2 163 0,-5 3 68 16,-2-4-539-16,-3 2 280 0,1-2 115 0,-2 0 78 16,0 1-307-16,-3-1 197 0,-11 5 94 0,-9-1 47 15</inkml:trace>
  <inkml:trace contextRef="#ctx0" brushRef="#br0" timeOffset="147091.93">22873 13579 1123 0,'-13'0'0'0,"5"0"0"0,1 0 0 0,2 0 0 0,0 0 0 0,1 0 0 0,4 0 0 0,0 0 0 0,0 0 194 0,0 0-81 0,0 8-40 0,0 7 36 16,2-1-30-16,0 7-8 0,3 4 148 0,-2 2-93 15,-1-1-46-15,0-2-16 0,-2 8-115 0,0-2 41 16,0-2 22-16,0 0 0 0,0-1-294 15,0-6 166-15,0 3 70 0,0-3-395 0,0-6 184 16,2-5 124-16,0 2-2 0,-1-6-230 16</inkml:trace>
  <inkml:trace contextRef="#ctx0" brushRef="#br0" timeOffset="147299.87">23061 13591 1700 0,'2'0'0'0,"0"0"0"0,0 5 0 0,-1 5 0 0,1-1 0 0,-2 5 0 0,0 4 0 0,2 5 0 0,0 2 0 0,0 2 288 0,1 2-127 15,2-1-65-15,0 2 224 0,-1 0-147 0,0-1-71 16,-1 0-24-16,-1-3-23 0,0-3 1 0,0-1-16 16,0 1-147-16,-1-5 70 0,1-1 35 0,1-7-1 15,-1 1-432-15,0-6 242 0,0 0 109 0,-1-4-780 16</inkml:trace>
  <inkml:trace contextRef="#ctx0" brushRef="#br0" timeOffset="149776.13">24180 14152 625 0,'0'-6'0'0,"0"1"0"0,0 1 0 0,0-1 0 0,0-3 0 0,0-3 0 0,0-4 0 0,0 0 64 0,0 0 1 0,-3-3-24 0,1 4 33 16,-4-3-20-16,3-1 0 0,-4 3-34 0,0-1-13 16,2 1 34-16,-6 2-8 0,4 1-21 0,-2 1 21 15,0 0-1-15,0 4 1 0,-3 3-27 0,-1 2 27 16,0 2-1-16,-2 0 1 0,-2 2-36 0,-1 13 8 16,2-1 7-16,-2 10-28 0,2 1 0 0,4 9 30 15,-2 5 47-15,5 2-43 16,3-6 7-16,5 5-8 0,1-2 38 0,0-1 0 15,0-6-33-15,9-3 0 0,0-5 6 0,6-2-2 16,0-4-2-16,4-6-36 0,2-2 1 0,-1-7 39 16,2-2 2-16,5 0-110 0,-2-8 49 0,-2-8 22 15,2-7-104-15,-4-1 54 0,-2-2 33 0,-2-1-1 16,-7-1-11-16,2 0-13 0,-4 1 41 0,-6 1-21 16,3 8 52-16,-3-3-50 0,-2 3 12 0,0 10 139 15,0 1-66-15,0 1-32 0,-2 4 2 0,-4 2 160 16,-3 0-89-16,4 9-24 15,-3 10 2-15,4 1-6 0,-1 7-13 0,5-1 0 16,0-1-60-16,0-3 0 0,7-2 37 0,7-3 8 16,2 0-31-16,3-3 1 0,4-3 21 0,-3-5 1 15,3-5-95-15,-1-1 36 0,-2 0 2 0,5-7-86 16,-9-4 60-16,-4-5 15 0,0-4-22 0,-3-1 21 16,-1-5 7-16,-7 2 0 0,1-5 35 15,-2-1-16-15,0 1-8 0,0-3 3 16,-5-3 30-16,-6 6 0 0,-3-4-25 0,-2 7-7 15,-2 4 13-15,2 7-7 0,-3 2 16 0,-4 4-7 16,-3 5 1-16,2 4-4 0,-2 0-30 0,3 4-1 16,-2 11 28-16,9-3 2 0,0 4-108 0,5 0 50 15,6 0 19-15,5-1-4 0,0 0-137 0,4 2 78 16,14-2 32-16,8-5-63 0,3-2 53 0,8-2 18 16,8-2 9-16,-2-4-155 0,-1 0 91 0</inkml:trace>
  <inkml:trace contextRef="#ctx0" brushRef="#br0" timeOffset="150041.41">24686 13955 586 0,'6'-13'0'0,"-5"-3"0"0,1 8 0 0,0-5 0 0,-2 3 0 0,0 1 0 0,0 0 74 0,-5 5-20 15,-4 0 204-15,0 3-105 0,2 1-64 0,-6 0-28 16,1 1 115-16,0 12-71 0,-4 6-37 0,5-2 9 16,0 7 35-16,5 0-39 0,2-2-1 0,4 4-47 15,0-2 8-15,2-4 8 0,14 6-8 0,0-7-35 16,3 0 0-16,-4-5 35 15,3 1-75-15,0-5 34 0,-5 2 20 0,-4-5 0 16,-1 0-91-16,-4 1 50 0,-2-2 9 0,-2 1-3 16,0 1-23-16,-16 2 25 0,-7 0-4 0,0-2 55 15,-4 1-38-15,-3 1 6 0,0 0-6 0,-2-3-32 16,2-1 1-16,4-1 34 0,3-1-197 0,1-1 95 16,5 0 42-16,8-3 24 0,0 0-271 0,6 0 140 15,3 0 62-15,0 0 42 16</inkml:trace>
  <inkml:trace contextRef="#ctx0" brushRef="#br0" timeOffset="150533.6">25210 13869 938 0,'-2'0'0'0,"0"-1"0"0,-2-3 0 0,-2 4 0 0,1 0 0 0,-2 0 0 0,-3 0 0 0,4 4 0 0,1 4 122 0,1 3-45 15,2 4 32-15,0 2-42 0,2 3 0 0,0 0-34 16,0 0 75-16,4 7-38 0,2-8 9 0,8 4-46 16,0-1 47-16,1-2-23 0,3-1 0 0,3-4 1 15,-1-3-17-15,9 0-9 0,-1-4 1 0,2-3-7 16,2-1 7-16,2-4 0 15,-3 0-68-15,1 0 30 0,-1-7 0 0,-2-8 37 16,-2-3-70-16,-2 0 22 0,-4 0 27 0,-1-7-14 16,-5 2-132-16,-4-2 56 0,-1 2 42 0,-6 0-61 15,-1-5 45-15,-1 1 7 0,-2-1 1 0,0 0-11 16,-2 5 1-16,-5 2 11 0,-7 1 66 0,2 5-25 16,-4 4 0-16,0 6-23 0,-1 1 58 15,-1 2-27-15,4 2 4 0,-3 0-14 0,4 11 133 16,2 4-57-16,-1 3-37 0,4 3 91 15,-1 9 32-15,4 3-54 0,-2 0-41 0,2 13 145 16,0-3-86-16,1 6-36 0,-3 3 43 0,1 3-48 16,-2 8-24-16,1-10 1 0,1 6-145 0,1-4 69 15,-1 1 22-15,3-1 0 0,0-4-115 0,3-2 73 16,-2-6 36-16,2-9-444 0,0-2 224 0,0-8 71 16,0-4 70-16,0-8-414 0,0 0 232 0,0-8 108 15</inkml:trace>
  <inkml:trace contextRef="#ctx0" brushRef="#br0" timeOffset="151017.41">24802 13402 789 0,'0'-9'0'15,"0"4"0"-15,0 3 0 0,0 0 0 0,0 0 0 0,0 2 0 0,0 0 0 0,0 0 166 0,0 11-70 0,-4 5-32 0,1 1 15 16,-1 1-24-16,0 7 0 0,2-4-14 0,-1 1-29 15,1 2-1-15,2-5 22 0,-2-2 0 0,2-6-54 16,0-1 34-16,0-1-7 0,0-5-7 0,0-1 34 16,0-3 0-16,0 0-1 0,0 0 46 0,0 0-28 15,0 0-23-15,0 0-3 0,0 0 122 0,0 0-56 16,6 0-21-16,8-1-36 0,7-3 0 0,2 2 0 16,1 0 0-16,-3 2-27 0,1 0 8 15,7 2 19-15,-13 8-29 0,3 1 0 16,-3 3 29-16,-2 1-1 0,-3 3-26 0,-4-2-9 15,0 3 10-15,-5 0 19 0,-2 0-46 0,0-1-1 16,-6 1 35-16,-11-1-40 0,-2 0 19 0,-1-4 0 16,-5 0 17-16,-1-5-69 0,3-3 30 0,-7-2-1 15,3-3-236-15,-1-1 126 0,3 0 51 0,4 0 36 16,-2-5-312-16,3-6 171 0,2-1 80 0,6-8 41 16</inkml:trace>
  <inkml:trace contextRef="#ctx0" brushRef="#br0" timeOffset="151162.03">24736 13446 1313 0,'0'-8'0'16,"2"5"0"-16,3 1 0 0,2-2 0 0,4-2 0 0,1 1 0 0,8-1 0 0,6-1 446 0,2 3-198 0,4-1-112 0,6-2-64 0,3 2 0 16,2 3-40-16,-2 0 1 0,-5 2-335 0,3 0 163 15,1 0 86-15</inkml:trace>
  <inkml:trace contextRef="#ctx0" brushRef="#br0" timeOffset="153876.37">26102 13334 738 0,'0'-20'0'0,"0"15"0"0,0 3 0 0,0 2 0 0,0 0 0 0,0 0 0 0,0 0 129 0,0 0-49 0,0 0-15 16,1 0 71-16,-1 9-52 0,3 12-26 0,-3 2 1 16,2 6 50-16,-2 4-30 0,0 10-7 0,0-2 53 15,0 6-47-15,0 2-22 0,0 6 0 0,0 4 93 16,-8 13-62-16,-3 1-27 0,-4 16 11 0,0-3 0 16,-3 8-38-16,4-11 8 15,-6 22-32-15,4-15 1 0,4-15 23 0,0 4-1 16,4-8-32-16,3-14 8 0,0 1 24 0,2-9-83 15,0-7 35-15,3-8 23 0,-1-3-140 0,1-11 77 16,0-3 14-16,0-6 24 0,0-4-251 0,0-3 127 16,0-2 45-16,0-2 32 0,0 0-301 0,0 0 167 15,6 0 83-15,5-3-80 0,4-11 81 0,3-3 33 16</inkml:trace>
  <inkml:trace contextRef="#ctx0" brushRef="#br0" timeOffset="154147.64">26243 14564 749 0,'7'-8'0'0,"-1"5"0"0,0 3 0 0,-4 0 0 0,-2 0 0 0,0 12 0 0,0 3 0 0,-2 6 197 0,-3 4-86 0,2 1-39 15,0-1 216-15,3 5-128 0,0-6-64 0,0-1-23 16,6 0 80-16,6-6-61 0,3 1-29 0,4-7 0 16,5 0-79-16,-3-7 32 15,6-3-7-15,2-1-13 0,-3 0 1 0,1-11 35 16,-1-5-187-16,-7-2 102 0,1-4 39 0,-6 5 23 15,-3-6-236-15,-4 2 114 0,-5 1 18 0,-2-2 39 16,0 1-71-16,0 2 48 0,-11 3 18 0,-5 0 50 16,0 5-29-16,-3 2 7 0,-3 3 0 0,-4 1 14 15,4 4-14-15,2 1 1 0,0 0-9 0,8 0-18 16,1 0 0-16,4 0 26 0,1 0-108 16,6 0 54-16,0-1 19 0</inkml:trace>
  <inkml:trace contextRef="#ctx0" brushRef="#br0" timeOffset="154434.87">26342 13480 1135 0,'-9'-18'0'0,"5"9"0"0,4 7 0 0,-2 1 0 0,2 1 0 0,0 0 0 0,0-2 0 0,0 0 139 0,11 0-53 16,10 1-18-16,8-5 79 0,1 2-58 0,3-2-27 15,1 5 61-15,2-2-48 0,-1 3-14 0,1 0-7 16,-3 0-73-16,-6 0 26 0,-1 0 1 16,-4 6-163-16,0 0 102 0,-2-1 38 15,-4 1 25-15,-4-1-375 0,-3 1 184 0,-2-2 52 16,-2 3 57-16,-3-3-305 0,-2 2 172 0,0-2 86 15</inkml:trace>
  <inkml:trace contextRef="#ctx0" brushRef="#br0" timeOffset="154711.88">26611 13429 277 0,'-9'0'0'0,"-1"0"0"16,2 1 0-16,1 6 0 0,-2 2 145 0,-1-2-47 0,-1 5-37 0,0 3 0 15,-3 5 94-15,2-1-61 0,-4 2-31 0,0 4 15 16,-3-1-9-16,4-1-36 0,-5-1 0 0,4-4-68 15,1 0 33-15,-1-3 10 0,4-4-17 0,1-4 21 16,3 1 0-16,0-4 20 0,7-3 50 0,-3 1-20 16,4-2-8-16,0 0-52 0,0 0 77 0,0 1-19 15,9 2-35-15,8 1 97 0,8-3-49 0,-1 2 0 16,4 0-41-16,0-1 69 0,2 0-34 16,2 1 8-16,1 0-67 0,2-1-1 15,-3 1 26-15,-2 0 0 0,-3-2-158 0,-3 3 86 16,-2 0 33-16,-2-3-1 0,-2 3-138 0,-5 2 82 15,-4-2 41-15,-1 0-426 0,-3-1 184 0,-1-1 115 16,-2 0 58-16,-2-2-209 0,0 0 134 0</inkml:trace>
  <inkml:trace contextRef="#ctx0" brushRef="#br0" timeOffset="154897.44">26654 13585 895 0,'-11'-10'0'0,"3"7"0"0,3-1 0 0,0 2 0 0,0 2 0 0,1 0 0 0,1 0 0 0,1 0 151 0,-1 9-59 0,3 11-30 15,0 1 204-15,0 3-108 0,0 6-67 0,-1-2-29 16,1 4 75-16,0-1-52 0,0-1-26 0,0 2-58 16,0-2 31-16,0-1 1 0,0 1 0 0,0-3-237 15,0-6 119-15,0 2 67 0,0-5-380 0,0-3 207 16,0-2 50-16,0-4 70 16,0-2-310-16,0-4 166 0</inkml:trace>
  <inkml:trace contextRef="#ctx0" brushRef="#br0" timeOffset="155156.37">26265 12859 1128 0,'-3'-14'0'0,"1"10"0"0,2 2 0 0,-3 1 0 0,3 1 0 0,0-3 0 0,3 2 0 0,12-1 211 0,7 2-90 15,1 0-35-15,6 0 85 0,4 0-69 0,-1 0-34 16,4 0-1-16,-1 0-54 0,1 0 28 0,1 2-8 16,-1 2-102-16,0-1 52 0,-4 1 24 15,-2 1 1-15,-9-3-168 0,4 4 92 0,-5-2 48 0,-6 1 26 16,-2 0-391-16,-5 0 187 0,-1 1 40 16,-4 0-190-16,-2 1 159 0,-4-2 77 15</inkml:trace>
  <inkml:trace contextRef="#ctx0" brushRef="#br0" timeOffset="155343.61">26451 12886 1069 0,'-5'4'0'0,"0"4"0"0,4-1 0 0,-1 2 0 0,2 3 0 0,-2-1 0 0,2 5 0 0,-2 0 0 0,2 3 0 0,0 0 327 0,0 2-148 0,0 1-64 0,0 0 1 16,-2 1-42-16,2 0-20 0,-2-3 0 0,2-1-220 15,-1 0 107-15,1-6 42 0,0-2-138 0,0-2 94 16,0 0 47-16,0-6 32 0,0-3-462 0,0 0 162 16</inkml:trace>
  <inkml:trace contextRef="#ctx0" brushRef="#br0" timeOffset="155505.18">26570 12918 1020 0,'0'0'0'0,"0"0"0"0,2 0 0 0,1 0 0 0,3 0 0 0,-1 8 0 0,3 3 0 0,0 5 0 0,-2 2 415 0,4 4-196 0,-3 2-92 16,-2 4-48-16,-1 2 129 0,-3 3-87 0,1 5-36 15,-2 5-105-15,0-2 26 0,0 4 0 0,0 0 27 16,0 3-524-16</inkml:trace>
  <inkml:trace contextRef="#ctx0" brushRef="#br0" timeOffset="157452.1">11505 16041 502 0,'0'0'0'0,"-3"2"0"0,1-2 0 0,1 0 0 0,-1 2 0 0,0-2 0 0,0 0 0 0,0 0 0 0,1 0 125 15,1 0-46-15,0 0-23 0,0 0 130 0,0 0-80 16,0 0-37-16,0 0 57 0,0 0-47 0,0 0-23 16,0 0 8-16,0 0 49 0,0 2-41 0,0 0 1 15,5 1-40-15,7 1 89 0,1 0-36 0,2 0-23 16,1 0-8-16,4-2 36 0,-2 0-28 0,1-2-1 16,-3 0-72-16,2 0 18 0,-4 0-1 0,2 0-175 15,-5 0 101-15,1 0 58 0,-3 0 14 16,0 0-173-16,-1 0 72 0,-1 0 54 0,-1 0-15 15,-3 0-392-15,1 0 211 0,0 0 102 16,-3 0-240-16</inkml:trace>
  <inkml:trace contextRef="#ctx0" brushRef="#br0" timeOffset="157645.15">11638 16312 929 0,'0'6'0'0,"0"1"0"0,0 2 0 0,0-2 0 0,0 1 0 0,0-2 209 0,0 0-80 0,2 1-52 0,2 0 276 16,6 2-161-16,4 2-79 0,1-4-40 0,2 1 54 16,-1-1-51-16,5-1-22 0,-1 0-47 0,0-4 0 15,-1 3 26-15,0-1 7 0,-1-3-294 0,1 2 142 16,-4-2 73-16,0-1-486 0,-2 2 237 0,-1-2 149 16,-1 0-1-16</inkml:trace>
  <inkml:trace contextRef="#ctx0" brushRef="#br0" timeOffset="157896.97">12192 16240 1526 0,'0'0'0'0,"0"0"0"0,4-2 0 0,3 1 0 0,3 1 0 0,-4-3 0 0,3 2 0 0,0-1 196 0,3 0-74 0,2 0-48 0,5 0 198 16,4 1-120-16,1-1-59 0,0 2-30 0,-1-3-7 15,6 3-23-15,-3 0-1 16,-2 0-70-16,-3 0 35 0,3 0 9 0,-1-1 27 16,-3 1-164-16,1 0 82 0,-2-1 41 0,-2-1-238 15,-7-1 136-15,2 2 7 0,-3-1 51 0,-1 0-251 16,-4 2 136-16,-2 0 67 0,0-2 25 0,0 2-236 16,-2 0 138-16,0-3 71 0</inkml:trace>
  <inkml:trace contextRef="#ctx0" brushRef="#br0" timeOffset="158207.16">12951 16132 1626 0,'-8'0'0'0,"4"0"0"0,4 0 0 0,0 0 0 0,0 0 0 0,0 0 0 0,0 0 0 0,2 0 0 0,14 0 425 0,2 0-195 0,5 0-99 16,1 0 115-16,1-3-106 0,-1 2-45 0,8-2-36 16,-6 0-46-16,0 1 19 0,1-1 1 0,1 1-145 15,-5 0 80-15,5 0 28 16,-8-1 1-16,3 2-297 0,-6-1 167 0,-2 2 83 15,-4 0 49-15,-1 0-617 0,-5 0 293 0,-1 0 146 16,-4 2-348-16</inkml:trace>
  <inkml:trace contextRef="#ctx0" brushRef="#br0" timeOffset="158557.22">13195 16201 682 0,'-8'6'0'0,"5"4"0"0,-1 2 0 0,2-1 0 0,-1 1 157 15,-1 5-66-15,2 0-30 0,-2-1 1 0,2 5 133 16,0 0-82-16,-2-3-31 0,-1 3-9 0,1 0-24 16,-1-2-16-16,-1-2-1 0,0-5-41 0,-1 0 30 15,1-4-10-15,1-1 22 0,-1-3 88 0,2-3-45 16,0 1-21-16,0-2 69 0,4 0-50 0,-2 0-21 16,2 0 0-16,0 0 101 0,0 0-61 0,2 0-22 15,8 0-8-15,5 0-69 0,2 0 0 0,0 0 38 16,2 7-40-16,1 1 49 0,3 5-8 0,-4 3-127 15,-1 2 63-15,-1 4 32 16,-2 2-2-16,-5-3-151 0,1 7 67 0,-6-4 46 16,-3-4-2-16,0 3-32 0,-2-2 13 0,-2-3 19 15,-12 2-7-15,-4-2 60 0,-2-4-54 0,-6-2 16 16,1-2 72-16,-1-4-41 0,-6-1 6 0,2-3-56 16,0-2 5-16,1 0 21 0,1 0 14 0,6-12-311 15,0-8 146-15,4-4 70 0,7-5 32 0,6-4-165 16,5-3 100-16,0-1 42 0</inkml:trace>
  <inkml:trace contextRef="#ctx0" brushRef="#br0" timeOffset="158709.81">13129 16384 883 0,'12'0'0'0,"2"0"0"0,0 0 0 0,1 3 0 0,-3-3 0 0,2 0 0 0,1 0 214 16,0 0-91-16,4-3-45 0,0 2 255 0,-2-7-154 15,1 1-73-15,-1 1-23 0,-2 0-24 0,1-1-1 16,-2 2-17-16,-2 1-395 15,-3 0 194-15,0-1 96 0,-1 1 49 0,-2 2-536 16</inkml:trace>
  <inkml:trace contextRef="#ctx0" brushRef="#br0" timeOffset="159274.07">13107 15419 776 0,'-17'-15'0'0,"-1"0"0"15,2 10 0-15,1-1 0 0,-2 5 0 0,-2 1 0 0,-1 0 0 0,-1 0 223 0,-2 9-95 0,7 3-47 0,-1 1-25 0,2 2 128 16,1-2-67-16,5 6-47 15,4-2 60-15,1-1-49 0,2 1-24 0,2 0 0 16,0-2 14-16,4 2-9 0,9 0-29 0,6 1 38 16,-1-3 0-16,3 3-38 0,0-4 8 0,4 3-42 15,0-3 0-15,1 0 34 0,-1 0 0 0,-2 1-76 16,-3-4 45-16,-1 2-7 0,0 0 38 0,-4 0-153 16,-4 2 70-16,1-2 18 0,-7 2-28 0,-3 1 14 15,-2-1 25-15,0 0-52 0,-4 0-1 0,-9-2 18 16,-2-2-4-16,-4-1 1 15,1-5 0-15,-5-4 21 0,2-1 13 0,1 0-9 16,1-5 6-16,2-8-5 0,2-2 50 0,4-2-21 16,4-2 0-16,6 0-26 0,1-1 94 15,0-1-39-15,1-1-22 0,13 0 11 0,-1 1 10 0,1 2-13 16,4-3 3-16,-3 1 25 0,2 1 0 0,0 1-25 16,-4 2-13-16,0-2-25 0,0 0 28 0,-1 0 10 15,-5 0-8-15,-1 2-48 0,-3-1 22 16,-3-1-5-16,0 1 49 0,0 2-6 15,-7 1-19-15,-4 0 47 0,-4 3-24 0,-2 1-3 16,-4 5-20-16,0 2 105 0,0 1-48 0,-4 3-17 16,6 0 0-16,-2 0-12 0,4 7-10 0,8-1 20 15,-1 0-15-15,5-2-149 0,3 1 72 0,2 3 40 16,0 2-369-16,4-2 178 0,11 0 97 0,3 2 25 16,7-1-152-16,-2-3 94 0</inkml:trace>
  <inkml:trace contextRef="#ctx0" brushRef="#br0" timeOffset="159557.54">13259 15472 1046 0,'-12'0'0'0,"7"0"0"0,3 0 0 0,2 0 0 0,0 0 0 0,0 0 0 0,4 0 0 0,9 1 0 0,4 1 352 16,8 1-163-16,1 1-79 0,4-2 201 0,0 0-140 16,4 0-69-16,-2-1-26 0,3-1-12 0,-3 2 0 15,-2-2-32-15,0 0 1 0,-3 0-135 0,3 0 64 16,-8 0 35-16,-1 0-91 0,-2 0 63 0,-6-2 32 16,-4 1 9-16,-3-1-351 0,-2 0 114 0,-2 0 110 15,-2 2-27-15,0-1-228 16,-8 1 162-16,-5 0 92 0,-6 0-234 0</inkml:trace>
  <inkml:trace contextRef="#ctx0" brushRef="#br0" timeOffset="159707.13">13477 15475 763 0,'-10'6'0'0,"3"1"0"0,1 2 0 0,3 1 0 0,3-1 0 0,-2 6 0 0,0 0 0 0,2 0 100 0,0 1-33 0,0 4-1 16,0-2 230-16,4 3-136 0,1 1-63 0,1 2 72 15,-3 1-68-15,-1-4-35 0,2 1 9 0,-2 0-79 16,0 1-1-16,-2 0 38 15,2-4-270-15,0-2 135 0,0-4 76 0,-2-2 25 16,2-3-489-16,-1-5 250 0</inkml:trace>
  <inkml:trace contextRef="#ctx0" brushRef="#br0" timeOffset="159870.7">13605 15531 1163 0,'5'0'0'0,"-1"2"0"0,-1 7 0 0,1 0 0 0,0 4 0 0,-2 6 0 0,0 2 0 0,0 7 495 16,0 2-231-16,0 2-115 0,0 2 61 0,-1 1-88 16,3 1-37-16,0 2-30 0,1 5-126 0,1-4 52 15,-2 3 26-15,0-2-594 0,-2-5 318 0</inkml:trace>
  <inkml:trace contextRef="#ctx0" brushRef="#br0" timeOffset="160987.54">14545 15513 398 0,'0'-1'0'0,"0"-4"0"0,0 0 0 0,0 2 0 0,0-3 0 0,0 1 0 0,-2-1 0 0,2 0 125 0,-1 2-51 0,-1-3-20 16,2 3 0-16,-2 2 10 0,2-2 1 0,-2 3-24 15,0-1 34-15,-1 0-21 0,-1 2 0 0,-4 0-21 16,1 0 48-16,-3 8-16 0,0 9-8 0,-4 3 72 16,-1 8-48-16,-2 10-24 0,2 3 0 0,-2 6 111 15,2 4-72-15,-2 14-31 0,6-3-1 0,1 4 141 16,5 4-85-16,3-11-36 0,2 12-30 0,0-19 48 16,2 2-35-16,11-4 0 0,2-8-13 15,0-8 7-15,4 0-28 0,2-3-75 16,1-6 37-16,-2-2 1 0,3-5 37 0,-5-4-132 15,0-4 62-15,-1 0 35 0,-2-4 0 0,-6-4-180 16,1-1 94-16,-3 1 17 0,-3-2-30 0,-1 0 19 16,-1 0 32-16,-2 0-15 0,0 0-166 0,0 0 91 15,0 0 57-15</inkml:trace>
  <inkml:trace contextRef="#ctx0" brushRef="#br0" timeOffset="174601.61">14878 15933 548 0,'-13'0'0'0,"-1"0"0"0,4 0 0 0,0 0 0 0,0 0 0 0,-1 0 0 0,2 0 59 0,-1 0 0 0,3-3-27 0,2-2 135 0,-1-1-60 16,4-1-40-16,0-1-1 0,2 1 101 16,0 1-68-16,0 1-32 0,0-3 105 0,6 3-74 15,3-1-32-15,7-2-1 0,-2 5 144 0,5-1-88 16,-1 2-36-16,3 0 22 0,6 0-37 0,-3 2 0 16,0 0-38-16,1 0 47 0,-2 0-16 0,7 0-7 15,-2 2-23-15,2 0-2 0,0 0 1 0,0-2 1 16,-6 0-160-16,6 0 76 0,-9 0 42 0,2 0 21 15,-5 0-387-15,-3 0 171 16,-4-2 68-16,-1 0-334 0,-4 0 219 0,-4 0 109 16,-1 2 55-16,-1-1-143 0,0 1 90 0</inkml:trace>
  <inkml:trace contextRef="#ctx0" brushRef="#br0" timeOffset="174922.37">15047 15854 840 0,'-15'0'0'0,"6"0"0"0,-3 0 0 0,5 2 0 0,-1-1 0 0,1 3 0 0,-1 2 0 0,2 3 134 0,3 4-50 0,-3 0-26 16,3 4 53-16,-3 2-39 0,0 2 8 0,-2 4-133 15,1-2 43-15,-2 0 22 0,-3-1-1 0,1-4-43 16,-1 0 41-16,-4-2-9 0,2-5 33 0,-2 0-79 16,0-3 28-16,-2-1 24 0,1-1 34 0,2-3-5 15,3 1-63-15,2-1 34 0,-1 0 277 0,5 0-125 16,0-1-61-16,4-2 184 15,0 3-124-15,2-1-62 0,2 4-32 0,12-2 66 16,10 0-53-16,0 0-21 0,6-4-1 0,4 0 7 16,2 0 0-16,2 0-20 0,-1 0-9 0,0 0-20 15,-1 0 1-15,2-2 19 0,-4 2-154 0,-8 0 85 16,6 0 31-16,-12 0-344 0,1 0 162 0,-3 0 98 16,-6 0 14-16,-3 4-397 0,0-3 225 0,-6 2 107 15,1-1 55-15,-2-1-147 0,-2-1 101 0,0 0 41 16</inkml:trace>
  <inkml:trace contextRef="#ctx0" brushRef="#br0" timeOffset="175126.34">15108 15968 916 0,'-11'0'0'0,"4"0"0"0,4 0 0 0,-1 2 0 0,0 2 0 0,1 3 0 0,3 7 226 0,0 2-96 0,0 11-49 0,0 2 305 16,0 4-180-16,0 10-87 0,2-2-43 0,-2 4 125 15,1 5-84-15,1-2-34 16,0 2-51-16,0 3 1 0,0 1 0 0,3-4-1 16,0-1-230-16,-1-14 124 0,4-2 49 0,-2-8-421 15,-3-4 238-15,1-11 119 0,-2-2-12 0,0-5-430 16,0-3 253-16</inkml:trace>
  <inkml:trace contextRef="#ctx0" brushRef="#br0" timeOffset="175323.48">15085 15231 1294 0,'-6'-15'0'0,"5"14"0"0,1-1 0 0,0 2 0 0,0 0 0 0,0 6 0 0,0 11 0 0,0 3 415 0,0 12-191 0,0 10-95 15,0 0-49-15,0 5 27 0,0-3-28 0,0 9-9 16,1-3-164-16,7-3-162 0,1-4 144 0,3-10 72 15,-2 4-232-15,5-6 147 0</inkml:trace>
  <inkml:trace contextRef="#ctx0" brushRef="#br0" timeOffset="175551.67">15554 15934 1219 0,'-4'0'0'0,"4"0"0"0,0 8 0 0,0-1 0 0,0 0 156 0,4 1-62 0,2 2-23 0,1-1 532 16,1 1-286-16,1 1-142 0,0-2-71 0,3 3 189 16,-5-6-122-16,4 6-73 0,-5-4-203 0,2 0 69 15,-4-3 34-15,-1-2 1 0,1 0-682 0,0-3 354 16,1 0 181-16</inkml:trace>
  <inkml:trace contextRef="#ctx0" brushRef="#br0" timeOffset="176814.12">15931 15899 620 0,'0'0'0'0,"0"0"0"0,0 0 0 0,0 0 0 0,0 0 0 0,0 0 107 0,0-2-37 0,0-1 1 0,2-2 243 16,5 2-140-16,2-3-62 0,3 2-44 0,2 1 202 16,1-2-119-16,4 4-59 0,1-1 77 0,3 2-61 15,3 0-41-15,1 0 0 0,1 2 9 0,0 4-21 16,0 1 0-16,1-1-55 0,1-1 12 0,0-2 0 16,0 4 21-16,-8-4-229 0,2 0 114 0,-5 2 66 15,-2-2 20-15,-7 1-455 0,-3 0 178 0,-1 0 128 16,-5 2-336-16,-1-1 216 15,0 5 121-15</inkml:trace>
  <inkml:trace contextRef="#ctx0" brushRef="#br0" timeOffset="177148.74">16082 16059 753 0,'-13'1'0'0,"3"1"0"0,4 0 0 0,3-2 0 0,-1 3 0 0,4-3 165 0,0 0-67 0,0 1-32 0,0 1 133 16,11 1-75-16,3-1-49 0,0 3-22 15,4 2 25-15,-2 0-23 0,0 3 0 16,-2 1-65-16,-2 2 17 0,-1 2 0 0,-4 2 26 16,-3 1-153-16,-1 1 77 0,-3 3 46 0,0 3-181 15,-10-2 82-15,-3-3 58 0,-6 0-14 0,1-2-47 16,-3-7 19-16,-4 1 34 0,-2-6-17 0,3-4 61 16,4-2-57-16,-3 0 26 15,0 0 232-15,5 0-102 0,3 0-58 0,4-1-30 0,3 0 401 0,2-2-198 16,2 1-59-16,4 2 192 15,0 0-156-15,2 0-78 0,14 0-39 0,8 0 47 16,5 0-36-16,2 0-28 0,5 0-1 0,1 0 8 16,8 0-29-16,-10 0 0 0,4 0-81 0,5 0 37 15,-10 0 21-15,3 0 1 0,-4 0-330 0,-4 0 157 16,-8 0 100-16,2 0-572 0,-4 0 301 0,-8-1 150 16,2 1 76-16,-7-4-393 0</inkml:trace>
  <inkml:trace contextRef="#ctx0" brushRef="#br0" timeOffset="177403.07">16046 15207 1097 0,'-9'-8'0'0,"9"8"0"0,0 0 0 0,4 0 0 0,7 0 0 0,6 0 0 0,1 0 368 0,7-2-167 0,3 0-77 16,2-1 77-16,6 0-84 0,9-3-43 0,-4 2-20 16,-7 2 61-16,5-1-33 0,-4 0-29 0,-1 2-123 15,-6-1 51-15,-8 2 26 0,3 0 1 0,-7 0-232 16,-4 0 125-16,-5 0 66 0,-1 0 33 0,-5 0-567 16,-1 2 275-16,0 4 83 0,-9-3-234 0</inkml:trace>
  <inkml:trace contextRef="#ctx0" brushRef="#br0" timeOffset="177731.19">16163 15223 644 0,'-19'5'0'0,"6"3"0"0,1 1 0 0,3 0 0 0,2 3 104 0,-1 1-27 16,5 3-9-16,-2 9 273 0,5 2-155 0,0 1-76 16,0 4-39-16,0-1 179 0,0 6-113 0,0-4-51 15,0 1-28-15,2-2 2 0,1-6 0 16,0-3-19-16,1-1-93 0,-2-5 43 15,0-2 21-15,0-5-143 0,-1-3 82 0,-1-1 50 16,0-5-10-16,0-1-44 0,-11 0 0 0,0 0 34 16,-4-3 0-16,-1-8-191 0,0-6 72 0,-3-2 56 15,1-3-2-15,-1-3-13 0,1-2 33 0,0 1-10 16,3 4 57-16,4 2-16 0,0 6 0 0,1 5 0 16,2-1 143-16,3 7-80 0,-1 3-28 0,0 0 98 15,2 3-50-15,-1 12-36 0,1 3 7 16,1 6 147-16,-1 4-59 0,2-2-49 0,-1 0 10 15,1 0-39-15,-1-3 24 0,1 2-17 16,2-5-221-16,0-1 102 0,0-4 51 0,0-4-313 16,0-3 156-16,0-3 90 0,2-2 14 0,10-3-147 15</inkml:trace>
  <inkml:trace contextRef="#ctx0" brushRef="#br0" timeOffset="178041.31">16197 15404 1512 0,'3'-12'0'0,"3"4"0"0,-1-1 0 0,3 2 0 0,1-3 0 0,2 1 0 0,7 1 0 15,-2 1 0-15,5 1 0 0,0 4 198 0,-1-1-83 0,1 3 31 0,0 0-49 0,-3 3-36 16,0 8 0-16,-4 2-122 0,-2 5 47 0,-5 0 24 16,-3 1 7-16,-2 5-61 0,-2 1 38 0,-4-1 1 15,-10 2 37-15,-4-3-131 0,-1-8 63 0,-5 4 29 16,0-6-125-16,-3-4 66 15,3 0-4-15,-1-2 132 0,7-4-50 0,-3-1 4 16,6-2-41-16,3 1 328 0,5-1-141 16,4 0-77-16,-1 0-14 0,4 0 136 0,0 0-75 0,2 0-49 15,12 0-26-15,9-1 14 0,-2-1 9 0,7-1-47 16,2-1-93-16,2 1 46 0,0 2 24 0,2 1-386 16,0 0 213-16,-2 0 94 0,1 0 28 15,3 0-670-15,-3 0 330 0,1 6 174 0</inkml:trace>
  <inkml:trace contextRef="#ctx0" brushRef="#br0" timeOffset="178423.75">16884 15878 639 0,'-9'0'0'0,"1"0"0"0,3 0 0 0,0 0 0 0,2 0 0 0,1 0 164 0,0 0-66 15,0 0-33-15,2 0 309 0,0 0-175 0,0 0-83 16,4 0-41-16,8 0 248 0,4 0-144 0,1 0-66 16,7-4-43-16,-1 2 179 0,3-3-108 0,2 3-54 15,2-2 21-15,2 2-29 0,-2 2-8 0,0 0-39 16,2 0-34-16,-4 0 0 0,2 0 35 0,-3 0-251 16,1 4 121-16,-6-2 65 0,-1 0 33 0,-2-1-573 15,-3 3 285-15,-2-3 71 0,-1 2 100 0,-2 1-491 16</inkml:trace>
  <inkml:trace contextRef="#ctx0" brushRef="#br0" timeOffset="178742.33">17620 15512 1357 0,'1'-13'0'0,"-1"3"0"0,0 5 0 0,0-1 0 0,0 1 0 0,0 0 0 0,0 0 0 0,-3 3 0 0,1 0 512 16,0 1-239-16,2 1-120 0,0 0-52 0,0 0 293 16,-2 0-180-16,2 0-90 0,0 0-6 0,0 0-42 15,0 0-14-15,0 0-56 0,0 0 0 0,0 0 27 16,0 0 0-16,0 0-54 0,0 0 36 0,0 0-9 16,0 0 27-16,0 0-77 0,0 0 39 0,0 0-1 15,0 0-48-15,0 0 33 16,0 0-9-16,0 0 0 0,0 0 61 0,0 0-29 15,0 0-7-15,0 0 5 0,0 0 19 0,0 0-17 16,0 0 6-16,0 0-17 0,0 0 22 0,0 0-7 16,0 0 8-16,-2 0-328 0,1-3 146 0,-1 2 78 15,-2-1 21-15</inkml:trace>
  <inkml:trace contextRef="#ctx0" brushRef="#br0" timeOffset="180537.69">17584 15472 559 0,'0'0'0'0,"0"0"0"0,0 0 0 0,0 0 0 0,0 0 0 0,0 0 132 0,0 0-41 0,0 0-33 16,0 0 98-16,0 0-62 0,0 0-31 0,0 0 121 16,0 0-67-16,0 0-47 0,2 0 1 0,2 0 58 15,-1 3-48-15,4 4-24 0,-2 0 8 0,0 6 45 16,1 4-39-16,-2 0 0 0,-1 4 37 0,-1 5-37 16,0 3 7-16,0 2-45 0,-2 10 44 0,0 1-22 15,0 7 0-15,0 10 18 16,-4-4 8-16,-1 15-49 0,3-6 1 0,0 0-33 15,2-10 0-15,0 2 33 0,0-10 8 0,0 5-83 16,2-16 38-16,1 0-1 0,3-4 38 0,0-7-119 16,0-5 61-16,-3-5-65 0,-1-4 51 0,0-4 6 15,0-2 0-15,0-4-167 0,-2 0 91 0,0 0 32 16,0 0 29-16,0-2-121 0,0-10 67 0,0 1 35 16,0-5-8-16,0 2-274 0,3-5 158 15,5 1 79-15,0-8-347 0</inkml:trace>
  <inkml:trace contextRef="#ctx0" brushRef="#br0" timeOffset="180902.71">17995 15481 892 0,'-4'-13'0'16,"3"4"0"-16,1 4 0 0,0-3 0 0,0 0 0 0,0 3 0 0,0-1 0 0,0 1 348 0,0 1-157 0,3 2-80 0,9 0 243 0,-1 2-153 16,2 0-88-16,4 0-40 0,2 8 181 0,1 3-110 15,3 3-56-15,2 5 57 16,1 3-59-16,0-1-28 0,0 4 1 0,0 4 83 15,3 5-54-15,-10-5-20 0,3 15-8 0,-5-1-55 16,-6 4-1-16,-5 8 29 0,-4 10-62 0,-2-7 38 16,-4 19-7-16,-11-8 31 0,-4-3-191 0,-1-4 96 15,-1-12 18-15,-2-10-283 0,-9 7 141 0,4-13 87 16,1-7 9-16,-2-4-135 0,1-4 96 0,7-5 40 16,2-5 33-16,10-4-364 0</inkml:trace>
  <inkml:trace contextRef="#ctx0" brushRef="#br0" timeOffset="182143.41">18977 15698 705 0,'0'0'0'0,"0"0"0"0,0 0 0 0,0 0 0 0,0 0 0 0,0 0 0 0,0 0 0 0,4 0 157 16,8 0-62-16,1 0-31 0,2 0 217 0,2 0-128 15,2 0-60-15,1 0 117 0,-1 2-88 0,2 2-45 16,-1-1-14-16,-1 1 39 0,2 1-34 0,-5-1-1 16,4-2-34-16,-6 0-29 0,0-2 9 0,-3 0 20 15,0 0-186-15,-1 0 93 0,-1 0 46 0,0 0-429 16,-1-2 204-16,-1 0 80 0,3-2 75 16,-3 3-422-16</inkml:trace>
  <inkml:trace contextRef="#ctx0" brushRef="#br0" timeOffset="182342.9">19163 16049 1175 0,'-12'-6'0'0,"4"1"0"0,2 3 0 0,4-1 0 0,0 1 0 0,0 1 0 0,1 0 160 0,1 1-64 0,0 0 276 15,0 0-174-15,0 0-82 0,5 0-42 0,9 0-76 16,2 0 0-16,2 0 43 0,0 1-8 0,1 2-262 15,2 3 131-15,1 0 65 0,0 0 33 0,1-1-407 16,-2-1 214-16,1 3 37 0,-3-2-177 0</inkml:trace>
  <inkml:trace contextRef="#ctx0" brushRef="#br0" timeOffset="182581.26">19853 15934 1489 0,'0'-1'0'0,"0"-2"0"0,2 3 0 0,13 0 0 0,4 0 0 0,-1 0 0 0,5 0 0 0,5 0 198 0,0 0-83 0,6 0 65 16,9 0-78-16,-3 0-34 0,3 0 0 0,2-1-33 16,0-3-2-16,-9 2 8 15,6 2-8-15,-5 0-125 0,-2 0 62 0,-3 0 32 16,-2 0 0-16,-9 0-232 0,-1 0 128 0,-6 0 58 15,-5 0-409-15,-3 0 184 0,-3 0 123 0,-3 0-125 16,0 0 123-16</inkml:trace>
  <inkml:trace contextRef="#ctx0" brushRef="#br0" timeOffset="182939.52">20160 16051 1069 0,'0'1'0'0,"0"3"0"0,0 2 0 0,0 2 0 0,-2 1 0 0,-5 2 0 0,2 3 0 0,-2 1 0 0,1 3 225 0,2 2-96 16,-2 3-40-16,1-2-73 0,-3 2 16 0,3-4 1 15,-2 1 0-15,-2-3-35 0,0-4 8 0,4-2 27 16,-3-3 0-16,2-2-34 0,1-2-1 0,-1-3 35 16,2-1 41-16,3 0-6 15,-1 0-1-15,2 0-34 0,0 0 76 0,0 0-37 16,9-3 7-16,12-5-106 0,-1 2 30 0,5 0 1 15,3 0 28-15,0 5-22 0,-3 1 8 0,7 0 14 16,-6 0 1-16,-1 11-66 0,-5 7 27 0,-1-2 0 16,-6 2 11-16,0 9 21 0,-5 0-34 0,-5 3 0 15,-3-2-82-15,0 0 48 0,0-5 4 0,-11 5-21 16,-4-6 26-16,-2-3 1 0,-4-2 21 0,0-4-11 16,0-6 12-16,-8 3 3 15,3-7-2-15,-2 0-76 0,1-3 35 0,1 0-1 16,3 0-258-16,-3-12 143 0,7-5 60 0,2-4 36 15,4-5-322-15</inkml:trace>
  <inkml:trace contextRef="#ctx0" brushRef="#br0" timeOffset="183083.53">20099 16217 1075 0,'15'0'0'0,"4"1"0"0,-3-1 0 0,2 0 0 0,0 0 0 0,1 0 0 0,4-3 0 0,0-5 323 16,-1 2-137-16,6-1-80 0,-4-1-37 0,-3 5-110 15,3-4 37-15,-3 1-1 0,-2 5 46 0,-4 0-190 16,-3-2 90-16,0 1 46 0</inkml:trace>
  <inkml:trace contextRef="#ctx0" brushRef="#br0" timeOffset="183657.83">20321 15232 682 0,'-14'-22'0'0,"3"4"0"0,-2 3 0 0,-2 6 0 0,0-1 0 0,0 3 0 0,-6 0 0 0,1 5 0 0,1 0 148 0,1 0-57 0,0 2-21 16,4 0 55-16,-2 2-47 0,3 6-22 0,1 1 0 15,5 0-2-15,2 4 8 0,3 3-29 0,2 1 23 16,0-1-23-16,0 3 0 0,5 0-1 0,8-1 13 16,6 3-13-16,2-3 1 0,1 3 0 0,3-3 32 15,-1 0-32-15,3 3 8 0,-3 0-67 0,0 0 30 16,-3 1-1-16,0 1 30 16,-5 1-52-16,-4-2 25 0,-1 7-7 0,-5-9-108 15,-3 2 62-15,-3 2 21 0,0-4 1 0,-5-3-55 16,-8-1 41-16,-8 0 4 0,0-6 1 0,-3-2-46 15,0-4 33-15,3-4-2 0,-7 0-7 0,3 0-7 16,1-7 39-16,3-8-10 0,2-4 32 0,6 2-34 16,-2-7 9-16,8 2 36 0,3 1 0 0,4-2-32 15,0 1-1-15,0-1 89 0,11-3-39 16,4 3-18-16,5-1 0 0,0 1 125 0,2 1-69 0,1-1-22 16,1-1 111-16,-3 1-60 15,0 3-39-15,-3-4-3 0,-4 8 33 0,-2-2-21 16,-1-2-1-16,-6 4-45 0,-1-2 16 0,-3 2 0 15,-1-1 8-15,0-2-68 0,-3 2 29 0,-9-2 1 16,-1 4 30-16,0 2-100 0,-4 3 53 0,1 0 5 16,-2 5-75-16,-1 4 40 0,1 1 27 0,-1 0-1 15,3 0-125-15,-2 10 68 16,4 1 23-16,-2 2-52 0,3 1 43 0,3 2 8 0,5 0-5 16,3 2-179-16,2-2 102 0,2 5 51 15,7-5 25-15</inkml:trace>
  <inkml:trace contextRef="#ctx0" brushRef="#br0" timeOffset="184064.16">20379 15212 688 0,'-15'-6'0'0,"7"4"0"0,3 0 0 0,1 0 0 0,4 1 0 0,-2-1 164 0,2 0-70 0,2-1-30 16,16 2 207-16,5-1-119 0,7-1-59 0,2 3-23 15,11-3 126-15,-1 2-81 0,-1 1-42 16,-7 0 1-16,3 0-76 0,0 0 42 16,-6 0-7-16,-2 0-157 0,-6 0 78 0,0 1 39 15,-4 2 1-15,-6 2-83 0,-2-4 57 0,-3 4 32 16,-4-3-14-16,-2-1-403 0,-2 3 157 0,0 2 113 15,-9-1-250-15</inkml:trace>
  <inkml:trace contextRef="#ctx0" brushRef="#br0" timeOffset="184230.71">20528 15254 778 0,'-14'0'0'0,"5"0"0"0,2 4 0 0,-2-1 0 0,6-2 0 0,-1 3 0 0,2 1 0 0,0 3 276 16,2 1-121-16,0 5-61 0,0 3-31 0,0 0 147 15,0 3-92-15,0 4-43 0,0 3-21 0,0-1-43 16,2 0-1-16,-2-3 31 0,2 2-300 0,0-1 145 16,0-5 74-16,1-3-405 0,4 0 230 0</inkml:trace>
  <inkml:trace contextRef="#ctx0" brushRef="#br0" timeOffset="184414.24">20672 15223 875 0,'3'-4'0'0,"4"1"0"0,-2 3 0 0,1 0 0 0,-1 9 0 0,-3 4 0 0,2 5 60 0,-1 5-19 0,2 9-9 15,-2 0 297-15,-1 5-148 0,2 7-74 0,-2-5 177 16,0-3-117-16,-1 1-71 16,-1 1-32-16,0-2-264 0,0-3 116 0,0-1 59 15,0-3 37-15,0 3-541 0,0-6 281 0</inkml:trace>
  <inkml:trace contextRef="#ctx0" brushRef="#br0" timeOffset="185203.3">21367 15636 610 0,'-4'-13'0'0,"-6"3"0"0,-1 7 0 0,0-2 0 0,-2 4 0 0,0-1 0 0,-6 2 88 0,1 0-28 0,-5 3 0 16,2 12 109-16,-4 8-60 0,0 6-42 0,0 0 0 15,4 7 67-15,2 2-51 16,5 2-25-16,6-5 89 0,3 4-62 0,2 1-26 16,3-2 1-16,3-3 29 0,10-4-27 0,6 3 7 15,2-7-36-15,10 4-40 0,-9-7 1 0,8 0 39 16,-1-1 8-16,1-4-227 0,-2-3 109 0,-2-3 55 15,0-1-430-15,-1-5 225 0,-3-3 70 0,1-4-297 16</inkml:trace>
  <inkml:trace contextRef="#ctx0" brushRef="#br0" timeOffset="185440.8">21598 15523 927 0,'-8'-11'0'0,"5"7"0"0,-1 3 0 0,4-2 0 0,-2 3 0 0,2 0 128 16,-2 0-49-16,2 5-22 0,0 17 213 0,0 1-119 16,0 6-50-16,4 8 145 0,-2 5-107 0,0 3-53 15,-2 4-26-15,0 4 43 0,0-3-27 16,-2 3-8-16,-2-4-35 0,2-5-78 16,1-8 38-16,1 0 1 0,0-9-63 0,0-2 47 15,0-5 27-15,0-7 0 0,0-6-301 0,0-1 114 16,0-5 96-16,3-1-439 0,4 0 245 0,1-7 125 15,2-8 60-15</inkml:trace>
  <inkml:trace contextRef="#ctx0" brushRef="#br0" timeOffset="185607.34">21720 15854 906 0,'0'-6'0'0,"1"4"0"0,3 0 0 0,1 1 0 0,2-3 0 0,0 4 0 0,6 0 401 0,4 0-185 0,1 0-91 16,2 0 249-16,1 0-174 0,0 0-84 0,2 0 6 15,0 0-44-15,0 0-23 0,-2 0 8 0,-1 0-205 16,1 0 87-16,-3-1 45 0,-2 1 20 0,-4 0-392 16,4 0 203-16,-5 0 106 0,1 1 52 0</inkml:trace>
  <inkml:trace contextRef="#ctx0" brushRef="#br0" timeOffset="185895.22">22447 15824 1023 0,'0'-8'0'0,"0"7"0"0,4-2 0 0,5 3 0 0,1 0 0 0,2 0 0 0,1 0 0 0,3 0 305 0,5 0-140 0,4 0-66 16,2 0-33-16,5-1 180 0,-1-1-106 0,6-2-46 16,0-3-97-16,6-1 0 0,-11 0 35 0,3 1 1 15,-3 1-264-15,-5 2 140 0,5 2 57 16,-11 2-340-16,0 0 163 0,-3 0 110 16,-4 7 0-16,-5 7-173 0</inkml:trace>
  <inkml:trace contextRef="#ctx0" brushRef="#br0" timeOffset="186395.18">22787 16013 527 0,'-17'-6'0'0,"2"4"0"0,1 2 0 0,-2 0 0 0,-1 0 0 0,-2 0 217 16,-3 8-92-16,4 2-46 0,2 0 55 0,-1 6-51 15,2 2-17-15,3-2-8 0,3 2 82 0,4 3-53 16,3 0-28-16,2-2 1 0,0 2 51 0,0-3-43 16,11 3 0-16,2-5 15 0,6 2-26 0,0-2 1 15,0-4-17-15,4 1-50 0,0-3 21 0,0 3-1 16,-5-4 22-16,3 2-33 16,-3 3 7-16,-4-1 26 0,-2 0-158 0,-3 2 61 15,-5 1 44-15,-2 2-165 0,-2-2 82 0,0 5 29 16,-8-1 33-16,-7-1-123 0,-3 0 68 0,-3-3 20 15,1-4 13-15,-8 1 2 0,5-5 28 0,2-5 1 16,-2-3 37-16,1 0-38 0,1 0-8 0,0-3 9 16,6-8 76-16,0-3-38 15,6 0-1-15,2 0 139 0,5 0-86 0,2 1-21 0,0-3-25 16,11-3 168-16,10 1-86 0,0 0-25 16,6-3-23-16,-1 0 49 0,4 0-34 0,-1 0-4 15,-1 3-70-15,-2-5 24 0,-4 6 8 0,3-6 14 16,-12 6-32-16,0 1 0 0,-4-1 32 0,-4 0-91 15,-3 0 47-15,-2 1 1 0,0 0 0 0,-12 1-44 16,-3 2 31-16,-4 1 5 0,1 5 2 0,-3 0-60 16,0 0 37-16,1 6 10 0,1-1-93 0,1 0 51 15,9 0 24-15,0 2-9 0,4 0-58 16,0 0 35-16,5 0 26 0,0 0-227 16,3-1 115-16,10-3 71 0</inkml:trace>
  <inkml:trace contextRef="#ctx0" brushRef="#br0" timeOffset="186684.43">22447 15107 1315 0,'-7'-12'0'0,"5"8"0"0,-1 2 0 0,3 0 0 0,0-2 0 0,6 2 0 0,14-4 0 0,9 2 0 0,6-1 282 0,9 0-128 0,-1 2-61 16,2-1 103-16,-2 2-82 0,-5 0-41 0,2 0 4 15,-5 0-45-15,-3 2 1 16,-4 0 0-16,-1 0-109 0,-5 0 54 0,-1-2 35 16,-4 2-7-16,-6 0-253 0,0 0 140 0,-6 0 70 15,0 0 35-15,-3 0-490 0,-2-2 202 16,0 2 128-16,-2-2-164 0,-10 2 147 0,-4 0 73 0</inkml:trace>
  <inkml:trace contextRef="#ctx0" brushRef="#br0" timeOffset="187001.84">22571 15037 331 0,'-17'0'0'0,"2"0"0"0,3 1 0 0,5 3 0 0,0 0 0 0,3 2 230 0,0 1-98 0,4 9-50 0,0 4 80 15,0 4-64-15,0 7-25 0,4 5-7 0,1 6 190 16,3-1-111-16,-3 3-56 0,2-1-28 0,-6-6 76 15,5 9-57-15,-4-10-23 0,1-2-67 0,-1-1 22 16,0-11 8-16,0 1 12 0,0-6-136 0,-2-6 68 16,0-3 34-16,0-5-71 0,0-3 60 0,-8 0 18 15,-1 0-45-15,-5-7-91 0,0-8 33 0,-2-5 44 16,2 2-22-16,-4-6-23 16,4-2 20-16,-2-1 25 0,2 1-20 0,3 0 41 15,-1 5-7-15,3 3 7 0,2 2 63 0,-2 9-31 16,4 1 8-16,-2 5 131 0,1 1-77 0,-1 0-36 15,-1 9-12-15,0 7 29 0,-1 9-14 0,1-4 0 16,1 3 9-16,0 6 32 0,-1-7-16 0,3 5 1 16,-2-8-105-16,6 3 34 15,-1-3 19-15,2-1 18 0,0-2-286 0,0-2 134 0,7-3 52 16,7-3-350-16</inkml:trace>
  <inkml:trace contextRef="#ctx0" brushRef="#br0" timeOffset="187301.59">22659 15316 845 0,'22'-12'0'0,"-3"1"0"0,8 5 0 0,-4 0 0 0,-2 2 0 0,0 2 0 0,0 2 0 0,-3 0 285 0,0 0-126 0,-2 6-55 0,-2 2-40 16,-3 5 68-16,-1 1-49 0,-6 2-25 0,-3 2-98 15,-1 1 45-15,0 5-8 0,-10-3 36 0,-4 2-140 16,-5-2 69-16,-1-3 36 0,0-3 8 0,-8 3-34 15,5-4 29-15,3-6-44 0,-2-3-41 0,2-1 45 16,8-4-17-16,-1 0 111 0,3 0-32 16,4 0-9-16,3 0-26 0,1 0 259 15,2 0-121-15,0 0-43 0,7 0-34 0,11-2 70 16,2 0-42-16,2 2-15 0,8 0-7 0,-3 0-49 16,3 0 27-16,-2 0 0 0,2 6-204 0,2 0 111 15,-4 0 42-15,3-2-441 0,-3 2 230 0,-3-2 81 16,-2 2 68-16,0-3-373 0</inkml:trace>
  <inkml:trace contextRef="#ctx0" brushRef="#br0" timeOffset="187515.29">23212 15488 1055 0,'9'0'0'0,"2"0"0"0,4 0 0 0,0 0 0 0,0 0 0 0,0 0 0 0,0 5 214 0,3 10-91 0,0 8-45 16,-4 4 172-16,2 7-109 0,-5 7-54 0,-1 1 226 15,-3 3-139-15,-1-2-71 0,-3 3-35 0,-1-5 29 16,-2 11-37-16,0-6 1 0,-4 3-28 0,-8-1-118 16,-6 2 60-16,-3 0 36 0,0 1-328 0,-8-3 175 15,-1 1 88-15,-7 4 43 0,0-4-277 16,7-6 80-16,-5 2 100 0,5-2-467 16,0-7 272-16</inkml:trace>
  <inkml:trace contextRef="#ctx0" brushRef="#br0" timeOffset="187691.42">23846 16558 1784 0,'10'-44'0'0,"1"28"0"0,6 14 0 0,-4-1 0 0,-8-4 0 0,-3 1 0 0,-2 3 287 0,0-1-126 0,0 3-65 15,0 1-31-15</inkml:trace>
  <inkml:trace contextRef="#ctx0" brushRef="#br0" timeOffset="-171668.47">1640 13326 313 0,'-4'0'0'0,"1"0"0"0,1 0 0 0,1 0 0 0,1 0 0 0,-3 0 0 0,1 0 251 15,2 0-113-15,-2-2-53 0,2 2-26 0,0-2 82 16,0 2-54-16,0-2-19 0,-1 2 48 0,1 0-42 16,0 0-20-16,0 0-1 0,0 0 54 0,0 0-42 15,0 0 1-15,0 0-2 16,0 0-1-16,0 0-30 0,0 0 8 0,0 0-13 15,0 0 4-15,0 0 1 0,0-2 0 0,0 2 26 16,0 0 9-16,0 0-36 0,0 0 1 0,0 0 46 16,0 0-24-16,0 0 1 0,0 0 12 0,0 0-35 15,0 0 0-15,0 0-31 0,0 0 33 0,0 0-2 16,0 0 8-16,0 0-15 0,0 0 7 0,0 0 0 16,0 0 0-16,0 0-23 15,0 0 31-15,0-2-8 0,0 2-4 0,0 0-36 16,0 0 32-16,0 0 4 0,0 0-17 0,0 0 14 15,0 0-2-15,0 0-76 0,0 0 36 0,0 0 0 16,0 0 36-16,0 0-35 0,0 0 27 0,0 0 4 16,0 0-9-16,0 0 42 0,0 0-39 0,1 0 2 15,1 0-11-15,-2 0 51 0,2 0 0 0,1 0-38 16,-2-2 52-16,1 2-27 16,0 0 4-16,-1-2 2 0,3 2 7 0,-1-1-27 15,4 1 20-15,-2-2-34 0,3 0 19 0,-1 0-2 16,3 0 5-16,2-1-27 0,1-1 28 0,-1 0-6 15,1 1-2-15,3-1-22 0,0-1 20 0,-1 3 2 16,5-1-19-16,-1 1-6 0,-1 1 17 0,2-2-20 16,2 2 20-16,0-2 2 0,1 2 4 0,7-1 2 15,2 0-7-15,-2 0 0 0,6 2-2 16,7-1 38-16,-7-2 129 0,12 1-184 0,-3 1 0 0,0-3 0 16,3-2 0-16,0 2 0 15,-7 1 0-15,11-1 0 0,-7 1 0 0,-1-1-220 16,1 2 190-16,-7 0 16 0,6-2-2 0,-7 3-35 15,1-4 24-15,-1 2-16 0,-1 0 38 0,-3 2-42 16,-3-3 37-16,2 1-13 0,-2 1 21 0,-5-2-16 16,-2 0 4-16,1 1-5 0,-4-1 45 0,-2 0-36 15,-2-1-2-15,-5 2 34 16,0-1-1-16,-3 3-28 0,-3-1-1 0,-1 0 65 0,-2 0-30 16,0 1 7-16,-1-2-36 0,-1 3 31 15,0 0-1-15,0 0-16 0,0 0-16 0,0 0 17 16,0 0-6-16,0 0 14 0,0-1-277 0,0-1 122 15,0 0 63-15,0 0-611 0,-1 2 325 0,-4 0 154 16,0 0 89-16</inkml:trace>
  <inkml:trace contextRef="#ctx0" brushRef="#br0" timeOffset="-171114.93">1613 13318 990 0,'-12'-7'0'0,"4"1"0"0,-1 2 0 0,1 1 0 0,2-1 0 0,-1 0 0 0,4 0 0 0,0 3 0 0,0-1 0 0,3-1 212 16,-3 3-81-16,3 0-53 0,0 0 32 0,0 5-39 15,0 13 1-15,3 5 19 0,3 3-21 16,-1 8-8-16,3 7-29 0,0 1 86 16,-1 4-43-16,0 2-21 0,1 1 25 0,0 1-7 15,-3 1-40-15,1-3-42 0,-1 1 21 16,-1 0 1-16,0-10 28 0,-3 3-58 0,1-3 24 0,-2-3 1 15,0-6 25-15,0-5 12 0,0-4-11 0,0-1-3 16,0-6-38-16,-3-2 77 0,-1-3-14 0,-2-3-31 16,0-2-7-16,-7-4 60 0,2 0-21 0,-3 0-1 15,-2-10-123-15,-3-4 47 0,3-3 37 0,-5-3-8 16,4-2-210-16,-2 3 108 0,5 5 44 16,-1-1-24-16,-2 2 20 0,7 1 26 15,2 7-20-15,-1 1 3 0,1 0-8 0,3 3 0 16,2 1-9-16,-2 0 147 0,2 0-62 0,1 0-24 15,0 7 48-15,1 6-31 0,1 0-7 0,0 2-65 16,-4-1 11-16,4 4 37 0,0-1 16 0,0 1-105 16,0-1 40-16,0 2 24 0,0-3-11 0,0-1-326 15,4-1 169-15,-1-1 83 0,5 0 34 0,0-1-277 16,2-5 164-16</inkml:trace>
  <inkml:trace contextRef="#ctx0" brushRef="#br0" timeOffset="-170528.82">2078 14376 803 0,'0'3'0'0,"0"5"0"0,0-1 0 0,0-1 0 0,-3 0 0 0,3-2 0 0,-5 1 0 0,2-1 0 0,-2-2 195 0,0 2-81 16,0-3 27-16,2 1-58 0,-3-2-26 0,-2 0 1 15,0 0 19-15,0 0-22 0,-3-6 9 0,-2-4-32 0,1-4-24 16,0-7-1-16,1 1 26 0,-3-6-1 0,3-4-27 16,-3-8-9-16,-1-4 37 0,1-5-1 0,0-11-50 15,1 8 26-15,0-7-13 0,4 3 33 0,2 1-34 16,0 6 26-16,5 12-15 0,2-5 94 0,0 5-37 16,0 3-4-16,0 2 56 15,0 4-42-15,6-1-15 0,0 9 1 0,6-3 17 16,-1 2-43-16,3 2 1 0,-1 3 0 0,4 6-50 15,1 0 26-15,-1 4 7 0,0 2 17 0,1 2-110 16,-1 0 56-16,-2 0 16 0,2 6-55 0,-7 5 27 16,0 4 23-16,-3 0-74 0,-4 2 42 0,-1 6 6 15,-2 1 0-15,0-2 53 0,-5 6 2 0,-9-1-41 16,-2-2 10-16,-3-4 123 0,-1 3-57 16,2-7-25-16,-6 2 1 0,7-6 16 15,-4-3 0-15,2-2-15 0,3-1-129 0,-1-3 61 16,7 0 22-16,-2-2-90 0,5-2 55 0,4 0 25 15,1 0 0-15,2 0-287 0,0 0 145 0,2-8 48 16,8-5 44-16,10-1-357 0,-3-2 191 0,3-3 108 16</inkml:trace>
  <inkml:trace contextRef="#ctx0" brushRef="#br0" timeOffset="-170197.7">2170 13559 1130 0,'0'-8'0'0,"0"4"0"0,0-2 0 0,0-1 0 0,0 2 0 0,0-1 0 0,3 1 127 0,3-1-47 0,1 0-15 0,1 2 137 16,4 2-85-16,-1-1-42 0,1 1-21 0,0 2-10 15,-2 0-3-15,5 0-8 0,-5 5 0 0,-2 1-110 16,-1 0 55-16,0 5 28 0,-4 0-121 0,-1 2 69 16,-2 3 40-16,0-2-84 15,-2 2 55-15,-8-1-3 0,-2 0-9 0,-1-1 58 16,-2-1-47-16,0-5 23 0,0 2-30 0,0-3 229 15,1-2-93-15,3 0-48 0,3-1-10 0,0-3 227 16,3-1-99-16,2 0-68 0,1 0 129 0,2 0-100 16,0 0-46-16,0 0-78 0,0 0 33 0,4 0 0 15,7 0 8-15,3-1-34 0,-1-3 1 16,4-2 24-16,-2 2 1 0,2 0-119 0,-1 1 68 16,1 0 21-16,0 2 0 0,-2-1-406 15,4 2 169-15,-3 0 112 0,1 0-483 0,1 0 290 16,-2 6 141-16</inkml:trace>
  <inkml:trace contextRef="#ctx0" brushRef="#br0" timeOffset="-169996.25">2370 13795 1243 0,'-16'7'0'0,"5"4"0"0,3-8 0 0,3 3 0 0,-1-5 0 0,3 2 0 0,3-2 360 0,0 2-168 0,3 0-79 16,14 0-41-16,7 0 244 0,3-2-142 0,1-1-62 15,4 0 22-15,0 0-50 0,1 0-26 0,-1 0-277 16,-3-1 126-16,-3-2 71 0,5 3 24 0,-12 0-406 16,5-3 218-16,-6 3 109 0,-1 0 22 0,-3 0-278 15,-3 0 83-15,-5 0 108 0,-2 0 55 0</inkml:trace>
  <inkml:trace contextRef="#ctx0" brushRef="#br0" timeOffset="-169822.7">2589 13641 1188 0,'0'2'0'15,"0"5"0"-15,0 3 0 0,0 3 0 0,0 3 0 0,0 0 0 0,0 3 0 0,0 5 209 0,0 1-79 0,0 4-53 0,1-1 116 0,1 3-79 0,0-1-41 16,1 0 0-16,-1-4-145 0,-2 6 48 16,4-3 29-16,-3-3-124 0,-1-6 75 15,0 2 39-15,0-8 8 0,0-3-377 0,2-1 151 16,0-8 118-16</inkml:trace>
  <inkml:trace contextRef="#ctx0" brushRef="#br0" timeOffset="-169424.76">2830 13606 1153 0,'10'-4'0'0,"4"2"0"0,2 2 0 0,1 0 0 0,3 0 0 0,-2 0 0 0,6 0 0 0,-4 0 0 0,3 0 230 0,1 0-90 0,-4 0-58 15,0 0-11-15,-3 0-1 0,1 0-37 0,-4 0-32 16,-5 0 8-16,-1 0 24 0,-2 0-1 0,-4 0-8 16,0 0 9-16,-2 0 0 0,0 0 8 0,-2 8 153 15,-14 7-80-15,2 3-41 0,-3 5 0 0,-1 2 72 16,-4 2-48-16,3 4-37 0,1-1-6 0,-2 2-22 16,1-1 1-16,1 4 0 15,4-5-62-15,-2 1 27 0,4-2-1 0,2-3-88 16,0-3 61-16,5-3 32 0,-1 0 7 0,2-4-99 15,2-3 54-15,2-1-5 0,0-2 24 0,0 0-22 16,0-3 0-16,0 1 5 0,0-2 138 0,2-1-55 16,7 2-27-16,2-3 5 0,2 2 29 0,1-3-19 15,4 1 0-15,2-4 70 16,1 3-46-16,0-3-6 0,-1 0 5 0,1 0-71 0,0 0 39 16,-3 0 16-16,0-3-13 0,-2 2-188 15,-6-2 94-15,7 1 35 0,-9 1-329 0,0 1 164 16,1-2 91-16,-4 2-159 0,-2 0 105 0,-1 0 66 15,-1 0 29-15,-1-3-427 0,0 2 228 0</inkml:trace>
  <inkml:trace contextRef="#ctx0" brushRef="#br0" timeOffset="-169232.28">2929 13861 1053 0,'-10'0'0'0,"2"0"0"0,4 0 0 0,-1 0 0 0,1 0 0 0,4 0 0 0,0 0 441 0,0 2-205 0,2-2-101 0,9 5 172 16,2-4-142-16,1 3-66 0,2-1-33 0,-1 3-11 16,2-1 0-16,-4 1-14 0,4 2-8 0,-3-4-255 15,2 3 127-15,-3-1 64 0,1-3-486 0,-3-1 283 16,5 0 88-16,-8-2 83 16</inkml:trace>
  <inkml:trace contextRef="#ctx0" brushRef="#br0" timeOffset="-168956.87">3195 13500 665 0,'8'-7'0'0,"4"-2"0"0,2 0 0 0,0 2 0 0,0 0 200 0,1 1-84 0,2 2-33 16,-1 3-30-16,0 1 192 16,1 0-106-16,-1 0-53 0,-3 7-19 0,1 4-26 15,-6-1-9-15,-3 2-126 0,0 0 64 0,-4-2 31 16,-1 4 0-16,0 0-47 0,-9-1 36 0,-4-1 21 15,-3-3 0-15,0-1 48 0,0-1-59 0,0-1 20 16,1-1-35-16,5-3 124 0,2 0-63 0,2 0 0 16,1-2 242-16,3 0-121 0,2 0-64 0,0 0-35 15,0 2 37-15,4-2-36 0,8 0 0 0,3 1-44 16,2-1 8-16,-1 3 0 16,6 0-1-16,-3-2-286 0,-1 2 143 0,2 1 81 15,-1-1 26-15,2 1-327 0,1 1 132 0</inkml:trace>
  <inkml:trace contextRef="#ctx0" brushRef="#br0" timeOffset="-168060.15">1255 12600 1134 0,'-3'0'0'0,"3"1"0"0,0 1 0 0,0-1 0 0,0-1 0 0,1 3 0 0,9-3 0 0,6 0 0 0,8 0 398 0,0-3-182 0,4-1-84 0,4-6-53 0,0 0 158 16,3 1-102-16,-3 0-109 16,1 1 7-16,-9 4 8 0,3-2-9 0,-4 5-253 15,-3-1 126-15,0 2 64 0,-4 0 41 0,-5 0-212 16,-3 0 117-16,-1 0-539 0,-2 0 270 15,-3 0 161-15</inkml:trace>
  <inkml:trace contextRef="#ctx0" brushRef="#br0" timeOffset="-167833.75">1416 12178 1465 0,'0'6'0'0,"0"6"0"0,0 4 0 0,0 0 0 0,0 2 0 0,0 7 251 0,0 1-109 15,4 7-55-15,3 3 286 0,4 9-175 0,0-2-74 16,-1 4-50-16,-1 0-20 0,2 2 33 0,-1 0-19 0,-1-1-173 16,-1 0 68-1,0-1 35-15,-1-1 0 0,2 2 35 0,-3-7-371 0,-1 10 181 16,-2-14-379-16,-1-1 233 0,1-12 145 16,-3-3 22-16,0-11 43 0,0-3-236 0,0-7 148 15,-6 0-119-15,-4-20 144 0</inkml:trace>
  <inkml:trace contextRef="#ctx0" brushRef="#br0" timeOffset="-167686.1">1466 12672 481 0,'0'-15'0'0,"0"6"0"0,0 5 0 0,0 0 0 0,0 3 439 0,0 1-203 0,-1 0-93 0,-5 11-60 16,1 10 109-16,-2 2-79 0,-1 4-41 0,-4 3 1 16,4 4 122-16,-4-1-85 0,2 3-203 0,0-1 63 0,0-6 31 15,7-6 1-15,0-2-393 0,-3-3 208 16,6-8 108-16,0-3 54 0,0-3 26 0</inkml:trace>
  <inkml:trace contextRef="#ctx0" brushRef="#br0" timeOffset="-167531.51">1513 12644 1763 0,'6'-1'0'0,"3"1"0"0,-1 0 0 0,-1 0 0 0,1 0 0 0,1 9 0 0,1 1 0 0,-2 8 254 0,2-1-110 16,2 3-56-16,-1 3 13 0,0-1-34 0,-2-2 8 15,3 0-42-15,2-4-431 0,2 0 216 0,-2-7-536 16,4-5 356-16,-1-4 178 0</inkml:trace>
  <inkml:trace contextRef="#ctx0" brushRef="#br0" timeOffset="-167367.42">1817 12190 1023 0,'2'-8'0'0,"-1"6"0"0,1 0 0 0,3 2 0 0,-3 0 0 0,-2 0 248 16,4 12-108-16,-4-4-45 0,1 6-36 0,1 2 149 16,0-1-88-16,-1 3-44 0,1 1-21 0,0 1-257 15,-2-1 113-15,3-2 61 0,-3 0-563 16,0-2 297-16</inkml:trace>
  <inkml:trace contextRef="#ctx0" brushRef="#br0" timeOffset="-167220.02">1755 12393 1676 0,'-11'0'0'0,"5"3"0"0,0-1 0 16,2 0 0-16,1 0 0 0,3 0 0 0,0-1 0 0,0 4 252 0,10-1-110 0,7-3-55 0,4-1 117 0,3 0-86 0,-2 0-34 15,6 0-30-15,-2 0 6 0,-4 0-27 0,2 0 0 16,-2 0-466-16,-3 2 228 16,-1-1 119-16,-1 4-630 0,-6 2 358 0</inkml:trace>
  <inkml:trace contextRef="#ctx0" brushRef="#br0" timeOffset="-167045.37">1851 12622 1517 0,'-13'3'0'0,"8"1"0"0,1 0 0 0,-1-2 0 0,3 0 0 0,0-2 0 0,2 0 0 0,0 0 259 16,2 0-9-16,12 0-109 0,2 0-55 0,1 0-26 15,3 0 0-15,-1 0 17 0,0 0-9 0,-3 0-35 16,1 0 0-16,-4 0-380 0,-3 0 190 0,2 0-475 15,-2 0 320-15,-2 3 162 16,-5 1 81-16</inkml:trace>
  <inkml:trace contextRef="#ctx0" brushRef="#br0" timeOffset="-166743.18">1869 12485 1204 0,'0'0'0'0,"0"0"0"0,0 9 0 0,0 4 0 0,0 2 0 0,0 2 127 0,0 6-47 0,0 1-24 0,0 4 87 0,0 2-60 15,2 3-25-15,0-2 1 0,3 1-78 16,-4-3 26-16,-1-1-179 0,0 4 98 0,0-11 54 0,0-2 26 16,-1 1 0-16,-8-8-88 0,-1-2 59 15,-2-3 62-15,-1-5-1 16,-1 0-21-16,0-2-46 0,0 0 32 0,6 0 109 16,-3 0-70-16,3-2-24 0,0 0 373 0,5 0-182 15,1 0-67-15,2 0-59 0,0 1-25 0,0-1 143 16,8 0-84-16,8 2-42 0,5-2 1 0,1 2-8 15,2 0-35-15,1 0-77 0,2 0 38 0,-3 0 1 16,-2 0 46-16,2 2-8 0,-1 2-381 0,-3-1-72 16,2 1 189-16,-3-2 115 15,-3 2 1-15,0-4 50 0,-2 0-29 0,2 0-372 0,-3 0 217 16,-2 0-268-16</inkml:trace>
  <inkml:trace contextRef="#ctx0" brushRef="#br0" timeOffset="-166338.09">2341 12201 2005 0,'-3'-4'0'0,"0"3"0"0,1-2 0 0,2 3 0 0,0 0 0 0,-3 0 0 0,0 0 0 0,-3 12 0 0,1 1 148 16,0 6-57-16,-5 5-29 0,4 1 103 0,-5 4-70 0,3 4-31 15,-3 1 0-15,0-2-224 0,3-3 96 16,0-5-118-16,-1 9 103 0,2-13 56 0,1 3 28 16,1-6-608-16,3-6 305 0,1-2 72 0,1-7 105 15</inkml:trace>
  <inkml:trace contextRef="#ctx0" brushRef="#br0" timeOffset="-166194.47">2273 12469 1032 0,'0'0'0'0,"0"0"0"0,3 0 0 0,-1 0 0 0,-1 0 0 0,1 0 243 0,1 0-105 0,2 0-52 16,1 4-27-16,-1 3 218 0,0 0-126 16,3 2-59-16,-2 0-30 0,2 1-188 0,-2-3 80 15,1 0 47-15,1-1-223 0,2 0 127 0,2-6 64 0,-4 0 32 16</inkml:trace>
  <inkml:trace contextRef="#ctx0" brushRef="#br0" timeOffset="-166055.33">2530 12228 562 0,'7'-2'0'0,"-2"0"0"0,-1 2 0 0,-1 0 0 0,-3 8 0 0,0 6 435 16,0 5-202-16,0 3-99 0,-3 5-51 0,-6 1 215 15,1 2-137-15,-2 2-64 0,-1 0-101 0,0-1 0 16,1-2 37-16,4-7-443 0,-2 1 217 0,2-4 113 15,4-2 56-15</inkml:trace>
  <inkml:trace contextRef="#ctx0" brushRef="#br0" timeOffset="-165914.26">2512 12398 1094 0,'5'-2'0'0,"3"2"0"0,-3 0 0 0,2 0 0 0,0 0 0 0,3 8 298 0,-2-2-133 0,3 2-66 0,0 3-25 16,-3-2 150-16,4 3-96 0,-3-2-47 0,0 3-313 15,1 1 133-15,-4-3 73 0,-1 2-668 16,-2-4 341-16</inkml:trace>
  <inkml:trace contextRef="#ctx0" brushRef="#br0" timeOffset="-165716.78">2314 12672 1730 0,'-11'1'0'0,"4"4"0"0,2-3 0 0,0-2 0 0,3 0 0 0,2 0 0 16,0 0 0-16,11 0 281 0,8-2-125 0,5-3-61 0,1 1 145 0,2 0-104 0,-4 1-44 16,9 2-33-16,-7 1-183 0,-3 0 78 0,-2 0 40 15,-2 0 0-15,1 0-391 16,-8 8 212-16,2 0 108 0,-7-3 55 0,-1 3-616 16,-2-4 305-16,-1 3-33 0,-2-7 171 0</inkml:trace>
  <inkml:trace contextRef="#ctx0" brushRef="#br0" timeOffset="-165428.6">2416 12396 735 0,'0'-2'0'0,"-2"2"0"0,2 0 0 0,0 10 0 0,0 4 0 0,0 4 0 0,2 5 0 0,4 1 235 0,-3 0-102 16,4 4-49-16,-4-1-26 0,-2 1-8 0,1 6-18 15,0-3 1-15,-2-1-195 0,0 0 98 0,0-7 56 16,-8 5-184-16,0-7 103 0,-3-4 52 0,-2-3 25 0,-1-2-35 15,-1-4 28-15,2-5-24 0,-2-1 0 16,2-2 111-16,2 0-44 0,0 0-41 0,1 0 349 16,3 0-165-16,2 0-86 0,3 0 348 15,0-2-199-15,2 2-98 0,0 0-41 16,0 0 79-16,4 0-69 0,11 0-33 0,3 0-1 16,6 2 46-16,-4 5-32 0,12 0-9 15,-7 0-39-15,4-2-40 0,-3 3 0 0,4-2-345 0,-8 0 201 16,10-1 87-16,-4-1 49 0,1-4 24 0,-2 0-679 15,1 0 289-15,1 0 170 0</inkml:trace>
  <inkml:trace contextRef="#ctx0" brushRef="#br0" timeOffset="-165248.52">2838 12460 1121 0,'-3'-3'0'0,"3"0"0"0,0 2 0 0,5-2 0 0,7 0 0 0,1-1 0 0,4 2 483 0,6-1-225 0,-1-1-86 16,5 0-69-16,-7 3-36 0,5-2 9 0,-2 2-352 16,3 1 155-16,-6 0 77 0,-4 0 38 15,3 0-575-15,-11 0 271 16,3 4 145-16,-6 1-135 0</inkml:trace>
  <inkml:trace contextRef="#ctx0" brushRef="#br0" timeOffset="-165049.83">2962 12197 579 0,'-6'-6'0'0,"1"5"0"0,3 1 0 0,2 0 0 0,0 6 0 0,0 7 444 0,0 4-197 0,7 6-111 16,1 6 345-16,4 3-223 0,-1 9-113 0,-1-3-56 16,-3-1 167-16,2 10-115 0,-3-4-54 0,-1 1-28 0,1-3-156 15,0 1 65-15,-2-7 40 0,-1 4-7 0,0-1-153 16,-1-4 92-16,-1-2-501 0,1-10 293 15,-2-1 158-15,0-12-20 0,0-3-527 0</inkml:trace>
  <inkml:trace contextRef="#ctx0" brushRef="#br0" timeOffset="-164909.21">2986 12569 1166 0,'-2'10'0'0,"-4"2"0"0,1 4 0 0,-6 1 0 0,0 5 0 0,0 3 0 0,-2 1 212 0,-2 2-90 16,0 2-44-16,2-2 96 0,-1 0-70 15,3-5-28-15,0 0-264 0,3-5 111 0,3-3 55 16,2-7 27-16,3-5-256 0,0-3 150 0</inkml:trace>
  <inkml:trace contextRef="#ctx0" brushRef="#br0" timeOffset="-164766.55">3043 12575 1224 0,'9'0'0'0,"7"9"0"0,-1 0 0 0,-1 1 0 0,-2 1 0 0,0 4 0 0,2 0 0 0,-4 2 488 15,3 2-232-15,0-2-111 0,2 1-57 16,-4-1-102-16,2 1 23 0,-1-3 9 0,-1-3 14 16,1-2-533-16,-3-4 267 0,0-5-274 0</inkml:trace>
  <inkml:trace contextRef="#ctx0" brushRef="#br0" timeOffset="-164596">3171 12350 765 0,'0'-4'0'16,"0"1"0"-16,2 3 0 0,5 0 0 0,3 0 0 0,3 0 454 0,4 0-211 0,3 0-105 0,7-1-52 0,-2 1 256 0,-1-2-146 15,6 2-192-15,-2 0 0 16,-8 0 29-16,10 0-1 0,-8 0 1 0,-2 0-488 16,0 0 239-16,-1 0 125 0,-6 0 62 0</inkml:trace>
  <inkml:trace contextRef="#ctx0" brushRef="#br0" timeOffset="-164177.12">3308 12504 328 0,'-6'3'0'0,"4"1"-164"0,2 0 82 0,0-3 41 0,2 1 41 0,6-2 522 0,6 0-216 16,0 0-141-16,4 0-66 0,0 0 160 0,-1-2-113 15,3-2-198-15,-5 1 50 0,2-1 14 16,-6 3-1-16,-1-2-315 0,-1 3 168 0,-4 0 85 0,-2 0 50 0,-1 0-124 15,-2 0 73 1,0 4 37-16,0 3 0 0,-5-1-190 0,0 0 81 0,-4-1 40 0,4-1 159 16,-2 0-54-16,4 0-27 15,0 2 1-15,0 0 238 0,0 0-127 0,3 4-68 16,0 1 378-16,0 6-202 0,0 4-67 0,0 1 95 16,3 9-109-16,2-1-50 0,-1 1-25 0,5 3 0 0,-4 2 170 15,2 0-102-15,1 1-47 0,-3-3-22 0,1-1-12 16,-1-2-12-16,-2-7 8 0,-1-1-8 0,1-5-92 15,-3-6-154-15,0-4 123 0,0-1 62 0,-3-3 38 16,-8-4-9-16,1 0-107 16,-3-4 19-16,-1-9 46 0,0-4-36 0,0-2-250 15,-4-7 151-15,1-2-136 0,-1-1 140 0,1-3 69 16,1 4 36-16,3 6-9 0,0 1-77 16,4 6 60-1,1 6 30-15,3 0 103 0,2 8-36 0,0-1-9 0,1 2 68 0,2 6-48 0,0 9-24 16,0 0 0-16,0 2 11 0,0 2-8 0,2 0-27 15,6-3 0-15,3 1 31 0,3-2-108 0</inkml:trace>
  <inkml:trace contextRef="#ctx0" brushRef="#br0" timeOffset="-164027.52">3699 12722 1082 0,'11'5'0'0,"8"3"0"0,-2 5 0 0,-1 0 0 0,0 0 689 0,-3 3-328 0,1 3-156 0,-3 6-90 15,2-1 346-15,-4 3-214 0,1-1-107 0,-2 2-442 16,4 0 176-16,-5-2 75 16,2-5 42-16,-2 0-525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06T01:22:00.6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4507 8318 453 0,'0'0'0'0,"0"0"0"0,0-3 0 0,0 3 0 0,0-1 0 0,0 1 0 0,-3 0 0 0,3-2 56 16,0 2-23-16,0 0 35 0,0 0 0 0,0 0-27 16,-2 0-8-16,2 0-20 0,0 2 20 0,-2 4-1 15,1 1 1-15,1 0 2 0,-2 1-3 0,0 1 1 16,-2 3 0-16,2-1-4 0,-7 2 4 0,1 2 8 16,0 2-10-16,-5 6 1 0,-1-1 1 0,-2 6-24 15,-3 0 22-15,0 4 5 0,-4 6-6 0,0-6-37 16,-1 7 0-16,2-3 35 0,-2 1 0 15,0-3-28-15,-6 11 25 0,0-4-5 0,-2 2 5 16,-3 10-12-16,5-10 15 0,-8 14-10 16,5-4-36-16,-6-1 37 0,4 0 1 0,-4 5-3 15,5-7 3-15,-10 17-2 0,3-6 1 0,1 0-23 16,-4 0 22-16,4-1-1 0,1-6 6 0,-8 11-18 16,9-11 12-16,0 1-5 0,2-2 4 0,6-9-23 15,1 5 3-15,3-1 13 0,4-8-2 0,5-5 5 16,1-4 0-16,5-2-28 0,3-9 31 0,1 1-7 15,1-6 4-15,3-2-24 0,1-5 0 16,-1 2 19-16,3-4 4 0,-4-2-23 16,4-1 18-16,0-1-6 0,-1 0 6 0,1-2-21 15,0 0 20-15,0 2-4 0,0-2-30 0,-1 0-3 0,1 0 34 16,-3 0-134-16,3 0 59 0,-2 0 33 16,0 0 1-16,1 0-70 0,-1 0 47 0,2-4 12 15,0-6-6-15,0-5-244 0,0 0 134 0,0-6 67 0,2 0 33 16,1-1-141-16</inkml:trace>
  <inkml:trace contextRef="#ctx0" brushRef="#br0" timeOffset="227.9">3319 9655 677 0,'2'-24'0'0,"4"8"0"0,-4 7 0 0,-1 3 0 0,1 4 0 0,-2 2 0 0,0 0 0 0,0 17 73 0,-8 11 1 0,-8 14 24 16,-3 10-33-16,-7 6 1 0,1 8-25 0,-3 5 70 15,4 4-40-15,3-4 1 0,2-9-39 16,8-12 7-16,-1-9 1 0,7-1-8 16,5-15-15-16,0-3 14 0,0-8 1 0,14-6-46 15,8-8 19-15,14 0 0 0,6-19 27 0,15-15-24 16,13-14-11-16,-8 1 39 0,22-19-43 0,-5 2-99 16,1 0 50-16,0 0 33 0,2 2 5 0,-6 8-386 15</inkml:trace>
  <inkml:trace contextRef="#ctx0" brushRef="#br0" timeOffset="3176.67">2235 8581 214 0,'-6'0'0'0,"4"0"0"0,-1 0 0 0,3 0 0 0,-2 0 0 0,2 0 0 0,0 0 0 0,0 0 11 0,0 0 1 0,0 0-1 0,0 0 68 16,0 0-28-16,0 0 0 0,0 0-29 15,0 0 31-15,0 0-5 0,0 0-23 16,0 0 29-16,0 0-26 0,0 0 0 0,0 0 6 16,0 0 21-16,2 0 1 0,1 0-26 0,-1 0 28 15,1 0-26-15,1 0 9 0,-2 0-8 0,3 0-5 16,-1 0 5-16,1 0-1 0,2 0 1 0,0 0 2 16,0 0-2-16,2 0 0 0,0 0-39 0,3 0 39 15,-1 0-1-15,2 0-21 0,0 0-22 0,-2 0 40 16,1 0-5-16,0-2-21 0,2-1-2 15,-3 2 29-15,2-3-11 0,-1 2 2 16,1 0-3-16,1-2 3 0,-1 2-7 0,-3 1-22 16,7-1 23-16,-4 0 3 0,-1 0-3 0,1 0-19 15,3 1 18-15,-3-2 6 0,2 1-31 0,0 2 25 16,2-1 0-16,-2 1-25 0,2-2 23 0,-1 2 4 16,1 0-6-16,1-1-1 0,-2 1 0 0,3 0 2 15,-2 0-3-15,2-3-20 0,-1 3 21 0,1 0 1 16,0-1-17-16,2-2 15 15,-1 1 1-15,-2 2-1 0,2-1 14 0,-1-2-13 16,-3 1-2-16,3 2-29 0,-1-1 31 0,-1 1-1 16,-2-2-2-16,3 0 11 0,1 0-11 0,-1 1 0 15,1-1 3-15,5 0 29 0,-5-2-30 0,3-3 0 16,0 4 19-16,1-1-18 0,-3 1 3 0,4-1-3 16,-6 2-35-16,2 1 35 0,-1-1 2 0,-1-1-22 15,1 2 22-15,3 1-3 0,-5 0 1 0,4 0-5 16,-2 0 3-16,-2 0 0 15,4 0-3-15,-3 0 1 0,4 0-3 0,2 0 3 16,-2-2 25-16,2 0-24 0,-1 0 2 0,3-1-2 16,-1 2 33-16,-1-1-31 0,-3-3 3 0,3 1-12 15,-2 1 13-15,-1-1-3 0,1 2 2 0,-2-2-27 16,0 2 25-16,0 0 0 0,-1 1 3 0,-1 1-44 0,2 0 38 16,-2 0 2-16,1 0-21 0,-3 0 19 15,3 0-4-15,0 0 3 0,-3 0-9 0,1 0 7 16,2 0-3-16,-2 0 25 0,2 0-22 15,-1 0 0-15,3 0-1 0,1-3 27 0,-1 2-25 16,1-1 3-16,0 0-2 0,-1 0-12 0,-1 0 12 16,1 0 2-16,-3 0-2 0,2 0-11 0,-1 2 12 15,-3 0-1-15,3-2-25 0,-3 2 23 16,3 0 1-16,2 0 9 0,-2 0-9 0,3 0-3 0,-3 0 1 16,2-1 35-16,1 1-34 0,0-2 1 0,-3 0 0 15,5 0 21-15,3 1-19 0,-8-2 2 16,3-1-2-16,3 3 3 0,-2-3 0 0,-1 2-27 15,2 0 25-15,-1 0 1 16,0 1-1-16,-1-1-32 0,-1-1 30 0,2 2-2 16,-3 1 2-16,2 0-16 0,0 0 14 0,0 0-3 15,-2 0 2-15,8 0 0 0,-7 0 0 0,7 0-1 16,-4-2 15-16,0 2-14 0,5-1 0 0,-1-2 1 16,-1 1-5-16,0 0 5 15,0 0 0-15,-5 0-17 0,-1 1 17 0,4-1 0 0,0 0-1 0,-1 0-30 16,0 2 0-16,-1-2 25 0,5 0 3 0,-4 1-38 15,3-2-1-15,-1 1 30 16,2 1-21-16,-4-2-7 0,6 2 28 0,0-1-6 16,-5-2-22-16,1 3 20 0,1-2 4 0,-5 2-57 15,2 1 28-15,3 0-7 0,-5-2 31 0,1 2-31 0,3 0 27 16,-5 0-12-16,2 0 11 0,-1-2 40 0,4 1 0 16,0-2-41-16,-3 1 75 15,3 1-38-15,1-3 5 0,1 1-29 0,-2-1 62 16,0-1-25-16,2 2-1 0,-6-1-6 0,5-2 0 15,-6 3-3-15,6-3-15 0,-3 3 40 0,1-4-35 16,-3 1 11-16,5 1-9 0,-4 0 8 0,5 0-7 16,-3-1 2-16,2 0 27 0,-3 0-25 15,4 1-4-15,-2-1 1 0,0 0-20 0,4 3 19 16,-5-1 1-16,-1 0-20 0,3 2 20 0,-6-2-1 0,3 2 1 16,-1-2-37-16,-1 3 0 0,2-1 33 0,1-2-4 15,1 2-23-15,2-3-5 0,2-1 28 16,1 0 28-16,0 2-3 0,3-5-31 15,-4 3 4-15,0-1 36 0,-1 1-1 0,-9 3-28 16,3-4 20-16,-6 4-16 0,-3 2-5 0,-2-2 12 16,-1 1-33-16,-3 1 31 0,-2-1-3 0,-1 0 5 15,-1 2-48-15,-2-2 40 0,-1 2 0 0,1 0 24 16,0 0-25-16,-2-1-7 0,2 1 6 0,-2 0 14 16,3-2-14-16,-3 0 3 0,0 2-53 0,2 0 24 15,-2-2 1-15,2 2 25 0,-2-2-105 16,2 0 48-16,1 0 25 0,-3-1-10 15,2 3-263-15,-1-3 122 0,-1-1 74 0,2-1-253 16,-2-1 165-16,0 1 78 0,0 0 39 16,0-3-222-16,0 0 130 0</inkml:trace>
  <inkml:trace contextRef="#ctx0" brushRef="#br0" timeOffset="3379.13">7139 7925 769 0,'-7'0'0'0,"3"0"0"0,2 0 0 0,2 0 0 0,0 0 0 0,0 0 0 0,8 0 0 0,5 2 151 16,9 2-52-16,5 4-36 0,5-4-1 0,9 4 244 16,0 1-137-16,4 1-68 0,-7 0 184 0,11 5-130 15,-9-1-62-15,-9 1-29 0,0 4-10 0,-7 1 0 0,-9 2-13 16,0 6-64-16,-9 1 29 0,-6 0-1 0,-2 8 28 16,-21 1-169-16,-12 3 93 0,-17 9 33 15,-4-6 22-15,-8 3-201 0,-15 6 60 16,-5-2 70-16</inkml:trace>
  <inkml:trace contextRef="#ctx0" brushRef="#br0" timeOffset="4935.46">4362 5705 509 0,'0'0'0'0,"0"0"0"15,0 0 0-15,0 0 0 0,0 0 0 0,0 0 0 0,0 0 0 0,0 0 0 0,0 0 0 0,0 0 32 0,0 0 1 0,0 0 42 0,0 0-7 16,0 0-36-16,0 0 1 0,0 0 0 15,0 0 0-15,0 0 8 0,0 2-9 0,0 4-11 16,0 1 11-16,0 2 1 0,0 3 0 0,0 1-21 16,0 3 21-16,0-2-30 0,0 2 0 0,2 2 30 15,1 0-12-15,-3 1-14 0,3 4-6 0,-1-1 16 16,-1 3 7-16,1 0 9 0,1 1-13 0,-1-2 5 16,3 6-3-16,-2-2 4 0,-1 2-4 0,2-2-1 15,-1 2 0-15,-1 1 4 0,1 1-2 0,-2-1 2 16,1 2-29-16,0 0 27 0,-2-1-1 15,0 3-32-15,1-1 31 0,-1 2-4 16,0 0 3-16,0 0 18 0,0-1-19 0,0-1 1 16,0 0-2-16,0-2 29 0,0 0 0 0,0-3-26 15,0 1 34-15,2-3-26 0,0 5-6 0,2-4 5 16,-2-2-35-16,4 3 37 0,-4-3-5 0,1 0-34 16,0 4-6-16,-1 1 37 0,-1-2 1 15,1 4-42-15,0-2-1 0,-2 1 35 16,0 0 2-16,0 0-29 0,0 0 25 0,1 0-9 15,-1-2 7-15,0-3 8 0,2 6-9 0,1-5-2 16,-2-2 15-16,1 3-11 0,1-3-2 0,-2-2 6 16,1 6 0-16,0-3-3 0,1 2-1 0,-1 1-11 15,1-3 11-15,-2-1 4 0,-1 4-4 0,0 1-27 16,0-5 0-16,0 0 23 0,0 1 2 0,0-5-24 16,0 4-1-16,0-1 18 0,0-2-8 0,0 2 6 15,0-3 5-15,0 1 11 0,0 0-14 0,0 0-3 16,0 1 3-16,0-2 7 15,0 2-5-15,0 1-2 0,0 0 0 0,-1-2-13 16,-2 2 14-16,2 0 1 0,0-3 0 0,-2 5-38 16,1-5 36-16,2 1 0 0,-2-1-41 0,2 0 37 15,-1-3 2-15,1 1-6 0,0-2 4 0,0 1-5 16,0 0 4-16,0-2-11 0,0 0 9 0,0-1-1 16,0-3 1-16,0 2-44 0,1-1 20 0,1 1-2 15,0-2 21-15,-2 0-64 0,0 0 30 0,3-3-33 16,-3-1 29-16,0 0-5 15,0 2 27-15,0-3-25 0,0-2 27 0,0-2-14 16,0-1 11-16,0-1-49 0,0-2 10 0,0 0 8 16,0 0 23-16,0 0-105 0,0-17 53 0,0-9 27 15,1-7-8-15</inkml:trace>
  <inkml:trace contextRef="#ctx0" brushRef="#br0" timeOffset="5455.54">4390 5628 114 0,'0'0'0'0,"0"0"0"0,-2 0 0 0,2 0 0 16,-2 0 96-16,1 0-34 0,-1 0 6 0,-1 0-41 15,1 0 55-15,2 0-25 0,-1 0 0 0,-1 0 14 16,2 0-30-16,-3 2-8 16,-2 2 3-16,2 2-3 0,-1 4 0 0,-3 2 0 15,-1 5 33-15,-2 3-7 0,-1 3-27 0,-2 2 1 0,0 2-10 16,-1 2 10-16,2-1 7 0,-2 2-7 15,1-3-46-15,2-2 23 0,0 2-27 0,1-8-18 16,-1 1 33-16,0-1-7 0,3-2-64 16,-1-4 39-16,1-2 24 0,4-1-17 0,-1-3-106 15,1-3 65-15,2 0 21 0,2-2-1 0,-3-2-124 16,3 0 66-16,0 0 20 0</inkml:trace>
  <inkml:trace contextRef="#ctx0" brushRef="#br0" timeOffset="5623.25">4302 5677 872 0,'5'-2'0'0,"3"0"0"0,0 2 0 0,-1 0 0 0,0 0 0 0,4 2 0 0,3 5 0 0,1 3 209 0,7 5-88 16,-6-4-36-16,6 7 149 0,1-2-101 0,-3 3-50 16,0-1-25-16,1 5-47 0,-2 0 30 0,-2 2-8 15,2-1 0-15,-4 1-373 16,2 1 186-16,-1-1 93 0</inkml:trace>
  <inkml:trace contextRef="#ctx0" brushRef="#br0" timeOffset="9232.07">2686 8567 76 0,'0'0'0'0,"0"0"0"0,0 0 0 0,0 0 0 0,3 0 0 0,-1 0 0 0,-2 0 4 0,3 0 1 0,-1 0-1 0,0 0 31 16,-2 0-28-16,2-2 1 0,1 0-1 0,-3 2-14 15,2 0 14-15,-2 0-1 0,3 0 1 0,-2 0-16 16,1 0 15-16,-2 0 1 0,2 0 23 0,-2 0-24 16,1 0 0-16,1-2 20 0,0 2-20 0,-2 0 3 15,0 0-3-15,3 0 39 0,-2 0-37 0,1 0 3 16,-2 0-2-16,3-1 16 0,-2 1-15 0,1 0 6 16,0 0-5-16,-1 0-34 0,1 0 34 0,1 0 4 15,0 0-24-15,-1 0 18 16,1 0 1-16,2 0-2 0,-3 0 1 0,2 0-2 15,-1 0 2-15,-1 0 13 0,1 0-14 0,2 0-1 16,-4 0 0-16,4 0 23 0,-3 0-21 0,3 0 2 16,-2 0-2-16,1 0 3 0,1 0-2 15,-3 0 5-15,3 0-21 0,-2 0 16 0,0 1 0 0,2 1-19 16,1 0 18-16,-3 0 2 0,0 0-4 0,4 0 0 16,-2-1-1-16,-2 2 2 0,2-2-1 0,2 2-5 15,-2-1 4-15,1-1 1 16,-2 1-2-16,1 0 1 0,1 0 1 0,0 0 0 15,-1 0-11-15,0-1 10 0,-1 1 1 0,3 0-28 16,-5 0 26-16,5 2 1 0,-2-3-2 0,0 3-9 16,0-2 8-16,-2 0 1 0,3 2-2 0,0-2-13 15,-1 0 12-15,3-1 1 0,-3 3-4 16,6-2 3-16,-6 0-1 0,3 0 1 16,-2 2-5-16,1-2 5 0,0 0 0 15,0 1-11-15,1 1 10 0,-3 0 1 0,1-2-1 0,0 2-1 16,-1 0 0-16,1-1 2 0,-1-1-2 0,2 2 0 15,-2-1 0-15,2-1 1 0,-2 1-2 0,0 0 41 16,1 0-38-16,-1-1-1 0,4 0 27 0,-4 0-25 16,1 1 3-16,1 0 3 0,0-1-2 0,0 0-2 15,1 2 3-15,2-1-12 0,-1-1 10 0,0 4 0 16,0-5 3-16,3 4-14 0,-1-3 11 0,-1 3 0 16,1-3-4-16,-2 0-14 0,3-1 14 0,-3 1 2 15,2 1-5-15,-1 0 4 16,1-1-1-16,-2 0 1 0,3-1 0 0,0 3-1 15,-4-2 0-15,2 0-6 0,1 2 7 0,0-1-1 16,-1 0 1-16,2 0-1 0,-2 1 0 0,-1 0 1 16,2-2-1-16,-3 1 2 0,2 1-2 0,-1-2 0 15,1 2 7-15,-2-3-6 0,2 2-2 0,-1-2 16 16,0 1-14-16,1 0 0 0,1 0 1 0,-2 0 23 16,4 0-22-16,-5-2 0 0,3 3 2 0,2 1-3 15,-1-2 2-15,0 0 0 16,2 2 1-16,-5-1-11 0,1-1 12 0,3 2-3 15,-2-2-19-15,1 2 19 0,0-2-1 0,-1 1-9 16,-2 0 9-16,4 0 0 0,-2-2-3 0,2 2 10 16,-4-1-8-16,4 0 0 0,-2-1-1 0,2 2 18 15,1-2-17-15,-1 3 1 0,1-4 0 16,0 2 2-16,0 0 0 0,1 0 1 0,-2 1-19 0,1-2 18 16,-1 2-2-16,-2-1-15 15,3 0 15-15,-2 1-1 0,1 0 1 0,0-1-9 16,0-1 8-16,-2 1-2 0,3 0 1 0,-1-2 5 15,-2 2-4-15,2-2-2 0,0 0 1 0,-1 0 7 16,1 0-7-16,0 0 2 16,-2 1-4-16,0-1 4 0,1 2-1 0,-2 1-8 0,0-1 8 0,2-1 0 15,-2-1-1-15,0 1-7 0,5-1 7 0,-7 3 0 16,3-3 0-16,2 0 11 0,-3 0-11 16,3 0 0-16,-1 0 0 0,-2 0 12 15,4 0-12-15,-3 0 2 0,-2 0-5 0,1 0 5 16,1 0-1-16,-1 0 9 0,4 0-8 0,-8 0 0 15,5 0 0-15,-1 0-5 0,-1 0 5 0,1 0 1 16,-1 0-1-16,2 0-14 0,-2 0 14 0,3 4-2 16,-2-2 1-16,-2 0 0 0,2 0-1 0,-1-1 1 15,0-1 0-15,3 2-1 0,-3-2 0 0,2 0 23 16,3 0-22-16,-3 0 0 0,2 0 0 0,-1 0 43 16,0 0-41-16,0 0 3 15,3 0-3-15,-4 0 3 0,2 0-2 0,-2 0 4 16,1 0-3-16,-2 0-25 0,3 2 25 0,-2-2 0 15,0 2-10-15,0 0 9 0,1-2 0 0,-2 0 1 16,4 0-1-16,-3 0-4 0,2 0 3 0,1 0 3 16,-2 0-4-16,2 0 0 0,-1 0 0 0,1 0-11 15,-1 0 11-15,0 0 2 0,0 0-2 0,-3 0-14 16,6 0 14-16,-3 0-1 0,-2 0-17 16,1 0 16-16,0 0 1 0,-2-2-6 15,3 0 5-15,-1 2-3 0,-1-2 3 0,2 0 0 16,0-1-1-16,0-1-1 0,2 0 1 0,0 0 23 15,0-2-23-15,1 3 1 0,0-3 0 0,-1 3 12 16,3-1-11-16,-4 0 1 0,1 2-1 0,0-1-7 16,-2 2 7-16,3-1-4 0,-2 1 5 0,0-1-1 15,0-2 1-15,3 3-13 0,-4-2 11 0,5-1 1 16,-3 1-4-16,4-2-2 0,-3 2 5 0,3-1-3 16,0-1 1-16,-1 1-21 0,2-2 21 15,-4 1 0-15,0-1-31 0,-2 0 30 16,2 1-2-16,-2-1 5 0,0 0-5 0,1 1 1 15,-1-2-2-15,-1-1 11 0,-1 1-12 0,1-2 3 16,3 0-3-16,-2 2 38 0,2 0 2 0,-2-3-35 16,1 3 4-16,0-1 39 0,3 2-35 0,-4 1-4 15,3-3-9-15,0 3 11 0,0-1 5 0,1-1-18 16,0-1 13-16,-1 1 0 0,1-1 1 0,0-1-5 16,0-1 3-16,1-1 1 0,0-1-6 0,1 0-13 15,1-1 13-15,0-3 4 16,-3 4-4-16,8-6-8 0,-7 5 9 0,2-3 1 15,-2 6-39-15,-1-3 37 0,3 2 0 0,-3 1-27 16,-2 1-1-16,1 0 26 0,1 1-5 16,-4 0-18-16,-1 1-6 0,2-1 25 0,-4 3-4 15,0-1-2-15,-1 1-1 0,0 0 5 0,-2 1-10 16,-2-3-21-16,0 3 25 0,-2-1 3 0,-1 1-76 16,0-4 35-16,-2-1-9 0,1-2-138 15,0-2 81-15,-2-2 44 0</inkml:trace>
  <inkml:trace contextRef="#ctx0" brushRef="#br0" timeOffset="10065.35">2740 8581 150 0,'0'-2'0'0,"0"-2"0"0,0 0 0 0,0 0 0 0,0-2 0 0,0-1 0 0,0-2 0 0,0-3 90 15,3 3-32-15,2-4-4 0,4 1-37 0,-1-2-22 16,2 0 0-16,1 0 21 0,0-1-61 0,2 1 26 16,1 1 0-16,-1-2-54 0,0 2 37 0,2 1 0 15,1 1 38-15,-2 0-49 0</inkml:trace>
  <inkml:trace contextRef="#ctx0" brushRef="#br0" timeOffset="10198.06">3061 8218 198 0,'12'-14'0'0,"-1"3"0"0,2 0 0 0,-1 0 0 0,-3-1 30 0,1 1-25 0,0 2 0 0,-3 3 0 16,-1-1 162-16,1 1-72 0,0 3-31 0,1-1 1 16,2 0-59-16,-1-1 0 0,2 5 35 0,5-3-189 15,-3 3 82-15,3-2 41 0,1 0-190 16</inkml:trace>
  <inkml:trace contextRef="#ctx0" brushRef="#br0" timeOffset="10340.53">3550 7995 401 0,'10'0'0'0,"-3"0"0"0,4 0 0 0,-4-5 0 0,0 1 0 0,1-1 74 16,-3 1-21-16,0 1 0 0,3-1-20 0,1 0 14 15,4-2-14-15,1 3 0 0,0-3-110 0,7 2 55 16,-2 0 28-16,3 3-226 0,2-2 114 0,-2-2 58 16</inkml:trace>
  <inkml:trace contextRef="#ctx0" brushRef="#br0" timeOffset="10463.71">3997 7892 618 0,'10'0'0'0,"-1"1"0"0,2-1 0 0,-3 2 0 15,2 0 0-15,-1-2 0 0,-1 0 0 0,-1 0 0 0,2 0 0 0,2 0 55 0,-3 0 7 0,5-2-29 0,1 0-84 0,0 1 42 0,5-5 21 16,5 3 0-16,-6 0-248 0,2 0 122 0</inkml:trace>
  <inkml:trace contextRef="#ctx0" brushRef="#br0" timeOffset="10596.43">4586 7877 590 0,'19'5'0'0,"-1"5"0"0,-1-1 0 0,-1-4 0 0,-2 1 0 0,-3-4 0 0,1 2 60 0,0-4 8 15,-4 0 50-15,2 0-44 0,4 2-20 0,-4-2 0 0,3 0-46 16,2 1 8-16,0 2 16 0,2-2 1 16,2 1-298-16,2 2 149 0</inkml:trace>
  <inkml:trace contextRef="#ctx0" brushRef="#br0" timeOffset="11056.34">5314 7921 646 0,'9'3'0'0,"7"7"0"0,-2-2 0 0,-3-4 0 0,-3-3 0 0,0 1 0 0,-4-2 0 0,-3 0 160 0,3 0-55 0,0 0-25 0,1 2-23 0,1-2-1 16,0 0-23-16,3 0-105 15,3 0 61-15,2 0 18 0,-1 0 0 0,5-2-294 16,0-1 147-16,1-3 73 0,2 2 39 0,0 0-199 15,-1 3 105-15,1-1 29 0,-2 2 24 0,-3 0 69 16,1 0 0-16,-1 5 0 0,0 3 0 0,-3-1 0 16,0 1 0-16,1 1 58 0,-5-1-52 15,2 1-16-15,-1 3 1 0,1-3 228 0,-2 2-111 16,1 0-22-16,-1 1-38 0,3-3 49 16,2 2-36-16,-3-1 4 0,3-1-152 0,1-1 65 15,0-1 36-15,3-3-7 0,-4 1-147 0,1-2 72 16,-2 2 42-16,0 1-28 0,-1-1 29 0,2-1-10 15,-3 1 0-15,0 1 52 0,-1 1 0 0,-2-3-55 16,0 2-6-16,-1-2 209 0,1 1-87 0,-1-1-37 16,-2 2-23-16,4-1 158 0,-1 1-56 0,-3 0-52 15,3 1-59-15,1 1 0 0,0 1 21 16,-2-1-83-16,3 1 43 0,1-2 21 0,0 1 1 16,-2-1-218-16,4 1 109 0,-7-2 39 15,3 0 0-15,1-1-114 0,-2-1 51 0,-1 1 47 16,1 0 92-16,-2 0-23 0,-1 0-27 0,0 1 252 15,1 0-120-15,-1 0-62 0,1 0-19 0,0-3 152 16,0 1-62-16,-1-1-54 0,-1 1 17 0,1-2 182 16,-1 0-111-16,1-1-47 0,0-1-35 0,1 0-268 15</inkml:trace>
  <inkml:trace contextRef="#ctx0" brushRef="#br0" timeOffset="13374.63">2898 8485 393 0,'-3'3'0'0,"-3"1"0"0,3 0 0 0,-1-1 0 0,-2 1 0 0,0 0 0 0,1 0 0 0,-1 0 0 0,1 0 65 0,-1-1-32 0,1 1 12 0,0-3-14 0,2 1 2 16,0 1 0-16,-2-3-9 16,3 0 9-16,1 0 8 0,-3 0-9 0,3 0 3 15,-4 0-2-15,1 0-1 0,0 0 1 0,1 0 13 16,0 0-13-16,-2-3 0 0,2 0-1 0,-3-3-27 15,3 1 0-15,-2-3-20 0,0-2 17 0,-1 0 0 16,4-2 21-16,-3-1-40 0,2 0 40 0,-1-2 2 16,2-2-11-16,-3-2 4 0,3 2-7 15,2-4 7-15,-1 1-1 0,1-2 21 0,0 0-25 16,0 0 3-16,0 2-2 0,0-1 32 16,0 2 0-16,0-2-18 0,0 3 21 0,0-1-27 15,0 2 5-15,0-2-43 0,0 0 40 0,0 1 5 16,0-2-4-16,3-5-44 0,2 6 40 0,2-7 1 15,0 3-3-15,-2 0-47 0,0 0 16 0,1 1 1 16,-1 0 14-16,1 1-15 0,-1 0 14 0,0 1 3 16,-1-1 0-16,0 2 3 0,0 0-6 0,2 2 3 15,-2-3 1-15,2 0 1 16,-1-1 0-16,0 0-3 0,0 0 4 0,4-3-1 16,-1 2 4-16,-2 1-17 0,2-2 13 0,0 3 0 15,0-3-3-15,0 3-13 0,-1 1 12 0,2-2 4 16,-1 2 8-16,-2 2-10 0,2-2-1 0,0 3 4 15,0-2-3-15,-3 2 1 0,3-3 0 0,-1 3 1 16,0-2-1-16,1 1-1 0,2-1 2 0,-3 0-13 16,3-2 12-16,0 1 0 0,2-3 0 0,1 1-30 15,-3 2 28-15,2 0-17 0,-2-1-2 0,4 1 18 16,-3 1-5-16,-3 0-10 16,4 2 11-16,-2-1 1 0,-2 1-2 0,4 3 0 15,-5-2-1-15,3 3 2 0,-1-3-2 0,1 1 6 16,1 1-5-16,-1-4 1 0,4 2-1 0,0-2 32 15,0-2-29-15,1 1 6 0,2-1-5 0,1 0-1 16,-4 0 2-16,2 4-7 0,-2-2 7 0,2 3-2 16,-2-2 2-16,-3 3-14 0,2 1 13 15,-2 1-1-15,-1 2 1 0,2 0-13 16,-2 1 10-16,1-1 2 0,0-1-5 0,0 1 2 16,0-1 0-16,2-1 38 0,3 1-36 0,-2-2 0 15,1-2 1-15,6 0 26 0,-8 0 2 0,5 1-27 16,-2 0 4-16,-1 1 1 0,0 2 0 0,-4 2-2 15,0 1 6-15,3 0-18 0,-7 1 15 0,2 0-2 16,4 0 3-16,-5 0-1 0,0 3 0 0,2-3-3 16,2 1 39-16,-3-1-37 0,3-2-1 0,-1 3 23 15,2-2-19-15,1 0-1 16,0-2-1-16,0 3 2 0,-1-1 0 0,3 1-1 16,-4-1 8-16,1 3-25 0,0-2 18 0,0 3 1 15,-1-1-1-15,1 1-10 0,0-1 12 0,1 2-8 16,0-2-4-16,1-1 6 0,1 3 2 0,2-3 13 15,1 0-11-15,-1-2-4 0,3 1 2 0,1-1-5 16,-3-1 5-16,2 0 1 0,0 4 1 0,-3-3-35 16,3 4 32-16,-3-3-1 0,-1 3 1 0,-1 1-32 15,1-1 31-15,0 1-2 0,-2 1-12 16,2 1 9-16,-2 0 3 0,2 0-4 0,-1 0 3 16,3 0-4-16,-4 0 2 0,5 0 33 15,-4 0-32-15,3 0 1 0,0 0-1 0,2 0 24 16,-2-3 0-16,3 2-18 0,-1 1-3 0,-1 0 34 15,-1-2-31-15,1 2 1 0,1 0 0 0,0 0 4 16,0 0-3-16,-1 0-10 0,-1 0 10 16,1 0 0-16,-1 0 0 0,2 0-10 0,-1 2 9 0,-1 2 1 15,-1-3-1-15,0 4 15 16,1-3-15-16,-1 1-1 0,2-1 1 0,-2 2 3 16,1-3-3-16,0 1 0 0,-1 0 8 0,4 0-6 15,-3 1-2-15,-3-1 12 0,3 0-11 0,-3 2 2 16,3 0-2-16,-3 0 8 0,-1 0-7 0,2 1 3 15,0 0-3-15,-3-1-28 0,3 2 27 0,1-1 0 16,-2 1-7-16,-1 0 9 0,2 0-2 0,0 0-3 16,-1-1-14-16,3 1 14 0,-4-2 2 15,3 5-19-15,-3-3 18 0,1 0-3 0,0 2 2 16,-2 1-13-16,-1 0 11 0,1-2 1 16,-1 2 0-16,0 0-8 0,0 3 7 0,0-3-2 15,1 2 2-15,-2-1 3 0,5 1-4 0,-4 0-1 16,1 0 5-16,-1 1-3 0,2 0-1 0,2-1-2 15,-2 2 3-15,0-2 0 0,0 1 0 0,-2 4 15 16,3-1-15-16,-2 0 2 0,-1 0-2 0,1 1 25 16,-2-2 0-16,0 1-22 0,1 0 35 15,1-2-31-15,-4-1-3 0,3 1 21 0,-1-2-19 16,1 0 2-16,-2 1-1 0,2-2 8 16,-2 2-24-16,1 1 21 0,-1-2-4 0,-2 5-29 15,3-1-1-15,-2 0 31 0,-2 4-3 0,2-1-35 16,0 3 33-16,0 0-7 0,-4-1 6 0,4 0 31 15,-3 1-32-15,2 2-4 0,0-3 45 0,-1 2 0 16,-2-4-34-16,1-1 28 0,1 2 4 0,-2-4-32 16,2 1 7-16,-3 0 19 0,0 0-10 0,1-1-11 15,0 1 12-15,-1 2-10 0,0-4 5 16,0-1-3-16,0 0 10 0,-1 1-57 16,2-2 22-16,-1 1-1 0,0-2-27 0,-2 1 22 15,2 1-1-15,0 0-10 0,-2 3-5 0,1 2 33 16,0 0-9-16,-1 2 20 0,0 2-21 0,-2 4 6 15,3-2-12-15,-2-3 38 0,1 2-29 0,0-1 2 16,0-3 2-16,1 2-6 0,0-4 7 0,0 0-3 16,0 0 7-16,1 0-6 0,0-2 4 0,1 2-31 15,0-2 27-15,0 0 0 0,-1 1-1 16,0 1-24-16,0 0 21 0,-2 2 3 16,1-2-5-16,0-2-22 0,0 2-2 0,-3 0 25 15,1-1-4-15,0 2 2 0,0 1-3 0,3-3 12 16,-5 2-10-16,2 2 0 0,0-4-2 0,0 5 22 15,1 0-19-15,-3 0-1 0,1 2 3 0,1-3 7 16,0 1-7-16,1-3-1 0,-2 1 3 0,3-2-8 16,-1 0 8-16,2 2-2 0,-3-2 1 0,1 1-60 15,0-3 26-15,1 2 0 16,-2 1-64-16,3-4 43 0,-4 0 13 0,1-3-95 16,-1 0 51-16,-1-2 31 0,0-2 4 0,0 1-247 15,0-2 124-15,0-1 74 0,0-1 34 0,-1 1-201 16,-5-2 118-16,-2 1 57 0</inkml:trace>
  <inkml:trace contextRef="#ctx0" brushRef="#br0" timeOffset="15565.6">2741 8507 143 0,'0'0'0'0,"0"0"0"0,-1 0 0 0,1 0 0 0,0 0 74 0,0 0-27 0,0 0 0 0,0 0-25 15,0 0 53-15,0 0-7 0,0 0-38 16,-2 3-26-16,2-3 26 0,0 3 0 16,0-1-16-16,0 0-7 0,0 1 21 0,0 1-1 15,0 1-1-15,0-1 1 0,0 1 6 0,0-1-6 16,0 0-23-16,0 1 22 0,0-2 0 0,0 1-6 16,0-1-11-16,0 1 9 0,0 0 5 0,0-1-4 15,0 0-10-15,0 3 13 0,0-3-9 0,0 3 8 16,0-1-1-16,0 1 0 0,0 1-13 15,0 1 11-15,0-2 6 0,0 5-8 0,0-2-16 16,0 1 17-16,2-1 1 0,-1 1 0 16,-1-1 20-16,2 0-20 0,-1 1 0 0,-1-1-9 15,2 1 9-15,-2-1 0 0,2 1 12 0,1-2-13 16,-1 1 1-16,-2 3 1 0,4-2-27 0,-3-1 26 16,3 0 3-16,-1 4-5 0,-1-3-10 0,1 3 9 15,0-1 2-15,0 0-2 0,-1 2-28 16,3-3 27-16,-2 4-1 0,1-5-5 0,1 4 5 15,0 0-1-15,-2-4-36 0,0 2 35 0,4-1-2 16,-4 3 2-16,3-3-14 0,-3 2 11 0,4 2 2 16,-4-2-2-16,2 4 15 0,0-2-15 0,0 2 1 15,-1 0-3-15,1 0 18 16,1 1-16-16,-1-1 2 0,1 0-10 0,0 0 10 16,-2-3-1-16,2 1-11 0,-1-3 11 0,0 2 2 15,0-1-1-15,0-2-25 0,2 2 23 0,-2 0 0 16,0 0 0-16,1 0-4 0,-1 2 3 0,-1 2-3 15,1 0 2-15,0-1 21 0,0 0-20 16,0 1-1-16,-1-1 19 0,2 0-17 0,-1 0 0 0,2 0 5 16,-4 1-5-16,2 0 3 0,3 2-3 15,1-3-11-15,-3 2 14 0,1-3-1 16,4 1-1-16,-3 0-24 0,3-2 23 0,0 2-1 16,-1-3 3-16,-1 2-1 0,4-2-2 0,-5 1-2 15,3 1 3-15,0-3-1 0,0 5 1 0,-1-4 7 16,2 2-8-16,-1 2 0 0,1-2-1 0,0 2 9 15,-1 0-6-15,3 0 0 0,-1 0-1 0,0-2 3 16,-2 2-3-16,2-1 2 0,-1 1 0 16,0 0 12-16,-1 1-14 0,0-2 2 0,0 1-2 0,0-2 24 15,2 2 2-15,-4 0-22 16,4 0 12-16,0-1-11 0,0 1-1 0,-1 1 7 16,1-2-3-16,3 1 1 0,-2 0-4 0,5-3-22 15,-4 2 23-15,7-1 1 0,-4-2 2 0,4 1-26 16,1-1-1-16,-2-1 19 0,1 0-21 0,0 1-3 15,-1 1 26-15,2 2-13 0,-1-1 8 0,-1 0-1 16,0-2 0-16,0 3 10 0,-2-1-8 0,5-1-5 16,-4 2 3-16,3-3 38 15,-1 0-37-15,0 0 2 0,-3-2 0 0,8 4 0 16,-3-2 0-16,-1-1 3 0,2-1-27 0,-2 2 25 16,1-4 2-16,3 5-2 0,-2-3-32 0,-1 0 29 15,2 1 0-15,-1 1 0 0,-1-2-2 0,1 2 1 16,-1 0 0-16,0-3 27 0,0 1-1 0,1-2-25 15,-6-3 2-15,7 3 39 0,-1-2 1 0,-1-5-34 16,1 3 12-16,-1-2-10 0,-3-1 7 0,7 0-34 16,-3-2 3-16,-1 2 22 0,0-2 3 15,0 1-37-15,0-1 36 0,3 2-3 16,-2-2-6-16,-1 3-27 0,2-3-8 0,1 0 36 16,-5 0-12-16,8 0-15 0,-5 0 17 0,1 0 5 15,1 0 2-15,-3 0-3 0,6-3-2 0,-2-2-20 16,2-1 21-16,0-2 0 0,2-2 0 0,-2-2-14 15,2 1 14-15,0-2-1 0,-2 0 0 0,-1 0-3 16,-2-1 1-16,0 3 2 0,3-2-4 16,-3 1 7-16,-3 1-6 0,0 0 2 0,1-2-6 15,-5 2 5-15,4-2 0 0,-1-1-24 16,0-1 24-16,-1 0 0 0,0-3 0 0,1-1-1 16,2 0 0-16,1-3 0 0,-2-1-1 0,3-1 4 15,-3 1-4-15,1-1-1 0,-3-1-1 0,0 1 17 16,1-1-15-16,-4 3 1 0,0-2-24 0,0-1 22 15,-3 0 2-15,3-1 0 0,-4-2-27 0,5 0 0 16,-3 0 23-16,-2-2-33 0,3-2-1 0,0 0 32 16,-1 0-5-16,0 0-26 15,-2 0 25-15,1 0-1 0,-3-2-3 0,-1 3-24 16,2-3 22-16,-2-1 5 0,-1 3-5 0,0 1-26 16,-1-1 24-16,2 1 4 0,-2 0 36 0,-2 1-37 15,4 0 1-15,-2 0 39 0,0 0-15 0,2 0 0 16,-3 2-19-16,2 0 32 0,-1 0 2 0,0 5-34 15,-2-5 12-15,3 1 18 0,-3 4-15 0,-4-3-7 16,2 2-30-16,-3 2 30 0,3-6 7 0,-2 1-5 16,0-1-35-16,0-2 0 0,0-2 30 15,1-2-37-15,-2-1-1 0,3-1 35 16,-2 0-8-16,2 1-5 0,0-1 6 0,-3 2-1 16,2 2-5-16,-3-2 42 0,2 2-40 0,-2 3 5 15,1-1 33-15,-2 3 0 0,-1-3-29 0,0 5 32 16,0-1 4-16,0 0-33 0,0 2 9 0,0 1-36 15,0-5 1-15,-1 1 32 0,1 7-3 16,-5-1-67-16,4 3 28 0,-2 1-1 16,1 2 35-16,2 5-78 0,-5-1 36 0,3 3-1 15,2 3-75-15,-1 3 45 0,1 0 26 0</inkml:trace>
  <inkml:trace contextRef="#ctx0" brushRef="#br0" timeOffset="15989.64">6347 8242 462 0,'-5'0'0'0,"1"0"0"0,2 0 0 0,0 0 0 0,0 0 0 0,2 0 0 0,-2 0 0 0,2 0 0 0,0 0 74 0,0 0-21 0,0 0 0 16,0 0 5-16,2 2 8 0,0 4-33 0,2 0 23 16,0 0 0-16,-3 1-23 0,3-2 0 0,-1 3-24 15,-3 0 24-15,2 1 0 0,1 2-1 0</inkml:trace>
  <inkml:trace contextRef="#ctx0" brushRef="#br0" timeOffset="23152.96">8903 7183 741 0,'-5'2'0'0,"1"-1"0"0,2 2 0 0,0-3 0 0,2 0 0 0,0 1 0 0,0-1 0 0,0 0 93 15,0 0-31-15,0 0 190 0,0 0-102 0,0 0-62 16,0 0-28-16,0 0 88 15,0 0-58-15,0 0-28 0,0 0 7 0,0 0-17 16,0 0-19-16,0 5 0 0,0 2-1 0,0 2 50 16,2 1-17-16,2 3-7 0,0 2-22 0,-1 0-3 15,-1 2 0-15,2 3 31 0,-3 1 8 0,1 2-39 16,-2-1 0-16,0 1 7 0,0-3-8 0,0 1 1 16,0-4 8-16,0-1-39 0,0-8 1 0,0 0 30 15,0-3-1-15,0-1-12 16,0-2 21-16,0-2-13 0,0 0 40 0,0 0-6 15,0 0-30-15,0 0 128 0,0 0-56 0,0 0-39 16,0 0-1-16,0 0 6 0,0 0 1 0,0 0-39 16,0 0 9-16,0 0 26 0,0 0-1 0,0 0-33 15,0 0-1-15,0-2-25 0,0-1-8 0,5 1 34 16,4-2-62-16,3-2 31 0,-1 0 0 0,1 3 1 16,3-1-8-16,2 2 6 0,3 0 24 0,0 1-71 15,1-1 30-15,1 0 11 0,5 2-3 0,-3 0-72 16,0 0 41-16,2 0 13 0,-5 0-1 15,3 0-86-15,0 0 52 0,-4 0-60 16,-4 0 50-16,-2 2 20 0,-3 0 0 0,-1-2 8 16,-5 1 14-16,-3-1-17 0,0 0 14 0,0 0 55 15,-2 0-27-15,0 0-12 0,0 0-17 0,-7 0 309 16,-5-5-146-16,-1-7-59 0,-2 1-40 0,-2-4-2 16,-1-6 0-16,-1 0 14 0,-2-3-163 0,2-6 73 15,-1-7 30-15,2 3-206 16,-1-13 112-16,5 3 50 0,1-2 29 0,2 0-84 0,3 2 49 15,0 10-8-15,5-4 27 0,-2 6-24 16,3 8 39-16,2 0 1 0,0 1-1 0,0 6 130 16,0 2-61-16,7 0-34 0,4 5 148 0,5-5-79 15,5 4-46-15,-2 5 104 0,6-2-50 0,-2 1-36 16,6 6 1-16,0 1 0 0,-2 0 0 16,-2 0 22-16,7 6-2 0,-4 4-84 0,1 0 28 15,-2 6 0-15,0 2 22 0,-3 3-68 0,0 3 18 16,-5 4 0-16,-1 5 9 0,-3 0-1 15,-2 8 26-15,-7-3 42 0,2 9-48 0,-6-2 3 16,-2-4-5-16,0-7 34 0,0 5-1 0,-12-6-24 16,0-2 1-16,-6-2 71 0,0-3-29 0,-3-6 0 15,-2-1-19-15,2-8-28 0,-8 3 24 0,3-9-8 16,5-3-60-16,1 0 29 0,1-2 4 0,6 0 37 16,1 0-16-16,5 0 1 0,3 0-9 0,1 0 91 15,3 0 81-15,0 0-185 0,0 0 0 0,3 2 0 16,12 2 0-16,6-1 0 15,1 1 0-15,9-1 0 0,0 0 0 0,1-3 0 16,2 0 0-16,2 0 0 0,-3 0 0 0,3 0 0 16,-2 0 0-16,-1-3 0 0,-1 0 0 0,-2-4 0 15,-5 1-184-15,-1-3 153 16,-3 1 4-16,-4-1-63 0,-4 0 30 0,-5 0 25 0,-3 2-20 0,-1-4 12 16,-2 0-7-16,-2-3 22 0,0-1 69 0,-2-1-33 15,-7-1-13-15,-5-4-23 0,1 0-69 0,1 0 35 16,-4-1 10-16,3 0-385 15,3 1 193-15,3-1 111 0,2-1 49 0,5 0-621 16,0 3 337-16,0-1 167 0</inkml:trace>
  <inkml:trace contextRef="#ctx0" brushRef="#br0" timeOffset="23321.51">10082 6804 1827 0,'0'2'0'0,"0"2"0"0,0-3 0 0,0-1 0 0,0 0 0 16,0 0 0-16,0 0 0 0,0 0 0 0,0 0 451 0,0 0-201 0,0 0-113 0,0 0-52 16,0 0-196-16,0 4 72 0,0 2 36 0,2 4 8 15,5 0-227-15,-4 8 128 0,3 4 63 0</inkml:trace>
  <inkml:trace contextRef="#ctx0" brushRef="#br0" timeOffset="23454.15">10128 7153 1767 0,'-12'9'0'0,"5"-1"0"0,1-1 0 0,1-2 0 0,1-2 0 0,1-2 0 0,1-1 382 0,0 0-175 0,-1 0-87 0,3 0 171 15,0 3-133-15,0-3-63 0,0 1-31 0,0 4-611 16,0 4 290-16</inkml:trace>
  <inkml:trace contextRef="#ctx0" brushRef="#br0" timeOffset="25587.28">11167 6999 490 0,'-2'0'0'0,"-1"0"0"0,0 0 0 0,1 0 0 0,-2 0 0 0,1 0 0 0,1 0 133 0,-2-2-50 0,2 2-17 0,1 0-8 16,-1 0 38-16,0 0-31 0,0 0-1 0,-1 0-31 15,0 0 19-15,-1 0-19 0,0 6 11 0,-1 5-11 16,1 0 0-16,1 2-1 0,-3 5 45 0,2-2-8 16,0 1-36-16,2 2 0 0,0 2 49 0,2-3-25 15,0 5 9-15,0-3-33 0,0 7 33 0,2-5 1 16,4-1-34-16,2 0-1 16,3-3 19-16,0 0-18 0,2-2-24 0,2-4 24 15,0-3 0-15,0-2-1 0,0-1-35 0,0-5 13 16,1 2 1-16,-2-3 22 0,2 0-61 0,-2 0 23 15,0-6 13-15,-1-3-6 0,-2-4-28 0,0-2 21 16,-1 0-12-16,-3-2-2 0,-2 0 24 0,2 0 4 16,-4 0-26-16,-1-2 0 0,0 0 18 0,-2 1 3 15,0-3-26-15,0 2 24 0,0-3-1 0,0 1 1 16,-4 0-31-16,-3 1-1 0,-1-1 25 16,1 4 4-16,-3-1-37 0,0 2 34 15,1 1-3-15,-2 4 15 0,-2 0-14 16,0 3 0-16,0 3-2 0,-1-2 34 0,0 6-33 15,-2 0 0-15,4-1 36 0,-2 2-33 0,1 0 3 16,1 0-2-16,1 0-25 0,4 3-1 0,-2 3 32 16,1 0-5-16,1-2-147 0,3 2 70 0,0 2 28 15,2-1-242-15,1 1 129 0,1 0 65 0,0 1 33 16,1-2-121-16,9 1 77 0,5-2 31 0</inkml:trace>
  <inkml:trace contextRef="#ctx0" brushRef="#br0" timeOffset="26035.08">11798 6832 1027 0,'3'-1'0'0,"-1"-2"0"0,0 1 0 0,-2 0 0 0,0-1 0 0,0-1 0 0,0 2 159 0,0-2-63 0,0 3-24 0,-2-2 49 0,0 2-44 0,0-1-22 16,2 1 0-16,0 1 63 15,0 0-34-15,0 0-29 0,0 0-1 0,0 0-11 16,0 0-10-16,0 0 0 0,0 0-15 0,0 0-9 16,0 0 24-16,-1 0-1 0,-5 0-28 0,1 0 0 15,-4 0 36-15,-2 3-50 0,1 6 21 0,-4 2-12 16,-1 2 31-16,-2 1-103 0,1 1 40 0,-2-2 22 16,4 0-1-16,-2 0-57 0,3-2 36 15,-2-1 10-15,0-2 1 0,0 1-14 16,0-2-1-16,2 1 60 0,-2-3-1 0,1-2-35 15,2 1 0-15,3 1 151 0,-2-4-67 0,6 1-35 16,0 1-11-16,1-3 71 0,2 0-32 0,2 0-26 16,0 0 8-16,0 0 99 15,0 1-51-15,0 3-23 0,6-1-76 16,6 3 0-16,6-2 38 0,1 2 0 0,1-1 50 0,1 3-17 0,2-1-9 16,1 1-71-16,-4-1 24 0,7 3-1 0,-8-3 24 15,1 1-58-15,-1 1 14 0,0 0 1 16,-3-1 18-16,0 1-269 0,-5-1 121 0,-2-3 72 15,1 1-383-15,-3 0 209 0,-1 0 105 0,-3-1 52 16,-1 0-349-16,-2 3 193 0,0-2 108 0</inkml:trace>
  <inkml:trace contextRef="#ctx0" brushRef="#br0" timeOffset="26229.56">11539 7209 845 0,'0'2'0'0,"0"2"0"0,0-2 0 0,0-1 0 0,0-1 0 0,0 3 165 16,0 0-67-16,0 1-24 0,2 2 333 0,7 3-188 16,3-1-92-16,2 1 151 0,2 1-122 0,2-1-54 15,3 0-38-15,-3 2-104 0,3-2 37 0,4 1-1 16,-7-2 37-16,5 1-360 0,-2 1 176 0,-3-3 91 16,3 1 47-16,-2-1-250 15,-1-2 105-15,-1-2 93 0</inkml:trace>
  <inkml:trace contextRef="#ctx0" brushRef="#br0" timeOffset="26562.37">12072 6903 915 0,'-16'-15'0'0,"11"13"0"0,3 1 0 0,2 1 0 0,0 0 0 0,0 0 332 0,0 0-141 0,0 12-83 15,2 7 37-15,8 1-56 0,1 9-28 0,-2 2 0 16,3 2 29-16,-1 9-32 0,-2-3-1 0,-4 0-138 16,2-3 56-16,-4 3 30 0,1-6 7 0,-2-4-106 15,1-7 64-15,-1-2 31 0,0-7 0 0,-2-3-50 16,0-5 37-16,0-1-26 0,0-4 63 0,0 0-60 16,0-9 30-16,-2-9 162 0,-1-7-76 0,1-4-32 15,2-1-22-15,0-4 28 16,0-2-1-16,2-2-6 0,7 3-18 0,3 0-54 15,0 4 24-15,4 3 12 0,-2 4 17 0,0 7-121 16,1 0 60-16,0 6 14 0,0 3-230 0,2 5 113 16,-2 0 64-16,2 3-205 0,-1 0 116 0,2 6 59 15,-2 6 33-15</inkml:trace>
  <inkml:trace contextRef="#ctx0" brushRef="#br0" timeOffset="26864.28">12775 6860 1302 0,'0'0'0'0,"0"-1"0"0,0-2 0 0,-2 1 0 0,-4 2 0 0,0 0 0 0,-1 0 0 0,-1 5 0 0,-1 4 115 0,-3 2-41 0,1 4-31 16,-6 2-10-16,2-1 8 15,-2 2-9-15,1-2-128 0,0-2 64 0,-2-1 32 16,1-2 0-16,2 0-54 0,0-1 40 0,2-3 23 15,1-1 96-15,5-1-59 0,-1-1 0 0,5-2 205 16,1 0-116-16,0 0-59 0,2 1-26 0,0-1 57 16,0 4-37-16,7-1 8 0,6-1-45 0,5 4 110 15,-2-2-55-15,9 1-28 0,-1 0 0 0,-1-1-52 16,5 4-8-16,-10-2 33 0,3 1-296 0,-1 2 148 16,-2-2 73-16,-3 3-558 0,-4-3 272 15,0 3 156-15,-1-4 36 0,-1 2-199 0</inkml:trace>
  <inkml:trace contextRef="#ctx0" brushRef="#br0" timeOffset="27039.51">12585 7294 1839 0,'-21'12'0'0,"5"-1"0"0,4-2 0 0,3-2 0 0,0-1 0 0,4 0 0 0,5 1 0 0,0-2 0 0,0 3 0 0,8 2 208 16,7-3-87-16,6 1 0 0,2-1-47 0,4-1-1 15,1-1-41-15,2 1-304 0,-2 2 152 0,-3-5 84 16,5 4 31-16,-7-1-251 0,-1 0 145 0,1 0 71 0</inkml:trace>
  <inkml:trace contextRef="#ctx0" brushRef="#br0" timeOffset="27283.58">13150 6896 1361 0,'-4'-2'0'0,"3"2"0"15,1 0 0-15,0 0 0 0,0 9 0 0,0 8 0 0,0 4 432 0,0 1-200 0,0 8-99 0,0 4-43 0,0 3 56 0,0 0-57 16,0 8-29-16,0-6 17 16,0 2-73-16,0-7 37 0,0 5-8 0,0-2-257 15,1-2 128-15,1-4 65 0,0-9-368 16,0-3 220-16,0-6 99 0,-1-4-5 0,1-3-399 15,0-5 226-15,-2-1 113 0,0 0 47 0,0-5-53 16,0-12 58-16,-5-9 31 0</inkml:trace>
  <inkml:trace contextRef="#ctx0" brushRef="#br0" timeOffset="27606.71">13045 6913 765 0,'0'-27'0'0,"0"5"0"0,7-4 0 0,6 1 0 0,3 2 0 0,2 4 137 16,5 1-44-16,1 3 253 0,3 2-158 0,3 3-77 15,0 5-39-15,-2 3 123 0,-4 2-73 0,6 0-49 16,-5 13 0-16,-1 4-77 0,-5 4 37 0,-2 3-1 16,-6 4 9-16,-3 2-94 0,-6 2 42 0,-2 4 23 15,0 0-80-15,-12 3 51 0,-3-7 33 0,-6 3-8 16,1-4-180-16,-3-3 56 0,-3-7 59 0,1-5-27 16,1-4 31-16,-8-3-1 15,2-7 0-15,4-2 163 0,-2 0-65 0,3 0-35 16,4 0-6-16,5-2 291 0,1 0-146 0,5 0-53 15,3-1 130-15,3 1-74 0,2 0-51 0,2 2 148 16,0 0-108-16,8 0-53 0,10 11-27 0,7 4 36 16,3 2-36-16,8 7 0 0,1-3-27 0,5 2-35 15,-3 3 0-15,-3-6 43 0,9 9-8 16,-6-9-237-16,-7-1 119 0,2 1 59 0,0-4-425 0,-10-3 203 16,6 2 121-16,-9-5-337 0,1-1 215 15</inkml:trace>
  <inkml:trace contextRef="#ctx0" brushRef="#br0" timeOffset="31444.34">14164 7328 1190 0,'2'-6'0'0,"0"-2"0"0,2 7 0 16,3 1 0-16,1 0 0 0,-1 0 0 0,-1 0 0 0,-3 0 143 0,-1 0-47 0,0 0 202 0,0 0-133 0,-2 9-66 16,0 5-33-16,-13 10-15 0,-8 4-10 0,-7 9-8 15,-6 3 0-15,1 3-609 0</inkml:trace>
  <inkml:trace contextRef="#ctx0" brushRef="#br0" timeOffset="33068.25">15097 6885 209 0,'0'0'0'0,"0"0"0"0,0 0 0 0,0 0 0 0,0 0 0 0,0 0 60 15,-1 0 0-15,1 0 0 0,0 0-27 0,0 0 7 16,0 0-7-16,0 0 39 0,0 0-39 0,0 0 0 15,0 0 0-15,0 0 33 0,0 0-7 0,0 0-27 16,0 0 1-16,0 0 32 0,0 0 0 0,0 0-24 16,0 0 30-16,0 0-38 0,0 0 0 15,0 0 16-15,0 0-16 0,0 0 8 16,0 0-8-16,0 0 16 0,0 0-16 0,0 0 0 16,0 0 0-16,0 0 2 0,-2 0-3 0,0 0 1 15,0 0-38-15,0 0 1 0,1 0 37 0,-1 0 7 16,2 0-38-16,-2 0 24 0,-2 0 4 0,1 0-28 15,-2 0 0-15,1 1 23 0,-1 7 0 0,0-1-51 16,1 5 23-16,-2 2-9 0,2-2 31 0,0 3-22 16,1 2-4-16,1 0 15 0,2 4 32 15,0 3-2-15,0 1-25 0,0-5 33 0,0 8-3 16,2-3-29-16,5 0 2 0,5-4 20 16,-1-3-19-16,2 0 10 0,0-1-2 0,3-2-20 15,-2-2 15-15,3-3 8 0,-2 0-6 0,2-5-21 16,0-2-5-16,-2-1 25 0,3-2-39 0,0 0 0 15,-2-2 34-15,0-6-34 0,-2-8-7 0,4-1 36 16,-4-2-7-16,0-3-50 0,-3 1 24 0,-2-6-1 16,-1 0 20-16,-1-3-29 15,-3-1-8-15,-2-1 38 0,0 0-13 0,-2-1-49 16,0-2 22-16,0 5 0 0,-6-3-22 0,-1 5 24 16,-3 6-17-16,-1-1 37 0,-2 2 17 0,-2 6-20 15,0 2-7-15,0 3 58 0,-2 5-29 0,0 2 4 16,1 1-21-16,-4 2 25 0,3 0 7 0,1 0-31 15,-2 3 9-15,2 6 44 0,0 4-16 0,2-5 0 16,2 3-52-16,1 2 0 0,4-5 35 0,1 2-6 16,3 1-201-16,-2 0 94 0,5 0 42 15,0 1-271-15,0 1 145 0,10 0 85 0</inkml:trace>
  <inkml:trace contextRef="#ctx0" brushRef="#br0" timeOffset="33812.8">15890 6715 554 0,'0'0'0'0,"0"0"0"0,0 0 0 0,0 0 0 0,0 0 0 0,0 0 0 0,0 0 33 0,0 0 69 16,0 0-35-16,0 0 0 0,-1 0 43 0,-3 0-42 16,0 2-1-16,-4 6-9 0,1 1 0 0,-4 3-25 15,-1-1 8-15,-1 3-43 0,-4 5 35 0,1-2-1 16,-4 0-71-16,2 2 36 0,-1-2 8 0,-4 2 28 15,3-2 0-15,-1-4-34 0,4-2 6 0,0-2-1 16,0 1-12-16,3-4-5 16,0-3 10-16,5 1 18 0,0-2 84 0,0-2-41 15,2 0-2-15,2 0 74 0,1 0-50 16,2 0-27-16,0 0 91 0,2 0-55 0,0 0-20 16,0 0-8-16,0 0-28 0,4 2-49 0,12-1 25 0,2-1 46 15,3 3 7-15,3-2-29 0,2 1 0 16,-2 2 0-16,3 0-31 0,-6-3 9 0,2 5 22 15,-3-1 0-15,1 2-138 0,-3-1 68 0,-1 1-298 16,-1 0 171-16,-4 3 69 0,-1-1-355 0,-2 0 208 16,-4 4 104-16,1-3 53 0,-5 3 18 15,1-1-138-15</inkml:trace>
  <inkml:trace contextRef="#ctx0" brushRef="#br0" timeOffset="34011.31">15563 7195 969 0,'-11'3'0'0,"6"1"0"0,3 0 0 0,2-3 0 0,0 3 0 0,0 0 215 0,9-2-95 0,7 2-44 0,5-1 232 16,6 1-137-16,1-2-69 0,2 0-27 0,0 1 32 0,2 1-37 16,-4 2 0-16,3 0-38 0,-5 1-111 0,-6 0 64 15,5 2 19-15,-1 0 1 0,-5-1-341 0,1 4 185 16,1-4 91-16,-1 1-594 0</inkml:trace>
  <inkml:trace contextRef="#ctx0" brushRef="#br0" timeOffset="34451.54">16161 6907 616 0,'-12'-10'144'0,"5"9"-72"0,1 1-36 15,3 0 97-15,-1 0-50 0,-1 3-25 0,-4 12 8 16,2 5 254-16,2 7-143 0,-1 5-73 0,3 0-35 0,3-1 218 16,0-7-118-1,1 10-40-15,16-8-48 0,2 0-24 0,7-6 0 0,3-2-73 16,1-5 33-16,5-2-8 0,1-5 23 0,1-5-52 16,-1-1 26-16,-3 0 0 0,-1-5-128 15,-2-12 74-15,-1-1 40 0,-3-3 7 0,1-4-70 16,-5-3-86-16,-4 0 78 0,0 0 3 0,-5-4-79 15,-3 2 51-15,-5-5 37 0,-1 2 11 0,-2-3-47 16,-2 2 39-16,0 1 1 0,-4 5 30 16,-8 1 59-16,-1 11-29 0,-1-2-8 15,-4 6 71-15,-3 4-46 0,3 5-23 0,-5 3 225 16,-1 0-108-16,6 7-44 0,-7 12-35 0,6 3 220 16,2 2-114-16,2 5-57 0,4-1 4 0,6 6 100 15,0-1-78-15,5 8-36 0,0 1 0 0,0 1 18 16,0 0-27-16,3 1 9 0,2 9-65 0,2-5 0 15,-1 1 30-15,1 0-244 0,0-5 121 0,-2-4 70 16,1 7 22-16,1-11-438 0,0 0 217 0,1-3 71 16,0-7 66-16,1-5-357 15,3-2 207-15,-5-6 100 0,4-5 49 0,3-6-280 16,-2-2 164-16,-3 0 76 0</inkml:trace>
  <inkml:trace contextRef="#ctx0" brushRef="#br0" timeOffset="34770.68">17035 6853 720 0,'2'-22'0'0,"2"6"0"0,2 8 0 0,0 1 0 0,-4-3 0 0,-1 8 288 0,1-3-128 0,-2 4-64 16,2-2-31-16,-2 3 245 0,0 0-131 0,-2 0-77 15,-7 10-43-15,-8 8-26 0,-1 3-1 0,0 2-56 16,-5-1 37-16,1 1-9 0,0 1 29 0,0-3-98 15,-1-1 48-15,3-1 25 0,2-3 9 16,1-2-26-16,4 0 21 0,4-5-21 0,1-2 0 16,4-1 140-16,2-1-54 0,2-3-33 15,0 4 68-15,0-1-41 0,0-1-24 0,9 4 64 16,5-2-31-16,2 1-8 0,4 3-40 0,3-3-11 16,-1 2 12-16,0 0 0 0,-3-2 8 0,4 2-133 15,-3-2 62-15,-1 3 32 0,-2-1 0 0,0 0-395 16,-4-1 203-16,0-1 66 0,-6 3-451 0,1-1 271 15,-7 6 136-15,-1-5-322 0</inkml:trace>
  <inkml:trace contextRef="#ctx0" brushRef="#br0" timeOffset="34931.28">16825 7307 797 0,'-12'0'0'0,"4"1"0"0,2 4 0 0,2-4 0 0,1-1 159 0,3 4-63 0,0 0-32 0,0 2 9 16,10 2 298-16,4 3-169 0,7-2-85 0,1 0-42 15,3 3 136-15,3-3-81 0,-2 2-53 16,2-1-262-16,-1-3 109 0,-1-1 54 16,-1-1 27-16,-2-1-490 0,4 2 252 0,-1-5 130 0</inkml:trace>
  <inkml:trace contextRef="#ctx0" brushRef="#br0" timeOffset="35234.44">17276 6907 1371 0,'-11'-26'0'0,"11"9"0"0,0 2 0 0,2-6 0 0,11-3 0 0,2-1 0 0,3 3 146 16,7-2-57-16,1 2-28 0,5 0 56 0,0 5-42 16,3 3-13-16,2 3-8 0,-4 9-5 0,-1 2-16 15,-2 0 0-15,-3 2 0 0,-3 10-55 0,3 5 24 16,-4 0-1-16,3 0 88 0,-2 0-28 15,3-1 0-15,-4-2 8 0,6 0-9 0,-1-2-27 16,1-5-1-16,0-1 28 16,0-2 0-16,-3-1-19 0,5-3-8 0,-5 0-53 15,2 0 26-15,-2 0 1 0,-6 0 26 0,1-3-82 16,-3-2 36-16,-6 2 24 0,1 1-371 0,-5 1 183 16,-1 0 64-16,-5-2 54 0,1 1-409 0,-2 2 218 15,0 0 108-15,-11 0-293 0</inkml:trace>
  <inkml:trace contextRef="#ctx0" brushRef="#br0" timeOffset="35432.91">17671 6768 702 0,'-10'9'0'0,"2"3"0"0,5 3 0 0,-3-2 0 0,1 1 0 0,1 2 221 0,-2 2-97 0,2 5-46 15,4 3 344-15,0 1-194 0,0 3-98 0,0 0 199 16,0 2-153-16,0 2-71 0,0-2-37 0,0 0-53 15,0-1 18-15,0-4 8 0,0 2-8 0,0-8-338 16,2 2 169-16,0-4 84 0,-1-6 51 16,2-1-546-16,-1-5 277 0,4-3 66 15,-1-4-149-15,0 0 161 0</inkml:trace>
  <inkml:trace contextRef="#ctx0" brushRef="#br0" timeOffset="35573.54">17798 6888 920 0,'4'-9'0'0,"1"2"0"16,3 5 0-16,-4 2 0 0,2 0 0 0,-5 2 0 0,3 12 205 0,2 9-86 0,-1 3-43 0,0 6 394 0,0 4-211 0,-1 9-117 16,-2 0-55-16,-1 3 134 15,-1 6-94-15,0 0-48 0,0 3-14 0,0 9-510 16,0 0 238-16</inkml:trace>
  <inkml:trace contextRef="#ctx0" brushRef="#br0" timeOffset="38112.43">18489 7301 830 0,'-5'-2'0'0,"3"2"0"0,2 0 0 0,0 2 0 0,0 0 0 0,-2 2 0 0,-4 3 383 16,-1 1-167-16,-5 3-96 0,0 4-43 0,-6 0-100 15,0 4 27-15,-3 3 1 0</inkml:trace>
  <inkml:trace contextRef="#ctx0" brushRef="#br0" timeOffset="38901.81">19459 6865 659 0,'-16'-5'0'0,"3"4"0"0,3 1 0 0,-1 0 0 0,2 0 0 0,2 3 0 0,-1 5 122 0,2 3-44 16,3 5-23-16,1 9 122 0,0 1-72 0,2 4-28 16,0 4 71-16,0 2-58 0,0 1-28 0,6-1 9 15,4-1 9-15,4-6-47 0,1-3-1 0,4-5 0 16,4-4 1-16,-1-4 0 0,-2-7 8 0,9-4-47 15,-3-2 0-15,-1 0 39 16,-1-12 0-16,-2-8-92 0,-1-9 51 0,0-6 16 16,-4-1-175-16,-7 4 89 0,-5-6 46 0,-1 1-72 15,-4-1 39-15,0 2 29 0,-6 3-1 0,-7 1-12 16,-6 4 12-16,0 2 15 0,-2 9-33 0,-7 0 82 16,3 8-29-16,-4 4 0 0,1 4-26 0,0 1 118 15,3 0-51-15,-3 11-24 0,3 2 21 0,9-2 0 16,-1 4-23-16,6 2-14 0,3 0-206 15,8-2 99-15,0 3 50 0,2-4-149 16,15 1 85-16,7-3 48 0</inkml:trace>
  <inkml:trace contextRef="#ctx0" brushRef="#br0" timeOffset="39192.67">20114 6659 1329 0,'9'-7'0'0,"1"2"0"0,-4 4 0 0,-3 0 0 0,-1 1 0 0,-2 0 0 0,0 0 0 0,-4 5 0 0,-8 12 157 0,-8 2-66 16,-1 3-29-16,-3 1-3 0,0-1 0 0,1-2-27 15,2-1 9-15,-5 2-17 0,10-6 9 0,-4 0-1 16,6-4 1-16,2-3 23 0,5 0 7 0,1-5-30 16,3 1 102-16,1-4-51 0,2 2-25 0,0-2 44 15,0 2-3-15,0-2-38 0,7 2 0 0,6 0 53 16,6-1-41-16,0 1 8 0,5 2-50 0,0 0 39 15,3-1 1-15,-1 1-40 0,-1 0 1 16,-2 0-97-16,4 1 44 0,-6 1 27 16,2 0-404-16,-5 0 210 0,1 1 76 0,-3 3 66 15,-5-1-670-15,-2 2 341 0,-4 2 171 0</inkml:trace>
  <inkml:trace contextRef="#ctx0" brushRef="#br0" timeOffset="39363.25">19969 7086 1352 0,'-16'0'0'0,"5"3"0"0,-1-1 0 0,6-2 0 0,1 2 0 0,1-2 0 0,4 2 0 0,0-1 314 15,2 5-144-15,11-2-69 0,8 2 295 0,3-3-182 16,2 2-90-16,4-1-36 0,2-1-32 0,1-1 0 16,-1 0-23-16,0 0-479 0,-2-1 240 0,-5 1 127 15,5 0 52-15,-2 1-694 0</inkml:trace>
  <inkml:trace contextRef="#ctx0" brushRef="#br0" timeOffset="39798.18">20732 6706 1168 0,'-13'0'0'15,"-2"0"0"-15,2 0 0 0,4 14 0 0,-5-1 0 0,1 3 0 0,-2 5 270 0,-2 5-118 0,2 2-60 16,2 8-29-16,1 0 251 0,7 2-145 0,3-1-68 16,2 1 47-16,2-1-57 0,11-3-22 0,6-2-7 15,2-6 17-15,3-2-24 0,0-3 1 0,4-6-58 16,0-2 9-16,-1-6 25 0,1-1 1 0,-1-6-140 16,-3 0 69-16,-2-3 36 0,-3-11 8 0,4-7-181 15,-5-3 96-15,0-2 11 0,-8-4-64 0,2-4-26 16,-6 0 63-16,-1-8 12 0,-3 0-15 0,-2-1 34 15,0-4-1-15,0-2-53 16,0 0 34-16,-9 3 30 0,-3 10 0 0,-2-1 10 16,-6 10 11-16,-1 7 0 0,-4 10-8 0,-5 3 174 15,-2 7-83-15,0 0-41 0,2 7 225 0,0 10-114 16,2 1-71-16,5 3-4 0,3 1 94 0,6 1-35 16,7-4-45-16,1 5 143 0,6-1-76 15,0 3-51-15,6-3-21 0,10-3 5 0,3-1-1 16,6 0-25-16,1-4 8 0,5-2-117 0,0-2 54 15,3-5 28-15,0-1-1 0,1-3-372 0,-1-2 167 16,0 0-518-16,-1 0 342 0,1-2 172 16,0-3 86-16</inkml:trace>
  <inkml:trace contextRef="#ctx0" brushRef="#br0" timeOffset="40066.46">21650 6541 986 0,'8'-9'0'0,"-5"3"0"0,-1 3 0 0,-2 2 0 0,0 1 0 0,-7 0 0 0,-6 0 0 0,-4 6 0 0,-6 7 343 0,-1 0-155 0,-2 1-77 0,-4 4 109 16,-2 0-93-16,2-1-39 0,-2 4-18 15,2-2 0-15,0-1-37 0,3-1-1 0,1 1 10 16,10-7-1-16,0 0-8 0,7-4 0 0,2-1 51 16,5 1-25-16,-1-2 8 0,3-2-34 0,0 3-1 15,8-3 0-15,5 3 1 0,6-2 44 0,1-2-13 16,7 2-9-16,-1-1-74 0,1 0 25 15,1-3 1-15,-2 1 26 0,-4 1-322 16,3 0 145-16,-3 1 80 0,-1-2 24 0,-4 2-232 16,0 1 108-16,-4 0 70 15,-1 2-1-15,-3-1-398 0,-2 4 231 0</inkml:trace>
  <inkml:trace contextRef="#ctx0" brushRef="#br0" timeOffset="40224.04">21330 6967 1607 0,'-16'0'0'0,"9"0"0"0,1 1 0 0,3-1 0 0,0 0 0 0,3 0 0 0,0 0 0 0,0 3 226 0,12 1-100 0,4-1-47 0,9 2-23 15,-1-2 86-15,5-1-54 0,1 1-20 0,-2-1-8 16,0 2-156-16,-1 0 64 0,-7-2 33 0,4 2-487 16,-1 1 268-16,-1 1 121 0</inkml:trace>
  <inkml:trace contextRef="#ctx0" brushRef="#br0" timeOffset="40603.03">21735 6729 1094 0,'-2'-21'0'0,"2"6"0"0,0 1 0 0,8 0 0 16,6-1 0-16,4 0 0 0,-1 1 0 0,1 5 0 0,5 0 159 0,2 2-67 0,-4 2 146 0,2 4-103 0,0 1-51 15,-5 0-17-15,3 7-6 16,-5 6 0-16,-2 0-29 0,-3 4 1 0,-1 2-84 16,-6 4 50-16,-2 1 13 0,-2 3-141 0,0-3 81 15,-11 2 40-15,-7 1 1 0,-1-3-63 0,-3-2 8 16,0 1 37-16,-5-3-99 0,-1-3 57 0,1-1 1 16,1-7 18-16,-3 1 47 0,2-7 0 0,5 0 178 15,1-3-97-15,2 0-45 0,6 0-29 0,2 0 19 16,4 0 248-16,0-1-118 15,5-1-69-15,2 0 93 0,0 1-66 0,0-2-44 16,10 0 1-16,10 1-13 0,5-2-24 0,5 1 0 0,0 1 8 16,4 0-89-16,0-1 40 0,-1 2 1 0,-1 0 39 15,0-2-318-15,-5 1 168 0,6 2 44 0,-6-2 50 16,-1 2-451-16,1-2 224 0,-1 0 94 0,-3 0-100 16,4-1 116-16,0-2 54 0</inkml:trace>
  <inkml:trace contextRef="#ctx0" brushRef="#br0" timeOffset="40805">22256 6574 478 0,'-9'0'0'0,"6"0"0"0,3 0 0 0,2 0 0 0,11 0 0 0,12 0 415 16,2 0-183-16,6-2-104 0,3 1 249 0,5 1-172 15,-2 0-86-15,3-3 51 0,-7 3-60 0,10 0-77 16,-11 0 0-16,2 0-1 0,-2 0 1 15,-11-1 0-15,0 1 8 0,-4 0-294 16,-6 0 143-16,-4-2 71 0,-2 2-409 0,-4 0 204 16,-3-2 70-16,0 1 83 0,-7-1-347 0,-9-4 203 0</inkml:trace>
  <inkml:trace contextRef="#ctx0" brushRef="#br0" timeOffset="40951.71">22482 6491 1290 0,'-14'6'0'0,"4"6"0"0,4 2 0 0,3 4 0 0,-1 1 0 0,2 5 0 0,0 1 0 0,2-1 0 0,0 8 423 0,0-2-195 0,0 0-98 16,0 2 65-16,0 1-81 0,0 0-32 16,0 0-9-16,0-1-193 0,0-4 76 0,0 1 39 15,0-7-1-15,0 1-435 0,0-4 233 0,0-8 120 16,0-2-253-16</inkml:trace>
  <inkml:trace contextRef="#ctx0" brushRef="#br0" timeOffset="41109.38">22647 6597 1703 0,'5'-4'0'0,"-1"2"0"0,1 2 0 0,-1 5 0 15,-2 6 0-15,-1 7 0 0,-1 7 0 0,0 4 297 0,0 3-124 0,0 6-74 0,-3 3 127 0,-5 1-96 16,3 1-49-16,-3 2-24 0,2 2-89 0,3 4 28 16,-1-1 0-16,2 2-185 0,0-2-218 15,2 1 221-15</inkml:trace>
  <inkml:trace contextRef="#ctx0" brushRef="#br0" timeOffset="41261.97">23051 7468 1958 0,'0'0'0'0,"3"0"0"0,6 0 0 0,0 0 0 0,-3 0 0 0,-5 0 0 0,1 0 302 0,-2 0-134 16,0 0-68-16,0 0-33 0,-7-1 31 0,-4-7-24 15,-1 3-9-15</inkml:trace>
  <inkml:trace contextRef="#ctx0" brushRef="#br0" timeOffset="54686.25">17733 2628 413 0,'-2'0'0'0,"-4"0"0"0,4 0 0 0,-2 0 0 0,2 0 0 0,-2 0 0 0,1 0 0 0,1 0 82 16,-2-1-50-16,1 0 27 0,1-4 0 0,2 2-26 15,-4-1 0-15,4 0 13 0,-3-1-13 0,3-1 0 16,-1-2-1-16,1 1-22 0,0 0 23 0,0-1 8 15,0-2-9-15,0 1-8 0,0 0 9 0,0 1 0 16,1-1-22-16,2 1 27 16,5-3-6-16,-5 2-27 0,4 0 1 0,3-1 18 15,-2 2 3-15,1 1-14 0,0-2 12 0,3 2-1 16,-3 0 2-16,2 0-33 0,3 1-1 0,-4 0 33 16,6 2-3-16,-3-2-37 0,2 1-1 0,2 4 30 15,-2-1 7-15,0 2-38 0,0 0 32 0,-2 0-33 16,0 2 17-16,2 6 7 0,-4-1 7 0,1 0 15 15,-1 2-19-15,-4 2-3 0,0 2 2 0,2-1 29 16,-6 4-25-16,1 2 0 0,-2-1-2 0,-2 4 42 16,0 3 0-16,0 0-33 15,0-3 0-15,-9 7 20 0,-1-2 0 0,-1-1-15 16,-2 0-18-16,-1-2 18 0,0-2 1 0,-4 6-33 16,0-7 0-16,1-1 28 0,-4-1-1 0,5-8-52 15,-4 2 28-15,2-5-10 0,-1-2 29 0,2-2-119 16,0-3 55-16,-2 0 20 0,5 0-110 0,-2-3 61 15,3-6 33-15,1 0-70 0,3 0 48 0,4-1 10 16,1 1-6-16,2 0-95 0,2-1 63 0,0 2 32 16,0-1 0-16,11 4-107 0,5-1 61 15,2-1 43-15</inkml:trace>
  <inkml:trace contextRef="#ctx0" brushRef="#br0" timeOffset="54995.44">18183 2595 620 0,'2'-11'0'0,"0"0"0"0,0-5 0 0,-2 2 0 0,0-5 0 0,0 2 0 0,0 0 0 0,0 0 55 0,0 3 0 15,-4 1-14-15,-2 0 21 0,-1 6-29 0,0 0 0 16,-4 4 0-16,1 0 33 0,-3 2 9 0,-1 1-43 16,0 1 1-16,-6 17 34 0,2 0-1 0,1 6-33 15,-2 3 95-15,2 4-51 0,0 1-23 0,2 3 92 16,4-5-57-16,2 2-20 0,5-1-8 0,2-5 12 15,2 1 0-15,2-5-40 0,7 1-1 0,6-7 48 16,5 5-47-16,3-3-1 0,2-3 1 0,1-3-60 16,1-1 29-16,-3-3 9 15,5 0-138-15,-6-3 80 0,0-2 29 0,0-3-274 16,-3 0 134-16,-3 0 78 0,-2 0 9 0,-1-5-266 31,-2-3 152-31,0-4 76 0,-1-2 39 0,-2-1-113 16,-1-2 79-16</inkml:trace>
  <inkml:trace contextRef="#ctx0" brushRef="#br0" timeOffset="55383.47">18310 2214 872 0,'-9'-9'0'0,"4"3"0"0,-1-1 0 0,3 0 0 0,-1 0 0 0,0 2 0 0,4-1 183 0,0 1-80 0,0 0-35 0,0 0 1 15,11-1 105-15,6 1-70 0,4-1-28 0,5 2-29 16,-1 1-15 0,-5 1 1-16,4 2 0 0,-3 0-87 0,-1 0 52 15,-4 0 13-15,-3 7-117 0,-1 2 69 0,-5 1 35 16,-4 3-3-16,-1 0-100 0,-2 2 35 0,0 2 37 16,-3 3-10-16,-12-1 12 0,-2-1-9 0,2-4-3 15,-8 6 52-15,4-9 1 0,1 0-38 0,-3-2 100 16,4-3-41-16,0-2-24 0,6-2 14 0,-4-2 138 15,8 0-70-15,-1 0-42 0,4 0-6 0,2 0 187 16,0 0-92-16,2 0-52 0,0 0-22 16,0 0 26-16,0 0-19 0,2 0-9 15,12 0-97-15,0 0 35 0,3 0 0 0,2 0 3 16,0 0 9-16,0 0 22 0,-1 0 1 0,1 0-89 16,-2 0 45-16,0 0 21 0,0 0 1 0,0 1-286 15,-2 3 138-15,0 0 46 0,0 0 42 0,-2 3-367 16,0-1 183-16,-1 2 104 0,-3 2-128 0,-2 1 112 15</inkml:trace>
  <inkml:trace contextRef="#ctx0" brushRef="#br0" timeOffset="55588.99">18473 2640 764 0,'-6'5'0'0,"4"-4"0"0,1 1 0 0,1-1 0 0,0-1 0 0,0 0 0 0,1 0 259 0,8 0-114 15,6-1-56-15,6-5-28 0,4 1 162 0,-4-1-86 16,8-1-21-16,-3 1-41 0,2 2-21 0,-1 0-1 16,-6 2-80-16,3 2 39 0,-4 0-10 0,-2 0 31 15,-2 0-266-15,-2 2 133 0,-1 4 66 0,-4-1 42 16,1 1-495-16,-1-1 240 0</inkml:trace>
  <inkml:trace contextRef="#ctx0" brushRef="#br0" timeOffset="55982.93">18844 2463 363 0,'2'0'0'0,"0"-4"0"0,2-1 0 0,3-3 0 0,3 0 0 0,3-2 377 16,2-1-172-16,3 1-78 0,9 1-51 0,-1 2 204 15,1 1-124-15,-1 2-61 0,-4 1-31 0,3 3 77 16,-3 0-59-16,-1 0-24 0,-4 7-56 0,-2 2-1 15,-2 4 32-15,-4 3-56 16,-1 0 23-16,-2 5 1 0,-4 0 31 0,-2 5-54 0,0-2 28 16,-12 2 7-16,-5 1 5 0,-4-1-140 15,-1 1 43-15,-2-1 43 0,-1-3 22 0,-1-1-94 16,0-2 37-16,-1-4 36 0,3-1 14 0,0-4 4 16,3-4-9-16,-2-1 126 0,5-2-55 0,1-2-29 15,4 0 5-15,3-2 75 0,1 0-40 0,3 0-29 16,3 0 6-16,1 0 230 0,2 0-99 0,0 0-67 15,0 0 54-15,0 0-51 0,5 0-38 0,10 0 0 16,6 0-42-16,3 0 13 16,3 0 0-16,3 0-28 0,0 0-9 0,2 0 37 15,2 0 0-15,-3-2-61 0,-1-2 31 0,-3 0 8 16,5 0 22-16,-9 3-395 0,0-4 156 0,2 4 104 16,0 0 11-16,-3 1-485 0,0-3 276 0,-1 3-235 15,0 0 251-15</inkml:trace>
  <inkml:trace contextRef="#ctx0" brushRef="#br0" timeOffset="56417.77">19624 2601 605 0,'3'-11'0'0,"-1"-1"0"0,3 0 0 0,-3-4 0 0,-1-1 0 0,-1 0 132 16,0-3-50-16,0 1-16 0,0-2-9 0,0 3 12 15,0-3-1-15,-8 0-35 0,1 3-9 0,-2-1-12 16,-5 5-9-16,-1 3-50 0,-2 5 40 0,-1 4-1 15,-3 2 49-15,-6 0-35 0,6 16 0 0,-2 5 26 16,0 4-34-16,2 3 105 16,5 1-40-16,2 3-7 0,3 1-50 0,4 0 94 15,3 1-39-15,4-1 0 0,0-1-10 0,0 0 98 16,6-2-58-16,5-4 28 0,2-1-43 0,0-9-22 16,3 4 9-16,0-7-91 0,-1-4 31 0,2-3-1 15,-2-5 31-15,2-1-130 0,0 0 74 0,3-10 23 16,-3-9 1-16,-2-2-167 0,0-1 76 0,-4-5 51 15,1-3-2-15,-3-1-82 0,-1-2 55 0,-3 1-9 16,0 3-41-16,-3 7 43 16,-2 0 9-16,0 7 127 0,0 6-47 0,0-1-23 15,-5 6-1-15,-1 2 232 0,-1 2-119 0,0 0-44 16,1 12-36-16,0 3 155 0,2 2-83 0,4 3-16 16,0 3 34-16,0 3-30 0,0-1-25 0,2 0-1 15,5-7-58-15,5 8 1 0,-3-9 40 0,7 4-178 16,0-3 85-16,0-4 43 0,2-2 22 0,1-2-417 15,2 0 200-15,-1-5 73 0,1-2 59 0,0-3-352 16,-1 0 196-16,1 0 98 16,0 0-203-16</inkml:trace>
  <inkml:trace contextRef="#ctx0" brushRef="#br0" timeOffset="56661.71">19889 2449 791 0,'-7'-16'0'0,"2"8"0"0,5 0 0 0,0-4 0 0,0 3 0 0,8 0 0 0,7 0 308 16,4 4-137-16,7 3-69 0,-2 1-35 0,-1 1 137 0,5 0-90 16,-3 6-40-16,-3 9-1 0,-2 1-69 15,0 5 0-15,-8-3 37 0,4 9-92 0,-11 0 42 16,-3 1 20-16,-2 0-37 0,0 4 29 0,-14-2 8 16,-6 0 22-16,-4-3-109 0,-3-1 51 0,-1-4-12 15,0-3 25-15,-4-4-42 0,0-6 27 0,0-4-3 16,0 0 1-16,2-5-68 0,0 0 43 0,7 0 14 15,-2-2-225-15,2-3 113 0,9-7 60 0,2-3-224 16,8-2 141-16,4-4 63 0</inkml:trace>
  <inkml:trace contextRef="#ctx0" brushRef="#br0" timeOffset="56891.09">20314 2360 941 0,'12'-12'0'0,"-4"2"0"0,-5 2 0 0,-1 1 0 0,-2-1 0 0,-7 1 0 0,-6 5 0 0,-10 2 0 0,-1 0 268 0,-3 11-118 0,2 9-51 16,-4 2 46-16,5 6 15 0,3 2-63 0,6 2 101 15,3 1-83-15,11 1-32 0,1-1-30 0,0-4 56 16,10 1-38-16,8-3-1 0,5-5-37 0,3-4-16 16,2-2-8-16,1-5 23 0,1-3 1 0,-5-4-213 15,2-2 106-15,-5-2 61 0,3 0-405 0,-5 0 211 16,-1-4 68-16,-2-4-371 0,-2-1 238 0,1 0 112 15,-4-3 67-15</inkml:trace>
  <inkml:trace contextRef="#ctx0" brushRef="#br0" timeOffset="57066.18">20523 2475 912 0,'-4'0'0'0,"4"0"0"0,0 0 0 0,2 0 0 0,12-2 0 0,2-4 135 0,9 1-50 0,1 2-27 16,6-2 1-16,2 2 271 0,2-3-140 0,-1 2-83 15,0 2 21-15,-3 1-48 0,-2-2-24 16,-3 3-209-16,-6 0 102 0,0 0 37 0,-5 0 24 0,0 0-320 16,-3 4 172-16,-3-2 85 15,-1 2 35-15,-4-4-469 0,-1 1 198 0,-2-1 129 0</inkml:trace>
  <inkml:trace contextRef="#ctx0" brushRef="#br0" timeOffset="57265.66">20765 2182 1015 0,'-5'0'0'0,"1"0"0"0,4 0 0 0,0 0 0 0,-1 0 0 0,1 3 0 0,0 10 0 0,-2 3 0 0,2 5 388 0,0 7-181 0,0 0-88 0,0 6 217 16,0 1-152-16,0 1-76 0,0 1-29 0,0-1-22 16,0 0 1-16,0-2-25 0,0-2-1 0,0-2-91 15,0-4 54-15,0 6 15 0,0-5-328 0,2-5 176 16,-1-2 87-16,1 1 44 0,4-6-605 0,4-1 260 15,-1-1 162-15</inkml:trace>
  <inkml:trace contextRef="#ctx0" brushRef="#br0" timeOffset="57742.39">21427 2627 711 0,'9'-19'0'0,"4"1"0"0,1-3 0 0,-2-2 0 0,2-1 0 0,-5 0 0 0,0-7 0 0,1-1 86 0,-2 1-27 16,-3-3 0-16,-3 1 11 0,-2 0 1 0,0 5-30 15,0-2-9-15,-9 8-20 0,-5 6 0 0,-4 1 21 16,-3 7-1-16,-2 5 25 0,-7 3-24 0,5 0 0 16,-5 11 31-16,-1 8-31 0,1 4-1 0,2 2 41 15,-4 10-8-15,8-2-32 0,1 8-1 0,3 0 120 16,1 3-59-16,1 5-22 0,6-2-9 0,1 2 57 15,4-3-44-15,4-4-20 16,3-6-1-16,0 1 20 0,3-4-41 0,11-7-1 16,-1-7-68-16,4-5 34 0,-1-4 1 0,5-6 41 15,4-4-101-15,0-3 46 0,-2-15 24 0,4-4-260 16,-3-5 132-16,-1-5 36 0,2-7 43 0,-5 1-204 16,-1-3 109-16,-3-4 34 0,0 3 35 0,-5 9-51 15,-4 0 46-15,-4 9 1 0,-1 1 186 0,-1 10-75 16,-1 3-36-16,0 3 101 0,-1 4-65 0,-6 3-37 15,-2 0 0-15,2 7 231 16,1 11-119-16,3 0-27 0,3 10-43 0,0 0 183 16,0 3-98-16,2-1-49 0,5 3-25 0,6 1 31 15,0-1-32-15,2-4 0 0,2-3-23 0,-1-1-145 16,-2-7 73-16,3 2-324 0,-2-7 178 0,0-4 100 16,0-3 50-16,0-6-254 0,-2 0 137 0,2 0 24 15,-1-9 54-15,-3-7-340 0,5-7 191 0</inkml:trace>
  <inkml:trace contextRef="#ctx0" brushRef="#br0" timeOffset="58035.03">21716 1951 783 0,'0'-15'0'0,"7"4"0"0,9-1 0 0,2 3 0 0,5-6 0 0,-2 9 360 0,2 0-163 0,-2 5-83 0,2 0 86 16,-2 1-76-16,-3 1-49 0,-2 8-22 0,-5 7 84 15,-1 0-53-15,-5 5-25 0,-3 1 8 0,-2 6-116 16,-3-3 41-16,-13-1 0 16,-2 1-115-16,-3-3 78 0,0-4 47 0,-4 0-111 15,7-5 53-15,-1-2 39 0,3-3-21 0,4-3 70 16,3 0-57-16,1-3 16 0,5-2-34 0,1 0 133 16,2 0-55-16,0 0-23 0,0 1 8 0,13-1 192 15,8 0-84-15,2 2-56 0,4-2 152 0,4 2-96 16,0-2-39-16,-1 2-33 0,0-2-132 0,-2 2 54 15,-5 0 28-15,1 0-452 0,-4-1 234 16,0 3 114-16,-8 4 36 0,0-3-307 0</inkml:trace>
  <inkml:trace contextRef="#ctx0" brushRef="#br0" timeOffset="85338.56">11222 8488 934 0,'-12'0'0'0,"4"0"0"0,3 0 0 0,0 0 0 0,4 0 0 0,-1 0 0 0,0 0 0 0,2 0 0 0,0 0 165 0,12 0-66 0,2 0-33 0,9-3 0 15,0-3 167-15,-1-2-92 0,6-1-58 0,-3 0-25 16,-4 3 86-16,0-2-56 0,0 3-27 0,-1 1 7 15,-2 2-7-15,1 0-1 0,-3 2-70 0,0 0 21 16,-2 0 0-16,2 0 30 0,-1 4-155 0,-4 0 74 16,0-2 36-16,-2 0 0 15,0-1-269-15,-2-1 144 0,-2 0 34 0,-1 0 47 16,0 0-364-16,-1 0 189 0,2 0 95 0,-3 0-126 0</inkml:trace>
  <inkml:trace contextRef="#ctx0" brushRef="#br0" timeOffset="85779.53">11808 8308 1307 0,'-12'0'0'0,"3"0"0"0,5 0 0 0,-2-2 0 0,0 0 0 0,2-3 0 0,1-2 0 0,1-2 0 0,0-2 130 16,2-2-48-16,0 0-6 0,0-4-22 0,2 2 1 15,7 2-14-15,3-2-30 0,-1 3 1 0,2-3 21 16,4 6-1-16,-1 1-14 0,2-1-9 0,1 5 24 16,-1 2 0-16,3 1-32 0,-2 1 32 0,-1 0 8 15,2 3-44-15,-2 7 7 0,-3 3-1 0,0 2-21 16,-1 4 0-16,-4 2 39 0,-2 7-2 16,-5 4-25-16,0 1 0 0,-3 9 23 15,-3-1 0-15,-8-5-100 0,-5 11 45 0,-3-9 16 16,2-4 1-16,-5-1-60 0,-1-3 39 0,-2-6 8 15,-1-3 52-15,-1-6 1 0,2-4-29 0,-1-3 170 16,-1-5-82-16,8-1-39 0,-1 0-16 0,3-2 115 16,2 0-64-16,9 0-18 0,0 0-22 0,3 0 272 15,3 0-141-15,0 0-66 0,1 0-34 0,15 0 31 16,7 0-32-16,8-2 9 0,0-1-19 0,4-3 0 16,3 2-21-16,-1 1-172 15,0 1 86-15,1 0 51 0,0 0 14 0,-3 0-181 16,-1 2 87-16,-2 0 55 0,-2 0-25 0,-3 0-524 15,-3 0 267-15,3 0 138 0,-6 2 69 0,2-2-413 16,-2 0 241-16</inkml:trace>
  <inkml:trace contextRef="#ctx0" brushRef="#br0" timeOffset="86177.58">12504 8353 582 0,'-4'-15'0'0,"-1"1"0"0,-1-6 0 0,-2-1 0 0,1 1 285 0,-2 1-126 0,-3 0-63 16,1 2-32-16,0 4 53 0,-3 4-47 0,0 4 1 16,-2 2-38-16,0 3 38 0,-5 6 0 0,0 17-30 15,-3 6 13-15,1 7-1 0,1 4-20 0,2 1 101 16,8-5-42-16,-3 11-34 0,7-13 0 16,4 3 86-16,2-2-56 0,2-5-27 15,0-7 8-15,2 2-70 0,10-5 34 0,1-3-1 16,1-3 1-16,2-5-43 0,3-4 30 0,-1-3-9 15,3-2-117-15,2 0 70 0,-3-11 34 0,1-9-211 16,0-3 101-16,-3-6 59 0,0-3-1 0,-6-1-172 16,2-2 83-16,-5 1 57 0,-2 0 8 0,-3 4 21 15,-2 7 24-15,0 4 0 0,-2 6 1 0,0 4 80 16,0 4-49-16,0 0 9 16,-2 5 287-16,-4 0-161 0,1 19-60 0,0 4 242 15,3 5-126-15,0 0-51 0,2 4-54 0,0-2 25 16,0 2-39-16,4-2 1 0,5-5-31 0,6 4-209 15,0-6 100-15,4-2 51 0,-1-4 25 0,5-4-204 16,-2-6 123-16,7-3 31 0,-4-4-561 16,2 0 263-16,-1-4 153 0,-2-13-312 0</inkml:trace>
  <inkml:trace contextRef="#ctx0" brushRef="#br0" timeOffset="86409.95">12711 8265 658 0,'-9'-8'0'0,"6"2"0"0,-1 5 0 0,2-3 0 0,1 0 0 0,1 4 499 0,1-3-233 0,13 0-116 16,4 3-51-16,7 0 181 0,-2 6-123 0,1 6-62 16,-2 5-31-16,1 4 15 0,3-1-15 0,-6 2-8 15,1 1-60-15,-5 1 0 0,-5 1 36 0,-8 3-27 16,-1 0-21-16,-2 2 20 0,-9-2 0 16,-10-2-40-16,-3-1 34 0,-4-4 0 15,-2-5 43-15,-4-3-120 0,0-3 47 0,-2-4-2 16,0-3-1-16,8-3-166 0,-6 0 97 0,13 0 37 15,1 0-121-15,8-7 72 0,8-8 44 0,2-2-337 16,3-5 192-16,18-1 92 0</inkml:trace>
  <inkml:trace contextRef="#ctx0" brushRef="#br0" timeOffset="86612.4">13127 8186 815 0,'2'-11'0'0,"-2"3"0"0,0 0 0 15,-9 1 0-15,0 1 0 0,-9 3 0 0,6 3 426 0,-6 0-196 0,2 3-99 0,-3 18-49 0,0 5 250 0,-3 10-154 16,5 4-73-16,4 1 108 0,3 2-91 16,4-7-44-16,6 3-7 0,0-1-8 0,0-5-31 15,12 0 1-15,6-5-92 0,7-6 45 16,1-3 32-16,3-6-8 0,1-5-319 0,2-1 171 16,0-7 86-16,1 0 42 0,1-2-585 15,-2-9 275-15,0-6 144 0,-6 0-301 0</inkml:trace>
  <inkml:trace contextRef="#ctx0" brushRef="#br0" timeOffset="86779.04">13460 7975 1705 0,'0'0'0'0,"0"0"0"0,2 2 0 0,1 4 0 0,3 1 0 0,2 4 0 0,-1-3 0 0,4 2 0 0,1 1 0 0,3 1 279 0,2-1-127 0,1-1-59 15,7 1-289-15,-2-2 114 0,-3-4 58 0,2 1 36 16,1-1-663-16</inkml:trace>
  <inkml:trace contextRef="#ctx0" brushRef="#br0" timeOffset="87059.4">13800 7792 985 0,'-8'0'0'0,"5"3"0"0,-3 6 0 0,0 5 0 0,1 4 0 0,-1 5 243 15,1 3-106-15,-3 3-52 0,0 0-18 0,1 2 125 16,-4-1-79-16,1 2-41 0,-1 0-139 0,-2-4 49 16,-1-5 34-16,-2 1-209 0,-1-11 112 15,-4 0 58-15,1-4 27 0,-3-3-60 0,2-2 46 0,1-4-6 16,-1 0-13-16,2 0 96 0,4 0-83 16,4 0 6-16,1-2-52 0,5-3 459 15,1 0-186-15,4 3-100 0,0-5 267 0,2-1-172 16,17 1-79-16,5 0-51 0,6-2-23 0,2 5-20 15,1-1 0-15,6 4-150 0,-2 1 83 0,-1 0 29 16,-3 0 1-16,-1 0-414 0,-3 7 220 0,-1 2 113 16,-4-5 7-16,-1 2-319 15,-5 1 137-15</inkml:trace>
  <inkml:trace contextRef="#ctx0" brushRef="#br0" timeOffset="87236.93">13497 8372 1097 0,'-14'3'0'0,"8"3"0"0,2 0 0 0,2-4 0 16,2 2 0-16,0-1 0 0,8 1 471 0,8 2-210 0,9-3-119 0,1 2-54 0,3-4 164 15,1 1-110-15,2 0-46 0,0 0-36 0,-4-1-51 16,-6 1 0-16,2-2 24 16,-5 2-399-16,-4-2 207 0,-1 0 92 0,-5 0-492 15,-4 0 290-15,-3 0 65 0,-2 0 98 0</inkml:trace>
  <inkml:trace contextRef="#ctx0" brushRef="#br0" timeOffset="87421.43">13607 8242 453 0,'-12'-11'0'0,"8"7"0"0,0 2 0 0,3 1 0 0,1 1 0 0,0 0 304 0,1 3-140 0,7 12-65 16,4 6-33-16,-2 3 254 0,2 7-143 0,-3 2-65 16,-3 9 110-16,-4-3-94 15,-2 4-48-15,0-1-24 0,0-1-57 0,-11-6 42 16,-3 3-8-16,-2-4-114 0,-3-2 56 0,-2-4 30 15,-1-6-1-15,-1-5-241 0,-3-2 131 0,5-5 69 16,2-9 35-16,4-1-488 0,2 0 233 0,6-11 82 16,3-8 75-16</inkml:trace>
  <inkml:trace contextRef="#ctx0" brushRef="#br0" timeOffset="87555.6">13595 8542 592 0,'19'3'0'0,"-2"8"0"0,1 0 0 0,0 1 0 0,-2-1 0 0,1 2 564 0,0 0-266 0,4 2-133 15,2-2 279-15,-5-1-197 0,8 3-112 0,-3-1 34 16,0 1-69-16,1-1-33 0,-4-1-1 0,0-3-378 16,-2-2 168-16,3-2 88 0,-2-4 44 0,-3-2-677 15</inkml:trace>
  <inkml:trace contextRef="#ctx0" brushRef="#br0" timeOffset="87739.34">14087 8096 1754 0,'0'-10'0'0,"2"9"0"0,6-1 0 0,1 0 0 0,2 2 0 0,3-2 0 0,2 2 0 0,5 0 236 16,7 0-101-16,0-2-51 0,4 2-26 0,-2-1 80 16,2 1-44-16,-2 0-35 0,0 0 0 0,-1 0-340 15,-6 0 157-15,-2 0 78 0,0 0-588 0,-6 0 322 0</inkml:trace>
  <inkml:trace contextRef="#ctx0" brushRef="#br0" timeOffset="87914.9">14123 8242 961 0,'-6'7'0'0,"2"0"0"0,4-1 0 0,0-3 0 0,2-1 0 0,8 0 0 0,5 0 0 0,7-2 411 0,-1 0-182 0,7 0-101 16,0 0 145-16,-2 0-120 0,3 0-60 0,-1 1-30 15,-5 1-127-15,0 0 44 0,-3 2 26 0,-1-2-425 16,-5 1 225-16,0-1 114 0,-3-2 64 0,-4 0-585 16</inkml:trace>
  <inkml:trace contextRef="#ctx0" brushRef="#br0" timeOffset="88132.06">14324 8092 525 0,'-7'0'0'0,"3"0"0"0,2 0 0 0,0 0 0 0,2 7 207 15,0 7-79-15,0 6-52 0,2 4 457 0,7 7-250 16,-2 10-125-16,1 4-55 0,-2 6 302 0,0 1-186 16,-3 3-94-16,1-2 88 0,-1-3-90 0,1-10-37 15,-2 3-30-15,0-7-24 0,1-5 1 0,-3-6 0 16,0-3 0-16,0-9-61 0,-5 0 26 16,-6-5 1-16,-4-6-3 0,-7-2 0 15,-1-2 37-15,-5-10 8 0,-1-5-362 0,-6-8 129 16,3-2 99-16,-2-1-661 0,2-2 360 0</inkml:trace>
  <inkml:trace contextRef="#ctx0" brushRef="#br0" timeOffset="88866.24">15004 8409 832 0,'-13'0'0'0,"1"-2"0"0,3-1 0 0,0-3 0 0,-3-2 0 0,3-1 0 0,0 0 0 0,1-3 0 0,2-2 229 0,4-1-98 0,2-2-49 0,0-5 119 0,4-1-84 16,11 0-33-16,8-2 34 16,1 4-43-16,6 2-21 0,0 3 0 0,0 5 5 15,-4 9 8-15,8 0-34 0,-7 2 0 0,-3 9-21 16,-1 13 20-16,-7 5 1 0,-2 4 8 0,-5 2-40 15,-3 5-1-15,-4-2 33 0,-2-1-87 0,0-1 43 16,-4-2 19-16,-9-2-131 0,-2-4 60 0,-4-5 38 16,-3 0 5-16,-3-6-83 0,-3-3 41 0,-2 0 28 15,0-3 0-15,-2-3-32 0,2-2 13 16,3-3 0-16,5-1-5 0,0 0-82 16,4 0 52-16,4 0 28 0,6-3-121 0,4-6 66 15,4-4 45-15,3-5 0 0,15 0-171 0,6-3 103 0</inkml:trace>
  <inkml:trace contextRef="#ctx0" brushRef="#br0" timeOffset="89071.73">15441 8161 689 0,'0'-13'0'0,"0"8"0"0,0-2 0 0,-7 3 0 0,-4-1 0 0,-3 4 298 0,0 1-132 0,-4 1-59 15,0 17-41-15,-3 4 95 0,-4 11-65 0,7 2-31 16,1 1 182-16,6-3-99 0,1 9-62 0,6-2 31 15,4-4 6-15,0 2-46 0,2-4-21 0,15-4 32 16,6-3-32-16,1-3 1 0,6-4-24 0,2-5-225 16,3-4 113-16,0-3 64 0,1-4 20 0,-1-4-207 15,-1 0 114-15,0-2 60 0,5-15-739 16</inkml:trace>
  <inkml:trace contextRef="#ctx0" brushRef="#br0" timeOffset="89333.03">15807 7983 1611 0,'-7'-9'0'0,"7"7"0"0,0 0 0 0,0 2 0 0,0 0 0 0,2 0 0 0,7 0 0 0,5 0 0 0,2 0 385 16,9 2-177-16,1 3-87 0,2 3 12 0,3 0-54 0,0-3-24 0,1 4-160 15,0-1 69-15,-2-2 34 0,-5 1 9 16,5 1-447-16,-4-1 236 0,-7 1 119 0</inkml:trace>
  <inkml:trace contextRef="#ctx0" brushRef="#br0" timeOffset="89538.99">16052 7751 1173 0,'-2'8'0'0,"2"14"0"0,0 1 0 0,0 2 0 0,-2 0 0 0,0-2 155 0,-3 4-61 0,-3 3-23 0,-2 10 285 15,-2-3-161-15,-4 3-82 0,0 1-40 0,-2 0 7 16,2-5-16-16,-9 9-7 0,4-8-25 0,3-6-208 15,-3-3 104-15,0-4 53 0,7-7-418 0,-2-4 231 16,7-7 119-16,4-6-517 0,1 0 287 0</inkml:trace>
  <inkml:trace contextRef="#ctx0" brushRef="#br0" timeOffset="89684.6">15945 8111 1326 0,'9'-4'0'0,"4"4"0"0,2 0 0 0,-5 0 0 0,1 0 0 0,-2 6 0 0,4 1 0 0,-1 0 172 0,1 5-70 15,2-1-34-15,0 2 286 0,-1 0-152 0,-2 3-89 16,3-1-40-16,-1 2-143 0,-3-2 52 0,0 0 25 16,-1-4-503-16,-1 0 261 0,1 0 133 0,-3-3-590 15</inkml:trace>
  <inkml:trace contextRef="#ctx0" brushRef="#br0" timeOffset="89874.09">15761 8340 920 0,'-12'2'0'0,"7"-1"0"0,1-1 0 0,2 3 0 16,2-3 0-16,6 0 249 0,15 0-112 0,9 0-53 0,7-3-25 0,0-3 353 15,5 0-189-15,-4 0-87 16,3 2 68-16,-2 3-86 0,-3-1-42 0,-4-1-220 16,-2 3 88-16,-10 0 53 0,3 0 13 0,-4 0-424 15,-4 0 224-15,-6 3 111 0,-3 0 56 0,-2 3-306 16,-4 1 85-16,0 1 114 0</inkml:trace>
  <inkml:trace contextRef="#ctx0" brushRef="#br0" timeOffset="90113.61">15862 8503 814 0,'-7'7'0'0,"1"2"0"0,3-2 0 0,3-1 0 0,0-3 0 0,0 0 0 0,0-2 0 0,0 2 117 15,0-3-41-15,2 1 71 0,1 1-57 0,4-1-20 16,-1 1-9-16,1 1-55 0,1 0-1 0,0 1 28 15,-3 1 0-15,1-1-69 0,-1 0 31 0,2 1-1 16,-2 0 39-16,-3-2-35 0,0 1 0 0,-1-2-74 16,-1 1 46-16,0 1 26 0,-1-2-17 0,-8 0-85 15,-5-2 41-15,1 0 17 16,-1 0 2-16,0 0-143 0,0-2 83 0,3-5 41 16,0-3 11-16,5 0-114 0,0-4 72 0,6-2 31 15,0-2 0-15,2-5-16 0,8 4 15 0</inkml:trace>
  <inkml:trace contextRef="#ctx0" brushRef="#br0" timeOffset="90318.11">16002 8372 710 0,'9'0'0'0,"3"0"0"0,-2 0 0 0,-2 0 0 0,-3 2 0 0,-1 5 0 0,-2 5 0 0,-1-1 383 0,1 4-167 0,-2 2-96 16,2 0 146-16,-2 2-117 0,0 8-58 0,2 0 264 16,1-2-153-16,-1 6-88 0,-1-1-41 0,1 2 30 15,0 1-35-15,0 2 0 0,0-2-27 0,1 1-162 16,-1-3 77-16,0-2 38 0,-2-6 0 0,0-3-196 15,0-7 125-15,0-1 51 0,0-4-94 0,0-6 11 16,-7-2 58-16,-2 0-190 0,-2-7 96 0,2-15 59 16,2-4 27-16,2-6-229 0,-2-11 127 15,7-4 64-15,0-10 24 0,0-14-308 0</inkml:trace>
  <inkml:trace contextRef="#ctx0" brushRef="#br0" timeOffset="90899.56">16413 7934 823 0,'21'-9'0'0,"2"4"0"0,4 0 0 0,-3-1 0 0,3 1 0 0,-1 0 0 0,2-1 261 0,-4 5-106 0,4 1-15 16,-1 0-53-16,-8 3-28 0,-1 8 1 15,1 8-50-15,-10 2 31 0,-2 7-8 16,-5 4 0-16,-2 9-42 0,-2-2 22 0,-12 2-1 16,1-1 29-16,-6 9 107 0,5-8-58 0,0-5-28 15,3 0 165-15,4-7-98 0,2-4-39 0,1-2 48 16,4-5-53-16,0-3-26 0,0-1 0 0,0-5-44 15,9 0-9-15,-2-3 26 0,2-2 1 0,0 0-167 16,1-1 83-16,-4-1 50 0,-1 2 13 0,-3-1-304 16,0 1 158-16,-2 5 36 0,0 1-176 15,-13 3 90-15,-6 2 75 0,-2 0-28 16,-1-2 53-16,-3-1 25 0,1-5 0 0,1-1-26 16,-4-3 30-16,6-3 0 0,0 0 22 0,1 0-11 15,1-1 11-15,3-9-8 0,3-1 9 0,4 0 35 16,-1 1 1-16,5 3-36 0,1-1 64 0,0 1-41 15,4 0 9-15,-1 2 163 0,1 2-83 0,0-1-48 16,0 3-8-16,0-1 138 0,0 0-67 0,1 0-42 16,9 0-2-16,1 1 4 0,6-6 1 15,4 0 8-15,5-4-8 0,10-4-156 16,-1-2 73-16,3-4 29 0,2-2-347 0,-5 3 178 16,12-9 71-16,-5 3-164 0,-5 2 100 0,-7 4 64 15,0 1 30-15,-8 5 73 0,-5 3-15 0,-7 7-1 16,-5-2-24-16,0 5 75 0,-5 1-37 0,0 0-9 15,-12 1-28-15,-10 14 323 0,1 1-130 0,-2 2-91 16,-2 1 315-16,7-2-172 0,-8 4-79 0,9-6 24 16,0 0-63-16,2-1-32 0,7-5 1 15,3-2 24-15,1-3-31 0,4-1-1 0,0-1-23 16,0 1-36-16,11-2 36 0,5-1 8 16,4 0-8-16,1 0-13 0,0 0 12 0,0 0 1 15,0 0 0-15,0-1-113 0,-4 1 52 0,-2 0 30 16,-4 0-366-16,0 0 183 0,1 0 68 0,-5 0-420 15,-3 0 255-15,-4 0 122 0</inkml:trace>
  <inkml:trace contextRef="#ctx0" brushRef="#br0" timeOffset="91174.38">16392 8236 1488 0,'-8'10'0'0,"1"3"0"0,3 5 0 0,1 4 0 0,-4 6 0 0,2 2 0 0,-1 3 0 0,3 11 0 0,-1-3 136 0,2-3-44 0,-1 7 68 0,-2-10-63 0,0 3-33 16,-1-4 1-16,3-6-60 0,-3-7 8 15,2-3 20-15,3-6 0 0,-1-2 59 0,2-4-29 16,0-2 0-16,0-2-22 0,0-2 33 0,11 0-20 16,7 0-1-16,5-6 141 0,3-3-81 0,4 0-31 0,2-2 78 15,2 1-63-15,3 1-33 16,2 1 1-16,-2 4-117 0,0-1 51 15,2 3 12-15,0 1 1 0,-2-2-374 0,-3 1 198 16,-1 2 92-16,-4 0-272 0,4 0 134 0,-6 0 101 0,-4 0-24 16,-2 0 52-16,0 0-471 0</inkml:trace>
  <inkml:trace contextRef="#ctx0" brushRef="#br0" timeOffset="91361.32">17032 8200 1598 0,'0'-10'0'0,"3"4"0"0,1 3 0 0,1 0 0 0,2 3 0 0,0 0 0 0,0 19 0 0,1 8 0 0,-2 5 485 0,-4 8-227 0,0 2-112 0,-2-5-49 15,0 16 159-15,0-9-113 0,0 3-54 0,0-12-51 16,0 4-6-16,0-5 9 0,0-9-438 16,0-1 214-16,0-7 109 0,2-10 53 0,1-1-738 15,5-6 383-15</inkml:trace>
  <inkml:trace contextRef="#ctx0" brushRef="#br0" timeOffset="91509.92">17207 7970 1864 0,'0'0'0'0,"2"0"0"0,7 0 0 0,-4 0 0 0,2 0 0 0,2 0 0 0,-2 0 0 0,2 5 0 0,3 3 147 15,2 4-61-15,0-3-141 0,1 4 44 0,0-2 21 16,2 0 1-16,0 3-619 0,1-7 301 0</inkml:trace>
  <inkml:trace contextRef="#ctx0" brushRef="#br0" timeOffset="91758">17567 7895 527 0,'0'-6'0'0,"0"3"0"0,0 2 0 0,0 1 0 0,-6 0 0 0,-6 0 0 0,-8 8 348 0,0 8-157 0,-6 7-71 0,-6 7 29 15,4-2-58-15,-2 3-29 0,1-1 0 0,1 0-130 16,2-7 59-16,-4 2 17 0,3-4-97 15,1-8 61-15,8-2 30 0,0-7 0 0,7 0 58 16,-1-4-28-16,7 0 0 0,1 0-49 0,3 0 231 16,1-6-114-16,0-5-35 0,9 3-26 15,10-1 269-15,4 3-138 0,5-3-21 16,2 5-58-16,2 1-21 0,2 1-9 0,-1 2-174 16,-1 0 72-16,0 0 38 0,0 3-1 0,-7 3-121 15,6 3 74-15,-8-8 42 0,-1 1 21 0,-1-1-554 16,-6-1 213-16,-5 0 148 0,-5 0-362 0</inkml:trace>
  <inkml:trace contextRef="#ctx0" brushRef="#br0" timeOffset="91955.5">17405 7666 1421 0,'-3'0'0'0,"-1"0"0"0,4 8 0 0,0 8 0 0,0 8 0 0,0 8 0 0,0 6 0 0,4 14 523 0,-1 1-245 0,1 5-122 15,0 8-62-15,0-13 117 0,-2 7-81 0,2 7-53 16,-2-6 52-16,-1-11-70 0,-1 3-26 16,0-6-1-16,0-12-378 0,0 1 185 15,0-14 97-15,0-4-553 0,0-9 312 0,-3-6 166 16,-3-3-11-16,2-5-429 0</inkml:trace>
  <inkml:trace contextRef="#ctx0" brushRef="#br0" timeOffset="92077.18">17357 8135 605 0,'-4'-8'0'0,"0"7"0"0,0-1 0 0,-1 2 0 0,-4 3 0 16,0 12 381-16,0-1-175 0,-2 8-86 0,0 0-44 0,-2 2 72 16,4-4-49-16,-1 3-38 0,2-3 1 0,3-3-131 15,5-6 51-15,0 1 26 16,0-7-458-16,0-3 230 0</inkml:trace>
  <inkml:trace contextRef="#ctx0" brushRef="#br0" timeOffset="92199.85">17425 8218 513 0,'12'-2'0'0,"6"2"0"16,-2 0 0-16,1 0 0 0,0 4 0 0,2 5 0 0,-2 4 474 0,0-5-224 0,2 1-109 0,-1 1 201 16,3-2-155-16,-2 0-68 0,-3 0-48 0,2-2-143 15,-5-1 52-15,-4 1 27 0,-1-2-1 0,-3 0 35 16,-3-4-8-16</inkml:trace>
  <inkml:trace contextRef="#ctx0" brushRef="#br0" timeOffset="92968.4">17458 8320 690 0,'-7'14'0'0,"1"10"0"0,6 1 0 0,0-2 0 0,0 3 218 0,0-4-93 15,1 3-45-15,9-5 288 0,0 1-167 0,0 1-77 16,1-6-49-16,-1-2-45 0,2 0 2 0,-4-7 1 16,-1-1 0-16,2-2-367 0,-4-4 180 0,4 0 93 15,-6-2-335-15,3-9 195 0,-3-4 97 0,-1-6-96 16,0-6 91-16,0 3 14 0,0-2 31 0,0 2-11 15,0 3 22-15,2 0-9 0,-2 5 29 0,0 7 165 16,-1-2-83-16,1 4-40 0,0 5-22 16,2 0 256-16,-1 2-134 0,-1 0-26 15,2 8-50-15,-4 7 298 0,0 2-153 0,0 3-43 16,-2 5 17-16,-9-3-59 0,-2 3-31 0,-2-2-53 16,0-3 24-16,0-5 8 0,-2 2-8 0,-2-6-136 15,0-1 69-15,1-5 33 0,0-1-1 0,2-4-99 16,1 0 62-16,2 0 4 0,1-9-29 0,5-7 19 15,1-6 23-15,6 1 5 0,0-8 9 0,2 2-17 16,9-1 11-16,6-2 28 0,8-6-28 16,-1 6 1-16,10-8 19 0,2 5-63 0,-1-7 23 15,5 1 17-15,5-8 10 0,-6 6-168 16,10-11 77-16,-6 2 40 0,0 1-28 0,-7 9 27 16,0-2-17-16,-6 2 43 0,-8 12 210 0,-1 2-103 15,-10 9-56-15,-1 7 193 0,-6 2-110 0,-1 3-55 16,-3 5-7-16,0 0 389 0,-11 13-188 0,-8 12-104 15,-2 3-43-15,-3 10 137 0,2-1-99 0,-1 1-49 16,6-6-44-16,0 4-5 0,6-9 8 0,1 0-129 16,5-5 61-16,3-3 30 15,2-10-1-15,0 1-35 0,0-6 42 0,7-4-10 16,7 0 34-16,-1-2-180 0,2-12 44 0,0 0 54 16,0-1-25-16,-2 1 28 0,0 3-6 0,-1 1 106 15,-5 5-39-15,2 3 0 0,-1 0-36 0,-2 2 153 16,-1 0-64-16,-1 8-36 0,-2 11-7 0,-2 6 198 15,0 3-86-15,-6 4-60 0,-5 8-6 16,-1-2 58-16,2-3-49 0,-4 1-23 0,1 3 8 0,-2-5 7 16,-2-2-39-16,-2-1 0 15,1-5-131-15,-1-4 65 0,2-9 41 0,-2 2-340 16,0-2 167-16,1-8 94 0,-1-1 18 0,-1-4-326 16,2 0 149-16,-1-2 103 0,1-18 48 0,1-2-84 15,4-8 65-15,1-9 32 0,7 5-7 0,1-4 23 16,4 4 17-16,0 5 0 15,0 8 171-15,5 2-86 0,7 8-51 0,3 5 403 0,6 6-211 0,3 0-111 16,2 11-4-16,10 13 500 16,-7-1-265-16,12 11-143 0,-2 2-70 0,4-1 245 15,4-1-34-15,0-2-311 0,3-4 0 0,3-5 0 16,-4-2 0-16,-2-7 0 0,-6 0 0 0,-4-6-328 16,0-5 206-16,-2-3 73 0</inkml:trace>
  <inkml:trace contextRef="#ctx0" brushRef="#br0" timeOffset="95050.43">19023 8315 281 0,'0'0'0'0,"0"-1"0"0,0-1 0 0,0 0 0 0,-2 2 0 0,2 0 149 0,0-2-58 0,0 2-20 15,-2 0 5-15,2 0-22 0,0 0 0 0,0 0-21 16,0 0 80-16,0 0-44 0,0 0 0 0,0 0 9 15,0 0-22-15,0 0-1 0,0 0-14 0,0 0 31 16,0 0 0-16,0 0-39 16,0 0 0-16,0 0-13 0,0 10 21 0,0 3-8 15,0 2 42-15,0 3-21 0,0 4 0 0,0-2-21 16,0 2 44-16,0 3-44 0,0-3-1 0,0 4-25 16,2-5-1-16,0 3 27 0,0-3 7 0,-2 0-72 15,0-5 33-15,2 1-4 0,-2-5 35 0,0-1-83 16,2-3 42-16,-2 0 4 0,0-7-18 0,0 1 12 15,0 0 0-15,0-2 52 0,0 0 2 0,0 0-46 16,0 0 11-16,-2 0 163 16,-4 0-76-16,0-2-32 0,-1 0-17 0,1-2 17 15,1 1 0-15,-1 1-16 0,3 0-14 0,-2 0-28 16,5 0 36-16,-2 0-8 0,2 2-28 0,0 0 0 16,0 0 28-16,0 0-45 0,0 0 31 0,0 0-19 15,4 0 30-15,6 0-137 0,1 2 62 0,2 0 18 16,2 0 4-16,1-2 32 0,0 2-2 0,3 0-18 15,-3 0 15-15,5-1 33 0,-1 2-34 16,0-2-9-16,2 1 12 0,-1 2-5 0,5-2 1 16,0 1-47-16,-3-1 24 0,5 0 4 15,-3-1 20-15,-5-1-45 0,1 3 22 0,-6-1-9 16,-4-2 11-16,0 0-71 0,-2 1 29 0,-8-1 23 16,1 0 0-16,0 0 40 0,0 0-40 0,-2 0 15 15,0 0 224-15,-10 0-107 0,-3 0-49 0,-2-1-20 16,-4-7-20-16,-4-3-5 0,2-4 22 0,-4-2-67 15,0-7 21-15,-3-8 33 0,9 2 37 16,-6-14-228-16,4 3 90 0,0-4 47 16,4 0 11-16,3 7-142 0,0-9 60 0,6 13 46 15,0-1 60-15,7 1 0 0,1 2-24 0,0 1 129 16,9 2-59-16,10 3-34 0,4 1 8 0,5 3 39 16,7-2-21-16,-1 6-28 0,11 2 24 0,-3 0 67 15,1 7-23-15,-8 6-31 0,3 1 17 0,-2 2-10 16,-4 3-9-16,-2 16-14 0,-4 5-34 15,-2 12 1-15,-3 2 29 0,-5-2-21 16,-2 12-9-16,-3-3 27 0,-5 4-8 0,-2-2-33 16,-4 3-4-16,0-10 41 0,0 10-8 0,-14-10-33 0,2-6 31 15,-8 0 4-15,2-2-8 0,-6-5 35 0,1-7-5 16,0-1-25-16,-2-6 97 0,0-4-45 16,2-1-20-16,2-4 108 0,3-2-60 0,1-1-31 15,8-1-5-15,-1 3 190 0,6-3-101 0,0 0-43 16,4 0-34-16,0 0 45 0,2 1-35 0,14 1-1 15,8 2-34-15,3-2-42 0,3 0 17 0,2-2-1 16,3 0-43-16,-1 1 34 0,0-1 0 16,-6 2-170-16,5-2 95 0,-4 2 54 15,-6-1-1-15,0-1-219 0,-2 3 99 0,-2-1 62 16,-4-2-2-16,-1 0-43 0,-4 0 45 0,0 0 24 16,0 0 1-16,-5 0 0 0,1-2 25 0,-1-6-1 0,-3-3 112 15,0-2-55-15,-1-2-29 0,-1-2 161 16,0-2-77-16,0 1-53 0,0-1-1 15,-3-2 64-15,-4 2-29 0,-1 0-27 16,-2 0 14-16,3-1-378 0,0 1 174 0,3-3 80 16,2-4 44-16,2-1-368 0,0-4 192 0</inkml:trace>
  <inkml:trace contextRef="#ctx0" brushRef="#br0" timeOffset="95233.93">20135 7745 957 0,'0'-13'0'0,"0"9"0"0,0 2 0 0,0 1 0 0,0-2 0 0,0 1 527 0,2 2-239 16,1-1-131-16,5 1-63 0,5 0 199 0,-4 0-130 15,2 3-65-15,1 4-25 0,-1 6-237 0,2-2 98 16,-1 3 50-16,-1 0-253 0,2-1 151 16,2-3 84-16,2 0-635 0,0-4 326 0</inkml:trace>
  <inkml:trace contextRef="#ctx0" brushRef="#br0" timeOffset="95501.74">20491 7645 780 0,'0'-2'0'0,"-2"2"0"0,2 0 0 0,0 0 0 0,-1 0 0 0,-1 11 0 0,0 1 0 0,-2 3 270 0,1 1-119 0,-6 7-59 16,-3-4-22-16,-3 7-37 0,0-3-1 0,-4 1 1 15,-2-1-78-15,-3-1 40 0,-3-2 7 0,-3 2-102 16,0-1 66-16,-2-5 34 0,-1 1 0 0,3-2-38 15,5-3 36-15,1-3-19 16,5-2-1-16,6-2 212 0,1-2-90 0,7-1-60 16,1-1 1-16,3-1 272 0,1 0-141 0,0 0-67 15,12 0 20-15,15 0-47 0,5 0-14 0,11 0-8 16,0 0 40-16,2-5-31 0,0-1 0 0,0-1-88 16,-7 1 36-16,2 0-8 0,-1 1 27 0,-4 1-240 15,-3 2 120-15,-7 0 69 0,-1 2 22 16,-4 0-669-16,-8 0 323 0</inkml:trace>
  <inkml:trace contextRef="#ctx0" brushRef="#br0" timeOffset="95676.27">20253 8197 1283 0,'-22'10'0'0,"8"1"0"0,5 0 0 0,3-4 0 0,4-1 0 0,2-2 0 0,4-1 0 0,13-2 235 0,7-1-105 0,3 0-49 16,3 0-24-16,2 0 226 0,-1-1-126 0,-2-4-54 0,4-3-163 15,-10 5 46 1,0-3 23-16,-3 0 0 0,-3 3-445 0,-6 1 242 0,-1-2 110 0,-4 2-209 16,-4 0 91-16,-1-3 103 0</inkml:trace>
  <inkml:trace contextRef="#ctx0" brushRef="#br0" timeOffset="95867.76">20345 7985 501 0,'-11'1'0'0,"3"6"0"0,5 2 0 0,-1 2 0 0,4 2 134 0,0 3-55 0,0 5-23 16,0 1 0-16,0 6 289 0,0 4-156 0,0 1-70 16,0 5 227-16,0 5-156 0,0-2-79 0,-7-1-39 15,-5 1 56-15,-3-7-39 0,-4 8-33 0,0-7-112 16,-1-7 44-16,-3 3 22 0,-3-6 1 0,3-6-116 16,-3-2 64-16,7-9 38 0,2-6-1 0,8-2-416 15,-2 0 156-15,7-4 131 0,4-19-402 0</inkml:trace>
  <inkml:trace contextRef="#ctx0" brushRef="#br0" timeOffset="96033.32">20323 8250 348 0,'7'4'0'0,"0"7"0"0,3 0 0 0,-1 0 0 0,0-2 0 0,3 5 575 0,3 0-275 16,2 0-134-16,3 2 359 0,5 4-246 0,1-4-123 15,4 1-53-15,8 4 104 0,-10-7-86 0,6 2-45 0,-2-2-21 16,-2 1-97-16,-8-6 45 0,9 2-8 0,-12-5-444 15,2-2 241-15,-1-1 120 16,-1-3 60-16,-5 0-692 0</inkml:trace>
  <inkml:trace contextRef="#ctx0" brushRef="#br0" timeOffset="96228.79">20788 7947 1071 0,'16'-11'0'0,"7"7"0"0,6 3 0 0,4-3 0 0,-2-2 0 0,0 0 123 0,-2 5-46 0,-5-1-21 15,3-1 262-15,3 3-146 0,-7-1-70 0,0 1 54 16,-2 0-63-16,-2 0-29 0,0 0 7 0,-2 0-308 16,-1 0 135-16,-2 0 68 0,-7 0 33 0,1 0-629 15</inkml:trace>
  <inkml:trace contextRef="#ctx0" brushRef="#br0" timeOffset="96407.32">20725 8208 1026 0,'-2'2'0'0,"2"0"0"0,2-2 0 0,12 0 0 0,9-2 0 0,3-5 0 0,6-4 335 0,7 0-151 0,0-1-68 0,7-3-45 15,-5 4 161-15,-4 1-99 0,-2 3-51 16,-3 1-24-16,-9 5-147 0,0-1 56 0,-5 2 33 15,-5 0-454-15,-3 0 243 16,-5 0 122-16,-3 3 70 0,-2 9-245 0</inkml:trace>
  <inkml:trace contextRef="#ctx0" brushRef="#br0" timeOffset="96650.32">20980 7962 1174 0,'-9'4'0'0,"1"2"0"0,3 5 0 0,2 1 0 0,1 2 0 0,2 3 0 0,0 8 0 0,0 5 0 0,0 8 0 0,7-1 436 0,0 15-206 0,0-1-99 16,0 4 171-16,2 1-135 0,-2 0-67 0,0 0 6 15,1 0-41-15,-3-8 1 0,1-1-34 0,0-11-36 16,-2 1 37-16,-1-6 8 0,1-5-9 0,-2-6-67 16,-2-7 34-16,0-5 0 0,0-1 34 0,0-7-29 15,-9 0-8-15,-9 0 37 0,-4-9-30 0,-2-6 0 0,-4-6 23 16,-3-1-370-16,-6-8 165 15,5-1 88-15,-2-4 35 0,8-6-362 0,0-6 183 16</inkml:trace>
  <inkml:trace contextRef="#ctx0" brushRef="#br0" timeOffset="101320.57">21521 8161 861 0,'-4'-2'0'0,"3"0"0"0,-1 1 0 0,2 1 0 0,0 0 0 0,0-2 0 0,0 2 0 0,0 0 0 0,0 0 139 16,0 0-57-16,0 2-24 0,7 7 192 0,2 1-108 0,2 3-55 15,3 0-19-15,-2 0 150 0,4 2-92 16,0-2-47-16,2 2 35 0,-4-1-40 15,4 0 7-15,-4 0-48 0,0-1 28 0,-1 0 0 16,-3 0-28-16,-3-4-121 0,0 2 57 0,-1-1 31 16,-3-3 1-16,-1 1-366 0,1-4 197 0,-1-2 57 0,-2-1 61 15,0-1-578-15,2 0 297 0</inkml:trace>
  <inkml:trace contextRef="#ctx0" brushRef="#br0" timeOffset="101571.04">21866 8004 759 0,'0'-3'0'0,"0"0"0"0,0 1 0 0,0 2 0 0,0 0 119 0,0 0-43 0,-3 2-22 0,-6 13 382 0,-5 11-206 15,-1 6-99-15,-2 6-49 0,-4 9 304 0,-4 9-176 16,0-5-81-16,-7 18-52 0,2-3 129 0,-2 0-87 16,0 3-43-16,0-1 20 0,8-8-23 0,-6 11-9 15,5-10-68-15,4-11-1 16,-1 2 37-16,3-4 1 0,3-12-134 0,-2 1 63 15,6-5 36-15,0-9-1 0,1-2-235 0,2-8 130 16,0-4 20-16,2-4-8 0,4-3-325 0,-1-2 194 16,0 0 97-16,2 0-296 0,2-3 188 0,2-16 107 15,13-3 49-15,9-7-359 0</inkml:trace>
  <inkml:trace contextRef="#ctx0" brushRef="#br0" timeOffset="102118.9">22105 8049 428 0,'-3'5'0'0,"-4"1"0"0,3 2 0 0,1-5 0 0,-1 0 145 0,2-1-49 0,1-2-35 0,-1 1 0 15,0-1 224-15,2 0-126 0,0 0-63 0,0 0 118 16,0 0-95-16,0 0-43 0,0 0 44 16,0 0-44-16,0 0-21 0,0 0 8 0,0 4 31 0,-4 1-30 15,2 3-1-15,1-1-30 0,1 3 38 0,-2 1 9 16,-1 2-47-16,1 2-1 0,0 4 69 0,-1 4-34 16,1-1 0-16,0 0 50 15,0 9-47-15,1-2 0 0,1 2-37 0,0-4 67 16,0 5-34-16,1-11 8 0,10 8-1 0,5-7-40 15,3-3 0-15,5-2-1 0,2-4-9 0,6-3 18 16,2-7-8-16,-1-1-1 0,6-2-50 0,2-2 25 16,-2-11 0-16,-9-2-108 0,9-7 61 0,-11-1 19 15,1-3-199-15,-5-2 100 0,-3-5 60 0,-4-2 7 16,-4-7-166-16,-2 1 81 16,-5-8 54-16,-3-2 19 0,-1-5-150 0,1-6 83 15,-3-8 53-15,0 9 24 0,-8 12-79 0,-9-1 51 16,-4 10 25-16,-2 12-8 0,-8 5 67 0,-9 8-33 15,-1 9 179-15,-2 6-90 0,-2 0-45 0,9 12-30 16,-9 13 288-16,11 2-146 0,0 5-73 0,8 2 2 16,5 6 192-16,6-7-78 0,3 14-61 0,3-5-36 15,8-1-16-15,1 1 1 0,0-3-22 16,1-2-86-16,11 6 38 0,1-5 25 0,6-2-329 16,-2-6 174-16,5-2 64 0,3-5 56 0,2-5-612 15,3-4 301-15,1-7 152 0,5-5 76 16</inkml:trace>
  <inkml:trace contextRef="#ctx0" brushRef="#br0" timeOffset="102503.89">22840 7849 1155 0,'-5'0'0'0,"3"0"0"0,2 0 0 0,0 0 0 0,0 0 0 0,9 1 0 0,1 3 346 0,8-2-157 15,5-1-78-15,2 1-39 0,0-2 122 0,7 0-84 16,-4 0-39-16,0 0 0 0,-5 0-70 0,-1 0-1 16,-3 0 41-16,-8 0-44 0,1 0 0 15,-3 0 36-15,-4 0-62 0,-3 8 31 0,-2 2 9 0,0 6 22 16,-9 3 55-16,-8 1-28 0,-3 5-31 0,-3 3-3 16,-2 0 156-16,-3 4-79 0,2 0-35 15,0 2 1-15,1-2-71 0,-1 1 1 16,7-5 42-16,-1 3-127 0,1-3 59 0,3-4 31 15,7-5-38-15,0 2 34 0,3-5 8 0,3-1 24 16,3-3-97-16,0-1 41 0,0-2-7 0,0 1 0 16,2-3 126-16,7 0-47 0,2-2-17 0,6-2-31 15,-1-1 166-15,11-2-76 0,-3 0-20 16,5 0-38-16,1-3 9 0,-2-4-12 16,0-3-115-16,-1 2 57 0,-9 2 47 0,3 2-8 15,-5-3-479-15,-4 5 234 0,-3-1 96 0,-3-1 66 16,-3 2-526-16,-1-2 287 0,-2-3 140 0</inkml:trace>
  <inkml:trace contextRef="#ctx0" brushRef="#br0" timeOffset="102671.33">22762 8039 1591 0,'-12'-3'0'0,"5"0"0"0,5 2 0 0,2 1 0 0,0 0 0 0,0 0 0 0,7 0 0 0,5 7 257 16,11 3-116-16,0 1-54 0,4-1 145 0,3 1-100 15,7-2-49-15,0 0-17 0,6 3-74 0,-9-6 41 16,1-1 0-16,4 0-1 0,-6-3-569 0,3 2 293 16,-2-4 135-16</inkml:trace>
  <inkml:trace contextRef="#ctx0" brushRef="#br0" timeOffset="103216.5">23369 7675 1066 0,'13'-13'0'0,"6"4"0"0,8 1 0 0,-1 2 0 0,4-1 0 0,-1 3 0 0,-4 2 0 0,5 2 102 0,-4 0-35 0,-5 0 0 0,2 0-13 15,-3 6 0-15,-4 1-13 0,-4 1-8 16,-6-2-55-16,-1 3 28 0,-5 3 0 0,0-1 6 16,-7 3 29-16,-13 7-8 0,-5 2-1 15,-5 3 162-15,0 4-81 0,0 2-40 0,4-2 8 16,-4 10 69-16,3-5-58 0,6 1-30 0,7-6 0 15,-1 6 139-15,3-3-77 0,5 0-49 0,1-4-3 16,5 1 0-16,1-1-39 0,0-7-128 16,0 0 72-16,0-1 24 0,0-6 0 0,0-4-271 0,0-1 151 15,1-4 84-15,1-3-5 0,-2-1-187 16,0-2 62-16,0 0 76 0,0 0-34 16,0-12-64-16,0-11 82 15,0-2 36-15,0-5-41 0,0-3 39 0,-3-3 0 0,-1 2 0 16,1 2 38-16,1 7 0 0,2 1 1 0,0 3 142 0,0 5-71 15,0 4-44-15,0-1 8 0,12 4 203 0,5 1-95 16,5 3-64-16,5 1-2 0,5 1 108 0,3 0-72 16,9 1-35-16,-5 0 113 0,2 1-63 0,-5-1-32 15,4 0 35-15,-5 0-38 0,-3 1 1 0,-3-2-29 16,-9 3 45-16,-1 0-22 0,-6 0 8 0,0 0-31 16,-5 0 60-16,-1 3-31 15,-4 2 1-15,2 6-30 0,-3 2 64 0,0 2-36 16,0 6 0-16,-1 3 69 0,-1 1-49 0,2 1-24 15,0 0-26-15,0 6 1 0,0-4 1 0,-1 0 0 16,3-2-214-16,1-5 107 0,2 3 61 0,-2-6 19 16,1-2-402-16,-1-3 199 0,-1-3 66 0,0-1 61 15,-1 0-421-15,0-4 234 0,-1-2 111 0,-2 2-118 16,0-4 116-16,0-1 57 0,-12 0-275 0</inkml:trace>
  <inkml:trace contextRef="#ctx0" brushRef="#br0" timeOffset="103405">23613 7869 1117 0,'-15'3'0'0,"2"8"0"0,4 7 0 0,4-1 0 0,0 4 0 0,3-1 0 0,-1 6 0 0,3 2 427 0,0 1-197 0,0 0-99 0,0-1-49 0,0-3 212 16,0 7-135-16,0-6-63 0,1 0-81 0,1-7 18 0,0 0 8 15,0-2-429-15,0-6 211 16,-1-2 105-16,1-2 52 0,3-4-533 0,-1-1 286 15,3-2 74-15,0-5 92 0</inkml:trace>
  <inkml:trace contextRef="#ctx0" brushRef="#br0" timeOffset="103876.75">23660 7904 532 0,'0'-5'0'0,"0"3"0"0,2 2 0 0,1 0 0 0,2 7 0 0,0 4 266 0,1 3-116 15,1 0-59-15,0 5 329 0,4 5-197 0,-6 1-95 16,0 0-48-16,1-1 57 0,-2-3-52 0,0 2-18 15,0-5-80-15,-1-1 23 0,-1-6-1 0,0 0 24 16,-2-1-262-16,0-5 139 0,0 0 57 0,0-2 33 16,-7-3-304-16,-5 0 163 0,1 0 21 0,-3 0-140 15,0-2 117-15,1-2 56 0,-1 1 27 0,2-3 91 16,3 0-32-16,0 0-8 0,2 3 81 0,1-1-52 16,5 2-26-16,-1 0 0 15,2 1 232-15,0 1-96 0,0 0-69 0,0 0 19 16,0 0 34-16,7 0-15 0,4 1-34 0,-4 3 0 15,3 2-65-15,-2-1 1 0,-3 3 32 0,-1-2-75 16,-1 1 37-16,-3 1 5 0,0-1 32 16,0 3-43-16,-7-3 0 0,-4 3 4 0,-1-1 68 0,0 0-15 15,-1-1-35-15,5-2-9 16,0 0 9-16,1-1 14 0,5-3-12 0,0 1 191 0,1 2-89 16,1 1-41-16,0 1-21 0,0-1-93 15,3 2 36-15,2 2 8 0,5 0-146 16,0 0 80-16,-1-1 42 0,0 2 9 0,-4-2-101 0,2 0 41 15,-5 0 36-15,0-1-17 0,-2 3-131 0,-4-4 54 16,-10 1 40-16,-2-2 29 0,-4-1 106 0,0 1-40 16,0-2 1-16,1-1 193 0,6 0-119 0,-1-2-42 15,3-1 267-15,6 0-136 0,1 0-81 0,1 0-7 16,3 0 104-16,0 0-81 0,9 0-36 0,12 0 0 16,9 0-67-16,11-1 0 15,1-7 39-15,9-2-189 0,1 0 90 16,3-2 45-16,2 3 24 0,8-1-671 0</inkml:trace>
  <inkml:trace contextRef="#ctx0" brushRef="#br0" timeOffset="104608.37">24271 7902 1185 0,'-10'-25'0'0,"7"17"0"0,3 6 0 0,0 2 0 0,0-2 0 0,2 0 0 0,10 2 0 0,4 0 0 0,0 0 153 0,5 0-60 0,2 2-31 0,-1 10 1 16,1 0 55-16,-4 5-34 0,1 8-30 0,-5-3 0 15,-6 5-56-15,-3-3 0 0,-4 4 35 0,-2-3-18 16,-2 4-8-16,-11 2 26 0,-8-2 0 0,-2 0 0 16,0-1 0-16,-6-2 8 0,-2-4-89 0,1-4 39 15,-1-4-1-15,1-4 0 16,2-7-113-16,5-3 69 0,-5 0 20 0,8-4 20 0,-1-12-119 16,4-6 64-16,4-3 21 0,2-7-73 15,1 0 44-15,6-1 28 0,3 0-3 0,1 11 22 16,0-1-14-16,0 12 3 0,0 0 228 0,0 5-106 15,1 4-50-15,10 2-27 0,8 2 275 0,2 15-136 16,6 3-47-16,7 3 249 0,1 2-156 16,1-1-78-16,3 2-40 0,-6-3 0 0,9 5-9 0,-4-5-29 15,-6-4-65-15,1-2 33 0,-3-1 0 0,-3-4 40 16,1-1-361-16,-6-3 177 0,1-2 88 16,-4-5 43-16,0-1-691 0,-2 0 330 15,-3 0 171-15</inkml:trace>
  <inkml:trace contextRef="#ctx0" brushRef="#br0" timeOffset="104763.96">24688 7886 1116 0,'-5'-9'0'0,"3"1"0"0,2 4 0 0,0-2 0 0,12-1 0 0,5-3 0 0,9 1 0 0,1 3 181 0,3 1-73 16,-1 3 141-16,4-2-107 0,-7 2-47 0,6 2-35 15,-4 0-53-15,-6 0 0 0,1 0 25 0,-2 2 1 16,-7 4-395-16,0-3 193 0,-5 3 101 0,-3-2-418 15,-5-1 251-15</inkml:trace>
  <inkml:trace contextRef="#ctx0" brushRef="#br0" timeOffset="105047.2">24856 7575 1133 0,'-7'-7'0'0,"0"6"0"0,0 1 0 0,4 1 0 0,-1 20 0 0,2 3 0 0,2 14 0 0,0 5 0 0,0 8 201 16,0 3-77-16,2 12-49 0,5-4 235 0,0-9-138 15,2 5-70-15,-3-2-34 0,4-2 46 0,-1-2-45 16,-4-8 1-16,-1-1-75 0,-1-9 0 0,-1 2 38 16,-2-12 8-16,0-1-179 0,0-6 85 0,-3-8 43 15,-7-3-208-15,-5-4 122 0,-1-2 72 0,-5-2-35 16,-2-12-136-16,-1-4 60 16,0-5 57-16,1-4-4 0,0 0 13 0,7-1 8 15,-2 0 28-15,7 1 47 0,2 7-23 0,3-3 0 16,2 4-32-16,2 4 131 0,2 2-61 0,0 1-28 15,6-1 62-15,9 4-33 0,10-2-4 0,0 3-1 16,4 1-324-16,4-1 141 0,4 3 70 0,-3 0 35 16</inkml:trace>
  <inkml:trace contextRef="#ctx0" brushRef="#br0" timeOffset="105173.86">25487 7581 864 0,'5'-17'0'0,"-2"10"0"0,-1 1 0 0,0 1 0 0,-2 2 0 0,0 1 0 0,-2 2 0 0,-13 5 0 0,-2 13-111 0,-4 7 80 0,-2 1 28 0</inkml:trace>
  <inkml:trace contextRef="#ctx0" brushRef="#br0" timeOffset="105330.43">25163 7918 608 0,'-9'7'0'0,"3"0"0"0,3-3 0 0,3 0 0 0,0-4 0 0,0 0 314 0,7 0-141 15,9 0-71-15,5 0-26 0,6-4 218 0,1-3-131 16,-1 2-65-16,4-1-9 0,0 2-28 0,-4-1 8 16,2 2-36-16,-7 1-193 0,0 0 96 0,-5 2 48 15,-2 0-400-15,-4 0 229 0,-1 0 105 16,-6 0 54-16</inkml:trace>
  <inkml:trace contextRef="#ctx0" brushRef="#br0" timeOffset="105520.93">25343 7767 859 0,'-19'-6'0'0,"6"4"0"0,-2 2 0 0,6 0 0 0,1 8 0 0,0 9 0 0,4 6 0 0,3 6 0 0,1 12 363 0,0 3-165 0,0 1-83 0,0 0 272 15,1-3-169-15,2 9-97 0,1-5-44 0,0-1 27 16,-3-1-36-16,1-3 0 16,-2-6-168-16,0 4 63 0,0-4 34 0,0-3 1 15,0-8-312-15,0-3 173 0,0-10 96 0,0-1 34 16,-2-7-542-16,1-3 271 0,-1 0 68 0,0-18-106 15,2-7 136-15,0-13 79 0</inkml:trace>
  <inkml:trace contextRef="#ctx0" brushRef="#br0" timeOffset="105636.9">25290 8088 1027 0,'-6'-14'0'0,"1"6"0"0,2 5 0 0,-3 3 0 16,-4 0 0-16,1 0 0 0,-5 14 0 0,-1 3 166 0,-3 6-70 0,0-1-32 0,-5 2 124 15,0 1-78-15,3-1-38 0,4-5-87 0,2 0 20 16,4-2 0-16,4-10 28 0,4-1-430 0,2-4 215 15</inkml:trace>
  <inkml:trace contextRef="#ctx0" brushRef="#br0" timeOffset="105793.52">25278 8079 819 0,'5'-3'0'0,"-1"1"0"0,1 2 0 0,0 0 0 0,2 0 0 0,-3 0 0 0,1 2 0 0,1 1 296 0,-1 3-135 15,3-1-64-15,0 1 212 0,-1 2-130 0,-2-1-77 16,3 1-34-16,-2-1-195 0,1 0 80 0,-1-1 40 15,1-2-428-15,1-2 231 0,3-2 118 0,0 0 59 16,3-2-184-16,-2-9 40 0,2-8 85 0</inkml:trace>
  <inkml:trace contextRef="#ctx0" brushRef="#br0" timeOffset="106247.43">25759 7688 623 0,'22'-26'0'0,"-8"7"0"0,3 4 0 0,-5 0 0 0,-6 8 0 0,-3 3 0 0,-1 0 0 0,-2 2 324 0,0 1-145 0,-5 1-74 0,-16 3 164 15,-7 10-123-15,-8 8-56 0,-1 0-29 0,-1 1 15 16,8-6-22-16,6 0 8 0,-1-1-95 0,12-5 32 16,0-3 1-16,9 0 32 0,4 3-95 0,0-3 57 15,9-1 14-15,18 0 1 0,3 0-2 0,9 1-1 16,-1-1-1-16,-4-1-83 0,3 0 43 16,-3 3 2-16,-5-2 0 0,-5 1-114 0,-4-1 69 15,-7 1 20-15,0-3-39 0,-6 3 34 16,-2-6 20-16,-3 1-16 0,0 0 59 0,-2-2-15 15,-4 2-23-15,-10-2 6 0,0 1 106 0,-5 3-52 16,2 2-25-16,-1-1 170 0,2 3-76 0,1 1-50 16,-1 4 253-16,6 3-137 0,-1 6-69 0,2 2 2 15,2 7 158-15,4 7-108 0,1 3-54 0,-1 4-26 16,3-1 195-16,0-3-103 16,0 11-64-16,0-8-28 0,0-1 26 0,0-9-27 15,0 4 0-15,0-4-56 0,0-4-8 0,0-8 38 16,-3-1-118-16,0-8 58 0,-1-3 31 0,-4-3 7 15,-1-3-211-15,0-4 114 0,-7 0 20 0,1-2 41 16,-4-10-292-16,5-6 142 0,-9-7 49 0,5-4 47 16,0-9-228-16,3-5 137 0,0-4 68 0,6 4-94 15,-4-6 86-15,5 17 38 0,-1 7 1 0,-1 3-95 16,3 10 67-16,3 1 25 16,2 6 101-16,-1 5-29 0,-2 0-1 0,4 9-30 15,-2 8 41-15,3 0-49 0,0 1 8 0,9 5 1 16</inkml:trace>
  <inkml:trace contextRef="#ctx0" brushRef="#br0" timeOffset="106365.17">26083 8107 1940 0,'14'-6'0'0,"5"6"0"0,3 0 0 0,-6 12 0 0,2-3 0 0,-6 5 0 0,2 4 0 0,-4 6 228 0,0 2-98 0,-5 3-48 0,-2 1 463 15,-3 2-248-15,0 0-136 0,0 5-614 0</inkml:trace>
  <inkml:trace contextRef="#ctx0" brushRef="#br0" timeOffset="107949.34">27981 7709 523 0,'3'-10'0'0,"-3"-1"0"0,2 2 0 0,0 0 0 0,-1-3 0 0,2-1 71 0,-2-4 0 0,0 0-38 15,2 2 95-15,-1-2-39 0,0 0-33 0,-1 1 1 16,-1-1-1-16,0 0 0 0,0 0-23 0,0 2-19 16,0-1-9-16,0 0 27 0,-1-1 1 0,-3 2-28 15,0 1 0-15,0 2 36 0,-4-1-9 0,3 1 9 16,-2 3-8-16,-3 1-15 16,2 3 36-16,-6-2-30 0,1 6 9 0,-2-1-16 15,-2 2 46-15,2 0 4 0,0 0-38 0,3 2 34 16,2 4-9-16,2 1-21 0,-2 5-1 0,5-1 9 15,1 4-9-15,0 3 9 0,2 5-8 0,2 4 21 16,-2 1 1-16,2 5-22 0,0 9 22 0,0-4-14 16,0 12-8-16,0-4 0 0,0 2 17 0,0-1-17 15,0-2-1-15,2-4 9 0,8 7-38 0,0-8 30 16,2-4-1-16,-1 1-72 16,1 0 36-16,-3-3 2 0,-2 1-91 0,-2-3 52 15,-2 0 29-15,0-6 4 0,-3-4-97 0,0-1 47 16,-6-1 29-16,-6-6 1 0,-1 0-15 0,-5-5 4 15,1-1 0-15,-1-5-17 0,1-1 5 0,1-2 16 16,0 0 13-16,3 0-86 0,5 0 32 0,1-8 22 16,5-5 0-16,2-6-205 0,9-1 113 15,14-6 56-15,7 3-298 0,9-3 182 16</inkml:trace>
  <inkml:trace contextRef="#ctx0" brushRef="#br0" timeOffset="108298.43">28438 7753 582 0,'5'-34'0'0,"-2"3"0"0,-1-1 0 0,0-2 0 0,-1 0 0 0,-1-5 85 0,0 5-27 0,0 3 1 0,-8 3 90 15,1 4-50-15,-4 2-38 16,-1 3 28-16,0 5 1 0,-3 2-29 0,0 7 1 16,-5 2 0-16,-2 3-29 0,0 0-1 0,-5 10 1 15,-1 7 39-15,-1 3 0 0,3 7-31 0,-6 9 38 16,7-2-24-16,2 3 1 0,4 3-23 0,4-1 149 15,5-3-66-15,3 2-46 0,4 3 116 0,3-6-76 16,0-1-39-16,0 0 0 0,10 0-19 0,0 1-20 16,5 4 1-16,-3-7 0 0,3 10-103 0,-5-8 51 15,-2 5 34-15,2-2-85 0,-5-1 51 16,2-2 26-16,-5-2 0 0,1-4-217 16,-1-8 78-16,-2 2 68 0,0-6-148 0,-2-2 95 15,-8-6 21-15,-3-2 32 0,-3-3-5 0,0-3 36 16,-3 0 0-16,-1 0 0 0,-1-3-84 0,0-6 42 15,0-1 13-15,0-8-170 0,0 2 99 0,1-3 51 16,6-2 24-16,6 2-93 0,3-4 51 0,5-3 38 16,0 1-93-16</inkml:trace>
  <inkml:trace contextRef="#ctx0" brushRef="#br0" timeOffset="108591.26">28513 7694 805 0,'22'-28'0'0,"-4"3"0"0,-1-1 0 0,-2-1 0 0,-3-4 0 0,0 1 0 0,-4-1 0 0,-3 2 0 0,-4 6 184 0,3 1-68 0,-4 4-45 0,0 4-1 16,-7 2 53-16,-3 6-45 0,-3 5-23 0,-1 1 54 15,-8 0-42-15,1 15-1 16,-2 7-33-16,-1 5 32 0,-3 6-1 0,9 0-23 16,-5 7 117-16,5 4-62 0,5-1-32 0,3 0 0 15,2 0 101-15,4-3-58 0,4 1-41 0,0-1 21 16,0-1-28-16,0-1 1 0,2-3-27 0,1 3-63 15,4-2 27-15,-3 0 0 0,-2-3-40 0,-1 1 38 16,-1-1 1-16,0 0 44 0,0-5-245 0,-5-2 85 16,-5 1 67-16,1-3-12 0,-4-1-267 0,1-4 121 15,-4 2 94-15,0 0-285 16,2 0 184-16,-3 0 93 0,0 1 46 0,0 4-292 16</inkml:trace>
  <inkml:trace contextRef="#ctx0" brushRef="#br0" timeOffset="109548.24">27775 8693 432 0,'-7'-16'0'0,"0"10"0"0,4-2 0 0,0 2 0 0,1 1 0 0,0 1 0 0,-1 0 306 0,3 2-128 16,0 0-77-16,0 2 79 0,0 0-74 0,0 0-36 15,0 0 7-15,0 0-79 0,0 4 0 0,-3 9 35 16,0 1 0-16,-1 2-43 0,-2 1 30 0,-2 1-9 15,3 2-6-15,-6 4 1 0,1-1 26 0,1-1 1 16,2-3-44-16,-2 2-13 0,2-3 23 0,2 0-19 16,0-3 35-16,5-4-16 15,0 0 16-15,0-2 38 0,0 0 1 16,0-5-33-16,6 0-5 0,1-2 42 0,4-2-34 0,-2 0 2 16,0 0 14-16,-2 0-9 0,1-4-8 0,-2-2 13 15,-1-3 21-15,-1 2-2 0,-3-1-28 0,2 3 8 16,0 2-6-16,-3-3 2 0,0 5 6 0,0 0 28 15,0-1-1-15,0 2-30 16,0 0 37-16,0 0 1 0,0 0-32 0,0 0-7 0,0 0 14 0,0 0-14 16,0 0-1-16,0 0 1 0,0 0-2 0,0 0 2 15,0 0-1-15,0 0 1 0,0 0-29 0,0 0 0 16,0 0 37-16,0 0-50 16,0 0 0-16,0 0 26 0,0 0 12 0,0 0-63 15,8-3 26-15,2 1-5 0,2-1 2 0,1-1 26 16,4 3-1-16,-2-4-8 0,2 4-17 0,1-3-2 15,-1 2 17-15,-2-2-98 0,0 2 44 0,-2 1 26 16,-3-1-11-16,1 2-88 0,-2-2 48 0,-2 2 31 16,0 0-56-16,-5 0 38 0,1 0 1 0,-1 0 8 15,-2 0 83-15,0 0-29 16,0 0-12-16,0 0-22 0,0-2 251 0,0-2-115 16,-5 0-49-16,-6-4-4 0,6 4-10 0,-4-2-1 15,2 0-7-15,-3-2-1 0,2 3 13 0,1-1-24 16,-1-1 44-16,2 3-122 0,3 0 52 0,1 1-7 15,-2 0-35-15,2 2 31 0,0-3 5 0,1 2-1 16,-1-2-18-16,2 1 0 0,-2-1 12 0,2-2-8 16,-3-2 20-16,3 1 2 0,0 0-5 0,0-5-24 15,0 0-1-15,0-2 27 16,0 0 2-16,0-4 11 0,0 1-15 0,0 0 2 16,0-2 26-16,7 1-26 0,2-1-2 0,-1 2-1 15,8-2 43-15,-1 3 0 0,2 3-33 0,1-2 28 16,-3 7 8-16,5 0-37 0,-3 2 16 0,2 5 23 15,-3-1 10-15,1 2-41 0,-1 0 11 16,0 3-6-16,-2 9 4 0,2 1-5 16,-3 4 8-16,-1 2-7 0,-4 5 3 0,-1-3 1 0,-4 7-30 15,-1 2 0-15,-2 0 21 0,0 4-39 16,-12 0 17-16,-5 0 1 0,1-1 15 0,-5-1-38 16,0-6 36-16,3-3 4 0,0-8-38 0,1-2 34 15,-2-3-9-15,4-7 8 0,0-1 57 0,2-2-29 16,4 0-2-16,0 0-27 0,4 0 173 0,-1 0-80 15,5 0-32-15,1-2 185 0,0 2-96 0,0 0-48 16,0-1-37-16,7 1-8 0,14 0-20 0,0 0-1 16,4 0 1-16,4 0 32 0,3 3-32 0,-1 4 0 15,1-3-92-15,2 2 47 16,-3-2 22-16,-2-2 8 0,3 0-201 0,-9-2 82 16,-1 0 59-16,-4 0-197 0,-1 0 98 0,-5 0 32 15,0-2 47-15,-6-6-19 0,-1 0 25 0,-3-7-1 16,0-1 24-16,-2-3 164 0,0-5-77 0,0-2-44 15,0-3 137-15,-7-3-70 0,5-4-47 0,-1-1 8 16,2-6-279-16,1 0 131 0,0 2 52 0,6-2 40 16,13 1-797-16</inkml:trace>
  <inkml:trace contextRef="#ctx0" brushRef="#br0" timeOffset="110145.96">29091 7619 465 0,'0'-13'0'15,"0"2"0"-15,0 4 0 0,-2-3 0 0,-2 2 0 0,-2 0 0 0,-2 3 0 0,-2 4 143 0,-2-2-54 0,-5 3-21 0,-2 7 100 0,-4 14-68 16,0 11-33-16,-2 8-1 0,1 6 179 16,4 6-98-16,0 0-61 0,3 1-27 0,4-1 99 0,3-1-63 15,3-4-31-15,2-6 158 16,5 8-98-16,0-9-46 0,0-2-22 0,10-4 12 16,9 0-35-16,4-5 8 0,4-5-188 0,-1-5 89 15,10-6 46-15,-3-3 22 0,4-5-339 0,1-5 171 16,-2 0 44-16,-1 0 61 0,0-4-476 15,-7-7 248-15,1-2 124 0</inkml:trace>
  <inkml:trace contextRef="#ctx0" brushRef="#br0" timeOffset="110306.67">29142 8002 1448 0,'-14'0'0'0,"4"0"0"0,4 0 0 0,3 0 0 0,1 0 0 0,-1 0 0 0,3 0 0 0,0 0 0 0,7-4 0 0,10 2 220 0,6-4-93 0,-2 2-48 15,6-1 131-15,-3 1-81 0,9 1-52 0,-3 1-23 16,-2-2-227-16,0 2 103 0,0 2 51 0,-6 0-201 16,5 0 122-16,-5 0 66 0,-1 4 32 15</inkml:trace>
  <inkml:trace contextRef="#ctx0" brushRef="#br0" timeOffset="110959.98">29475 7831 959 0,'0'-15'0'0,"0"3"0"0,0 3 0 0,2-4 0 0,6 2 0 0,6-3 0 0,1 3 0 0,8 1 0 0,0 7 371 0,5 2-173 0,-1 1-83 0,1 0 70 0,-5 13-76 15,-1 5-38-15,-3 5 8 0,-3 1-168 16,-5 4 60-16,-5 5 31 0,-6-2 0 0,0 1-62 16,-9 2 54-16,-10 5 15 0,-10-7-151 0,-2 0 87 15,-5-4 31-15,0-1 26 0,7-8-139 0,-7-3 67 16,5-1-14-16,-1-3 151 0,6-5-55 0,6 1 0 15,-1-4-57-15,10-1 311 0,0-1-127 0,8 0-70 16,0-2-10-16,3 0 108 0,0 0-36 0,0 0-39 16,13 0-30-16,10 0-1 0,4 0-28 0,5 0 0 15,7 0-60-15,3 0 26 16,1-2 0-16,2-3 34 0,0-1-388 0,1 0 191 16,-9 1 70-16,11-3-436 0,-8 4 248 0,2 0 125 15,-9-5 62-15,2 3-202 0,1-3 125 0,-4 1 73 16,-2-7-32-16,-5 1 49 0,-2-3 24 0,-4-3 58 15,-4 1 0-15,0-8 0 0,-7 3 0 0,-1-5 0 16,-6 3 61-16,1 0-37 0,-2 3-37 0,0-5 9 16,-3 4 176-16,-7 5-53 0,-4 0-68 15,-1 4 200-15,2 6-110 0,-4 3-29 16,-3 5 37-16,0 1-58 0,-2 0-30 0,0 14 1 16,3 7 88-16,-2 3-63 0,3 5-27 0,1 3 130 15,4 1-78-15,1 1-40 0,6 2 9 0,1-2 21 16,3-2-34-16,2-1-1 0,0 0-34 0,0-4-20 15,5-4 28-15,6-2-8 0,3-3-34 0,-1-4 1 16,0-3 32-16,4-6 1 0,2-5-121 16,-1 0 57-16,3-1 31 0,-1-14 1 0,-1-8-207 15,0-1 81-15,-4-5 62 0,-1-1-139 16,-5-2 90-16,1-1 21 0,1 1 30 0,-5 1-16 16,-1 2 7-16,-5 8 37 0,3 2 102 0,-3 11-51 15,0-2-25-15,0 5-9 0,0 2 105 16,0 3-52-16,0 0-33 0,0 12 138 0,-3 6-75 15,-2 3-15-15,5 7-26 0,0-4 136 16,0 3-71-16,0 0-12 0,0-4-26 0,5-2-96 0,3-1 33 16,5-1 10-16,-2-2-316 0,3-4 158 0,2-3 84 15,1-3 22-15,-1-5-191 0,2 0 81 16,-2-2 69-16,-1 0 0 0</inkml:trace>
  <inkml:trace contextRef="#ctx0" brushRef="#br0" timeOffset="111169.42">30355 7874 515 0,'0'-11'0'0,"0"5"0"0,1 3 0 0,4-1 0 0,3 0 0 0,2 2 0 0,4 0 359 16,2 0-163-16,3 2-81 15,1 0-42-15,-2 12 197 0,1 5-123 0,-4-1-58 16,0 5 3-16,-3 2-29 0,-6-5-1 0,3 5-21 16,-7 0-90-16,-2-1 41 15,0 2-1-15,-13 0 42 0,-6-2-71 0,-5-3 43 0,1 1-8 0,-4-5-116 16,2-2 39-16,-3-2 49 0,1-3-29 0,3-3-136 15,-3 0 65-15,5-4 55 0,5-1-170 0,3 0 107 16,5 0 53-16,6 0 19 16,3-7-168-16,0-7 101 0</inkml:trace>
  <inkml:trace contextRef="#ctx0" brushRef="#br0" timeOffset="111373.39">30657 7836 923 0,'4'-7'0'0,"-4"2"0"0,0 1 0 0,-7 0 0 0,-5 2 0 0,-5 2 0 16,-1 0 0-16,-2 4 103 0,0 13-35 0,-2 2 8 0,5 4 218 0,3 4-131 0,1 1-65 16,7 2 158-16,4-2-111 15,2-5-48-15,0 7-37 0,5-3-42 0,11-5 14 16,1 1 1-16,7-5-163 0,-3-3 89 0,9 0 33 16,-3-3 0-16,1-6-128 0,-2-1 84 0,3-5 43 15,-2 0 21-15,3 0-511 0,-5 0 182 0,-1-4 144 16</inkml:trace>
  <inkml:trace contextRef="#ctx0" brushRef="#br0" timeOffset="111584.89">30865 7743 639 0,'0'-8'0'0,"5"5"0"0,7 0 0 0,1 2 0 0,1 1 0 0,0 0 362 0,2 1-169 0,0 12-80 0,3 2 224 16,-4 5-152-16,0 4-76 0,-2 2-30 0,-5 3 46 15,1 1-46-15,-4 4-24 0,-2 0-39 0,-3 1 16 16,-3 0 9-16,-11-1-8 16,-4 5-173-16,1-10 86 0,-4 4 44 0,-1-4 21 15,0-3-239-15,0-4 126 0,1-2 14 0,4-7-332 16,-1 0 165-16,-1-5 112 0,9-3 46 0</inkml:trace>
  <inkml:trace contextRef="#ctx0" brushRef="#br0" timeOffset="113024.74">31523 7336 646 0,'0'-12'0'0,"0"1"0"0,0 4 0 0,0-1 0 0,0 4 0 0,0-2 0 15,0 4 0-15,0 1 105 0,0-1-28 0,0 0-9 0,0 2 108 0,0 0-63 16,0 9-45-16,0 12 64 0,0 3-50 0,0 12-25 15,-4 5 0-15,-6 6 135 0,-8 14-84 0,-2-6-37 16,-2 8 87-16,-2 1-63 16,5-3-30-16,2-8 7 0,0 3-12 0,5-4-27 15,4-8 0-15,6-6-1 0,-2-2-19 0,4-8 7 16,0 1 13-16,0-8-63 0,0-5 32 0,0-2 0 16,1-7 31-16,2-1-155 0,-1-4 72 0,-2-2 13 15,0 0-89-15,0 0 50 0,0 0 38 0,0-8-5 16,0-6-21-16,0-3 16 0,-5-2 0 0,-3 0 11 15,-3-1-24-15,-3-5 12 0,1 4 0 0,0 5-89 16,-5 0 52-16,0 3 27 16,-1 6-8-16,1 3 75 0,-7 2-41 0,1 2 0 15,1 6 152-15,-1 7-76 0,9 2-46 0,-5 8 8 16,7-1 236-16,3 1-120 0,3-1-66 0,4 3-5 16,3-5 121-16,0 8-79 0,0-8-37 0,3 2 61 15,9-1-41-15,1-3-22 0,3-1 9 0,1-4-224 16,2-3 97-16,8 0 49 0,0-9-487 0,-3-1 254 15,3 0 92-15,5 0 76 0,-5-1-443 0</inkml:trace>
  <inkml:trace contextRef="#ctx0" brushRef="#br0" timeOffset="113230.23">31486 7846 789 0,'10'-19'0'0,"0"8"0"0,12 3 0 0,-1 3 0 0,6-4 0 0,-5 3 229 0,2 2-102 16,-1 2-47-16,-5 2-23 0,3 0 93 0,-7 10-58 15,0 5-21-15,-4 2 105 0,-4 3-71 0,-1 7-36 16,-5-3 0-16,0 2-60 16,-11 0 9-16,-11 1 15 0,-1 0-118 0,-5-4 59 15,-4 2 30-15,2-4-1 0,-2-5-191 0,2-3 106 16,1-1 15-16,7-6-117 0,-1-4 52 0,6-2 61 16,8 0-32-16,3-2-199 0,6-11 135 0,0-10 67 15</inkml:trace>
  <inkml:trace contextRef="#ctx0" brushRef="#br0" timeOffset="113417.72">31787 7656 905 0,'0'-2'0'0,"0"2"0"0,-8 2 0 0,-8 13 0 0,-5 2 0 0,-1 6 0 0,-6 9 157 0,2 0-62 0,9-4-23 16,-2 4 270-16,6-2-155 0,5 0-77 0,2 0 107 15,6-4-93-15,0-3-37 0,0 4-31 0,8-6-57 16,6-4 34-16,2 4-1 0,6-7 1 0,-1-3-195 15,7-2 93-15,-1-6 51 0,-3-1-373 0,5-2 212 16,-2 0 47-16,-5 0 77 0,6-9-508 0</inkml:trace>
  <inkml:trace contextRef="#ctx0" brushRef="#br0" timeOffset="113768.01">32084 7301 1121 0,'1'-3'0'0,"4"3"0"0,2 3 0 0,-1 10 0 0,0 6 0 0,-3 4 0 0,-1 5 89 0,-2 15-32 0,0 2 0 16,0 7 256-16,-5 9-141 15,-4 1-69-15,4-7-27 0,-5 14 105 0,4-9-74 16,-2-8-37-16,2 4-8 0,3-9-29 0,1-5 8 16,-1 0-9-16,3-8-91 0,0-5 45 0,0-10 24 15,0-6-96-15,0-3 67 0,3-7 22 0,-1-3 0 16,-1 0-306-16,1-9 109 0,0-14 93 0,-2 3-14 15,0-10-65-15,-5 2 73 16,-7-2 37-16,-2-2-80 0,-2 3 59 0,-1 9 21 16,-7-5 8-16,2 13-1 0,-4 1 30 0,6 10 0 15,-2-1 82-15,2 2-49 0,3 2 8 0,4 11-41 16,5 5 223-16,2 0-103 0,3 2-67 0,3 1 6 16,0 3 243-16,12-1-90 0,3-2-82 0,5-2 15 15,4 0-14-15,0-4-33 0,3-2 0 0,2-3-253 16,3-6 110-16,-2 0 55 0,-2-4 37 0,4 0-522 15,-5 0 253-15</inkml:trace>
  <inkml:trace contextRef="#ctx0" brushRef="#br0" timeOffset="113907.67">32173 7795 933 0,'0'-5'0'0,"0"3"0"0,0 2 0 0,0 0 0 0,4 0 0 0,8 0 0 0,2 0 0 0,-1 6 246 0,4 4-107 16,-4 4-53-16,6 1 1 0,-5 2-18 0,2 0-9 15,-2-1-27-15,0 2-328 0,-1-1 164 0,0-4 82 16</inkml:trace>
  <inkml:trace contextRef="#ctx0" brushRef="#br0" timeOffset="114100.66">32511 7604 1047 0,'0'-11'0'0,"0"3"0"0,0 2 0 0,0 5 0 0,0 1 0 0,-8 7 0 0,-3 23 133 0,-8 9-51 0,-4 14-24 0,-5 5 319 16,4-5-164-16,-12 15-94 0,2-1-43 16,1 1 73-16,-5 3-58 0,0 0-29 15,-4 2-167-15,0-1 65 0,5-10 36 0,10-15 1 16,8-10-368-16,2-1 202 0,7-13 109 0,7-9 43 16,0 1-293-16,3-12 151 0,0-3-13 0</inkml:trace>
  <inkml:trace contextRef="#ctx0" brushRef="#br0" timeOffset="114489.62">32687 7271 1308 0,'9'-32'0'0,"3"10"0"0,-1 12 0 0,3 9 0 0,-1 1 0 0,-1 0 0 0,-5 0 0 0,-1 15 0 0,-2 11 197 0,-3 13-83 16,-1 8-40-16,-1 4 122 0,-12 15-85 0,0 1-40 15,0 1 1-15,-4 1 54 0,6-1-46 0,1-13-16 16,1 4-8-16,3 0 0 16,-1-7-1-16,2-4-23 0,2-5-76 0,1-10 46 15,2-7-8-15,0-4 39 0,0-12-188 0,0-3 94 16,0 0 35-16,2-7-174 0,0 0 78 0,1-10 60 16,2-8-2-16,-4-9 13 0,-1 2-8 0,0-5-6 15,-1 1-90-15,-12-1 60 0,-3 2 32 0,-6 3-1 16,3 6-50-16,0 6 32 0,-5 4 9 0,3 3 40 15,2 4 141-15,-1 2-71 0,5 2-34 0,-2 9 195 16,7 6-101-16,1 2-61 0,-2 6-16 16,9-5 102-16,-1 3-41 0,3 1-42 15,0 2 169-15,0-5-90 0,3 2-30 0,8-2-28 16,0-5-89-16,3 0 39 0,1-2-9 0,2-3-276 16,1-3 147-16,2-3 78 0,4-5 19 0,-5 0-525 15,8 0 244-15,-8-3 141 0</inkml:trace>
  <inkml:trace contextRef="#ctx0" brushRef="#br0" timeOffset="114814.75">32733 7788 848 0,'3'-11'0'0,"4"5"0"0,7 4 0 0,2 0 0 0,3 0 0 0,0 0-13 16,-3 0 0-16,4 0 0 0,0 2 443 0,3 0-202 15,1 0-98-15,1 0-48 0,-5 0 39 0,0 0-44 16,2 2-14-16,-6 4-76 0,0 1 22 0,-10-4 1 15,3 2 22-15,-6 3-41 0,-3 3 29 0,0 4-9 16,-10 4 54-16,-7 3-1 16,-10 6-31-16,3 1-1 0,-5-1 123 0,-4 7-65 15,3-1-29-15,-2 0 0 0,3-2-2 0,1 0-27 16,6-6 9-16,-2 0-110 0,9-6 50 0,3-4 26 16,7-6 1-16,2-3-131 0,0-1 84 0,3-2 16 15,0-3-87-15,3-1 45 0,11 0 33 0,2 0-11 16,1 0 105-16,3 0-54 0,2 0 0 0,0 0-59 15,5 0 133-15,-8 2-44 16,7-2-24-16,-1 2-170 0,-5 0 73 0,-2 0 46 0,-1 0-1 16,-2 2-454-16,-3-1 221 0,-5-1 123 15,-4 0-315-15,0-2 216 0</inkml:trace>
  <inkml:trace contextRef="#ctx0" brushRef="#br0" timeOffset="114977.31">32760 7974 1325 0,'0'-15'0'0,"0"9"0"0,3 2 0 0,12-2 0 0,0 3 0 0,3-1 0 0,1 2 0 0,1 0 422 15,7 1-195-15,-1 1-97 0,0 0-48 0,-1 0-22 16,-3 5 8-16,3 2-35 0,-4 3-459 0,-2-3 230 16,-1 3 114-16,1 0 65 0,-11-7 21 0</inkml:trace>
  <inkml:trace contextRef="#ctx0" brushRef="#br0" timeOffset="115134.89">33157 7874 1268 0,'0'-5'0'0,"6"-3"0"0,6 1 0 0,2-1 0 0,0-2 0 0,2 3 0 0,-2 2 0 0,4-1 225 0,-2 4-97 16,1 2-47-16,-1 0 3 0,-2 0-30 0,-3 4 0 15,-4 5-462-15,-4 4 212 0,-3 2 106 0,0 2 56 16,0-2-513-16,-13-2 258 0</inkml:trace>
  <inkml:trace contextRef="#ctx0" brushRef="#br0" timeOffset="115272.24">33119 8032 1112 0,'-13'1'0'0,"8"-1"0"0,2 5 0 0,3-5 0 0,0 0 0 0,0 0 0 0,5 0 247 0,8 0-107 0,3-2-54 0,1-2 198 16,2 2-125-16,0-2-56 0,0 2-38 0,2 0-109 15,3 1 39-15,-2 1-1 0,-1 0-416 0,-3 0 235 16,-1 0 106-16,-2 0 56 0,-3 0-552 0,-1 0 290 15</inkml:trace>
  <inkml:trace contextRef="#ctx0" brushRef="#br0" timeOffset="115513.59">33500 7915 877 0,'1'-6'0'0,"6"3"0"0,-5-1 0 0,-2 1 0 0,0-1 0 0,-4 2 0 0,-5 1 81 16,-4 1-28-16,2 0 7 0,1 12 194 0,-2 8-110 15,1 2-56-15,4 0 57 0,3 0-47 16,4 3-37-16,0-2 0 0,0 3 17 0,12-5-22 0,6-2-1 15,4-6-14-15,10-1 16 0,-4-2 0 0,4-6-24 16,3-4-63-16,9 0 32 16,-14 0 7-16,4-11 24 0,-2-4-123 0,-6-3 61 15,-8-2 28-15,-2-2-160 0,-10 1 78 0,-2-9 45 16,-4 1 1-16,-7 1-184 0,-10 0 87 0,-10 6 58 16,-5 0-8-16,-11 8 17 0,3 7 34 0,7 5 0 15,-3 2 14-15,1 0-13 0,14 5-9 0,0 8 8 16,6 4 28-16,8 3-27 0,7 10-1 0,0-3-233 15</inkml:trace>
  <inkml:trace contextRef="#ctx0" brushRef="#br0" timeOffset="117349.99">8673 9495 826 0,'-7'-2'0'0,"2"-1"0"0,3 2 0 16,-2-1 0-16,2 0 0 0,1 0 0 0,-1 1 0 0,2 1 133 0,0-1-49 0,0 1 141 15,0-3-88-15,0 1-56 0,0-2-24 0,5 0 82 16,5-3-52-16,1 0-28 0,4-1 9 0,0 2 75 16,2 1-55-16,2-1-28 0,-1 2 1 0,1 0 14 15,0 2-13-15,0 2-8 0,2 0 11 0,-4 0 0 16,-1 0-32-16,3 0-51 0,-6 0 34 0,1 0-9 16,-5 2 26-16,0 2-145 0,-2-1 72 0,2-2 37 15,-6-1 8-15,-1 2-241 0,0-2 121 0,0 0 59 16,-2 0 2-16,0 0-66 0,0 0 17 0,0 0 7 15,-4 0 91-15,-6 0-1 16,2 0-27-16,-2 0 33 0,-4 0 8 0,3 0-41 16,2 0 0-16,-3 0 218 0,3 0-104 0,0 0-39 15,2 2-27-15,0 0 265 0,2 2-133 0,3-1-39 16,-2 1-43-16,4 4 87 0,-1 1-65 0,1 2-26 16,0 4 5-16,0 4-33 0,0 1-1 0,1 1 84 15,3 8-45-15,0-1-1 0,-1 3-37 0,2 11 93 16,-3-1-46-16,0 0-16 15,-1 14-8-15,-1-3 16 0,0 3 0 0,0 1-39 16,0-1 0-16,0-3-58 0,0-1 25 0,0-2-1 16,0-4-45-16,0-2 40 0,0-7-1 0,0 1 48 15,0-3-216-15,0-2 75 0,-3-3 57 0,-4-9-140 16,2 3 85-16,-1-7 12 0,1 0 35 0,1-7 17 16,1 0 3-16,1-5-7 0,-1 0 6 0,1-3 248 15,2-1-117-15,0 0-54 0,0 0 140 0,0 0-75 16,0 0-56-16,0 0 189 15,2 0 27-15,9 0-270 0,1 0 0 0,2-3 0 16,0-3 0-16,3 2 0 0,0 1 0 0,2 1 0 16,-1 0 0-16,1 1 0 0,2 1 0 0,-3 0 0 15,5 0 0-15,-4 0 0 0,1 0-250 0,1 0 121 16,0 0 67-16,0 0-385 0,-1 0 213 0,0 0 87 16,0 0 58-16,1-3-673 0,0-4 365 0</inkml:trace>
  <inkml:trace contextRef="#ctx0" brushRef="#br0" timeOffset="117543.07">9356 9728 1978 0,'-4'-4'0'0,"4"2"0"0,0 0 0 0,0 2 0 0,0-2 0 0,6 1 0 0,3-1 301 0,3 2-134 0,1-2-67 0,1 0 96 16,4-2-73-16,3 0-50 0,-1 2 1 0,1-1-51 15,-1 0 9-15,2 2 1 16,-1-3 8-16,-2 2-492 0,2 2 242 0,-2 0 121 16,-5 0-751-16</inkml:trace>
  <inkml:trace contextRef="#ctx0" brushRef="#br0" timeOffset="117700.9">9400 10053 1080 0,'-7'9'0'0,"6"4"0"0,1-3 0 0,0-3 0 0,0 2 357 0,1-2-153 16,10 2-90-16,9-3-41 0,4-1 581 0,-1-5-311 16,2 0-155-16,0 0-70 0,8 0 90 0,-8 0-88 15,2-4-44-15,-4 1-718 0,-3 0 337 16,-1 2 178-16</inkml:trace>
  <inkml:trace contextRef="#ctx0" brushRef="#br0" timeOffset="118800.84">10636 9579 811 0,'0'-1'0'0,"0"-3"0"0,0 2 0 0,0-2 0 0,0 0 0 0,0 3 0 0,0-1 0 0,0-1 0 0,0 2 102 0,0-1-35 16,0 0 8-16,0 0 205 0,0 0-123 0,0 0-63 15,0 0-30-15,0-3 201 0,0-1-108 0,0-3-66 16,0-1 63-16,0-2-61 15,0-4-29-15,0 1-67 0,2-3 8 0,1 1 28 16,-3-2-1-16,0 0-96 0,0 2 48 0,0 0 24 16,0 4 9-16,-3 0-27 0,-2 0 22 0,-2 4-1 15,-3-1 22-15,0 3-105 0,1 1 23 0,-3 0 27 16,0 3 50-16,-1 0 0 0,2 3-38 0,-1 0 9 16,-1 0 102-16,2 0-48 0,-2 6-15 0,0 6 71 15,1 1-39-15,-1 2-24 0,2 1 25 16,0 9-10-16,2-2-7 0,-1 4 1 15,4 4-22-15,1 4 47 0,3 5-15 0,2 7-9 16,0 0-23-16,0 2 102 0,3 3-52 0,8 1-25 16,3-1 9-16,2 10 96 0,0-4 67 0,0-1-230 15,-2-6 0-15,1 4 0 0,2 10 0 0,-8-15 0 16,-2 3 0-16,0-3 0 0,-5-4 0 0,-2-11 0 16,0 1 0-16,0-6 0 0,-11-7 0 0,-1-4 0 15,-6-5 0-15,0-2-255 0,-1-4 151 0,-1-5 49 16,-1-2-4-16,2-1-239 15,1 0 131-15,0 0 60 0,6-3 40 0,-2-6-339 16,7-3 187-16,1 1 92 0,4-3 48 0,2-4-225 16,0 0 139-16,11-3 66 0,5-3-487 0</inkml:trace>
  <inkml:trace contextRef="#ctx0" brushRef="#br0" timeOffset="119208.77">11047 9658 424 0,'3'-21'0'0,"-1"1"0"0,0-3 0 0,-2-5 0 0,0 2 192 0,0-2-80 0,-2 1-40 0,-5-1 1 15,-1 4 38-15,-2-5-43 0,1 6-1 0,2 3-34 16,-5 3 23-16,3 1 0 0,-3 2-15 16,1 6 64-16,0-1-36 0,0 6 0 15,-2 1 84-15,-3 2-61 0,2 0-21 0,-4 2-8 16,2 7 76-16,-3 6-54 0,1 3-25 15,0 0-1-15,6 0 158 0,-6 7-96 0,7-3-44 16,1 5 55-16,3 3-49 0,2 4-26 0,3 3 9 16,2 9 82-16,0-3-58 0,0 3-29 0,2 5 0 15,5 2 88-15,3 5-50 0,3 8-37 0,2-2 59 16,0 2-43-16,-1 0 125 0,2-5-203 0,-4-6 0 16,2 1 0-16,-3-2 0 0,-2-7 0 0,-1-1 0 15,-2-9 0-15,-4-1 0 0,0-5 0 0,-2-4 0 16,0-7 0-16,-2-2-298 15,-7-2 212-15,-5-2 20 0,-1-5 33 0,-4-3-205 16,-2-2 107-16,3-4 31 0,-3 0 25 0,1 0-179 16,-3-10 111-16,6-8 54 0,1-3 29 0,2-2-311 15,5-4 160-15,3 0 94 0,4-4-149 0,2 2 117 16,0-2 57-16,11-1-337 0,10 2 189 0</inkml:trace>
  <inkml:trace contextRef="#ctx0" brushRef="#br0" timeOffset="119525.4">11270 9713 584 0,'14'-38'0'0,"-2"5"0"0,-4-2 0 0,-1-2 0 0,-3-4 0 0,0 7 0 0,-2-5 191 0,0 2-80 0,0 4-38 0,-2 3 101 16,0 10-71-16,0-2-26 0,-10 8-9 16,0 4 65-16,0 5-50 0,-6 2-25 0,0 3 120 15,-2 0-64-15,-5 8-45 16,3 9 0-16,-2 4 71 0,-1 5-53 0,3 4-28 15,-1 2 9-15,4 2 77 0,4 3-56 0,2 5 115 16,3-1-85-16,6 0-43 0,2-3-14 0,0 11 99 16,0-3-65-16,2 2-31 0,6 0 0 0,1 1 19 15,0 2-17-15,3 3-9 0,-3 1-25 0,0 2 9 16,-2-1-9-16,0 0 0 0,-2 0 8 0,-1-1-155 16,0-5 74-16,-3 0 36 0,-1 0-91 0,0-5-108 15,0-7 87-15,0-1-406 0,0-5 250 16,-5-5 104-16,0-5 67 0,-6 4-214 0,1-6 133 15,-1 1 79-15,-5 2 35 0,0-2-507 0</inkml:trace>
  <inkml:trace contextRef="#ctx0" brushRef="#br0" timeOffset="120277.21">10500 11057 772 0,'-7'-9'0'0,"1"5"0"0,1 1 0 0,2-1 0 0,-1 2 32 0,4 0 289 0,-3 0-148 0,3 2-71 16,0 0-34-16,0 4-3 0,0 10 1 0,1 5-26 15,3 4-7-15,-2 1 41 0,0 3-42 16,-2-3 1-16,0-4-62 0,0 4 39 0,-6-4-9 0,-3-3 53 16,2-2-22-16,-5-4 1 0,3 1 72 0,0-7-27 15,1 3-9-15,0-5-37 0,5 0 59 0,-1-2-30 16,2-1 9-16,0 0-29 15,2 0 84-15,0 0-45 0,2 0-24 0,9 0 0 16,10 0-52-16,-3-1 9 0,9-4-29 0,-1 2 24 16,1-1 0-16,1 2 25 0,0 1 0 0,-3-2-89 15,3 3 40-15,-3 0 25 0,-4 0-2 0,0 0-134 16,-2 0 58-16,-6 3-13 0,0-2 29 0,-3 3 26 16,-4-2-4-16,-3-2-7 0,-1 2-9 0,0-2 28 15,-2 0-20-15,0 0 19 0,0-2 141 0,-6-9-68 16,-4-5-35-16,-1-5 31 0,-1-4-23 15,-2-2 0-15,-1-4-13 0,0-9-35 0,0 1 11 16,0 2 16-16,0-11-33 0,1 3 0 16,5 3 46-16,2 7-10 0,3-2-23 0,3 9 12 15,1-6 166-15,0 9-79 0,1 2-38 0,9 4-1 16,5 3 109-16,1 0-64 0,5 3-34 0,1 3-3 16,3 6 16-16,1 2-1 15,4 2-27-15,-1 2-8 0,3 12 0 0,-4 7 1 0,0 3-1 16,-3 5 0-16,-3 1 36 15,-1 2-37-15,-4 4-43 0,-3-1 22 0,-5 1-1 0,-2 2 23 16,-5 1-132-16,-2-2 53 0,0 0 35 0,-2-2 6 16,-12-2 1-16,-2-2-68 0,-3-3 42 0,-2-6 7 15,-1-3 34-15,-1-3-20 0,-2-5 7 0,4-2 60 16,1-2-31-16,1-1-12 0,3-2-21 0,4-1 235 16,3 0-110-16,4-3-40 0,3 0 125 0,0 1-204 15,2-1 0-15,0 4 0 0,9 0 0 0,12-1 0 16,-1 1 0-16,8 2 0 15,2 1 0-15,2-1 0 0,2 1 0 0,1 0 0 16,0 2 0-16,1-2 0 0,-3 1 0 0,1 1 0 16,-2 0 0-16,-2-1-181 0,-4-3 137 0,3 1-35 15,-9 0 31-15,1-2 10 0,-7-1-1 0,-4-1 71 16,-1 0-31-16,-5-2 172 0,0 0 50 0,-2 0-223 16,-2 0 0-16,0-9 0 0,0-6 0 0,0-5 0 15,0-4 0-15,0-4 0 0,0-6 0 16,0-9 0-16,0-4-264 0,0-3 141 0,4-15 64 15,3 5 33-15,1-3-1079 0,-1-4 536 16</inkml:trace>
  <inkml:trace contextRef="#ctx0" brushRef="#br0" timeOffset="121888.96">11734 10034 354 0,'0'0'0'0,"0"0"0"0,0 0 0 0,0 0 0 0,-2 0 0 0,2 0 0 0,-2 0 121 0,0 0-48 0,-1-2 0 0,3 0-40 15,-2 0 37-15,0 0 8 0,-3 1-45 0,5-1 0 16,-1 0 56-16,-1-2-29 0,2-2 8 0,0-1 8 15,0-4-43-15,0-1-1 16,0-2 22-16,3-2-22 0,6 1 1 0,2-2 8 0,-2 3-8 0,3-2 40 16,-2 3 0-16,-2 4-40 0,2 2 31 0,-1 1 9 15,2 4-40-15,1 0 14 0,-1 2-14 0,1 0 0 16,2 0-1-16,-1 4 43 0,2 7-8 0,0 0-34 16,-1 0-13-16,0 5 13 0,-2-1 0 15,1-1 8-15,-4 3-45 0,1 1 36 16,-5-2 1-16,1 3 0 0,-4 2-31 0,-2 2 9 15,0 0 21-15,-2 2-5 0,-9 2-22 0,-3-5-8 16,0 0 30-16,-2-6-38 0,-4 6-6 16,1-7 28-16,-2 0 9 0,-1-4-50 0,-1-1 22 15,4-6-4-15,-4 1-46 0,3-4 29 0,-1-1 1 16,3 0 26-16,-1 0-58 0,4 0 25 0,0-1 1 16,1-5 19-16,5 3-30 0,2-3 11 15,1 4 0-15,3-1-131 0,1 0 74 16,0 2 23-16,2 1 20 0,0 0-267 0,4-2 140 15,12 0 64-15,7-2-290 0</inkml:trace>
  <inkml:trace contextRef="#ctx0" brushRef="#br0" timeOffset="122189.66">12157 9958 461 0,'5'-16'0'0,"-1"2"0"0,-2 1 0 0,-1-3 0 0,1-1 0 0,-2 2 254 0,0 2-111 0,0-1-47 15,0 3-35-15,-3 1 62 0,-1 3-45 0,-2 2-22 16,3-1 51-16,-5 4-28 0,2 0-9 0,-3 2-2 16,-2 0-36-16,-1 8 1 0,0 6 0 0,-2 6 45 15,-1 4-8-15,0 3-38 0,4 4 1 0,0-1 132 16,1 2-67-16,6-7-24 0,-1 10-8 0,5-7 103 16,0-1-68-16,0-7-35 15,2 2 30-15,8 0-24 0,4-5-8 0,7 0 24 16,-3-3-28-16,5-1 0 0,0-1-27 0,-3-4-51 15,6 1 21-15,-1-4 1 0,-4-1 28 0,1-4-266 16,1 0 133-16,-2 0 68 0,-3 0 27 0,1 0-540 16,-5-4 263-16,2-5 97 0,-3 0-118 0,-1-1 128 15,-3-3 76-15,-2-2-363 0</inkml:trace>
  <inkml:trace contextRef="#ctx0" brushRef="#br0" timeOffset="122612.49">12327 9528 1051 0,'0'-9'0'0,"0"2"0"0,0 1 0 0,0-3 0 0,0-5 0 0,0 3 226 0,0 0-100 16,10-2 80-16,6 0-87 0,4-1-43 0,1 5-21 0,-1 4 111 15,2-1-71-15,-2 4-31 16,1 2 0-16,-1 0-69 0,-4 0 0 0,-1 5 46 15,-2 7-8-15,-1 3-91 0,-5 0 45 0,-3 4-114 16,-2-1 80-16,-2 5 48 0,0-1-9 0,-4 1-43 16,-5-4 33-16,-5 0-19 0,0-2-16 0,-4-4-2 15,2-1 22-15,-3-1-8 0,-2-4 0 0,3-1 78 16,-1-4-31-16,-1-1 3 0,4-1 185 0,1 0-94 16,4 0-52-16,2 0-12 0,1 0 309 0,4 0-160 15,0 0-78-15,4 0 86 16,0 0-80-16,0 0-41 0,0 0 9 0,12 0-40 15,8 0-8-15,5 0 0 0,1 4 0 0,2-3 41 16,-3-1-12-16,9 5-8 0,-6-5-21 0,-2 0-64 16,0 1 32-16,-2-1 0 0,-3 0-145 0,-2 0 84 15,-4 0 18-15,-4 0-165 0,-3 0 89 0,-4 0 57 16,-2-1 4-16,-1 1-60 0,-1 0 30 0,0-3 29 16,0 0-6-16,-5 1-62 15,-3 0 39-15,-1 2 31 0,3 0-723 0</inkml:trace>
  <inkml:trace contextRef="#ctx0" brushRef="#br0" timeOffset="123632.23">13157 9915 316 0,'0'0'0'0,"0"0"0"0,0 0 0 0,-2 0 0 0,2 0 0 15,0 0 213-15,0 0-90 0,0 0-45 0,0 0 149 0,0 0-89 16,0 0-56-16,0-5-25 0,0-4 75 0,0-2-50 16,0 1 5-16,-1 1-19 15,-3-6-8-15,0 3-27 0,1-1 0 0,-3 1 32 16,0 4 9-16,-1-4-41 0,1 5-18 0,-1-1 17 0,-1 5 1 15,-2-3 0-15,3 4-16 0,-2 0 16 0,-3 2 0 16,1 0-62-16,-2 11 31 0,-2 8 0 16,2 4 39-16,0 7-43 0,2-1 30 0,2 3-16 15,4 2 13-15,3-2 22 0,2 0 6 16,0-2 8-16,0-2 0 0,2-7-37 0,3-2 0 0,6-2 3 16,-4-6 4-16,4-3-1 15,-3 1-3-15,-1-5 9 0,2-2-57 0,3-2 28 16,-1 0-53-16,0-2 32 0,3-14 0 0,0-2 34 15,2-5 2-15,-3-2-83 0,0 0 41 0,2-5 5 0,-2-4-154 16,2-6 74-16,-2 1 45 0,1-4 7 16,-4-5-138-16,2-4 69 0,-1-12 43 0,-2 1-77 15,-3-7 57-15,-2-5 28 0,0-2-8 0,-2 2 24 16,-2 7 12-16,0 19 1 0,0 6-1 16,0 5 90-16,0 12-52 0,-4 2-15 15,-2 11 297-15,2 3-147 0,0 5-83 0,3 3-17 16,-5 2 318-16,1 6-170 0,-4 18-82 0,4 13 72 15,0 7-72-15,-1 6-37 0,3 4 8 0,1 14 70 16,2-6-57-16,0 6-28 0,0-3-1 0,0 2 46 16,2-12-29-16,3 6-8 0,2-5-37 0,0-3 21 15,4-5-22-15,-2-2-133 0,0-11 75 0,3 3 25 16,-3-6 0-16,2-4-269 0,-3-8 139 16,1-1 79-16,-4-5 9 0,3-5 26 0,0-1-615 15,-1-7 299-15,-1-1-79 0,1 0 190 0,3 0 86 16,-1-4 56-16,-2-8-379 0</inkml:trace>
  <inkml:trace contextRef="#ctx0" brushRef="#br0" timeOffset="123892.68">13447 9808 1485 0,'2'-9'0'0,"2"-1"0"0,-1 3 0 0,1-2 0 0,1 1 0 0,1 3 0 0,2-3 0 0,1 4 0 0,6 2 217 0,0 0-85 16,4 2-53-16,0 0 148 0,0 0-97 0,1 8-49 15,-1 3-24-15,-2 5-40 0,0-2-9 0,0 1 25 16,-6 2-94-16,0 2 48 0,-5-2 22 0,-2 2 9 0,-2 2-50 16,-2-1 32-16,-4 2 0 0,-10 2-39 15,-2-4 22-15,0-5 29 0,-6 4-38 0,0-4-33 0,-1-4 15 16,-2 0 20-16,-1-3-6 0,2-5-94 16,0 3 52-16,1-3 29 15,0 0-7-15,7-3-172 0,4 0 91 0,3 0 42 16,3 0-78-16,4 0 67 0,2-3 34 0,0-4-323 15,10-2 178-15</inkml:trace>
  <inkml:trace contextRef="#ctx0" brushRef="#br0" timeOffset="124225.65">14005 9739 994 0,'0'0'0'0,"0"1"0"0,-4-1 0 0,-6 0 0 0,-1 0 0 0,0 0 0 0,-4 0 0 0,0 0 0 0,0 0 118 15,-3 0-42-15,-2 4 43 0,-1 7-34 0,-5 3-31 16,6 5 0-16,-3 1 128 0,4 3-75 0,1 3-37 15,2-3 8-15,2 5 136 0,8-7-91 0,0 1 78 16,6 2-84-16,0-1-43 0,0 0-12 0,2-4-8 0,11 3-14 16,4-3-7-16,2 1-1 0,4-3 1 0,5-2-75 15,2-1 33-15,4-3 21 0,-1-2 1 16,5-5-490-16,-3-2 215 0,3-2-493 16,0 0 366-16,3-8 178 0,-9-1 89 0</inkml:trace>
  <inkml:trace contextRef="#ctx0" brushRef="#br0" timeOffset="124737.82">14425 9913 736 0,'0'-14'0'0,"0"0"0"0,0 3 0 0,0-3 0 0,0-2 0 0,-2 3 0 0,-2 0 91 0,1 2-29 0,-4-1 117 0,-1 5-65 0,-2-5-44 16,3 5-1-16,0 1 9 15,-5 1-23-15,1 2 1 0,0 3-15 0,-3 0 42 16,0 0-25-16,-4 8 0 0,2 8-4 0,0 2 12 15,4 3 9-15,-4 5-42 0,5-2 75 0,2 3-38 16,3 1 0-16,2-2 39 0,4-3-30 0,0 0-8 16,0 1-39-16,2-6-35 0,4 2-1 0,5-8 37 15,0 0 8-15,3-3-80 0,0-5 36 0,2-2 0 16,-1-2-150-16,2 0 84 0,-3-8 37 0,4-11 23 16,-4-1-175-16,0-3 76 0,-1-3 51 15,-4 4-9-15,3-11-49 0,-3 1 42 0,-2-1 0 16,1-8 40-16,0-1 37 0,-3 3-44 0,2-16-27 15,2-6 34-15,0-3 1 0,0-6-1 16,0 2-58-16,1 10 20 0,-1-2 9 0,-3 18 30 0,-3 4 120 16,-1 11-60-16,0 2-31 0,-2 11-7 15,0 2 385-15,0 6-191 0,0 5-81 0,0-1 316 16,0 2-191-16,0 0-90 0,0 0-18 0,-7 17-44 16,1 4-21-16,-1 5 0 15,1 4-23-15,2 6 41 0,0 8-9 0,2-2 20 16,2 5-26-16,0 0 0 0,0 1-25 0,0 2 8 0,0 0-39 15,0 2 31-15,0 0-81 0,0-4 41 16,2-1 0-16,2-7 48 0,2 7-9 0,0-10-63 16,1-1 21-16,0-4 0 0,1-4 17 15,1-9-185-15,-1-2 71 0,1-4-214 16,1-6 137-16,-1-1 79 0,0-6 19 0,1 0-365 16,1 0 212-16,-2-8 104 0,3-5 51 0,-3-3 25 0,0-4-420 15,0-2 214-15</inkml:trace>
  <inkml:trace contextRef="#ctx0" brushRef="#br0" timeOffset="124904.88">14671 9814 969 0,'0'-7'0'15,"0"1"0"-15,0 4 0 0,0-2 0 0,0 2 0 0,0 1 115 0,0-2-33 0,0 3-29 0,0 0 321 0,0 0-171 0,0 0-85 16,5 0-43-16,2 0 211 0,2 0-131 16,2 4-28-16,1 2-47 0,0 0-23 15,4 1-1-15,-1-1-15 0,2 1-77 0,-3 1 35 0,2 2-531 16,-3-1 283-16,-1-1 141 0,-3 0 78 15,2 4 28-15,-6-3-718 16</inkml:trace>
  <inkml:trace contextRef="#ctx0" brushRef="#br0" timeOffset="125145.24">14998 9598 998 0,'-5'-8'0'0,"3"5"0"0,0 1 0 0,-2 0 0 0,3 0 0 0,-2 0 0 0,3 2 514 15,-2 0-241-15,-2 0-120 0,-3 19-60 0,-2 5 184 16,-3 9-114-16,-2 10-69 0,-4-1-31 0,2 10 174 0,-7 8-102 16,2-2-51-16,3-4 44 15,-9 18-52-15,1-2-21 0,0-1-101 0,-3 0 40 0,1-1 0 16,4-12 47-16,-6 10-152 0,9-20 72 16,-1 3 35-16,2-7 1 0,2-8-395 15,5-6 209-15,0-4 50 0,5-10-357 0,3-5 233 0,1-3 114 16,3-5 59-16,1-1-311 0,0-4 189 0,0-8 89 15,5-5-243-15</inkml:trace>
  <inkml:trace contextRef="#ctx0" brushRef="#br0" timeOffset="125659.86">15193 9945 649 0,'2'-20'0'0,"3"3"0"0,-4-2 0 0,3 1 0 0,-2-3 0 0,0 2 272 0,-2 0-119 0,0 0-61 16,0 1 172-16,0 1-116 0,-2 5-49 0,-4 1 116 15,-2 2-92-15,1 3-44 0,-4 3-24 0,-1 3 7 16,-1 0-8-16,-4 7-21 0,1 13-1 0,-4 7-4 16,4 3 5-16,-3 2 8 15,4 6-8-15,2-1 37 0,2 0 0 0,4-1-37 16,0 0-1-16,3-4 81 0,4 0-45 0,0-6-15 15,0-5-52-15,0-3 1 0,4-2 31 16,3-5-40-16,2-3 16 0,2-3 0 0,2-5 24 0,2 0-156 16,6-2 75-16,-5-9 32 0,5-8 16 0,-2-3-183 15,-1-3 92-15,0-4 22 0,0-3 31 0,-2-6-185 16,3-2 101-16,-7 0 33 16,1-3-49-16,1-2 52 0,-3-2 27 0,2-2-25 15,-3-1 29-15,-1-2 0 0,-2-3 23 0,1-1 12 16,-2-1-12-16,-3 12-9 0,-1-6 8 0,0 16 56 15,-2 9-28-15,0 1-1 0,0 11-26 0,0 0 261 16,0 7-104-16,0 5 240 0,0 0-161 0,0 2-94 16,0 0-45-16,-4 7 71 0,1 15-55 0,-3 9-25 15,0 8 1-15,0 2 55 0,3 6-39 0,-3 3 8 16,3 2-49-16,-1 2 52 0,0 1-25 16,1 1-1-16,0-2-34 0,1 1-6 15,0-4-8-15,0 1-132 0,2-4 78 0,0-4 38 16,0-8 0-16,0-5-334 0,2-3 161 0,6-6 91 15,0-7 17-15,1-8-242 0,2-1 124 0,2-6 71 16,2-2 46-16,2-13-445 0</inkml:trace>
  <inkml:trace contextRef="#ctx0" brushRef="#br0" timeOffset="126064.34">15535 9566 1384 0,'0'-9'0'0,"-2"3"0"0,0 2 0 0,0-1 0 0,1-3 0 0,1 2 0 0,0 0 208 0,0-4-88 0,7 4-35 0,8-1 197 16,6-2-125-16,1 1-62 0,7 0-31 0,-1 2 20 16,-2 5-17-16,6-1-9 0,-11 2-25 0,4 0-33 15,-5 0-1-15,1 0 34 0,-5 7-58 0,-2 2 25 16,-3-3 0-16,-1 0-79 16,-5 1 56-16,1-1 28 0,-3 0-2 0,-1 1 23 15,-2 6-33-15,0 2 20 0,-9 6-39 0,-7 4 234 16,0 3-94-16,-3 2-52 0,0 1-18 0,-3 11 33 15,1-5-13-15,-2 1 0 0,5-2-69 0,-5 7 15 16,6-9 0-16,0-1-64 0,2 0 44 16,2-5 21-16,4-6 8 0,1-3-63 15,1-3 30-15,3-6-1 0,0 2 7 0,3-7 20 0,1 1-14 16,0-1 10-16,0 0-30 0,0-3 142 16,0 3-56-16,0-1-27 0,7 0 69 0,8-1-46 15,2-1-11-15,4 0 0 0,3-2 54 0,0 0-35 16,-3 0 8-16,7 0-200 0,-1 0 78 0,-6 0 40 15,0 0-1-15,-1 0-279 0,-1 0 146 0,-5 0 57 16,1 1 44-16,-5 2-456 0,-1-2 231 0,-4 1 116 16,-3-2-169-16,0 2 147 0,-2-2 69 0,0 0-400 15,0 0 234-15</inkml:trace>
  <inkml:trace contextRef="#ctx0" brushRef="#br0" timeOffset="126238.87">15513 9789 1422 0,'-5'-3'0'0,"0"1"0"0,5 0 0 0,-2 1 0 0,2 1 0 0,0 0 0 0,0 0 642 0,7 0-304 0,9 0-145 0,7 7 256 0,0 0-208 16,4 1-104-16,3 1-52 16,2 3-17-16,3-1-27 0,-4 0-8 0,0 0-611 15,-4 3 306-15,-1-3 152 0,-7 0 77 0</inkml:trace>
  <inkml:trace contextRef="#ctx0" brushRef="#br0" timeOffset="128488.23">16292 9671 781 0,'-2'0'0'0,"-1"0"0"0,1 0 0 0,0 0 0 0,0 0 0 0,1 0 0 0,-1 0 0 0,2 0 0 0,0 0 288 0,0 0-119 0,-3 0-73 0,3 0-31 15,0 0 141-15,8-3-86 0,10-5-44 0,3 1 101 16,4-4-77-16,0 3-33 0,0 0 2 15,-4 6 0-15,9 0-36 0,-7 2 8 0,5 0 27 16,-1 0-1-16,-2 4-34 0,1 4-1 16,1 0 11-16,-2-3-2 0,3 3-9 0,-4-1 1 0,-4-4-116 15,1 3 58-15,-1-2 29 16,-4-1-282-16,-2-2 131 0,-3-1 79 0,-2 0 11 16,-4 0-355-16,0 0 179 0,-3 0 92 0,-1 0-87 15,1 0 97-15,-2 0 49 0,0-4 25 0</inkml:trace>
  <inkml:trace contextRef="#ctx0" brushRef="#br0" timeOffset="128691.93">16568 9257 1511 0,'-1'-12'0'0,"-3"6"0"0,0 1 0 0,1 3 0 0,1 0 0 0,-3 2 0 0,2 0 0 0,-1 8 247 0,4 16-108 16,0 4-44-16,0 11 141 0,0 4-101 0,2 4-52 15,3 6-24-15,5 4 278 0,-2 8-156 16,-3-1-74-16,-1 6-37 0,-3 1 21 0,1 6-29 0,0 2 8 16,0 15-423-16,1-10 192 0,0 2 98 0,-1-9 47 15,0 6 25-15</inkml:trace>
  <inkml:trace contextRef="#ctx0" brushRef="#br0" timeOffset="130324.61">17543 9452 821 0,'-6'-6'0'0,"2"2"0"0,2 1 0 0,0-3 0 0,-1-3 0 0,-1-3 0 0,2 1 0 0,0-6 143 16,2 0-55-16,0-4-28 0,0-1 4 0,0-5-8 16,0 2-23-16,0 6-38 0,0-10 38 0,-3 5 0 15,-3 3 8-15,0-1-35 0,-3 3 27 0,0 0-1 16,-3 5 1-16,-1 1 48 0,-1 1-15 0,2 3-9 15,-3 5-25-15,0 0 77 0,0 4-39 0,0 0 1 16,0 0 37-16,-1 8-42 0,4 3 1 16,-2 6-35-16,3 5 41 0,4 0-1 15,0 6-31-15,4 3 66 0,3 3-37 0,0 9 0 16,0 0-37-16,3 4 43 0,9 3-13 0,-1 5-8 16,3 2-23-16,-3 1-31 0,0 0-1 0,-1 1 33 15,-3-4 8-15,0 0-82 0,-1-4 37 0,-4-3-1 16,-1-2-16-16,-1-12 14 0,0 5 7 0,0-7-78 15,-9-6 46-15,-2-7 6 0,-4-4-1 0,0-6-38 16,-4-4 31-16,-4-2 3 0,0-3 1 16,2 0-173-16,-4-3 92 0,7-5 32 15,-1-6-355-15,1-1 200 0,8 0 101 0,4-4-153 16,6-1 126-16</inkml:trace>
  <inkml:trace contextRef="#ctx0" brushRef="#br0" timeOffset="130704.15">17807 9505 867 0,'4'-34'0'0,"0"2"0"0,0 1 0 0,-2 1 0 0,0-11 0 0,-2 5 0 0,0 1 0 0,0 1 0 0,0 4 200 0,-6 4-84 16,-2 3-41-16,-1 2 75 0,-2 3-51 15,-3 3-37-15,2 5 39 0,-4 3-35 0,2 1 0 16,-2 4-33-16,2 2 114 0,-2 0-61 0,1 2-26 15,2 9-1-15,0 2 98 0,0 6-61 16,3 2-24-16,3 5 102 0,0 2-71 16,3 2-34-16,2 6 77 0,2 5-56 0,0-5-21 15,0 13-8-15,0-2 24 0,0 2-26 0,0 3 0 16,2 1-26-16,2 0 58 0,1 1-34 0,1 0 1 16,-1 1-26-16,3-2-39 0,0-3 0 0,-3-7 48 15,6 6-134-15,-3-11 63 0,-2-1 31 0,-1-4-255 16,-1-6 123-16,-4-6 73 0,0 0 6 15,0-4-242-15,-6-2 118 0,-7-3 72 16,-2 0 36-16,-4-3-49 0,-3 1 46 0,-1-4 0 0,-3-6 38 0,1 0-134 16,1 0 68-16,4-2 24 15,-1-13 9-15,8-6-182 0,6-5 107 0,7-3-292 16,0-2 201-16,14-2 91 0</inkml:trace>
  <inkml:trace contextRef="#ctx0" brushRef="#br0" timeOffset="130997.61">18099 9437 1089 0,'5'-34'0'0,"1"0"0"0,-1-6 0 0,-3-4 0 0,2 2 0 0,-2 6 0 0,0 1 0 0,-2 1 165 16,0 10-57-16,0 2-43 0,-2 4 1 0,-6 5 205 16,-1 6-120-16,-2 3-59 0,-2 2 121 0,-2 2-95 15,-4 8-42-15,2 10 33 0,-2 8-38 0,4 3 0 16,0 5-30-16,2 0 85 0,2 11-46 0,5-7-24 15,1 8 1-15,3 0 30 0,2 1-18 0,0 5-9 16,0-1-27-16,0 3 65 0,4-2-33 16,1 1-53-16,1-1 28 0,-3-3-7 15,1-2 0-15,0 0-111 0,0-4 56 0,-2-5 27 16,-2-1 8-16,0-3-196 0,0-4 89 0,0-3 56 16,-2-6 2-16,-6-1-113 0,-3-3 40 0,0-2 50 15,-3 0-384-15,0 0 205 0,-5 2 102 0,0 0-503 16,2-2 294-16</inkml:trace>
  <inkml:trace contextRef="#ctx0" brushRef="#br0" timeOffset="132156.78">17462 10517 841 0,'-2'-6'0'0,"2"3"0"0,0 2 0 0,0 1 0 0,0-2 0 0,0 2 159 15,0 0-63-15,0 0 201 0,0 8-136 16,0 3-65-16,0 2-31 0,0 0 28 0,0 4-22 16,-2-2-9-16,-5 0-29 0,-1 0 12 15,-1-2-12-15,-2 1 0 0,-1-5 7 0,1 1 27 16,-2-1-1-16,1-2-33 0,0-1 40 0,0-3-40 16,3 1 8-16,1 0 54 0,-1-2-32 0,3 1 1 15,2-3-31-15,2 1 26 0,1-1-18 0,1 0-8 16,0 0 0-16,0 0-25 0,0 0 0 0,1 1 25 15,8-1 8-15,7 0-127 16,-1 0 57-16,2 0 30 0,4 0-61 0,-1 0 40 0,4 0 12 16,3 0-5-16,-1 0-20 0,3 0 0 15,-3 0 15-15,0 0 17 0,-2 0-13 0,8-1 12 16,-6 0-11-16,-5-2-31 0,8-1 2 0,-11 1 38 16,3-3 11-16,-7 2-119 0,-2 1 45 0,-3-3 27 15,-3 2-18-15,-3 2-1 0,0-2 20 0,-3-3 129 16,0-2-57-16,0-1-27 0,-8 1-5 0,-5-3 93 15,0-1-53-15,0-2-25 0,-2-2 16 0,-2-2-1 16,0 1-1-16,0-5 0 0,4 3 22 16,-2-5-59-16,4 1 44 0,3 5-20 15,1 0-35-15,3 0 36 0,2 4 7 0,2 0 23 16,0 2-3-16,2 0-27 0,11 2-12 0,2 0-4 16,6-1 17-16,3 3-3 15,2 2-3-15,3 2-23 0,-1 4 26 0,0 1 0 0,-3 0 9 16,7 0-49-16,-6 7 43 0,-2 6-2 0,-2 5-93 0,-1 0 44 15,-6 1 15-15,0 7-1 0,-5-1-47 0,-5 3 31 16,-3 1 7-16,-2 1-4 0,0 1-9 16,-11 1 30-16,-4-2-12 0,-2-2 43 15,-4-1-5-15,1-7-29 0,1-5-6 0,-2-2 62 16,1-3-25-16,1-5 0 0,0 0-13 0,2-4 151 16,2-1-65-16,6 0 61 0,0 0 48 0,3 0-86 15,1 0-27-15,5 0 105 0,0 0-84 0,0 0-37 16,0 0 0-16,7 4-172 15,7 3 68-15,6 3 40 0,4 1-7 0,0-1-5 0,2 0 1 0,3-1 37 16,-1 0-286-16,-4-6 119 0,6 3 73 16,-3-6-202-16,-3 0 122 0,0 0 61 15,-3 0-12-15,-2 0 42 0,-2-4 17 0,-4-6 0 16,-5 5 1-16,1-6 191 0,-6-1-95 0,-1-1-57 16,-2-4-16-16,0-6 336 0,0 0-167 0,-2-4-49 15,-3-3 7-15,0-8-7 0,-3-5-44 0,4-2-227 16,0-2 96-16,2-5 48 0,2-1 25 0,0-2-735 15,0 3 361-15,8 7 154 0,3 9 98 0,2-1-605 16,-1 7 343-16</inkml:trace>
  <inkml:trace contextRef="#ctx0" brushRef="#br0" timeOffset="132623.31">18611 9694 545 0,'-4'-22'0'0,"1"5"0"0,1-4 0 0,-2-6 0 0,-1-1 0 0,1 2 200 15,-4 2-84-15,1 5-34 0,-1-2-28 0,-2 3 141 16,-2 4-81-16,-1 5-41 0,-3 3 77 0,2 4-51 16,-3 2-37-16,-3 4 0 0,-1 17-4 0,-2 9-25 15,0 4 0-15,7 1 86 0,-5 12-47 0,8 0 0 16,1-2-40-16,7 2 88 0,3-9-36 0,2 9-29 15,0-11-1-15,0 1 59 0,7-5-40 0,7-4 0 16,-2-6-86-16,6-4 19 0,-2-1 0 16,3-8 26-16,0-6-75 0,0-3 37 15,2 0 9-15,-1-1-204 0,-3-18 112 0,0-4 30 16,-2-3 37-16,-1-4-226 0,-4 0 114 0,0-4 27 16,-5 0 41-16,-1 1-68 0,0-1 51 0,0 0 25 15,-2 2 43-15,0 7-17 0,-2 5-1 0,0 5 214 16,0 5-106-16,0 3-55 0,0 3-34 0,0 2 193 15,0 2-100-15,-2 13-23 0,0 10-34 0,0 2 267 16,2 0-101-16,0 5-82 0,0-1-37 16,6-3-1-16,4 1 1 0,4-3-36 15,1-7-188-15,2 2 90 0,-1-4 49 0,5-2 24 16,-1-4-386-16,0-3 182 0,-1-2 68 0,-3-4-160 16,1 0 97-16,0 0 79 0,-3-6 40 0,-2-5-283 15,0-4 153-15,-3-2 89 0,-5-7 40 16</inkml:trace>
  <inkml:trace contextRef="#ctx0" brushRef="#br0" timeOffset="132884.54">18816 9301 1232 0,'-2'-22'0'0,"2"1"0"0,-1 8 0 0,1-2 0 0,0 4 0 0,0 2 0 0,0 3 0 0,7-1 0 0,7 6 177 16,2-1-73-16,-1 2 112 0,2 0-92 0,0 0-46 15,-4 8-14-15,1 3-6 0,-7 2 0 0,2 3-25 16,-5 0-1-16,-3 4-106 0,-1-3 62 0,0 1 18 15,-1 1-104-15,-12 1 66 0,-5-3 32 0,0-4 8 16,-6 4-33-16,1-6 24 0,2-2-23 0,1 0 0 16,-1-4 173-16,0-1-67 15,6-1-49-15,4-1 238 0,1 0-116 0,5 0-64 16,1-2-18-16,2 0 54 0,2 0-52 0,0 4-21 16,8 0 0-16,13-1-108 0,2 0 43 0,4 0 30 15,1-1-159-15,0 1 86 0,2 1 43 0,-1 2-572 16,-1-1 272-16,-3-1 153 0,5 2 27 0,-4 0-537 15</inkml:trace>
  <inkml:trace contextRef="#ctx0" brushRef="#br0" timeOffset="133698.76">19121 9549 1138 0,'0'0'0'0,"0"0"0"0,0 0 0 0,0 0 0 0,0 0 0 0,0 0 0 0,0 0 199 0,0 0-75 0,0 0-49 0,1 0 213 16,1 0-128-16,4 0-64 0,-3 2-31 0,3 0 94 15,0 0-67-15,-2 0-30 0,-1-2 1 0,1 1-10 16,-2-1-20-16,0 0 59 0,0 0-34 0,-1 0 0 16,1 0-25-16,-2 0-16 0,0 0 16 0,0 0 8 15,0 0-8-15,0 0-24 0,0 0 0 0,0 0 24 16,0 0 0-16,0 0-107 0,0 0 49 0,0 0 17 15,0 0 0-15,0 0-144 0,0 0 81 0,0 0 24 16,0 0-11-16,0 0 11 16,0 0 0-16,0 0 42 0,0 0-10 0,0 0-26 15,0 0 21-15,0 0 62 0,0 0-31 0,0 0 1 16,0 0-36-16,0 0 138 0,0 0-61 0,0 0-18 16,0 0 92-16,0 0-52 0,0 0-28 0,0 0-4 15,0 0 12-15,0 0-5 0,0 0 0 0,0 0 30 16,0 0-17-16,0 0-2 0,0 0-28 0,0 0-51 15,0 0 26-15,0 0 0 0,0 0 33 0,0 0-238 16,0 0 109-16,0 0 45 16,0 0 31-16,0 0-290 0,0 0 143 0,0 0 50 15,0 0-38-15,0 0 47 0,0 0 34 0,0 0 10 16,0 0 15-16,-2 0 8 0,2 0 0 0,-1-1 45 16,-1 1-22-16,0-2-1 0,0 2-30 0,-2 0 145 15,1 0-69-15,-1 0-32 16,-2 0 0-16,0 0 123 0,1 3-70 0,-4 3-4 0,-1 2 22 15,-1 1-22-15,-2 0 0 0,-1 6-40 0,2-3 8 16,-6 5 12-16,4 2-13 0,0-1 26 16,3 5-25-16,2 0 0 0,1-3 6 0,2 8 61 15,4-1-31-15,2-1-1 0,0 0 63 0,0-2-41 16,2-5-15-16,8 2-56 0,-1-1 0 0,1-8 27 16,1-1 0-16,0-4-74 0,-2-3 46 0,2-4-9 15,1 0 37-15,-1 0-223 0,1-17 105 0,1-5 37 16,0-6 9-16,-2-6-199 0,2-5 113 0,1-2 26 15,-3-3-100-15,1-1 83 0,-3-4 34 0,0-4 28 16,2-6-3-16,-3-1 0 16,1-3 24-16,-2-2-8 0,2 7 1 0,0-14 7 15,-4 17 0-15,-1 3 17 0,-2 17-17 0,-2 11 1 16,0 8-9-16,0 3 216 0,0 5-90 0,0 8-56 16,-6 8 286-16,1 21-154 0,-3 13-50 0,0 7-50 15,3 13 238-15,-1 2-132 0,3 4-68 0,-1-7 145 16,0 18-109-16,3-9-52 0,1-2-24 0,-3-6 4 15,3-10-31-15,0-7 9 16,0 0-8-16,4-7-250 0,4-8 124 0,-1-9 63 0,0-6 32 16,3-4-646-16,1-6 280 0,0-3 179 15,3-2-517-15,-3 0 335 0,2-5 167 0,-2-11-236 16,0-6 205-16</inkml:trace>
  <inkml:trace contextRef="#ctx0" brushRef="#br0" timeOffset="133901.22">19359 9645 1182 0,'0'-17'0'0,"0"4"0"0,0 0 0 0,0 1 0 0,0 1 0 0,2 2 0 0,0 2 0 0,5 1 413 0,2 0-194 16,5 4-94-16,-1 0-45 0,4 2 72 16,-2 0-59-16,2 8-22 0,1 7-9 0,-2 5 45 15,-5 3-38-15,-2 1 1 0,-5 7-38 0,-2-1-14 16,-2 4-9-16,-2-1 24 0,-15-1-63 0,-2 0 32 16,-5-1-1-16,-2-4-71 15,-1-4 47-15,-1-4 27 0,0-6-7 0,0-2-224 16,-1-6 100-16,9-2 62 0,-1-3 7 0,4 0-115 0,4-3 56 0,4-8 45 15,7-7-282-15,2-3 152 0,0-7 89 0,19-4 40 16</inkml:trace>
  <inkml:trace contextRef="#ctx0" brushRef="#br0" timeOffset="134451.27">19645 9512 1292 0,'9'-9'0'0,"0"5"0"0,-3 2 0 0,-2 0 0 0,-2 0 0 0,-2-1 0 0,0 3 0 0,-16 7 207 0,2 14-88 15,-7 4-42-15,1 8 288 0,-3 2-166 0,7-1-75 0,-4 11-49 0,8-6 115 16,7-7-79-16,3 2-39 0,2-7-77 16,2 5 14-16,15-10 0 0,7-1-275 15,2-5 149-15,4-4 75 0,2-3 45 0,4-5-503 16,0-4 258-16,2 0 56 0,5-2 87 0,-3-9-295 16,-8-1 172-16,3-2 99 0,-5-3 45 0,-3-2-51 15,-6 0 48-15,-3-3 24 0,-4 1 37 0,0-7 8 16,-7-1-21-16,-1 0 184 0,-4-1-92 0,-1 0-46 15,-1 5-31-15,0-3 276 0,-5 9-144 16,-10 0-18-16,0 4-54 0,-3 4 304 0,-5 5-149 16,2 5-86-16,-6 1-39 0,3 0 175 15,2 12-108-15,-1 9-53 0,4 4-18 0,3 3 41 16,2 2-38-16,5 2-1 0,5 0 42 0,4-3-40 16,0-2 8-16,0 3-79 0,9-5 0 0,3-7 32 15,3 2-1-15,2-6-193 0,-1-5 104 0,4-2 41 16,-4-2 25-16,3-5-305 0,0 0 152 0,-2-2 38 15,-2-13-170-15,0-3 117 0,-1-5 63 16,-5-2 31-16,-2-3-38 0,0-6 35 16,1-1-8-16,-2-11-12 0,-1 3 27 0,3-7 1 15,-3-11 27-15,3 2-66 0,-2 0 25 0,3-10 8 16,-2 3 33-16,0 11-45 0,-2 3 22 0,-3 18 1 16,0 8 212-16,-2 8-91 0,0 4-49 0,0 7-25 15,0 7 232-15,-8 0-103 0,0 27-76 0,1 11 461 16,0 4-238-16,3 5-110 0,0 3-63 0,4 7 255 15,0 1-151-15,0 0-87 0,0-1-40 16,2 0 116-16,5-4-78 0,2-4-38 16,0-10 7-16,3 2-240 0,-1-7 96 0,5-5 50 15,-3-10-558-15,0-1 311 0,2-7 143 0,0-3-383 16,-2-6 245-16,3-2 58 0</inkml:trace>
  <inkml:trace contextRef="#ctx0" brushRef="#br0" timeOffset="134608.34">20245 9545 1397 0,'-4'-7'0'0,"4"6"0"0,0 1 0 0,0 0 0 0,2 0 0 0,7 0 0 0,1 8 0 0,5 8 0 0,4-1 452 15,2 2-210-15,-3-3-96 0,5 3-8 0,0 1-52 0,-3-2-27 16,1-2-445-16,-4-1 210 0,0 0 112 0,-2-1 44 16,-2-4-263-16,-1 2 151 0,-3-3 76 0,-2-2 39 15</inkml:trace>
  <inkml:trace contextRef="#ctx0" brushRef="#br0" timeOffset="134778.91">20572 9444 848 0,'0'-15'0'0,"0"10"0"0,0 0 0 0,0 2 0 0,0 3 0 0,0 3 0 0,-5 24 0 0,-4 10 349 0,-3 8-157 0,-4 6-72 16,-5 13-48-16,-4-1 397 0,0 0-218 0,-5 7-109 15,-5 1 146-15,-6 2-119 0,-7 12-73 0,7-9-166 16,9-10 52-16,-1 5 25 0,4-3 0 0,10-13-150 15,3-2 84-15,4-16 46 0,3-3 23 16,5-10-775-16</inkml:trace>
  <inkml:trace contextRef="#ctx0" brushRef="#br0" timeOffset="135210.87">20760 9915 1022 0,'21'-47'0'0,"-1"1"0"0,-1-1 0 0,-1-2 0 0,-6 1 0 0,-4 4 0 0,-7 8 0 0,-1 2 398 16,0 7-183-16,-3 5-91 0,-8 4-46 0,-5 6 137 15,0 5-83-15,-3 7-53 0,-4 0 137 0,-1 12-92 16,-4 16-45-16,3 5-23 0,4 1-33 0,0 9 10 16,5-2 0-16,9-4 63 0,1 1-32 0,6-1 1 15,0-4-24-15,0-3-74 0,4-3 34 0,9-5-1 16,-1-5 32-16,2-2-101 15,2-6 59-15,0-3 4 0,0-6-360 0,0 0 185 16,5-2 68-16,-5-17 54 0,3-3-303 0,-4-4 169 16,1-6 80-16,-2-8-80 0,0 1 80 0,-1-4 40 15,-2-3-8-15,2-4 21 0,-4-5 0 0,3-11 27 16,-1 5 1-16,-2-3-48 0,-1 7 16 0,-2 1 8 16,-2 6 16-16,-3 15 8 15,-1 11-1-15,0 2 0 0,0 10 238 16,0 3-114-16,0 5-62 0,0 4 486 0,-1 6-252 0,-3 20-93 0,-2 4-68 15,5 12 242-15,-4 1-156 0,5 4-77 0,0 7-40 16,0 2 207-16,0 5-114 0,0 6-70 0,0-5 19 16,0-9-40-16,-2 4 0 0,2-7-251 15,0-7 114-15,0 0 44 0,0-7 26 0,0-6-584 16,2-10 305-16,10-3 119 0,1-9 92 0,8-8-786 0</inkml:trace>
  <inkml:trace contextRef="#ctx0" brushRef="#br0" timeOffset="135558.6">21174 9382 1783 0,'0'-10'0'0,"0"7"0"0,11-3 0 0,7-1 0 0,-1-1 0 0,4 3 0 0,-1 1 238 16,5 1-102-16,3-1 143 0,4-2-128 0,0 2-59 16,-2 0-29-16,2 0 136 0,-4 1-83 0,-5 2-33 15,-3-2-29-15,-3 3-25 16,-8 0 4-16,1 0-1 0,-6 0 1 0,-4 11 30 0,-4 10-30 0,-17 7 0 15,-5 2 162-15,-4 4-81 0,-2 6-40 16,0-1 188-16,0 0-262 0,4 2 0 16,3-3 0-16,5-8 0 0,1 2 0 0,5-5 0 15,2-4 0-15,5 0 0 0,3-4 0 0,4-9 0 16,0 1 0-16,0 0 0 0,2-1 0 0,7-6 0 16,5 1 0-16,0 1-226 0,3-2 191 0,2 1-53 15,0 3 40-15,-1-1-11 16,1-2-1-16,0 3-136 0,-1-1 82 0,-2 3 32 0,-1-2 9 15,-2-3-317-15,-5 1 179 0,-1-3 89 16,-4 1 45-16,-1-2-376 0,-2-2 214 0,0 0 103 16,0 0 52-16,-9 0-273 0,-4-3 162 0,0-9-159 15,-5-5 165-15</inkml:trace>
  <inkml:trace contextRef="#ctx0" brushRef="#br0" timeOffset="135694.24">21102 9487 1756 0,'-9'0'0'0,"5"0"0"0,4 2 0 0,11-1 0 0,14 4 0 0,6 0 0 0,12 3 0 0,3 3 497 16,-1 2-232-16,4 0-116 0,2 0-59 0,-1 3 279 15,1-1-173-15,-1 1-81 0,-3 1-645 0,-2-2 282 0</inkml:trace>
  <inkml:trace contextRef="#ctx0" brushRef="#br0" timeOffset="138630.65">22091 9563 1119 0,'0'0'0'0,"0"0"0"0,2 0 0 0,5 0 0 0,2 0 0 0,0 0 0 0,0 0 0 0,3 1 65 16,1-1 0-16,2 0-32 0,3 0 76 0,2 0-38 16,1 0 8-16,2-3-47 0,2-3-71 0,-1-2 35 15,1-1 1-15,-4 3-284 0,-1 2 168 0,-1 1 72 16,-4 0-185-16</inkml:trace>
  <inkml:trace contextRef="#ctx0" brushRef="#br0" timeOffset="138797.21">22060 9786 1193 0,'-9'2'0'0,"5"-1"0"0,4 3 0 0,0-2 0 0,0 0 0 0,4-2 0 0,6 0 0 0,6 0 0 0,7 0 0 0,0 0 336 0,4 0-152 15,1 0-75-15,0 0-38 0,-1 0 8 0,5 0-46 16,-2 0-447-16,-2 0 223 0,-2 0 112 0,1 0 56 16,-5 2-249-16</inkml:trace>
  <inkml:trace contextRef="#ctx0" brushRef="#br0" timeOffset="139163.27">22957 9350 778 0,'-2'-30'0'0,"-1"5"0"0,3 1 0 0,0 0 0 0,-2-4 0 0,0-2 124 15,-1-1-46-15,-3 4-23 0,-1 6 84 0,-3 0-58 16,1 3-24-16,-2 4 1 0,-3 4 134 0,1 2-80 16,0 4-31-16,-2 2 56 0,-1 2-52 0,4 0-26 15,-4 7 0-15,4 9 76 0,1 4-54 16,-1 4-25-16,4 3 39 0,3 4-31 15,1 1 0-15,4 4-23 0,0 2 25 0,0 5 0 16,0 2-34-16,2 4 1 0,7 6 28 0,0-1 8 16,3 2-37-16,-1 0 80 0,1 1-40 0,-1-4 1 15,-2-3-41-15,-2-7-26 0,3 8 27 0,-4-8-1 16,-3-7-61-16,-1 2 31 0,-2-5 0 16,0-6 38-16,0-2-119 0,-2-5 47 0,-7-5 30 15,-3-4 2-15,-2-3-93 0,-2-5 37 16,2-3 31-16,-5 0-18 0,2 0-223 0,2-6 102 15,0-6 71-15,3-7-327 0,3-6 198 0,6-1 94 16,3-4-377-16,1-4 236 0,15-4 118 0</inkml:trace>
  <inkml:trace contextRef="#ctx0" brushRef="#br0" timeOffset="139486.44">23232 9493 858 0,'21'-28'0'0,"3"0"0"0,-1-2 0 0,-5-8 0 0,-2 1 0 0,-4-1 0 0,1 1 0 0,-3 2 231 0,-3-2-92 0,-3 3-57 0,-2 4-24 16,-2 2 49-16,0 7-38 0,-4 1 1 0,-7 3 110 16,-4 3-77-16,-1 6-36 0,-5 2 68 0,-4 4-51 15,3 2-26-15,-1 2 9 0,-5 17 7 0,3 3-20 16,-3 12-1-16,5 2-20 0,5 1 70 16,6-2-26-16,1 14-9 0,6 0 21 0,5 3-27 15,0 3-1-15,0 10 102 0,2-13-57 16,7 6-40-16,3-2-1 0,-1 0-11 0,0-3 1 15,0-2-22-15,-1-8 8 0,0 8-84 0,-3-8 39 16,-2-5-1-16,-1-4 38 0,-2-3-158 0,-2 1 75 16,0-9 38-16,0-3-245 0,-9 0 115 0,-5-4 71 15,-2-1 0-15,-7-4-93 0,0-1 39 16,-2-4 46-16,2-4-195 0,2-2 121 0,-2 0 52 0,3-2 38 16,4-14-344-16,4-7 188 15,5 1 92-15,7-4 48 0</inkml:trace>
  <inkml:trace contextRef="#ctx0" brushRef="#br0" timeOffset="139762.37">23598 9352 709 0,'21'-42'0'0,"0"-2"0"0,-3 0 0 0,1 1 0 0,-8 4 0 0,-2 2 119 16,-4 6-43-16,-5 11-22 0,0 1 229 0,-5 4-126 15,-9 7-53-15,-5 5-40 16,-5 3 146-16,-1 1-89 0,-1 18-44 0,-4 10-22 15,7-3 138-15,-7 13-85 0,8 0-37 0,1 3 125 16,2 3-82-16,4 2-41 0,2 3 9 0,2 1 113 16,3 2-82-16,5-1-39 0,-2 1 45 0,5 0-43 15,0-2-13-15,0-1-9 0,3-3 1 16,4-2-1-16,1-1-21 0,1-4 0 0,1-4-124 0,-1 2 58 16,0-5 33-16,-2 2-305 15,1-5 159-15,-4-3 87 0,-2-1 11 0,-2 3-559 0,0-3 286 16,-2 1 145-16,-12 1-198 0,-2 0 171 15,-7 2 76-15</inkml:trace>
  <inkml:trace contextRef="#ctx0" brushRef="#br0" timeOffset="140760.14">22800 10597 1126 0,'-6'-4'0'0,"4"4"0"0,2 0 0 0,0 0 0 0,0 0 0 0,0 8 0 0,2 1 332 0,4 5-149 16,2 1-75-16,-3 3 121 0,3 1-90 0,-5 2-58 0,3 1-23 16,-5 1 5-16,1 3-30 0,0-5 0 0,-2 1 8 15,0-1-49-15,0-2 0 0,0-1 41 0,-4-1 27 16,-1-2 0-16,1-2-19 0,1-4-9 16,-1-3 43-16,2 0-21 0,0-2-1 0,2-4-19 0,-1 2 7 15,1-2-9-15,0 0 1 16,0 0-25-16,0 0 0 0,0 0 24 0,0 0 9 15,0 0-42-15,0 0-1 0,0 0 35 0,0 0-44 16,0 0 40-16,0 0-5 0,0 0 2 0,0 0 72 16,0 0-36-16,0 0-12 0,0 0 39 0,0 0-20 15,0 0-8-15,0 0-24 0,0 0 42 0,0 0-23 16,0 0-1-16,0 0-14 0,0 0 15 0,0 0-23 16,0 0 131-16,0 0-164 0,0 0 0 15,0 0 0-15,0 0 0 0,0 0 0 16,0 0 0-16,0 0 0 0,0 0-187 0,0 0 141 15,0 0 31-15,0 0 1 0,0 0-62 0,0 0 30 16,0 0 23-16,0 0-5 0,0 0 5 0,0 0-7 16,0 0 19-16,0 0 53 0,0 0-26 0,0 0-9 15,0 0-19-15,0 0 57 0,0 0-25 16,0 0 12-16,0 0-53 0,0 0 29 0,0 0-7 0,0 0 15 16,0 0-73-16,0 0 30 0,0 0-2 15,0 0 30-15,0 0-41 0,0 0 0 16,1 0 37-16,1 0-71 0,4 0 19 0,1 0 3 15,2-2 120-15,1 0-42 0,1 0-5 0,1 0-38 16,-1 0 36-16,3 0 3 0,2 1-25 16,-1-2-7-16,2 3-33 0,-1-1 1 0,3 1 44 0,-1 0-7 15,-2 0-152-15,3 0 72 0,-4 0 34 0,0-1-83 16,-4 1 40-16,-2 0 38 0,1 0-11 0,-6 0-44 16,0-3 39-16,-2 3 0 0,-1 0 119 15,-1-2-36-15,0-2-22 0,-1-5 0 16,-9-2 175-16,-1 1-98 0,-2-3-42 0,-3 0-23 15,2-3 85-15,-5-5-46 0,2 1 5 0,0-2-21 16,2-4-33-16,0-6-4 16,2-8-170-16,4 2 93 0,4-2 45 0,4 6 24 15,1-4-133-15,0 3 71 0,1 5 5 0,9 2 25 0,3 1 59 0,3 6 1 16,-2 7-48-16,4-1 8 0,2 5 141 0,1 5-69 16,3 1-28-16,1 4 63 0,-5 0-35 0,10 7-24 15,-5 11 97-15,1 5-54 16,0 10-3-16,-4 1-22 0,-4-3-12 0,1 14-3 15,-5-4 16-15,-5-1-13 0,-2-4-70 0,-4 3 33 16,-3-2 0-16,0-1 33 0,-3-4-75 0,-11-4 33 16,-4-1 6-16,-3-3-62 0,-4-3 33 0,-1-1 22 15,-1-9-34-15,2 1 25 0,4-8-14 0,-2-2 36 16,5-2-22-16,1 0 16 0,6 0-8 0,1 0 7 16,4 0 208-16,3 0-99 0,3 0-49 0,0-2-23 15,5 0 287-15,14 0-144 16,6 0-51-16,0 2 129 0,0 0-95 15,9 0-59-15,-4 0-34 0,0 0-17 0,-2 4 0 0,-3 0 8 16,5 2-89-16,-4-5 41 0,1 1 0 0,-4 0 39 16,-2-2-177-16,-2 0 97 0,0 0 36 0,-6 0 22 15,-4 0-176-15,0 0 86 0,-2-2 9 0,-3-6-14 16,-1-1 36-16,1-6-40 0,-2-5 184 0,-1-4-57 16,1-3-29-16,0-5-3 15,-2-9-149-15,2-3 65 0,0-2 29 0,3-3 1 16,3-6-503-16,2 1 252 0,2-12 136 0,6 8-534 15</inkml:trace>
  <inkml:trace contextRef="#ctx0" brushRef="#br0" timeOffset="141047.37">23767 9831 907 0,'-3'-12'0'0,"1"9"0"0,2-2 0 0,0-1 0 0,0-4 0 0,0 4 0 16,7 1 435-16,10 3-202 0,5 1-99 0,-1 1 174 0,8 0-142 0,-1 3-66 15,-3 10-9-15,2 4-29 0,-4 4 0 0,-2 4-21 16,-3 0-68-16,-4 3 29 0,-5 2 1 0,-4 2 30 16,-3 1-9-16,-2 1 17 15,0-1-9-15,-15-1 1 0,-4-2-60 0,-4-2 30 16,2-1 0-16,-4-7-91 0,-1-3 50 0,-1-3 10 15,1-3-277-15,-3-7 139 0,9 1 78 0,-2-5 23 16,4 0-356-16,5 0 194 0,6-7 97 0,5-10 49 16,2-10-145-16</inkml:trace>
  <inkml:trace contextRef="#ctx0" brushRef="#br0" timeOffset="141234.91">24152 9687 472 0,'4'-12'0'0,"-3"2"0"0,1 7 0 0,-2 1 0 0,0 0 241 0,0 1-104 0,-11 1-44 0,-5 6 299 16,-7 21-180-16,-3 7-89 0,-2 3-46 0,-1 7 364 16,3 3-196-16,6 0-111 0,2-3 268 0,6 0-184 15,10-8-93-15,2-1-46 0,0-3-4 0,11-1-8 16,12-8-35-16,7-2 1 16,7-5-140-16,4-1 70 0,-4-10 43 0,14 2-577 0,-5-1 302 0,-1 2 151 15</inkml:trace>
  <inkml:trace contextRef="#ctx0" brushRef="#br0" timeOffset="142030.51">24258 9412 1118 0,'-8'-22'0'0,"4"4"0"0,2 4 0 0,2 0 0 0,0 2 0 0,0-3 0 0,2 1 0 0,8 3 0 0,5 6 129 0,2 3-48 0,1-1 63 16,1 3-47-16,4 3-37 0,-3 9 1 15,-3 8-6-15,-2 2 1 0,-3 4-23 0,-5-1 8 16,-1 6-36-16,-5 2 0 0,-1-4 28 0,0 0-1 15,-1-7-49-15,-14 7 20 0,0-7 1 0,4-7 0 16,-3 0 28-16,-1-6-20 0,6-2 63 0,-3-2-17 16,3-4-33-16,2-1-12 0,-1 0 59 0,4 0-24 15,2 0 6-15,0 0-15 0,2 0 70 0,0 0-38 16,0 0 1-16,0 0-13 0,6-1-39 16,9-5-9-16,0 0 22 0,4 3-61 15,-1-3 31-15,2 2 0 0,2 0-199 0,-1 3 100 16,1 0 59-16,1-2 13 0,1 1-465 0,3 2 216 15,-3-2 117-15,6 0 49 0,-2 0-165 0,0-2 120 16</inkml:trace>
  <inkml:trace contextRef="#ctx0" brushRef="#br0" timeOffset="142405.54">24840 9140 1093 0,'0'0'0'0,"0"0"0"0,2 2 0 0,0 9 0 0,0 4 0 0,-1 4 0 0,-1 7 144 0,2 6-56 0,0 13-28 16,2 2 225-16,-2 6-126 0,3 5-55 0,-3 9-40 16,0-6 55-16,-2 0-43 0,0-8-21 0,0 3-1 15,0-1 61-15,0-4-46 0,-2-4 1 0,-2-4-37 16,0-10-1-16,-1 0 1 0,0-9-13 16,-1-3-8-16,0-8 21 0,2-4 0 15,-4-3-64-15,0-5 32 0,-4-1 8 0,-1 0 23 16,-3-9-200-16,-2-7 92 0,1-1 29 0,-1-4-94 15,-1-3 51-15,-1 3 43 0,-1-4-6 0,0 1-178 16,-2 4 94-16,-1 2 52 0,5 7 12 0,-5 3 40 16,7 5 0-16,-2 1 1 0,2 2 210 0,2 4-113 15,4 11-45-15,1 4-26 0,5 5 246 0,3-2-127 16,2 5-32-16,0-6 65 0,7 9-32 0,9-4-47 16,2-4 21-16,5-1-18 15,1-2 0-15,4-6-29 0,4-2-189 0,0-4 90 16,2-5 45-16,0-2 23 0,1 0-517 0,1-2 255 15,0-10 90-15,-7-5 76 0,1-2-428 0,-3-2 241 16,-4-1 119-16</inkml:trace>
  <inkml:trace contextRef="#ctx0" brushRef="#br0" timeOffset="142621.96">24996 9651 762 0,'2'-8'0'0,"0"5"0"0,3 0 0 0,1 2 0 0,3 1 0 0,3 0 137 0,2 0-52 16,3 0-26-16,6 9 115 0,-1 3-70 0,-3 0-28 15,6 4 64-15,-5 0-53 0,1 5-27 0,-4 0-1 16,-6-3-73-16,-4 3 31 0,-1 2-7 0,-6 5 23 16,0-4-85-16,-6 2 42 0,-12 1 22 0,-5-3-98 15,-1-1 55-15,-5-2 32 0,1-5-17 0,-2-2-44 16,2-1 2-16,4-8 32 0,0 1-164 16,-1-4 88-16,2-2 26 0,9 0 28 15,2 0-222-15,4-2 111 0,8-7 67 0,0-7 29 16</inkml:trace>
  <inkml:trace contextRef="#ctx0" brushRef="#br0" timeOffset="142818.49">25379 9634 1209 0,'0'-6'0'0,"0"4"0"0,0 0 0 0,-6 2 0 0,-7 0 0 0,0 0 0 0,-5 13 0 0,2 8 203 0,-3 6-89 0,1 3-41 0,-1 1 133 16,6 4-87-16,3-2-43 0,4-1 221 0,4 2-137 15,2-4-64-15,2 0-31 0,12-2-11 0,1-2 0 16,9-1-13-16,-1-1-72 0,5-4-134 0,-2-1 99 16,2-3 49-16,0-6-500 0,-4-1 275 0,9-3 66 15,-7-5-218-15,1-1 167 0</inkml:trace>
  <inkml:trace contextRef="#ctx0" brushRef="#br0" timeOffset="143194.34">25884 9275 1376 0,'-4'-7'0'0,"0"5"0"0,4 0 0 0,-3 2 0 0,3 2 0 0,0 11 0 0,0 9 0 0,0 10 448 0,3 7-200 0,1 14-111 0,-2 11 141 0,2-4-122 16,-3 4-62-16,-1 1-31 0,0-10 14 15,0 5-8-15,-1-1-36 0,-5-5-1 16,-1-2-35-16,5-2-1 0,0-9 45 0,-2-4-135 15,3-10 63-15,-1-5 32 0,0-10-131 16,0 1 80-16,0-8 51 0,-3-5-42 0,-3 0-70 0,-2-2 35 16,-3-9 34-16,0-8-10 0,0 1-79 0,-4-7 46 15,1-2 27-15,1 0-15 0,-1-3 1 16,-1-2 1-16,-2 3 30 0,1 3-98 16,-1 6 53-16,-1 6 27 0,0 5 117 15,0 5-46-15,-1 3-30 0,2 1 8 0,2 3 241 16,4 12-125-16,2 2-66 0,5 5-22 0,6-1 266 0,0 8-121 15,2-5-75-15,10-1-4 0,4 1 44 0,7-2-38 16,1-1-33-16,5-5-67 0,3 0 21 0,-1-5 0 16,5-3 22-16,-2-5-394 0,1-3 190 0,1 0 101 15,-5 0-730-15,0-2 370 0</inkml:trace>
  <inkml:trace contextRef="#ctx0" brushRef="#br0" timeOffset="143356.17">26038 9795 1031 0,'-4'-6'0'0,"2"3"0"0,2 1 0 0,0 2 0 0,0 0 0 0,0 0 0 0,2 0 0 0,8 0 415 0,-1 8-184 0,4 1-103 0,1 2-47 15,-2 1 100-15,2 1-75 0,-1 2-36 0,1-2-142 16,-2 2 48-16,1-2 28 0,1 0-447 16,-2 0 238-16,2-1 119 0,1-1 67 15,-2-4-585-15</inkml:trace>
  <inkml:trace contextRef="#ctx0" brushRef="#br0" timeOffset="143555.47">26386 9653 1320 0,'-9'-11'0'0,"6"6"0"0,-3 4 0 0,3 1 0 0,-5 0 0 0,0 9 0 0,-1 15 0 0,-4 13 218 0,-4 3-92 0,-1 9-47 0,-5 4 140 15,-3 12-97-15,-1-3-45 0,1 3 98 0,-5 2-72 16,2 1-35-16,2-10 9 0,-9 14-128 0,5-9 43 15,-1-5 20-15,0-1 0 0,8-12-352 0,3-4 195 16,-3 4 84-16,11-15-182 0,1-6-142 0,3-3 186 16,2-7 27-16,1-5-74 0,3-8 106 0</inkml:trace>
  <inkml:trace contextRef="#ctx0" brushRef="#br0" timeOffset="143975.44">26793 9219 1500 0,'7'-19'0'0,"1"13"0"0,5 6 0 0,0 2 0 0,-3 9 0 0,-3 3 0 0,-1 4 0 0,-2 7 0 0,-3 8 129 0,1 13-40 0,-2 4-33 15,0 3 241-15,0 1-133 0,0-3-65 0,-5 0-33 16,0-10 54-16,2 10-47 0,0-17 0 0,-1 1-40 15,1-1 34-15,-1-6-34 0,4-5-104 0,-1-3 48 16,1-6 27-16,0-6 1 0,0-1-64 0,0-3 45 16,0-4 32-16,0 0-24 0,0 0-181 0,-4 0 66 15,1-11 59-15,-3-3-7 0,-1-2-20 0,-5-5 17 16,1-2 23-16,-2 0-97 0,-2-1 57 0,-2-1 28 16,-2 3-8-16,-5 3-33 0,-3 4 34 15,-3 8 1-15,-5 5 78 0,0 2-22 16,2 0-8-16,1 11-14 0,6 6 193 0,3 4-97 15,7 1-47-15,0 3-25 0,11-3 343 0,1 6-139 16,4-3-95-16,0 1 186 0,1-1-126 0,13-3-64 16,-1-5-24-16,8 4-6 15,1-7-1-15,3 0-32 0,1-5-301 0,4-1 151 0,2-7 82 0,0-1 31 16,2 0-287-16,0-1 125 0,-1-10 92 16,-1 1-17-16</inkml:trace>
  <inkml:trace contextRef="#ctx0" brushRef="#br0" timeOffset="144310.6">27064 9482 1118 0,'0'-8'0'0,"0"6"0"16,0 1 0-16,2-2 0 0,5 2 0 0,3-1 0 0,6 2 0 0,3 0 0 0,1 0 382 0,4 0-175 0,2 3-86 16,-3 1 64-16,0 0-67 0,7 2-48 0,-2-5 1 15,-7-1-49-15,1 2 11 0,-3 0-1 0,-8 1 9 16,1 2 5-16,-4 0-13 0,-5 3-1 0,-3 2-24 15,0 4-23-15,-5 3 32 0,-13 6-7 0,-4-2 93 16,0 3-35-16,-5 2 0 0,3-1 11 16,-3 1-16-16,0 0-7 0,2 0-23 0,1-1-43 15,1-1 22-15,5-1-1 0,2-4 30 0,3 1-66 16,3-1 29-16,0 0 0 0,3-4-108 0,6-2 64 16,-1-2 30-16,2 0-130 0,0-1 71 15,0-3 15-15,0 1 25 0,3-3-63 0,5 1 23 16,6-2 13-16,-3-2 1 0,5 0-123 0,2-2 73 15,-3 0 36-15,2 0-8 0,-5 0-65 0,1 0 55 16,-5-4 27-16,1-6-251 0,-2 2 139 0,-5-6 62 16,-1 1 42-16,-1-4-231 0,0-3 134 0,-3-5 65 15</inkml:trace>
  <inkml:trace contextRef="#ctx0" brushRef="#br0" timeOffset="144439.26">27069 9631 1161 0,'-5'-5'0'0,"3"3"0"0,2 2 0 0,0 0 0 0,2 0 0 0,9 0 0 0,4 0 0 0,3 6 131 0,6 4-49 0,3-3-25 16,0 3 117-16,1-2-71 0,1 5-27 0,1-3-8 16,-5 2-285-16,1-1 125 0,-2 0 63 0,0 0-245 15</inkml:trace>
  <inkml:trace contextRef="#ctx0" brushRef="#br0" timeOffset="155604.06">27648 9775 447 0,'-5'-6'0'0,"-1"4"0"0,6 0 0 0,-1 0 0 0,1 0 0 0,0 1 0 0,1-4 291 0,17-4-122 15,10 0-71-15,10-2 68 0,2-2-66 0,8 3-34 16,-5 1 1-16,-6 3 8 0,3 0-42 0,-5 5 0 16,-5-1 0-16,-1 1-51 0,-6 1 25 0,-1 0 9 15,-4 0-48-15,1 3 32 0,-7 4 0 16,-1-1 32-16,-4 1-305 0,0-1 114 16,-6 0 83-16,2-2-319 0,-3-1 181 0,0-3 89 15</inkml:trace>
  <inkml:trace contextRef="#ctx0" brushRef="#br0" timeOffset="155789.59">27949 9354 721 0,'0'-14'0'0,"0"10"0"0,0 1 0 0,0 2 0 0,0 1 0 0,0 0 0 0,0 11 182 0,0 13-67 0,0 8-45 16,0 9 147-16,0 4-92 0,0 4-46 0,-4 2 175 15,4 1-102-15,-1 1-63 0,-3-3-29 0,3 3-94 16,-3-2 33-16,1-5 0 0,3-2 42 0,0 3-305 15,0-11 149-15,0 0 74 0,0-7 36 0,0-8-469 16,3-1 239-16,6-6 53 0</inkml:trace>
  <inkml:trace contextRef="#ctx0" brushRef="#br0" timeOffset="156093.81">28454 9799 906 0,'0'-6'0'0,"0"5"0"0,0-2 0 0,0 3 0 0,0 0 0 0,0 0 0 0,7 0 0 0,7-1 218 0,2 1-92 0,9 0-47 16,1 0-23-16,-1-2 120 0,5 2-76 0,2-2-34 15,1 0 4-15,-1 1-1 0,0 1-36 0,-2-2 8 16,0 2-42-16,-3 0 0 0,3 0 33 0,-10 0-53 16,3 0 27-16,-2 0 7 15,-5 0 20-15,1 0-252 0,0 2 89 0,-2-1 72 0,-2 5-5 16,-1-2-345-16,-3 1 170 0,0 1 104 16,-4-1-171-16,-2 1 137 0</inkml:trace>
  <inkml:trace contextRef="#ctx0" brushRef="#br0" timeOffset="156492.81">28567 10088 912 0,'3'0'0'0,"2"0"0"0,3-2 0 0,1-6 0 0,3-2 0 0,1 2 0 0,2 1 0 0,0 0 0 0,4 1 0 0,0 2 87 16,3 2-27-16,-1 0 8 0,-3 2-71 0,-2 0 0 15,-2 4 36-15,-2 6-126 0,-6 1 63 0,-1 3 40 16,-3 3-9-16,-2 2-45 0,-7 3 36 0,-10-1-1 16,-1 0 8-16,-4-2-74 0,-1-1 16 0,1-1 31 15,2-5-4-15,-2 1 1 16,4-5 0-16,6-2 15 0,1 1 104 0,4-5-48 16,2-1-20-16,5-1 172 0,0 0-85 0,0 0-45 15,0 0-10-15,7 0 28 0,7 0-12 0,7 0-20 16,-1 0 12-16,0 4 31 0,0 1-34 0,0 2 0 15,0 4-60-15,-1 0 0 0,-6 0 44 0,-1 2-9 16,-4 2-49-16,-5 1 25 0,-1-2-1 16,-2 1-39-16,0-3 29 0,-2 5-2 15,-11-4 0-15,-9-1 51 0,-3-2-35 0,1-4 6 16,3-3-10-16,-9-1-35 0,3-2 39 0,0 0-2 16,1 0-131-16,0-5 63 0,4-4 30 0,-4-5-8 15,10 3-305-15,2-6 148 0,5-2 85 0</inkml:trace>
  <inkml:trace contextRef="#ctx0" brushRef="#br0" timeOffset="157149.29">28769 9155 744 0,'0'-10'0'0,"0"7"0"0,0 1 0 0,0 0 0 0,0 2 0 0,0 0 0 0,0 5 0 0,-5 9 0 0,-5 6 85 16,-3 5-26-16,-2-1 8 0,-4 3-35 0,1 0 22 15,-1 0-21-15,-1-1 0 0,-1-3-38 0,5-4 8 16,0-1 29-16,-2-3-14 0,6-2 15 0,-2-3 0 15,5-4 0-15,2-3 1 0,0-1-3 0,3 0 2 16,3-2-17-16,1 0 81 0,0 0-39 0,0 0 7 16,0 0-36-16,1 0 51 0,21 0-23 15,15 0-1-15,0-2-47 0,3 0 9 16,8 1 15-16,-2-3 0 0,-1 2-67 0,-1 0 34 16,-9 0 0-16,6 2-14 0,-4-1 10 0,-3 1 1 15,-4 0-2-15,-7 0-167 0,-2 0 71 0,-7 1 52 16,0 3-2-16,-6 2-263 0,-3-3 126 0,-3-1 79 15,0 0-171-15,-2-2 115 0,0 0 70 0</inkml:trace>
  <inkml:trace contextRef="#ctx0" brushRef="#br0" timeOffset="157330.79">28791 9140 758 0,'-10'-9'0'0,"3"5"0"0,2 2 0 0,0-1 0 0,5 3 0 0,0 0 0 0,0 10 0 0,5 11 96 16,7 3-32-16,-2 6 1 0,2 5-33 0,-2 5 293 15,-3-4-138-15,-1 9-81 0,-3-9 116 0,-1 4-95 16,0-5-47-16,-2-1-23 0,0-5-79 0,0 4 23 16,0-7 0-16,-4 0 32 0,-4-5-304 0,0 1 152 15,1-2 84-15,-3-4-464 16,4 1 221-16,-3-2 136 0</inkml:trace>
  <inkml:trace contextRef="#ctx0" brushRef="#br0" timeOffset="158886.31">29286 9687 297 0,'0'0'0'0,"0"0"0"0,-3 0 0 0,3 0 0 0,-3 0 0 0,1 0 37 16,-1 0-4-16,-3 0 0 0,5 0 8 0,-1 0 13 16,1 0-21-16,-1 0 0 0,2 0 9 0,-2 0-1 15,2 0-8-15,-3 0-1 0,3 0-2 0,-2 0 3 16,2 0 0-16,0-2 12 0,0-1-12 0,0-1 0 15,0-3-1-15,0-1-26 0,0 0 26 0,0-2 9 16,0-4-8-16,0 2-32 0,5 0 26 0,0-1 4 16,1 4-43-16,0 0 48 0,-2 1-11 15,1 1 3-15,-4 1-37 0,4 0 35 16,-3 4-7-16,-1 0 16 0,1 0-12 0,-2 1 0 16,0 1-3-16,0 0-3 0,0 0 5 0,0 0 7 15,0 0-6-15,0 0-16 0,0 0 15 0,0 0 0 16,0 0-4-16,0 0 9 0,0 0-5 0,2 0-2 15,-1-2-14-15,6 0 15 0,-3 1-1 16,2-2-24-16,-3 0-3 0,1 1 22 0,-1-2 2 0,-1 1 19 16,3 0-21-16,-3 2 6 0,3-2-4 15,-2 0 20-15,1 1-20 0,2 0 0 16,2-1 5-16,3 1 0 0,0-2-4 0,3 2 2 16,-3 0-7-16,2 2 8 0,4 0-2 0,-3 0-28 15,1 0 27-15,0 4 1 0,0 3-1 0,1 2-1 16,3 1 0-16,0 2 2 0,4 2-3 0,0-2 24 15,1 1-23-15,5 0-2 0,-1 0 13 0,-1 0-6 16,3-2-4-16,-4 0 1 0,-1-1-32 0,2-2 32 16,-6-3-1-16,-2 0-42 15,3-1 18-15,-5-2-1 0,0-1 22 0,-5 2-107 16,4-3 49-16,-8 0 20 0,3 0-1 0,-5 0-128 16,3 0 71-16,-6 0 23 0,4-4-126 0,-4-4 62 15,-1 3 50-15,0-2 14 0,-2-1-94 0,0 1 59 16,-2 1 30-16,-12 2-284 0,-2 0 161 0</inkml:trace>
  <inkml:trace contextRef="#ctx0" brushRef="#br0" timeOffset="159113.22">29539 9624 536 0,'-16'2'0'0,"5"2"0"0,2 2 0 0,4 0 0 0,1-1 0 0,1-1 0 0,3 2 151 0,0-1-60 0,0 2-29 16,0 5 204-16,0 2-121 0,0 1-56 0,0 1-28 15,2 1 119-15,-1 1-73 0,1 3-29 0,1 0-2 16,0 1-22-16,-2 3 1 0,-1-1-23 0,0 1-44 16,0-3 30-16,0 0-8 15,0 2 23-15,0-6-211 0,0-1 106 0,0 0 52 16,0-6-285-16,0-1 155 0,0-3 39 0,0-1 51 16,0-4-231-16,0 0 127 0,0-2 58 0,0 0-27 15,0 0 51-15,1 0 24 0</inkml:trace>
  <inkml:trace contextRef="#ctx0" brushRef="#br0" timeOffset="159401.44">29678 9754 586 0,'5'-14'0'0,"0"7"0"0,2 0 0 0,-2-1 0 0,0 3 0 0,-3 2 0 0,-2 0 0 0,3 2 240 16,-1-2-104-16,-2 3-51 0,2 0 105 0,-2 0-83 15,0 12-36-15,0 5-1 0,0 5 123 0,0 3-80 16,0 3-32-16,0 2 38 0,0 4-44 0,0 0-21 15,0 1 0-15,0-1-22 0,0-1 9 0,0 2-8 16,1-6 0-16,2 1-31 0,-1-7 31 16,1-1 8-16,1-3-51 0,-3-3 21 15,1-4 0-15,-1-4 22 0,2-2-63 0,0-3 39 16,-3-3-13-16,0 2-1 0,0-2 16 0,0 0 7 16,0 0-14-16,0 0 114 0,0 0-53 0,0 0-24 15,0 0 1-15,0 0 121 0,0 0-62 0,0-2-26 16,0 0-321-16,0 2 137 0,0-1 72 0,-3 1 34 15,-6 0-688-15,-4 5 332 0,-4 8 145 0</inkml:trace>
  <inkml:trace contextRef="#ctx0" brushRef="#br0" timeOffset="164696.5">30396 9829 567 0,'0'-1'0'0,"0"-2"0"0,0 2 0 0,0-4 0 0,0 0 0 0,3-1 0 0,-1 1 0 0,0-3 118 0,-1-1-43 0,1 2-21 0,0-3 12 16,-1-1 0-16,3-1-25 0,0 1-9 0,-3-2 6 15,3 2-5-15,-3 0-1 0,2-1 1 0,-1 3-21 16,-2-2 20-16,0 1 1 0,0 3-36 0,-2-1 1 15,-7 5 35-15,-5 0 7 16,-2 3-48-16,-5 0 0 0,-4 5 20 0,0 10-5 16,-9 7 6-16,7 2 14 0,-8 12-17 0,7 0 50 15,5 5-2-15,1 0-37 0,6 3-1 0,10-7 104 16,-1 10-47-16,7-13-24 0,0 4 0 0,0-5 1 16,2-2-22-16,8-9 9 0,2-2-68 0,-1-2 30 15,-1-6 0-15,4-2-31 0,-1-5 27 0,3-5 8 16,0 0 10-16,4-1-26 0,1-13 6 0,-3-3-1 15,0-5-12-15,0-3-51 16,-1-3 25-16,-2-4 24 0,2 0-75 0,-6-3 44 16,3 1 14-16,-4 2-2 0,-2 4-9 0,0 7 1 15,-7 2 18-15,1 11 146 0,0 0-68 0,-1 4-35 16,-1 2 2-16,0 0 97 0,0 2-54 0,0 8-32 16,0 8 66-16,0 5-38 0,0 8-5 0,0-4-1 15,0 4 81-15,0 1-50 0,5-2-25 0,3-1 9 16,4 2-133-16,-2-4 50 15,2-7 25-15,0 0-248 0,1 0 124 0,-1-4 72 16,1-3 6-16,-2-4-148 0,3-1 64 0,-1-4 56 16,3-2-173-16,-3 0-9 0,3 0 111 0,-2-8 53 15,2-5-160-15,0-6 105 0,-1-6 46 0</inkml:trace>
  <inkml:trace contextRef="#ctx0" brushRef="#br0" timeOffset="164968.78">30747 9428 764 0,'0'-21'0'0,"0"7"0"0,0 3 0 0,0 1 0 0,0 5 0 0,0-1 0 0,6 5 196 0,4-1-86 0,3 2-39 0,3 0 142 15,-2 0-91-15,3 5-44 0,-2 7-14 0,0-1 15 16,-2 2-23-16,0 1 0 0,-7 2-51 0,-1 1 0 16,0 0 35-16,-5 2-7 0,0-1-96 0,-2 4 48 15,-11-2 24-15,-6-1-82 0,-4-2 61 16,0-5-5-16,-2 0 21 0,4-4-4 15,-1-3 11-15,3-1-32 0,5-2 224 0,-1-2-98 0,7 0-45 16,1 0-19-16,4 0 104 0,-1 0-44 16,4 0-29-16,0 0-14 0,2-4 57 0,17-3-41 15,8-1-21-15,9-1-178 0,1 1 87 0,10 1 31 16,-2 1 0-16,-3 4-352 0,-9 0 191 0,8 2 68 16,-3 0-626-16</inkml:trace>
  <inkml:trace contextRef="#ctx0" brushRef="#br0" timeOffset="165557.81">31263 9594 1002 0,'-8'-13'0'0,"3"2"0"0,2 7 0 0,1 2 0 0,-3 2 0 0,1 0 0 0,1 6 0 0,-5 9 0 0,3 6 118 0,-4 10-46 0,3 1 185 16,-1 5-112-16,1-3-57 0,1 5-27 0,-3 0 20 16,3 4-8-16,-1-1-40 0,-4-2 0 0,-1 4 15 15,3-3-16-15,-1-3 9 0,-4-1-8 0,2 0-101 16,0-4 50-16,-2-5 26 15,5-6-185-15,-3-1 100 0,0-7 29 0,6-4 35 16,2-4-352-16,-2-2 175 0,2-4 42 0,3 0-130 16,0-7 122-16,0-14 62 0,2-4 31 0,9-10-109 15</inkml:trace>
  <inkml:trace contextRef="#ctx0" brushRef="#br0" timeOffset="165890.93">31112 9637 628 0,'0'-26'0'0,"0"8"0"0,2 6 0 0,0 1 0 0,8-1 0 0,5-1 139 0,7 2-45 15,7 5-34-15,2 0 181 0,6 2-105 16,4 1-51-16,0 3-26 0,-6 0 160 0,10 13-97 16,-6 2-44-16,-13 5-23 0,4 4-1 0,-8 6 0 15,-4 0-13-15,-7 5-84 0,-6 0 38 0,-5 0 0 16,0 1 38-16,-12 5-67 0,-6-10 42 0,-14 6-9 16,-3-5 34-16,-2-4-118 0,1-2 19 0,-4-5 42 15,7-6-60-15,-2-4 42 0,0-5-3 16,3-5 1-16,7-1 126 0,5 0-44 0,-2 0-26 0,5-1 185 15,9-1-90-15,-2-2-49 16,7 2-11-16,-3 0 243 0,6 1-119 0,0-1-73 16,0 2-33-16,0 2-4 0,11 10 0 0,5 6-29 15,6-2 78-15,4 5-43 0,7 2 1 0,2-1-36 16,2 1-39-16,-1-2 1 0,2-5 47 0,5 5-205 16,-10-8 99-16,2 2 49 0,0-3 24 0,-3 3-467 15,-2-5 205-15,0 0 89 0,-6-2-182 0,-3-3 157 16,-2 1 78-16,3-5 40 15,-5-1-378-15,1 0 213 0</inkml:trace>
  <inkml:trace contextRef="#ctx0" brushRef="#br0" timeOffset="166274.16">31804 9213 1324 0,'-1'-26'0'0,"1"18"0"0,0 6 0 0,0 2 0 0,11 0 0 0,8-1 0 0,4-1 0 0,3 0 188 16,3 2-77-16,1 0-31 0,5 4 55 0,-2 7-51 16,-1 4-26-16,-2 4 0 0,-6-1-53 0,-7 1 7 15,-4 2 21-15,-5 0-144 0,-2-3 73 0,-6 3 35 16,0 0 0-16,-6-2-59 0,-15-1 43 0,-1-5 15 16,-5-2-46-16,-1-3 15 0,1-4 21 0,7-4-28 15,0 0 73-15,9 0-31 0,-2 0-10 0,7 0-11 16,1 0 186-16,3 0-69 0,2-2-46 0,2 2 126 15,20 0-75-15,2 0-17 16,5 0-26-16,6 8-50 0,1 5 25 0,-4 2-1 16,-2 1-45-16,-8 4 23 0,-3-4 0 0,-6 3 30 15,-4 1-61-15,-5 0 21 0,-4-2 0 0,0 1 9 16,-11 0-15-16,-4-6 11 0,-12 2 14 0,-6-2-12 16,-5-1 8-16,6-5-5 0,-5-1 4 0,9-5-113 15,-1-1 53-15,4 0 21 0,3 0-288 0,7 0 143 16,6-3 78-16,1-3 19 15,5-1-341-15,3 1 191 0,0-1 95 0,6 6 48 0</inkml:trace>
  <inkml:trace contextRef="#ctx0" brushRef="#br0" timeOffset="166445.7">32227 10306 2030 0,'0'-9'0'0,"4"8"0"0,-2 1 0 0,0 0 0 0,-2 0 0 0,1-3 0 0,-1-3 0 0,0 0 0 0,0-1 450 0,0 1-212 15,0 1-103-15,0 0-372 0,-9 4 135 0</inkml:trace>
  <inkml:trace contextRef="#ctx0" brushRef="#br0" timeOffset="184554.12">7722 12099 776 0,'-5'-11'0'0,"0"2"0"0,3-1 0 15,0 0 0-15,1-6 0 0,-3-2 0 0,4-2 238 0,-2 2-107 0,2-1-49 0,0 2 149 0,0-2-99 16,0 1-50-16,0-2-16 15,0 4 12-15,0-1-23 0,0 2 1 0,2-2 51 16,-2 2-37-16,3 0 8 0,-3 0-45 0,0-2 47 16,0 4-24-16,0-2 0 0,-3-1-23 0,-4 0 48 15,-2 0-48-15,-2 0-1 0,1 2 1 0,-4 2 2 16,3 3-2-16,-2 1 8 0,0 1 16 0,0 2 1 16,-1 2-26-16,0 1 30 0,0 2-29 0,-1 0 8 15,3 0-9-15,-4 2 0 0,1 6 1 16,3 3 0-16,-1 0-1 0,-2 6-9 15,3 5 10-15,4 6 0 0,-1 2 50 0,1 4 8 16,4 8-30-16,3-5 39 0,1 12-38 0,0-4 1 16,1 0-31-16,11 0-21 0,2 1-1 0,-1-9 31 15,4 12-8-15,-2-6-80 0,2 0 40 0,-5 0 0 16,1 1 40-16,-3-7-169 0,-2 9 77 0,-6-11 28 16,0 2-36-16,-2-1 24 0,0-4 23 0,0-8-11 15,-7-1 74-15,-3-2-13 0,-7-5-38 0,4-3-13 16,-5-1 12-16,-1-5-2 0,0-1 12 15,0-3-291-15,1-3 136 0,2 0 67 16,4 0 34-16,4-1-490 0,0-12 259 0,8-5 126 16,0-1-433-16,7-6 279 0,9 0 140 0</inkml:trace>
  <inkml:trace contextRef="#ctx0" brushRef="#br0" timeOffset="184894.76">7966 12077 1029 0,'11'-18'0'0,"0"-1"0"0,2 2 0 0,-9-4 0 0,2-3 0 0,-3-5 0 0,-2 5 165 0,-1-8-70 0,0 5-31 0,0 2 37 16,0-2-35-16,-4 3 0 0,-2 5-25 0,-3-4 26 15,0 4 0-15,-3 5-34 0,0 0 0 0,-4 5-19 16,3 2 27-16,-2 4-8 0,0 0 59 0,0 3-30 16,0 0 1-16,-2 12-9 0,2 2-13 0,-2 9-9 15,6 2 1-15,1-2 73 0,4 6-37 0,1 1 1 16,5 1-29-16,0 6 56 15,0-3-32-15,0 11 0 0,6-4 84 0,4 2-58 16,-3-2-21-16,4 8-8 0,-4-2 57 0,3-1-44 16,-3 2-20-16,2-3-13 0,-5-5-1 0,4 1-8 15,-2-4-1-15,-2-3-84 0,-1-4 43 0,-1-7 20 16,0-3 9-16,0-5-60 0,-2-6 36 0,0 1 0 16,0-2-245-16,-6-5 129 0,-5 3 36 0,-2-4 42 15,-4 2-368-15,-2-3 188 0,3-1 95 0,-2 0-358 16,7 0 218-16,0 0 121 15,3 0 57-15,3-5-335 0,5-11 196 0</inkml:trace>
  <inkml:trace contextRef="#ctx0" brushRef="#br0" timeOffset="185181">8314 11855 750 0,'5'-39'0'0,"0"9"0"0,-1-2 0 0,-4-2 0 0,0 5 0 0,0 6 0 0,-2-1 149 0,-7 9-59 0,1 3-28 0,-3 5 164 16,-2 2-100-16,2 5-47 0,-6 0-23 0,-1 12 94 16,0 9-59-16,0 5-21 0,-1 9-8 0,4 1 110 15,2 4-70-15,6-6-34 0,0 4 76 0,4 2-48 16,3-1-35-16,0-1 113 0,0 0-71 0,8 0-35 16,3-3 0-16,-1 1 15 0,1 0-30 0,0 5 0 15,-2-1-20-15,-2 3-56 0,-1 1 27 0,0 3 9 16,-4 2 20-16,-1 0-114 15,1-2 56-15,-2-10 30 0,0 1-80 0,0-8 31 16,0 2 30-16,0-10-359 0,0-3 180 0,0-1 60 16,0-7 55-16,0 0-537 0,0-1 295 0</inkml:trace>
  <inkml:trace contextRef="#ctx0" brushRef="#br0" timeOffset="185915.91">7545 13054 1509 0,'-17'-4'0'0,"6"2"0"0,7 0 0 0,3 2 0 0,-1 0 0 0,1 0 0 0,1 0 0 0,0 0 0 0,0 0 183 0,1 11-75 0,8 9-30 0,-2 3-22 15,3 7-1-15,-4 2-22 0,-1 2-114 16,-3 0 58-16,1 0 35 15,-3-2-7-15,0-2 28 0,-5-4-35 0,-3-1 0 0,-3-6 35 16,0 1 21-16,-2-3-21 0,1-4-44 16,3-2 0-16,0-3 119 0,4-2-41 15,0-5-26-15,3 2 170 0,0-2-86 0,2-1-46 0,0 0-24 0,0 0-7 0,0 0-15 16,6 0 0-16,10 0-29 0,3-1 0 0,5-3 28 16,-4 2 9-16,7-2 29 0,-1 1-37 0,1 2 0 15,-2-2-1-15,0 3-42 0,-2 0 29 0,1 0-8 16,-4 0 22-16,1 0-124 0,-2 3 57 15,-6 1 13-15,-4-1-144 0,-1-2 83 16,-2 1 36-16,-4-2-58 0,-1 0 40 0,1 0 25 16,-2 0-11-16,-2 0 102 0,-7-9-46 0,-8-5 0 15,1-7-53-15,-4-4 91 0,3-2-37 0,-5-11 5 16,3-3-47-16,5-3-1 0,0-2 36 0,5 1-12 16,3 9-40-16,3-2 4 0,3 5 43 0,0 4 170 15,0 7-83-15,3-1-43 0,12 5-6 0,5 3 56 16,-3 1-47-16,8 7-20 15,1 1 16-15,4 4 56 0,2 2-15 0,2 0-32 16,0 12 20-16,-2 6-69 0,-2 5 10 0,-2 3 25 16,-4 5-60-16,1 3 26 0,-6 4-6 0,-5 0-11 15,-4 2 13-15,-6 0 0 0,-3-4 4 0,-1 4 36 16,0-1-30-16,-2-1 5 0,-16-2-8 0,3-3 42 16,-6-2 2-16,0-5-36 15,-3-5 8-15,0-5 85 0,4-6-35 16,-3-1-24-16,4-3 130 0,2-2-75 0,7-4-33 0,1 0 173 15,4 0-239-15,3 0 0 0,1 0 0 0,1 0 0 16,0 0 0-16,6 0 0 0,17 0 0 0,5 0 0 16,4 0 0-16,2 0 0 0,3 0 0 0,8-2 0 15,-10 0 0-15,6 0 0 0,-4 0 0 0,-2-3-195 16,-3-1 143-16,-2 0-79 0,-7 1 43 0,1-3 29 16,-9 2 0-16,-3-1 0 0,-4 3 21 0,-5 0 6 15,1 0-1-15,-4-6 111 0,0-5-53 0,0-9-29 16,-9 0 0-16,0-6-66 15,-1-3 11-15,1-7 24 0,-1-9-450 0,4 4 226 16,4-2 113-16,2 0-586 0,0 1 349 0,2 8 167 16</inkml:trace>
  <inkml:trace contextRef="#ctx0" brushRef="#br0" timeOffset="186835.14">8611 12111 1128 0,'-8'-12'0'0,"4"7"0"0,2 3 0 0,2-3 0 0,0 0 0 0,0-4 0 0,4 0 197 0,7 4-82 0,7-1-33 15,-2 4-28-15,3 2-1 0,0 0-20 0,3 2 0 16,-3 12 223-16,0 7-103 0,-5 5-64 0,0 1 43 16,-7 5-49-16,-1 0-26 0,-5 0 1 0,-1 3-78 15,0-1 22-15,-10-2 0 0,-8 0 30 0,-2 0-158 16,-4-5 75-16,-3-5 48 0,-1-4-24 15,-1 0 22-15,-4-7-15 0,-1-2-1 16,1-5-15-16,-1 0-1 0,1-4 28 16,2 0-170-16,3-3 82 0,10-5 44 0,3-8 18 0,2-5-269 15,12-3 136-15,1-2 67 0,8-2 35 0,20-4-337 16,4 2 185-16</inkml:trace>
  <inkml:trace contextRef="#ctx0" brushRef="#br0" timeOffset="187024.6">9018 11994 1516 0,'0'0'0'0,"-4"0"0"0,-9 0 0 15,-1 0 0-15,-6 2 0 0,-3 7 0 0,5 7 0 0,-5 6 339 0,-1 8-157 0,4 4-74 0,-1 2 371 0,5-4-224 16,5 4-110 0,6-1 130-16,5-1-125 0,0 1-263 0,1 0 73 0,12-6 37 0,10 0-1 15,2-3 45-15,5-6-514 0,3-5 254 16,9-1 125-16,-9-10 64 0,5-4-336 15,-2 0 197-15,-2-2-17 0,-2-12-505 0</inkml:trace>
  <inkml:trace contextRef="#ctx0" brushRef="#br0" timeOffset="187295.67">9127 11790 1903 0,'0'-10'0'0,"0"5"0"0,8-3 0 0,1 3 0 0,0-1 0 0,3 3 0 0,0 0 0 0,1 3 0 0,3 0 198 0,-2 0-83 16,2 10-62-16,-5 5-12 0,1 2-9 16,-5 0 1-16,-2 0-117 0,-3 1 59 0,-2 2 28 0,0-2 9 15,-7 4 21-15,-12-3-123 0,1-2 61 16,-7-2 31-16,0 0-28 0,4-6 34 0,-1 1-48 16,0-3 269-16,4-1-121 0,7-3-50 0,5 0 229 15,0-3-120-15,1 2-68 0,5-2-33 16,0 0-53-16,0 0 20 0,14 0 0 0,7 0 8 0,6 0-173 15,3 0 83-15,5 0 41 0,-1 0 20 0,1 0-566 16,1 0 290-16,1 0 104 0,-2 0-596 16,-1 0 361-16</inkml:trace>
  <inkml:trace contextRef="#ctx0" brushRef="#br0" timeOffset="187644.73">9589 11598 911 0,'-4'-13'0'0,"4"10"0"0,-2-1 0 0,2 2 0 0,0 2 351 0,0 7-159 0,2 17-80 16,3 9-31-16,5 13 205 0,-4 5-126 0,1 17-64 16,-3-2-32-16,1 5 310 0,0 2-163 15,-2 2-93-15,3-1 35 0,-1-6-61 0,3-6-29 16,0-10 0-16,-1-5-155 0,2 4 58 16,-3-16 34-16,-1-7-207 0,2-7 120 0,-6-10 68 0,2-3 22 15,-2-5-1-15,-1 0-87 16,0-3 8-16,-4-14-52 0,-8-3 21 0,-4-11 12 15,-3 0 32-15,-4-8-51 0,1 0 41 0,1 8 1 16,-1-2-27-16,-2 6 38 16,1 6-1-16,2 8 203 0,-2 4-87 0,-2 5-43 0,6 1-29 0,-3 7 8 15,3 9 354-15,5 3-166 0,5 5-91 0,3 3 109 16,6 3-71-16,0 2-29 0,0 0-34 0,4 0 113 16,11-2-71-16,2-3-35 0,3-5 8 15,5 0-137-15,1-7 47 0,2-2 23 0,2-5 0 16,4-8-535-16,0 0 287 15,6-8 112-15,-5-10-788 0,-4-9 441 0,-10 1 221 0</inkml:trace>
  <inkml:trace contextRef="#ctx0" brushRef="#br0" timeOffset="187857.16">9804 12098 1255 0,'4'-2'0'0,"8"0"0"0,3 0 0 0,-1-2 0 0,0 3 0 0,3-1 0 0,0 0 0 0,3 2 520 16,5 0-244-16,-5 9-121 0,-3 4-53 0,4 6 230 15,-2 4-149-15,-6 1-76 0,-2 2-41 0,-7 3-1 16,-2-6-24-16,-2 12-8 0,0-2-138 0,-15 0 68 16,-4-1 36-16,-4 0-1 0,-1-5-202 0,-6-1 115 15,-8-1-86-15,1-6 76 0,-1-2 59 0,-1-6-35 16,7-3-239-16,-1-5 139 0,12-3 71 0,0 0 35 0,10-2-244 16,7-14 139-16,4-9 63 15,4-3-365-15</inkml:trace>
  <inkml:trace contextRef="#ctx0" brushRef="#br0" timeOffset="188049.65">10169 12049 1228 0,'5'-11'0'0,"-5"5"0"0,0 3 0 0,0 0 0 0,-7 2 0 0,-9 1 0 0,-3 0 283 0,-2 7-124 0,1 15-64 0,-3 9 151 16,6 0-98-16,0 3-61 0,5 4 257 0,5 0-156 15,7-3-77-15,0-2-23 0,2 0-19 16,13-3-8-16,4-4-28 0,3 1-265 15,1-3 132-15,4-5 67 0,1-5 41 16,0-2-523-16,1-8 273 0,1-4 61 0,0 0 91 0,0-8-555 16,-5-10 299-16</inkml:trace>
  <inkml:trace contextRef="#ctx0" brushRef="#br0" timeOffset="188401.66">10487 11583 1111 0,'4'-4'0'0,"1"4"0"0,1 0 0 0,1 7 0 0,-3 14 0 0,-3 6 492 0,4 12-229 0,-1 6-115 16,-3 8-49-16,1 11 334 0,-2-3-200 0,0 4-100 15,2-1-50-15,0 1 109 0,0-8-70 0,0 10-50 16,-1-15-111-16,5 1 36 0,-3-8 0 0,4-11 35 16,-2-6-52-16,1-3 23 0,-4-14-1 15,-1-2-207-15,1-5 119 0,0-2 59 16,-2-2 39-16,0-13-250 0,0-8 115 0,-7-5 5 15,-4-2 46-15,-3-4-148 0,0-4 86 0,-4 1 55 16,4 2 22-16,-7 6-146 0,2 6 86 0,0 9 33 16,-2 5 78-16,0 3-27 0,1 4 0 0,1 0 229 15,-2 15-115-15,9 4-64 0,-1 8-22 0,5 1 427 16,4 1-216-16,4 1-76 0,0 1-65 0,0-1 349 16,4-3-195-16,9-1-93 0,0 1 12 0,3-4-63 15,0-5-22-15,1-2-121 0,1-1 46 16,9-5 27-16,-1-9 1 0,1-1-672 15,3-1 350-15,0-15 167 0,-2-6 85 16</inkml:trace>
  <inkml:trace contextRef="#ctx0" brushRef="#br0" timeOffset="188548.27">10750 12069 1289 0,'-2'-2'0'0,"2"2"0"0,0 0 0 0,0 0 0 0,0 2 0 0,0 8 0 0,5 3 0 0,4 2 636 16,3 6-307-16,-1 1-147 0,1-1 211 0,1 4-181 15,-1-2-89-15,2 1-131 0,-1 2-292 0,-1-8 166 16,-1-1 83-16,1 0-330 0,0-3 207 0,1-3 111 16,-3-6 44-16</inkml:trace>
  <inkml:trace contextRef="#ctx0" brushRef="#br0" timeOffset="189020.33">11033 11896 1305 0,'2'-10'0'0,"0"4"0"0,-1 0 0 0,-1 3 0 0,0-1 0 0,0 3 0 0,0 0 295 0,0 1-131 0,0 0 326 16,0 0-232-16,0 0-113 0,0 0-56 0,0 0 12 15,0 0-34-15,0 0 8 0,0 0-42 0,0 0-27 16,0 0 0-16,0 0 26 0,0 0 1 0,0 0-18 16,0 0-8-16,0 0-3 15,0 0 0-15,0 0 29 0,0 0 7 0,0 0-50 16,0 0 16-16,0 0 1 0,0 0-14 0,0 0-133 15,0 0 73-15,0 0 37 0,0 0 12 0,0 0-33 16,0 0 19-16,0 0 1 0,0 0 53 0,0 0-30 16,0 0-21-16,0 0 17 0,0 0 188 0,0 0-90 15,0 0-46-15,0 0 131 0,0 0-73 0,0 0-42 16,0 0-1-16,0 0 8 0,0 0-1 0,0 0-8 16,0 0-21-16,0 0 3 0,0 0-3 15,0 0-1-15,0 0 9 16,0 0 22-16,0 0 131 0,0 0-194 0,0 0 0 0,0 0 0 15,0 0 0-15,0 0 0 0,0 6 0 0,0 9 0 16,0 0 0-16,-5 5 0 0,-4 5 0 16,-7 5 0-16,-4 9 0 0,-6 3 0 0,-11 15 0 0,-11 9 0 15,0 0 0-15,-19 30 0 0,-7 13 0 0,1 0 0 16,-1 3 0-16,5-2 0 0,16-20 0 0,6 0-252 16,17-27 177-16,7-10 30 0,9-10-13 15,0-3-180-15,7-16 88 0,3-3 63 16,1-8 27-16,3-5-598 0,0-6 313 0,1-2 156 15,8 0 70-15,2-14-281 0</inkml:trace>
  <inkml:trace contextRef="#ctx0" brushRef="#br0" timeOffset="189590.8">11330 12104 1960 0,'-4'0'0'0,"4"0"0"0,0 0 0 0,2 0 0 0,2 0 0 0,0 0 0 0,-1 0 0 0,3 0 0 0,0 0 426 0,-2 0-201 0,1 0-96 16,1 5-48-16,-3 1 107 0,1-3-78 0,-2 1-30 15,-1-2-9-15,1 0-160 16,-2 0 61-16,0-2 30 0,0 0-41 0,0 0 44 15,0 0-9-15,-7 0-96 0,-2-6 66 0,0-7 34 16,-3 0-1-16,1-6-223 0,-4-1 111 0,4-4 11 16,-2 2 43-16,-1 5-88 0,1 1 57 0,-2 4 21 15,2 5 8-15,-1 5 150 0,0 2-61 0,-3 0 96 16,2 21-77-16,-2 9-42 0,0 13 6 0,4 0 107 16,2 2-67-16,3 0-4 15,5 0-27-15,3-8 337 0,0 6-168 0,0-10-67 16,5-3-45-16,6-9 55 0,5-3-50 0,-2-4-16 15,4-5-9-15,2-7-158 0,2-2 67 0,3-2-210 16,0-21 139-16,-2-6 77 0,7-13 26 0,-5-1-160 16,-2-7 90-16,0-1 4 0,-3-13 36 15,-5 7-281-15,1-18 143 0,-4 0 69 0,1-6 35 16,-1-10-117-16,-3 20 76 0,0 8 28 0,0-1 9 16,-2 12-5-16,-5 20 21 0,-2 10-1 0,0 12 286 0,0 2-141 15,0 8-56-15,-11 15 173 16,-3 31-118-16,-2 11-38 0,5 5-35 0,2 0 198 15,2 21-104-15,1-4-5 0,4 0-43 0,0-1 279 16,2-1-155-16,0-17-68 0,0 2 67 0,2-6-76 16,3-9-39-16,4-9 1 0,0-8-231 0,0-3 93 15,1-8 49-15,-1-6-725 0,2-5 387 0,1-5 170 16,0-3 62-16,2-2-435 0,-1-13 263 16</inkml:trace>
  <inkml:trace contextRef="#ctx0" brushRef="#br0" timeOffset="189930.42">11686 11784 2330 0,'0'0'0'0,"0"0"0"0,12 0 0 0,3 0 0 0,-1 0 0 0,-2 0 0 0,2 0 0 0,0 0 0 0,4 0 0 0,4 0 311 0,-1 0-139 0,3 0 62 16,1 0-100-16,-5 0-51 15,3 0-17-15,-2 0-64 0,-5 0 31 0,1 4-1 16,-4 7 1-16,-3 6 61 0,-8 6-22 0,-2 5-8 15,0 14-32-15,-14-4 33 16,-7 6-1-16,-4 3-31 0,-3 2 14 0,-4-3 147 16,0 1-194-16,2 2-215 0,0-4 188 0,1 2 29 0,8-6 9 15,-1 7-51-15,11-14 28 0,0 7-1 0,4-6 15 0,7-2 51 16,0-2-66-16,0-4 24 0,9-1-40 0,3-6 299 16,2-4-270-16,2-2 0 15,5 0 0-15,-2-7 0 0,3-1 0 0,1-5 0 16,0-1 0-16,-1 0 0 0,1 0 0 0,-1 0-255 15,-2 0 134-15,1 0 64 0,0 0 16 0,-2 0-607 16,-4 0 299-16,-4 0 162 0,-3 0 77 0,-2 0-243 16,-4 0 160-16,-2 2 80 0</inkml:trace>
  <inkml:trace contextRef="#ctx0" brushRef="#br0" timeOffset="190119.91">11713 12211 1758 0,'0'-10'0'0,"0"7"0"0,2 2 0 0,10 0 0 0,0-2 0 0,2 3 0 0,0 0 615 0,6 4-295 0,1 8-143 15,4 1-73-15,2-2 153 0,-3 3-113 0,3 0-47 16,-1 2 0-16,-1-3-31 0,2-1-1 16,-2-2-637-16,-1-1 303 0,-1-5 159 15,7 0 67-15,-3-4-774 0,6 0 410 0</inkml:trace>
  <inkml:trace contextRef="#ctx0" brushRef="#br0" timeOffset="190274.31">12498 12015 1387 0,'-9'0'0'0,"9"0"0"16,2 4 0-16,11 0 0 0,-4-2 0 0,-1-1 467 0,-2 2-216 0,3 0 81 15,0-2-154-15,3 2-72 0,2-3-37 0,0 0 45 16,2 0-41-16,0 0 9 0,-3 0-49 0,-2 0-625 15,-3 0 312-15,-5 7 157 0,-3 7 77 0</inkml:trace>
  <inkml:trace contextRef="#ctx0" brushRef="#br0" timeOffset="190432.41">12417 12338 2380 0,'-3'5'0'0,"3"2"0"0,0 0 0 0,3-7 0 0,5 2 0 0,3-2 0 0,0 0 0 0,7 0 388 15,0 0-177-15,-1-2 67 0,1-2-115 0,2-1-69 16,-3-1-30-16,-1 2-272 0,2 1 121 0,-9 0 60 16,-2 3 38-16,-2 0-767 0,-2 8 394 0</inkml:trace>
  <inkml:trace contextRef="#ctx0" brushRef="#br0" timeOffset="191814.9">13428 11962 730 0,'0'-7'0'0,"0"-2"0"0,0-1 0 0,0-3 0 0,0-7 0 0,2-7 0 0,-2-2 0 0,0 0 167 0,0-1-67 0,2-2-33 15,-2 5 7-15,0-6 50 0,0 3-46 0,0 4-23 16,-2 0 27-16,-6 1-25 0,-1 4 9 16,-4-3-11-16,2 9 0 0,-5 0-22 15,4 2 0-15,0 6 40 0,-3 2-7 0,-2 5-34 16,0 0 1-16,-4 3 21 0,3 11-21 0,1 1 8 15,-2 6-8-15,4 2 23 0,1-2 1 0,5 7-25 16,4-2 89-16,-1 5-37 0,6 5-29 0,0 5 77 16,0-1-50-16,0 4-24 0,0 0 0 0,0 6 16 15,6 3-7-15,-1 1-35 0,3 3 1 16,0 1 66-16,-1 1-33 0,0 0 8 16,1 5-105-16,-4-3 32 0,0-9 0 0,-2 5 32 15,-2-3-154-15,0-7 86 0,-2 4 29 0,-10-18-237 16,-2-1 113-16,-4-5 68 0,-2-9 7 0,-1-4-90 15,-9-1 35-15,2-6 43 0,-4-6-9 0,0-1-141 16,2 0 92-16,5 0 38 0,-5-8-88 0,14-5-58 16,0-2 100-16,5-4 50 0,10-2-246 0,1 0 139 15,1-7 84-15</inkml:trace>
  <inkml:trace contextRef="#ctx0" brushRef="#br0" timeOffset="192084.19">13368 12389 749 0,'9'-2'0'0,"3"2"0"0,-7 4 0 0,-1 9 0 0,-2 1 0 0,0 4 0 0,-2 3 347 0,0 5-161 0,0 0-77 16,0 0-38-16,1 1 87 0,5-3-62 0,4-3-24 15,-1 0 100-15,4-3-70 0,2-5-34 16,2-1-1-16,2-5-68 0,2-5 8 0,-1-2 25 0,1 0-103 16,0-9 52-16,-5-10 25 15,1-1 1-15,-8-3-137 0,1-6 77 0,-6 3 43 16,-4 0-16-16,0-1-67 0,-6 1 15 0,-7 1 38 15,-4 0-82-15,-1 5 51 0,-3 6 2 0,-2 2 20 16,3 7 82-16,-3 3-28 0,0 2-8 0,3 0 52 16,3 0-34-16,4 5 0 0,3 1-26 0,5 0-151 15,1 1 76-15,4-1 33 0,0 2 12 0,0-3-337 16,9-3 164-16</inkml:trace>
  <inkml:trace contextRef="#ctx0" brushRef="#br0" timeOffset="192426.3">13518 11276 1562 0,'0'-29'0'0,"0"8"0"0,2 5 0 0,0-1 0 0,5 2 0 0,1 2 0 0,3 1 0 0,4 5 0 0,2 3 0 0,4 2 210 15,-1 2-81-15,5 2-52 0,-2 14-22 0,-5 9-79 16,-1 3 28-16,-2 7 1 0,-5 0-63 0,-7 2 42 15,-1 3 25-15,-2 2-164 0,-2 1 95 0,-11-5 46 16,-2-5 31-16,-6 0-195 0,-1-2 89 0,-2-5-4 16,-3-4 39-16,1-5 75 0,1-6-30 0,-3 1-18 15,6-5 226-15,1-1-105 0,8-3-55 0,1 0-14 16,5-2 149-16,2-1-61 0,3 0-51 0,2 0 250 16,0 0-140-16,5 0-70 15,16 0-26-15,7 0-3 0,2-4 0 0,0-3-41 16,2 3 1-16,0 1-45 0,-6 1 30 0,8-3-8 15,-6 4-284-15,-5 0 153 0,1-1 77 0,1-1 38 16,-5 0-265-16,1-1 95 0,0 0 87 16,-5-1-545-16,0-3 301 0</inkml:trace>
  <inkml:trace contextRef="#ctx0" brushRef="#br0" timeOffset="192600.83">13845 11235 774 0,'-4'-1'0'0,"2"-1"0"0,2 2 0 0,0 0 0 0,5 0 0 0,9 0 439 16,9 0-207-16,-1 0-100 0,4 0-49 0,2 0 327 16,1 0-189-16,-5 0-85 0,6 0-58 0,-1 3-22 15,-9 0 0-15,4 1-172 0,-3-3 74 0,-3 3 46 16,-4 0-8-16,-3-2-428 16,-1 3 232-16,-4-1 116 0,-5 2 59 0</inkml:trace>
  <inkml:trace contextRef="#ctx0" brushRef="#br0" timeOffset="192762.4">13931 11242 1471 0,'-7'6'0'0,"3"8"0"0,0-1 0 0,1 2 0 0,-1 2 0 0,2 5 0 0,1-1 0 0,1 8 0 0,0-3 130 0,0 2-49 0,0-2 77 16,0 1-63-16,0-4-23 15,0 0-8-15,0 0-122 0,1-4 46 0,3-4 22 16,1-2 0-16,3-8-409 0,3-1 212 0,1-4 110 15</inkml:trace>
  <inkml:trace contextRef="#ctx0" brushRef="#br0" timeOffset="192900.33">14037 11292 1179 0,'3'-2'0'0,"1"1"0"0,-2 1 0 0,0 0 0 0,-1 9 0 0,-1 8 0 0,0 3 0 0,0 7 201 0,0-1-84 0,0 4-42 0,0 1 9 16,-1 1-17-16,-1 2-9 0,2-2-25 0,0 3-363 15,0-3 182-15,0-3 98 0,0-1 46 0</inkml:trace>
  <inkml:trace contextRef="#ctx0" brushRef="#br0" timeOffset="193834.5">14493 12075 883 0,'0'0'0'0,"0"0"0"0,-1 0 0 0,1 0 0 0,0 0 0 0,-3-6 0 0,1-3 133 0,-2-4-50 0,2-2-17 0,-1 0 52 16,-3 0-42-16,1-2-22 0,-2 0 0 0,-3 2 8 16,0 2-21-16,1 2-8 0,-3 1 0 0,0 6-22 15,0 3 1-15,-3 1 20 0,0 1 9 0,-2 18-3 16,0 8-6-16,3 3 4 16,-2 11-3-16,5-4 0 0,4-1 8 0,0 12 75 15,7-15-41-15,0 7-21 0,0-5 0 0,0-2 31 16,5-6-17-16,8 3-9 0,0-9-26 0,2-4-44 15,0-4 21-15,2-4 9 0,0-5 14 0,1-4-118 16,0 0 58-16,5-11 31 16,-5-10-1-16,3-5-60 0,-1-12 37 0,-1-1-8 0,-2-2-178 15,-2-8 77-15,0-5 60 0,0 0-149 16,-1-17 98-16,-2 0 38 0,-3-5 25 0,5-17-58 16,-5 4 41-16,0 11 13 0,3-9 8 0,-3 11-19 15,-3 19 40-15,-4 16-1 0,-1 15 237 0,-1 8-126 16,0 5-51-16,0 10 178 0,-1 3-114 0,-9 26-35 15,0 19-36-15,-2 4 365 0,1 19-183 0,-1-2-68 16,3 8-51-16,1 4 183 0,1 0-117 0,1 7-50 16,0 7-37-16,1-17 112 0,1 4-70 0,-1-8-36 15,5-12-58-15,0-1 31 0,0-9-8 16,2-14-92-16,5-5 46 0,0-12 22 16,5-4 1-16,1-8-297 0,2-6 155 0,5-4 59 15,-1-20 49-15,4-10-328 0,-1-2 165 0,-3 0 43 16,2-11 60-16,-3 2-20 0,2 0 35 0,-4 0 0 15,1 2 37-15,-4 7-22 16,3-3 21-16,-4 7 1 0,-3 9 129 0,-4 8-65 0,-1 6-32 16,-1 1 122-16,-1 6-58 0,0 2-46 0,-2 17-23 0,0 13 346 15,0 10-166-15,0-6-43 0,-2 13-14 16,2-4 150-16,0 0-117 0,0-7-59 16,7 2-30-16,7-3 90 0,2-3-64 0,4-6-88 15,1-5 1-15,0-8 32 0,6-4 0 0,-3-5-71 16,8-4 31-16,-2-4 0 0,-1-14 40 0,-1-7-239 15,-3-2 91-15,-4-2 74 0,-1-4-31 0,-8-2-146 16,0-4 65-16,-5-2 63 0,-3-4-24 0,-4-4 32 16,0-6 8-16,0-9-30 0,-9 0 35 0,-7 1 0 15,0 12 28-15,-5-1-27 0,0 20-1 0,-7 5 36 16,-2 11 0-16,-4 9 108 16,-1 7-63-16,-5 8-18 0,12 11 0 0,-6 11 232 15,13-3-112-15,1 5 273 0,7 5-170 0,5 0-102 16,7 1-15-16,1-1 169 0,0 1-119 0,7-2-58 15,10-3-22-15,1-2 135 0,3-5-205 0,0-3 0 16,3-5 0-16,2-3 0 0,-3-6 0 0,6-1 0 16,-3-6 0-16,-6-2-239 15,3 0 152-15,-2 0 60 0,-1-7-662 0,-1-5 339 0,2-3 114 0,-5 2-635 16,2-2 419-16</inkml:trace>
  <inkml:trace contextRef="#ctx0" brushRef="#br0" timeOffset="197601.34">15821 11615 425 0,'2'-1'0'0,"2"-2"0"0,-1 2 0 0,1-4 0 0,1-1 0 0,2 1 0 0,-2-3 0 0,1 1 0 0,-1 0 80 15,2-3-16-15,2-1 24 0,-2 2-28 0,-2-3 0 16,-1 5-27-16,0-2 29 0,-1 1 9 0,-1 1-38 15,0-3-1-15,1 2 30 0,-3-1 0 16,0-1-29-16,0 2 8 0,0-5 7 16,0 1-15-16,0-1 0 0,-3 0-35 0,-1 0 34 0,-1 2 9 15,-1-3-38-15,-1 1-1 0,-1 2 31 16,1 1-1-16,-3-1-37 0,3 5 1 0,-5-4 23 16,3 2 7-16,-2 2-17 0,-1 2 14 0,3 1-8 15,0 1 10-15,-1 0 26 0,1-1 0 0,2 2-29 16,1 1 40-16,0 0-36 0,2 0 4 0,1 0 2 15,1 0 6-15,0 0-4 0,0 0-5 0,2 0-30 16,-2 0 8-16,1 0 24 0,1 0-2 0,-4 0 1 16,2 0-1-16,0 0-4 15,0 0 10-15,1 0-38 0,-6 6 0 0,2 2 23 16,-1 1 47-16,1 2-4 0,-1 0-33 0,0 4-24 16,-1 0 19-16,3 2 1 0,-1 2-1 0,-1 2 38 15,2-2-30-15,0 1-4 0,0 1-1 0,4 1 10 16,-2 4-10-16,2-1 8 0,0-3 1 0,0 5-47 15,0-5 39-15,0 7 0 0,2 0-22 16,0 5 16-16,4 0 9 0,-2 2-8 0,2 0 1 0,-3 2-3 16,1 1 3-16,-1 0 18 0,1 6-18 15,1-11-3-15,-3 5 2 0,1 1-3 16,-1-3 3-16,0 0 10 0,0 2-8 0,-1-2-30 16,1-4 0-16,-2 1 29 0,0-5-55 0,0-7 30 15,0 1-6-15,0-3-6 0,0-3 0 0,0-2 19 16,0 0 8-16,-7-2-96 0,-3 0 43 0,-3-1 13 15,-1-1 0-15,-2-1-118 0,-1-1 66 0,0-3 20 16,0-1 3-16,-1-1-160 0,1-2 91 0,2-2 41 16,-1 0-94-16,6 0 63 0,-4 0 44 15,5 0-46-15,0 0 42 0,3-2 19 16,0 0 1-16,4 0-143 0,0 0 85 0,2-1 39 16,0-3 1-16,7 1-228 0,9-1 133 0</inkml:trace>
  <inkml:trace contextRef="#ctx0" brushRef="#br0" timeOffset="198106.99">16062 12411 809 0,'-7'-6'0'0,"4"3"0"0,-1 1 0 0,0 0 0 0,1-2 0 0,-1 3 0 0,0-1 0 0,0 0 0 0,2 0 101 15,0 2-34-15,2 0 0 0,-2 0 12 0,2 0-23 16,0 0 8-16,0 0-70 0,0 0 39 0,0 0-1 15,0 2 1-15,-3 11-68 0,1 2 42 0,0 2 0 16,0 3 26-16,0 1 39 0,-1 5 1 0,1-1-41 16,2-4 78-16,0 3-43 15,0-2 0-15,0-1 0 0,2-2 0 0,5-4-35 16,4-1 9-16,3-3-35 0,-2 0-1 0,6-5 28 16,-2-5 0-16,3-1-32 0,1 0 7 0,-2 0 25 15,1-11 0-15,-5-4-101 0,4-6 39 0,-7 1 28 16,-4-3-2-16,1-5-129 0,-4 2 52 0,-2-3 42 15,-2 3-65-15,0-2 48 0,-6 3 6 0,-6-3-17 16,-2 4 17-16,2 5 0 0,-3 2 13 0,-2 4 56 16,1 4-11-16,-2 1-32 0,2 6-4 15,0 0 34-15,7 2 7 0,-2 0-35 16,3 0-29-16,3 0 4 0,1 2 33 0,4 4-215 16,0 1 98-16,0 1 50 0,4 0 16 0,8-1-230 15</inkml:trace>
  <inkml:trace contextRef="#ctx0" brushRef="#br0" timeOffset="200771.81">16092 11449 840 0,'-12'0'0'0,"3"0"0"0,3-1 0 0,0-4 0 0,0-3 0 0,3-4 0 0,-1-4 0 0,2-1 0 0,2-2 114 0,0-2-41 0,2-3 0 16,9-1 119-16,5-1-84 0,3 2-38 0,3 1 26 15,0 2-31-15,1 5-1 0,-3 4-23 0,3 3 49 16,0 4-29-16,0 2 1 16,0 3-30-16,0 0 44 0,-4 12-13 0,5 5-8 15,-1-1-23-15,-2 2 80 0,1-1-39 0,0-1-1 16,-3-1-45-16,6 1 6 0,-3-4-1 0,4-4 1 16,-1 0-35-16,0-7 1 0,-3 1 42 0,2-2-160 15,-3 0 72-15,0 0 40 0,-5-2 0 0,-2-2-398 16,-5-3 175-16,-2 1 108 0,-3 3-363 0,-1-3 226 15,-3 0 113-15</inkml:trace>
  <inkml:trace contextRef="#ctx0" brushRef="#br0" timeOffset="200947.34">16362 11211 699 0,'-11'0'0'0,"0"3"0"0,2 0 0 0,4 5 0 0,-2 1 0 0,1 3 172 0,3 2-69 0,1 7-28 16,-1 3-7-16,3 2 276 0,0 5-155 0,0 0-78 15,0 4-40-15,0-1 166 16,0 3-106-16,0-2-245 0,0-2 73 16,0-2 37-16,5-4 0 0,-2-8-401 0,3 1 215 0,-1-9 111 15,1-4 56-15,1-4-490 0,5-3 210 0,-5-10 127 16</inkml:trace>
  <inkml:trace contextRef="#ctx0" brushRef="#br0" timeOffset="201097.94">16462 11350 883 0,'3'-6'0'0,"3"3"0"0,-4 0 0 0,0 3 0 0,-1 0 0 0,1 0 0 0,0 5 0 0,0 6 318 0,0 6-142 0,-2 5-72 16,0 3-36-16,0 1 49 0,0 6-47 0,0 2 1 15,0 0-68-15,0 5-97 0,0 7 63 0,0-6 40 16,0 13-380-16,0 0 202 0,0 4 101 0,0-3-378 16</inkml:trace>
  <inkml:trace contextRef="#ctx0" brushRef="#br0" timeOffset="201820.74">17053 11248 919 0,'0'-16'0'0,"0"12"0"0,0 2 0 0,0 1 0 0,0 1 0 0,0 0 0 0,0 7 244 16,0 14-106-16,0 7-53 0,0 13-26 0,0 2 121 16,0 8-65-16,0 13-46 0,0-2 59 0,0 3-48 15,0 3-23-15,0 1-1 0,0-7 10 0,0 12-8 16,0-20-25-16,2 3 40 0,-1-8-40 0,3-12-1 16,-2-5 9-16,1-5-59 0,-1-3 25 0,0-13 0 15,0-2-14-15,0-5 40 0,-2-4 8 0,0 0-8 16,-2-2-45-16,-7-13 10 0,-2-8 0 15,-5 1-65-15,2-2 46 0,-3-3 8 16,-3 0-1-16,1 4-112 0,-4 2 64 0,5 10 24 16,-3 0 0-16,-2 7 7 0,0 4 22 0,0 0-14 15,3 8 177-15,3 8-82 0,4 1-40 0,1 4 85 16,3 0-58-16,6-1-26 0,3 1-1 0,0-1 105 16,0-2-52-16,5 0-10 15,11-1-23-15,7-2-120 0,0-4 51 0,7-3 25 0,4-4 8 16,8-4-447-16,-3 0 221 0,2-11-415 15,4-7 296-15,0-8 148 0,0-6 66 0,-4-2 45 0,-1-5-114 16,-2 0 76-16,-6-5 38 0,-4-1-107 16,-6 0 63-16,-1 1 45 0,-7 2 84 15,-2 10-24-15,-4 0-1 0,-5 11 284 16,-1 8-150-16,-2 0-78 16,0 5 911-16,0 5-949 0,0 1-24 0,0 2 47 0,-5 3-2 0,-1 19 56 0,3 2 74 15,-1 5-64-15,4 3-30 16,0 2 227-16,0 0-133 0,2 0-64 0,7-2 68 0,8-5-66 0,3 0-31 15,7-6 7-15,3-6-120 16,2-4 39-16,1-7 1 0,3-4-167 0,2 0 103 0,-2-13 60 16,3-13 18-16,-7-3-263 0,-2-3 139 0,-6 1 39 15,-5 1 43-15,-2-6-124 0,-6-2 72 0,-1-5-8 16,-8 4 32-16,0-5 2 0,-2 0 0 16,0 4 20-16,-11-11-5 0,2 18 13 15,-5-1 0-15,0 13 1 0,-2 0 205 16,-2 10-110-16,2 8 370 0,-3 3-219 0,-2 3-91 0,3 24-59 0,-1 9-29 15,2 11 220-15,3 5-116 0,5 16-53 16,4 2 226-16,1 19-139 0,1 5-71 0,2-6-26 16,-1 27-57-16,2-9 13 0,0 5 1 0,0 2 0 15,0 4-729-15,0-1 373 0,2-2-922 0</inkml:trace>
  <inkml:trace contextRef="#ctx0" brushRef="#br0" timeOffset="205488.94">18453 11776 300 0,'0'0'0'0,"0"-1"0"0,0-1 0 0,0 0 0 0,0 0 0 0,0 0 0 0,0 0 0 0,0 1 0 0,2-1 58 0,0 2 0 0,-2 0-29 16,2-2 0-16,-2 2 27 15,0 0-18-15,0 0-7 0,0 0 47 0,0 0-23 16,0 0 1-16,0 0-23 0,0 0 91 0,0 0-50 16,0 0-20-16,0 0 31 0,0 0-27 0,0 0 1 15,0 0-18-15,0 0 53 0,0 0-31 0,0 0 1 16,0-2-32-16,0 2 47 0,0 0-15 0,0 0-8 16,2 0 6-16,-2 0 0 0,0 0-29 0,0 0-1 15,0 0-28-15,0 0 28 0,0 0 1 16,0 0-38-16,0 0 38 0,0 0 0 15,0 0 8-15,0-2-57 0,0 2 21 0,0 0 0 16,0 0 4-16,0 0-45 0,0 0 25 0,0 0-6 16,0 0-11-16,0 0-1 0,0 0 29 0,0 0 9 15,0 0 13-15,0 0-15 0,0 0-4 0,0 0 27 16,0 0 1-16,0 0-24 0,0 0 3 0,0 0 1 16,0 0 0-16,0 0-2 0,0 0 6 0,0 0 10 15,0 0-6-15,0 0-8 0,0 0-18 0,0 0 19 16,3-2 2-16,-3 2 1 15,0 0-4-15,0 0 1 0,0 0-3 0,0 0-2 16,0 0 3-16,0 0 4 0,0 0-5 0,0 0-14 16,0 0 15-16,0 0 0 0,0 0-1 0,0 0-38 15,0 0 37-15,0 0 0 0,0 0-32 0,0 0 30 16,0-1-2-16,0 1 33 0,0 0-33 0,0 0 1 16,0 0-3-16,0 0 32 0,0 0-1 0,0 0-24 15,1 0 0-15,-1 0 9 0,0 0-5 16,0 0-4-16,0 0 8 0,0 0-27 15,0 0 1-15,0 0 19 0,0 0-63 0,0 0 30 16,0 0-3-16,0 0 33 0,0 0-32 0,0 0 0 16,0 0 16-16,0 0 11 0,0 0-9 0,0 0 2 15,0 0-7-15,0 0 28 0,0 0-23 0,0 0 2 16,0 0 0-16,0 0-3 0,0 0 6 0,2 0-2 16,0 0-25-16,0 0-1 0,0 3 28 0,-1 3-3 15,3-1 59-15,-2 1-28 0,2 1 0 0,-3 1 0 16,3 3 1-16,0 0-26 15,-2 5 3-15,2 1 63 0,-2 5-28 0,0 4 0 16,0 4-23-16,-1 4 20 0,-1 7 11 0,0-1-33 16,2-1 66-16,-2 2-30 0,0 3 13 0,2-7-34 15,0 10-41-15,0-7 37 0,3-7 11 0,-1 5-79 16,2-4 34-16,-2-2 6 0,-1-2 24 0,1-4-74 16,-2-5 31-16,0-4-1 0,-1-4 23 0,-1-6-23 15,0-1-2-15,0-4 31 0,0-2-36 16,0 0 0-16,-3 0 15 0,-8-2 111 15,-1-13-47-15,1-6-22 0,2-4 0 0,1-5-117 16,2-12 48-16,6 4 5 0,0-13 39 0,2 6-107 16,8 0 50-16,3 12 24 0,1-3-9 0,6 4 68 15,-1 3-41-15,1 7-15 0,1 4 65 0,2 2-18 16,-5 5-41-16,8 0 83 0,-1 5-37 0,1 2-9 16,-1 3-1-16,-5 1 36 0,5 0-24 0,-4 0 3 15,-3 2 0-15,-1 7-7 16,-1 0-10-16,-4-1 9 0,-1-2-4 0,-1 3-19 15,-2-3 15-15,-1-1-5 0,-4-2 4 0,1 1-35 16,-2-4 34-16,0 2-8 0,-2-2-39 0,3 0 20 16,-3 0-1-16,0 0-20 0,0 0 38 0,0 0-3 15,0 0 3-15,0 0 23 0,0-2 0 0,0-3-28 16,0-1 3-16,-3-1-369 0,1 1 174 0,2-1 77 16,0 0-408-16,0-1 248 0,0 0 114 0,2-4 71 15,4 1-178-15</inkml:trace>
  <inkml:trace contextRef="#ctx0" brushRef="#br0" timeOffset="205887.87">19092 11630 738 0,'2'-13'0'0,"-2"6"0"15,0-1 0-15,2 0 0 0,0 0 0 0,1 0 0 0,5 0 318 0,4 0-142 0,0 3-72 0,4 1 151 0,0-2-111 16,3 3-47-16,1 3-37 15,-2 0 39-15,3 0-33 0,-5 0 0 0,3 0-4 16,-4 11-21-16,-2 1-8 0,-3 0 0 0,0 2-37 16,-7 0 1-16,-1 4 36 0,-2 0 7 0,0 3-44 15,-10 1-1-15,-5-1 38 0,0 0-33 0,0-6 37 16,-4 0-5-16,3 0-32 0,-1-6 54 16,2 1-39-16,-1-5 7 0,2 1 53 15,2-3-28-15,3 1 1 0,0-2-24 0,3 0 136 16,2 0-63-16,0-2-25 0,4 0-7 0,-2 0 92 15,2 2-62-15,0 6-31 0,0 3-56 0,6-1 8 16,7 2 17-16,0 1 0 0,5 1 26 0,3-1-26 16,-1-2 0-16,1-4-21 0,5 1-7 0,-1-3 28 15,-5-3-1-15,2 0-99 0,-5-2 37 0,-2 0 35 16,-2 0-19-16,-1 0-213 0,-5 0 98 0,-3 0 64 16,-2 0-153-16,-1-2 92 0,1-1 34 0,-2-3-160 15,0 0 110-15,0 1 55 0,0-1 27 0,-2 3-463 16,1-1 249-16,1 1 121 15,0 1 60-15</inkml:trace>
  <inkml:trace contextRef="#ctx0" brushRef="#br0" timeOffset="206550.66">20067 11949 1138 0,'0'-23'0'0,"-6"12"0"16,2 5 0-16,-1-7 0 0,-1-1 0 0,-3-2 0 0,1 4 0 0,-1-1 0 0,2-2 0 0,-2 5 126 0,-1-3-51 0,-1 2-21 0,-3 1 17 0,1 3-1 16,-4 1-37-16,-1 4-31 0,-7 2 30 0,0 0 1 15,1 2 0-15,-2 11 51 0,5-2-17 16,-7 6-9-16,5-1-25 0,7-3 35 15,-3 2 1-15,4-2-37 0,3 2 110 0,5-4-58 16,0 2-26-16,5-2 0 0,0 1 33 0,2-1-29 16,0 2 8-16,2-2-31 0,3 3-6 0,6-1 0 15,5 0 0-15,-2-2-38 0,6 3 8 0,1-2 30 16,-1 1-1-16,-1-1-28 0,1-1-1 0,1 2 30 16,-2 1-69-16,-3-3 13 0,2 2 23 0,-6 0-52 15,-2 0 26-15,-2 2-1 16,-5 2 26-16,-3 0 34 0,0 2-28 0,-1 3 1 15,-15-1-11-15,0 0 98 0,-5-1-40 0,-2-1-20 16,-1-1-1-16,0-2 17 0,-3-3-1 0,3-2-33 16,1-5-12-16,1-1 6 0,-1-1 14 0,2-4 17 15,3 0-282-15,2 0 123 0,6 0 66 0,0-2-372 16,4-5 199-16,2-6 81 0,4-1 56 0,2-2-281 16,10 0 160-16,10-4 93 0,2 1 42 0,3 0-287 15,1 2 165-15,2 2 82 16,0 1-72-16,0-1 81 0,0 0 37 0,-1 3 69 15,1 1 0-15,-4 2 0 0,-4-1 0 0,-1-1 0 16,0 1 0-16,-5 5 0 0,0-3 0 0,-7 4 166 16,0 3-100-16,-1 0-45 0,0-2-27 0,-3 3 508 15,-1 0-240-15,1 0-89 0,-1 7 110 0,0 7-129 16,-2-2-60-16,2 6 298 0,-2 0-180 0,-2 3-89 16,0 0-38-16,0 0 129 0,0 1-91 0,0-1-45 15,0-3-22-15,0-1-125 16,0-3 58-16,2-1 19 0,-2-4-1 0,0-2-321 15,0-3 174-15,1 0 86 0,-1-4-405 0,0 0 190 16,0 0 129-16,0 0 1 0,0 0-58 0,0-11 73 16,0-8 50-16,2-6-321 0</inkml:trace>
  <inkml:trace contextRef="#ctx0" brushRef="#br0" timeOffset="206681.83">20142 11568 866 0,'4'-9'0'0,"-2"3"0"0,-1 2 0 0,1 2 0 0,0-1 0 0,-2 3 0 0,2-2 0 0,1 2 199 0,0 0-83 0,6 2-34 16,-1 15-255-16,2 7 103 0,-1 5 51 0</inkml:trace>
  <inkml:trace contextRef="#ctx0" brushRef="#br0" timeOffset="206992.1">20399 12126 691 0,'-7'22'0'0,"1"1"0"16,-1-4 0-16,-3-2 0 0,3-2 279 0,0-2-123 0,1-1-62 0,2 0-31 0,1 0 279 16,0-3-158-16,3-2-75 0,-2-1-37 0,2-2-1 15,0-4-38-15,0 3-155 0,0-3 73 0,0 0 41 16,0-6 0-16,8-10-51 0,0-7 46 0,3 1 31 16,1-4-8-16,-2-3-61 0,-1 1-6 15,3 0 35-15,1 2-50 0,-2 7 94 16,1-1-75-16,-1 4 37 0,3 5 192 0,-4 4-91 15,1 3-37-15,3 4 139 0,-1 0-77 0,1 2-45 16,-4 10-1-16,3 9 50 0,-3 2-40 0,-4-2 8 16,1 9-49-16,-3-4-28 0,-3-3 27 0,1-2 1 15,2 0 0-15,-1-1-179 0,-2-6 85 16,1-2 47-16,0-3-466 0,-2-1 240 0,0-4 83 0,0-3-346 16,0 2 236-16,0-3 117 0,0 0 58 15,0-3-191-15</inkml:trace>
  <inkml:trace contextRef="#ctx0" brushRef="#br0" timeOffset="207277.34">20574 11572 1465 0,'2'-23'0'0,"2"10"0"0,1 1 0 0,3 2 0 0,0 5 0 0,1-1 0 0,1 4 0 0,2 2 97 0,1 0-33 0,3 0 1 0,-2 5 116 15,0 8-74-15,-1 4-29 0,2 2-130 16,-6 4 42-16,-1-2 22 15,-5 3-1-15,-1 2 22 0,-2-2-151 0,0 8 71 0,-7-4 40 16,-8 1-82-16,-2-1 56 0,-1-4 31 0,0-6-36 16,-1-4 78-16,3-3-39 0,0-3-5 0,5-7-47 0,0 4 215 15,1-5-89-15,5 0 309 0,3 0-166 0,0 0-94 16,2 0-37-16,0 0 76 0,0 0-58 0,6 0-39 16,9-4-97-1,3 3 31-15,3 0 1 0,0 0 32 0,-1-2 8 0,1 3-323 16,0 0 157-16,-1 0 79 0,0 0 39 0,1 3-278 15,-5 0 99-15,3 6-561 0,-1-1 358 0</inkml:trace>
  <inkml:trace contextRef="#ctx0" brushRef="#br0" timeOffset="207648.34">21010 11764 650 0,'-11'0'0'0,"2"0"0"0,0 1 0 0,0 9 0 0,0 1 341 0,4 4-154 0,-2 4-77 16,6 5 190-16,1-1-133 0,0 1-59 0,1 6-42 16,15-4 47-16,2-1-40 0,5-1 0 0,2 1-40 15,5-5 8-15,2-1 3 0,3-4-11 0,2-3-72 16,-1-5 36-16,2-5-1 0,-2-2 45 0,-1 0-8 0,-3-2-194 16,0-13 97-16,-4-3 48 0,-1-2-205 15,-4-4 91-15,-7-1 64 0,-2-3-62 16,-5-4 53-16,-4-1-4 0,-3-9 23 15,0 5-17-15,-2-14 40 0,0 4 0 0,-6 1 32 0,-4 4 0 16,-4 10-31-16,-3 0 278 0,0 9-133 0,-4 5-62 16,3 10-38-16,-3 2 1 15,0 6 413-15,5 0-180 0,-5 17-114 0,6 10 79 16,0 8-90-16,5 7-44 0,5 8 224 0,1 8-127 16,3 16-75-16,1-1-34 0,0 2 1 0,0 2 147 15,0 4-91-15,0 2 71 0,0 10-194 0,0-2-218 16,-2 1 152-16,0-2-618 15,-3-1 358-15,2-9 188 0,-1 3 81 0,0-4-1 0,1-10-937 0</inkml:trace>
  <inkml:trace contextRef="#ctx0" brushRef="#br0" timeOffset="208672.45">22040 11921 147 0,'0'-11'0'16,"1"0"0"-16,1-1 0 0,0 1 0 0,0-1 146 0,-2-5-57 0,0 3-19 0,0-1 1 0,0 2 0 15,0-2-38-15,0 1 0 16,0 2 62-16,-4 2-23 0,-1 0-8 0,-3 1 46 15,2 3-39-15,-1 3 1 0,-7 0-40 0,3 3 93 16,-3 0-50-16,-6 16-21 0,1 9-1 0,-3 7 45 16,3 4-33-16,3-3 8 0,-1 14 15 0,6-6-27 15,2-2-1-15,6-2-27 0,3-2 78 0,0 0-31 16,0-5-8-16,2-3-65 0,8-8 26 0,2-1 0 16,4 0 0-16,-2-5-45 0,4-5 18 15,-2-3 1-15,5-3 26 0,1-2-97 16,1-2 49-16,-4-7 21 0,6-10-90 0,-5-4 33 15,1-3 33-15,-4-5-12 0,-1 0-128 0,0-6 55 16,-5 2 46-16,-2 0-46 0,1 3 39 0,-6 2 7 16,-1 10-1-16,-3 2 91 0,0 3-28 0,0 5-9 15,0 5-29-15,0 1 212 0,-5 4-99 0,-4 0-41 16,0 19 72-16,2 4-45 0,2 3-31 16,3 0 4-16,2 1 40 0,0-5-7 0,3 7-27 15,10-7 28-15,5-2-20 0,-2-3 5 16,1-4-25-16,3 0-25 0,3-5-8 0,0-4 33 15,-2-2-1-15,1-2-75 0,0 0 35 0,-2-2 18 16,-2-10-100-16,-1-4 50 0,-4-3 28 0,-3-1-16 16,-5-1 9-16,-3-5 2 0,0-1-1 0,-2 1-37 15,0-1 26-15,-5-1-17 0,-7 2 39 16,-1 2-64-16,-4-4 30 0,-2 8-10 0,-2 6 35 0,2 4 27 16,-1 3-29-16,-3 5-9 15,-3 2 59-15,3 0-23 0,0 5 1 0,5 7-24 16,2 1 13-16,0 2-10 0,7-1-2 0,6-2-83 15,1 1 40-15,2 2 5 0,0-1 34 0,11-1-298 16,12-2 141-16,3-2 70 0,6-3 35 0,7-2-259 16,-2-4 139-16</inkml:trace>
  <inkml:trace contextRef="#ctx0" brushRef="#br0" timeOffset="208960.77">22719 11762 730 0,'0'-14'0'0,"0"5"0"0,0-1 0 0,-5 1 0 0,-5 3 0 0,-1-3 0 16,-1 5 280-16,-1 2-128 0,-1 2-60 0,-2 0 67 0,0 0-63 0,-1 10-32 16,1 3 8-16,5 0 83 0,2 2-61 0,4-1-30 15,3 2-1-15,2 1-32 0,0 0 9 0,5 2-7 16,10 0-65-16,2-4 32 0,1 2 0 0,0-5 33 16,3 2-108-16,-1-1 50 0,-1 0 29 15,-5 0-106-15,0 0 45 0,-3-1 34 16,-6-1-6-16,-1 2 4 0,-4-1-7 0,0 1 1 15,-2-3-8-15,-10 4 98 0,-6-2-39 0,-5 0 1 16,-2-1 48-16,-2-3-37 0,-1 1-10 0,2-3-1 16,6-2-91-16,-5-2 37 0,4-2 10 0,5 0-94 15,0 0 59-15,7-10 28 0,2-6-6 0,7-9-334 16,0-5 160-16,2-13 88 0</inkml:trace>
  <inkml:trace contextRef="#ctx0" brushRef="#br0" timeOffset="209243.11">22789 11364 1017 0,'5'-8'0'0,"1"4"0"0,4 0 0 0,-3 0 0 0,2 1 0 15,5 0 0-15,0 2 200 0,4-1-83 0,0 2-34 0,-1 0 155 0,1 3-102 16,-2 9-52-16,-3 3-1 0,0 2-25 0,-4 4 8 16,-3-1-34-16,-2 1-33 0,-4 2 0 15,0-1 34-15,0 3 0 0,-10-9-26 16,-6 7 26-16,-3-6 0 0,0-4-49 0,-3-2 24 15,-3-3 1-15,4-5 64 0,-5 2-27 0,6-5-19 16,-3 0-22-16,4 0 74 0,3 0-28 0,4 0 7 16,3-3-25-16,3 0 85 0,4 1-42 0,0-1-22 15,1 2 0-15,1 1 15 0,1 0-36 0,14 0-1 16,8 0-232-16,1 4 116 0,3 4 58 16,0 1 33-16,3 1-458 0,2-1 201 0,5 0 119 15,-4 3-451-15,1-3 275 0,-2-1 128 16</inkml:trace>
  <inkml:trace contextRef="#ctx0" brushRef="#br0" timeOffset="209671.52">23232 11629 754 0,'-2'-10'0'0,"-6"5"0"0,3-2 0 0,-2 2 0 0,0 1 0 0,2 2 0 0,-1 0 348 0,1 2-161 0,-1 4-78 0,1 15 54 15,-1 5-66-15,-2 4-32 0,3 8 9 16,-2 7 215-16,3-1-128 0,-1 1-65 0,5 0 118 15,0-7-90-15,0 3-38 0,2-3-31 0,6-2 5 16,5-4 0-16,3-4-27 0,2-2 0 0,1-5-78 16,6 0 34-16,-4-4 23 0,6 0-41 0,-2-6 31 15,-3-1 9-15,7-3 22 0,-9-3-140 0,4-2 33 16,-3 0 46-16,-3-2-126 0,2-9 74 16,-3-7 12-16,-4-3 27 0,-1-4-23 15,-2-4 20-15,-2-4-14 0,-5-4 25 0,1-8 41 16,-2-2-1-16,0-6-34 0,-1-3-36 0,-1-7 38 15,0 8-6-15,-1-3-15 0,-12 3 21 0,-3 4 4 16,-2 9-3-16,-3 11 26 0,-7 3-5 0,-2 9-20 16,-4 10-1-16,-9 7 161 0,6 2-75 0,-3 6-35 15,8 8-3-15,0 9 157 16,6-1-89-16,6 4-29 0,6 1 111 0,7-1-62 16,5-1-35-16,2 5 5 0,0-2-25 0,11-1 1 15,8-2-26-15,0 0 25 0,3 0-16 0,2-3-8 16,3-3 0-16,1 0-63 0,0-5 32 0,3 0-1 15,-1-5 40-15,0-3-223 0,-2-2 103 0,-3-4 34 16,0 0-445-16,-4 0 219 0,2 0 120 0,-3 0 32 16,-1-2-229-16</inkml:trace>
  <inkml:trace contextRef="#ctx0" brushRef="#br0" timeOffset="210545.14">23897 11826 781 0,'0'0'0'0,"0"0"0"0,0 0 0 0,1 0 0 0,-1 0 0 0,0 0 0 0,3 0 215 0,-3 0-91 0,0 0-46 15,0 0 116-15,0 0-84 0,0 0-39 0,0 0 107 16,0 0-72-16,0 0-37 0,1 0 9 0,3-3-94 15,1 0 24-15,2-5 1 0,-2 2 23 0,-1 1-244 16,1 1 130-16,-1-1 53 0,0 3-464 0,2-2 226 16</inkml:trace>
  <inkml:trace contextRef="#ctx0" brushRef="#br0" timeOffset="212083.53">24370 11594 537 0,'0'-1'0'0,"0"-1"0"0,0 0 0 0,0 2 0 0,0-3 0 0,0 3 0 0,0 0 67 0,0 0-34 15,0 0 0-15,0 0 109 0,0 8-55 0,0 5-19 16,2 6-8-16,-1 6 161 0,-1 0-95 0,0 4-46 15,0 3 121-15,0 0-75 0,0 2-51 0,-1 4-22 16,-3-3 61-16,0 3-41 0,3-1 0 0,-2 1-45 16,2-2 5-16,1-4-1 0,0-1 1 0,0-8-55 15,0-1 35-15,0-5-8 0,0-7 28 0,0-3-68 16,0-1 34-16,1-4 0 16,-1-2 26-16,0 0-86 0,3 0 19 0,-2-18 28 15,1-4 105-15,2-4-39 0,1-6-4 0,2-2-100 16,0-4 32-16,2 1 1 0,1-1 36 0,-1 1-72 15,2 5 38-15,-1 3-4 0,-4 7 35 0,1 4-59 16,-3 6 19-16,-1 1 1 0,-1 6 7 0,0 1 12 16,0 2-18-16,1 0 16 0,4 2-249 0,0 0 117 15,0 4 46-15,5 5-333 0,-1 0 197 16,2 3 99-16,1-3 48 0</inkml:trace>
  <inkml:trace contextRef="#ctx0" brushRef="#br0" timeOffset="212385.36">24663 11412 919 0,'0'-15'0'0,"0"8"0"0,0-1 0 0,0 2 0 0,4 1 0 0,5 1 0 0,7 2 0 0,2 2 212 16,3 0-81-16,5 0 59 0,-1 6-79 0,-3 3-39 15,2 3 0-15,-5-1-79 0,0 2 8 0,-2 0 32 16,-6 1-1-16,-1-2-67 0,-6 4 34 0,-3-4-1 15,-1 4-73-15,0-3 49 0,-13 1 30 0,-7 2-1 16,-1-3-75-16,-4-1 43 0,3-5-12 0,-2 1 82 16,1-4-21-16,0-1-15 0,7-1-10 0,2-2 177 15,5 0-76-15,2 0-32 0,3 0-26 0,-1 0 152 16,5 0-78-16,0 0-32 16,3 0-19-16,10-2-29 0,8-1 1 0,2 0-196 15,6-1 98-15,-5 3 57 0,8-1 16 0,-4 0-498 16,-1 2 246-16,-1 0 94 0,-1 4 71 0</inkml:trace>
  <inkml:trace contextRef="#ctx0" brushRef="#br0" timeOffset="212704.03">25304 11605 826 0,'0'-14'0'0,"0"2"0"0,0 1 0 0,-2-2 0 0,-8 0 0 0,-3 0 0 0,0 3 105 16,-4 1-36-16,-4 5 0 0,-5 2 229 0,-1 2-124 15,-3 0-75-15,1 5 120 0,-1 5-93 0,2 5-47 16,5 0-23-16,8-2 153 0,4 3-93 0,3-1-41 16,8 3-22-16,0 0 66 0,2 4-44 0,6-4-12 15,14 5-9-15,-1-1-45 16,1-3 0-16,3 4 24 0,-2-3-52 0,1 3 33 16,-2 0-7-16,-3 1 26 0,-2-3-172 0,-6 5 82 15,-3-5 45-15,-5 1-200 0,-1-1 107 0,-2 0 19 16,-5 1 39-16,-12-3-9 0,-4-2 0 0,-3-2-7 15,-5-2 69-15,-1-2 10 0,-2-3-23 0,-1-1-3 16,-1-3-31-16,8-2 15 0,-6-2 0 0,11 0-181 16,4 0 87-16,5-9 49 0,9-9 21 0,3-2-335 15,8-6 181-15,17-5 85 0,4 3 43 0,1 0-318 16</inkml:trace>
  <inkml:trace contextRef="#ctx0" brushRef="#br0" timeOffset="212885.55">25319 11737 594 0,'10'-4'0'0,"2"3"0"0,-4 1 0 0,-1 0 0 0,-3 5 0 0,0 8 0 0,-2 4 514 16,0 4-232-16,0 7-129 0,-2-1 368 0,0 1-243 16,0 0-123-16,0-2-62 0,0-4 105 0,1 3-86 15,1-3-40-15,0-1-98 0,2-4 29 16,1-2 1-16,-3-3 37 0,3-4-400 0,-2 0 195 16,1-1 99-16,-2-4 49 0,0-3-562 15,-1 2 200-15,-1-2 181 0,0 0-174 0,0-5 169 16,0-13 85-16,0-8 42 0,-1-4-141 0</inkml:trace>
  <inkml:trace contextRef="#ctx0" brushRef="#br0" timeOffset="213034.15">25482 11311 1214 0,'5'-19'0'0,"0"6"0"0,0 5 0 0,-3 5 0 0,2-1 0 0,-3 4 0 0,3 0 0 0,0 0 125 0,2 12-46 0,0 6-14 0,-1 2 170 0,2 1-101 0,0 2-50 16,2 3-26-16,0 0-132 0,0-5 62 0,3 7 18 15,-2-4-441-15,0 2 234 0,0-1 116 0,-3-2-452 16,-1-4 251-16</inkml:trace>
  <inkml:trace contextRef="#ctx0" brushRef="#br0" timeOffset="213307.42">25644 11765 838 0,'-3'27'0'0,"-2"1"0"0,-1-1 0 0,1-2 0 0,-3 4 0 0,3-4 0 0,-3 0 239 0,2 2-103 0,0-7-52 15,1 1 314-15,2-2-187 0,1-4-89 0,2-7 73 16,-3 2-22-16,3-4-70 0,0-4-27 0,0 1-75 15,0-3 32-15,7-7 0 0,5-11 0 0,6-6-84 16,-2-1 50-16,1-5 13 0,4-8-197 0,-2-1 109 16,2-3 54-16,-3 9 36 0,3-5-234 15,-4 8 113-15,-4 7 3 0,-3 5 144 0,-1 8-32 0,-4 2-40 16,1 7-28-16,-1 1 264 16,-1 1-106-16,0 17-56 0,-2 4-16 0,0 1 139 15,0 8-62-15,0 2-47 0,0-4 104 0,-1 3-63 16,1-2-32-16,4-7 8 0,1 1-282 0,3-1 120 15,1-5 62-15,4-2-471 0,-2-4 237 0,5-2 130 16,0-2 25-16,1-5-377 0,-1-3 226 0,-1 0 112 16,0 0 56-16,-2-3-103 0,0-15 84 0</inkml:trace>
  <inkml:trace contextRef="#ctx0" brushRef="#br0" timeOffset="213656.33">26136 11634 1116 0,'4'-29'0'0,"-1"13"0"0,-1 5 0 0,-1 1 0 0,2 4 0 0,-3 5 0 0,0 1 0 0,0 0 0 0,0 7 115 0,0 11-41 0,0 3-13 16,0 6 178-16,0-1-104 0,0 0-51 0,7 3 129 16,9-3-91-16,2 0-36 0,5-5-31 0,3 0 56 15,4-7-40-15,6-2 1 16,5-3-40-16,-5-6-53 0,9-3 23 0,-10 0 0 16,9-1-57-16,-5-8 43 0,-7-5 23 0,2 0 8 15,-6-5-172-15,-3 0 56 0,-7-2 57 0,-3-1-131 16,-4-3 82-16,-6-2 5 0,-2-2 35 0,-3-4-36 15,0-2 27-15,-3 0-2 0,-10 3 27 0,-4 3 52 16,-1 3-22-16,-4 8 0 16,-5 5 90-16,1 5-48 0,0 6-32 0,4 2-3 0,-7 7 311 0,10 14-134 15,1 7-84-15,1 12 222 0,9 5-143 16,1 8-63-16,3 10-45 0,4 1 263 16,0 2-150-16,0-2-74 0,0-2-28 0,0 11 108 15,0-8-9-15,0 0-178 0,0-13-262 0,0 8 163 16,0-3 75-16,0-7 24 0,1-5-293 0,4-11 163 15,6-2 82-15,-1-2-931 0,3-7 465 0,3-10 245 16</inkml:trace>
  <inkml:trace contextRef="#ctx0" brushRef="#br0" timeOffset="-213983.53">27510 11194 590 0,'4'-16'0'0,"-2"3"0"0,1 5 0 0,-3 4 0 0,3 2 0 0,-3 0 0 0,0 0 101 0,0 1-26 15,0 1-8-15,0 0 86 0,0 1-60 0,0 13-31 16,0 3 1-16,0 3 99 0,-3 10-69 0,-4 2-30 16,3 6 167-16,-2 2-98 0,5 2-50 0,-1-4-16 15,2 11-9-15,0-4-24 16,0 2-1-16,0-1 150 0,0 6-75 0,0-2-29 16,0 3-8-16,0-3 112 0,2-1-75 0,-1-4-37 15,4-9 0-15,-4 2 6 0,3-8-43 0,0-6-1 16,-1-3 16-16,0-5-8 0,-1-3 1 0,0-8-8 15,0-2-21-15,-2-1 21 0,0-2-1 0,0 0 53 16,0 0-18-16,0 0-8 0,-6-9-26 0,-6-5-93 16,-1-4 46-16,-2-3 23 15,0-4 9-15,-2-1-167 0,1-2 80 0,-3-4 44 16,0 0 13-16,-2 0-109 0,-1 3 49 0,-3 4 14 16,1 2-129-16,-4 5 84 0,-2 6 15 0,-2 5 30 15,-3 5 9-15,0 2 17 0,1 0-1 0,-1 11 70 16,-3 10-35-16,9-2 0 0,-1 7-42 0,1 5 219 15,8 0-100-15,1 1-33 0,6 4 100 0,3-3-76 16,8-1-8-16,3 0 7 0,0-4 114 0,0-3-67 16,11-3-41-16,8-1-22 0,5-6-24 15,4-2 4-15,6-3-1 0,7-5-32 16,0-5 33-16,5 0 0 0,-5-2 8 0,14-9-196 16,-11-2 95-16,0-4 27 0,-4 0 30 0,-5 2-205 15,-2-2 108-15,-1 2 17 0,-5 1-432 0,-6 6 241 16,-1-2 121-16,-1 5-461 0,-3-1 282 0,2 0 154 15</inkml:trace>
  <inkml:trace contextRef="#ctx0" brushRef="#br0" timeOffset="-213574.41">27964 11614 1051 0,'5'-31'0'0,"-3"22"0"0,-1 7 0 0,1 2 0 0,0 0 0 0,-1 0 129 0,3 0-40 0,-4 0-33 15,5 10 95-15,-2 7-59 0,2 9-29 0,0 3 7 16,0 11 239-16,2-1-138 0,-5 3-69 0,1-1 71 16,-1-8-70-16,0 5-27 15,-2 0-8-15,0-2 52 0,0-5-44 0,0 2-22 16,-7-5-4-16,0-6-9 0,2-1-8 0,1-8-1 16,-1-2-65-16,2-5 33 0,2 0-1 0,-1-6 8 15,0 0-9-15,-1 0 35 0,-1-3-1 0,-1-11-13 16,4-9 11-16,-3-2-21 0,4-6 15 0,0-9-187 15,2 1 85-15,13-3 28 0,3 3-55 0,0 6 40 16,5-1 30-16,2 5-13 0,1 3 190 16,3 5-76-16,-1 8-36 0,-1 3-9 15,4 5 81-15,0 3-51 0,4 2-26 0,0 0 160 16,6 7-85-16,-8 3-17 0,4 3-33 0,1 1 65 16,-4-1-41-16,-2-2-21 0,-2 2 36 0,-8-1 137 15,1-2-226-15,-5 2 0 0,-2-4 0 0,-3-1 0 16,-4-1 0-16,-1-2 0 0,-2-3 0 0,-4 1 0 15,3-1 0-15,-3-1-238 0,-2 0 125 0,0 0 69 16,0 0 0-16,0 0-657 0,0 0 335 0,-7 0 166 16</inkml:trace>
  <inkml:trace contextRef="#ctx0" brushRef="#br0" timeOffset="-212043.44">24188 12601 455 0,'-6'-8'0'0,"1"5"0"0,1-1 0 0,0 2 0 0,1-2 0 0,-1 1 0 0,1-1 0 0,3 0 0 0,0 0 0 0,0 1 33 0,0 0-1 15,0-3 0-15,0 1 29 0,0 0-28 0,3 1 8 16,-1 0 42-16,0 2-25 0,-2 1 0 0,0-2-25 15,2 3 52-15,-2-1-17 0,0 1-9 0,0 0 77 16,0 0-51-16,0 0-26 0,0 0-1 0,0 0 28 16,0 0-32-16,0 0 1 0,0 0-22 15,0 0 25-15,1 0 1 0,1 0-18 16,2-2 0-16,3-2-8 0,-1-2-1 0,2 1 1 16,-3-1 78-16,0 1-32 0,1-1-7 0,-2 0-5 15,-1 1-1-15,2-1-33 0,-3 0 0 0,0 2 69 16,0-1-38-16,-1 3 0 0,1-1-32 0,-2 0 24 15,2 2-15-15,-2-1-8 0,0 1 24 0,0-2-24 16,0 3 0-16,0 0-1 0,0 0 30 16,0 0-29-16,0 0-1 0,0 0-13 15,0 0 14-15,0 0 0 0,2 0 8 0,-2 0-34 16,0 0 0-16,0 0 25 0,0 0 1 0,0 0-58 16,0 0 30-16,0 0-6 0,0 0 15 0,0 0-24 15,2-3-12-15,3 2 41 0,2-1-37 0,2 0 33 16,-2-1-7-16,2 1 27 0,1 0-4 0,1 0-17 15,0 1-1-15,3-2-20 0,-2 2 21 16,4-1 0-16,-2 0 3 0,4-1 25 0,0 2-20 16,1-1-7-16,2 1 27 0,-1-2-8 0,1 2-15 15,-1-1-2-15,1 2-22 0,2 0 23 16,-2 0 1-16,1 0 38 0,-1 0-39 0,1 0 1 16,2 2 7-16,2-1 15 0,3-1 4 0,3 0-24 15,1 0 0-15,9 0 153 0,-4 0-174 0,9-1 0 16,-2-4 0-16,2 0 0 0,1-1 0 0,7-1 0 15,0-3 0-15,-1 1 0 0,-3 3 0 0,0 1 0 16,-3 3 0-16,1 2 0 0,-10 0 0 16,9 0 0-16,-13 0 0 0,3 0 0 0,-1 2 0 15,-2 0 0-15,2-2 0 0,-1 0 0 16,-1 0 0-16,8 0 0 0,-3 0 0 0,1-4 0 16,-4-1 0-16,14-3 0 0,-4 2 0 0,-2 0 0 15,-2 1 0-15,-9 2 0 0,1 2 0 0,-2-1 0 16,-6 2 0-16,-5 0 0 0,2 0 0 0,-4 0 0 15,-2 0 0-15,1 0 0 0,-3 0 0 0,3 0 0 16,2 2 0-16,-1-1 0 0,4-1 0 16,2 0 0-16,0 0 0 0,0 0 0 15,0 0 0-15,-3 0 0 0,3 0 0 0,-5 0 0 16,-6 0 0-16,-2 0 0 0,-4 0 0 0,-3 0 0 16,-2 0 0-16,-3 0 0 0,1 0 0 0,-2-1 0 15,0 1 0-15,0 0 0 0,0 0 0 0,0 0 0 16,0 0 0-16,0 0 0 0,0 0 0 0,0 0 0 15,0 0 0-15,0 0 0 0,0 0 0 0,0 0 0 16,0 0 0-16,0 0 0 16,0 0 0-16,0 0 0 0,0 0 0 0,0 0 0 15,0 0 0-15,0 0 0 0,0 0-622 0,0 1 285 16,0 23 151-16</inkml:trace>
  <inkml:trace contextRef="#ctx0" brushRef="#br0" timeOffset="-210512.42">18320 11311 649 0,'0'-12'0'0,"0"3"0"0,-5 0 0 0,0-1 0 0,-2-3 115 0,2 2-45 0,-3-4 0 16,1 2 62-16,-1 1-49 0,1 1-26 0,1 1 9 15,2 2-33-15,-1-2 39 0,1 3-1 0,0 1-38 16,0 2 24-16,0 0-16 0,3 3-8 0,-3-3 100 16,2 2-50-16,-1 2-25 0,1 0 69 15,-4 0-39-15,2 0-31 0,-4 0-1 0,-1 9 119 0,2 4-71 16,-5 3-35-16,1 2 7 0,-3 5-43 0,2 0 183 0,-1 3-92 15,-1 4-45-15,3 1-23 0,-2 2 147 16,2 2-89-16,0 7-41 0,3-1 52 16,0 0-47-16,1 5-22 0,5-6 274 15,-1 17-330-15,-1-3 0 0,4 8 0 0,0-1 0 16,0-1 0-16,0-4 0 0,0 13 0 0,0-5 0 0,2-1 0 16,0-2 0-16,3 2 0 0,-1-8 0 15,-2 15 0-15,-1-5 0 0,1 1 0 0,-2-2 0 16,0-2 0-16,-2-7 0 0,-5 3 0 0,-4-3 0 15,-3-5 0-15,2-7 0 16,-2-8 0-16,-2-2 0 0,-3-5 0 0,0-6 0 0,-2-6 0 16,0-5 0-16,1-4 0 0,-2-2 0 15,1-5 0-15,0 0-513 0,1 0 298 0,2-6 89 16,2-10 49-16,2 1 5 0,3-3-202 0,6-3 121 16,1 0 60-16,4 3-469 0,0-3 256 0,2 2 141 0,13 4-398 15,4-2 266-15</inkml:trace>
  <inkml:trace contextRef="#ctx0" brushRef="#br0" timeOffset="-209377.68">18363 12806 236 0,'0'0'0'0,"0"0"0"0,0 0 0 0,0-2 0 0,0 0 0 0,0 0 0 0,0 2 239 16,0 0-103-16,0-3-52 0,0 3 92 15,0 0-64-15,0 0-44 0,0 0 1 0,0 0 28 0,0 0-32 16,0 0 0-16,0 0 0 16,0 0-9-16,0 0-23 0,0 0 0 0,0 17 58 15,-2 1-30-15,1 1 9 0,-3 7-37 0,2-2 131 16,2 3-65-16,0-2-33 0,0-5 66 0,0 3-42 16,2-5-32-16,7-3-31 0,3-1 6 0,1-3 0 15,2-4 0-15,0-3-26 0,2-4-7 0,1 0 33 16,3-4-1-16,-2-14-149 0,0-3 75 0,0-5 46 15,-5-1-15-15,0-1-212 16,-7 3 88-16,-3 5 67 0,-2-4-59 0,-2 3 46 16,0 4 9-16,-9 0 20 0,-5 6 73 0,-4 2-27 15,-3 6 0-15,-2 2 82 0,-2 1-46 0,-2 0-28 16,2 3 16-16,1 7-4 0,6-2-1 0,0 3-3 16,5-4 23-16,5-4-157 0,5 1 68 0,-1 0 25 15,4-2-387-15,2-2 186 0,9 0 97 0</inkml:trace>
  <inkml:trace contextRef="#ctx0" brushRef="#br0" timeOffset="-208831.92">18418 10900 782 0,'-2'-6'0'0,"-3"1"0"0,1 0 0 0,0 4 0 0,0-2 0 0,2 2 0 0,2-2 343 0,-2 3-154 0,-2 0-79 15,3 0 112-15,-1 4-98 0,0 12-46 0,0 6-23 16,0 4 147-16,2 1-84 0,-3-1-35 0,1 6 0 16,-5 0-24-16,4 0-1 0,-3 1-25 0,-1 2-50 15,2-2 34-15,-1-1-9 0,0-1 25 0,0-3-277 16,5-9 139-16,-3-1 77 0,0-5-446 0,2-4 204 15,1-3 124-15,1-2-139 16,-2-4 126-16,2 0 55 0,0-2 40 0,0-12-223 0</inkml:trace>
  <inkml:trace contextRef="#ctx0" brushRef="#br0" timeOffset="-208454.92">18310 10856 829 0,'1'-14'0'0,"1"4"0"0,2 3 0 0,1-1 0 0,3-2 0 0,3 1 0 0,6 0 0 0,2-1 379 0,9 1-177 0,0 1-85 15,0 4-42-15,0 1 153 16,0 3-98-16,-5 0-40 0,0 0-19 0,-5 10 1 16,-1 4-39-16,-6 3-41 0,-1 2 40 0,-4 4 9 15,-4 3-8-15,-2 1-79 0,0-1 39 0,-12 0 0 16,-6 0 40-16,-3-3-85 0,-6-1 38 0,1-1 1 16,0-7 1-16,0-1-8 0,-1-2 1 0,6-8-4 15,1-1 140-15,1-2-54 0,4 0-28 0,4 0 198 16,2 0-105-16,3 0-38 0,4 0-20 0,0 0 76 15,2 0-57-15,0 0-28 0,0 0 1 0,8 11 2 16,8 3-7-16,5 1-24 16,4 3 0-16,-1 3 126 0,4 0-63 0,0 1-24 15,2 1 11-15,-2-3-25 0,-1-1 144 0,-3-2-403 16,1-2 189-16,-7-4 30 0,3-1-7 0,-3-1-69 16,-4-4 45-16,-3-1 23 0,-1-2 0 0,-3-2-251 15,-3 2 105-15,-2-2 70 0,0 0-16 0,-1 0-149 16,-1 0 87-16,0 0 47 0,0 0 20 0,0 0 22 15,0 0 0-15,0 0-217 16,0 0 119-16,0 0 53 0,0 0 37 0,0 1-301 16</inkml:trace>
  <inkml:trace contextRef="#ctx0" brushRef="#br0" timeOffset="-159693.37">4899 13816 570 0,'-4'0'0'0,"3"2"0"0,-2 0 0 0,3-2 0 0,0 0 0 0,0 0 0 0,0 0 367 0,0 0-167 0,0 0-83 16,0 0 135-16,0 0-101 0,0 0-64 0,8 0 91 16,-3-2-72-16,7 0-37 0,-2-1 0 0,3-1 24 15,1-3-34-15,-3 3-1 0,9 1-25 0,-2-1 64 16,3 2-33-16,1 1 9 16,0-1-14-16,-1 2-26 0,1 0 0 0,-2 0-60 15,0 0 30-15,2 0 8 0,-3 3 22 0,-3 5-109 16,-1 0 55-16,-2 2 27 0,0-2-18 0,-3-1-63 15,1 3 25-15,-3-4 32 0,-1-1-13 0,1-1-314 16,-4-2 139-16,-1-2 83 0,-1 0-318 0,-1 0 205 16,-1 0 101-16,0-11 51 0</inkml:trace>
  <inkml:trace contextRef="#ctx0" brushRef="#br0" timeOffset="-159284.46">5075 13547 627 0,'-5'-3'0'0,"3"0"0"0,-2 2 0 0,2-1 0 0,1 0 236 0,1 2-105 0,-3 0-50 16,3 0-24-16,0 0 315 0,0 11-162 0,0 10-92 15,0 4 22-15,0 5-54 0,0 1-26 16,3 5 0-16,-2 1-119 0,-1 0 42 16,0-3 24-16,0 4-188 0,0-6 107 0,-6-2 53 15,-1-2 35-15,-4 1-108 0,-1-5 31 0,1-5 40 16,-2 2-37-16,-1-6 25 0,1-2-14 0,-1-2 5 15,1-1 220-15,1-2-94 0,3-4-55 0,3 0-22 16,1-1 313-16,3-3-154 0,1 2-45 0,-2-2 126 16,3 0-106-16,0 0-54 0,0 0-17 0,4 0-36 15,9 0 1-15,2 0 0 0,4 0 0 16,4 0 69-16,-1 0-26 0,4-5-8 16,-2 0 20-16,3-3-27 0,0 5 0 0,0-2-28 15,-6 2 21-15,3 0-21 0,-1 0 0 0,-2 3-53 16,-3 0 27-16,-1 0 0 0,-4 0 34 0,1 0-136 15,-1 3 64-15,-5-2 19 0,1 5 0 0,-4-4-224 16,1 2 104-16,-1-3 45 0,-5 1-128 0,2-2 77 16,-2 0 55-16,0 0 7 0,0 0-298 0,0 0 175 15,0 0 83-15,0 0-311 16,-2 0 196-16,-3 0 100 0,-1-2 41 0,-1-3-332 16</inkml:trace>
  <inkml:trace contextRef="#ctx0" brushRef="#br0" timeOffset="-159101.95">5207 13953 1059 0,'-8'-2'0'0,"1"1"0"0,1 1 0 0,0 0 0 0,3 0 0 0,-1 0 0 0,3 0 0 0,-2 0 0 0,3 0 332 0,0 7-141 0,0 6-84 15,0 4 144-15,0 5-109 0,0 5-55 0,3 1-27 16,2 6 46-16,-2 5-40 16,3 1-1-16,-1 1-73 0,3-2 20 0,-5-3 8 15,4 2 13-15,-1-1-320 0,1-1 160 0,0-2 79 16,-2-4 41-16,-2-7-501 0,2 4 251 0,-3-4 66 15,1-5-241-15,-3-3 200 0</inkml:trace>
  <inkml:trace contextRef="#ctx0" brushRef="#br0" timeOffset="-158933.4">4957 14332 671 0,'0'-3'0'0,"0"0"0"0,0 3 0 0,0 0 0 0,0 0 0 0,4 0 436 16,5 0-202-16,5 0-92 0,3 0-59 0,1 0 288 15,1 0-169-15,4 0-84 0,1 0-43 0,1 0 3 16,3 0-7-16,-4 0-39 0,2 0-331 0,1-1 166 16,-7-3 83-16,3-1 49 0,-1-3-600 0,0 1 308 15</inkml:trace>
  <inkml:trace contextRef="#ctx0" brushRef="#br0" timeOffset="-158718.36">5604 13482 1915 0,'0'0'0'0,"0"0"0"0,0 2 0 0,0 5 0 0,0 6 0 0,0 6 0 0,-3 2 0 0,-2 5 196 16,-5 4-86-16,-1 11-39 0,-2-2-14 0,1 3-1 0,-4 1-23 15,0-7-160-15,0 7 77 0,-1-12 41 0,0 2 21 16,0-5-367-16,4-4 202 0,-6 2 89 0,6-8 48 0,3-3-567 15,-2-4 250-15,6-3 150 0</inkml:trace>
  <inkml:trace contextRef="#ctx0" brushRef="#br0" timeOffset="-158539.84">5494 13816 1477 0,'8'4'0'0,"3"-1"0"0,-1 1 0 0,-1-1 0 0,2 3 305 0,1-2-127 0,-1 2 103 0,3 1-124 15,2 3-62-15,3 0-31 0,-3 3 0 0,1-2 28 0,0 4-34 16,-2-2 0-16,1 1-25 0,-6-2-333 16,2 0 166-16,-4-5 92 0,0 2-504 15,-3-2 282-15,-2-2-919 0,0 1 1115 16,-2 1 35-16,-1 3-8 0</inkml:trace>
  <inkml:trace contextRef="#ctx0" brushRef="#br0" timeOffset="-158198.75">5524 14090 469 0,'0'8'71'0,"0"1"-36"0,0 2 1 16,0-1 188-16,-1 3-88 0,-4-1-55 15,4 6-24-15,-1 1 246 0,2-1-135 0,0 10-68 0,0-9-25 16,2 6 89-16,1-1-65 16,7-2-34-16,-2-3 22 0,4 2-27 0,-2-1 7 0,5-5-20 15,-2 3-15-15,4-3 1 0,0-1 0 16,0 1 0-16,0-5-27 0,-1-2-8 15,3 0 35-15,-4-3 0 0,2-2-128 0,-6 1 65 0,1-4 39 16,-3 0-19-16,2 0-245 0,-5 0 107 0,0-10 73 0,-1-2-140 16,-4-3 98-16,-1-2 29 0,0-2-8 15,0-8 31-15,-6 2 0 0,-3-6 24 16,-2 2 8-16,-1-1 1 0,0 5-1 16,-2 7 8-16,-2 1-8 0,4 6-8 0,-6 3 8 15,2 3 1-15,0 5 200 0,-2 0-87 0,1 9-55 0,1 6 211 16,-3 5-118-16,5-1-37 0,1 3-46 15,5-5-3-15,0 4-11 0,2-2-316 16,3-3 151-16,3 0 82 0,0-6 38 0,3-2-239 0,6-2 129 0</inkml:trace>
  <inkml:trace contextRef="#ctx0" brushRef="#br0" timeOffset="-158008.26">5920 13940 1692 0,'0'-1'0'0,"0"-2"0"0,0 0 0 0,0-1 0 0,0 0 0 0,3-2 311 0,6 0-139 0,6 1 57 16,4 1-103-16,1 1-46 15,6 0-24-15,-3 2-245 0,4-1 111 0,-5 2 64 16,0 0 19-16,1 0 0 0,-4 0-212 16,-1 0 120-16,-6 0 60 0,-2 0-559 0,-2 0 287 15,-3 0 140-15,-4 0-311 0</inkml:trace>
  <inkml:trace contextRef="#ctx0" brushRef="#br0" timeOffset="-157684.12">6026 13637 956 0,'-9'-3'0'0,"1"1"0"0,3 2 0 0,0 0 0 0,0 0 0 0,2 0 0 0,0 13 248 0,3 12-108 0,0 5 311 16,0 5-201-16,3 12-113 0,7 1 249 15,1 4-177-15,3 2-87 0,-1 1-12 16,2 1-29-16,0 0-10 0,0 2-38 0,-2-1-65 15,2 0 32-15,-3-6 1 0,-3-9 40 0,0 2-9 0,-1-8-238 16,-3-3 120-16,-2-11 59 0,-2-1 30 0,-1-9-221 16,0-3 118-16,0-6 0 15,-11-3-72-15,-1 0 50 0,-6-7 45 0,-1-12-16 16,-4-7 34-16,0-7 0 0,-2-8 27 0,2 0-62 16,3-1 32-16,4 5-10 0,-1-2 137 0,5 5-49 15,4 12-24-15,2-1 296 0,3 10-157 16,3 1-73-16,0 4-37 0,0 2 121 0,6 2-69 0,8 0-18 0,3 3 0 15,2 1-60-15,7 0-6 0,-1 0 68 16,1 0-24-16,1 0-502 16,-1 0 241-16,-4 0 127 0,8 0 55 0,-3-8-646 15,1-11 330-15</inkml:trace>
  <inkml:trace contextRef="#ctx0" brushRef="#br0" timeOffset="-156996.22">6396 13484 559 0,'4'-23'0'0,"0"10"0"0,-1 2 0 0,2 4 0 0,-5 4 0 0,2 2 373 0,1 1-175 16,-2 0-82-16,-1 4 15 0,0 14-50 0,0 6-23 0,-1 4-91 16,-11 2 29-16,-1 5 0 0,-2-4-27 15,-1 2 32-15,-3-8 0 0,3-6 40 0,2-3-52 16,-2-5 22-16,7-6-1 0,2-3 23 0,-1-2 0 16,5 0 67-16,0-2-41 0,3-7-47 15,0-8 107-15,11-2-49 0,2 0-24 0,5 2 24 0,6-3-93 16,-4 3 33-16,5 4 0 0,-8 5-63 15,3 1 52-15,0 3 12 0,-4 2-219 0,1 0 108 16,-5 2 58-16,-3 0 11 0,-1 0-146 0,-5 8 67 16,-3 3 48-16,0 8-10 0,-5 4 14 15,-9 0 24-15,-2 6-7 0,-1 2 268 16,-2-4-128-16,3 3-65 0,0 0 337 16,2-2-182-16,3-2-93 0,2 1-27 0,3-8-30 0,0 1 141 0,6-4-74 15,0-4-37-15,0 0 9 0,0-1-24 16,0-1-1-16,5-3-20 0,1-2-247 0,-1-1 123 15,-1 0 70-15,1-1-412 0,-3-2 211 0,0 0 119 16,1-1-272-16,-3 0 163 0,0 0 81 0,0 0 54 16,-3 0-20-16,-6-1 33 15,-3-9-1-15,1-2 32 0,0 0-8 0,0-1 22 0,1-1-14 16,2 3 0-16,3 1 261 0,-1 2-130 16,4 1-74-16,2-1 359 0,0 1-174 0,0 0-110 15,10-2 220-15,6 0-143 0,2-1-64 0,5-1 123 16,0 2-192-16,5-1-10 0,-5 1 0 15,3 3 0-15,-5 2-29 0,2 2 29 0,-3 1-1 0,1 1 1 16,-1 0-194-16,-6 0 97 0,-5 3 56 0,0 7 17 0,-3 2-296 16,-3 2 155-16,-3 5-221 15,-6 3 166-15,-10-3 54 0,-6 4 54 0,-3 0-56 16,2-1 51-16,-6-2 26 0,-1 0 0 16,-2-6 42-16,0 2 9 0,1-3-26 0,-2-3 0 15,4 0 0-15,0-2 159 0,7-3-88 0,2 0-31 0,7-2 372 16,-1-2-200-16,6 2-56 0,6-3 363 15,0 0-219-15,2 0-121 0,0 0 80 16,15 0-96-16,9-3-49 0,6-6 43 16,5 1-38-16,6-7-31 0,-2 5 1 0,2-2-23 0,-7 5-1 0,6 0-24 15,-3 3 25-15,-4 2 0 0,-3 2-234 16,-8 0 118-16,1 0 57 0,-5 3-385 16,-5 4 180-16,-3-1 119 0,-3 1-464 15,-3-4 271-15,-2 3 136 0,-2-3-257 0,0 1 201 0,-6-2 96 0,-6-2 49 16,-4 0 23-16</inkml:trace>
  <inkml:trace contextRef="#ctx0" brushRef="#br0" timeOffset="-156828.66">6447 13820 1438 0,'-12'-5'0'0,"5"3"0"0,2 2 0 0,2 0 0 0,1 0 0 0,1 0 0 0,1 0 0 0,0 0 0 0,0 13 130 16,3 4-52-16,5 4 261 0,-2 6-154 15,-3 3-75-15,1 9 101 0,-1-2-81 0,-3 9-53 0,0 0-22 16,0 2-143-16,-10-1 60 0,-1-2 31 15,0-5 7-15,-1-1 23 0,-2-5-396 0,-1-4 197 16,5-9 100-16,-6-4-243 0,5-6 107 0,-3-6 100 0,4-5-488 16</inkml:trace>
  <inkml:trace contextRef="#ctx0" brushRef="#br0" timeOffset="-156687.03">6424 14148 1926 0,'20'11'0'0,"-2"10"0"0,-1 1 0 0,-2 2 0 0,0 2 0 0,1-1 0 0,4 6 0 0,1-5 401 16,-2 3-183-16,3-5-93 0,-4 1 179 0,3-5-135 0,-3-4-521 0,5 2 189 0,-3-7 97 0,-2-5 50 16,-1-6 24-16,2 0-804 0,-1-2 421 15</inkml:trace>
  <inkml:trace contextRef="#ctx0" brushRef="#br0" timeOffset="-156346.94">6813 13833 1459 0,'10'-7'0'0,"2"1"0"0,3 1 0 0,-1-3 0 0,1 2 0 0,-1 3 0 0,-1 2 109 0,4 1 270 0,-4 0-173 0,5 8-79 15,-1 7-51-15,0 5-21 0,-5 3 75 16,-2 4-48-16,-5 2-136 0,-4 2 52 0,-1 5 13 16,0 4 0-16,-16-2 22 0,1-1-160 0,-5-1 80 15,-1-5 48-15,-3-2-107 0,-3 0 69 0,-4-7 14 0,1-1-309 16,2-6 129-16,6-9 86 0,-2-5 13 15,6-1-152-15,-2-5 111 0,8-16 56 16,5-8 29-16,5-2-149 0,2-1 93 16,0-2 111-16,0 4 1 0,8 1-29 0,0 12 0 0,5-1-8 15,1 7 176-15,-1 6-84 0,4 2-42 0,-1 3 440 16,3 4-215-16,2 14-132 0,-1 4-5 16,-1 4-50-16,2 2 561 0,-3 1-287 0,4 4 11 15,-6-3-142-15,5 0-83 0,-4-3-36 0,1-5-384 16,-2-6 173-16,1 2 86 0,-2-8-630 15,0-4 355-15,-1-3 180 0,-1-3 91 0,-5-3-343 0,4-10 144 16</inkml:trace>
  <inkml:trace contextRef="#ctx0" brushRef="#br0" timeOffset="-156191.35">7098 13972 1119 0,'0'-6'0'0,"0"-1"0"0,10-1 0 0,3-1 0 0,5 1 0 0,6 0 0 0,3 3 55 16,3-1 339-16,2 3-181 0,2-1 39 0,-2 1-113 0,0 3-54 0,-2 0-26 15,-4 0 1-15,-3 0-371 0,-1 3 180 16,-2 2 78-16,-9 1-452 0,-2-2 258 0,-2-1 130 16,-4 0-198-16,-3-3 147 0</inkml:trace>
  <inkml:trace contextRef="#ctx0" brushRef="#br0" timeOffset="-155943.02">7299 13606 1394 0,'-3'-10'0'0,"1"5"0"0,2 3 0 0,0 0 0 0,0 2 0 0,3 17 0 0,10 14 0 0,1 14 175 0,0 18-72 0,0-5-26 16,1 18 460-16,-2-3-252 0,2-1-126 16,0 4 108-16,-2-3-117 0,0-14-51 0,1 12-37 15,-7-19-208-15,0 1 89 0,-2-4 45 0,-3-14-349 16,-2-3 205-16,0-2 90 16,-11-13 50-16,-2-4 24 0,-5-8-173 0,-5-5 39 0,3 0 72 0,-7-14-250 15,4-11 136-15,-5-8 67 0,6-5 35 16,5 8-35-16,0-2 26 0,4 3 8 15,5 8 215-15,0-2-90 0,5 4-45 0,3 4 147 16,0 2-105-16,3 4-39 0,11 0-25 0,4 2-179 16,6 2 84-16,0-1 62 0,1 0-294 0</inkml:trace>
  <inkml:trace contextRef="#ctx0" brushRef="#br0" timeOffset="-155787.66">7919 13645 1716 0,'-7'-10'0'0,"5"9"0"0,1-1 0 0,-5-1 0 0,-6 0 0 0,1 3 0 0,-5 0 83 0,0 9 205 0,-2 10-128 0,0 7-499 15,-8 9 186-15,5 1 93 0,3-5 55 16,-5 14 14-16,2-4-451 0</inkml:trace>
  <inkml:trace contextRef="#ctx0" brushRef="#br0" timeOffset="-155633.98">7574 14052 1520 0,'-4'0'0'0,"2"0"0"0,2 0 0 0,0 0 0 0,4-2 0 0,8-5 0 0,8-6 0 0,2 2 112 16,4-2-39-16,2 0 0 0,6-3 376 0,8 2-212 0,-5 1-102 0,-3 3 130 15,3 0-116-15,0 3-58 16,-10 5-21-16,5 0-399 0,-9 2 181 0,1 0 90 16,-3 0-623-16,-3 0 357 0,-6 0 187 0,-4 4-625 15</inkml:trace>
  <inkml:trace contextRef="#ctx0" brushRef="#br0" timeOffset="-155466.86">7795 13801 590 0,'-5'6'131'15,"5"9"-66"-15,0 6-32 0,0-1 0 0,8 7 237 0,3 8-122 16,0 6 599-16,-2 7-358 16,1 2-177-16,-5 2-90 0,2 3-37 0,-1 0 320 15,-1 1-187-15,4-4-352 0,-6 3 83 0,1-4 41 0,-2-10 30 16,-2 2-8-16,0-8 21 0,0-12-660 15,0-10 329-15,-4-3-546 0,-1-10 419 0,-4 0 153 16</inkml:trace>
  <inkml:trace contextRef="#ctx0" brushRef="#br0" timeOffset="-155332.22">7793 14115 1004 0,'0'-4'0'0,"-2"4"0"0,2 0 0 0,-3 0 0 0,-5 5 69 0,-4 15 146 0,0 2-91 0,-3 4-37 0,0 5 191 16,-1-2-122-16,0 2-62 0,1-2-30 0,2-2-259 15,3-8 123-15,0-3 48 0,3-6-568 16,2-3 298-16,3-7 149 0</inkml:trace>
  <inkml:trace contextRef="#ctx0" brushRef="#br0" timeOffset="-155207.55">7790 14115 1582 0,'13'-2'0'0,"2"2"0"0,1 17 0 0,-2-6 0 0,-2 1 0 0,-1 8 0 0,-2-2 0 0,-2 9 232 0,1-5-99 0,-5-1-51 0,3 0-24 0,-1-5-199 15,1-4 95-15,2 1-217 0,3-10 148 16,4-3 73-16,2-8 38 0</inkml:trace>
  <inkml:trace contextRef="#ctx0" brushRef="#br0" timeOffset="-154749.76">8268 13598 1446 0,'10'-23'0'0,"-3"11"0"0,-1 2 0 0,-2 3 0 0,-3 5 0 0,-1-1 0 0,0 3 0 0,-7 16 65 0,-6 10 230 0,-10 7-131 15,2 1-64-15,1 2-25 0,-6 10-9 0,3-5-33 16,4-12 0-16,6-5-159 0,2-4 80 0,5-13 47 0,0 3-85 31,6-5 58-31,0-5 30 0,6 0-1 0,15-9 30 0,2-7-30 16,1 0-39-16,5 4 123 0,-4-1-57 0,4 5 1 0,-3 0-60 16,-5 6 27-16,3 0 45 0,-3 2 0 15,-2 0-19-15,-5 0 24 0,-4 0-3 0,-3 0-4 16,-5 4-3-16,0 5-64 0,-2 3 26 0,-4-3 1 0,-8 2 2 15,-4-2-4-15,0 1 13 0,-3-1 8 16,-1 0 29-16,2 2 0 0,1-2-40 0,-1 4 275 16,2 0-124-16,5 6-65 0,3-1-24 15,3 10 248-15,5 3-135 0,0 8-80 16,0 0 256-16,5 2-360 0,7 2 0 0,0-11 0 16,2 4 0-16,-3-3 0 0,2-4 0 0,-1-2 0 15,-5-8 0-15,0-3-211 0,-1-4-266 16,-3-3 224-16,0-1 134 0,-3-3 10 0,0 1 52 0,-8 0 25 0,-5-2-358 15,-4-4 182-15,-7 0-130 0,0 0 152 16,-5-2 77-16,1-12 38 0,0-4-8 16,4-5-85-16,0 1 65 0,3 1 67 15,7 8 0-15,-1 0-1 0,8 5-8 0,-1 1 8 16,5 3 300-16,0 0-150 0,3 2-75 16,0 2 223-16,0 0-147 0,3 0-18 0,5 4-210 15,2 2 82-15,5 0 23 0,4-4 64 0,0-2-19 0,8 0-682 16</inkml:trace>
  <inkml:trace contextRef="#ctx0" brushRef="#br0" timeOffset="-154625.58">8452 14036 1938 0,'11'-6'0'0,"-1"6"0"0,-1 0 0 0,-1 0 0 0,-2 11 0 0,-1 5 372 0,-1 3-169 16,0 0-86-16,-1 4 264 0,-1 4-174 0,-2-3-80 16,0 7-50-16,0-2 133 0,0-1-88 0,0-8-45 15,0-2-22-15,0-8-636 0,3-1 302 16,5-4 157-16</inkml:trace>
  <inkml:trace contextRef="#ctx0" brushRef="#br0" timeOffset="-154467.99">8693 13880 1316 0,'1'7'0'0,"3"8"0"0,3-2 0 0,-6-5 0 0,1-1 0 0,-2 5 427 0,0-1-196 0,-3 2-100 15,-4 0 300-15,3 1-191 0,1 1-108 0,-1-1-158 16,1 0 29-16,3-5 1 0,0 0 28 0,0 0-620 15,0-6 306-15,0-1 158 0,0-2 78 0,3 0-695 16</inkml:trace>
  <inkml:trace contextRef="#ctx0" brushRef="#br0" timeOffset="-154300.88">8819 13327 951 0,'6'-18'0'0,"-1"10"0"0,1 3 0 0,-3 5 0 0,-1 2 0 0,-2 30 0 16,0 13 741-16,0 18-354 0,0 7 479 0,-2 9-417 0,-1 2-199 15,1 2-113-15,2 12 177 0,0-8-314 0,0 5 0 16,0 5 0-16,0-12 0 16,0 1 0-16,0-11 0 0,2-24-669 0,1-14 368 15,1-12 166-15,1-12 93 0,-1-2-1001 0,1-11 508 0</inkml:trace>
  <inkml:trace contextRef="#ctx0" brushRef="#br0" timeOffset="-154166.53">8855 14103 1221 0,'7'-14'0'0,"2"-2"0"0,4 0 0 16,-3 4 0-16,-1 7 0 0,0 1 0 0,5 2 444 0,-2 2-197 0,-1 0-111 16,0 4-51-16,-4 8 61 0,-1 8-56 0,-3 0-29 15,3-1 8-15,-1-3-598 0,0-4 280 0,0-1 142 16,0-3-306-16</inkml:trace>
  <inkml:trace contextRef="#ctx0" brushRef="#br0" timeOffset="-154009.72">9095 13595 1190 0,'1'-6'0'0,"6"4"0"0,-2 2 0 0,-3 0 0 0,0 11 0 0,-2 14 0 0,0 2 0 0,0 0 368 15,-4 5-171-15,-4 2-83 0,-3 0-40 0,2 2-87 16,-3-5 23-16,3-7 8 0,2-2-477 0,3-11 241 16,0-2 121-16,-2-6-423 0,1-3 244 0,3-1 113 15,2-18 69-15</inkml:trace>
  <inkml:trace contextRef="#ctx0" brushRef="#br0" timeOffset="-153917.95">9038 13805 1114 0,'8'-19'0'0,"3"2"0"0,3 4 0 0,2 0 0 0,7 2 0 0,-3 1 0 0,1 4 0 0,7 1 0 0,1 1 312 16,1 0-140-16,3-1-40 0,-1-1-49 0,0 3-18 15,-4-1-7-15,-4 2-207 0,0-1 91 0,-8 3 45 16,-7 0 24-16</inkml:trace>
  <inkml:trace contextRef="#ctx0" brushRef="#br0" timeOffset="-153765.36">9079 14019 1279 0,'13'0'0'0,"7"0"0"0,4-15 0 0,3-3 0 0,2-2 0 0,-1 5 0 0,2 3 0 0,-1 2 349 0,-8 4-157 0,3 1-80 16,-4 0-40-16,-2 4 8 0,-1 1-47 0,-4 0-461 16,-4 0 230-16,-2 0 115 0,-4 0 59 0,-3 1-368 15</inkml:trace>
  <inkml:trace contextRef="#ctx0" brushRef="#br0" timeOffset="-153501.99">9266 13420 1580 0,'2'13'0'0,"0"16"0"0,-1 13 0 0,-1 1 0 0,0 16 0 15,-1 5 0-15,-7 5 0 0,0-10 0 0,-3 19 187 0,4-24-77 0,-2 7-45 0,-1-5-32 0,-1-5 0 16,3-1 8-16,-7-3-141 0,2-6 67 0,-1-8 33 15,-2-4-1-15,1-9-322 0,0-7 175 0,5-5 80 16,-1-5 42-16,4-3-91 16,1 0 6-16,5 0 44 0,1-8 352 0,0-5-150 15,14-3-102-15,11 2 585 0,5-1-287 0,7 2-155 16,-3 3-37-16,11 3 182 0,-9 5-145 0,3 1-71 16,0 1-36-16,0 0 2 0,-4 5-30 0,-1 10-8 15,0-3 0-15,-1-1-546 0,1-2 273 0</inkml:trace>
  <inkml:trace contextRef="#ctx0" brushRef="#br0" timeOffset="-153363.36">9965 14318 2433 0,'-5'0'0'0,"3"3"0"0,2-1 0 0,0-2 0 0,0 2 0 0,0-2 781 15,0 0-374-15,0 0-187 0,0 0 34 0,-9 0-966 16,2-2 444-16,-2-2-658 0</inkml:trace>
  <inkml:trace contextRef="#ctx0" brushRef="#br0" timeOffset="-42934.06">11653 13414 359 0,'1'0'0'0,"1"2"0"0,1 2 0 0,1-2 0 0,-1-2 0 0,5 0 243 0,-1 0-97 0,1-6-61 16,1-8-26-16,0 1 101 0,-1-1-63 15,0 0-33-15,-4 5 165 0,-3-2-103 0,1 2-46 16,-2-3-24-16,0 1 122 0,0 3-72 0,0 1-29 16,-3-2 54-16,-5 2-49 0,-2-3-25 0,3 0 0 15,-4 2 6-15,-1-2 7 0,1 0-37 0,-1 3 0 16,0-1 57-16,-1 1-28 0,-1 2-1 16,0 2 3-16,-2 1-9 0,3 2-22 0,-2 0 3 15,0 0-3-15,0 8 0 0,2 5 8 16,-1 2 19-16,2 5-27 0,2 4 0 15,3-1 0-15,3 0 35 0,2 8-9 0,2 0-26 0,0 3 0 16,0 1 62-16,6 7-32 0,1-6 9 0,6 10-39 16,-1-4 48-16,-1-1-24 0,2 0 0 0,0 3 129 15,-2-3-186-15,3 10 0 0,-3-4 0 0,-4 1 0 16,0 4 0-16,-5-2 0 0,1-6 0 0,-3 9 0 16,0-4 0-16,-8-5 0 0,-5-2 0 15,-1-12 0-15,-2 3 0 0,-3-7 0 0,1-6 0 0,-7-6 0 16,2-5 0-16,-1-8-214 15,4-1 130-15,-7 0 41 0,3-10-481 0,1-11 246 16,3-7 122-16,2-4 62 0,8-3-528 0,6-1 299 16,4-1 145-16,0 3 73 0,5 2-396 0,14 3 235 15</inkml:trace>
  <inkml:trace contextRef="#ctx0" brushRef="#br0" timeOffset="-42568.04">12100 13575 1010 0,'6'-16'0'0,"-5"1"0"0,1-4 0 0,-2-2 0 0,0 1 0 0,0-3 0 0,0 0 207 0,-7-1-87 0,3 3-44 15,-3-4 58-15,-1 4-42 0,-3-6-34 0,0 5 9 16,1 3-34-16,-3 0-1 0,-1 0 1 0,2 2 32 16,-1 5-8-16,-1 2-25 0,2 4 1 0,-4 5 0 0,1 1 95 15,0 0-39-15,2 1-32 0,-2 12 54 16,-2 7-39-16,4 1 0 15,2 4-39-15,0 3 177 0,1 2-93 0,4 2-43 16,4 3 138-16,2-2-89 0,0 5-46 0,0-1-13 16,6 8 109-16,6-2-70 0,1 2-35 0,2 3 162 0,0-2-230 15,-3 3 0-15,2 3 0 0,-1 2 0 16,-3 0 0-16,-1 0 0 0,-2 0 0 0,-3 1 0 16,-2-4 0-16,-1-4 0 0,-1-4-203 0,0-5 149 15,-7-3 15-15,-4-6 25 0,-6-6-234 16,1-3 117-16,-2-9 30 0,-2-1-234 0,-1-5 143 15,-2-5 83-15,2 0 39 0,5-1-174 0,1-17 105 16,4-5 53-16,7-3 19 0,4-6-417 0,0-7 226 16,13 2 113-16,8-4 56 0,7 0-304 0</inkml:trace>
  <inkml:trace contextRef="#ctx0" brushRef="#br0" timeOffset="-42301.1">12320 13487 808 0,'21'-50'0'0,"-5"2"0"0,-4 4 0 0,-7 0 0 0,-1 8 0 0,-4 0 0 0,0 3 159 0,0 5-63 16,-4 10-31-16,-7 1 277 0,-2 5-147 0,-2 6-85 16,-2 5-38-16,-4 1 200 0,1 13-119 0,-3 15-61 15,2 2-21-15,-2 15 56 0,3 0-48 0,3 4-23 0,4 4 1 16,4-3 129-16,5 3-69 0,4 1-45 16,0 1 114-16,0-1-76 0,1 1-38 0,8-1 46 0,0 3-34 15,0 7-30-15,-3-4 0 16,0 2-42-16,-4 1 21 0,-1 3 0 0,1-8 8 15,-2 15-102-15,0-18 47 0,0-2 24 0,0-16-1 16,0 1-96-16,0-12 69 0,0 0 21 0,0-9-22 16,0-6-515-16,0-4 221 0,-3 0 144 0,-8-5-562 15,-1 0 354-15,-6-2 172 0</inkml:trace>
  <inkml:trace contextRef="#ctx0" brushRef="#br0" timeOffset="-41619.92">11576 14732 571 0,'0'-13'0'0,"-2"4"0"0,2 3 0 0,-2 0 0 0,2 3 0 0,0 1 207 0,0 0-91 15,0 1-42-15,0 1 217 0,4 0-129 0,5 7-65 16,-2 6 22-16,2 4-47 0,-2 6 0 0,-3 3-39 16,-3 0-46-16,-1 0 23 0,0-6 8 0,0 9 15 15,-7-10-32-15,-5 1 32 16,0-2 0-16,-3-6 0 0,-2-2 64 0,-1-4-36 15,2-3 0-15,0 0 26 0,2-2-26 0,5-1-1 16,1 0-19-16,2 0 143 0,2 0-75 0,4 0-38 16,0 0 105-16,0 0-71 0,11 0-28 0,10-1-9 15,2-2-46-15,5 1 11 0,2 1-1 0,2 1 1 16,2 0-29-16,2 0-8 0,1 0 37 0,-2 0-47 16,0 0 24-16,-6 0 0 0,-4 0-157 15,0 1 83-15,-4 1 18 0,-11 1 31 0,1-3-170 16,-4 0 89-16,-4 0 20 0,-1 0 33 15,-2 0 12-15,0-3 6 0,-12-6-31 0,-4-8 25 16,3 0 103-16,-8-9-46 0,-2-6-26 16,2-6-49-16,3-2 5 0,-1-1 23 0,8 7-64 15,-1-2 35-15,7 1 16 0,3 6 17 0,2-2 69 0,0 7-35 16,7 4-4-16,12-1-30 0,2 6 187 0,1 4-88 16,5 3-51-16,-3 6 0 15,-1 2 109-15,7 5-67 0,-3 14-16 0,-4 6 39 0,0 5-23 16,-2 4-15-16,0 7 15 15,-8 1-64-15,-2-1 0 0,-3 3 24 0,-4 0-69 16,-3-7 43-16,-1 5-8 0,0-5 34 0,-5-3-98 16,-9-4 43-16,0-7 8 0,-2-6 4 0,-2-4 64 15,-1-4-1-15,0-5-53 0,-1-4 11 0,2 0-17 16,4 0 10-16,0 0 3 0,5-2 113 0,2-4-41 16,3 2-30-16,2 0 172 0,-1 3 28 15,3-1-249-15,3 0 0 0,10 2 0 16,6 0 0-16,3 0 0 0,-1 2 0 0,9 4 0 15,-2-1 0-15,4 1 0 0,0-4 0 0,0 0 0 16,0-2 0-16,0 0 0 0,-4 0 0 0,-2-2 0 0,-6-4 0 16,0-4-217-16,-3 0 149 0,-4-3 32 0,-4-3-8 15,-1 1-104-15,-6-3 50 0,0-7 35 0,-1 3-6 16,-1-7 88-16,0-5-26 0,0 1 0 0,-3 0-73 16,-4-3 24-16,2 0-9 0,-1 3 33 15,3 0-408-15,1 12 203 0,0-1 103 0,0 1-236 16,2 2 161-16,0 2 92 0</inkml:trace>
  <inkml:trace contextRef="#ctx0" brushRef="#br0" timeOffset="-40802.03">12622 13869 568 0,'-7'-12'0'0,"2"3"0"0,4 1 0 0,-3-2 0 0,4 2 0 0,-2-1 320 0,0-2-136 16,2 4-79-16,-1-2 194 0,1 2-133 0,-2 1-67 16,0 2 133-16,2 0-91 0,-2 3-59 0,2-2-24 0,-2 2 43 15,0 1-34-15,1 0 0 16,-1 0-26-16,0 0 65 0,2 0-37 0,0 0 0 15,0 0-36-15,0 0-47 0,0 0 31 16,0 0-8-16,0 0-45 0,0 0 34 0,0 0 0 16,0 0 35-16,0 0-67 0,0 0 24 0,0 0 0 15,0 0-3-15,0 0 24 0,0 0-10 0,0 0 8 16,0 0-1-16,0 0 0 0,0 0-13 0,0 0 11 0,0 0 33 16,0 0 8-16,0 0-37 0,0 0 36 0,0 0 1 15,0 0-33 1,0 0 26-16,0 0 9 0,0 0-29 0,0 0 24 15,0 0 0-15,0 0-21 0,0-2 0 0,0 0 9 16,0-2-37-16,0 0 32 0,0-1-3 0,0-1-35 0,0 1 1 16,0-1 35-16,0-1-3 15,0 1-1-15,2-2 0 0,3 1-5 0,1-1-16 0,-1 1 21 0,7-1-3 16,-1 1-3-16,2 1 2 0,2 1-40 16,3 0 38-16,0 3-37 0,1 2 35 0,1 0 0 15,-1 0 1-15,0 4-1 0,3 10-15 16,-5 3 13-16,2 5-25 0,-4 3-4 15,-2 3 26-15,-1 3-4 0,-5 1 3 0,-2 4-86 16,-3 0 39-16,0-1-34 0,-2 1 35 0,0 2-6 0,-11-2 38 16,-3-3-31-16,-4-3 25 15,-1-1-5-15,-5-5 4 0,-2-3 19 0,-2-4-22 0,-4-6-13 16,2-3 12-16,-2-3-102 0,4-5 49 16,7 0 21-16,2 0-255 0,6-7 140 0,6-10 66 15,3-6-314-15,4-2 191 0,4-5 94 16,14 1 39-16,10-10-332 0,2 6 194 0,4 1 97 15,-1 2 48-15,6 2 25 0,-9 4-127 0,7-6 79 16,1 5 36-16,1 1-6 0,-6-1 75 0,-4 3 0 0,-8 5 34 16,2-1-29-16,-11 4 0 0,-4 4 296 15,0 1-168-15,-6 2-82 0,-2 2 483 16,0 2-250-16,-6 1-136 0,-8 2 594 16,2 0-538-16,-4 5-149 0,2 9-14 0,-6 9 141 15,8 1-75-15,-4 6-37 0,7 4-1 0,5 1 149 0,3 0-85 16,1-2-54-16,1 1-23 0,16-3-97 15,4-3 37-15,5 1 0 0,4-6-396 16,4-4 213-16,0-3 109 0,-1-3 56 0,3-4-538 16,0-4 270-16,-2-5 101 0,0 0-163 0,-4 0 160 15,-2-6 80-15,-4-9 39 0</inkml:trace>
  <inkml:trace contextRef="#ctx0" brushRef="#br0" timeOffset="-40518.79">13283 13360 1431 0,'-9'-5'0'0,"7"2"0"0,2 2 0 0,0-2 0 0,9 2 0 0,3 1 0 0,1 0 263 16,0 0 7-16,2 0-118 0,0 0-60 15,0 8-29-15,-2 2 27 0,-1 2-21 16,-1 0-8-16,-4 4-28 0,-1 1-153 0,-4-2 76 0,-2-1 38 16,0 3 9-16,0-1-35 0,-15 4 32 0,-2-3 0 0,-2 0-56 15,0-4 52 1,-7 2-13-16,2-4 111 0,5-1-62 0,-4-2 1 15,5 1 249-15,0-4-128 0,9 0-69 0,2-3-33 16,1-2 0-16,4 3 152 16,2-1-86-16,0 0-34 0,6-1-30 0,14-1-67 0,5 2 23 15,5-2 0-15,0 0 23 0,2 0-107 0,2 0 50 0,-2 0 28 16,-1 0-507-16,-1 4 264 0,4-2 89 0,-4 1-616 16,0 3 371-16,0 5 182 0</inkml:trace>
  <inkml:trace contextRef="#ctx0" brushRef="#br0" timeOffset="-40058.02">13913 13829 1162 0,'-10'-13'0'0,"4"4"0"0,-1-3 0 0,2-4 0 0,-3 1 0 0,0-1 300 0,-1 1-126 16,2 4-75-16,-1 2-33 0,0 1 52 15,-1 3-42-15,-2 1-22 0,-1 4 8 0,-1 2-56 0,-2 18 27 16,0 5 0-16,-2 11 134 16,3 1-67-16,4-2-26 0,-3 12-7 0,5-5 24 0,5-8-29 0,1 4 1 15,2-5 70-15,0-5-41 0,4 4-34 0,7-9-124 16,4-6 50-16,1-4 24 0,2-2 0 16,0-7-247-16,3-4 132 0,-2 0 70 0,3-5 35 15,-3-18-360-15,0-6 174 0,-2-4 68 16,0-12 54-16,-4 0-126 0,0-8 80 0,-2-10 40 15,-2 1-1-15,-1-8-82 0,-2-10 66 0,0-13 27 16,-1 5 1-16,-1 14-14 0,-1 9 13 0,-1 0 8 16,-2 22 21-16,0 4 246 0,0 17-123 0,0 7-61 0,0 4 385 15,-2 9-191-15,-1 2-118 0,-1 14 130 16,0 14-107-16,1 14-25 16,-1-2 233-16,2 14-156 0,-1 9-74 0,2 3 143 15,1 2-108-15,0 7-54 0,-2 0-19 0,2 3-24 0,0-3-11 16,0-3 0-16,0-5 0 0,0-13-418 0,2 4 217 15,8-3 97 1,1-8 51-16,-2-10 27 0,4-5-668 0,-2-10 297 0,1-8 169 16,1-5 48-16,0-9-215 0,2-7 165 0,-4-20 82 0</inkml:trace>
  <inkml:trace contextRef="#ctx0" brushRef="#br0" timeOffset="-39856.56">14142 13810 338 0,'1'-21'0'0,"3"7"0"0,2 4 280 0,3 3-128 16,1-3-59-16,1 5-31 0,4-3 1 0,6 3 306 15,1 1-160-15,8 0-93 0,-2 4-41 0,-1 0 304 16,-1 0-174-16,-3 13-86 0,-7 4-34 0,3 6-1 16,-8 0-26-16,-5 5 0 0,-3 1-63 0,-3 3 0 15,-5 0 46-15,-11 0-34 0,-4 0 0 16,-1-3 26-16,-4-5 0 0,-3-2-74 0,-2-4 45 0,0-4-8 16,-4-6-226-16,0 1 98 0,4-5 71 15,0-4-362 1,9 0 191-16,2-2 95 0,8-9 53 0,5-3-323 0,6-2 187 0,0-4 94 0,15 2-237 15,10 0 170-15</inkml:trace>
  <inkml:trace contextRef="#ctx0" brushRef="#br0" timeOffset="-39646.46">14630 13724 1223 0,'7'-9'0'0,"-3"-1"0"0,-4 0 0 0,0-5 0 0,-4 5 0 0,-10 0 0 0,-5 2 146 0,-4 3-61 0,-3 3 280 0,2 2-167 16,-5 2-82-16,3 13-42 15,1 6 176-15,4 3-113 0,1 2-52 0,7 5-26 0,4 0 56 16,7 1-41-16,2 0-13 0,0 0-7 0,13 0-22 16,9-2-132-16,3-3 66 0,3 1 34 0,4-6-509 15,0-2 266-15,0 0 138 16,2-7-306-16,-4-6 198 0,2-2 48 0,-1-5-330 16,-1 0 236-16,1-8 112 0,-3-11-59 0</inkml:trace>
  <inkml:trace contextRef="#ctx0" brushRef="#br0" timeOffset="-39280.43">14931 13836 837 0,'0'-27'0'0,"-2"2"0"0,-5 1 0 16,-7-1 0-16,1 5 0 0,1 5 0 0,-4 1 0 0,0 5 128 0,0 7-48 0,-3 2 254 0,3 0-151 0,-4 10-67 0,1 12 227 15,3 6-155-15,4 2-78 0,1 6-38 16,4-1-1-16,1 5 168 0,4-3-107 16,2 0-50-16,0-4-25 0,4-1 53 15,7-4-39-15,0-8 8 0,3-3-110 0,0-2 32 16,4-5-1-16,-4-6-201 0,3-4 117 0,0 0 66 15,2-8 22-15,-2-14-319 0,-2-3 138 0,0-7 94 16,-4-2-8-16,-2-4-253 0,1-11 159 0,-4-1 76 16,-1-12 39-16,-1 0-126 0,-2-8 82 0,0-5-36 15,-1-7 62-15,1 0 28 0,-2 5 0 0,0 21 12 16,0 11 15-16,0 11-8 0,0 6 172 16,-2 12 143-16,-1 4-154 0,-1 8-76 15,-1 4-47-15,-1 13 9 0,0 15 451 0,2 12-224 16,2 5-54-16,2 13 255 0,0-6-193 0,0 21-108 15,0-5 96-15,2 4-98 0,0-3-49 0,4-3 166 16,-2-10-99-16,2 2-63 16,1-7-167-16,-2-13 57 0,4-1 28 0,-2-12-561 0,0-4 303 15,-1-5 139-15,-1-7 74 0,0-3 37 0,-2-5-811 0,3-1 394 0,-3 0 180 16,3-7 109-16,-3-12-417 16</inkml:trace>
  <inkml:trace contextRef="#ctx0" brushRef="#br0" timeOffset="-39137.82">15036 13798 2169 0,'-2'-7'0'0,"0"4"0"0,0 1 0 0,2 2 0 0,0 0 0 0,0 0 0 0,2 0 92 0,7 5-30 0,5 2 0 0,-3 5 159 16,4 1-94-16,0 0-39 0,2 2-31 15,3 3-1-15,-3-7-4 0,3 2-20 16,-4-2 1-16,-1-2 8 0,0 1-568 0,1-3 280 16,-4-1 139-16,3-3 71 0,0-3-740 15,-6 0 386-15</inkml:trace>
  <inkml:trace contextRef="#ctx0" brushRef="#br0" timeOffset="-38981.23">15411 13534 2051 0,'0'-16'0'0,"0"8"0"0,0 2 0 0,0 4 0 0,0 0 0 0,0 2 65 0,-7 2-1 0,-2 22-31 0,-5 13 761 16,-4 6-727-16,-5 9 8 0,-7 14-42 0,2-1 0 16,-4 7 118-16,-6 13-59 15,1-1-29-15,-5 10 7 0,-1 6-170 0,-1 1 66 0,3-4-547 16,10-19 307-16,2-5 153 0,11-22 85 0,6-12 30 0,7-9-724 15,1-4 301-15</inkml:trace>
  <inkml:trace contextRef="#ctx0" brushRef="#br0" timeOffset="-38524.46">15827 13850 954 0,'0'-32'0'0,"0"3"0"0,0 8 0 0,-2-7 0 0,-4 4 0 0,-4-2 0 0,-1 6 0 0,-4 0 313 0,-2 4-139 15,0 5-71-15,-3 0 55 0,1 3-63 0,-2 6-23 0,-3 2-3 16,1 12-1-16,1 17-36 0,-1 8-21 16,5 5-1-16,2-3 31 0,2 16-9 15,6-10 115-15,7-9-57 0,1 1-28 0,0-5-36 16,1-10 15-16,8 4-8 0,4-8 0 0,1-5-168 15,0-4 84-15,0-5 41 0,1-4-113 16,0 0 65-16,2-13 41 0,4-17 9 0,-5-6 1 0,3-4-319 16,0-8 153-16,-2 0 49 0,-2-7-144 15,0-9 117-15,-2 0 59 0,0-3-81 16,0-7 62-16,-1-2 43 0,-1-6 1 16,1 6 50-16,-2 5-16 0,-2 18 0 0,-5 11-8 15,1 13 9-15,-2 8 323 0,1 6-162 0,-2 6-81 16,-1 9-40-16,0 3 194 0,0 27-69 0,-1 11-73 0,-6 6 406 15,0 16-217-15,1 2-108 16,1 9 240-16,0 1-179 0,-2 3-85 0,3 3 122 16,1 0-103-16,1-8-51 0,2-13-314 15,0 1 230-15,0-5 32 0,0-9 0 0,2-2-256 0,0-13 136 16,3-2 56-16,2-12 31 0,2-5-708 0,0-7 322 0,3-6 192 16,0-2 4-16</inkml:trace>
  <inkml:trace contextRef="#ctx0" brushRef="#br0" timeOffset="-38168.42">16025 13502 1561 0,'0'-2'0'0,"2"-3"0"0,6 1 0 0,3-3 0 0,0-1 0 0,5 0 0 0,0 1 0 0,5 1 0 0,5 2 228 0,3 1-97 0,1-2 126 15,0-1-116-15,2-1-54 0,-4 6-29 0,0-1-25 16,-8 2-1-16,-1 0 9 0,-1 0-2 0,-6 0-6 15,-2 3 0-15,-7 10 58 0,-1 2-29 0,-2 7 8 0,0 4-37 0,-15 4 108 16,-4 6-54-16,-1 0-27 0,-2 1-67 16,2 1 48-16,-8 9-8 0,4-4 0 0,-2-1-65 15,3 0 32-15,2-4 1 0,7-8-53 16,-2-2 38-16,7-7 24 0,2-4-7 0,3-8 29 0,1 0-68 16,1-3 21-1,2-5-6-15,0 4 49 0,0-1-33 0,2 0 8 0,10-1-18 16,1 1 181-16,6-2-77 0,0 0-38 15,8-1-9-15,-7 1 1 0,6-2-98 0,-5 0 44 0,1 0 11 16,-1 0-109-16,-2 0 67 16,-1 0-386-16,-2 0 202 0,-5 0 104 0,-1 0 36 0,-3-2 33 0,-1 2-467 15,-5-1 244-15,1 1-380 0,-2-2 303 16</inkml:trace>
  <inkml:trace contextRef="#ctx0" brushRef="#br0" timeOffset="-38019.17">16129 13596 1320 0,'-5'-24'152'0,"5"13"-60"0,9 3-21 0,15 2 757 16,0-1-765-16,-1 1 0 0,0 5-30 15,1 1 0-15,0 0 8 0,9 0 231 16,-4 5-120-16,1 4-60 0,-2 7 76 0,0-2-68 16,-5 2-25-16,2 3-811 15,-2-5 385-15,-1 1 192 0</inkml:trace>
  <inkml:trace contextRef="#ctx0" brushRef="#br0" timeOffset="-37156.02">16857 13689 987 0,'-11'-3'0'0,"4"3"0"0,5 0 0 0,2 0 0 0,0 0 0 0,0 0 0 0,0 0 67 0,9 0 204 0,11 0-120 16,8-1 185-16,2-9-143 0,4-1-84 0,-3-1-39 16,1 3-96-16,-2 1 29 0,-8 5 0 0,2 0 38 15,-1 0-368-15,-5 3 180 16,0 0-158-16,-6 0 169 0,0 4 85 0,-6 7 9 0,-4 5 28 16</inkml:trace>
  <inkml:trace contextRef="#ctx0" brushRef="#br0" timeOffset="-37006.42">16916 13861 969 0,'-17'7'0'0,"2"1"0"0,7-2 0 0,3-1 0 0,0-2 0 0,3-2 0 0,2-1 397 0,0 0-174 15,7 0-100-15,16 0-44 16,0-1 129-16,6-7-88 0,0 2-43 0,3-1-333 0,0-1 140 0,2 2 75 16,-1-1 36-16,4 2 1 0,-3 1-566 15,1 1 293-15</inkml:trace>
  <inkml:trace contextRef="#ctx0" brushRef="#br0" timeOffset="-36662.69">17800 13352 930 0,'0'-30'0'0,"-2"6"0"0,-1-2 0 0,-3-3 0 0,-2 1 0 0,-3 0 0 0,-2 3 64 0,3 9 123 0,-3-2-69 0,2 5-47 15,0 6 1-15,-2 2 37 0,-1 2-38 16,0 3 0-16,-2 0-30 0,0 10 113 0,-2 5-61 0,4 4-31 0,0 2 117 16,1 3-73-16,4 2-29 15,1 6 56-15,3 4-51 0,-1 5-24 0,4 0 37 16,2 3-31-16,0 4 9 0,0 5-41 0,0 0 38 16,4 0 0-16,3 2-37 0,1-2-2 15,0 0 10-15,-1-3-8 0,-1-1-74 0,-3-2 37 16,-1-2 0-16,-2-1 37 0,0-8-82 0,0 3-91 0,-7-4 75 15,-4-4 44-15,-7-2 5 0,2-6 0 16,-3-8-245-16,-6 1 126 0,7-12 35 0,-5-1-184 16,0-3 125-16,2 0-51 0,3-10 81 15,-1-12 52-15,6-3 22 0,4-3-296 0,7-5 159 0,2 3 80 16,0-7-236-16,11 4 162 0</inkml:trace>
  <inkml:trace contextRef="#ctx0" brushRef="#br0" timeOffset="-36333.27">17991 13530 738 0,'14'-24'0'0,"-3"0"0"15,-4-3 0-15,-1-1 0 0,-2-2 0 0,0 1 0 0,-2-2 145 0,-2-1-56 0,0 2-28 0,0 0 185 16,0 6-183-16,-8-1-30 0,-2 7 0 16,1 2 80-16,0 5-40 0,-3 6-1 15,3 3-31-15,-6 2-8 0,0 0 146 0,-2 10-73 16,1 8-37-16,-2 6 9 0,2 4 64 0,0 2-54 15,4 2-28-15,0 4 113 0,3 0-71 0,3 2-26 0,4-1 46 16,2 8-44-16,0-2-23 0,0 2 13 16,2-2 1-16,4-2-28 15,3 10-35-15,1-5 0 0,-3-2 26 0,0 1 1 0,-1-5-96 16,0-4 56-16,0 2 16 0,-5-1 0 0,1-2 23 16,-2-5 1-16,0-5-240 0,0-1 118 15,-5-3 24-15,-5-2-289 0,-1-4 150 0,-2-3 90 0,-2-3-283 16,0-2 174-16,-1-1 99 0,0-2-115 15,1-4 103-15,-2 0 51 0,4-4-295 16,2-13 165-16,1-5 95 0</inkml:trace>
  <inkml:trace contextRef="#ctx0" brushRef="#br0" timeOffset="-36056.23">18264 13397 386 0,'13'-32'0'0,"-3"0"0"0,-1 2 0 0,-4 0 0 0,-3 2 198 0,-2 4-75 16,0 3-49-16,0 4 77 0,-4 6-59 0,-6 4-30 0,-4 4 158 16,1 3-86-16,-4 0-55 0,-1 12-22 15,0 7 109 1,0 6-67-16,1 4-33 0,0 4 8 0,0 7 95 0,8 0-68 0,1 0-34 16,6 0 0-16,2 2-34 15,0-6 105-15,0 9-56 0,8-4-25 0,3-2-27 0,-2-5 3 16,3 8 0-16,-5-8 7 0,0 7-45 0,1 1 0 15,-4-3 38-15,-2-1-170 0,0 4 84 16,-2-6 52-16,0 2 12 0,-2-1-315 0,-6-5 153 0,1-8 43 16,-1-3-294-16,1-3 189 0,-1-5 90 0,1-3 45 0,-1 1-339 15,-3-1 192-15</inkml:trace>
  <inkml:trace contextRef="#ctx0" brushRef="#br0" timeOffset="-35338.46">17629 14434 1089 0,'-4'-8'0'0,"2"4"0"0,0 3 0 0,2-1 0 0,0 1 0 0,0 1 0 0,-1 0 0 0,-1 0 143 0,2 0-55 0,0 10-20 0,0 7-7 15,0 1-58-15,-2 3 30 0,0 4 0 0,-2 0-34 16,1-3 9-16,-4 1 25 0,2-2-1 0,-2-1-72 15,-2-4 36-15,1-4 1 16,-4 1-11-16,0-4 18 0,0-3 0 0,-1 0-8 0,0-2 110 0,1-3-52 16,5 2 1-16,-2-3 111 0,3 1-65 0,2-1-36 15,2 0 49-15,2 0-41 0,0 0 9 0,0 0-49 0,10 2-25 16,10-2 0-16,5 2 25 16,3-2 6-16,4 0 2 15,2 0-8-15,-2 0-87 0,1 0 43 0,-3 0 22 0,2 2 0 0,-7-1-122 16,0 3 65-16,-5 1 24 0,-1-2-46 15,-7 1 29-15,-1-2 21 0,-4-2-7 0,-2 3-28 16,-3-3 14-16,0 2 0 16,-2-2 7-16,0 0 150 0,-2-2-75 0,-9-10-27 15,2-2-4-15,-6-6 19 0,2-1-16 0,-1-4-1 16,1-2-5-16,0-4-61 0,2-2 32 16,0-3 0-16,1 2 39 0,6 6-80 0,1-6 33 0,3 6-1 15,0 3 27-15,0 6 26 16,9 1-12-16,4 2-18 0,4 5 89 0,0 4-44 0,4 2-12 0,-1 5 37 15,6 0-27-15,1 1 0 0,-1 14-19 0,1 4-3 16,-3 5 6-16,-2 5-7 0,-1 1-31 16,-2 3 5-16,-6 5 35 0,-4-1-5 0,-3 1-62 15,-5 7 28-15,-1-11-6 0,0 3 9 0,-3-1 13 0,-8-2 6 16,-2-4 36 0,-4-2-1-16,-2-5-41 0,2-9 2 0,-4-2 78 0,1-5-36 15,-1-7 1-15,2 0-37 0,3 0 70 0,-2-1 39 0,6-5-44 16,3 0-26-16,2 0 112 0,4 1-63 15,1 2-32-15,2-2 9 0,0 2-41 0,9 1 6 16,14 2-6-16,1 0 1 16,6 0-74-16,0 0 45 0,2 0-9 0,2 5 38 0,2 0-182 15,-3-1 90-15,3 0 33 0,-4-1-275 0,-2-3 134 16,0 0-53-16,-7 0 89 16,-2 0 51-16,-3-3 20 0,-3-3-8 0,-4-6 47 0,-2 1-12 0,-6-3 1 15,-1-3 73 1,-2-1-37-16,0-8-8 0,0-3-29 0,-4-3-43 15,-2-10 22-15,2-5 0 0,2-1-390 16,2-2 197-16,0-3 111 0,0 3 52 0</inkml:trace>
  <inkml:trace contextRef="#ctx0" brushRef="#br0" timeOffset="-35129.01">18556 13635 1754 0,'-18'-9'0'0,"9"7"0"0,7 1 0 0,-1-1 0 0,2 2 0 0,1 0 0 0,0 0 0 0,0 0 480 0,1 5-224 16,11 6-112-16,3 2-55 0,4 2 62 15,-2 3-51-15,5 2-37 16,-1 3-298-16,-2-2 135 0,0 0-1008 16,-6-3 1066-16,2 3 35 0,-1-1-4 0,-4-1 31 0,0-1-369 15,-1-2 167-15,-3-3 31 0</inkml:trace>
  <inkml:trace contextRef="#ctx0" brushRef="#br0" timeOffset="-34932.54">18801 13457 513 0,'2'-7'92'16,"0"5"-45"-16,2 2-24 0,-2 5 438 0,0 22-213 0,-2 14-108 0,0 12 911 16,-10 23-1004-16,-7 11-14 0,-2-2 0 0,-1 5-1 15,-3-1 305-15,0-1-144 16,-5 23-84-16,2-9-39 0,-2 0 5 0,4-6-22 0,1-22 1 15,7-8-13-15,2-5-311 0,8-20 151 16,5-13 77-16,1-12 36 16,0-4-509-16,0-12 281 0,9-12 129 0,8-26-670 0,-1-9 371 15,4-18 185-15</inkml:trace>
  <inkml:trace contextRef="#ctx0" brushRef="#br0" timeOffset="-34683.21">18903 13280 1240 0,'9'-16'0'0,"8"4"0"16,5 7 0-16,4 1 0 0,1 1 0 0,-2 0 0 0,-1 3 0 0,-2 0 58 0,4 3 95 0,-1 9-61 0,-4 8-29 0,-6 4 87 15,-4 2-62-15,-3 7-91 0,-6 0 1 16,-2 1 35-16,0-1 0 0,-16 2 8 0,0-2-61 16,-4-5 27-16,2-5 140 15,3-4-57-15,-2-3-29 0,6-6 9 16,0 0 61-16,5-5-49 0,3-4-24 0,-2 1-1 0,5-2 158 15,0 0-83-15,8 0-54 0,12 0-22 0,3-2 6 0,5-4 0 16,0 0-29-16,-1-1-322 0,7 0 157 0,-4 4 82 0,0-1-686 16,-2 2 370-16,2 0 157 15,-8 2 96-15</inkml:trace>
  <inkml:trace contextRef="#ctx0" brushRef="#br0" timeOffset="-33807.54">19575 13843 512 0,'0'0'0'0,"-6"0"0"0,0 0 0 0,-1-3 0 0,0-1 0 0,-3-3 0 0,-1-2 0 0,0 2 166 0,-1-5-59 0,3 2-41 0,0-1 8 15,2-1-20-15,-2-4-1 0,2 3-29 0,2 4 17 16,-1-2-8-16,0 5 0 0,2 2 30 0,-3 2 1 16,0 2-31-16,-2 11 8 0,-3 18-19 0,-1 10 11 15,-1 4 0-15,1 4-1 16,4 0 66-16,1-7-25 0,3 5-7 0,3-8-7 16,2-3 0-16,0-15-26 0,0 1 0 15,7-5-31-15,5-5 31 0,3-8 0 0,0-2-102 16,1 0 51-16,7-13 33 0,-2-12-8 0,1-9-144 15,-3-3 78-15,0-4 25 0,-2-3 25 0,-2-5-229 16,0-3 116-16,0-12 31 0,-6 0-110 0,1-8 82 16,-3-4 43-16,-1-5-16 0,-2 2 34 15,1 2 0-15,-1 9 26 0,-2 20 23 16,0 10 0-16,-2 12-32 0,0 13 8 0,0 2 228 16,-6 11-113-16,-3 11-58 0,-3 23-28 0,5 9 324 15,0 8-128-15,-2 14-91 0,4 0 258 0,5 8-163 16,0-2-81-16,0-8 114 0,0 14-102 0,2-11-47 15,4-11-24-15,3 1-1 0,2-6 1 0,-1-8-15 16,5 4-9-16,-1-13-177 0,0-3 89 0,3-4 44 16,-2-7-499-16,2-6 275 0,0-3 84 0,2-10-512 15,4 0 316-15</inkml:trace>
  <inkml:trace contextRef="#ctx0" brushRef="#br0" timeOffset="-33592.09">19825 13606 825 0,'0'-19'0'0,"0"7"0"0,0 3 0 0,0 2 0 0,5 1 0 0,3 4 65 16,5 2 308-16,4 0-171 0,4 10 102 16,-3 6-135-16,3 5-68 0,0 4-26 0,-1 2-17 0,-3 6-25 15,-2-1 0-15,-1 0 0 0,-7-2-160 16,-5-2 88-16,-1 6 32 0,-1-4-130 0,-7-1 85 16,-10-1 43-16,-5-3 20 0,-4-2 9 0,-3-4-193 15,1-6 91-15,0-4-140 16,5-5 100-16,-1-2 29 0,3-2 21 0,4 0 9 0,8-2-47 15,5-9 39-15,4-4-183 0,2-8 111 0,19-1 47 16</inkml:trace>
  <inkml:trace contextRef="#ctx0" brushRef="#br0" timeOffset="-33409.56">20167 13621 786 0,'13'-12'0'0,"-10"7"0"0,-1 1 0 0,-2 2 0 0,-2 2 0 0,-12 0 0 0,-9 8 33 0,2 7 266 0,1 5-133 0,-3 4-59 16,0 3 196-16,5 0-135 15,1 5-68-15,6-4 84 0,5 0-76 0,5-6-29 0,1 6-9 0,0-5-37 16,12-1-100-16,9-1 50 0,3 0 25 0,4-5-136 16,2-1 76-1,2-2-438-15,5-3 262 0,-4-4 98 0,3-4 73 16,-1-2-25-16,-1 0-406 0,-2-5 227 0</inkml:trace>
  <inkml:trace contextRef="#ctx0" brushRef="#br0" timeOffset="-33042.53">20505 13823 1002 0,'0'-28'0'0,"0"2"0"0,-2-4 0 0,-3-2 0 0,-7 0 0 0,1 2 0 0,-1 9 0 0,-1 1 0 0,-1 5 79 16,-2 5-23-16,2 6 0 0,-4 4 132 16,1 0-69-16,-3 21-47 0,3 4 80 15,2 4-60-15,3 4-30 0,3 0 32 16,4 3-23-16,3-2-7 0,2 0-32 0,0-3 1 16,0-2-36-16,7-5 36 0,4-5 8 0,4 0-107 15,3-6 50-15,-2-3 24 0,3-5-159 0,-1-3 83 16,2-2 54-16,-4 0-9 15,5-13-180-15,-4-7 86 0,0-7 54 0,-2-3-1 0,-2-4-130 0,-2-7 82 16,-3 2 4-16,-1-7 38 0,-3-5 0 0,0-8 37 16,-1 4-84-16,-1-20 46 0,0 2 1 0,1-4 37 15,-1-15-83-15,-1 18 33 16,1-2 30-16,0 16 138 0,0 7-59 16,0 21-30-16,-2 9 1 0,0 10-38 0,0 2 443 0,0 9-198 15,0 4-112-15,0 30 109 0,0 11-97 16,0 8-5-16,0 15 313 0,0 3-190 0,0 6-94 0,0 3 218 15,0 1-157-15,0 5-70 16,0-4-47-16,2-3 0 0,1-6-40 0,6-5-25 0,1-15 26 0,1-7 8 0,2 0-404 16,2-8 199-16,-4-14-1132 15,3-5 1298-15,-5-7 17 0,2-8-54 16,3-2 36-16,-1-9-84 0,-5-14-210 0</inkml:trace>
  <inkml:trace contextRef="#ctx0" brushRef="#br0" timeOffset="-32897.92">20704 13541 639 0,'0'-1'0'0,"1"-1"0"0,6 2 0 0,-4 0 0 0,3 0 0 0,-1 6 399 0,4 5-187 0,2 2 128 0,-2 2-153 0,1 2-78 15,2 2-37-15,-1 2 7 0,2 1-221 16,-1-4 87-16,-1 3 44 0,3 0-498 16,-4-4 265-16,3 0 137 0,1-4 61 0</inkml:trace>
  <inkml:trace contextRef="#ctx0" brushRef="#br0" timeOffset="-32703.44">21095 13418 1122 0,'-10'0'0'0,"0"0"0"0,1 8 0 0,-8 12 0 0,-1 10 0 0,-3 6 0 0,-8 17 252 16,1 1-110-16,3-2 179 0,-10 17-149 0,5 0-69 15,-2 2 58-15,-5 14-63 0,5-16-25 0,-7 19-8 16,3-9-155-16,4-12 62 0,0-1 30 15,8-14 0-15,5-10 39 0,4-4-180 0,8-15 86 0,4-7 43 16,3-5-492-16,0-5 256 0,5-6 62 0,13-4-367 16</inkml:trace>
  <inkml:trace contextRef="#ctx0" brushRef="#br0" timeOffset="-32271.22">21307 13830 780 0,'11'-23'0'15,"-4"2"0"-15,-1 0 0 0,-2 1 0 0,-4-7 0 0,0 4 0 0,0-2 54 0,-4 5 42 0,-6 2-23 0,1 2 82 16,-3 4-61-16,-4 4-31 0,0 7 1 0,-3 1-32 0,-4 0 107 16,-2 17-57-16,1 5 61 0,0 12-55 15,6-4-27-15,2 4-1 0,4 2 57 16,7-3-46-16,3-1 0 0,2-4-38 0,2-2 0 0,10-3-6 15,2-7 14-15,4 2-112 0,2-7 52 0,-1-3 26 0,-1-5 0 16,3-3 26-16,0 0-208 16,2-6 98-1,-5-12-227-15,3-6 151 0,-5-7 56 0,3-6 43 0,-6 2-150 0,4-15 90 16,-6 3 41-16,1-7 0 0,-3-10 40 0,-1 0-33 16,0 4-9-16,-1-19 34 0,0 9 8 0,-1 5 0 15,-1 12 0-15,-3 1 149 0,0 14-83 0,-2 12-28 16,0 11-1-16,0 2 348 0,-4 10-183 0,-5 3-90 0,-2 17 319 15,1 14-182 1,-1 13-91-16,4 2-46 0,-3 16-23 0,5-8 279 0,-1 21-155 16,2-4 17-16,3 3-82 0,1-2-41 0,0-1-21 15,0-13 8-15,0 6-63 0,3-8 35 16,6-5-489-16,5-8 244 0,-3-11 123 0,1-6 69 16,2-3-805-16,1-8 369 0,4-10 214 0</inkml:trace>
  <inkml:trace contextRef="#ctx0" brushRef="#br0" timeOffset="-31926.5">21763 13371 1049 0,'0'-19'0'0,"2"14"0"0,7 1 0 0,2 2 0 0,-1-2 172 16,-1 1-74-16,1 2-32 0,1 0 247 0,2-1-141 15,3-1-69-15,0 2-27 0,3-1 1 0,-2 0-23 16,-4 0 1-16,-2 0-22 0,-2 0-46 0,0 2 31 15,-4 0-8-15,-3 0 22 0,1 0-26 0,-1 0-1 16,-2 10 28-16,0 5 51 0,-5 5-29 0,-4 5-1 16,-5 1-21-16,1 6 51 0,-6 6 29 15,5-8-31-15,-6 13-21 0,1-3 1 0,5-9-29 16,-2 3 0-16,2-2 0 0,5-8-35 16,-3 7 13-16,6-9-14 0,1-2 0 0,1 0 36 15,2-6-1-15,2-1 9 0,0 1 21 0,0-3 0 16,4-1 8-16,7-1-46 0,3-3 6 0,2-1-8 15,5-3 6-15,4-2-106 0,-2 0 51 16,0 0 30-16,2-6-1 0,-6-4-433 16,-1 2 201-16,-3-4-382 0,-2 3 290 0,-4 1 144 15,-2 1 73-15,-4 0-394 0,-3-1 237 0,0-3 114 0</inkml:trace>
  <inkml:trace contextRef="#ctx0" brushRef="#br0" timeOffset="-31778.89">21730 13485 1786 0,'-19'-7'0'16,"11"4"0"-16,3 0 0 0,0 2 0 0,2-1 0 0,3 2 0 0,0 0 0 0,5 0 295 0,16 0-132 0,2 6 325 0,3 1-219 15,1 2-123-15,3 2-56 0,2 5-29 16,-2 0-214-16,0 1 93 0,-3 2 55 0,0 0-851 16,-3 0 445-16</inkml:trace>
  <inkml:trace contextRef="#ctx0" brushRef="#br0" timeOffset="-31114.07">22368 13409 987 0,'-15'-18'0'0,"3"7"0"0,7 10 0 0,1 1 0 0,4 0 0 0,0 0 0 0,-2 0 167 0,2 0-75 15,0 0-30-15,2 0 122 0,10 0-75 0,4 1-39 16,5 1 160-16,4 2-102 0,-3 1-48 0,-1 0-24 16,3 0-63-16,-2-1 39 0,1 0 9 0,0 1-8 15,0-1-312-15,-3 0 156 0,1 0 77 0,-4-1-482 16,-4 1 238-16,-2 0 144 0</inkml:trace>
  <inkml:trace contextRef="#ctx0" brushRef="#br0" timeOffset="-30965.47">22390 13574 1133 0,'-19'3'0'0,"5"3"0"0,3 2 0 0,3-3 0 0,0 1 0 0,5-4 0 0,-1-2 0 0,4 4 119 15,0 0-43-15,0 0-22 0,5 3 142 0,8 0-73 16,5-2-50-16,4 5 1 0,0-3-230 0,5 1 95 15,3 2 47-15,0-3-440 0,3-1 231 0,1-3 116 16</inkml:trace>
  <inkml:trace contextRef="#ctx0" brushRef="#br0" timeOffset="-30628.62">23155 13182 1220 0,'2'-38'0'0,"-2"8"0"0,0 0 0 0,0 1 0 0,-4-1 0 0,-9 5 0 0,2 5 0 0,-4 2 0 0,0 7 0 0,-3 1 154 0,4 6-60 15,-4 1 113-15,4 3-87 0,-4 0-43 0,6 3-15 16,-1 13 28-16,3 0-29 0,3 8 0 0,3 3-28 16,4 7 93-16,0 3-39 0,0 6-30 0,2 1-1 15,5 1 30-15,2 1-26 0,1 3 0 0,-1 1-46 16,-1 0-9-16,0 3 28 0,-3 1 0 15,-3 3-90-15,0-2 46 0,-2 0 29 0,0-4-152 0,0-5 69 16,-2-9 43-16,-7-2 1 0,-3-3-45 16,-1-12 14-16,-4 1 26 0,1-8-18 15,-5-5-87-15,2-4 38 0,-3-4 29 0,1 0-87 16,0 0 59-16,3-12 29 0,-3-6 1 0,8-3-165 16,3 0 90-16,3-9 55 15,7 2-255-15,0-3 152 0,5 4 76 0,14-4 38 0</inkml:trace>
  <inkml:trace contextRef="#ctx0" brushRef="#br0" timeOffset="-30322.93">23520 13294 785 0,'12'-25'0'0,"-1"1"0"0,-3-2 0 0,-2-3 0 0,-4 0 0 0,0-5 0 0,-2 4 0 0,0-1 0 0,-8 8 114 0,-7 0-40 15,2 10 0-15,-6-1 144 0,-1 4-84 0,-5 9-55 16,1 1 106-16,-5 0-77 0,3 14-37 0,0 6 0 15,4 4 92-15,-1 7-69 0,6 1-31 0,2 3 0 16,4 6 11-16,5 1-20 0,2-3 7 0,4 12 2 16,0-7 6-16,0 3 1 0,0 1-37 15,4 2-22-15,2 1 30 0,0 0-8 16,-1-1-86-16,-1-1 42 0,-3-2 23 0,1-4-1 16,0-8-79-16,-2 0 45 15,0-3 5-15,0-10 0 0,-4 2-47 0,-1-8 35 0,-2-5 3 0,-3-3-31 16,-3-3 14-16,2-5-1 0,-3 0-162 15,3 0 92-15,-2 0 31 0,0-7 32 0,2-6-259 0,-1-2 139 16,5-4 70-16,0-5 34 0,3-1-293 0,4-7 168 16,0 1 80-16</inkml:trace>
  <inkml:trace contextRef="#ctx0" brushRef="#br0" timeOffset="-30037.09">23829 13069 1115 0,'13'-34'0'0,"-4"11"0"0,0 2 0 0,-8 5 0 0,-1 1 0 0,0 3 0 0,-12 5 0 0,-6 5 0 0,-8 2 313 0,-6 14-140 15,-2 12-71-15,-1 9-26 0,-7 13 100 0,4 4-72 16,3 2-36-16,3 2 1 0,6 3 133 0,6-10-76 16,4 7-50-16,5-1 86 0,6-3-65 15,4 0-32-15,1-1-5 0,0 1-20 0,3-4-7 16,7-1 0-16,-1-3-61 0,2 0 31 0,1-4-1 15,-4-8 39-15,1 3-213 0,-1-3 102 16,-3-4 51-16,-1-6-337 0,0-1 156 16,-3-6 96-16,-1 0-351 0,0-5 211 0,0-2 105 15,-5-1 54-15,-9 0-134 0,-2-1 85 0,-3 1 55 16,-3 0 23-16,-3 4-261 0,-5-2 142 0</inkml:trace>
  <inkml:trace contextRef="#ctx0" brushRef="#br0" timeOffset="-29341.44">23006 14319 416 0,'-12'2'0'0,"2"-2"0"0,4 0 0 0,4 0 0 0,-1 0 162 0,1 0-65 16,2 0-32-16,0-2 9 0,0-1 185 0,0-2-113 0,0 4-57 0,4-1-28 15,3 2 114-15,-2 0-64 0,4 0-43 0,-6 8 37 16,-1 7-36-16,-2 7 0 0,0 2-4 16,-7 3-24-16,-5 1-9 15,-1 0 1-15,-1 1-21 16,4-11 1-16,-3 5 19 0,1-5 9 0,3-4-41 0,3-5 0 0,1 0 32 15,0-5-26-15,3-2 9 0,2-1 0 0,0-1 13 0,0 0 23 0,0 0-25 16,0 0-11-16,9 0 61 0,3 0-30 0,6 0 1 16,0 0-18-16,3 0 24 15,5 0-17-15,-6 3 1 0,9 2 7 0,-3 0-35 16,1-1 23-16,-3 0 1 0,3 2 0 0,-7-2-75 16,4-2 31-16,-3-1-132 0,-3 2 76 0,0-3 41 15,-7 0 13-15,1 0-93 0,-5 0 45 0,0 0 29 0,-1-6-6 16,-5-5 65-16,-1-4-11 0,0-3-34 0,0-3 27 15,-7-2 0-15,-4-2-32 0,-3-3 6 16,-2-2 46-16,-3 1-2 0,1-3-25 0,-1 1-70 16,-1 1 34-16,6 3 1 15,-2 4 39-15,5 3 27 16,2 4 4-16,4 1-41 0,0 4-2 0,5 3 130 0,0-2-62 0,0 2-30 16,10 3 11-16,9 0 0 0,3 1-29 0,7 0-7 15,-1 0 45-15,6 3-34 0,-1 1 20 0,1 0-19 0,0 1-30 16,-1 11 0-16,-3 2 46 0,-3 3-121 15,-2 2 46-15,-4 2 27 0,-5 6 3 16,-4-1-74-16,-7-1 34 0,-3 2 58 0,-2 6-16 0,-4-5 1 0,-11-1-7 16,-3 1 4-16,-3-6 63 15,2-2-32-15,-10-1-3 0,4-6-27 0,0-4 189 16,6-2-87-16,-4-1-32 0,3-5 0 0,3 4 192 16,6-3-110-1,2-2-55-15,2 1 123 0,4-1-89 0,1 0-36 0,2 3 126 0,0 0-212 0,0 7 0 16,12 0 0-16,2 1 0 15,4-1 0-15,2 3 0 0,3 1 0 0,1-1 0 0,3-1 0 16,-1-2 0-16,-2-2-351 0,6-1 259 0,-2-1 22 16,2 0 37-16,-2-6-191 15,-3 0 93-15,1 0 35 0,-4 0 31 0,-1 0 35 16,-2-2-3-16,-4-4 0 0,-1-1-8 0,-3-2 42 16,-4 0-1-16,1-2-32 0,-4 0 139 0,-1-2-70 15,-1-3-43-15,0-2 78 0,-2-6-44 0,0-2 0 16,0-4 1-16,0-9-458 0,2-2 198 0,1-9 106 15,5-3 52-15,4-12-636 16,-3 3 339-16</inkml:trace>
  <inkml:trace contextRef="#ctx0" brushRef="#br0" timeOffset="-28982.89">23978 13485 1193 0,'-3'-10'0'0,"0"0"0"0,1 6 0 0,0 0 0 0,0 0 0 0,2-1 0 0,0 0 243 15,2-3-106-15,10 3-51 0,4 2 218 16,3-1-128-16,0 1-75 16,-1-1-35-16,4 2 13 0,-2-2-24 0,-1 3-7 15,2-1-72-15,-5 2 24 0,0 0 0 0,-2 0-32 0,-5 0 32 16,0 0 0-16,-4 0 41 0,-3 11-42 16,-2 6 34-16,0 5 0 0,-17 5 0 0,-5 7 97 15,-3-5-44-15,-7 13-33 16,0-2-31-16,0-4 96 0,1 2-43 0,-1-1-19 0,7-2 7 0,-7 3-33 15,13-12 3-15,1-2 0 0,4-5-24 16,5 0-1-16,4-7 33 0,1 1-19 0,2 0 11 0,2-2 0 16,0-4 0-16,2 2-34 0,9-1 9 15,3-2 7-15,3 1 14 0,3-1-51 0,3-1 22 16,-2-3-6-16,6-1 27 0,-2-1-165 0,-5 0 77 16,2 0 33-16,1 0-329 0,-5 0 160 15,3 0 75-15,-3 0-158 0,-6 0 127 0,-1 0 63 16,-2-1 31-16,-4-1-447 0,0 1 244 0,-3-1 118 0,-2-7 58 15</inkml:trace>
  <inkml:trace contextRef="#ctx0" brushRef="#br0" timeOffset="-28816.82">23953 13705 1126 0,'-21'-10'0'0,"2"1"0"0,8 3 0 0,0 3 0 0,4-1 0 0,1 1 0 0,2-2 0 0,4 2 0 0,0 1 500 0,2-1-234 0,17-2 118 0,4 3-176 16,5-1-79-16,4 1-53 15,2 2-85-15,1 0 20 0,1 0 1 0,-1 0 21 16,1 0-202-16,-2 0 97 0,-1 2 52 0,0 1 26 16,-4-3-661-16,-8 0 287 0,-5 0 194 0</inkml:trace>
  <inkml:trace contextRef="#ctx0" brushRef="#br0" timeOffset="-28517.54">24485 13200 835 0,'0'-13'0'0,"3"5"0"0,5 3 0 0,2 0 0 0,-2 2 329 0,4 2-152 15,1-2-72-15,0 3-36 0,3 0 81 0,-2 3-59 16,0 8-20-16,-3 3-9 0,-4 5-14 0,-3 6-15 16,-3-1 0-16,-1 1-135 0,0-5 75 15,-10 7 26-15,-5-5-91 0,-6-1 62 0,0-3 31 16,-2 0 0-16,3-5 55 0,-3-2-60 0,2-1 20 15,3-2-37-15,3-2 136 0,4-2-70 0,4-3-2 0,1 2 268 16,3 0-142-16,0-3-54 16,3 0 38-16,0 0-51 0,0 1-39 0,12 2 0 15,4 0-125-15,7-2 47 16,0-1 25-16,1 0 7 0,5 0-469 0,1 0 243 0,-1 0 121 0,-1 0 31 16,0 0-750-16,-4 4 379 15</inkml:trace>
  <inkml:trace contextRef="#ctx0" brushRef="#br0" timeOffset="-28072.99">24938 13695 904 0,'0'0'0'0,"0"0"0"0,0-3 0 0,0-4 0 0,0-5 0 0,-4-1 0 0,-4-2 178 16,2-4-72-16,-1 2-29 0,2-1 153 0,-3 1-98 15,-2 0-50-15,1 4-25 0,-2 2 42 0,-3 3-26 16,0 4-7-16,-3 4-18 0,-6 0-16 15,3 15 1-15,-7 14 0 0,6 1 29 0,-3 12-8 16,7 1-21-16,4 1 51 16,4 0-25-16,5-10 0 0,4 7-18 0,0-8 24 15,0-1 1-15,7-4-33 0,7-5-1 0,0-7-98 16,6-3 57-16,0-1 17 0,6-8-205 0,-3-4 104 0,3 0 58 16,1-9-85-16,-1-14 65 0,4-9 7 0,-6-3 23 15,1-2-136-15,-3-9 69 0,-4-3 10 0,-2-5 16 16,0-7-2-16,-4-1 1 0,-3-4 34 15,0-2 0-15,0-3-10 0,-1-4 2 16,2 4 8-16,-5 2 27 0,2 14-27 16,-4 12 0-16,-1 13 97 0,-2 11-44 15,0 4-26-15,0 8 0 0,0 7 471 0,0 18-231 0,0 15-89 0,0 17-68 16,0-1 383-16,0 15-213 0,0 0-108 0,0 3-53 16,0 8 323-16,0 4-193 0,0 2 22 0,0 0-238 15,0-9 0-15,0-2 0 0,0-11 0 16,0-3 0-16,0-6 0 0,2-13 0 0,2-11-231 15,3-4 148-15,2-11 66 0,3-3 21 0,4-8-850 16,4 0 416-16,-1-15 147 16,1-8 125-16</inkml:trace>
  <inkml:trace contextRef="#ctx0" brushRef="#br0" timeOffset="-27851.57">25304 13629 1397 0,'0'-17'0'0,"0"3"0"0,11 1 0 0,2 0 0 0,2 2 0 0,0 3 0 0,2 5 0 0,4 0 0 0,4 3 422 0,-2 0-195 16,0 6-97-16,-3 9 40 0,1 4-69 16,-2 6-25-16,-3 0-9 0,-3 2-56 0,-4 1 1 15,-4-1 21-15,-3 2-1 0,-2-2-107 0,0 3 50 16,-13-2 29-16,-8-2-174 0,-1-1 102 16,-4-5 51-16,-4-3-209 15,-2-4 85-15,0-3 67 0,0-4-10 0,6-6-134 0,5 0 92 0,0 0 39 0,6-3 31 16,5-4-91-16,9-8 58 0,1-2 28 15,11-1-1-15,14-3-305 0</inkml:trace>
  <inkml:trace contextRef="#ctx0" brushRef="#br0" timeOffset="-27652.11">25935 13565 748 0,'17'-24'0'0,"-6"8"0"0,-6-1 0 0,-5 2 0 0,0 2 0 0,-12 1 0 0,-13 5 182 0,-6 4-67 0,-7 3-45 0,-6 4 299 16,-4 18-168-16,-9 6-85 0,6 11 223 15,8 1-145-15,2 4-84 0,8 1-39 16,13 1 110-16,9-3-74 0,9-2-37 0,2-7 8 0,8 8 57 16,8-13-51-16,13 6-26 0,4-11-280 15,6-5 127-15,0-6 72 0,13-4-458 16,-1-8 257-16,-2-1 129 0,-1 0 7 0,2 0-632 16,-11-1 336-16,8-10 180 0</inkml:trace>
  <inkml:trace contextRef="#ctx0" brushRef="#br0" timeOffset="-27221.74">26207 13795 537 0,'0'-18'0'0,"0"2"0"0,0-2 0 0,0-3 0 0,0-5 0 0,0 1 194 0,-9 1-80 15,1 0-41-15,-1 1 8 0,-2-3 46 0,-1 7-48 16,-1 2-23-16,-2 4 47 0,0 3-35 0,-4 7 8 16,-5 3 5-16,0 6-23 0,-5 17-1 0,1 6-24 15,4 7 78-15,5-1-31 0,0 13-8 0,8-7-39 16,5-7 79-16,6 4-40 0,0-1 1 0,0-5-32 15,14-6-47-15,2-2 38 0,3-6 1 0,4-6-62 16,0-4 32-16,2-7 7 16,7-1 23-16,-2-1-206 15,2-12 87-15,-4-8 56 0,-1-6-194 0,-3-2 110 0,-1-11 26 16,-5 0 36-16,-2-4-72 0,-3-6 46 16,-1-13 22-16,-2 6-8 0,1-16-55 0,-1 1 43 0,-1 0 22 0,2 0 0 15,-3 10-26-15,0-8 9 0,-6 19 39 0,-1 2 26 16,-1 15-27-16,0 11 0 15,0 5 234-15,-3 6-113 0,-3 7-61 0,-4 5-29 16,1 3 335-16,2 25-166 0,2 7-50 0,0 12-54 16,3 5 268-16,2 14-150 0,0-1-74 0,0 4 110 15,0-5-85-15,0 20-53 0,0-6-23 0,0-1 203 16,2-2-114-16,-1-7-55 0,4-12-90 0,1 1-8 16,-1-7 41-16,1-12 0 0,-1-3-331 0,1-10 166 15,2-5 90-15,-1-8 33 0,2-5-617 0,3-7 310 16,-1 0 84-16,0-5-299 0,1-9 241 0,-4-2 133 15,4-3 62-15,-4-9-177 0,-2-4 119 0</inkml:trace>
  <inkml:trace contextRef="#ctx0" brushRef="#br0" timeOffset="-27003.29">26508 13519 1111 0,'-6'-15'0'0,"4"8"0"0,2 3 0 0,0 2 0 0,0 1 0 0,0 1 225 0,0 0-101 16,2 0 338-16,11 1-214 0,1 16-108 0,2 0-54 15,-3 2 117-15,4 7-89 0,-2 0-40 0,0 2-1 16,-2-2-88-16,1 1 24 0,-5-6 8 0,4-3 16 16,-2 1-384-16,0-6 192 0,1-1 96 0,-3-3-536 15,2-5 269-15,-1 0 96 0,-1-4-327 16</inkml:trace>
  <inkml:trace contextRef="#ctx0" brushRef="#br0" timeOffset="-26836.45">26986 13309 1150 0,'9'-19'0'0,"-2"7"0"0,-2 3 0 0,-1 4 0 0,-2 1 0 0,-2 2 0 0,0 2 0 0,-6 15 468 0,-18 23-210 0,-14 19-117 0,-11 18-54 0,-5 5 347 16,-16 23-201-16,-3 3-60 0,-13 10-62 0,-1 10-43 15,-1 11 0-15,-4 25-561 0,15-13 263 16,6 9 132-16,9-9 73 0</inkml:trace>
  <inkml:trace contextRef="#ctx0" brushRef="#br0" timeOffset="-25671.27">27246 13703 517 0,'5'0'0'0,"1"0"0"0,1 0 0 16,2 2 0-16,1 0 0 0,-2-2 0 0,-1 0 108 0,-1 0-37 0,0 0 119 0,0-2-70 0,2-5-48 0,1-6 0 15,-2-2 26-15,0-3-33 16,-1-2 0-16,-3-3-24 0,1 3 50 0,-2-4-30 0,-2 3 1 0,0 2-30 15,0 4 10-15,-9 2-1 16,-9 3-8-16,-5 7-68 0,-8 3 33 0,-8 0 1 16,-1 16 34-16,5 5-47 0,-6 11 20 0,9-2 2 15,8 1 59-15,4 2-26 0,5 3-18 0,6-1-25 16,4 0 156-16,5-2-64 0,0-3-31 0,6-2 10 16,12-3 1-16,-3-8-29 0,8 1-9 0,1-9-94 15,1-3 46-15,4-6 25 0,1 0 0 0,-1-1-133 16,-1-13 72-16,-3-4 25 15,-2-7-77-15,0 0 34 0,-4-9 38 0,-1 0-22 16,0-10-113-16,-6-1 49 0,-1-2 45 0,1-3-1 16,-1-7-39-16,-1 0 31 0,3-11 9 0,-3 2 41 15,4 1-73-15,1 4 37 0,-1 10-1 0,-5 9 15 16,-2 5 21-16,-3 17 0 0,-1 10 260 0,-3 2-130 16,3 8-65-16,-3 6-40 0,0 25 84 0,-3 10-29 15,-4 3-32-15,0 9 20 0,-2 11 359 0,1-10-142 16,-3 15-113-16,3-2 137 15,-1-2-122-15,2-1-60 0,4-8-23 0,0 3-27 16,-1-4-11-16,4-5 0 0,0-5-297 0,0-13 149 16,0-4 82-16,2-1 29 0,3-11-250 0,7-5 130 15,1-5 76-15,1-6-41 0,2-3-645 0,3-27 355 16</inkml:trace>
  <inkml:trace contextRef="#ctx0" brushRef="#br0" timeOffset="-25368.08">27673 13402 1388 0,'0'0'0'0,"9"-9"0"0,5 5 0 0,7 3 0 0,4-1 0 0,-6 0 0 0,5 0 0 0,-4 0 0 0,5 2 0 0,2 0 169 0,-6 0-60 0,2 0-42 16,0 0 66-16,-7 0-51 0,0 8-24 0,-5 1-13 16,-6 4-4-16,-3 4-8 0,-2 9-1 0,-15 8 37 15,-13 4 0-15,-9 9-37 0,1-5 9 0,-13 9 155 16,5-5-82-16,11-6-41 15,-5 0 61-15,8-2-51 0,9-10-17 0,2-1-8 16,11-7-52-16,-1-3 0 0,9-5 26 0,0 1 1 16,0-4-26-16,14-4-9 0,13 0 34 0,1-4-57 15,6-1 28-15,3 0 1 0,1 0 27 0,0 0-46 16,-2 0 4-16,-1-3-1 0,-3-1-291 0,-7 0 151 16,-4 0 56-16,-1 3 46 15,-8-2-477-15,-3 2 248 16,-2-1 123-16,-6 0 61 0,-1 0-434 0,0-2 252 0,-22-9 123 0</inkml:trace>
  <inkml:trace contextRef="#ctx0" brushRef="#br0" timeOffset="-25219.27">27611 13614 1365 0,'0'-18'0'0,"3"13"0"0,14 3 0 0,5-2 0 0,3 2 0 0,2-2 0 0,6 2 0 0,12 2 554 0,-6 0-252 16,14 0-139-16,-6 0-65 0,0 10 53 0,-3 1-60 0,-2 5-28 15,-6-1 7-15,-1 6-591 0,-3-1 277 16,-2 5 138-16</inkml:trace>
  <inkml:trace contextRef="#ctx0" brushRef="#br0" timeOffset="-19329.32">11888 15444 924 0,'-7'0'0'0,"1"0"0"15,1 0 0-15,4 0 0 0,-1 0 0 0,0 0 0 0,0 0 0 0,2 0 0 0,0 0 0 0,0 0 139 0,0 0-58 0,0 0-24 0,0 0 91 0,0-1-58 16,0 1-28-16,2 0 7 16,6 0 2-16,1 0 0 0,2 0-38 0,1 0 32 15,1 0-1-15,0 0-23 0,2 3-8 16,-2 1-39-16,2-2 39 0,0 1 0 0,0 0-167 15,0-3 91-15,1 0 35 0,-2 0 19 0,0 0-389 16,-1 0 190-16,-6 0 65 0,3 0 55 0,-5 0-347 0</inkml:trace>
  <inkml:trace contextRef="#ctx0" brushRef="#br0" timeOffset="-19145.53">11999 15600 1058 0,'-10'10'0'0,"4"-1"0"0,1 1 0 0,1-3 0 0,1-4 0 0,3-1 0 0,0 0 225 0,0 2-96 0,3-4-48 0,10 0-25 16,4 0 257-16,2 0-132 0,5 0-78 0,-3-2-35 16,0-2 112-16,-1 1-73 0,1 1-38 0,-3-1 9 15,0 2-185-15,1 1 69 0,-3 0 36 0,2 0-411 16,-4 0 223-16,2 0 119 16,0 0 48-16,0 0-555 0,0 0 240 0</inkml:trace>
  <inkml:trace contextRef="#ctx0" brushRef="#br0" timeOffset="-18942.57">12622 15412 2241 0,'0'-1'0'0,"8"1"0"0,9 0 0 0,-3 0 0 0,7 0 0 0,2 0 0 0,3-2 0 0,4 0 0 0,10-4 320 0,3 0-148 0,0 0 39 0,-1 1-90 16,0 1-43-16,0 2-24 0,-4 1-108 0,1 1 39 15,-4 0 23-15,-1 0 1 0,-2 0-272 0,-6 0 148 16,-3 0 82-16,-4 0 29 0,-6 0-481 0,-2 0 167 16,-3 0 155-16,-4 0-456 0,-2 0 285 0</inkml:trace>
  <inkml:trace contextRef="#ctx0" brushRef="#br0" timeOffset="-18560.57">12945 15538 1348 0,'-11'4'0'0,"4"4"0"0,1-4 0 0,2-3 0 0,2-1 0 0,0 0 0 0,2 0 0 0,0 0 241 0,12 0-104 0,2-1-43 15,6-2-36-15,0 2 65 0,-1-1-45 0,2 2-23 16,-1 0-171-16,-3 0 83 0,-1 3 29 0,-4 7-247 16,-3-1 142-16,-3 3 71 0,-4 1 35 15,-2-1-166-15,0 4 57 0,-4-1 56 16,-7 1-38-16,-4-4 163 0,-2 1-66 0,-2-3-8 15,1 2-27-15,1-2 142 0,2-2-72 0,5-5 304 16,1 1-159-16,3-2-91 0,5-2-4 0,-1 0 121 16,2 0-88-16,3 0-44 0,14 0-23 0,6 0-67 15,3 0 18-15,0 0 1 0,3 0 27 0,-3 0-134 16,-4 8 76-16,4 3 24 0,-8 2 1 16,-4 2-48-16,-5 4 31 0,-2 2 22 0,-5 1-125 15,-2 2 61-15,-6-1-2 0,-11-1 79 16,-4-3 39-16,-3-2-33 0,-6-3-17 0,-2-2 103 15,-2-4-51-15,0-3-29 0,-3-3 12 0,-1-2-164 16,3 0 72-16,1-2 41 0,2-11 1 0,4-4-176 16,3-5 97-16,4-6-421 0,8-5 225 0,3-10 129 15</inkml:trace>
  <inkml:trace contextRef="#ctx0" brushRef="#br0" timeOffset="-18392.01">12964 14869 1336 0,'-9'-5'0'0,"7"2"0"0,0 0 0 0,-2 3 0 0,0 0 0 0,0 0 593 0,1 0-279 0,-1 8-133 0,2 7-78 0,1 6 43 15,1 3-56-15,0 4-29 0,0 5-137 16,3 6 63-16,8-4 19 0,1 3 0 16,1 0-555-16,-1-4 291 0,2 10 145 0,-3-8-644 15</inkml:trace>
  <inkml:trace contextRef="#ctx0" brushRef="#br0" timeOffset="-17882.5">13826 15073 957 0,'0'-8'0'0,"0"4"0"0,-2-2 0 0,1-3 0 0,-1-3 0 0,-2-1 0 0,-1-3 0 0,2-2 250 0,-1-1-109 15,1-6-54-15,-3 2 4 0,2-1-29 0,-1 5 7 16,-3-3-36-16,1 1-18 0,-3 2 18 0,0 4 0 0,-4 1-32 16,1 4 8-1,-2 4 24-15,-2 2 0 0,-2 3-1 0,-2 1 30 0,-1 3-1 16,5 12 70-16,-4 8-53 0,6-1-23 0,2 5 0 16,5 1-22-16,7 2 69 0,1 3-27 15,0 1-7-15,5 4 2 0,12-1-37 0,0 1-1 16,4-2 11-16,-4 0-3 0,5 6-7 0,-1 0-66 15,-4-2 33-15,-2 5 0 0,-4-2 33 0,-1-4-92 16,-3 6 38-16,-3-9 26 0,-4 0-4 0,0-5-76 16,0-6 36-16,-2-4 2 0,-7-6 12 0,-3-8 0 15,-1-1 4-15,-4-6 18 0,-1 0-160 16,0-2 70-16,2-9-339 0,-2-7 200 16,0-2 99-16,3-1 51 0,4-1 24 0,3 1-8 0,2-3-412 15,6 1 222-15</inkml:trace>
  <inkml:trace contextRef="#ctx0" brushRef="#br0" timeOffset="-17556.8">14053 15063 700 0,'16'-17'0'0,"-4"0"0"0,-2-3 0 0,-2-3 0 0,-5-1 0 0,-1-1 0 0,-2 3 0 0,0-1 76 0,0-1-21 15,-7 3-1-15,-3 0 121 0,-1 5-71 16,-4 0-27-16,0 5 89 0,-2 5-67 0,-2 5-33 0,-2 1 34 15,-3 0-34-15,2 13 9 0,-3 5-42 16,2 7-1-16,3 1 72 0,3 3-35 0,4-1 37 16,5-2-28-16,1 5-9 0,7-2-36 0,0-1-1 15,0-2 107-15,7 2-54 0,9 0-18 0,-2 1 9 16,5-1-22-16,-2 1 0 0,2 0-21 16,-2 1-48-16,-2 1 32 0,-3-2-41 15,0 2-36-15,-4-3 46 0,-3 2 23 0,-1-2-118 16,-4-3 68-16,0 5 18 0,0-6-1 0,-9-2 40 0,-4-5-98 15,-4 4 43-15,2-9-224 0,-4 3 112 16,0-7 62-16,1 0 31 0,0-4-2 0,5-3-130 16,3-1-100-16,-1 0 133 15,4-1-325-15,5-13 224 0,2-7 113 0</inkml:trace>
  <inkml:trace contextRef="#ctx0" brushRef="#br0" timeOffset="-17289.01">14322 14896 461 0,'13'-30'0'0,"-1"2"0"0,-5 2 0 0,-2 5 0 0,-3 0 0 0,0 6 0 0,-2 2 33 0,0 3 129 0,-6 5-65 15,-6 3-32-15,-6 2 295 0,-2 7-167 0,-2 16-80 16,-7 11 217-16,3 8-148 16,1 3-75-16,1 5 166 0,4-1-125 0,2 2-57 0,6-2-30 15,4-5 97-15,4-6-62 0,4 4-24 0,0-8-8 16,3 1-31-16,7-6-21 0,5-3 21 15,0-2-1-15,0-3-114 0,2-3 54 0,-2 0 30 16,0-4 0-16,-2-1-239 0,-1-1 135 0,-5-1-364 16,1-2 229-16,-3 3 83 0,-3-3 65 0,-2 4 9 15,0-2-288-15,0 4 159 0,-6 0 93 16,-3 2-150-16,-4 0 117 0</inkml:trace>
  <inkml:trace contextRef="#ctx0" brushRef="#br0" timeOffset="-16626.79">13803 15959 1004 0,'-5'-4'0'0,"3"0"0"0,-2 1 0 0,3-1 0 0,-1 2 0 0,2 0 0 0,-2 0 160 0,2 2-55 0,0 0-40 0,0 16-1 0,0 0-72 15,0 1 20-15,2 1 0 0,0 0-5 16,-1-3-8-16,3-6 33 0,-2 3 1 0,0-4-63 15,0-5 31-15,-2 0 86 0,0-3-32 0,0 2 1 0,0-2-25 16,-2 0 2-16,-2 0 159 0,-1 0-72 16,3 0-47-16,0 0-1 0,0 0 146 0,2 0-93 15,0 0-28-15,0 0-24 16,4 0-8-16,14 0-33 16,5 0 1-16,3 0 32 0,3 0-1 0,-5 0-23 0,10 0-68 0,-6-2 30 0,0 1 0 15,-8-3-149-15,3 3 98 16,-2-4 36-16,-4 2 22 0,-2-4 1 0,-4 2-242 0,-4-1 116 0,-1 1-10 15,0-2 55-15,-4-5 13 0,-2-1 1 16,0-1-2-16,-5-2 58 0,-7-2-9 0,-1-2-24 0,-3-2 55 16,4-3-27-16,-4-1-67 15,2-4 39-15,0 1 0 0,5-5 4 0,0 3 19 16,1 3-15-16,4 6 33 0,2 1 1 0,0 2-29 16,2 3 212-16,0 3-99 0,2 3-51 0,10 0 59 15,2 2-51-15,4 5-18 16,0 1 0-16,7 2 57 0,-3 0-36 0,3 13 3 0,1 6-1 0,-2 7-47 15,-1 2-8-15,0 3 37 0,-3 1-90 0,-3 0 44 16,-1 1-1-16,-6 0-49 16,-2 0 36-16,-3-1 11 0,-3-1 0 0,-2 0-5 0,0-3-14 0,-7-7 24 15,-6-1 7 1,-3-3 60-16,0-4-30 0,-3 0-4 0,3-3 228 0,0 1-112 16,1-1-64-16,4 1-21 0,3-1 1 0,5-1 175 15,3 6-100-15,0-2-66 0,3 0-7 16,12-2-28-16,8 0 1 0,1-3 0 0,3-4-161 15,-3-2 88-15,6-1-85 16,-8-1 79-16,3 0 40 0,-2 0-1 0,-5-1 40 16,-1-3-223-16,-2-4 97 0,-3 3 4 0,-3-1 93 0,-4-2-52 15,-1 3 22-15,-1-1 269 0,-2-1-129 0,-1-5-65 0,0-1-34 16,0-2-5-16,0-6 122 16,0-1-44-16,0-8-165 0,0-2 64 15,0-8 0-15,0-1-763 0,2-6 382 0,7-3 183 0,2-1 99 16</inkml:trace>
  <inkml:trace contextRef="#ctx0" brushRef="#br0" timeOffset="-16004.65">14996 15052 906 0,'-15'-18'0'0,"0"8"0"0,0 2 0 0,0 4 0 0,-4 4 0 0,-3 0 0 0,1 8 0 0,2 12 137 0,1 8-51 0,-1 12-27 0,8-3 181 16,-3 15-108-16,7-2-49 0,5 0 85 0,2 2-67 16,0-3-35-16,0-10 9 0,9 0 132 0,7-2-88 15,0-4-43-15,5-5-21 16,2-3 13-16,1-4 7 0,2-2-42 0,2-2-290 16,-1-3 144-16,3-3 73 0,0-5 37 0,0-5-667 15,0-1 334-15,-7 0 109 0</inkml:trace>
  <inkml:trace contextRef="#ctx0" brushRef="#br0" timeOffset="-15782.32">15057 15268 1168 0,'-8'-23'0'0,"2"4"0"0,4 8 0 0,2 2 0 0,0 0 0 0,0-2 0 0,12 7 0 0,11-1 239 0,0 4-104 16,4 1-51-16,3 0-25 0,-2 13 228 0,2 4-119 15,-2 2-72-15,-1 5-7 0,-3 0-28 0,-5 0 0 16,-4 2-28-16,-8 0-73 0,-1 7 33 0,-6-1-1 15,-2 1-42-15,-17 4 41 0,-5-5 21 0,0-4 8 16,-6-2-54-16,-2-4 18 0,0-2 22 0,2-6-51 16,0-2-130-16,5-7 58 0,2 1 55 0,5-4-180 15,6-2 107-15,3 0 42 0,7 0 30 0,2-12-199 16,6-8 119-16,20-8 55 16,4-5-289-16</inkml:trace>
  <inkml:trace contextRef="#ctx0" brushRef="#br0" timeOffset="-15604.57">15428 15129 1459 0,'2'-8'0'0,"-2"6"0"15,0 2 0-15,-13 2 0 0,-6 19 0 0,0 2 0 0,3 4 0 0,-2 12 0 0,6-2 505 0,0 4-237 0,6 0-117 0,6-5-60 16,0 4 159-16,2-5-113 0,12-1-52 0,6-2 44 16,6-5-48-16,3-5-24 0,4-6 8 0,1-4-276 15,2-3 122-15,-2-3 60 0,-4-5-501 16,0-1 282-16,-6 0 132 0,4-7 68 0,-5-7-664 15,-2-6 339-15</inkml:trace>
  <inkml:trace contextRef="#ctx0" brushRef="#br0" timeOffset="-15323.32">15595 14975 689 0,'-20'-23'0'0,"6"10"0"0,7 5 0 0,0 3 0 0,1 1 0 0,3 2 554 0,3 0-264 15,0-1-129-15,7-1 129 0,11 2-129 0,7-2-64 16,-2 3 141-16,8-1-106 0,-2 2-50 0,1 0-25 15,-4 3-125-15,-8 10 50 0,-2 3 33 0,-5 4-7 16,-6 6-212-16,-5 1 119 0,0 0 58 0,-14 4 31 16,-7-3-72-16,-6 0 45 0,-3-4-44 0,0-1 36 15,2-5-18-15,1-2-1 0,6-6-23 0,0-3 248 16,4-1-105-16,7-5-44 16,3 1 315-16,3-2-165 0,3 0-42 0,1 0-58 15,0 0 127-15,7 0-85 0,14 0-43 0,5-2-21 16,3-1-22-16,4-5 1 0,3 3 0 0,-1-3-240 15,3 3 121-15,-5-1 67 0,1 1 22 0,-2 2-256 16,-6 2 108-16,1 1 83 0,-3 0-731 0,-3 0 372 16,-2 7 199-16</inkml:trace>
  <inkml:trace contextRef="#ctx0" brushRef="#br0" timeOffset="-15155.77">15862 15337 1271 0,'-9'2'0'0,"4"3"0"16,-2-2 0-16,5-1 0 0,0-2 0 0,2 1 0 0,0 5 0 0,6 0 474 0,17 0-220 0,1-5-111 0,8 2 249 0,2-3-180 0,3 0-82 16,2 0-52-16,-2 0-28 0,-1 0-17 15,-6 0 0-15,-6 0-373 0,3-3 195 16,-7 3 85-16,-3 0 46 0,-4 0-602 0,-6 0 325 16,1 0 78-16</inkml:trace>
  <inkml:trace contextRef="#ctx0" brushRef="#br0" timeOffset="-14964.28">16050 15048 2362 0,'-6'0'0'0,"3"2"0"0,1 7 0 0,2 5 0 0,0 8 0 0,0 4 0 0,2 7 0 0,5 8 0 0,-2 0 0 0,1 2 200 0,-1 1-83 16,-2 1 105-16,1-6-86 0,-1 9-55 0,1-6-25 15,-2-6-57-15,0 1 34 0,0-3-1 0,-2-2 9 16,0-4-468-16,0-5 229 0,0-5 116 0,0-1-588 15,1-7 343-15,3-6 65 0,4-4-293 16,0-4 262-16</inkml:trace>
  <inkml:trace contextRef="#ctx0" brushRef="#br0" timeOffset="-14825.65">16181 15200 1230 0,'7'-14'0'0,"0"4"0"0,2 2 0 0,3 5 0 0,0 1 0 0,3 2 0 0,4 0 507 16,6 7-241-16,-1 6-117 0,0 3-58 0,1 1 80 0,-1 3-69 15,-1 0-27-15,-1 3-8 0,-1-5-193 0,0 1 79 16,-5-3 41-16,3-4-551 0,-1 2 304 0,-4-7 139 16</inkml:trace>
  <inkml:trace contextRef="#ctx0" brushRef="#br0" timeOffset="-14649.13">16591 15011 1592 0,'0'0'0'0,"0"0"0"0,0 1 0 0,0 13 0 0,0 10 0 0,-3 12 0 0,-4 7 0 0,0 17 0 0,0 2 530 0,-2 3-248 0,-2-3-117 0,1 15-70 16,-1-7 59-16,-1-3-60 0,3-1-31 15,0-13-88-15,-3 1 37 0,1-4-8 0,2-13 29 16,-1-5-443-16,2-14 221 16,5-6 111-16,-1-4-603 0,0-8 340 0,1 0 84 0</inkml:trace>
  <inkml:trace contextRef="#ctx0" brushRef="#br0" timeOffset="-14383.19">16671 14843 1311 0,'16'-12'0'0,"7"1"0"0,-3 3 0 0,-1 2 0 0,-3 2 0 0,2 2 0 0,-2 2 127 0,-1 0-51 0,0 6-22 0,1 8 41 15,-7 4-30-15,-1 2 7 0,-4 1-183 0,-4 2 72 16,0 3 35-16,-2-2 1 0,-14-1-112 0,-3-1 77 15,-1-1 28-15,-1-2 1 0,-2-2 94 0,1-3-32 16,5-4-56-16,1 1 150 0,6-5-93 0,1-2-23 16,5-1 330-16,0-3-164 0,4 2-82 0,0 1-33 15,8-1-5-15,11-2-22 16,6 2 0-16,3-2-22 0,2 0-91 0,4 0 54 16,1 0 14-16,0 0 0 0,1 0-489 0,-4 0 256 15,-1 0 91-15,-6 0-350 0</inkml:trace>
  <inkml:trace contextRef="#ctx0" brushRef="#br0" timeOffset="-14202.95">16953 15320 1284 0,'-15'0'0'0,"10"2"0"0,3 2 0 0,2 0 0 0,0 0 0 0,6-1 0 0,8 1 0 0,7-2 476 0,7-1-213 0,4 2-120 0,0-1-54 16,3-1 36-16,-1 1-46 0,0 2-23 0,-2 0-421 15,-1-1 196-15,-2-1 100 0,-3 1 51 0,-5-2-272 16,0 2 162-16,-8-3 88 16</inkml:trace>
  <inkml:trace contextRef="#ctx0" brushRef="#br0" timeOffset="-14032.78">17184 15078 1108 0,'0'0'0'0,"0"3"0"0,2 9 0 0,1 2 0 0,1 2 0 0,0 6 0 0,0 7 235 0,-2 3-101 16,0 3-42-16,0 6 218 0,-2 0-138 0,0 1-69 16,0 2-36-16,0 1-58 0,0-10 32 15,-2 7-8-15,-2-7-152 0,0-2 76 16,4-13 38-16,0-6 0 0,0-2-466 0,2-8 246 16</inkml:trace>
  <inkml:trace contextRef="#ctx0" brushRef="#br0" timeOffset="-13723.48">17528 15102 1516 0,'10'0'0'0,"4"0"0"0,5 0 0 0,0 0 0 0,1 0 0 0,5 0 0 0,-3 0 0 0,4 0 0 0,1 0 194 0,-4 2-72 0,3 7-49 16,-4 5 4-16,-3 1-21 0,-2 4-1 0,-4 3-23 15,-7-1-33-15,-1 8 12 0,-5 0 1 0,0 3-55 16,-15 8 38-16,-6-5 0 0,-1 0 46 0,-10 5 49 15,-2-3-28-15,0-2-1 16,-3-3 145-16,3-4-86 0,6-7-36 0,-2 1-30 0,11-5 256 0,1-2-138 16,8-6-70-16,2-3-35 0,6 0 110 15,2-1-77-15,2 0-33 0,16 0 0 16,8-3 154-16,4 2-221 0,6-3 0 0,1-1 0 16,0 0 0-16,1 0 0 0,0 0-259 15,-2 0 163-15,-6 0 72 0,2-1 24 0,-10-3-585 0,-2 2 253 16,-2-1 159-16,-9 1 26 0,-2 1-173 0,-3 1 148 15,-4-2 69-15,0-2 36 0,-4-1-466 0</inkml:trace>
  <inkml:trace contextRef="#ctx0" brushRef="#br0" timeOffset="-13580.86">17579 15389 1987 0,'-12'-1'0'0,"6"-1"0"15,4 0 0-15,1 2 0 0,1 0 0 0,0 0 0 0,1 4 0 0,19 6 0 0,1-1 0 0,4 0 309 0,3 1-143 0,4 1-66 0,2-2-39 0,1-3 0 0,2 0-28 16,-5-5 8-16,2-1-649 0,-4 0 320 16,-2 0 161-16</inkml:trace>
  <inkml:trace contextRef="#ctx0" brushRef="#br0" timeOffset="-13342.5">18033 15073 903 0,'0'-8'0'0,"0"6"0"0,6 0 0 0,7 0 0 0,0 2 0 0,2 0 76 0,4 0-21 0,3 9 259 16,-5 5-132-16,4 3-79 0,-8 0-35 0,0 4 1 16,-3-1-1-16,-5 0-35 0,-3 3 8 0,-2 0-134 15,-4-1 63-15,-13-3 7 16,-3-2 28-16,-3-3 1 0,4-4 34 0,-3 0 46 16,1-3-27-16,2-1 0 0,8-2-26 0,0 0 198 15,5-4-90-15,2 0-59 0,2 0-24 0,2 0 96 16,0 0-60-16,19 0-31 0,6 0 8 0,3-4-341 15,4-5 150-15,2 2 77 0,-2 2 38 0,0 1-792 16</inkml:trace>
  <inkml:trace contextRef="#ctx0" brushRef="#br0" timeOffset="-13183.92">18469 15151 1139 0,'2'-6'0'0,"3"5"0"0,4-1 0 0,-1 2 0 0,2 0 0 0,4 8 663 0,4 10-315 0,3 5-157 16,0 6 212-16,4 7-189 0,0 2-90 0,-3 0-46 15,-2 2 172-15,-4 0-108 0,-7-5-47 0,-5 6-35 16,-4-4-291-16,0-1 132 16,-8-2 66-16,-14 4-540 0,-1-5 312 0,-13 5 142 15,-3-3 76-15,-10 6-856 0</inkml:trace>
  <inkml:trace contextRef="#ctx0" brushRef="#br0" timeOffset="-12372.44">19193 15354 323 0,'0'0'0'0,"0"0"0"0,0 0 0 0,0 0 0 0,0 0 0 0,0 0 198 0,0 0-75 0,0 0-49 0,0 0-21 15,0-2 82-15,0-7-51 0,0-2-26 0,-1-1 51 16,-3-1-42-16,-1 0 0 0,-1 0-35 0,-4 1 39 16,-1 1-38-16,0 4 8 0,-4 3-24 0,-2 2 16 15,-4 2 0-15,0 6-1 0,0 14-23 0,0 9 8 16,-2 7 15-16,6 0 1 0,5-3 84 0,3 5-43 15,6-6-20-15,3-8 16 0,0 2-7 16,2-3-30-16,8-7-1 0,8-4-76 0,2-6 39 0,4-6 7 16,5 0-220-16,3-18 120 15,-4-10 52-15,-2-7 33 0,1-7-277 0,-4-5 137 16,-3-2 46-16,-1-3 43 0,-7-1-144 0,2-1 88 16,-5-5 43-16,-2 0 1 0,-3-11 7 0,0 0 36 15,-1-3 1-15,-3 2 46 0,0 6-23 0,0 15-8 16,0 11 96-16,-9 18-55 0,2 8-29 0,-2 3 0 15,-1 10 353-15,-3 17-181 0,2 27-51 0,-1 16-56 16,5 6 346-16,2 7-186 0,3 4-86 0,2 0 246 16,0 2-174-16,0-5-86 0,5 2-44 15,6-4 67-15,1-14-47 0,4 2-36 16,4-9-144-16,-4-14 58 0,3-4 29 0,2-7 1 16,-5-8-431-16,2-5 226 0,-4-8 117 0,0-2 59 15,-1-3-690-15,-4 0 343 0,1-16 151 0,-5-8-231 16</inkml:trace>
  <inkml:trace contextRef="#ctx0" brushRef="#br0" timeOffset="-12169.98">19425 15225 1001 0,'2'-13'0'0,"5"5"0"0,6 4 0 0,2 3 0 0,0-1 0 0,0 2 0 0,5 0 185 0,0 7-77 0,1 5-37 0,1 8 83 16,-5-2-52-16,2 7-39 0,-5 1 86 0,-2 3-58 15,-6 2-29-15,-4-1 0 0,-2 2-53 0,0-1-7 16,-14-1 30-16,-4-2 1 0,-5-2-29 0,-4-2 1 15,-3-3 36-15,-2-3-8 0,-1-4-42 0,-1-2 22 16,4-4-1-16,-2-2-174 0,9-4 80 16,3-2 29-16,7 0-131 0,5-2 74 0,8-12 52 15,0-5 25-15,19-2-435 0,12-4 222 16,2 3 107-16</inkml:trace>
  <inkml:trace contextRef="#ctx0" brushRef="#br0" timeOffset="-11600.49">19891 15268 359 0,'12'-19'0'0,"-2"-2"0"0,-6 3 0 0,-4 0 0 0,0 2 0 0,-5 1 0 0,-9 2 364 0,-1 3-166 0,-4 5-74 16,-2 3 200-16,-2 2-145 0,-2 0-73 0,-3 14-37 0,-1 12 178 15,7 3-98 1,-5 10-63-16,11 3 130 0,2-1-92 0,9 5-45 0,5-7-15 16,0 9 20-16,3-6-25 0,16-5-1 0,2-8-25 15,10 5-89-15,-4-15 53 0,9 1 14 0,0-9-152 16,1-4-133-16,2-7 153 0,0 0 77 0,-2 0-548 15,-1-15 285-15,-5-5 125 0,0-2-147 16,-5-5 148-16,-1-1 74 0,-7-2 29 0,-1-4-5 16,-6 0 25-16,-2-3 1 0,-4-7 24 15,-3 11 59-15,-2-4-38 0,0 2 9 0,-5 5 151 16,-6 12-91-16,-3-1-45 0,-4 7 304 0,1 7-148 16,-3 2-90-16,-5 3 11 0,1 11 239 0,4 11-145 15,-1 5-75-15,5 3-30 0,3 3 74 0,6 3-60 16,3-1-30-16,4-1 1 0,0-4 95 0,2-5-55 15,9 3-39-15,5-9-33 0,0-7 1 0,1 2 1 16,3-8 0-16,0-5-155 0,-1-1 73 0,3 0 41 16,-3-15-190-16,-3-5 99 15,1-6 61-15,-2-8-4 0,-3 2-163 0,-1-12 72 16,-2 1 56-16,1-4-9 0,-1-3-10 0,-2-5 23 16,3-12 9-16,-2 0-53 0,-5-5 42 0,3-7 21 15,-3-2 0-15,1 2-40 0,-2 4 35 16,1 19-1-16,-3 12 178 0,0 14-75 0,0 3-38 0,-5 17-9 15,-4 2 428-15,0 8-219 0,-3 14-81 0,1 15-63 16,2 17 102-16,2 3-25 0,4 16-40 16,3 1 203-16,0 7-134 0,0 1-67 0,4 2-34 15,4-10 201-15,-1 14-122 0,2-9-56 16,-1-6-101-16,1-12 23 0,2 3-1 0,-2-13 31 16,2 1-427-16,-1-11 210 0,-1-8 104 0,0-7 52 15,-2-6-317-15,2-9 171 0,3-3-6 0,-3-3-247 16,2-20-43-16,-3-3 214 15,0-9 100-15,-3-5-217 0,-1 1 166 0</inkml:trace>
  <inkml:trace contextRef="#ctx0" brushRef="#br0" timeOffset="-11471.83">20406 15161 1296 0,'0'-32'0'0,"-5"10"0"0,1 1 0 0,1 11 0 0,-1 0 0 0,2 7 0 0,0 1 0 0,2 0 0 0,0 2 155 0,0 0-61 0,4 14-22 0,12 2 262 16,-2 3-150-16,3 4-76 0,0 0 175 0,2 2-125 15,1 2-54-15,-1-1-40 0,2 0-286 0,-1-3 127 16,1-2 64-16,-5-7 31 0,2 2-592 0,-3-5 308 15,0-4 137-15,0-5-302 0</inkml:trace>
  <inkml:trace contextRef="#ctx0" brushRef="#br0" timeOffset="-11313.28">20739 14936 1008 0,'0'-8'0'0,"0"6"0"0,-2 2 0 0,-7 2 0 0,-7 22 0 0,-7 13 269 0,-3 18-118 0,-3 8-59 16,-4 7 501-16,-7 19-280 0,9-12-132 15,-10 27-78-15,6-7 178 0,-1 0-125 0,-1-1-61 0,1-2-31 16,5-16-262-16,-1 2 112 0,5-10 59 16,6-24-655-16,7-6 357 0,2-12 179 0,8-10-322 15</inkml:trace>
  <inkml:trace contextRef="#ctx0" brushRef="#br0" timeOffset="-10414.19">21079 15330 630 0,'-2'-15'0'0,"-1"0"0"0,1-1 0 0,2 1 0 0,0 0 0 0,0-6 117 15,0-5-42-15,0 2-21 0,0-1 79 0,-2 5-51 16,-2-2-16-16,-1-1-8 0,-2 3-3 0,-4 2-1 15,1 1-21-15,-6 6 43 0,1 4-13 0,-6 5-9 16,-5 2 73-16,2 8-48 16,-6 20-23-16,4 9 1 0,-1 6 134 0,3 9-83 15,6 1-38-15,2 1 1 0,7-4 172 0,5-5-105 16,4-9-45-16,0-2-34 0,0-6 35 0,6-10-31 16,7 0 0-16,2-7-70 0,3-6 8 0,7-5 32 15,0 0-147-15,3-7 73 0,6-23 37 0,-4-6 0 16,1-10-196-16,3-11 110 15,-6-1 20-15,1-3 41 0,-6 1-250 0,-2-7 126 0,-2 6 37 0,1-17 46 16,-8 1 3-16,-1-3 0 16,-2 4 34-16,-4 8-15 0,-3 18 7 15,-2 11 8-15,0 14 161 0,0 2-80 0,-12 9-41 16,1 13 0-16,-4 1 312 0,-2 8-164 0,3 18-49 16,-6 13-52-16,6 4 228 0,0 10-125 0,3 5-54 0,1 14 124 15,5-6-97-15,-1 3-49 0,3-1 42 16,3-5-46-16,-2-7-14 0,2 5-7 0,0-5-83 15,0-3 31-15,2-6-305 0,3-10 167 16,2 1 92-16,2-9 33 0,0-6 21 16,-2-5-559-16,0-9 245 0,5 0 144 0,1-9 16 15,2 0-406-15,4-2 258 0,-2-17 129 0,1-4-132 0,3-14 131 16</inkml:trace>
  <inkml:trace contextRef="#ctx0" brushRef="#br0" timeOffset="-10087.06">21413 14869 1249 0,'2'-8'0'0,"3"3"0"0,-3 4 0 0,0-2 0 0,-1 2 0 0,1-2 0 0,5 3 258 16,6 0-112-16,5 0-49 0,1 0 329 0,2 4-197 15,4 2-98-15,2 0-49 0,-1 1 112 0,-3-2-72 16,4 2-49-16,-8-3 0 0,2 1-108 0,-4 3 35 16,-4-1-1-16,-4 4-37 0,-7 8 32 0,-2 9 0 15,-9 8 38-15,-15 7-30 0,-8 8 31 0,0-6 8 16,-14 12 39-16,7-7-23 0,-2 0-47 0,7-8 13 15,-3 1 71-15,7-9-28 0,2 2-5 16,3-7-36-16,8-11 113 0,6-1-53 16,3-6-26-16,5-5 60 0,0-1 57 0,3-1-176 15,0-2 0-15,10 0 0 0,6 0 0 0,5-2 0 16,6 0 0-16,1 0 0 0,2 0 0 0,0 0 0 16,4-2 0-16,-2 0 0 0,0-4 0 15,0 1 0-15,-2-1 0 0,-4-2 0 16,-4 5 0-16,1-4-680 0,-2 5 378 0,-7-3 123 15,-2 4-487-15,-3-1 316 0,-3 0 159 0,-4 0 71 16,-1 2-219-16,-1-2 152 0,0-2 78 0</inkml:trace>
  <inkml:trace contextRef="#ctx0" brushRef="#br0" timeOffset="-9925.49">21351 15150 1554 0,'-18'-10'0'0,"6"7"0"0,5 0 0 0,5 2 0 15,1 1 0-15,1 0 0 0,0 0 0 0,9 0 0 0,13 0 0 0,5 0 703 0,5 1-336 0,1 2-159 0,5-2 326 16,7 1-252-16,-4-2-124 0,2 2-277 0,3 0 76 16,-3-2 46-16,9 0-9 0,-2 0-756 0,-2 0 398 15,-1 4 198-15,-2 2 99 0</inkml:trace>
  <inkml:trace contextRef="#ctx0" brushRef="#br0" timeOffset="-9780.88">22366 15639 2946 0,'-2'0'0'0,"0"0"0"0,2 0 0 0,0 0 0 0,0 0 0 0,0 0 0 0,0 0 0 0,0-1 470 0,0 1-211 0,0 0-117 16,0-2-545-16,0-2 217 0,2-3 110 0,10-3 54 16</inkml:trace>
  <inkml:trace contextRef="#ctx0" brushRef="#br0" timeOffset="8445.84">6180 16402 569 0,'0'0'0'0,"0"0"0"0,0 0 0 0,0 0 0 0,2-1 0 0,-2-2 0 0,0 3 67 0,0 0 8 0,0 0-42 0,0-1 142 16,0-1-72-16,2-3-34 16,0-2-1-16,0-4 79 0,-1 0-61 15,1-4-27-15,0-2 0 0,1-2-16 0,-3-1-10 16,0-1 8-16,0 1-48 0,0-2 40 0,-5 0 0 0,-2 1-1 16,-3 0-26-16,2 7 8 0,-4-1 19 0,0 6 0 15,-1-1 21-15,0 6 0 0,-2 0-22 0,2 2 36 16,-1 2-9-16,2 0-34 0,-2 2 59 15,5 4-26-15,-2 0 9 0,3 1 11 16,0 1-22-16,1 3 0 0,2 0-24 0,4 6 32 0,-2 4-23 0,3 4-8 16,0 6 0-1,0-1 25-15,3 5 1 0,5 11 22 0,-1-9-16 16,7 16-8-16,-5-3-24 0,4 1-1 0,-1-1 1 0,0 2-28 16,-3-9 8-16,0 9 20 0,-2-6-55 15,0-4 27-15,-3-6 0 0,-2 0 28 0,-2-2-69 16,0-3 28-16,0-3 7 0,-3-3 0 15,-9-5-28-15,-1-4 22 0,-2-5-4 0,-1-3-179 0,-3-5 82 0,-1-3 50 16,2 0 11-16,1-13-319 0,7-5 158 16,-1-14 91-16,8-2-362 0,3-7 223 15,0 0 111-15,1 8 57 0</inkml:trace>
  <inkml:trace contextRef="#ctx0" brushRef="#br0" timeOffset="8817.82">6497 16364 832 0,'0'-13'0'0,"0"6"0"0,0-3 0 0,0-4 0 0,-5-4 0 0,-2 3 0 0,-2-3 158 0,2-2-55 0,2-2-39 16,-3-3 52-16,2 7-41 0,0-4-21 0,-1 3-1 16,1 1-32-16,-2 1 12 0,-3 3 0 0,1 3-1 15,0 1-26-15,-3 4 1 0,4 3 33 0,-5 1 27 16,0 2 0-16,0 0-35 0,-1 6 93 15,1 6-47-15,0 8-14 0,-1 2-8 16,3 3 133-16,4 3-78 0,0 2-39 0,4 2 0 16,3 3 104-16,1-3-77 0,0 4-32 0,0-1-1 15,5 3 31-15,3 0-24 0,2-1-8 0,2 1-81 16,-3-2 24-16,3 1 0 0,-1-1-35 16,-2 1 39-16,-2-5-9 0,-1-1 30 0,0-1-121 15,-4-2 60-15,0-6 15 0,-2-1-10 0,0-2-105 16,0-6 68-16,-6-2 3 0,-2-4-100 0,-2 1 57 15,0-4 19-15,-2-4-201 0,-4 1 125 16,2-1 62-16,2 0-125 16,-2 0 94-16,8 0 39 0,-3-1 30 0,2-5-297 0,5 0 161 0,2-1 80 15,0-4 40-15,2 0-245 0</inkml:trace>
  <inkml:trace contextRef="#ctx0" brushRef="#br0" timeOffset="9096.08">6664 16252 783 0,'5'-25'0'0,"-2"5"0"0,-1-1 0 0,1-3 0 0,-3-1 0 0,0 7 0 0,-3-3 0 0,-5 2 213 0,1 4-82 0,-2 3-53 16,-5 3-23-16,3 4 100 0,-2 3-61 0,-1 2-31 16,-4 2 9-16,1 16 109 0,0 6-74 0,4 4-37 0,0 7-1 15,2 0 52-15,3 5-36 0,4 5 34 0,3-2-43 16,1-1-22-16,0 0 0 15,0 1-55-15,0-3 42 0,0 7-8 0,1-4 0 16,1 1-31-16,0-3 0 0,0-5 31 0,-2 3 8 16,2-1-109-16,-2-4 50 0,0-4 26 0,1 0-5 15,-1-10-308-15,0-1 130 0,3-2 87 0,-3-5 4 16,0 0-373-16,0 0 212 0,0-4-249 0,0 6 235 16</inkml:trace>
  <inkml:trace contextRef="#ctx0" brushRef="#br0" timeOffset="9804.62">6096 17309 1253 0,'0'0'0'0,"0"0"0"0,0 0 0 0,-2 0 0 0,0 0 0 0,2 0 0 0,-1 0 0 0,1 0 0 0,-3 0 0 0,3 0 0 0,0 0 0 0,0 0 59 0,4 14-26 16,1 3-36-16,2 3 36 0,-5 2-1 0,1-1 9 15,-2 7-8-15,-1-3-34 0,0-5 34 0,0 2 10 16,-6-1-10-16,-6-2 7 16,0-2 36-16,1-5-22 0,0 1-15 0,3-6-11 15,0-1-14-15,1-3 122 0,4-1-55 0,-1 1-25 0,4-3 43 16,-2 0-34-16,2 0 1 0,0 0-67 16,8 0 13-16,6 0 0 0,7 0 21 0,2 0-31 15,3 0 31-15,-4 0 8 0,10 0-8 0,-3 0-86 16,-2 0 43-16,0 0 22 0,-5 0-8 0,-3 1-135 15,0 3 71-15,-4-2 20 0,-5 2 23 0,-3-3-79 16,-2 1 36-16,-1-2 68 16,-2 0-20-16,-2 1-5 0,0-1 2 0,0 0 145 15,-3 0-71-15,-9-1-39 0,3-10 2 0,-5-7-24 0,4-3 39 16,-4-7-7-16,3-4 1 0,0-6 19 0,1-6-158 16,4 11 68-16,3-5-27 0,1 3 37 15,2 3 1-15,0 5 32 16,0-5 120-16,2 12-62 0,6 1-28 0,1 4 37 0,2 2-31 0,2 3-19 15,4 5-18-15,2 1 20 0,1 4 26 16,5 0-4-16,-3 1 5 0,5 16-54 0,-3-1 30 16,0 3 23-16,-1 3-18 0,0 4-71 15,-3 3 39-15,-2 0-14 0,-5 4-17 0,-2-2 18 0,-4 4-1 16,-5-2 8-16,-2-6 54 0,0 5-8 0,0-6-32 16,-6-7 62-16,-8 1-30 15,-1-5 2-15,-3-1 113 0,0-5-65 0,1-4-32 16,-1-1-7-16,2-4 1 0,0 0 93 0,7 0-47 15,-3 0-36-15,6 0 0 0,3 0 90 16,0 0-59-16,1 0-145 0,2 0 51 0,2 0 14 16,15 0 0-16,8 0-23 0,-1 0 22 0,6 0 0 15,2 0 30-15,11 2-170 0,-13 2 80 0,8-3 18 16,-5 2 28-16,1-3-226 0,-8 0 110 0,9 0 23 16,-11 0 40-16,-3-3-81 0,-3-5 52 0,-1-2 27 0,-9 0 44 15,2-5 8-15,-5 2-26 0,-2-2 0 16,-3-4 182-16,0-3-90 0,-5 1-53 0,-7-8-5 0,2-3 36 15,-3-10-10-15,1 1-355 0,3-6 159 16,1-7 70-16,4 1 53 0,2-2 0 16,2 2-646-16,0 6 331 0</inkml:trace>
  <inkml:trace contextRef="#ctx0" brushRef="#br0" timeOffset="10029.53">7071 16299 1951 0,'-21'-9'0'0,"4"5"0"0,0 2 0 0,-1 2 0 0,0 0 0 0,1 7 0 0,-2 12 0 0,1 7 192 0,2 13-80 0,3 5-40 0,4 7 74 16,6 1 19-16,3 5-71 0,0-1-30 16,1 0 0-16,9-3-50 0,6-2 19 0,0-12 8 15,4 6-268-15,-1-13 130 16,3 0 65-16,-1-7 33 0,-2-9-244 0,0-3 147 0,-1-5 48 0,-1-8 38 15,-2 0-55-15,0-8-583 0,-3-15 307 0</inkml:trace>
  <inkml:trace contextRef="#ctx0" brushRef="#br0" timeOffset="10259.92">7090 16511 1197 0,'0'-7'0'16,"0"2"0"-16,0 4 0 0,0-1 0 0,4 2 0 0,8 0 0 0,4 0 0 0,9 2 365 0,2 4-166 0,3 3-75 0,-2 2-50 0,0 2 101 15,0 5-72-15,-1 2-35 16,-5 4-39-16,-3 1 12 0,-4-1-9 0,-6 0-127 0,-3 3 64 0,-6-1 31 16,0 0-104-16,-4-3 77 15,-15 1 25-15,-2-3 1 0,-4-4 33 0,-4-1 1 16,-3-3-187-16,-1-3 83 0,0-5-3 0,4-2-146 16,7-3 83-16,0 0 54 0,7-4-261 15,7-13 148-15,4-8 85 0,4-3-114 0,4-1 97 16,17-13 47-16</inkml:trace>
  <inkml:trace contextRef="#ctx0" brushRef="#br0" timeOffset="10414.5">7377 16393 1452 0,'3'-3'0'0,"-1"3"0"0,-2 5 0 0,0 13 0 0,-5 7 0 0,-11 5 0 0,-1 8 272 0,4 4-120 16,2 4 364-16,1-2-242 0,8-6-112 0,2 1 22 15,0 0-75-15,2-6-39 0,14-3 1 0,2-3-38 16,5-6-301-16,3-6 147 0,4-3 76 0,2-5 39 15,0-7 1-15,0 0-557 0,1-1 306 0,-4-11 108 0,1-6-324 16,-5-3 182-16</inkml:trace>
  <inkml:trace contextRef="#ctx0" brushRef="#br0" timeOffset="10692.76">7528 16201 1098 0,'-7'-10'0'0,"5"3"0"0,2 3 0 0,0-1 0 0,0-1 0 0,3-1 0 0,14 1 221 0,-2 4-93 16,6 0 139-16,6 2-122 0,-3 0-55 0,-1 10-29 0,-3 4-63 16,1 6 1-16,-5-4 42 0,-5 5-102 15,-2-2 46-15,-6 2 25 0,-3-3-54 0,0 6 10 16,-5-5 42-16,-16 2-8 0,0-2 32 0,-3-3 34 16,-2-2 0-16,-1-1-76 0,5-5 337 15,-1 3-161-15,5-3-70 0,4-3 215 0,5-2-139 0,2 0-70 16,4-3-101-16,0 0 3 0,3 0 29 0,3 0 0 15,9 1 0-15,11-1-57 16,3 0 36-16,6 0-7 0,0 0 28 0,1 0-337 16,1-4 169-16,-2-3 84 0,0 3-677 0,-2 3 319 15,-4-1 189-15,-5 2-436 0</inkml:trace>
  <inkml:trace contextRef="#ctx0" brushRef="#br0" timeOffset="10851.33">7788 16591 1538 0,'-8'5'0'0,"2"-4"0"0,2 1 0 0,3-2 0 0,1 2 0 0,0-2 233 0,13 0-100 16,11 0 417-16,4 0-505 0,2 0-13 0,4-2-46 15,2-3 24-15,2-1-1 0,-1 1 24 0,-1-3-456 16,-4 2 223-16,-1 0 117 0,-4-2 58 0,-6 5 29 16,-3-2 0-16,-4 1-544 0</inkml:trace>
  <inkml:trace contextRef="#ctx0" brushRef="#br0" timeOffset="11026.84">7947 16237 1157 0,'0'3'0'0,"2"2"0"0,1 2 0 0,2 6 0 0,-2 2 0 0,3 7 241 0,0 3-104 0,1 7 122 0,1 11-113 16,-2 0-57-16,-3-4-20 0,2 17-8 0,-4-10 100 15,1 3-64-15,-1 0-33 0,-1-2-230 16,0-9 107-16,0 10 42 0,0-14-457 0,0-5 253 15,0-10 127-15,0-7 64 0,0-4-605 0</inkml:trace>
  <inkml:trace contextRef="#ctx0" brushRef="#br0" timeOffset="11195.42">8182 16393 1522 0,'2'-3'0'0,"2"0"0"0,1 0 0 0,-1 3 0 0,-1 0 41 0,3 0-8 0,2 0 254 0,3 0-127 15,3 11-63-15,0 1 115 0,-1 3-81 0,3 1-53 16,-3 1-22-16,2 0-324 0,-1 1 150 16,2-3 84-16,-3 0-604 0,2-3 316 0,-2-3-823 15,1-3 1090-15</inkml:trace>
  <inkml:trace contextRef="#ctx0" brushRef="#br0" timeOffset="11372.94">8436 16178 2022 0,'0'-5'0'0,"0"2"0"0,0 2 0 0,0 1 0 0,0 4 0 0,-2 19 0 0,2 12 36 0,-4 7-3 0,2 8-1 0,-8 17 1 16,6-10 164-16,-6 20-86 0,2-5-39 0,-3 4 0 0,0 6 113 15,-5-5-76-15,0 1-30 0,-2-3-207 16,3-3 80-16,1-9 40 0,4-12-468 16,3-12 254-16,3-11 136 0,-2-10-579 15,3-7 310-15,3-11 168 0,0-11 54 0</inkml:trace>
  <inkml:trace contextRef="#ctx0" brushRef="#br0" timeOffset="11620.79">8480 16036 899 0,'10'-17'0'0,"-2"5"0"16,6 3 0-16,0-5 196 0,2 6-81 0,0-1-42 16,0 1 9-16,3 4-49 0,0 3 283 0,1 1-141 15,-2 0-72-15,-2 0 3 0,2 10-28 0,-6 7-9 0,0 4-166 16,-5 2 65-1,-5-5 32-15,-2 9-96 0,0-4 73 0,-5 3 23 0,-13-4 5 16,-2-1 0-16,-2-3 27 0,0-1-34 16,3-5 171-16,-2-2-95 0,3 0-29 0,7-6-35 15,2 0-3-15,1-1 238 0,4-3-113 16,4 0-36-16,0 0-183 0,2 0 60 0,12 0 30 0,9 0 8 0,4 0-302 16,5 0 162-16,3 0 79 0,-2 0-314 15,1 0 183-15,2 0 58 0,-3 0-554 0</inkml:trace>
  <inkml:trace contextRef="#ctx0" brushRef="#br0" timeOffset="11802.31">8784 16499 1414 0,'-24'7'0'0,"11"0"0"0,6-1 0 0,3-5 0 0,-4-1 0 0,8 2 0 0,0 0 64 0,14 0 348 15,12-2-190-15,6 0-87 0,9 0 103 16,0 0-103-16,5 0-51 0,0 0-365 0,3-2 157 0,-11 0 86 15,1-3-234-15,-1-1 152 0,-6 1 76 16,-10 4-535-16,-1-3 284 0,-7 2 138 16,-8 2 74-16</inkml:trace>
  <inkml:trace contextRef="#ctx0" brushRef="#br0" timeOffset="11927.97">8982 16176 977 0,'0'0'0'0,"0"14"0"0,10 13 0 0,2 6 0 0,-2 8 0 0,-1 14 565 0,1 22-270 16,-7 11-132-16,-3-2-64 0,0-11-34 0,0 8 150 0,0-2-83 16,2-2-54-16,1-2-624 0,0 0 289 0</inkml:trace>
  <inkml:trace contextRef="#ctx0" brushRef="#br0" timeOffset="12798.59">9427 16299 808 0,'-21'-2'0'0,"5"-1"0"0,0 2 0 0,5-1 0 0,4 1 0 0,3-2 0 0,-2 2 153 16,4 1-61-16,2-2-29 0,0 2 8 0,8 0 88 15,12 0-64-15,5 0-31 0,5 0 67 16,4 0-50-16,1 0-15 0,2 2-4 0,-2 5 0 16,-1-1-29-16,-2 1 0 0,-4 1-41 0,-8-2 8 15,1 1 33-15,-2 0 0 0,-6 0-60 0,-5-2 30 16,0 0 1-16,-5 3 5 0,-3 1-7 0,0 4 11 16,-1 7 42-16,-15 3-9 0,-7 11-25 0,0 4-13 0,-11 13-30 15,-1-1 36-15,0 1 3 0,5-8-39 16,-2 4 37-16,3-8 6 15,-4 7-5-15,11-17 45 0,-1-1-21 0,6-7 2 0,0-2 26 16,7-6-16-16,3-3-6 0,3-6-22 16,1-3-1-16,3 2-7 0,0-3 132 0,0 0-46 15,0 0-39-15,7 0-56 0,9 0-1 0,1 0 27 0,5 0 112 16,-1 0-48-16,4 0-36 0,2 0-1 0,-1 0-73 16,-1 0 23-16,1 1-1 0,-3 2-209 15,4 2 113-15,-6-2 51 16,2 3 33-16,-5-1-212 0,-2 2 112 0,-4-2 35 15,2 3-429-15,-7-7 232 0,1 3 117 0,-5-2 57 0,-1-1-336 16,1-1 189-16,-3 0 107 0,0-5-218 16</inkml:trace>
  <inkml:trace contextRef="#ctx0" brushRef="#br0" timeOffset="12962.72">9435 16548 1014 0,'-15'-5'0'0,"8"3"0"0,0 1 0 0,4 1 0 0,1 0 0 0,2 0 390 15,0 0-178-15,5 0-90 0,13 5-45 0,4 4 160 16,-3 0-95-16,9 3-58 0,0 1 49 16,2 0-50-16,0 1-26 0,4-2 1 0,-2-1-362 0,0-4 165 15,-2-1 85-15,-2-1-506 0,-5-4 293 16,0 1 148-16,-5-2 17 0</inkml:trace>
  <inkml:trace contextRef="#ctx0" brushRef="#br0" timeOffset="13277.14">9942 16162 1315 0,'-7'-13'0'0,"5"11"0"0,2 0 0 0,0 2 0 0,0 0 0 0,0 0 0 0,9 0 0 0,4 0 313 0,4 0-140 0,0 5-62 0,2 5-43 15,5 3-24-15,-4 2-11 0,-1 2-1 0,-1 2 1 0,-7 0-179 16,-2 0 86-16,-4 0 46 15,-3 4-84-15,-2 2 65 0,0 0-119 0,-11-7 86 16,-7 3 39-16,-1-4 46 16,-4-3-1-16,5-5-56 0,-3-1 533 0,0 0-457 15,4-5-22-15,-2 1 3 0,5-2 520 16,4 0-484-16,2-2 1 0,5 0-10 0,1 0-162 16,0 0 124-16,2 0 1 0,2 0 23 0,11 0-72 15,10 0 32-15,-1 0-1 0,7 0 42 0,-3 0-392 0,1 0 196 16,-2-2 106-16,7 2-551 0,-4-2 293 15,-3 2 126-15,-2 0 78 0,-2 0-312 0</inkml:trace>
  <inkml:trace contextRef="#ctx0" brushRef="#br0" timeOffset="13486.58">10277 16252 1449 0,'-1'-7'0'0,"-2"5"0"0,3-3 0 0,0 1 0 0,0 1 0 0,3 1 0 0,8 2 0 0,5 0 0 0,4 9 206 0,1 9-79 0,-3 2-51 0,3 6 112 15,-3 3-78-15,-2 2-17 0,-4 5-30 0,-7-1-52 16,-1 9-8-16,-4-2 29 0,0-1 1 0,-7 0-138 16,-11 2 137-16,2-7 9 0,-9 7-8 0,-3-7-238 15,0-4 118-15,-2-4 61 0,-4-3 13 0,8-7-364 16,-3-3 174-16,8-6 93 0,3-3 21 0,9-6-133 16,1 0 94-16,8-2 40 0,0-16-327 15</inkml:trace>
  <inkml:trace contextRef="#ctx0" brushRef="#br0" timeOffset="14449.32">10836 16699 442 0,'0'0'0'0,"0"0"0"0,0 0 0 0,0 0 0 0,0 0 0 0,-2 0 119 0,2 0-43 0,-2-2-22 0,1-2 9 0,1-2 15 16,-2-1-22-16,2-1-1 0,-2-2-22 15,2-2 16-15,-3 3-8 0,1-5-8 0,-1 4 0 16,-1-2 7-16,0 4-7 0,1-1 0 15,-3 0 8-15,-1 3 13 16,-3-2-1-16,3 6-20 0,-4 1 8 0,-1 1-9 16,-1 0 9-16,0 7-8 0,-2 12-19 0,1 3 19 15,2 6-19-15,-1 6 19 0,1 1 8 0,5 4 12 16,1-2 4-16,4 0-1 0,2-2-23 0,0-2 23 16,2-8 9-16,9 3-33 0,1-9 1 0,1 0-79 15,-1-6 39-15,4-4 0 0,-5-5 48 0,6-1-161 16,-2-3 72-16,2-7 32 0,0-15 0 0,0-12-175 15,-4 0 97-15,2-15 38 0,-2 0-57 16,1-3 38-16,-5-5 28 0,2-9-11 0,-5 11-65 16,3-17 49-16,-5 5 21 0,1-5-1 0,-1-3-26 15,-1-3 23-15,-1 0-8 0,3 5 32 0,-3 20 38 16,-2 15-1-16,0 15-37 0,0 7 320 0,0 3-168 16,-9 11-62-16,2 2-42 0,-4 31 130 0,-2 13-76 15,0 14 246-15,4-1-137 0,-1 21-67 16,2 0 374-1,3 2-443-15,1 2-9 0,1 11 0 0,1-16 62 16,2 4-35-16,0-7 0 0,0-5-27 0,5-11-704 16,8-4 690-16,3-10 22 0,-2-3-8 0,2-7-567 15,-4-12 267-15,4-3 140 0,-2-10 41 0,2-9-273 0,-1 0 159 0</inkml:trace>
  <inkml:trace contextRef="#ctx0" brushRef="#br0" timeOffset="14660.77">11006 16620 904 0,'2'-11'0'0,"1"4"0"0,1 4 0 0,1 0 0 0,2-2 0 0,1 4 0 0,2 1 0 0,3 0 211 0,4 0-92 16,1 6-44-16,5 7 49 0,-4 3-3 15,-3 7-45-15,0 5 5 0,-5 3-9 0,-2 2-107 16,-5 2 58-16,-3-1 10 0,-1 2-1 0,0-2-22 16,-12 0-9-16,-3-4 32 0,-4-4-111 15,-4-3 56-15,-1-5 27 0,0-5 9 0,-4 1-189 16,7-10 93-16,0-4 33 0,2 0 26 0,2 0-264 15,6-14 127-15,6-8 59 0,5-4 35 0,0-2-291 16,11-4 162-16</inkml:trace>
  <inkml:trace contextRef="#ctx0" brushRef="#br0" timeOffset="15211.4">11420 16534 1014 0,'0'-4'0'0,"0"0"0"0,0 2 0 0,-17 2 0 0,-8 0 0 0,2 10 115 0,-9 11 123 15,2 10-102-15,-2 3-44 0,2 5 223 16,3 4-141-16,6-1-71 0,5 0-35 0,8-11 21 0,2 7-20 16,6-7-8-16,0 0-29 0,8-5-198 0,9-4 99 0,6-1 49 15,5-8-773-15,2-2 795 0,2-6 29 0,3-5 0 16,1 0-258-16,7-3 79 0,-10-10 70 0,4-4-38 16,-3-2-282-16,-1 3 182 0,-4-4 91 0,-6-1 45 0,-2 5-24 15,4-6 102 1,-9 1 0-16,-2-2 0 0,-3 1-22 0,-6 1 19 15,-2-4-30-15,-1 4 332 0,-2-7-181 16,0 11-76-16,-8-10-37 0,0 8-8 0,-2-1 357 16,-4 1-134-16,3 4-101 0,-2 1-1 0,-1 7 42 0,2 6-55 15,-4 1-40-15,-2 5 94 0,1 19-63 16,-2 14-30-16,4 1 1 0,4-1 39 16,-1 12-58-16,7-6-15 0,5-9 0 0,0 3-51 15,0-6 21-15,5-10 38 0,13 5-8 0,-4-13-56 16,5-2 28-16,2-4 0 0,-1-8 28 0,1 0-158 15,4-4 63-15,-3-17 40 0,0-11 10 0,-1-4-205 16,-2-3 99-16,-4 1 54 0,0-12 6 0,-5 1-103 16,-1-4 59-16,-4-2 35 0,-1-10 0 0,-2 9-5 15,0-17 8-15,-2 1 31 0,0 0 0 0,0-2-9 16,0 3 9-16,0 21-8 0,-4 13 8 0,-2 9 127 16,1 11-64-16,-2 4-31 0,0 8 0 0,-2 5 412 15,2 20-179-15,0 21-115 0,3 8 112 0,-1 13-98 16,5 4-49-16,0-7 100 0,0 24-79 15,9-7-18-15,2 1-72 0,4-3 20 16,0-2-140-16,0-15 79 0,3-5 26 0,2-7 0 16,-4-15-414-16,3-4 223 0,-4-11 87 15,-2-4 64-15,0-6-499 16,-1-5 255-16,-3 0 126 0,-2-19 63 0</inkml:trace>
  <inkml:trace contextRef="#ctx0" brushRef="#br0" timeOffset="15361">11912 16580 1415 0,'-3'-1'0'0,"1"1"0"0,2 0 0 0,0 9 0 0,0 5 0 16,0 9 0-16,4-3 0 0,8 7 230 0,4 0-99 0,0-4-49 0,2 1 161 0,-2-5-97 0,7 2-60 15,-2-5-27-15,-5-5-232 0,3 0 103 16,-4-6-209-16,-1-4 164 0,2-1 70 16,-2 0-532-16,0-1 291 0,0-13 144 0,-5-5-526 15</inkml:trace>
  <inkml:trace contextRef="#ctx0" brushRef="#br0" timeOffset="15515.58">12237 16431 1343 0,'0'-12'0'0,"2"4"0"0,-1 4 0 0,-1 2 0 0,0 2 0 0,0 0 0 0,-7 20 0 0,-4 15 0 0,-2 4 466 15,0 10-217-15,-5 13-108 0,4 0-54 0,1-3 200 16,-6 17-131-16,0-3-62 0,-1 5-172 16,-7 11 56-16,5-18 27 0,-7 7-178 15,3-8 99-15,6-19 53 0,1-13 27 0,1-1-509 16,6-19 269-16,3-6 57 0,0-7-427 15</inkml:trace>
  <inkml:trace contextRef="#ctx0" brushRef="#br0" timeOffset="15924">12557 16823 470 0,'11'-10'72'16,"-2"1"-37"-16,-3-2 1 0,-4-2 230 0,-2 0-109 15,0 0-66-15,-5-3-29 0,-6 1 57 0,-3-2-44 0,-5 4-20 16,1 2 95-16,-2 1-62 0,1 5-28 0,-1 3 1 16,1 2-61-16,-4 4 0 0,3 14 41 0,-1 13 9 15,2 5-18-15,3 5 1 0,2 4 0 0,5 0 0 0,3-10 93 16,5 5-51-16,1-5-21 0,0-3-96 16,7-8 38-1,4-6 8-15,4-3 28 0,4-8-97 0,5-7 48 0,1 0 17 16,1-11 0-16,3-15-275 0,2-12 140 15,-2 1 57-15,-5-7 41 0,-2-3-268 0,-1-1 137 16,-6-5 56-16,0-9 6 0,-6 0 37 0,1-4 22 0,-2-1 20 16,-3-1-6-16,-1 13 85 15,-1-1-39-15,-1 15-22 0,-2 3-1 0,0 15 349 16,0 3-185-16,-5 10-79 0,-6 8-45 0,-1 2 233 16,-1 14-122-16,-1 20-34 0,4 5-37 0,2 6 63 15,1 8-54-15,1 13-23 0,4-2 0 0,0 5 12 16,2 4 1-16,0-9-28 0,0 15-8 0,2-13-88 15,1-12 44-15,6-1 22 0,-2-14 0 0,0-6-368 16,3-8 189-16,-2-12 56 0,1-3-573 0,2-10 325 16</inkml:trace>
  <inkml:trace contextRef="#ctx0" brushRef="#br0" timeOffset="16237.73">12823 16520 1073 0,'0'-7'0'0,"2"3"0"0,6 1 0 0,-1 2 0 0,2 1 0 0,3 0 294 0,1 0-131 16,4 0-56-16,1 0-42 0,9 0 93 0,-4 0-63 0,3 0-31 16,2 0-55-16,1 0 32 0,0 0-8 0,-3 0 0 0,-7 1-94 15,-1 6 47-15,-2 4 24 0,-7 6 64 16,-5 7-41-16,-4 10-1 0,-2 2 1 0,-14 5 182 16,-5 1-91-1,-6 2-38-15,1 3 103 0,-4 1-78 0,0-6-39 0,-1-1 0 16,4-7-67-16,4-9 36 0,4-4-8 0,5-6 0 15,4-7-50-15,2-1 25 0,3-3 9 16,3-4-17-16,2 0 32 0,0 2 1 0,2 5-43 16,9 2 21-16,6 1 8 0,2 3 14 0,3 0-155 15,1-2 70-15,0 3 22 0,3-6 1 0,-4 0 28 0,4-2-355 0,-3-6 164 16,-2 0 88-16,-1 0 30 0,1 0-230 16,-4-8 128-1,-2-1 76-15,-4-2 33 0,-3-3-410 0,-4-2 222 0</inkml:trace>
  <inkml:trace contextRef="#ctx0" brushRef="#br0" timeOffset="16413.26">12817 16691 1644 0,'-12'0'0'0,"2"-4"0"0,6 3 0 0,2-1 0 0,0 0 0 0,2 2 0 0,0 0 0 0,2 0 204 0,15 9-86 0,6 2-43 0,4 2 266 16,8-1-145-16,6 1-87 0,2-2-113 0,1-1 37 15,-1-2-1-15,-2-2-551 0,-3-1 284 16,7-5 129-16,-10 0 70 0,9 0-681 0</inkml:trace>
  <inkml:trace contextRef="#ctx0" brushRef="#br0" timeOffset="16558.87">13515 16633 1768 0,'5'0'0'0,"2"0"0"0,3 0 0 0,-2 0 0 0,-1 0 0 0,0 0 0 0,3 2 0 0,1 0 245 0,5 2-98 0,0-2-61 16,1-1-27-16,0-1-44 0,2 0 18 0,-1 0 8 0,3 0-403 16,-6-1 198-16,-3-1-674 0</inkml:trace>
  <inkml:trace contextRef="#ctx0" brushRef="#br0" timeOffset="16714.5">13593 16851 829 0,'0'0'0'0,"0"1"0"0,3-1 0 0,8 3 0 0,-4-3 34 0,4 3 533 16,2 4-272-16,4-2-130 0,6 5 68 0,-6 0-99 15,1 1-51-15,0 1-192 0,-2-1 67 0,-1 0 38 16,0-1-1-16</inkml:trace>
  <inkml:trace contextRef="#ctx0" brushRef="#br0" timeOffset="20477.09">14739 16452 149 0,'0'0'0'0,"0"0"0"0,0 0 0 0,0 0 0 0,0 0 0 0,0 0 84 16,0 0-30-16,0 0-1 0,2 0 31 0,0-1-29 15,0-1-1-15,1-2-21 0,-1 0 54 0,0 1-27 16,2-2 8-16,-2 3-35 0,-1 1 79 0,1-4-39 16,-2 3-1-16,2-2 30 0,-2-2-26 0,0-2-9 15,0 0-34-15,2-5 21 0,-2 1 1 0,0-1-22 16,0-2-10-16,0-2 10 16,0 0-1-16,-2 1 1 0,-2 2-35 0,-3 1-1 15,0 2 44-15,0-1-8 0,-2 6 2 0,2 1-3 16,2 1 1-16,-1 0 26 0,0 3-21 0,2-1-16 15,0 2 7-15,3 0 27 0,-1 0 1 0,0 0-23 16,0 0 33-16,2 0-34 0,0 0-1 0,0 0 1 16,0 0 29-16,0 0 0 0,0 0-21 0,0 0-9 15,-2 0 38-15,2 0 0 0,-1 0-38 0,-1 0-12 16,0 0 21-16,-2 0-8 16,-2 0-3-16,2 5 2 0,1 1 1 15,-1-1 0-15,0 2 18 0,1 0-18 0,-1 3 0 16,0-3-1-16,3 3-10 0,-4 1 11 0,3-2 7 0,0 6-7 15,0 0-2-15,1 2-3 0,-3 4 3 0,2 2 41 16,0 2-9-16,1 4-30 0,1 0 0 0,-2 3 42 16,2 3-20-16,0-2 7 0,0 3-33 0,0-2 4 15,0 2 0-15,0-2-1 16,0 2-20-16,0 1 7 0,2-3 14 0,-1 4 0 0,1-2-62 16,0 0 31-16,0-1 0 0,-2-1-49 15,0 0 33-15,0-2 7 0,0 0 0 0,0-4-23 16,-4 2 20-16,-3-5-15 0,-3 3 10 0,-3-5-7 15,0 1 26-15,-4-5-8 0,2-5-125 0,-4 0 57 16,-3-1 34-16,-1-3-8 0,-1-3-60 0,5-2 37 16,-4-2-196-16,1-3 108 15,1 0 66-15,4 0 29 0,2 0-256 0,6-5 142 16,1-5 72-16,6 2 28 0,2-5-338 0,0-1 191 16,16-1 96-16,4 1 46 0,8 0-347 0</inkml:trace>
  <inkml:trace contextRef="#ctx0" brushRef="#br0" timeOffset="20757.36">14855 17091 983 0,'4'-1'0'0,"-1"1"0"0,-3 0 0 0,0 1 0 0,-5 10 0 0,-4 5 0 0,0 3 223 0,0 6-100 16,4 1-45-16,1 1 196 0,3-1-121 0,1-5-60 15,0 0-22-15,1 0-4 0,11-6 0 0,1-4-35 16,6-6-91-16,1 0 46 0,1-5 31 0,0 0-144 15,-3-3 80-15,3-11 39 0,-3-5 0 0,-4-4-32 16,-5 3 44-16,0-11-35 0,-6 5 23 0,-1-3-93 16,-2 1 47-16,-2 1-3 0,-10 5 64 0,-2-4-35 0,-5 5 6 15,-1 5 82-15,-1 4-38 0,0 5-1 16,-4 3-36-16,3 2-32 16,1 2 37-16,2 0 7 0,3 0-4 0,7 0 17 0,0 0-118 15,4 2 53-15,3 1 24 0,2-3 0 0,0 0-300 16,5 0 130-16,13-10-190 0</inkml:trace>
  <inkml:trace contextRef="#ctx0" brushRef="#br0" timeOffset="21083.49">14933 16219 1154 0,'-8'-20'0'0,"6"7"0"0,1 5 0 0,1 0 0 0,0 1 0 0,0 0 0 0,3 0 276 0,10 1-125 0,3 4-60 15,0 2-29-15,1 0 41 0,1 4-36 0,0 7 9 16,2 8-43-16,-5 2-39 0,-4 1 39 0,-2 3-1 16,-6 4-129-16,-3-7 73 0,0 13 25 0,-5-8-83 15,-11 4 58-15,-3-3 29 16,-1-3-1-16,-5-3-29 0,-1-4 19 0,1-2-11 16,2-6 0-16,3-2 65 0,0-2-25 15,1-2-26-15,7-1-13 0,2 0 265 0,4-3-106 0,2 0-64 0,4 0 133 16,0 2-82-16,0 0-53 0,10 4-22 15,6-1-87-15,9 0 32 0,-3 0 1 0,1 2 40 0,7-1-204 16,0-1 98-16,-1-2 49 0,1 1 24 0,0 0-431 16,-7-2 210-16,7 0-135 0,-3 0 157 0,-6-2 79 15,2 0 40 1,-5 0-291-16,-1-2 156 0,-4-7 92 0</inkml:trace>
  <inkml:trace contextRef="#ctx0" brushRef="#br0" timeOffset="21239.07">15195 16273 1116 0,'-5'-11'0'0,"3"6"0"0,0 4 0 0,2-3 0 0,0 4 0 0,2 0 0 0,11 0 0 0,9 0 341 0,5-2-155 16,5-4-68-16,10 0-46 15,-3-1 180-15,-6 1-109 0,5 3-55 0,-3-1-166 0,-1 1 64 0,-2 0 19 16,-9 2-195-16,1 1 111 0,-4 0 56 16,-6 0 28-16,-5 0-489 0,-5 1 251 15,-1 6 62-15,-3 3 87 0</inkml:trace>
  <inkml:trace contextRef="#ctx0" brushRef="#br0" timeOffset="21394.66">15306 16233 554 0,'0'5'0'0,"0"2"0"0,2 5 0 0,2 0 0 0,-1 0 0 0,-1 6 372 16,2 1-169-16,-1 3-85 0,0 2-43 16,-1 5 183-16,0 1-104 0,0-1-65 15,1 2-220-15,-1-3 82 0,2 1 41 0,-1-9 0 16,1-1 49-16,1-8-209 0,0-2 101 0,2-6-429 15,1-3 246-15</inkml:trace>
  <inkml:trace contextRef="#ctx0" brushRef="#br0" timeOffset="21514.85">15460 16257 934 0,'2'12'0'0,"0"9"0"0,-2-4 0 0,0 9 0 0,0-3 0 0,0 4 0 0,0 3 0 0,0 4 123 16,-2 2-38-16,2 1-29 0,0 1-1 0,0 1-431 15</inkml:trace>
  <inkml:trace contextRef="#ctx0" brushRef="#br0" timeOffset="22516.75">16025 16825 553 0,'-7'-14'0'0,"1"4"0"0,1-4 0 0,-2-1 0 0,0-3 0 0,0-1 0 0,-2-3 212 0,-3 3-82 16,1 4-52-16,0 1-23 0,-2 5 90 0,0 4-57 15,-3 4-27-15,0 1 3 0,-5 15-32 0,-4 17 1 16,5 6 0-16,-2 4-28 0,2 6 28 0,4 4 8 15,0-3 16-15,7-2-25 0,6-11 1 0,3 2 0 16,0-9 37-16,0-8 8 0,9-2-45 0,8-8 0 16,1-7-33-16,9-4-1 0,-1-2 34 15,2-22-82-15,4-11 36 0,-2-5 20 16,1-2 1-16,-1-5-225 0,-4-4 115 0,-1-3 44 16,-5-1-82-16,1 1 47 0,-5-10 41 0,-2 6-14 15,-3-2-79-15,-4 5 47 0,-1-2 37 0,0 5 0 16,-4 12 51-16,-1 6 0 0,-1 14-23 0,0 9 189 15,-1 4-91-15,-10 7-49 0,-7 21-24 0,4 20 284 16,-5 18-139-16,3 11-38 0,3 20 271 0,2-2-167 16,3 1-85-16,1-12-43 0,3 5 92 0,4-16-58 15,0 0-43-15,9-10 0 16,11-11 121-16,2-13-78 0,2-5-38 0,1-14-177 16,5-9 65-16,-2-4 37 0,-2-9 0 0,-3-16-276 15,-3-5 155-15,-1-4 88 0,1-12-227 0,-8 5 103 16,-1-1 76-16,-3-3-20 0,0-3-7 0,-3 10 31 15,1 2 9-15,-5 3 39 0,1 13 26 0,-2 8 0 16,0 1-26-16,0 8 228 0,-2 3-110 0,-7 13-59 16,0 14-29-16,-1 13 256 0,5 2-128 0,5-7-25 15,0 5 126-15,0 1-85 0,0-4-54 16,12-1-28-16,2-6 15 0,2-9-33 16,6 0-8-16,0-10-1 0,3-7-33 0,1-4-1 15,1 0 43-15,-4-10-155 0,2-13 73 0,0-1 37 16,-4-6 0-16,-5-2-173 0,0-1 72 0,-6-5 55 15,-2-6-81-15,-5 2 42 0,-3-4 37 0,0 2-10 16,-5-4-66-16,-11-1 52 0,-5 2 21 0,-2 2 1 16,-4 7-32-16,4 12 27 0,-7 5-8 15,0 13 61-15,-2 6-27 0,3 2 0 0,5 9 1 0,3 11 248 16,8 1-124-16,1 13-57 16,9-2 227-16,3 0-130 0,0-5-44 0,13 2-40 15,7-4 23-15,9-2-8 0,1-5-13 0,3-2-18 16,1-4-147-16,3-5 74 0,0-1 45 0,-2-6-697 15</inkml:trace>
  <inkml:trace contextRef="#ctx0" brushRef="#br0" timeOffset="23319.31">17159 16479 349 0,'0'-15'0'0,"0"0"0"0,0 2 0 0,0 0 0 16,-1-5 0-16,-3 0 0 0,0-1 0 0,-1 0 163 0,-2 1-58 0,2-3-40 0,-1 2 49 0,1 0-41 0,-2-3 0 16,-3 1-41-16,2 3 35 0,-1-2-8 0,0 5-26 15,-1 1 14-15,-1 4-14 16,0 1 0-16,1 3 7 0,-2 3 46 0,-2 3-28 16,-1 0 1-16,0 0-26 0,0 16 41 0,0 2 8 15,1 4-50-15,1 0 96 0,3-3-48 0,1 2-24 16,3 1 0-16,3-2 80 0,3 1-56 0,0-2-23 15,0 3 23-15,0 3-23 0,0-1-1 0,0 7-15 16,3 8 75-16,1 5-41 0,-2 5-21 0,0 5-1 16,-1 6 107-16,-1 9-68 0,0-3-29 0,0-3 23 15,0-11-26-15,0 4 0 16,0-3-19-16,0-3-53 0,0-6 23 0,0-9-1 16,0 3-16-16,0-5 39 0,0-6 8 0,-9 3-8 15,-3-8-28-15,0-1 1 0,-6-2 26 0,0-5-17 16,-1-1-101-16,-4-5 35 0,-1 2 35 0,4-7-269 15,-3-1 141-15,1-2 55 0,1 0 36 0,4 0-317 16,0-2 169-16,5-8 83 0,7-1-307 0,3-3 196 16,2 2 90-16,0-1 58 0,9 2-165 0,14-2 107 15,0 4 53-15</inkml:trace>
  <inkml:trace contextRef="#ctx0" brushRef="#br0" timeOffset="23634.46">17188 17108 925 0,'0'4'0'0,"0"0"0"0,-8 5 0 0,1-1 0 0,-1 3 0 0,-1 3 0 0,1 2 0 0,3 3 269 0,0 5-118 16,4-4-59-16,1 4-30 0,0-4 69 0,1 3-53 15,8-4-23-15,2-1 68 0,2-4-44 16,4 0-24-16,0-2 18 0,1-6-40 0,3-1 0 15,-2-5 0-15,1 0-52 0,3-2 25 0,-7-7 10 0,5-11 16 16,-5 2-130-16,-5-5 65 0,-4 5 33 0,-1-5 6 16,-5 2-101-16,-1-3 52 0,0-2 28 0,-3 5-146 15,-10-1 77-15,-4 1 16 16,0 4-3-16,-5-2-56 0,-1 8 38 0,5 4 27 16,-3 2-11-16,0 4 11 0,2 1 9 0,4 0 20 15,2 3-91-15,6 3 46 0,3 1 22 0,4-1-8 16,0 1-173-16,0-1 103 0</inkml:trace>
  <inkml:trace contextRef="#ctx0" brushRef="#br0" timeOffset="24079.32">17285 16333 821 0,'-5'-11'0'0,"-1"1"0"0,1 4 0 0,1-1 0 0,-2 1 0 0,0 3 0 0,4-3 153 0,1 3-52 16,1 1-38-16,0-3 126 0,0 3-78 0,10-5-40 16,8 1 134-16,3-1-77 0,5 0-53 0,-2 5-20 15,2-1 118-15,1 1-70 0,1 1-36 0,0 1 9 16,2 0-18-16,0 0 0 0,-1 0-25 0,1 1-106 15,-7 1 61-15,10 1 19 0,-5-3-1 0,-4 0-231 16,-1 0 129-16,-4 0 64 0,-1 0-217 0,-6 0 91 16,-3 0 75-16,-3 0 38 0,-3 0-410 15,-3 1 211-15,0 5 98 0,-9 1 60 16</inkml:trace>
  <inkml:trace contextRef="#ctx0" brushRef="#br0" timeOffset="24233.45">17469 16243 933 0,'-14'7'0'0,"2"2"0"16,1 4 0-16,0-1 0 0,1 1 0 0,1 2 0 0,3 4 241 0,1 4-109 0,1-2-49 0,0 5 211 0,2-2-131 0,2 6-66 15,0-5-32-15,0 8-8 16,0-6-24-16,2-5 0 0,4 0-297 0,3-4 149 16,0-3 82-16,5-5 29 0,-3-4-492 0,2-6 254 15</inkml:trace>
  <inkml:trace contextRef="#ctx0" brushRef="#br0" timeOffset="24362.1">17571 16294 938 0,'2'-3'0'0,"0"3"0"0,0 0 0 0,-2 2 0 0,0 9 0 0,0 3 0 0,-4 1 0 0,-2 3 133 0,-2 6-49 0,1 3-26 16,4-4-153-16,-3 10 60 0,4-1 34 0,2 0 0 15,0 0-153-15</inkml:trace>
  <inkml:trace contextRef="#ctx0" brushRef="#br0" timeOffset="25086.41">17991 16815 774 0,'2'-17'0'0,"0"0"0"0,0 1 0 0,-2-5 0 0,0 2 0 0,0 0 0 0,-2 0 0 0,-3 4 87 16,-1 0-28-16,1 3 1 0,-3 5-50 0,-2 4 9 15,-2 1 14-15,-4 2 0 0,2 17-27 0,-4 13 1 16,2 5 26-16,2-2-32 0,-2 12-7 0,6-9 38 16,2 1 1-16,3-2 78 0,5-4-38 0,0-9 3 15,0-2 26-15,7-2-35 16,7-5 0-16,0-6-34 0,6-4-50 0,-2-3 33 16,5-3-8-16,-4-12 24 0,1-8-48 0,-1-3 25 15,0-5-1-15,-3-6-137 0,4-6 62 0,-6 1 45 16,0-4-7-16,-1-3-179 0,0-1 78 0,-2-4 56 15,0-10-45-15,-1 4 45 0,-2-2 12 0,1-2 1 16,0-2 87-16,-3 13-37 0,0 4 7 0,-5 16-29 16,1 13 147-16,-2 8-72 15,0 3-26-15,0 9 123 0,-7 7-57 0,-5 29-46 16,-1 8 129-16,0 17-76 0,2 5-14 0,0 6-21 16,1 6 172-16,1 2-97 0,0 2-48 0,-2 0-24 15,6-8 114-15,3-19-62 0,2 3-42 0,0-6 1 16,6-17-87-16,9-1 25 0,3-11 1 0,-6-8-113 15,7-8 66-15,1-7 36 0,5-2 0 0,-2-18-331 16,0-11 147-16,-3 0 100 0,4-13-294 16,-5-1 174-16,1-6 88 0,1-9 44 0,-2 4-62 15,-2 7 44-15,0-3 35 0,-2 3 0 16,-4 15 67-16,-3 6-41 0,-4 11-8 0,-1 1 312 16,-1 9-151-16,0 6-77 0,0 1-38 0,-2 18 133 15,0 9-46-15,0 6-51 0,0 8 309 0,0-7-161 16,0 4-70-16,2-4-43 0,7 0 69 0,4-6-60 15,7-6-26-15,1-5 0 0,4-4 4 0,3-5 0 16,-3-7-22-16,7-1-76 0,-2 0 34 0,0-7-1 16,-2-10 35-16,-1-4-72 0,-2 0 43 0,-2-4-7 15,-4-4-124-15,-3 1 75 16,-4-1 8-16,-3-4 29 0,-3-1-91 0,-3-1 52 16,-1-2 1-16,-2-5 0 0,0 2 21 0,0-2 13 15,-5 8-25-15,-4-5 76 0,-3 11-28 0,-1 6 1 16,-1 3 94-16,-4 10-56 0,-1 7-20 0,-5 2 2 15,0 11 270-15,-3 25-140 0,3 5-50 0,-3 18-41 16,11-4 251-16,-3 22-146 0,6 0-67 0,3 5 81 16,4 1-76-16,3 0-36 0,3-1 7 0,0-5-391 15,0 0 173-15,9-3 86 16,3 0 44-16,-1-3-838 0,-2-9 422 0</inkml:trace>
  <inkml:trace contextRef="#ctx0" brushRef="#br0" timeOffset="26475.42">19533 16340 573 0,'0'-13'0'0,"0"1"0"0,0 1 0 0,0-2 0 0,0-2 0 0,-3-4 0 0,-3-1 57 0,-1-2-1 0,3-2-24 16,0 1 31-16,0 2-22 0,-1-6-8 0,1 2-1 15,-1 5 6-15,-1-1-6 0,-2 0 1 0,-1 3-16 16,-2-2 16-16,-1 2 0 0,1 2 0 0,-2 3 38 15,-4 3-38-15,1 5 8 0,-4 1 66 16,-1 4-36-16,3 0-1 0,-5 7-37 0,4 11 43 0,3 4-12 16,0 6-10-16,6 4-21 15,0 4 87-15,2 5-44 0,3 0-21 0,3-1 8 16,2 11 95-16,0-3-62 0,0-1-32 0,0 3 4 16,2-4 0-16,3-3-27 0,2 12-66 0,-2-5 30 15,-3-1-1-15,0 0 28 0,-2 0-65 0,0-6 41 16,0 7-9-16,-8-4 34 0,-5-3-35 0,-4-2-2 15,-2-1 0-15,2-7-48 0,-5 2 31 0,-1-7 0 16,0-5 0-16,-1-1-119 16,0-3 68-16,3-8 25 0,0-1-213 0,3-4 111 0,-1-4 62 15,8-2 17-15,-3 0-204 0,5 0 112 16,4-8 69-16,3-2 31 0,2-6-92 0,0 2 61 16,5-2 30-16,8 2-220 0</inkml:trace>
  <inkml:trace contextRef="#ctx0" brushRef="#br0" timeOffset="26812.52">19421 16890 876 0,'0'6'0'0,"0"2"0"0,0 3 0 0,-1-2 0 0,-8 2 0 0,2 5 0 0,0 1 308 0,3 3-141 0,0 7-68 0,4-4-33 15,0 4 114-15,0-1-73 0,2-5-30 0,11 5-7 16,3-6 0-16,-2-6-37 0,5 1-1 0,-1-4-39 15,2-1 9-15,-2-5 30 0,1-3-78 16,-2-2 40-16,-2 0-1 0,0-2 40 0,-2-9-127 16,-4-8 57-16,3-3 2 0,-6-2 26 15,-3-3-143-15,-1-1 76 0,-2 2 13 0,0-7-38 16,0 4 27-16,-9 0 26 0,-3-1-4 0,-3 4-96 16,2 3 50-16,-5-1 37 0,2 11-60 0,1 4 45 15,-2 5 21-15,3 4 0 0,-2 0 44 0,5 5 7 16,2 9-29-16,-1 1 1 0,6 1 24 0,1 2 0 15,3-3-33-15,0-2-72 0,0-2 40 16,2-2 0-16,5-3 40 0,1-4-63 31</inkml:trace>
  <inkml:trace contextRef="#ctx0" brushRef="#br0" timeOffset="27005.01">19785 16111 1018 0,'0'-16'0'0,"3"11"0"0,-3 2 0 0,0 3 0 0,0 0 0 0,0 8 0 0,0 16 0 0,0 6 296 0,0 11-131 15,0 0 46-15,-3 0-81 0,-3 10-53 0,3-2-22 16,-3 1 18-16,3-6-1 0,1 1-39 16,-2-9 8-16,2 1-268 0,1-3 129 0,-2-7 66 0,1-5-389 15,0-3 222-15,2-11 117 0,0 0-419 16,0-6 235-16</inkml:trace>
  <inkml:trace contextRef="#ctx0" brushRef="#br0" timeOffset="27370.81">19797 16015 1066 0,'2'-25'0'0,"-1"9"0"0,1-2 0 0,2 10 0 0,1-4 0 0,-1 3 0 0,4 0 208 0,-1 3-88 15,3 1-43-15,0 2 176 0,-1 1-114 0,0 1-53 16,5 1-27-16,-4 0-19 0,1 0-7 15,1 0 8-15,1 0-89 0,-2 3 40 0,3 0 0 16,-2 4 41-16,2-2-45 0,-3 3 31 0,0 1-9 16,-1 1 11-16,-1 3 11 15,-2 0-24-15,-1 2 19 0,-2 2-38 0,-2 4 65 0,0-1-56 16,-2 5 15-16,0-1-3 0,-10 2 5 16,-5 1-67-16,-2-1 32 0,-3-2 2 0,-1 1 33 15,-4-3 3-15,-1-1-77 0,4-6 32 0,-8-1-1 0,5-6 34 16,3-3-5-16,-3-5-8 15,3 0 5-15,1 0 69 0,4 0-34 0,2-1-9 0,6-3-28 16,1 1 268-16,4-2-124 0,3 4-47 0,1-1-40 0,0 2 226 16,11 2-123-16,9 12-62 15,5 6-22-15,5 7 187 0,-5-6-113 16,10 8-57-16,-3-3 139 0,4-1-228 0,-3-7 0 16,9 7 0-16,-4-9 0 0,-6-3 0 0,1 0 0 0,1-3-723 15,2 3 424-15,-3 0 118 0,6 7-491 0</inkml:trace>
  <inkml:trace contextRef="#ctx0" brushRef="#br0" timeOffset="29445.08">20569 16401 510 0,'-6'-8'0'0,"3"5"0"0,-2-4 0 0,1 4 0 0,1-3 0 0,-1 1 0 0,2 3 0 0,0-3 104 0,1 2-35 16,1 0 8-16,0 2 13 0,0 1-28 0,0 0-1 15,0-1 6-15,0 1-34 0,0 0 8 0,0 0-8 16,0 0 2-16,0 0-2 0,0 0-1 0,0 0 1 15,0 1-23-15,1 5 22 16,5 2 1-16,-1 4 0 0,2 2 41 0,-4-2-21 16,5 5 9-16,-5 0 1 0,3 8-30 0,-4 2 0 15,-1 0 26-15,1 5 0 0,0 4-18 0,-2-2-8 16,0 1-8-16,0-2 8 0,0-1 0 0,0-5 0 16,0-7-32-16,0 2 32 0,-2-6 0 0,2-3-1 15,0-3-30-15,-2-3-6 0,2-4 44 0,0-2-42 16,0-1 1-16,0 0 21 0,0 0 6 0,0 0 113 15,0-4-48-15,0-16-36 0,2-6-17 16,8-4-2-16,3-9-5 0,3-3 9 16,-4 3-153-16,7-12 68 0,-2 8 36 0,-2 1 3 15,-2 10-94-15,-2 0 52 0,1 8 34 0,-3 2-18 16,-2 4 38-16,2 5-23 0,-4 4 71 0,0 3-33 16,-1 1 0-16,0 2-41 0,-3 2 36 15,5-1-11-15,-1 2-3 0,0 0 22 0,2 0-45 0,-1 0 14 16,1 0 15-16,-1 0-63 0,0 0 29 15,-1 0-3-15,-1 0 33 0,-2 0-118 16,0 0 54-16,-1 0 13 0,1 0 1 0,0-2-192 16,0 0 109-16,1 1 38 0,0-1-272 0,1-2 165 15,0 2 83-15,1-1 33 0,2 1-122 0</inkml:trace>
  <inkml:trace contextRef="#ctx0" brushRef="#br0" timeOffset="30131.4">21008 16002 381 0,'-6'-5'0'0,"5"-2"0"0,-3 1 0 0,2 2 0 0,-1-4 0 0,3 3 87 0,-2-3-19 0,2 3-8 0,0-1 121 16,0 0-74-16,0 0-37 0,5-1 36 0,2 1 9 15,6 1-45-15,-1-1 0 16,1 1 27-16,1 4-33 0,0-1 1 0,0 2-24 16,0 0 17-16,-1 0 0 0,1 10-25 0,-2 1 0 15,-1 2 0-15,-2 0 8 0,-2 4-8 0,-2-1-5 16,-1 2 4-16,-1 2 1 0,-3-1-27 0,0 2 8 16,-3 0 18-16,-6 0 1 0,-2-3-72 0,-1 1 34 15,-1-4 9-15,1-2 7 0,-2-2-54 0,1-3 30 16,0-2-13-16,0-3 41 0,-1-3 28 0,5 0 2 15,-2 0-42-15,-1 0 60 16,1 0-26-16,4 0-1 0,0 0 135 0,2 0-67 16,1 0-34-16,3 0-21 0,1 0 116 0,0 0-66 15,0 0-25-15,0 0-8 0,0 0-77 0,0 0 22 16,0 0 0-16,3 0-77 0,11 0 47 0,1 0 22 16,2 0 0-16,1 2 5 0,3 0 25 0,7-2 0 15,-5 0-71-15,5 1 27 0,-1-1-6 0,-5 3 0 16,0-1-37-16,-1 2 29 0,-2 0 3 0,-4-1 1 15,-6-2-28-15,0 4 23 0,0-4 4 0,-6 3 13 16,-1-4 5-16,0 2 1 16,0-2-14-16,-2 0 117 0,0 0-54 0,0 0-25 15,0 0 103-15,0 0-61 0,0 0-24 0,0 0 0 16,0 0 23-16,0-2-22 0,-2 0 16 0,2 2-8 16,0 0-102-16,0 0 41 0,0-2 18 0,0 2-142 15,0 0 81-15,0 0 34 0,0 0 13 0,0 0-76 16,0 0 33-16,0 0 26 0,0 0-10 0,0 0 24 15,0 0-43-15,0 0 35 16,0 0 105-16,0 0-51 0,0 0-21 0,0 0 3 16,0 0 26-16,0 0-23 0,0 0 19 0,0 0-40 15,0 0-31-15,0 0 15 0,0 0 23 0,0 0-82 16,0 0 38-16,0 0 0 0,0 0 65 0,0 0-43 16,0 0 10-16,0 0 0 0,0 0-102 0,0 0 48 15,0 0 8-15,0 0 11 0,2 0-363 0,3 0 186 16,2 0 94-16</inkml:trace>
  <inkml:trace contextRef="#ctx0" brushRef="#br0" timeOffset="32723.74">21231 16501 1034 0,'-5'-5'0'0,"3"5"0"0,2 0 0 0,0 3 0 0,0 3 0 0,0-5 0 0,0 4 0 0,0-3 0 0,0 2 177 0,4-2-72 0,1 1-28 0,3-1-9 16,0 0-8-16,-3 2 0 0,2-4-27 0,0 2-54 15,-4-2 36-15,1 2-9 0,0-2-198 0,-1 0 113 16,-1 0 55-16,2 0 37 0,-2 0-436 0,1 0 209 16,2 0 66-16</inkml:trace>
  <inkml:trace contextRef="#ctx0" brushRef="#br0" timeOffset="33034.91">21504 16269 1056 0,'1'-7'0'0,"1"4"0"0,0 1 0 0,0 1 0 0,1 1 0 0,-3 0 0 0,2 0 0 16,-1 11 105-16,5 6-35 0,1 5-1 0,-1 3 235 0,-1 0-135 0,1 9-61 15,0 6 49-15,-4 0-63 0,0 3-30 16,-1 2 0-16,-1 2-90 0,0-7 37 15,0 8-7-15,0-14 28 0,0-2-152 0,0-10 77 16,0-7 37-16,0-4-25 0,0-3 27 0,0-4 1 16,0-4-29-16,0 0 22 0,0-18-23 0,0-6 0 15,0-7 99-15,6-8-33 0,4 1-9 0,1-6-26 16,3 2 37-16,0 4 0 0,2-9-10 0,2 7 17 16,-2 7-19-16,3 3-8 0,0 2 17 0,-4 5-45 15,1 4-3-15,-2 4 33 0,2 4-6 0,-5 5-83 16,1 3 31-16,-2 0 26 15,3 3-398-15,-4 0 196 0,3 3 84 0,-3 6 54 16,-2-4-389-16</inkml:trace>
  <inkml:trace contextRef="#ctx0" brushRef="#br0" timeOffset="33323.17">21902 16088 1121 0,'2'-20'0'0,"1"1"0"0,1 1 0 0,2 2 0 0,0 2 0 0,-1 0 0 0,4 4 0 0,3 1 197 0,1 5-82 0,3 3 174 16,0 1-128-16,0 0-56 0,-4 9-11 0,2 9-31 16,-5 5 0-16,-3 3-30 0,-5 2-68 0,1-5 42 0,-2 9-8 15,0-5 34-15,-5-3 0 0,-4-6-128 0,-3 2 64 16,-1-6 40-16,-1-2-99 0,0-4 61 16,0-1-12-16,1-7 2 0,2 4 17 0,1-4 0 15,1 0-16-15,2 0 103 0,1 0-43 16,3 0 0-16,0 0-27 0,3-4 201 0,0 4-81 15,0-7-52-15,5 0 1 0,7 2-1 0,6-3-3 16,0 1 8-16,3 1-153 0,0 1 58 16,1 0 32-16,2 4-407 0,-1 1 199 0,2 0 105 0,-3 0 29 15,2 4-250-15,-1 9 123 0,-2 0 81 0</inkml:trace>
  <inkml:trace contextRef="#ctx0" brushRef="#br0" timeOffset="33657.31">22415 16314 761 0,'-14'-14'0'0,"2"7"0"0,1 1 0 0,-5 0 0 0,3 4 0 16,-2-1 166-16,-1 1-58 0,-2 2-42 0,-1 0 170 0,3 6-101 16,-3 7-52-16,0 1-25 15,4 4 56-15,-2 5-45 0,2-2 0 0,8 0-36 0,-1-1 103 16,7 0-52-16,1-1-17 0,0 0 22 15,3-1-28-15,10 0 0 0,6-2-101 0,-4-2 37 16,6-1 7-16,0-2 29 0,-3 1-131 0,1 4 65 16,-5-1 33-16,0 1 8 0,-7 0-65 0,-3 1 16 15,-2 0 28-15,-2 0-102 0,-4-1 56 16,-10 2 2-16,-9-1 80 0,0-3-49 16,-1-1 10-16,-5-1-19 0,2 0 55 0,-3-3-3 15,2-2-32-15,-2-3 9 0,7-1-160 0,0-3 76 0,5 0 37 16,6 0 2-16,1 0-277 0,9-5 148 0,2-8 73 15,6-6-119-15,15 1 96 0,2-5 41 16</inkml:trace>
  <inkml:trace contextRef="#ctx0" brushRef="#br0" timeOffset="33814.4">22362 16552 896 0,'19'-12'0'0,"-6"6"0"0,3-1 0 0,-7 6 0 0,0 1 0 0,-2 0 0 0,-1 0 120 0,-2 0-35 15,0 8 341-15,-1 6-197 0,-1 0-98 0,0 3-50 0,0 0 178 0,-2 2-106 16,0 1-63-16,0-1-29 0,0 1-148 15,0 0 61-15,0-1 29 0,0 1 8 16,0-2-354-16,0-1 189 0,0-4 93 0,-2-1-194 16,-2-4 94-16,1-3 91 0,-1-4-73 0,2-1-306 15,-1-1 209-15</inkml:trace>
  <inkml:trace contextRef="#ctx0" brushRef="#br0" timeOffset="34195.88">22500 15968 637 0,'7'-14'0'0,"-1"4"0"0,1 6 0 0,0 4 0 0,1 0 0 0,-2 0 352 0,1 6-160 16,0 9-79-16,0 5-32 0,4 10 204 0,-4 2-126 15,0 9-63-15,2 1-32 0,-6 0-10 0,1 14-21 16,-2-4 0-16,-2 3-67 0,0 1 33 0,0 2 1 16,-2-2 41-16,0-2-206 0,-2-8 99 0,4-12 50 15,0-7-178-15,0-3 104 0,0-10 6 0,0-2 41 16,0-4-32-16,0-6 26 0,2-2-17 15,2 0 1-15,3-10 145 0,-1-8-50 16,4-4 155-16,-3 0-99 0,2-1-40 0,1-2-28 16,-3 6 86-16,4-10-50 0,-2 9 0 0,3 0 0 15,-3 2 99-15,2 1-61 0,1 4-18 0,-1 3-8 16,-2 6 61-16,3 1-48 0,-1 3-22 0,1 0-1 16,-5 9 20-16,2 13-7 0,-5 7-37 0,-1 5 61 15,-1 2-31-15,1 0 1 0,-1-1-22 0,0-1-39 16,3-5 30-16,-1-6 1 15,1 0-132-15,-1-7 65 0,1-4 42 0,2-3-8 16,0-3-409-16,0-6 209 0,4 0 74 0,-1-1-420 16,1-13 248-16,3-6 137 0,-3-6 64 0,0-3-301 15,2-9 183-15,-3-3 91 0</inkml:trace>
  <inkml:trace contextRef="#ctx0" brushRef="#br0" timeOffset="34511.04">23042 16272 1209 0,'2'-10'0'0,"0"5"0"0,-1 4 0 0,-1 1 0 0,0 0 0 0,0 0 0 0,0 13 0 0,0 4 207 16,0 7-87-16,0 2-43 0,0 2 129 0,2 1-87 16,5 1 175-16,5-4-135 0,1 0-62 15,5-3-33-15,1-4 0 0,1-4-4 0,1-6 8 0,7-3-35 16,-2-6 0-16,4 0-121 0,1-2 60 0,-1-13 30 16,-2-4-208-16,-3-4 115 15,0-1 61-15,-6-2 32 0,-1-1-117 0,-2-3 17 0,-5 0 51 16,-3-3-46-16,-3-6-80 0,-3-3 60 15,0-4 41-15,-2 0-80 0,0-4 63 0,0 6 29 16,-7 10-1-16,-5 4-17 0,-1 11 22 16,-2 6-7-16,-2 7 269 0,-6 6-119 0,3 5-60 0,-6 22-30 15,3 9 441-15,0 9-207 0,4 6-117 0,3 14-24 16,2 1 225-16,5 4-138 0,-2 6-73 0,4 7 131 16,-1 12-106-16,2-20-48 0,1 7-24 0,3-3-462 15,0-3 218-15,2-11 119 0,-2 17-743 0,2-7 388 16,0-2 216-16</inkml:trace>
  <inkml:trace contextRef="#ctx0" brushRef="#br0" timeOffset="36129.47">23908 15878 373 0,'0'-17'0'0,"0"2"0"0,0 0 0 0,0 2 0 0,-2-4 0 0,2 2 0 0,-2-1 0 0,2 2 33 16,0 1 8-16,0-1-9 0,0 4 61 0,0 2-30 16,0 1 0-16,0 3-30 0,0 2 90 0,2-1-49 15,0 3-21-15,1 3 9 0,2 12 0 0,-3 8-29 16,0 6 8-16,0 12 148 0,-2 7-79 0,0 13-38 16,-2 5 145-16,-8 5-92 0,-2 5-37 0,2 3-33 15,-2 0 85-15,1-1-54 16,2 2-27-16,1-4 1 0,2-12 16 0,3 0-7 15,1-10-37-15,2-12-4 0,0-3 5 0,0-7 0 16,0-11-15-16,0-6-8 0,0-6 22 0,0-3 1 16,0-6-89-16,0 0 44 0,0 0 30 0,0-11-7 15,0-8-28-15,-2-6 0 0,-5 0 17 0,-2-5-118 16,-2-1 58-16,1-1 32 0,-4-2 6 0,-1 2-141 16,-2 4 69-16,1 4 40 0,0 9-6 15,-2 0 5-15,-1 4 12 0,1 4 18 16,0 6 34-16,1 1 1 0,0 0-62 0,0 8 19 15,-1 10 158-15,2 3-76 0,4 3-32 0,2 3-5 16,2 0 206-16,5 4-109 0,3-3-32 0,0-2 117 16,0 0-69-16,3-5-39 0,11 0-6 0,1-5-23 15,2 0-1-15,1-3-23 0,1-4-45 0,1-1 30 16,3-4-7-16,0-4 21 0,0 0-264 16,-3 0 133-16,2-2 50 0,-1-9 15 0,4-2-471 15,-3-2 243-15,-1-1 79 0,0-1-373 16,-1 1 261-16,-3-2 123 0</inkml:trace>
  <inkml:trace contextRef="#ctx0" brushRef="#br0" timeOffset="36468.11">24052 16320 1055 0,'0'-13'0'0,"0"8"0"0,0 2 0 0,3 1 0 0,-2-1 0 0,3 3 0 0,3 0 135 15,3 6-55-15,3 14-23 0,1 4 350 0,-2 4-186 0,4 10-95 0,-5-3-38 16,2 16 175-16,-1-4-115 15,-5 0-57-15,-4 1-22 0,-1 0 0 16,-2-11-28-16,0 5-67 0,0-5 29 0,-3-5 0 0,-5-11 30 16,-4-3-34-16,5-8 9 0,-2-5 25 0,0-5-1 15,-1 0-61-15,3-8 24 0,1-15 1 0,6-5-39 16,0-11 27-16,0-5-3 0,13-3-1 0,6-2-40 16,4 0 31-16,7 2-5 0,0 2 35 0,4 2 34 15,1 7-37-15,1 4-1 16,-6 8 139-16,4 5-62 0,-2 4-35 0,-4 6 5 15,0 5 18-15,-2 2-19 0,-6 0-1 0,1 2 13 16,-1 0-5-16,-6 2-4 0,2 4-19 0,-7-1-99 16,0-1 49-16,-1 0 21 0,-2 0-168 0,-3-4 90 15,-1 1 46-15,0-1 11 0,0 0-278 0,0 0 130 16,-1 0 75-16,-1 0 7 0,0 0-199 16</inkml:trace>
  <inkml:trace contextRef="#ctx0" brushRef="#br0" timeOffset="38821.11">24941 16293 811 0,'0'0'0'0,"0"0"0"0,0 0 0 0,0 0 0 0,0 0 0 0,6 1 0 0,6 4 0 0,5 0 170 0,3 1-69 0,0-1-33 0,1 0 18 15,0-3-31-15,-1-1 1 0,-1 1-24 0,0-2 51 16,-5 0-26-16,-2 2 9 0,0-2-34 0,-3 0-23 15,-4 0 24-15,1 2-1 0,-2-2-119 0,-3 0 68 16,2 2 21-16,-3-2 1 0,0 0-233 0,0 2 122 16,0-1 39-16,0 1 39 0,0 2-187 0,0 4 101 15,0-1 7-15</inkml:trace>
  <inkml:trace contextRef="#ctx0" brushRef="#br0" timeOffset="38980.68">24984 16550 955 0,'0'5'0'0,"0"2"0"0,0-4 0 0,2 1 0 0,3-3 0 0,0 2 0 0,4-3 0 0,2 2 0 0,3-2 375 0,4 0-175 0,5 0-84 0,-4 0-41 15,1 0 162-15,0-2-103 0,0-1-42 0,-5 2-146 16,2 0 44-16,-3 1 21 0,-2 0 0 0,1 0-169 16,-4 7 104-16,3 12 39 15</inkml:trace>
  <inkml:trace contextRef="#ctx0" brushRef="#br0" timeOffset="42172.71">25625 16562 571 0,'-2'-2'0'0,"-2"0"0"0,1-2 0 0,1 2 0 0,-2-3 0 0,-1-1 0 0,4-3 0 0,-1-1 0 0,2-3 65 0,0-2-24 16,0-4-8-16,0-5 22 0,3-2-22 15,8 3 0-15,0-4 22 0,2 6-14 0,0-8-8 16,0 6 0-16,-1 5 34 0,-1-1 0 0,4 4-34 16,-6 3 8-16,4 3 15 0,1 4 0 0,-3-1-23 15,2 5-22-15,-2 1 0 0,3 0 30 0,-1 0-8 16,-1 7-26-16,0 3-1 0,-3 6 27 0,-1 1-74 16,-1 2 44-16,-4 5 0 0,0 2 1 0,-3 5-49 15,0 0 30-15,-13 9 5 0,2-8 4 0,-10 9-26 16,4-9-1-16,-4 1 27 0,2-4-21 15,-3-4 24-15,5-5 4 0,-4-3-5 16,3-4 14-16,0-3-12 0,1-6 1 0,3 1 82 16,4-4-38-16,0-1-18 0,3 0 0 0,4 0 165 15,1 0-87-15,-1 0-33 0,3 0-20 0,0 0 120 16,0 0-69-16,0 0-34 0,10 0-64 0,9 0 0 16,1 0 38-16,7 0-8 0,-3 0 26 0,3 0-1 15,-3 0-25-15,3 4-72 16,-8 2 45-16,6-1-9 0,-1 2 36 0,-4 0-230 0,0 0 109 0,-1 3 29 15,-1-2 39-15,2-1-398 16,-3 0 197-16,-1-1 73 0,3-3-240 0,-2 1 177 16,0-4 81-16</inkml:trace>
  <inkml:trace contextRef="#ctx0" brushRef="#br0" timeOffset="42378.21">26002 16267 1217 0,'-5'-18'0'0,"5"12"0"0,0 1 0 0,8 0 0 0,8-1 0 0,3-2 0 0,1 4 0 0,5 0 0 0,1 0 0 0,6 2 313 0,2 2-140 0,2 0-71 15,-1 0 3-15,1 0-28 0,-2 0-8 0,0 4-36 16,-2-1-137-16,-5 2 68 0,-2-3 34 0,-2 4-105 16,-4-2 65-16,-3-2 38 0,-7 1-1 0,1 1-394 15,-7 1 152-15,0-3 117 0,-3 5-26 0,0 0-191 16</inkml:trace>
  <inkml:trace contextRef="#ctx0" brushRef="#br0" timeOffset="42548.78">26186 16209 701 0,'-9'0'0'0,"2"0"0"0,3 0 0 0,-1 0 0 0,3 2 0 0,-1 4 0 0,-2 6 174 16,5 8-74-16,-2 4-34 0,-1 5 232 0,3 5-132 15,-1 2-67-15,1 3 79 0,0 1-77 0,0-3-34 16,0 1 0-16,0-4-87 15,1-4 26-15,4-8 9 0,0 1 17 0,5-4-304 16,-3-4 153-16,4-5 76 0,-1-9-426 0,4-1 240 16,1-1 55-16</inkml:trace>
  <inkml:trace contextRef="#ctx0" brushRef="#br0" timeOffset="42697.39">26434 16169 1423 0,'2'0'0'0,"2"0"0"0,0 7 0 0,0 8 0 0,-1 3 0 0,3 6 0 0,-4 5 0 0,6 8 282 0,-4 2-124 16,-3 4-63-16,1 1 238 0,-2-1-143 0,0 11-82 16,0-7-38-16,0 1-68 0,0-3 30 0,0-3 1 15,0-6-427-15,0 4 209 0,2-3 109 0</inkml:trace>
  <inkml:trace contextRef="#ctx0" brushRef="#br0" timeOffset="44319.28">27402 16070 211 0,'0'0'0'0,"0"0"0"0,0 2 0 0,0-2 0 0,0 0 0 0,0 0 0 0,0 0 114 0,0 0-44 0,0 0-22 0,0 0 79 16,0 0-48-16,0 0-14 0,0 0-9 0,0-4 13 15,0-4-1-15,0 0-35 0,0-1 0 0,0-1 78 16,0 2-43-16,0-4 1 0,0 0 21 0,0-2-29 16,0 1 1-16,0-5-21 0,0 2 24 0,0-1 0 15,0-2-32-15,0 1-34 0,0 0-1 0,0 2 43 16,0 1-8-16,0 2-68 15,-5 0 34-15,3 6 0 0,-5-3-20 0,0 4 25 16,0 2-7-16,-2 2 1 0,0 0 19 0,0 2-24 16,-3 0 20-16,3 0-24 0,-4 0 50 0,4 8-6 15,-1-1-22-15,2 2 59 0,2-2-28 0,-1 1 13 16,-4 4-38-16,6 0 74 0,-1-1-34 0,1 3-8 16,0 2 0-16,0 4 29 0,0 5-8 15,3 2-37-15,0 4 75 0,-1 4-38 0,3-1 1 16,0 4-30-16,0 2 32 0,0-4 0 0,0 5-41 15,0 4 36-15,0-4-1 0,0-2-26 16,0 12-9-16,0 0-22 0,0-1 1 0,0 5 21 16,0 1 1-16,0-1-60 0,0-2 26 0,0-1 0 15,0-4-23-15,-4-4 19 0,-2-9 0 0,0 2 9 16,0-6 15-16,-2-3-25 0,2-5 21 0,-2-3 28 16,0-4-30-16,-2-6-2 0,2 2 0 15,-4-6-36-15,1-1 37 0,-2-3 3 16,0 0-182-16,-2-2 85 0,0 0 42 0,0 0 19 15,1 0-271-15,2-4 128 0,-1-1 71 0,5-1 7 16,-1-1-239-16,3 1 146 0,-1-1 73 0,4 2-115 16,3-3 86-16,0 1 55 0,2 0 24 0,13-1-325 15</inkml:trace>
  <inkml:trace contextRef="#ctx0" brushRef="#br0" timeOffset="44624.09">27473 16780 1016 0,'-4'-6'0'0,"2"4"0"0,2 2 0 0,-1 0 0 0,1 0 0 0,-2 0 0 0,0 14 102 0,0 2-39 16,2 7 0-16,0 3 125 0,0 0-77 0,0 1-40 16,2-5 9-16,6 7 7 0,2-2-27 0,4-4 0 15,-3-6-51-15,3-2 0 0,2-1 32 0,-1-3-9 16,0-4-59-16,1-4 30 15,-4-3-1-15,1 0-4 0,-1 0 8 0,-3-13 27 16,-2-3-19-16,2-7-75 0,-6-2 21 0,-3 0 27 16,0 3-6-16,0-9-27 0,-5 4 15 0,-9 2 0 15,-2 0-30-15,-1 0 28 0,1 8-7 0,-1 0 34 16,0 4-120-16,1 4 55 16,0 4 22-16,6 2-1 0,2 3-102 0,1 0 65 15,2 0 20-15,3 8-87 0,2 2 61 0,0 2 30 0,8 2-8 0</inkml:trace>
  <inkml:trace contextRef="#ctx0" brushRef="#br0" timeOffset="45179.3">27636 15955 233 0,'-7'0'0'0,"1"0"0"0,3 0 0 0,-3-1 0 0,3-5 0 0,-1 0 0 0,1-2 236 0,1 1-102 0,2-5-51 0,0 1 74 16,0-2-67-16,0-2-28 0,0-4 0 0,5 0-9 15,6-1-20-15,0 1 8 16,3-5-8-16,-2 3-14 0,1 1 13 0,2-1 1 15,0 1-3-15,-1 2 11 0,-2 3-8 0,2 4-1 16,-1 1-7-16,-3 4 8 0,3 4-1 0,-2 0 40 16,1 2-39-16,1 0-1 0,0 0 1 0,3 4 32 15,-3 10-1-15,2-1-23 0,0 2-8 0,0 3 48 16,2-4-24-16,0-1 0 0,3 1-33 0,0-4 17 16,1 0-8-16,5-2 0 0,-8-5-28 15,10 1 1-15,-9-3 27 0,3-1-60 0,-2 0 26 16,-3 0 0-16,-3 0 34 0,-3 0-217 15,-1-1 103-15,-2-3 30 0,-5 2 30 0,0-1-301 16,0 0 152-16,-3 2 52 0,0-1-198 0,0 0 146 16,0 0 69-16,-3 1 33 0</inkml:trace>
  <inkml:trace contextRef="#ctx0" brushRef="#br0" timeOffset="45391.24">27897 15732 1075 0,'-8'4'0'0,"-3"-1"0"0,4 1 0 0,0 2 0 0,-4-3 0 0,5 2 0 0,-4 1 0 0,0 3 0 0,3 3 160 0,0 3-64 0,-1 2-31 15,0 4 81-15,-1 1-60 0,4 3-27 0,-1-2 0 16,3 3-41-16,3-5 15 0,0 1 7 0,0-1-135 16,0-1 63-16,0-4 33 0,4 0-1 0,6-5-253 15,-1-4 123-15,3-1 73 16,1-4-384-16,-1-2 206 0,1 0 90 0,-3 0 56 15,-3-2-112-15</inkml:trace>
  <inkml:trace contextRef="#ctx0" brushRef="#br0" timeOffset="45547.39">28004 15786 763 0,'12'-16'0'0,"-5"8"0"0,1 2 0 0,-3 2 0 0,-1 2 0 0,-1 2 0 0,-3 0 0 0,3 0 140 0,-3 15-53 0,0 6-20 0,0 5 119 0,0 0-77 16,-3 4-38-16,-4 3 0 0,2-1 126 15,3-1-74-15,0 0-50 0,2-3-173 0,0-4 66 16,0-1 34-16,2 0-1 0,6-3-415 0,3-1 220 16</inkml:trace>
  <inkml:trace contextRef="#ctx0" brushRef="#br0" timeOffset="53627.35">28197 16423 448 0,'-10'0'0'0,"1"2"0"0,3 4 0 0,1-1 0 0,3-3 0 0,-2 0 0 0,4-1 102 0,0-1-34 15,0 3 8-15,0-2 30 0,4 1-36 0,5 0 0 16,2-2-37-16,4 0 100 0,-2 0-42 0,1 0-33 15,4 0 0-15,-4 0 19 0,4 0-23 0,-1 0 1 16,-1 0 44-16,3 0-37 0,3 0 0 0,-2 0-29 16,6 0 27-16,-2 0 0 15,-2 0-19-15,1 0-47 0,0 0 39 0,0 0-1 16,-5 0 1-16,-1 0-130 0,-6 0 74 0,3 0 23 16,-6 0 0-16,0 0-292 0,-3 0 128 0,-1 0 83 15,1 0-350-15,-3 2 203 0,-1 5 98 0,-1 1 49 16</inkml:trace>
  <inkml:trace contextRef="#ctx0" brushRef="#br0" timeOffset="53977.96">28386 16588 626 0,'-10'0'0'0,"3"2"0"0,1 2 0 0,2-2 0 0,1-1 0 0,1 3 0 0,-1 0 56 0,3 1 1 0,0 5-24 0,0 3 141 15,-3 2-62-15,0 0-44 0,2 4 0 0,-2-1 32 16,-1 2-34-16,-1 0 1 0,1-4-71 0,-3 3 14 15,0-3 1-15,0-3 21 0,-3 0-33 0,2-5 0 16,1 1 42-16,0-6 0 16,1 1-8-16,1-1-1 0,0-3-1 0,5 0 44 0,-2 0-13 0,2 0-33 15,0 0 65-15,0 0-31 0,5-3 0 16,12-2-22-16,4-1-54 0,0 0 23 16,3 5 0-16,-2 1 22 0,5 0-34 0,-8 0 8 15,6 11 27-15,-4 4-75 0,-7 1 31 0,-2-1 0 16,-2 6 19-16,-3 1-28 0,-1-4-4 0,-4 2 40 15,0 0-57-15,-2-2 24 0,0 1-12 0,-10-2 27 16,-7-1-8-16,-2 2 13 0,-4-5-11 0,0 0 8 16,-4-3-3-16,5-3 2 0,-7 0 0 15,1-1-139-15,3-4 66 0,0-2 30 16,4 0 1-16,0-2-262 0,3-11 141 0,2-2 61 16,6-4-113-16,4-8 91 0,6 1 47 0</inkml:trace>
  <inkml:trace contextRef="#ctx0" brushRef="#br0" timeOffset="54128.61">28294 16707 1312 0,'3'-5'0'0,"2"2"0"0,2-2 0 0,-2 2 0 0,2-1 0 0,0-1 0 0,2-1 0 0,2 2 0 0,3 1 0 0,0 1 356 0,3-2-154 0,1 3-89 0,2-2-40 16,0 3-40-16,2 0 0 0,-4 0-1 0,1 0-338 15,-3 0 165-15,0 0 87 0,-5 0 44 0,1 0-218 16,-3 3 130-16</inkml:trace>
  <inkml:trace contextRef="#ctx0" brushRef="#br0" timeOffset="54351.04">28416 15867 1276 0,'-14'-30'0'0,"9"17"0"0,2 11 0 0,3-1 0 0,0 3 0 0,0 0 0 0,0 0 0 0,0 0 250 0,0 0-100 0,0 6-63 16,0 8 15-16,0 6-34 0,0 7 0 16,0 2-1-16,-1 5-26 0,-4 1-8 15,0 3-1-15,-1-4-195 0,1 3 97 0,2-2 50 16,-2 0 32-16,3 1-371 0,-2-4 189 0,4 0 47 16,0-4-379-16,0-5 229 0</inkml:trace>
  <inkml:trace contextRef="#ctx0" brushRef="#br0" timeOffset="54848.88">28955 16211 574 0,'-5'0'0'0,"3"0"0"0,2-2 0 0,0 2 0 0,-3-2 0 0,3 2 82 0,0 0-16 16,0 0-9-16,0-2 205 0,0 2-115 0,0 0-57 16,0 6 81-16,0 8-61 0,0 10-43 0,-3 0 1 15,-4 3 99-15,0 6-67 0,0 1-33 0,-1 0 7 16,3 1-2-16,-2 1-1 0,2-2-38 0,2 1-33 15,-2-3 33-15,4-4 8 0,0 4-9 0,-2-6-77 16,3-5 38-16,-1 1 1 0,-3-2-153 0,1-6 102 16,1-1 12-16,-3-3 34 15,1-2-300-15,1-3 150 0,-3-2 45 0,3-3 41 16,-3 0-191-16,-1 0 116 0,4-6 59 0,1-12-180 16,2-6 119-16,0-9 51 0</inkml:trace>
  <inkml:trace contextRef="#ctx0" brushRef="#br0" timeOffset="55260.56">28843 16300 779 0,'0'-26'0'0,"0"9"0"0,0-2 0 0,2 3 0 0,3-1 0 0,1-4 0 0,6 0 0 0,3 1 153 0,3-1-60 15,2 4-30-15,1 0 231 0,-3 8-123 16,5 0-73-16,-2 3-32 0,-3 4 122 0,2 2-69 16,0 0-48-16,-3 8 46 0,-2 6-46 0,3 3-1 15,-2 2-37-15,-5-2-5 0,3 0 5 0,-4 2 8 16,1-1-8-16,-2 0-53 0,-1-2 26 0,-3 2 1 15,-2-2-9-15,-1-1 8 0,-2 1 27 0,0 0 0 16,-2 1-135-16,-14 1 44 0,0 0 37 16,-7-2-2-16,0 2-88 0,-7-1 40 0,1-3 33 15,-1 0-60-15,0-3 42 0,3-2 5 16,-3-1 5-16,10-4 90 0,0-1-33 0,2-3-5 16,6 0 83-16,0 0-49 0,2 0-28 0,5 0 16 15,3 0 280-15,1 0-129 0,1 0-77 0,0 0 154 16,0 0-111-16,0 0-56 0,0 4-29 0,1 3-27 15,8 3 8-15,2 1-8 0,3 1 0 0,2 3 55 16,4 3-28-16,1 1 1 0,0 2 50 16,4 1-43-16,1 1 0 0,1-2-36 0,1 2 157 15,-1-2-189-15,-3 1 0 0,3-3 0 16,-2 1 0-16,-2-1 0 0,-4-4 0 0,-2-4-292 16,2 2 190-16,-8-3 43 0,2-3 39 0,-2-3-506 15,-3 1 250-15,-1-3 106 0,-2 0-433 0,0-2 289 16,-2 0 140-16,-1 0 71 0,3 0-224 0</inkml:trace>
  <inkml:trace contextRef="#ctx0" brushRef="#br0" timeOffset="55719.73">29404 15850 1036 0,'-2'-17'0'0,"-1"8"0"0,3 3 0 0,-2 0 0 0,2 3 0 0,-4 0 0 0,4 2 0 0,-1 0 0 0,1 1 0 0,0 0 214 0,0 0-90 0,0 8-46 16,0 9-8-16,0 0-8 0,0 5-29 0,0-1 0 15,0 2-62-15,0-1 40 0,0-2-9 0,0-4-3 16,-4-3 1-16,1-3 32 0,-2-2 1 0,0-4-35 15,2 1 2-15,-2-5 0 0,1 0-8 0,1 0 117 16,1 0-51-16,2 0 5 0,0-3 107 16,0-6-70-16,9 0-32 0,7-3-1 15,7 3 3-15,0 2 8 0,7 0-45 0,-5 2 15 16,-2 5-16-16,1 0 1 0,-2 0 0 0,-1 7-20 16,0 11-7-16,-3 1 27 0,-5 1-56 15,-5 3 28-15,1-5 0 0,-5 7 36 0,-3-3-102 16,-1 3 43-16,0-4 6 0,-1 0 0 0,-12-3-43 0,0-2 35 15,-4-1 1-15,1-5 1 0,-6 0-11 0,-2-4-1 16,-1-4 20-16,-1 2-31 0,-4-4 14 0,0 0 0 16,-2 0 9-16,2-4-189 15,1-4 85-15,4-5 45 0,-2-6-264 0,7-2 154 16,5-1 78-16,5-3 38 0,3-1-307 0,5-5 164 16,1 2 95-16</inkml:trace>
  <inkml:trace contextRef="#ctx0" brushRef="#br0" timeOffset="55844.4">29298 15805 1696 0,'9'-7'0'0,"-2"0"0"0,0 2 0 0,2-1 0 0,1 1 0 0,0-1 0 0,3-1 0 0,9 1 0 0,0 0 270 0,7-3-119 15,2 0-59-15,4 1 97 0,5-1-82 0,1 1-38 16,-1 1 1-16,0 2-251 0,-5 4 107 0,1 1 61 16</inkml:trace>
  <inkml:trace contextRef="#ctx0" brushRef="#br0" timeOffset="57776.24">30115 16356 969 0,'0'-12'0'0,"3"-3"0"0,-3-2 0 0,2-1 0 0,1 0 0 0,-3-1 0 0,0 0 0 0,0 0 0 0,-5 5 71 15,-1 0-1-15,-6 3-37 0,3 6 31 0,-7 0-8 16,-1 4-24-16,-3 1 1 0,0 7-33 0,-2 13 32 16,0 1 9-16,3 2-11 0,1 2 3 0,2-3 0 15,6-3 0-15,2 2 26 0,4-2 8 0,3-3-34 16,1-1 0-16,0 1 35 0,6-4-35 0,13 2 0 15,-1-3-18-15,7 0 17 0,-1-1 1 0,3-1 0 16,-9-1-30-16,3 1 30 0,-6 0 8 16,2 1-8-16,-9 0-76 0,1 3 36 15,-5-2 8-15,-4 4-84 0,0 0 45 0,-11 5 25 16,-5-3 0-16,-5 3 30 0,-4-4-22 0,2 1 11 16,1-5-2-16,-5-2 2 0,7-3-6 0,-1-2 5 15,5-2-116-15,3-3 56 0,3 0 26 0,5 0-99 16,0 0 56-16,3 0 32 0,2 0 8 0,10-7-320 15,12-4 151-15,3-4 88 0</inkml:trace>
  <inkml:trace contextRef="#ctx0" brushRef="#br0" timeOffset="57945.88">30219 16479 981 0,'5'-7'0'0,"2"1"0"0,-4 4 0 0,0 0 0 0,-1 2 0 0,1 0 0 0,-3 0 142 15,0 0-55-15,3 10-27 0,-1 2 294 0,0 5-165 16,-2 1-78-16,0 3-39 0,0 1 20 0,0-1-29 15,1 1 7-15,-1-2-272 0,2-2 118 0,-2-4 58 16,2-2 29-16,-1-2-140 0,-1-3 93 16,4-3 35-16,-4-3-447 0,0-1 227 15,2 0 48-15,1-9 79 0</inkml:trace>
  <inkml:trace contextRef="#ctx0" brushRef="#br0" timeOffset="58081.51">30349 15987 1301 0,'9'-15'0'0,"2"4"0"0,-3 6 0 0,3 3 0 0,-6-3 0 0,3 4 0 0,-1 1 0 0,2 0 0 0,-3 13 0 0,4 6 119 0,-5 5-43 15,4 5-21-15,-6 6-281 0,0 1 125 0,2 9 67 16,-5-11-281-16</inkml:trace>
  <inkml:trace contextRef="#ctx0" brushRef="#br0" timeOffset="58371.17">30447 16422 895 0,'5'2'0'0,"8"12"0"0,-3 0 0 0,-5 4 0 0,0-2 0 0,-2 2 0 0,-3-2 0 0,2 5 168 0,1 1-67 0,-1 1-34 15,-2-2 242-15,0-1-130 0,0-2-77 0,0-1-46 16,1-7-23-16,-1 0 0 0,0-2 0 0,0-5-177 16,0-2 84-16,0-1 46 0,2 0 24 0,1 0-152 15,8-18 87-15,0-7 37 0,3-2-105 0,-1-3 16 16,-1 1 53-16,2 4-50 0,-3 5 13 0,3-2 13 15,-3 4 9-15,-3 10 142 16,1 0-53-16,-2 2-26 0,-1 4-1 0,-1 2 200 16,0 0-102-16,-2 10-33 0,-1 10 162 0,2 5-91 15,-4 4-57-15,0-1 4 0,0 1 17 0,0-1-25 16,0-8 0-16,0 7-36 0,0-8-127 0,0-3 72 16,2-3 24-16,-1-2-308 0,1-6 164 0,1-1 63 15,2-3 47-15,2-1-446 0,5 0 227 0</inkml:trace>
  <inkml:trace contextRef="#ctx0" brushRef="#br0" timeOffset="58734.75">30942 16284 1227 0,'0'-10'0'0,"0"9"0"0,0 0 0 0,0 1 0 0,0 0 0 0,-1 0 0 0,-3 7 0 0,-1 5 131 0,3 4-53 0,2 11-23 0,0-5 214 16,0 3-118-16,0-2-60 0,2-3-20 0,10 3 54 15,-1-4-45-15,3-1-24 0,-1-4-68 0,6-3 23 16,-3-1 8-16,3-7 13 16,-3-3-134-16,3 0 67 0,5-2 34 0,-7-13-52 15,-1-2 48-15,3-5 15 0,-6 0-45 0,-4-3-119 16,-2-1 79-16,-4-3 6 0,1-2-9 0,-4-3-48 16,0-2 34-16,0 2 31 0,-7 2-98 0,-6 4 63 15,-1 11 23-15,1 2 8 0,-6 6 108 0,3 6-38 16,1 3 1-16,0 0 69 0,-1 9-62 0,5 17-18 15,0 2-1-15,0 3 256 16,1 12-113-16,4-3-73 0,1-1-2 0,-3 13 192 16,4-5-90-16,-3 1-65 0,5 4-43 0,-2-4 0 15,0-6-15-15,3 10-8 0,-1-7-263 0,2-7 131 16,-4-1 66-16,2-2-456 0,2-6 226 0,0-3 129 16,0-3 23-16,0-5-135 0,0-6 106 0,0-5 54 15</inkml:trace>
  <inkml:trace contextRef="#ctx0" brushRef="#br0" timeOffset="59146.66">31484 16147 1026 0,'0'-15'0'0,"0"11"0"0,0 2 0 0,0 1 0 0,0 1 0 0,0 0 0 0,0 0 0 0,0 1 56 0,0 14-37 15,0 9-4-15,2 5 298 0,-1 2-140 0,3 13-70 0,-4-1 72 0,0-4-63 16,0 14-44-16,0-5 0 16,0-1 2-16,0 1-37 0,0-4 0 0,0-8 8 15,0 2-47-15,0-6 0 0,0-7 39 0,0-3-92 16,0-10 46-16,0 0 31 0,0-5-8 0,0-5-27 16,-4-2 0-16,-2 0 21 0,-1-2-85 0,-2-12 47 15,-4-7 0-15,3-4 1 0,-5-3-100 0,2-2 62 16,-2 0 18-16,-2 0-97 0,-2 3 59 0,3 12 32 15,-3 3 8-15,3 3 84 0,-3 7-34 16,3 2-8-16,-1 0-32 0,4 11 89 0,-1 11-40 16,4 1 0-16,5 4 179 0,4-4-95 15,1 8-49-15,0-3-26 0,0-2 174 0,3-1-89 16,5-5-17-16,4 2 37 0,0-6-49 0,1-2 0 16,1-3-40-16,-3-1-113 0,6-4 57 0,-1-2 36 15,2-4-8-15,0 0-357 0,5-2 182 0,-2-10 91 16,0-1-241-16,-1 0 114 0,2-5 93 0,-2-1 22 15,0 0-317-15</inkml:trace>
  <inkml:trace contextRef="#ctx0" brushRef="#br0" timeOffset="59450.85">31682 16433 1126 0,'2'-8'0'0,"1"5"0"0,0-2 0 0,-1 3 0 0,-2 0 0 0,0 2 0 0,0 0 0 0,0 11 0 0,0 6 154 0,0 2-60 0,0 1-31 0,0 4 133 16,0-4-74-16,3 4-48 0,9-7-1 0,3 4 22 15,5-6-31-15,1-1 0 16,0-7 9-16,9-2-8 0,0-3-33 0,2-2 1 16,-2 0 3-16,2-7-4 0,-2-8 9 0,-3-4-80 15,0-1 36-15,-2-1 0 0,-5-2 36 0,-2 0-213 16,-5 2 109-16,0-4 23 0,-7-5 33 0,-1 3-209 16,-2-4 107-16,-3-3 29 0,0 0-62 0,0 2 57 15,-11 3 29-15,-5 6 1 0,2 7 67 0,-5 1-1 16,3 7-44-16,-3 7 301 0,0 1-145 15,1 0-64-15,1 21-39 0,1 12 357 0,2 3-176 0,1 14-55 16,3 15-58-16,0 2 203 16,0 8-125-16,2 18-63 0,0-15-24 0,3 24-8 15,4-9-30-15,1 3 0 0,0 4-286 0,0 4 144 16</inkml:trace>
  <inkml:trace contextRef="#ctx0" brushRef="#br0" timeOffset="72502.69">32233 16555 988 0,'-16'0'0'0,"2"0"0"0,3 0 0 0,3 0 0 0,1 0 0 0,3 0 0 0,-4 0 0 0,5 0 0 0,1 0 0 0,1 0 152 0,1 0-60 0,0 0-29 0,0 0 245 16,0 0-142-16,0 0-67 0,1 0-33 0,10-1 142 16,0-3-87-16,2-3-36 0,1 1 6 15,2 3-30-15,-2-4 1 0,1 4-29 16,1-1-9-16,-4 3 17 0,4-4-9 0,-3 4-73 16,-5 1-110-16,3 0 92 0,-3 0 46 0,-2 0-497 15,-1 0 257-15,-5 0 75 0,0 7 81 0,0 7-375 16,-3 2 211-16</inkml:trace>
  <inkml:trace contextRef="#ctx0" brushRef="#br0" timeOffset="72685.2">32125 16765 1239 0,'-16'10'0'0,"-1"1"0"0,6-1 0 0,1-4 0 0,2-1 0 0,2-1 0 0,3 0 241 16,-1-4-105-16,4 2-51 0,0 0 226 0,0-1-143 15,12 2-68-15,3-2 237 0,6-1-151 0,3 0-77 16,-4 0-30-16,1 0 22 0,3 0-34 0,-5 0 1 15,0 0-36-15,-3 0-290 0,-3 0 153 0,3 0 65 16,-8 0-510-16,1 1 291 0,-1 3 146 0,-5-2-12 16,0 1-279-16,-1 0 169 0,1 1 101 0</inkml:trace>
  <inkml:trace contextRef="#ctx0" brushRef="#br0" timeOffset="72875.69">32346 16725 1294 0,'0'0'0'0,"3"0"0"0,-1 0 0 16,7 0 0-16,-4 0 0 0,1-2 0 0,2-3 0 0,6 0 0 0,1 4 580 0,5-1-266 0,-1-1-144 0,1 2 101 0,0 1-119 15,4 0-60-15,-5 0-29 16,3 0-213-16,-3 0 88 0,-1 4 47 0,-1-1-168 16,-1 2 108-16,-2-1 54 0,-4-1 35 0,-2-1-475 15,-3 2 174-15,1 0 147 0,-6 1-258 0,0 3 13 16</inkml:trace>
  <inkml:trace contextRef="#ctx0" brushRef="#br0" timeOffset="73183.87">32484 16885 1246 0,'-5'5'0'0,"-1"3"0"0,6-2 0 0,-5-4 0 0,0 5 0 0,-1-1 0 0,3 1 0 0,-1 0 0 0,-3 3 345 0,2-2-157 15,0 2-77-15,-3-1-10 0,3 2-34 0,-4-2 8 16,4-2-42-16,-1 1 25 0,1-3 1 0,3-3-27 15,1 2 18-15,1-2-9 0,0 2-9 0,1-3 1 16,9 1-74-16,7 0 37 0,1-2 0 0,4 2 45 16,-1-1-25-16,1 6 17 0,-1-1-24 15,-3 1-21-15,0 5 13 0,-2 0 5 16,-2 4 3-16,-3 2 5 0,-3 1-3 0,-1 1 6 16,-6 1-8-16,1-1-28 0,-2 3-8 0,0 2 39 15,-13-3-30-15,-1-5 0 0,-4 1 26 0,1-2 4 16,-7-1-46-16,0-4 39 0,5-3-7 0,-6-3-113 15,1-2 53-15,3-3 29 0,1 0-10 0,1 0-98 16,6-6 53-16,0-7 36 0,2-7-365 0,5-2 184 16,6-6 104-16,0-3 48 0</inkml:trace>
  <inkml:trace contextRef="#ctx0" brushRef="#br0" timeOffset="73332.47">32460 16906 1231 0,'5'0'0'0,"3"0"0"0,4 0 0 0,-2 0 0 0,-2 0 0 0,3 0 0 0,0 0 0 16,5 0 0-16,2 0 478 0,0 0-223 0,2 0-111 0,2 0 2 0,0 0-57 0,0 3-20 16,-2-3-8-16,-2 0-414 0,-3 0 193 15,-3 0 97-15,0 0-201 0,-6 0 144 16,-3 0 76-16,-1 0 39 0</inkml:trace>
  <inkml:trace contextRef="#ctx0" brushRef="#br0" timeOffset="73657.32">32573 16191 1144 0,'-11'-7'0'0,"8"6"0"0,1-2 0 0,-1 1 0 0,3 2 0 0,-2 0 125 0,-3 5-46 0,4 9-24 15,-3 4 40-15,3 1-31 0,-5 4 9 0,0 4-124 16,1-4 43-16,-3 3 20 0,1-8 0 0,-4 0-106 15,3 0 65-15,-1-4 23 0,-4-4 0 0,5 1 8 16,-2-8 15-16,1 3-1 0,3-1 124 0,1-3-70 16,0-2-26-16,4 0-21 0,1 2 126 0,0-2-62 15,0 0-28-15,9 0 3 16,7 1 59-16,2-1-44 0,2 0-22 0,4 0 49 16,-5 0-27-16,5 3-8 0,-4-3-36 0,1 0-91 15,-2 0 46-15,-2 1 22 0,-4-1-255 0,-3 2 129 16,2-2 74-16,-7 0 6 0,2 0-445 0,-4 0 206 15,-1 0 116-15,-2 0 55 0,0 0-136 0,0 0 104 16</inkml:trace>
  <inkml:trace contextRef="#ctx0" brushRef="#br0" timeOffset="73810.89">32603 16250 1322 0,'-8'0'0'0,"5"0"0"0,1 0 0 0,1 2 0 0,-1 8 0 0,1 2 0 0,1 4 0 0,0 6 0 0,0 0 0 0,-2 5 416 0,0 2-192 0,-3 0-87 15,2 3-7-15,2 1-48 0,-7 0-25 0,5 0 0 16,1 0-305-16,-1-4 149 0,0 2 62 0,3-2 34 16,-2-8-218-16,2-1 127 15,0 0 64-15</inkml:trace>
  <inkml:trace contextRef="#ctx0" brushRef="#br0" timeOffset="74378.42">32757 16550 1136 0,'-8'-3'0'0,"5"1"0"0,1 0 0 0,2 0 0 0,-1 1 0 0,1-2 0 0,0 0 0 0,0 3 201 0,6-4-85 0,8 1-33 0,4 2 235 15,-1-1-142-15,2 0-72 0,-1 2-36 0,1 0 115 16,0 0-67-16,2 0-45 0,-1 0-9 0,1 0 0 16,0 0-29-16,-1 0 0 15,1 0-73-15,-2 0 32 0,-2 0 0 0,-1 0-193 16,-2 0 117-16,-6 0 59 0,2 0 36 0,-2 0-405 16,-2 0 194-16,-3 0 48 0,-1 0 64 0,-1 0-283 15,-1 0 161-15,0 0 93 0,-4 0-66 0,-10 2 75 16,-1 4 38-16</inkml:trace>
  <inkml:trace contextRef="#ctx0" brushRef="#br0" timeOffset="74552.45">32873 16560 755 0,'-6'-2'0'0,"4"2"0"0,-1-3 0 0,3 3 0 0,0 0 0 0,0 0 0 0,0 0 0 0,0 0 289 0,0 8-132 16,0 4-62-16,0 1 266 0,0 1-164 0,0 4-82 15,3 3-33-15,-3 0 122 0,0-1-86 0,0 2-43 16,0 1-21-16,0-1-170 15,0 1 83-15,0 0 28 0,-3-3-376 0,3-1 207 0,-2-2 103 0,-1-8 52 16,3 1-231 0,0-3 63-16,0-4 92 0</inkml:trace>
  <inkml:trace contextRef="#ctx0" brushRef="#br0" timeOffset="74739.73">32991 16569 1792 0,'0'-1'0'0,"1"-2"0"0,-1 1 0 0,0 2 0 0,0 0 0 0,0 0 0 0,0 0 0 0,0 7 0 0,3 11 280 0,-3 4-123 0,0 3-54 15,0 5 70-15,0 4-71 0,0 2-34 0,-6-2 0 16,1 4-35-16,0-4 8 0,2 0-8 0,1 0 68 16,1-3-33-16,1-2-1 0,0-3-34 0,0-3-873 15,0 0 375-15</inkml:trace>
  <inkml:trace contextRef="#ctx0" brushRef="#br0" timeOffset="76153.05">33311 16452 450 0,'-6'-5'0'0,"3"2"0"0,1-1 0 0,0 2 0 0,1 0 0 0,1-3 0 0,-2 4 244 0,2 0-98 0,0-3-60 16,0 4 138-16,0 0-95 0,0 0-49 0,0 0-23 15,0 0 56-15,0 6-44 0,0 10 0 0,2 5-36 16,-2 4 73-16,0 2-37 16,0 5 9-16,0 2-9 0,-3 2-37 0,-7 1 1 15,-1-2 0-15,3 4 0 0,-5-3 8 0,1 1-8 16,2-2-43-16,-1-1 22 0,-2-3-1 0,5-2 22 16,0-9-92-16,-1 1 42 0,6-9 11 0,0-1 1 15,1-2-219-15,0-7 116 0,2-2 37 0,0 0-267 16,0 0 142-16,0-5 82 0,0-14 36 0,2-6-123 15,6-1 76-15,0-5 51 0,-2-3-228 16</inkml:trace>
  <inkml:trace contextRef="#ctx0" brushRef="#br0" timeOffset="76498.13">33233 16602 587 0,'2'-23'0'0,"-2"-2"0"0,2 5 0 0,-1 5 0 0,1 0 0 0,5 1 0 0,0 1 285 16,4 2-131-16,5 1-60 0,0 3 69 0,3-1-65 15,0 3-32-15,3 0 7 0,0 5 122 0,0 0-81 16,-4 0-41-16,1 5 0 0,-5 8 5 0,2 0-14 15,-5 4-9-15,-1 3-61 0,-4 1 0 16,-1 0 39-16,-4 6 0 0,-1-7-83 0,0 9 38 16,-10-3 22-16,-2 0-47 0,-4-1 33 15,-6 1 0-15,0-5 3 0,0 0-84 0,-1-2 26 16,-2-5 32-16,1-3-10 0,4-4 25 0,2-1-10 16,1-1 14-16,2-4 162 0,3 3-78 0,4-3-34 15,0-1 0-15,5 0 245 0,1 0-135 0,0 0-44 16,2 0 63-16,0 0-70 0,0 4-33 0,7-1 7 15,9 4 45-15,-2 1-43 0,2 2-22 0,6 3-1 16,-1 2 99-16,-5 0-52 16,9 4-38-16,-4 0-31 0,-2-2 1 0,3 2-1 15,-1-3 1-15,-5-1-186 0,7 2 88 0,-5-3 49 16,-2-4-148-16,-1 2-161 0,-2-5 165 0,-3-1 47 16,1 0-195-16,-2-4 123 0,1-2 76 0,-2 0 39 15,-2 0-446-15,1-4 234 0</inkml:trace>
  <inkml:trace contextRef="#ctx0" brushRef="#br0" timeOffset="76950.6">33589 16090 900 0,'0'-6'0'0,"0"1"0"0,0 1 0 0,-6 2 0 0,4 1 0 0,-4-1 0 0,2 2 211 16,-2 0-88-16,1 0-46 0,4 3 40 0,-3 11-46 16,0 0-1-16,4 2-41 0,-5 1 4 0,2 1 0 15,0-1 8-15,-2 0-57 0,2-2 25 0,-1-4 0 16,1-1 23-16,-1-3 32 0,4-2-23 0,-2-2-8 15,2-2 68-15,0 1-34 0,0-2 0 0,0 0-35 16,0 0 48-16,8 0-8 0,6 0-39 16,4 0 103-16,-1 0-51 0,1 0-27 15,1 0 9-15,11 0 14 0,-11 0-24 0,-2 9-1 16,1 1-23-16,-2 3-31 0,-2-1 8 0,-4 1 23 16,1 2-75-16,-5 0 37 0,-4-1 1 0,-2 1 37 15,0-3-88-15,0 3 37 0,-2-1 5 0,-8-6-21 16,-5 2 7-16,2-2 1 0,-4-2 0 0,-3-2-17 15,-5-1 11-15,9-1 0 16,-5-2-108-16,-2 0 63 0,2 0 21 0,-1 0 4 16,4 0-248-16,1-2 133 0,4-1 68 0,5-1 32 15,-1-3-149-15,4-5 96 0,3 0 44 0,1-5-352 16</inkml:trace>
  <inkml:trace contextRef="#ctx0" brushRef="#br0" timeOffset="77079.52">33587 16062 1720 0,'3'0'0'0,"1"0"0"0,-3 0 0 0,1 0 0 0,-2 0 0 0,3 0 0 0,-1 0 0 0,-1 0 0 0,16 0 625 15,12 0-300-15,-3-2-146 0,8-2-15 0,1-1-66 16,0 3-33-16</inkml:trace>
  <inkml:trace contextRef="#ctx0" brushRef="#br0" timeOffset="77597.81">33762 17354 1211 0,'-13'0'0'0,"1"0"0"0,12 0 0 0,0 0 0 0,0 0 0 0,0 0 418 0,-5 0-192 0,5 0-97 16,0 0-17-16,0 0-44 0,0 0 0 0,9 0-35 16,-6 0-326-16</inkml:trace>
  <inkml:trace contextRef="#ctx0" brushRef="#br0" timeOffset="84776.23">28243 10755 287 0,'-4'0'0'0,"1"-2"0"0,3 2 0 0,0 0 0 0,-2 0 0 0,2 0 0 0,0 0 0 0,0 0 0 0,0 0 0 0,-2 0-28 0,-3 0 22 0,-2 0 0 0,-3 0 87 15,0 4-30-15,0-1 5 0,-3 4 0 0,3-2 1 16,4 1-33-16,0-4 1 0,2 5 64 0,1-1-22 16,3 1-8-16,0-2-28 0,0 5 35 0,0-4 0 15,0 1-33-15,3-1 100 0,-1 0-54 0,1-3-24 16,-1 1 1-16,0-2 77 0,-1-2-50 0,3 2-17 16,-4-2-9-16,2 0 82 0,-2 0-54 0,0 0-25 15,0 0 48-15,3 0-29 0,-1 0-8 16,0 2-38-16,1-2 43 0,-2 1-21 15,4-1 0-15,-1 0 69 0,0 2-49 0,2-2-21 16,-3 0-1-16,2 2 46 0,0-2-33 0,2 0 8 16,-4 2-21-16,0-2-20 0,4 0 0 0,-5 0-1 15,0 2-26-15,0-2 9 0,-1 0 17 0,-1 0 1 16,2 0 33-16,-1 0-34 0,6 0 1 0,-1 2 30 16,5-2-30-16,2 2-1 0,-1-2 1 0,4 2 33 15,0-1-1-15,-5 3-24 16,5-2-36-16,-6-1 1 0,1 2 26 0,-3 1 1 15,1-3-48-15,-2 1 32 0,-1 1-9 0,-3-1 16 16,2-2-35-16,1 1 38 0,-3 1-8 0,1-2-16 16,1 0 9-16,1 0 10 0,1 0-20 0,3 0 25 15,1 0-13-15,-1 0 7 0,4 2 151 0,1-2-172 16,-1 1 0-16,0 2 0 0,2-2 0 0,-2 3 0 16,2-2 0-16,-3 2 0 0,2 0 0 0,0-1 0 15,-1-1 0-15,2 2 0 16,-2-3 0-16,2 2 0 0,0-2 0 0,0 1 0 15,-2 0 0-15,4 0 0 0,-3 0 0 0,0 0 0 16,2 0 0-16,0 0 0 0,0 1 0 0,-1 0 0 16,1 0 0-16,3-1 0 0,-2 0 0 0,3 0 0 15,-2 0 0-15,8-2 0 0,0 0 0 0,3 0 0 16,0 0 0-16,2 0 0 0,2 0 0 0,-3-2 0 16,1-2 0-16,-2-1 0 0,0 0 0 15,-3 2 0-15,-5 1 0 0,3 0 0 0,2 0 0 16,-5 2 0-16,-2 0 0 0,2 0 0 15,1 0 0-15,0 0 0 0,-1 0 0 0,2 0 0 16,0 0 0-16,2 0 0 0,-3 0 0 0,8 0 0 16,0 0 0-16,0 0 0 0,0 0 0 0,1-2 0 15,1 0 0-15,-3 0 0 0,-3 1 0 0,2-2 0 16,-4 2 0-16,-4 0 0 0,5 1 0 0,-3-3 0 16,-1 3 0-16,-1 0 0 0,6-2 0 15,-3 2 0-15,1-1 0 0,7-1 0 16,-3 2 0-16,1-1 0 0,2-2 0 0,-1 3 0 15,-1-3 0-15,1 3 0 0,-3 0 0 0,-1 0 0 16,-3 0 0-16,2 0 0 0,-3 0 0 0,-1 0 0 16,-2 0 0-16,7 3 0 0,-4 0 0 0,1 0 0 15,-5-2 0-15,10 1 0 0,-2 1 0 0,-2-2 0 16,2 0 0-16,0-1 0 0,-2 3 0 0,0-3 0 16,0 1 0-16,0-1 0 0,1 2 0 15,0 0 0-15,-5 0 0 0,10-2 0 16,-4 2 0-16,1 0 0 0,-1-2 0 0,3 0 0 15,0 0 0-15,2 0 0 0,-2 0 0 0,2 0 0 16,1 0 0-16,1 0 0 0,-1 0 0 0,-1 0 0 16,1 0 0-16,-3 0 0 0,-1 0 0 0,-7 0 0 15,8 0 0-15,-6 0 0 0,1 0 0 0,-1 0 0 16,2 0 0-16,-1 0 0 0,2 4 0 0,3 2 0 16,3-1 0-16,-1 1 0 0,0-1 0 0,3 1 0 15,-2-2 0-15,2-3 0 16,-6 3 0-16,1-2 0 0,-6 2 0 0,-2-2 0 15,-3 0 0-15,2 1 0 0,-10 0 0 0,1-2 0 16,-2 1 0-16,-2 0 0 0,0 0 0 0,-2 0 0 16,-1 0 0-16,0-1 0 0,-2-1 0 0,0 2 0 15,-1-2 0-15,2 0 0 0,-2 2 0 0,-1-2 0 16,1 0 0-16,0 0 0 0,-2 0 0 0,0 0 0 16,0 0 0-16,0 0 0 15,0 0 0-15,0 0 0 0,0 0 0 0,0 0 0 16,0 0 0-16,0 0 0 15,0 0 0-15,0 4 0 0,0 17-691 0</inkml:trace>
  <inkml:trace contextRef="#ctx0" brushRef="#br0" timeOffset="87862.72">9680 17570 1088 0,'0'0'0'0,"0"0"0"0,0 0 0 0,0 0 0 0,0 0 0 0,0 0 0 0,0 0 0 0,0 0 127 0,0 0-48 0,2 0 121 15,5 0-88-15,-1 0-40 0,-1 0 1 0,3 0 122 16,-2 0-81-16,4 0-33 0,1 0-7 0,0 0 27 16,3 0-34-16,-1 0 1 15,2 0 47-15,0 0-33 0,0 0-29 0,2 0 1 16,0 0-12-16,-3 0-9 0,2 0-1 0,-1 0-51 15,0 0 22-15,-2 0 0 0,-1 0 30 0,-3 0-109 16,2 0 63-16,-3 0 18 0,-3 0-12 0,1 2-49 16,-3-2 15-16,-1 0 28 0,0 0-17 0,0 0-129 15,-2 0 55-15,0 0 46 0,0 0-20 0,0 0 27 16,0 0-7-16,-2 0 98 16,-5 0-36-16,0-2 0 0,-4-1-36 0,4 2 150 15,-2 0-68-15,0 1-22 0,-1 0 0 0,3 0 189 16,-1 0-93-16,3 0-58 0,-3 0 0 0,2 0 88 15,3 0-61-15,-1 0-30 0,2 1 68 0,-2 3-50 16,4 1-15-16,0 6-73 0,0-3 0 0,0 6 40 16,0-2-1-16,0 4-35 0,0 1 8 0,2-2 28 15,0 3 0-15,4 1-66 0,-1 0 33 0,1 3 3 16,0-1-19-16,-1 7 0 16,1 0 0-16,-3 5-5 0,1 1 22 0,-2 8-4 15,0-6 12-15,0 11 48 0,-2-3-24 0,0-3 0 16,0 0-23-16,0-5 21 0,0 3-16 0,0-2 2 15,0-2-3-15,0-1-77 0,0-7 38 0,0-3 2 16,0-3 38-16,0-4-118 0,-2-1 53 0,-4-5 19 16,1-1 6-16,-1-3-19 0,1-2 36 0,-1-4 55 15,-2 2-29-15,5-3-13 0,-3 0-18 16,2 0 200-16,1 0-93 0,1 0-40 0,-1 0-26 0,1 0 323 16,2 0-351-16,0 0 0 15,0 0 0-15,0 0 0 0,0 0 0 0,0 0 0 16,0 0 0-16,2 0 0 0,6 0 0 0,3 0 0 15,2 0 0-15,1 0 0 0,0-3 0 0,2 3 0 16,0-1 0-16,2 1 0 0,-1 0 0 0,-1 0 0 16,2 0 0-16,-4 0 0 0,0 0 0 0,-1 0-174 15,-4 0 83-15,3 0 38 0,-5 0-202 16,0 0 98-16,2 0 69 0,1 0 9 0,-1-1-478 16,1-9 262-16,1-4 131 0,-1-2-503 15,2-6 322-15</inkml:trace>
  <inkml:trace contextRef="#ctx0" brushRef="#br0" timeOffset="88062.18">10254 17841 1270 0,'-8'-3'0'0,"8"1"0"0,0 1 0 0,0 1 0 0,2-2 0 0,4 0 230 15,3 2-102-15,5-2 151 0,0 0-123 0,3 2-61 16,-2 0-31-16,6 0 143 0,2 0-91 0,-3 0-42 15,3 0-20-15,-2 0-129 0,-3 0 54 0,-3 2 35 16,2 0-400-16,-4 0 209 0,-4 0 105 0,1 1 53 16,-4 0-599-16,-2 0 253 0,-3 1 149 0</inkml:trace>
  <inkml:trace contextRef="#ctx0" brushRef="#br0" timeOffset="88232.73">10318 18051 1520 0,'0'8'0'0,"-2"-3"0"0,0-1 0 0,2-3 0 0,-2 4 0 0,2-5 0 0,0 0 0 0,0 0 0 0,4 0 0 0,10 2 512 16,4-2-239-16,3 0-112 0,-1 1-68 0,1 1 269 15,1 2-165-15,0 0-82 0,-1-3-224 0,0 3 79 16,-3-2 28-16,2 0-688 0,-3-2 362 0,-3 0 180 16,2 0 91-16</inkml:trace>
  <inkml:trace contextRef="#ctx0" brushRef="#br0" timeOffset="89482.38">11035 17968 500 0,'0'2'0'0,"0"-2"0"0,0 0 0 0,0 0 0 0,0 0 0 0,0 0 0 0,0 0 0 0,0 0 0 0,0 0 114 0,0 0-40 0,0 0-1 0,0 0 62 15,0 0-43-15,0 0 3 0,0 0-31 16,0 0 0-16,0 0-32 0,0 0 25 0,0 0 8 16,0 0-32-16,2 0 0 0,6 0 25 0,1 0 1 0,2 0-26 15,3 0 8-15,-2 0 25 0,4 0-34 16,0 0 1-16,0 0 0 16,0 0 3-16,3 0 5 0,-1 3-8 0,7 2 0 0,0-2 12 15,3 1-12-15,0-1 0 0,6 2-12 16,0-4 11-16,7-1 1 0,1 0 0 0,-9 0-53 15,3 0 27-15,-1 0-5 0,-3-1 29 0,-9-1-83 16,2-2 38-16,-7 2 11 0,-1 1-61 16,-8-2 37-16,0 2 18 0,-2-1-16 0,-5 0-31 15,-1 2 23-15,1 0 0 0,-2 0 16 0,0-3-16 16,0 2-14-16,-5-3 39 0,-3 1-200 16,-3-2 94-16,0 4 32 0,-3 1 18 0,-1 0-342 15,-2 0 186-15</inkml:trace>
  <inkml:trace contextRef="#ctx0" brushRef="#br0" timeOffset="89732.71">11293 18090 609 0,'-12'0'0'0,"6"0"0"0,1 2 0 0,1-2 0 0,1 2 329 0,-1-2-148 0,2 0-74 15,2 0-37-15,0 6 65 0,0 4-42 16,0 4-35-16,0 7 1 0,2 3 0 0,2 6-26 15,1 4 0-15,1 0 7 0,-3 0-43 0,1 0-1 0,-2 0 37 16,1-1-40 0,0-1 0-16,-3-7 48 0,0 6-9 0,0-8-81 0,0-1 41 0,0-1-7 15,0-4-59-15,0-2 31 16,0-4 25-16,-5-5 0 0,5 1-246 0,-1-3 109 0,1-4 69 16,0 0-244-16,0 0 152 0,0 0 73 0,3-15 36 0</inkml:trace>
  <inkml:trace contextRef="#ctx0" brushRef="#br0" timeOffset="90061.34">11502 18159 864 0,'7'-5'0'0,"-4"3"0"0,-1 2 0 0,0 0 0 0,0 0 0 0,0 7 81 0,-2 8-24 0,0 4 139 0,0 8-82 0,0-5-32 16,0 9-9-16,0-6-35 0,0-4-5 15,0 4 0-15,-4-4-26 0,0-5 9 0,3-5 16 0,-3-1 1 16,2-6 0-16,2 1 21 0,-3-3 0 15,1-2 60-15,1 0-45 0,-1 0 1 0,2 0-38 16,0-2 1-16,0-7 3 0,0-1-3 0,10-1 0 16,4 2-1-16,6 2-23 0,-2 0-1 0,3 4 33 15,2 3-52-15,-3 0 21 0,1 0 1 16,3 8-51-16,-7 1 28 0,0 4 16 0,-3 2-90 16,0 2 51-16,-5 0 15 0,-3 2 0 15,-3-1 5-15,0 1-33 0,-3 0 23 0,0-2-9 16,-12 1 29-16,0-3-8 0,-9 3-4 0,4-7-8 15,-4-1-53-15,-2-2 26 0,2-2 1 0,0-2-186 16,0-2 103-16,0-2 38 0,2 0 36 0,2 0-1 0,3-6-217 16,3-3 123-1,4-6-189-15</inkml:trace>
  <inkml:trace contextRef="#ctx0" brushRef="#br0" timeOffset="90234.88">11546 18241 815 0,'5'-8'0'0,"1"4"0"0,-1 1 0 0,4 1 0 0,-4-1 0 16,2 2 349-16,1-1-158 0,4 0-79 0,-2 0 86 0,6 2-87 0,0-2-39 16,4 0 1-16,-2 2-41 0,1 0 27 15,2 0 7-15,-5 0-270 0,2 0 118 0,-6 0 60 0,-3 0 29 16,1 0 0-16,-4 0-327 0,-2 0 174 16,-3 0 47-16,1 0-372 0,-2 2 211 0</inkml:trace>
  <inkml:trace contextRef="#ctx0" brushRef="#br0" timeOffset="90626.83">11527 17337 996 0,'-6'-7'0'0,"5"2"0"0,-1 4 0 0,0 0 0 0,2 1 0 0,-2-3 0 0,2 3 0 0,-2 0 0 0,1 0 86 0,-3 0-27 0,-3 12-56 0,2 1 1 0,-4 7 29 0,0 0 7 16,-3 3-7-16,1 0-63 16,2-5 32-16,-5 2-1 0,3-1 17 15,-1-4 23-15,1-2-8 0,2 0 0 0,-1-4 8 16,3-3-12-16,-2-1-34 0,3-1 154 0,3 1-67 15,1-4-28-15,-1-1 94 0,3 0-58 0,0 0-28 0,0 1 8 16,0 1-37-16,7 1-16 0,7-2 15 16,4 0 1-16,2-1-6 0,2 3 14 15,5-3-8-15,-3 0-34 0,3 2 1 0,-7-2 33 16,4 1-1-16,-3 1-155 0,1 3 73 16,-1-1 39-16,-3 3-360 0,-2 0 185 0,0 1 74 0,-2 1 24 15,-2 0 37-15,-3 1-367 0,-3-2 192 0,-1-1 97 16</inkml:trace>
  <inkml:trace contextRef="#ctx0" brushRef="#br0" timeOffset="90800.14">11561 17308 741 0,'0'0'0'0,"0"0"0"0,0 0 0 0,0 9 0 0,0 6 88 0,0 5-28 0,0 4 1 0,-2 5 179 16,-2 7-96-16,2 5-59 0,0-3-27 0,2 4-70 0,0 0 23 15,0 1 0-15,0-2-298 16,2 8 153-16,4-6 79 0,-4-8 39 0,4-3-393 16</inkml:trace>
  <inkml:trace contextRef="#ctx0" brushRef="#br0" timeOffset="91116.57">11967 17777 983 0,'-8'-4'0'0,"6"1"0"0,0 2 0 0,2-1 0 0,0 2 0 0,0 0 0 0,0 0 0 0,2 0 286 0,10 0-126 0,2 0-64 15,6 0-32-15,4 0 209 0,0 0-111 0,4 0 19 16,0 0-74-16,1 2-37 0,-1-2 0 0,2 0-46 16,-5 0 17-16,5 0-8 15,-2 0-1-15,-3 0-80 0,-4 0 41 0,0-2-1 16,-2 1 49-16,-4-2-296 0,-4 3 133 16,1 0-385-16,-7 0 249 0,1 0 91 0,-4 0 42 0,-1 6-289 15,-1 4 190-15</inkml:trace>
  <inkml:trace contextRef="#ctx0" brushRef="#br0" timeOffset="91310.6">12106 17801 1397 0,'-9'-3'0'0,"3"0"0"0,1 1 0 0,2 1 0 0,-1 1 0 0,1 0 0 0,1 3 0 0,2 12 215 0,0 8-92 0,0 0-45 0,0 3 190 0,2 2-110 16,1 2-66-16,3 2-154 0,2 0 48 15,-3-1 23-15,3-6 0 0,-1-4-315 0,1 0 165 16,-1-6 86-16,1-2 45 0,-3-6-213 0,2 1 81 16,0-8-435-16,-4 0 273 0</inkml:trace>
  <inkml:trace contextRef="#ctx0" brushRef="#br0" timeOffset="91479.14">12243 17833 1361 0,'6'0'0'0,"-3"0"0"0,1 0 0 0,-2 3 0 0,0 10 0 0,-2 3 0 0,0 7 228 0,0-1-98 0,0 3-48 0,0-1 144 16,1 5-101-1,1 2-46-15,0-1-23 0,2 0-158 0,-1 1 67 16,2 0 42-16,-1 0-181 0,1-2 103 0,-1-3 52 16,1-5 26-16,1-4-486 0,2-2 258 0,-5-4 47 0</inkml:trace>
  <inkml:trace contextRef="#ctx0" brushRef="#br0" timeOffset="91731.47">12624 17770 1194 0,'-7'-11'0'0,"7"8"0"0,-2 1 0 0,2 2 0 0,0 0 0 0,0 0 0 0,0 12 110 16,0 7-39-16,0 6 314 0,0 3-176 0,0 6-89 15,0 0-35-15,0 4 85 0,2-1-69 0,0 2-34 16,0-3 0-16,-1 0-124 16,1 0 53-16,0-5 14 0,0 2 1 0,1-4-219 0,-1 0 121 0,0-8 60 15,0-1 37-15,0-7-209 16,-2-1 111-16,0-5-438 0,0-1 247 0,0-5 123 16,0-1 53-16,0-1-205 0</inkml:trace>
  <inkml:trace contextRef="#ctx0" brushRef="#br0" timeOffset="92101.48">12577 17766 1434 0,'0'-21'0'0,"0"2"0"0,8 2 0 0,1-4 0 0,4-1 0 0,1 5 0 0,2-2 0 0,1 5 0 0,1 2 183 0,2 2-75 16,-1 4 69-16,-1 4-64 0,1 2-44 0,-3 0 0 0,2 5-34 15,1 10-2-15,-8 1 0 0,2 5 8 16,-1 4-60-16,-5-1 27 0,-2 1-1 0,-3 1-104 15,0 1 64-15,-2-2 42 0,0 6-9 0,0-4-195 16,-6-4 86-16,-3-1 61 0,0-1-5 0,-4-2-94 16,-2-2 50-16,-2-2 36 15,-3-4-7-15,2-4 42 0,-1-1-7 0,-1-2-8 16,1-2 105-16,0-2-49 0,2 0-23 0,2 0 255 16,4 0-131-16,2 0-64 0,1 0-13 0,2 0 324 15,4 0-152-15,1 0-92 0,1 0-23 0,0 0 101 16,0 0-81-16,9 0-42 0,6 8 167 0,6 0-104 0,-5 4-44 15,7 3-35-15,0 1 1 16,-1 1-1-16,1-1 0 0,1 1-26 0,-5-2-28 0,7 4-8 16,-5-3-255-16,0 2 145 0,-3-3 74 15,-2-1 37-15,-2 0-555 0,2-3 279 0,-4-1 106 16,0-1 78-16,-3-1-503 0,2-1 283 0,-3-1 132 16,0-1-140-16,-3-3 145 0</inkml:trace>
  <inkml:trace contextRef="#ctx0" brushRef="#br0" timeOffset="92490.43">13052 17452 777 0,'0'-5'0'0,"0"-1"0"0,0 5 0 0,0 1 0 0,0 0 0 0,2 0 280 0,4 1-115 0,-3 10 42 16,1 4-87-16,0 8-44 0,-3-1-22 0,-1 3-57 15,0-3 44-15,0 6-8 0,0-7 0 0,0 0-1 16,0-3-80-16,-3-7 40 0,-1-1-14 16,1-2 24-16,1-5 0 0,0-1 30 15,-2-2 62-15,2 0-37 0,2 0 8 0,-1-2-71 0,1-7 114 16,0 0-44-16,0-1-1 0,7 1-30 0,4-1 24 16,4 2-18-16,0 3-33 0,0-1 1 15,2 5 26-15,2-2-1 0,-2 3 9 0,0 0-101 16,-2 6 46-16,0 5 23 0,-3 5-101 0,0 0 55 15,-3 3 25-15,-3 1-49 0,-2 1 34 0,-2-1 7 16,0 0 0-16,-2-1-5 0,0-1 60 0,-4-1-47 0,-7-2 6 16,-2-4 17-16,-3 0-18 15,2-2-3-15,-3-6-69 0,-2 1 35 0,0-4 1 16,-2 0 41-16,-1 0-5 0,1-2-292 16,-1-8 140-16,1-8-316 15,4-2 221-15,2-5 111 0,0 1 55 0</inkml:trace>
  <inkml:trace contextRef="#ctx0" brushRef="#br0" timeOffset="92617.1">12968 17484 1468 0,'2'-8'0'0,"3"6"0"0,0 0 0 0,4 0 0 0,0 1 0 0,0-1 0 0,3 0 0 0,2 0 262 0,5-3-114 0,0 1-58 0,7-2 115 16,-3 0-86 0,0 0-34-16,3-1-31 0,-2 1 0 0,-3 3-65 0,2-1 22 0,-1 3-627 15,-2-2 333-15</inkml:trace>
  <inkml:trace contextRef="#ctx0" brushRef="#br0" timeOffset="93891.86">13546 18062 511 0,'0'0'0'0,"0"0"0"0,0 0 0 15,-1 0 0-15,1 0 0 0,0 0 245 0,0 0-106 0,5-2-45 16,10 1-35-16,4 1 196 0,5-3-111 0,3 2-56 0,3-1 40 0,4-3-39 16,1-2-32-16,1 1 0 15,1 1 21-15,0-1-22 0,-2-2 0 0,-1 5-54 16,-4-1-8-16,-8 3 39 0,0-1 0 0,-2 0-127 16,-4 2 64-16,-6 0 39 0,-1 0-7 0,-2 0-262 15,-3 0 137-15,-2 0 34 0,0 0-127 0,-2 0 62 16,0 0 67-16,-4 0 0 0,-5 0-169 0,-4 0 111 15</inkml:trace>
  <inkml:trace contextRef="#ctx0" brushRef="#br0" timeOffset="94147.22">13854 17655 1153 0,'-9'-13'0'0,"5"7"0"0,0 0 0 0,0 5 0 0,1-2 0 0,1 1 0 0,-2 2 0 0,4 0 0 0,0 16 288 0,0 6-128 0,0 4-63 15,0 4 147-15,2 6-97 0,4 8-61 0,3-4-27 16,1 4 24-16,-1-3-25 16,0-4 8-16,5 11-19 0,-3-7-14 0,-4 2 0 15,3-4 0-15,-6-3-72 0,1 3 44 0,-3 2-8 16,0-8-87-16,0-2 62 0,-2-5 30 16,0-3-1-16,0-4-136 0,0-6 53 0,0-3 44 0,0-6-73 15,-2 1 52-15,-2-5 3 0,2 0 16 0,-1 0-123 16,3 0 66-16,0-9 28 0,0-2-1 0,0-2-288 15,7-2 155-15</inkml:trace>
  <inkml:trace contextRef="#ctx0" brushRef="#br0" timeOffset="94407.58">14311 18090 945 0,'-5'0'0'0,"2"-2"0"0,3 1 0 0,-2 1 0 0,2 0 212 0,0 0-90 0,0 0-45 16,2-3-22-16,12 3 331 0,2 0-168 0,3 0-97 16,7 0-44-16,1 0 147 15,3 0-96-15,2 0-48 0,0 0 9 0,0 0-33 16,-2 0 0-16,0 0-23 0,-2 0-80 0,-1 0 40 16,-7 0 8-16,1 0-197 0,-3 0 115 15,-1 0 57-15,-4 0 28 0,0 0-157 0,-3 0 41 0,0 0 57 16,-5 0-31-16,-1 0-298 0,-1 0 175 0,-1 3 89 15,0-2-242-15,0 3 168 0,-2 1 81 0,0 3 41 16</inkml:trace>
  <inkml:trace contextRef="#ctx0" brushRef="#br0" timeOffset="94833.42">14534 18285 609 0,'-12'3'0'0,"-2"0"0"0,5 1 0 0,-1-2 0 0,1-1 0 0,3-1 0 0,3 0 333 0,1 0-150 0,2 0-67 16,0 0 69-16,5 0-76 0,14-1-38 0,1-8-1 15,3 1-90-15,-2-1 34 0,7 1-8 0,-9 5-117 16,3 1 72-16,-2-1 36 0,-4 3 0 0,-1 0-107 16,-5 8 64-16,-1 3 36 15,-6 6-67-15,-1 0 43 0,-2 2-20 0,0 3 23 0,0 2-10 0,-9 0 24 16,0-8-24-16,-5 1 132 0,1-2-54 0,0-1-29 15,0-5 7-15,0-1 129 0,0-5-64 0,3 1-39 16,1-3-3-16,1-1 133 0,3 0-65 16,3 0-41-16,0 0 29 0,2 0-31 15,0 0 0-15,2 0-22 0,9 0-65 0,4 0 29 16,3 0-1-16,-2 0-37 0,1 0 33 0,0 0 7 16,0 8 26-16,-2 5-141 0,-2 5 65 15,-4 0 32-15,-1 0-3 0,-3 3-108 0,-3 2 60 0,-2 1 12 16,0-4 21-16,-7 0 10 0,-10 1-18 0,4-5-5 15,-6-4 124-15,-5 1-48 0,-1-7-23 0,1-3 94 16,-3-3-55-16,3 0-20 0,-6 0 0 0,2-6-136 16,0-6 53-16,3-7 37 15,1-8 0-15,3 0-361 0,1-15 181 0,6-4 78 16</inkml:trace>
  <inkml:trace contextRef="#ctx0" brushRef="#br0" timeOffset="95167.53">14489 17510 620 0,'0'-15'0'0,"0"5"0"0,-2 5 0 0,0 1 0 0,-2 0 0 0,3 2 327 16,-1 1-147-16,0-1-74 0,2 2-28 0,0 0 48 16,0 15-47-16,-2 6-23 0,0 5 0 0,-1 3-84 15,-3 1 39-15,-2 4-9 0,-1 0-118 0,-2 0 74 16,-3-4 38-16,2-1-1 0,-2-8 7 0,-4 4-8 15,2-12 37-15,2-1-58 16,-2-3 40-16,2-3-35 0,3-5 1 0,1-1 256 0,2 0-112 0,5 0-49 16,1 0-31-16,0 0 254 15,2 0-123-15,0 0-76 0,4 0-29 0,12 0-1 16,7 0-35-16,1 0 30 0,-1 0 9 0,9 0-39 16,0 0 0-16,-2 0-80 0,2 0 40 0,-2 5 0 15,-6-2 48-15,9 6-214 0,-13-6 102 0,4 2 32 16,-3-1-308-16,-1 0 149 0,-2-1 89 0,-4 1 11 15,0 0-269-15,-7-1 167 16,0 2 83-16,-3-3 43 0,-2-1-144 0,-2-1 96 0</inkml:trace>
  <inkml:trace contextRef="#ctx0" brushRef="#br0" timeOffset="95341.07">14532 17474 1573 0,'0'0'0'0,"0"0"0"0,0 0 0 16,0 4 0-16,0 8 0 0,2 3 0 0,4 7 0 0,1 6 258 0,3 11-116 0,-1 1-55 0,-3 3 240 16,1 4-147-16,-1 2-74 0,0 1-93 15,-3-1-9-15,1-2 29 0,0-3-1 0,-1-9-206 16,3 2 103-16,0-2 60 0,-4-1 18 0,0-3-655 16</inkml:trace>
  <inkml:trace contextRef="#ctx0" brushRef="#br0" timeOffset="96645.03">15200 17848 224 0,'-12'-12'0'0,"1"-1"0"0,1 5 0 0,1-2 0 0,0-2 0 0,-1 4 163 0,2-3-57 16,1 4-41-16,1-1 126 0,5 5-79 0,-1 1-40 15,2 1 9-15,0-1 97 0,0 2-73 16,11 0-36-16,8 0 0 0,6 0 46 16,2 0-32-16,3 0-30 0,5 0 159 0,7 0-90 15,-8 0-44-15,12 0-23 0,-13 0 20 0,7 0-9 16,-3-2-33-16,-2-1-103 0,-3 3 51 0,-3-1 27 16,-5 1 7-16,-1-2-225 0,-3 2 121 0,-4 0 61 15,-6 0 16-15,1 0-187 0,-8 0 63 0,1 0 67 16,-4 0-382-16,0 0 210 0,-6 0 104 15,-7 0 52-15</inkml:trace>
  <inkml:trace contextRef="#ctx0" brushRef="#br0" timeOffset="96842.51">15334 17699 897 0,'-7'-2'0'0,"4"1"0"0,-2 1 0 0,1 0 0 16,1 9 0-16,-1 6 0 0,0 6 0 0,4 5 337 0,0 2-152 0,0 4-76 0,0 4-38 0,0 2 159 15,0-1-90-15,0 9-58 16,0-6-17-16,0-4-1 0,2 1-31 0,0-1-1 16,0-4-91-16,1-2 41 0,1-7 26 0,0 0-238 15,0-3 132-15,-2-7 65 0,0-2 41 0,0-3-459 16,0-3 221-16,-1-2 55 0,3-3 72 0,0 0-226 16</inkml:trace>
  <inkml:trace contextRef="#ctx0" brushRef="#br0" timeOffset="97034.03">15549 17790 1600 0,'1'-8'0'0,"-1"3"0"0,0 2 0 0,0 2 0 0,0 1 0 0,0 0 0 0,0 15 0 0,-1 5 0 0,-1 5 0 0,-2 0 196 0,1-1-73 16,-2 10-49-16,3-3-21 0,0 2 1 0,0-4-21 15,1 2-1-15,1-5-209 0,0 4 101 0,0-8 54 16,0 3-354-16,0-5 205 0,0-3 101 15,0-2-214-15,1 0 140 0,1-1-3 0,7-1 58 16</inkml:trace>
  <inkml:trace contextRef="#ctx0" brushRef="#br0" timeOffset="97557.62">16043 18135 398 0,'3'-2'0'0,"1"0"0"0,-2-3 0 0,1-1 0 0,-1-1 0 0,0-4 0 0,1-4 220 16,-1-2-93-16,-1 3-48 0,1-2-23 0,-2-4 2 16,0 4-26-16,0-1 1 0,0 0-22 0,-8 2-1 15,1 0 23-15,-4 2-31 0,-1 3 31 0,-1 3 0 16,-1 3 0-16,-2 2 34 0,-3 2-34 0,1 4 8 15,-3 15-28-15,3 3 63 0,-2 7-8 0,3 2-37 16,2 1 0-16,5 3 89 16,-1-3-48-16,6-3 0 0,5 1 15 0,0-4-27 15,0 1-1-15,2-6-18 0,10 1-30 0,0-3 22 16,3-6-1-16,1 0-32 0,-2-4-1 0,3 0 42 16,-2-8-8-16,-1 1-81 0,0-2 40 0,0 0 0 15,-3-3 18-15,3-9-117 0,-5-5 45 0,2-6 37 16,0-3-7-16,-3-1-56 0,1-1 25 15,-2-4 29-15,1 2-31 0,0-1 24 0,-3 0-11 16,1 3 73-16,-5 7-52 0,1 1 11 16,-2 8-9-16,0 4 177 0,0 0-75 0,0 6-42 15,0 0-12-15,-2 2 227 0,-3 0-100 0,-1 16-65 16,3 4 25-16,-1 2-36 0,2 3 8 0,2 5-45 16,0-3-18-16,0 0 18 0,0 1-1 0,4-1-85 15,1-5 51-15,6 7 14 0,-1-12-1 0,3 1-93 16,-4-3 38-16,3 0 34 0,-3-7-10 0,0 0-285 15,0-3 124-15,0-2 83 16,-2-3-252-16,0 0 158 0,2 0 72 0,-2 0 47 16,-2 0-228-16,2-8 133 0,-1-6 68 0</inkml:trace>
  <inkml:trace contextRef="#ctx0" brushRef="#br0" timeOffset="97879.64">16234 17770 457 0,'-7'-17'0'0,"3"5"0"0,0 2 0 0,3 2 0 0,1-3 383 0,0 3-175 0,0-2-88 16,0 1-35-16,5 1 114 16,10 1-83-16,0 3-42 0,3 0 161 0,1 3-101 15,2 1-43-15,-2 0-33 0,-2 3-2 0,-1 7 1 16,-2 1-24-16,-3 1-102 0,-4 3 59 0,-2 4 17 16,-5 3 0-16,0-1-117 0,0 3 72 0,-14-4 35 15,3-3 8-15,-8 4-83 0,3-7 46 0,-2-1 22 16,-1 1-68-16,5-3 10 0,0-3 29 15,5-2-11-15,0-1 205 0,3-1-83 0,3 0-40 16,1-4 260-16,-1 2-141 0,3-2-48 16,0 1-40-16,3-1 42 0,6 2-35 0,2-2 7 15,4 0-44-15,2 0 53 0,0 0-27 0,-1 0 0 16,2 0-65-16,-2 0 9 0,0 0 30 0,0 0-1 16,0 0-305-16,-2 0 141 0,2 0 79 0,-2 0-608 15,0 0 320-15,-1 2 145 0,0 3 82 16,2 6-397-16</inkml:trace>
  <inkml:trace contextRef="#ctx0" brushRef="#br0" timeOffset="98162.26">16721 17798 1519 0,'-9'-11'0'15,"2"3"0"-15,2 2 0 0,1 0 0 0,-1 0 0 0,1 3 0 0,2 1 0 0,2 0 0 0,-2 1 226 0,2 1-97 0,0 0-48 0,2 6 64 16,0 9-57-16,3 4-19 0,1 6-8 0,-4 1 63 16,-1 2-46-16,1 4-14 0,-2 2 20 0,0 1-18 15,0 7-8-15,0-2-25 0,0-1-35 0,-2 0 35 16,-3 5 0-16,1-9-86 0,1 11 40 0,1-11 22 16,2 2 0-16,0-1-236 0,0-5 124 0,0-7 42 15,0-1 35-15,0-6-376 0,0-4 189 0,0-4 70 16,0-4-240-16,0-3 167 0,0-2 96 0,0 0 43 15,-2-3-79-15,0-18 61 16,-3-1 31-16,0-7-176 0</inkml:trace>
  <inkml:trace contextRef="#ctx0" brushRef="#br0" timeOffset="98572.47">16623 17908 1113 0,'4'-26'0'0,"1"7"0"0,2 0 0 0,4 2 0 0,-2 0 0 0,3 2 0 0,4 0 0 0,0 1 0 0,7 1 0 0,-6 5 299 16,5 0-125-16,1 2-74 0,3 5-34 0,-1 1 126 15,0 0-80-15,-3 7-39 16,-3 7-35-16,2 2-5 0,-5 5 0 0,-5-1-127 16,-1 5 64-16,-7 2 31 0,-3 1 8 0,0 0-72 15,0 3 47-15,-10 0 25 0,-8 0-1 0,-1 0-170 16,-1-2 48-16,-4-2 57 0,-1-5-23 0,0-2 25 16,-1-6-4-16,2-5 0 0,2-1 120 0,-3-4-39 15,2-3-26-15,5 2 246 0,1-3-119 16,6 0-64-16,2 0-14 0,2 0 167 15,5 0-72-15,0 0-58 0,2 0 6 0,0 0 178 16,0 2-108-16,11 7-67 0,7 2-29 0,3 2 77 16,2 4-54-16,2 2-26 0,1 2 70 0,3 1-53 15,1-2-21-15,5 7 0 0,-8-9-67 0,5 5 23 16,-2-4 8-16,-3 0-162 0,2-2 88 0,-5-3 44 16,-6-6 22-16,2 2-111 0,-3-5 45 0,-6-2 34 15,0-1-203-15,-3-2 108 0,-4 0 14 0,-2 0 40 16,-1 0 1-16,1 0 29 0,-2 0-1 0,0 0 0 15,0 0 236-15,0 0-117 16,0 0-60-16,0 0 90 0,-3 0-51 0,1 0-35 16,0 0 9-16,-2 0-99 0,1 0 46 0,2 0 26 15,-1 0 34-15,0 0-672 0,2 3 296 0</inkml:trace>
  <inkml:trace contextRef="#ctx0" brushRef="#br0" timeOffset="99617.51">17212 17677 1086 0,'-13'-7'0'0,"3"1"0"0,3 4 0 0,2 1 0 0,3-2 0 0,0 3 0 0,2-2 0 0,0 1 151 0,0-1-59 0,7-4 53 16,8 2-47-16,4-2-38 0,2 3 1 0,4 1-10 15,-4 2-18-15,0 0-1 0,-1 0 9 0,0 0-83 16,-5 8 37-16,-2 3 0 0,-2 0-75 0,-3 3 56 15,-2-2 37-15,-5 4-9 16,-1-2-134-16,0 4 72 0,0-5 5 0,-12 1 13 16,0 0 6-16,-3-4 1 0,-2-4 1 0,-2 0 71 15,2-2-13-15,-2-2-44 0,3-2 0 0,0 0 215 16,3 0-90-16,3 0-52 0,3 0 180 0,4 0-99 16,1 0-37-16,0 0-34 0,2 0 48 0,2-2-41 15,10 0 1-15,8 2-79 0,2 0 16 16,3 0-1-16,-1 0 24 0,0 11-60 15,1 4 30-15,-8 2 8 0,3 6 22 0,-4 0-177 16,-5 0 63-16,-6 2 52 0,-3 2-175 0,-2-7 99 16,0 6 21-16,-11-2 35 0,-8-6 53 0,-1-2-1 15,-7-1-50-15,-1-5 227 0,-2-2-95 0,-2-6-50 16,-2-2-23-16,3 0 33 0,-1 0-14 0,5-2-1 16,3-4 7-16,4-2-181 0,10 4 93 0,2-1 30 15,5 2-485-15,3 1 238 0</inkml:trace>
  <inkml:trace contextRef="#ctx0" brushRef="#br0" timeOffset="99794.04">17650 18378 2723 0,'-9'-2'0'0,"7"2"0"0,2 0 0 0,0 0 0 0,0 0 0 0,-2-3 0 0,-5-1 0 0,4-7 291 0,1 4-133 0,0-4-62 16,2 0-48-16,0 1-15 0,0 5-1 0,0 1-985 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06T01:27:41.6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14048 11106 785 0,'0'-13'0'0,"-8"3"0"0,3 3 0 0,-1-1 0 0,0 1 0 0,2-2 0 0,4-1 119 15,-3-1-48-15,3 1 1 0,0-1 32 0,0 2-35 16,7-2 0-16,7 1 78 0,2-1-62 0,5 4-26 0,4 1 0 15,-1 2 14-15,0 2-1 0,-1 2-31 0,7 0-8 16,-4 10 1-16,-1 3-1 0,0 2 0 16,-4 5-62-16,-1 3 38 15,-4 1-7-15,-2 7-18 0,-5 1 24 0,-2 3 0 0,-2 10 25 16,-4-8-158-16,-1 9 68 0,0-12 18 0,-10 3 25 16,-4-3-68-16,-5-2 39 0,-6-1 2 0,-3 1 2 15,2-9 79-15,-4-1-25 0,0-4-11 0,-2-5 18 16,2-3-34-16,2-7 3 0,1-1 5 0,6-2-40 15,1 0 47-15,1-4-9 0,7-9-128 16,1-5 63-16,8 0 31 0,3-5 0 0,0-1-205 16,9-2 108-16,12 0 35 0,9-4 38 15</inkml:trace>
  <inkml:trace contextRef="#ctx0" brushRef="#br0" timeOffset="252.72">14632 11037 1062 0,'0'-12'0'0,"0"5"0"0,-6-1 0 0,-5 1 0 0,-4 0 0 0,-1 3 0 0,-4 0 0 0,1 2 156 0,-1 2-66 15,-1 0-28-15,0 10-1 0,1 6 154 0,1 7-91 16,5 7-38-16,0 4-31 0,5-2 132 0,3 5-78 16,6-1-37-16,0 0 67 0,6-3-56 15,12-1-26-15,8 1-31 0,6-7 7 0,0-2-1 16,-2-5 9-16,6-3-236 0,2 0 114 0,-1-6 57 15,-1 0 28-15,-2-2-170 0,-6-3 70 0,4-1 55 16,-9-2-23-16,1-2-385 0,-4 0 203 16,-1 0 107-16,-4-2-224 0,-1-7 170 15,-5-6 80-15,-2-8-166 0</inkml:trace>
  <inkml:trace contextRef="#ctx0" brushRef="#br0" timeOffset="538.93">14795 10787 1064 0,'-11'-30'0'0,"2"5"0"0,3 5 0 0,2 1 0 0,4 0 0 0,0 3 236 0,3 2-102 0,6 3-42 0,5 2 256 0,7 0-158 16,-2 6-78-16,0 1-40 0,2 2 28 0,0 0-25 16,-1 14-8-16,-3 3-34 15,-4 3-49-15,-1 2 24 0,-5 3 0 0,-4-3-198 16,-1 8 107-16,-2-3 58 0,0-4-210 16,-2-3 116-16,-7-1 72 0,-4-2-27 0,-4-4 9 15,-2-1-8-15,0-6 23 0,-3 1-6 0,1-3 266 16,0 2-135-16,3-5-50 0,2 2-28 0,9-3 201 15,0 2-84-15,3-2-62 0,1 0 364 0,3 0-195 16,0 0-95-16,11 0-66 0,11 0 0 0,2-3-28 16,2-6 9-16,5 2-116 15,-3 3 54-15,0 1 27 0,0 1 0 0,-1 2-395 16,-4 0 213-16,4 0 60 0,-4 9 66 0,-1 5-377 16,1 4 198-16,-6 3-408 0</inkml:trace>
  <inkml:trace contextRef="#ctx0" brushRef="#br0" timeOffset="718.48">15088 11158 1775 0,'-17'0'0'0,"8"4"0"0,2-1 0 0,1-2 0 0,3-1 0 0,3 0 0 0,0 2 0 0,11-2 0 0,13 2 501 0,6-2-234 0,4 0-118 0,1 0-57 16,3 0 124-16,-3 0-96 0,5 0-43 0,-4 4-22 15,-4 1-356-15,0 1 168 0,-8 2 90 0,7 1-252 16,-12 0 164-16,1 1 82 0,-6 1 40 0,-4 0-676 15,-6-3 260-15,-2-1 200 0</inkml:trace>
  <inkml:trace contextRef="#ctx0" brushRef="#br0" timeOffset="877.11">15327 11007 1292 0,'-10'-17'0'0,"5"9"0"0,3 2 0 0,0 3 0 0,0 1 0 0,2 2 0 0,0 0 0 0,0 5 0 0,0 16 475 16,2 7-226-16,2 4-108 0,-3 12-54 0,1 2 279 0,-2 5-167 15,0 2-75-15,0 1-194 0,-2-1 51 16,-1-1 26-16,-1-1-196 0,2-3 110 0,1-8 65 16,1 2 19-16,0-8-600 15,1-10 314-15</inkml:trace>
  <inkml:trace contextRef="#ctx0" brushRef="#br0" timeOffset="1045.81">15600 11016 2401 0,'3'-2'0'0,"6"2"0"0,-1 0 0 0,-1 0 0 0,5 4 0 0,-3 9 0 0,5 0 0 0,0 8 0 0,2 0 247 0,-4 1-107 15,1 1-301-15,1 7 105 0,-1-5 41 0,0 0 23 16,-4-4-280-16,4-2 152 0,-3-2 77 0,-1-10 46 16,2 1-759-16,-1-8 362 0</inkml:trace>
  <inkml:trace contextRef="#ctx0" brushRef="#br0" timeOffset="1211.36">15846 10973 1949 0,'2'-29'0'0,"-1"13"0"0,3 5 0 0,-2 1 0 0,1 7 0 0,-1 3 0 0,4 0 0 0,-4 20 0 0,-1 10 0 0,1 12 171 0,-2 4-61 0,0 18 268 16,-5-2-173-16,-6 8-86 0,-5 3-43 0,0 0 0 16,0-11-14-16,-4 16-7 0,3-11-119 0,1-4 49 0,0-10 24 15,2-2 0-15,2-13-517 0,4-11 266 0,3-7 137 16,1-8 69-16,3-8-716 0,1-4 360 0</inkml:trace>
  <inkml:trace contextRef="#ctx0" brushRef="#br0" timeOffset="1479.37">16025 10612 1964 0,'16'-19'0'0,"5"12"0"0,2 1 0 0,2-1 0 0,0 3 0 0,-4 2 0 0,-3 2 0 0,1 0 0 0,-5 4 128 0,2 11-48 15,-5 4-48-15,-4 5 1 0,-5 5 0 0,-2 2-183 16,0 1 91-16,-7-4 46 0,-4-7 31 0,-8 7-8 16,-1-9-139-16,-1 0 81 15,-4-4 40-15,2-6-1 0,0 2-27 0,2-3 24 16,3-4 194-16,9-3-90 0,2 1-62 0,1-2-8 16,5 0 149-16,1 0-81 0,0 0-22 0,12 0-27 15,11-2 49-15,5-2-20 0,1-1-9 0,1 1-28 0,-1 1-156 16,1 1 77-16,0 0 40 15,-4 2-512-15,6 0 263 0,-11 0 104 0,2 9-456 16,-6 4 286-16,-4 5 145 0</inkml:trace>
  <inkml:trace contextRef="#ctx0" brushRef="#br0" timeOffset="1630">16287 11087 640 0,'-27'9'0'0,"8"-1"0"0,3 3 0 0,7-5 0 0,-1-4 0 0,4 0 487 15,4-1-227-15,2-1-105 0,2 0 254 0,21 0-188 16,3 0-94-16,6 0-47 0,4-3-24 0,1-1 121 0,1 0-76 15,2 0-34-15,-3 1-130 0,-1 1 48 16,-3 0 24-16,-6 2-393 16,-1 0 205-16,-4 0 105 0,-5 0 54 0,-4 6-617 15,-5 2 314-15,-4-1 84 0</inkml:trace>
  <inkml:trace contextRef="#ctx0" brushRef="#br0" timeOffset="1800.54">16459 10858 1032 0,'-2'0'0'0,"2"0"0"0,0 6 0 0,0 9 0 0,0 7 0 0,0 6 0 0,0 7 568 0,2 9-272 16,1 2-131-16,-3 3 148 0,0 1-140 0,0 4-70 15,0 1 77-15,0 0-78 0,0-3-34 0,-5-1-1 16,2-4-415-16,3-11 191 0,0-5 102 0,0-4 41 16,1-10-596-16,9-10 322 15,1-7 114-15</inkml:trace>
  <inkml:trace contextRef="#ctx0" brushRef="#br0" timeOffset="2128.67">16816 10778 1476 0,'19'-4'0'0,"0"2"0"0,7 2 0 0,1 0 0 16,-3 0 0-16,3 0 0 0,-6 0 0 0,2 0 240 0,0 0-103 0,-4 7-53 0,-1 3-25 0,-1-1 86 0,-6 4-48 15,0 1-37-15,-3 1 1 0,-2 3-77 0,-4 3 24 16,-2 5 0-16,0 2-21 0,-6 4 19 0,-9 6 0 15,0 1 27-15,-4 5-38 16,-4 0 0-16,-2 4 46 0,0 0-34 0,1-1-21 16,-1-3 0-16,1-3-11 0,7-11 15 0,4-4 16 15,-2-1 3-15,6-7 1 0,4-4 31 0,2-4 4 16,3-2-33-16,0-3 106 0,0-3-52 16,10 1-20-16,6-3 0 0,9 0 135 0,1 0-75 0,4 0-28 15,2 0 4-15,-2 0-25 0,2-3 1 0,-2 1-26 16,0 1-101-16,-7 0 60 0,4 1 16 0,-3 0 0 15,-3 0-336-15,-4 0 160 16,-5 0 94-16,-3 0-612 0,-2 0 331 16,-5 1 162-16,0 0 80 0,-2-1-392 0</inkml:trace>
  <inkml:trace contextRef="#ctx0" brushRef="#br0" timeOffset="2263.3">16905 11126 896 0,'-19'-1'0'0,"8"-1"0"0,7 2 0 0,2 0 0 0,2 0 369 0,0 2-168 15,6 3-84-15,13 3-42 0,3-2 177 0,6 3-114 16,-2-1-52-16,2-3-27 16,2 1 99-16,0 0-62 0,-5-3-24 0,9 1-491 15,-6-4 226-15,-5 0 112 0,0-2-306 0</inkml:trace>
  <inkml:trace contextRef="#ctx0" brushRef="#br0" timeOffset="2501.69">17280 10550 1357 0,'12'-15'0'0,"8"8"0"0,4-1 0 0,-1 3 0 0,-5 3 0 0,5 0 0 0,-2 2 0 0,-3 0 366 15,1 4-170-15,-4 9-82 0,-1 3-41 0,-7 5-12 16,-2 4-28-16,-5-1 8 0,0 5-151 0,-5-4 72 16,-13 0 35-16,-2-5-115 0,-1-3 76 0,0-4 45 15,-4 1-8-15,0-4 51 0,4-5-15 0,-1 1 0 16,5-4-52-16,10-2 159 0,-3 0-65 0,6 0-44 15,1 0-1-15,3 0 88 0,1 0-46 0,13 0 7 16,8 0-144-16,4 0 56 16,3 0 22-16,1 0-463 0,2 0 233 0,3 3 107 15,7 7 59-15</inkml:trace>
  <inkml:trace contextRef="#ctx0" brushRef="#br0" timeOffset="2753.01">18059 10789 1464 0,'-2'0'0'0,"-2"0"0"0,-1 0 0 0,-6 0 0 0,-5 0 0 0,0 0 0 0,-5 0 0 0,-2 5 0 0,-1 8 316 0,-5 5-141 0,0 0-63 0,-7 7-9 15,0-1-36-15,-1 4 1 0,0-2-35 16,5-3-47-16,0-2 20 0,11-6 0 0,6-8 58 16,3 2 0-16,7-5-31 0,1 0 8 0,4-2 36 15,0 0-22-15,4-2 0 0,13 2-22 0,9 0 116 16,2 0-50-16,10 0-37 0,0-1-48 0,3 3 19 15,0 2 0-15,-7 3-146 0,4 0 81 16,-1 7 28-16,-5 1 0 0,-2 1-626 16,0 1 316-16,-3-1 116 0,-5-2 90 0</inkml:trace>
  <inkml:trace contextRef="#ctx0" brushRef="#br0" timeOffset="2909.59">17678 11285 1041 0,'-32'0'0'0,"16"0"0"0,7 0 0 0,2 0 0 0,3 0 0 0,4 0 488 0,0 0-220 0,11 0-121 16,14 0 379-16,5 0-246 16,7 4-124-16,3 3-37 0,-2 2-35 0,10 4-30 15,0-2 1-15,-4-2-290 0,0 3 134 0,-8-2 67 16,5-1 42-16,-4 1-674 0,-1-3 350 0</inkml:trace>
  <inkml:trace contextRef="#ctx0" brushRef="#br0" timeOffset="3089.65">18333 10868 2176 0,'0'-10'0'0,"2"8"0"0,0 0 0 0,0 2 0 0,0 0 0 0,0 8 0 0,0 16 0 0,-2 14 212 0,0 7-89 0,0 14 513 16,0-6-294-16,-10 21-158 0,3-8-76 0,-1-1 41 16,5 1 16-16,-1-4-165 0,2-8 0 0,1 4-242 15,1-6 154-15,0-15 60 0,0-9 31 0,0-10-621 16,0-3 321-16,0-9 165 0,0-6-782 0,0-14 441 15,1-25 220-15</inkml:trace>
  <inkml:trace contextRef="#ctx0" brushRef="#br0" timeOffset="3388.85">18253 10762 1149 0,'0'-20'0'0,"5"4"0"0,10 3 0 0,4-2 0 0,2-2 473 0,3 4-224 0,6 6-108 0,5 1-54 0,9 5 362 15,-5 1-208 1,-3 0-96-16,8 17-61 0,-7 3 48 0,-3 8-49 15,-2 2-26-15,-4 1 1 0,-9-1-119 0,-3 6 43 16,-8 9-192-16,-8-3 121 0,-2 7 61 0,-25 6 31 16,-3-9-305-16,-9 1 158 0,-2-5 86 15,-2-12-37-15,0-9-16 0,9-10 18 0,-5-3 21 0,1-7 9 16,2-1 232-16,6 0-102 0,10 0-49 0,1-5-26 16,8-1 211-16,3-1-97 0,4 3-66 0,2 0 552 15,2-2-281-15,8 2-135 0,12 2 52 16,9 2-42-16,2 0-186 0,10 9 0 0,-4 7 0 15,-2 2 0-15,-3 2 0 16,7 6 0-16,-12-3-213 0,3 3 140 0,-4-2 53 16,-1-1 26-16,-5-6-315 0,3 4 162 0,-6-8 83 15,1 0-776-15,0-5 403 0,-4-3 202 0,-4-5-467 0</inkml:trace>
  <inkml:trace contextRef="#ctx0" brushRef="#br0" timeOffset="3635.19">18809 10478 1233 0,'11'-25'0'0,"17"14"0"0,6 1 0 0,-1 1 0 0,-1 1 0 0,-2 4 367 15,-5 1-166-15,0 3-85 0,-2 3-33 0,-5 9 156 16,-1 7-103-16,-6 2-66 0,-6 10 0 0,-5 3-37 16,0 1 8-16,-9 7-154 0,-12-8 73 0,-3 1 36 15,-4-3 0-15,4-8-57 0,-3-1 54 0,6-6 17 16,3-2-1-16,1-6 69 0,10-3-25 15,1-5-65-15,3 2 28 0,3-3 282 0,10 0-137 0,22 0 20 16,7-6-74-16,9-5-37 16,2 0 8-16,3 2 46 0,-4-1-46 0,-1 6-23 15,2 2 1-15,-2 0-837 0,-8 2 415 0</inkml:trace>
  <inkml:trace contextRef="#ctx0" brushRef="#br0" timeOffset="5392.32">14069 12319 779 0,'0'-9'0'0,"0"3"0"0,0 2 0 0,0-2 0 0,0 2 0 0,0 0 0 0,-2 2 0 0,2 0 131 0,-2 0-50 0,2 0 176 16,0 2-105-16,0 0-63 0,2 0-28 0,7 6 106 16,4 3-67-16,2 4-33 0,4 0 7 0,1 3 20 15,1-1-31-15,0 1 1 0,1 1-32 0,-1 2 81 16,-2 0-31-16,1 1-10 0,-1 1-71 0,-4 0-1 15,1-4 33-15,-4 1-149 16,0 1 82-16,-3-2 30 0,-2-4 0 0,1 0-316 16,-2-3 150-16,-2-4 91 0,-2-1 3 0,1-3-394 15,-1-2 218-15,0 0 110 0,0-2 54 0,1-17-109 0</inkml:trace>
  <inkml:trace contextRef="#ctx0" brushRef="#br0" timeOffset="5582.07">14450 12128 1713 0,'0'-4'0'0,"0"2"0"0,0 2 0 0,0 0 0 0,0 10 0 0,0 6 0 0,-2 9 0 0,2 5 0 0,-2 6 164 0,-2 9-70 15,-3 3-30-15,-3 14 243 0,-1 8-137 0,-2 5-48 16,-2 4-36-16,-2 3-31 0,2-5 0 0,4-3-22 16,-1-5-221-16,5-14 119 0,0-2 47 15,1-15-152-15,2 0 104 0,0-12 51 0,2-5 26 0,0-10-492 0,2-5 239 16,0-5 47-16,0-1 84 15,2-4-318-15</inkml:trace>
  <inkml:trace contextRef="#ctx0" brushRef="#br0" timeOffset="5871.53">14626 11955 1535 0,'2'-11'0'0,"7"7"0"0,3 1 0 0,1 2 0 0,1-1 0 0,-2 2 0 0,3 0 0 0,-1 0 245 0,0 6-106 0,0 5-53 15,2 4 112-15,-2 2-87 16,-1 5-38-16,-4 2-1 0,-1 0-175 0,-6-4 68 16,-2 5 42-16,0-3-8 0,0-1-209 0,-10-5 121 15,-5 0 62-15,-4-3-126 0,-1-6 60 16,-6 1 52-16,6-4-43 0,-1 0 163 0,0-2-75 16,3-1 0-16,7 1 141 0,0-2-80 0,3 2-46 15,5-2-22-15,3 0 437 0,0 2-207 16,1-1-53-16,15-1-75 0,9 0-5 0,0 0-31 15,5 0 0-15,2 0-146 0,4 0 66 0,-2 0 21 16,0 0-1-16,0 0-440 0,-1 0 234 16,-3 0 118-16,-5 0-358 0,5 0 161 0,-6 9 125 0</inkml:trace>
  <inkml:trace contextRef="#ctx0" brushRef="#br0" timeOffset="6047.06">14925 12462 1809 0,'-10'0'0'0,"5"2"0"0,3-2 0 0,2 0 0 0,0 0 0 0,4 0 0 0,17-2 0 0,3-1 0 0,8-3 371 0,7-4-169 0,0 3-84 0,3 1 96 15,-1 2-91-15,-5 3-37 0,1 1-365 0,-3 0 155 16,-2 0 79-16,-2 0 39 0,-4 4-245 0,-5 1 150 16,-1 2 63-16,-4 3 35 0,-5-1-678 0</inkml:trace>
  <inkml:trace contextRef="#ctx0" brushRef="#br0" timeOffset="6233.56">15184 12177 725 0,'-11'-10'0'0,"3"7"0"0,4 1 0 0,1 2 0 0,3 0 0 0,0 5 449 0,0 14-209 0,0 7-95 16,0 11 284-16,0 5-198 0,0 9-99 0,0 3-49 15,0 12 63-15,0-10-48 16,0 14-37-16,0-18 1 0,-4 5-109 0,2-4 40 15,-1-9 0-15,3-9-330 0,0-5 181 16,0-10 94-16,0-7-544 0,0-5 268 0,0-8 167 0</inkml:trace>
  <inkml:trace contextRef="#ctx0" brushRef="#br0" timeOffset="6457.11">15379 12265 1093 0,'14'-18'0'0,"2"6"0"0,5-4 0 0,0 8 0 0,-1 2 0 0,3 4 470 0,-2 2-210 0,5 2-118 0,-2 12-55 16,-1 7 157-16,-4 5-106 0,1 10-52 16,-6-2-19-16,-2 12-2 0,-3-3 0 0,-8-1-168 15,-1 0 68-15,0-7 42 0,0 3-8 0,-15-2-140 16,-1-6 87-16,-5-1 43 0,-6-6 22 0,-1-6-307 16,-4 0 150-16,-2-5 21 0,1-3 55 0,1-3-214 15,2-1 125-15,5-3-66 0,4-2 100 16,6 0 46-16,6 0 23 0,5-2 0 15,4-9-191-15</inkml:trace>
  <inkml:trace contextRef="#ctx0" brushRef="#br0" timeOffset="6663.63">15821 12330 493 0,'13'-16'0'0,"-4"6"0"0,-1 3 0 0,-4 3 0 0,-4 2 0 0,0 1 415 0,-6 1-192 0,-7 0-94 15,-5 4 252-15,-2 14-165 0,-2 5-96 0,-3 6 171 16,3 5-130-16,1 2-64 0,7 3-32 15,5-5 9-15,7 2 96 0,2 1-68 0,0-3-35 16,14-2 6-16,4-1-41 0,7-4 9 16,3-3-8-16,2-2-186 0,2-4 93 0,2-3-374 15,-2-4 233-15,0-3 121 0,-2-2 51 0,-2-6-22 16,-2 0-577-16,-5 0 298 0,3-6 149 0,-7-7 65 16</inkml:trace>
  <inkml:trace contextRef="#ctx0" brushRef="#br0" timeOffset="6942.34">16033 11921 1222 0,'0'0'0'0,"0"0"0"0,2 0 0 0,9-2 0 0,2 0 0 0,6 0 0 0,4 1 242 16,-5 1-104-16,10 0-53 0,-7 0 91 16,6 9-75-16,-4 2-35 0,-2 4-117 0,-3-2 41 0,-4 4 30 15,-2 2-8-15,-8 2-220 0,-4 4 121 16,0 0-21-16,-12 2 28 15,-8-5 51-15,-3-1 19 0,0-3-3 0,-3-4-17 16,2-3 1-16,5-5-30 0,-2-1-29 0,5-2 307 16,5-3-119-16,3 0-58 0,2 0 302 0,2 0-165 15,4 0-48-15,0 0 43 0,13-5-71 0,12-4-35 16,1 2 0-16,4-1-36 0,4 5-44 0,3-4 18 16,2 4-167-16,-2 2 98 0,0 1 47 0,-1 0 25 15,-1 0 7-15,-3 11-648 0,-3 0 269 0</inkml:trace>
  <inkml:trace contextRef="#ctx0" brushRef="#br0" timeOffset="7110.89">16407 12402 1410 0,'-14'0'0'0,"7"3"0"0,3 0 0 0,4-3 0 0,0 0 0 0,4 0 267 0,15 0-117 0,5 0-58 0,9 0 329 15,2-3-185-15,6 0-106 0,-2-3-128 16,3 3-1-16,-6-1 32 0,3 2 0 0,-3-2 8 15,-3 3-257-15,-8-4 124 0,0 4 62 0,-4-1-565 16,-5 2 310-16,-9 0 160 0</inkml:trace>
  <inkml:trace contextRef="#ctx0" brushRef="#br0" timeOffset="7271.98">16643 12135 928 0,'-5'0'0'0,"1"0"0"0,4 0 0 0,0 4 0 0,0 7 0 0,4 8 0 0,3 3 401 15,1 9-189-15,1 9-89 0,-5 2 174 0,0 5-132 16,-3 2-66-16,1 4-25 0,-2-2-8 0,0-1-107 16,0-1 37-16,0-2 0 0,-2-12-143 0,1-5 98 15,-1-1 37-15,2-8-463 0,0-12 254 0,2-4 126 16</inkml:trace>
  <inkml:trace contextRef="#ctx0" brushRef="#br0" timeOffset="7613.58">16979 12104 937 0,'15'-6'0'0,"8"4"0"0,4 0 0 0,2-4 0 0,1 0 0 0,2-3 506 0,0 3-238 0,0 3 138 15,-1 0-190-15,-1 2-92 0,-1 1-46 16,-6 0-22-16,-1 0-1 0,-1 0 30 0,-4 7-30 0,-6 5-41 16,-3 1 19-16,-6 4 0 0,-2 7-1 0,0 3 65 15,-14 9-36-15,-4-3-1 16,-3 4-3-16,-4 6 0 0,-1-2-24 0,0 0 8 0,-2 2-8 15,0-2-19-15,-2-1 18 0,1 1-55 16,1-6 28-16,7-2 8 0,-2-5 19 0,9-8 32 16,3-2 1-16,3-5-33 0,2-2 1 0,4-4 111 15,2-1-60-15,0-1-26 0,2-2 147 0,12 2-205 0,6-3 0 16,1 2 0-16,11-4 0 0,0 0 0 16,0 0 0-16,3 0 0 15,1 0 0-15,-3 0 0 0,0 0 0 0,-5 0-176 0,-4 0 116 16,-1 0 32-16,-2-2 24 0,-7 2-9 0,0 0-355 15,-7 0 143-15,-1 0-565 0,-4 0 378 16,-2-2 190-16,0-2 86 0,-9-6 56 0,-7-6-501 16</inkml:trace>
  <inkml:trace contextRef="#ctx0" brushRef="#br0" timeOffset="7746.22">17152 12432 1935 0,'-11'-7'0'0,"7"5"0"0,2-3 0 0,2 4 0 0,0-1 0 0,6 1 0 0,7 1 0 0,4 0 0 0,7 0 272 15,1 3-120-15,-1 5-60 0,3 3 112 0,-1 3-86 16,2-2-34-16,-2 1-171 0,0 0 60 0,-1-3 30 16,-1-1 0-16,-4-5 29 0,3 0-653 0</inkml:trace>
  <inkml:trace contextRef="#ctx0" brushRef="#br0" timeOffset="8007.52">17552 11940 1963 0,'6'-21'0'0,"9"8"0"0,9 0 0 0,0 2 0 0,1 1 0 0,-2 5 0 0,0 4 0 0,0 1 0 0,2 0 0 0,-4 12 131 0,-7 3-41 0,4 6-33 0,-9 1-21 15,-7 3-3-15,-2 1-85 16,-2-1 43-16,-16 3 28 0,-5-4-45 0,-2-3 29 0,-1-5 1 0,-4-2 28 16,1-7 94-16,5 0-39 15,-3-3-31-15,6-2 0 0,1-2 173 0,10 0-98 16,2 0-49-16,2 0-17 0,2 0 85 15,4 0-58-15,2 0-30 0,17 0-144 0,6 0 57 0,5 0 37 16,2 0-8-16,1 0-226 0,3 0 127 16,1 6 64-16,-1 3-760 0,0 3 359 0,0 3 208 15</inkml:trace>
  <inkml:trace contextRef="#ctx0" brushRef="#br0" timeOffset="8263.83">18386 12073 1727 0,'-7'-6'0'0,"3"5"0"0,-1-1 0 0,-2 2 0 0,-6 0 0 0,-4 3 0 0,-3 13 0 0,-3 5 188 0,-5 7-81 0,3-4-37 15,-3 4-17-15,2 2-21 0,-6 3 1 16,8-6-109-16,-2 1 50 0,1-5 29 0,8-6 0 0,0-4 30 16,8-4 27-16,1-3 8 0,4 0 164 0,3-5-99 15,-1-1-51-15,2 0-24 0,2 0 0 16,9 0 206-16,10 0-120 0,3 0-55 0,4 0 17 15,3 0-37-15,0 0 1 0,3 0-139 16,-2 6 47-16,0 2 28 0,-4 1-1 0,-1 2 28 0,-3 3-521 16,-7 0 268-16,-2 4 123 0,-2 0-816 15,-4 3 441-15,-3-2 219 0</inkml:trace>
  <inkml:trace contextRef="#ctx0" brushRef="#br0" timeOffset="8411.44">18048 12600 2224 0,'-23'0'0'0,"14"-3"0"0,5 2 0 0,4-5 0 0,0-5 0 0,0 1 0 0,11 3 0 0,12 1 186 0,5 4-77 16,2 1-30-16,4 1 147 0,2 0-96 15,1 1-49-15,0 7-151 0,0 1 51 0,-2 2 34 16,-1-2-8-16,-4 4-682 0,-2-1 353 0,-1 1 178 0</inkml:trace>
  <inkml:trace contextRef="#ctx0" brushRef="#br0" timeOffset="8593.94">18597 12235 2275 0,'-4'-11'0'0,"0"5"0"0,2 0 0 0,0 5 0 0,0-1 0 0,0 2 0 0,-2 19 0 0,3 18 349 0,-3 4-158 0,0 10-80 0,1 13-38 0,1-12 138 16,2 16-92-16,0-16-44 15,0 8-80-15,0-5-1 0,0-4 39 0,0-8-493 0,2 0 243 16,-1-5 125-16,1-14 62 15,-2-7-696-15,2-7 321 0,-2-5 204 0,0-5-456 16</inkml:trace>
  <inkml:trace contextRef="#ctx0" brushRef="#br0" timeOffset="8886.69">18467 12156 1216 0,'4'-23'0'0,"12"5"0"0,5 1 0 0,6 2 0 0,1 1 0 0,0 6 0 0,-4 7 440 16,10 1-208-16,-6 4-100 0,-2 15 84 15,-1 7-92-15,-4 4-45 0,-5 4 72 0,-2 4-63 16,-7-2-28-16,-5 4 0 0,-2-2-27 0,0 5-151 16,-16-9 84-16,-9 5 29 0,-3-5-150 0,-6-4 94 15,6-9 47-15,-8-4-66 0,-2-4 30 0,0-4 31 16,3-5-30-16,3-4 293 0,4 0-133 16,7 0-58-16,6 0-43 0,0 0 261 0,9-2-118 15,1 0-69-15,3-1 334 0,2 3-193 0,7 0 55 16,18 5-280-16,7 12 0 0,2 3 0 0,5 1 0 15,1 4 0-15,-5-3 0 0,10 7 0 0,-5-3 0 16,-3-2-535-16,-5-7 301 0,6-2 141 0,-1-5-362 16,-3-6 222-16,-6 1 50 0,-7-3 75 0,-5 0-558 15,-6-2 309-15</inkml:trace>
  <inkml:trace contextRef="#ctx0" brushRef="#br0" timeOffset="9162.94">18781 11854 1762 0,'0'-28'0'0,"18"16"0"0,12 1 0 0,2-2 0 15,-2-1 0-15,-2 7 0 0,0 3 339 0,1 4-153 0,-3 0-68 0,-3 4-47 0,3 11 41 16,-7 7-40-16,0 4-67 0,-7 3 0 0,0 1 36 16,-8 2-8-16,-4 2 0 0,-4 5-195 0,-15-5 97 0,-5-3 49 15,1-4 33-15,-3 0-104 16,0-7 58-16,1-2-8 0,8-7 172 0,0 0-84 15,8-6-23-15,3-1 384 0,0-2-194 16,6-2-95-16,0 0-49 0,11 2 76 0,12-2-50 0,13 0-38 16,4 0 0-16,1 0 220 0,0-2-282 15,-5 0 0-15,2 2-300 0,1 0 183 16,4 0 74-16,-1 0-850 0,-7 0 455 0,-1 0 195 0,-2 0 122 16</inkml:trace>
  <inkml:trace contextRef="#ctx0" brushRef="#br0" timeOffset="9301.58">19697 12678 2456 0,'-1'2'0'0,"1"8"0"0,7-3 0 16,-5-4 0-16,0-2 0 0,-2-1 354 0,0 0-161 0,-2 0-80 0,-12 0-40 0,-1 0-943 15</inkml:trace>
  <inkml:trace contextRef="#ctx0" brushRef="#br0" timeOffset="19961.91">20525 11972 977 0,'-7'-19'0'0,"5"13"0"0,2 5 0 0,0 1 0 0,0 0 0 0,0 0 172 0,0 0-74 0,0 0-33 0,7 0 215 16,9 0-124-16,3 0-61 0,-1 3 91 0,7 7-80 16,-4 3-37-16,0 2 0 0,-1 2-104 0,-1 2 33 15,-5-4 9-15,2 4 26 0,-2-1-229 0,-3-3 114 16,-1-1 58-16,-1-3 28 0,-3-4-239 0,-1-1 126 15,-1-5-5-15</inkml:trace>
  <inkml:trace contextRef="#ctx0" brushRef="#br0" timeOffset="20234.66">20912 11754 1487 0,'6'0'0'0,"-1"0"0"0,2 6 0 0,-6 5 0 0,1 4 0 0,-2 2 0 0,0 6 0 0,0 3 0 0,0 2 189 0,-10-2-82 0,-3 2-38 15,1 0-90-15,-6-1 26 16,1-5 1-16,-1-3 35 0,-5 0-210 0,0-8 101 16,0-4 50-16,2-3 26 0,-8-2-60 0,8 0 47 15,-2-2-44-15,0 0 22 0,4 0-25 16,4 0 26-16,3 0 285 0,5 0-129 0,3 0-74 0,1 0-28 16,3 0 0-16,0 4 0 0,5 0 20 0,13 0 359 15,7-3-191-15,3 1-92 0,4 0-45 0,5-2-17 16,0 0-29-16,2 0 8 0,-1 0-8 0,-3 0-178 15,0-2 88-15,-5 0 46 0,-10 1-585 16,1 1 305-16,-8 0 92 0,-3 0 95 16</inkml:trace>
  <inkml:trace contextRef="#ctx0" brushRef="#br0" timeOffset="20404.74">20593 12302 1712 0,'-13'2'0'0,"4"4"0"0,3-2 0 0,4-3 0 0,2 3 0 0,0-4 0 0,9 2 0 0,16-1 271 0,5-1-111 0,4 0 68 0,7 0-99 16,-2 0-47-16,-3-1-25 0,4 1-52 15,-7 0 9-15,-1 0 19 0,-9 0-1 0,0 0-507 0,-5 6 253 16,-4 2 128-16,-5-3 71 0,-6 3-658 0</inkml:trace>
  <inkml:trace contextRef="#ctx0" brushRef="#br0" timeOffset="20587.25">20776 12175 1505 0,'-5'-2'0'0,"1"2"0"0,4 0 0 0,-2 0 0 0,2 9 0 0,0 6 0 0,0 7 0 0,0 5 237 0,0 1-102 16,0 7-51-16,0-1 91 0,-3 12-76 0,-4-5-33 16,-4 2 0-16,-3 0-42 0,-1-3 8 0,0-8 9 0,-1 2-8 15,-4-6-192-15,3-6 96 0,1-4 47 0,-2-5-420 16,2-6 243-16,2-5 56 0,3-2 76 15,4 0-469-15,3-19 248 0</inkml:trace>
  <inkml:trace contextRef="#ctx0" brushRef="#br0" timeOffset="20727.87">20685 12477 1220 0,'19'0'0'0,"-2"0"0"0,-1 0 0 15,2 8 0-15,-2-3 0 0,1 3 0 0,1 1 0 0,-4 2 370 0,4 0-172 0,-4 3-83 0,3-1-41 0,-4 0 19 16,3 0-30-16,-2-2 8 0,2-3-39 0,-2 0-176 0,4-6 89 15,-2-2 43-15,1 0-444 0,2 0 253 16,2-14 113-16</inkml:trace>
  <inkml:trace contextRef="#ctx0" brushRef="#br0" timeOffset="20878.47">21130 11996 1006 0,'2'4'0'0,"10"4"0"0,4-4 0 0,3 1 0 0,3-5 0 0,3 0 189 0,3 0-79 0,-3 2-30 0,7-2-8 16,-4 0 106-16,-2 0-72 16,-6 2-37-16,3 2-265 0,-2 0 123 15,-6 0 48-15,-2 4 29 0</inkml:trace>
  <inkml:trace contextRef="#ctx0" brushRef="#br0" timeOffset="21070.96">21213 12173 1225 0,'-23'7'0'0,"9"1"0"0,5 0 0 0,2-3 0 0,5 1 0 0,2-2 0 0,0-1 0 0,16 2 0 0,7 0 327 0,6-1-139 0,3 0-82 0,1-3-36 15,1 1 23-15,-2 0-30 0,1 1 0 0,-11 0-176 16,0 0 69-16,-2-2 39 0,-9 1-392 0,-1 1 215 16,-1-3 107-16,-6 0 62 0,-1 0-487 0,-2 0 239 15,-3 0 91-15,-9-8 69 0,-7-4-52 0,2-4 72 16</inkml:trace>
  <inkml:trace contextRef="#ctx0" brushRef="#br0" timeOffset="21246">21365 12147 1002 0,'-21'-19'0'0,"7"7"0"0,-4 5 0 0,4 3 0 0,2 3 0 0,3 1 0 0,0 0 0 0,4 10 0 0,3 5 0 0,2 12 167 15,0 5-67-15,2 8-34 0,6 1 290 0,1 5-154 16,1 7-89-16,0 0 74 0,-1-1-15 0,-2-1-69 16,0-4-35-16,0-9 4 0,-2 1-7 0,-1-5-32 15,-2-2-42-15,-2-6 21 0,0-5 0 0,-4-3 29 16,-8-4-129-16,-2-5 60 0,-4-2 30 0,-2-7 1 15,-4 0-191-15,3 0 113 0,-6-7 2 0,5-8-395 16,3-6 199-16,5-7 118 16,3-4 59-16,10-8-208 0</inkml:trace>
  <inkml:trace contextRef="#ctx0" brushRef="#br0" timeOffset="21419.29">21673 12191 1212 0,'0'0'0'0,"0"2"0"0,6 8 0 0,-1-2 0 0,2-3 0 0,2 1 0 0,0 1 571 0,0 1-273 0,3-1-133 0,0 2 67 15,3 3-100-15,1 0-49 0,-4-2-17 0,2 5-399 16,-1-2 183-16,-1 1 91 0,-3-3-319 0,-2-5 198 16,0 1 103-16,0-3 46 0</inkml:trace>
  <inkml:trace contextRef="#ctx0" brushRef="#br0" timeOffset="21610.98">21930 11934 1602 0,'2'2'0'0,"0"4"0"0,1 11 0 0,-1 3 0 0,-2 11 0 0,0 6 0 0,-5 10 0 0,-8 15 278 0,-4 1-122 16,-3 9-54-16,-3 5 307 0,-5 14-188 0,1-9-94 15,1 1 100-15,1-14-97 0,0 6-41 0,0-4-32 16,4-5-85-16,7-11 30 0,-2-3 0 0,7-10 31 15,2-12-434-15,2-6 213 16,5-11 111-16,0-6-646 0,0-7 359 0,7-5 102 16</inkml:trace>
  <inkml:trace contextRef="#ctx0" brushRef="#br0" timeOffset="21762.76">22060 12306 966 0,'13'-5'0'0,"4"4"0"0,2 1 0 0,2 0 0 0,-1 0 380 0,1 0-173 0,0 0-87 0,-1 0-36 16,3 0 62-16,-1 0-57 0,5 0-28 0,-7 0-69 15,1 4-132-15,0 4 95 0,-5 1 35 0</inkml:trace>
  <inkml:trace contextRef="#ctx0" brushRef="#br0" timeOffset="21911.88">22165 12520 844 0,'-10'4'0'0,"5"0"0"0,5 1 0 0,0-3 0 0,2-2 0 0,13 0 368 0,2 0-167 15,9 0-85-15,-5 0-33 0,9 0 58 0,-4-2-54 16,1 1-28-16,-7 1-193 0,5 0 84 0,-3 0 49 16,-2 0 13-16</inkml:trace>
  <inkml:trace contextRef="#ctx0" brushRef="#br0" timeOffset="22151.78">22495 12255 1381 0,'14'-15'0'0,"4"3"0"0,9-2 0 0,1 3 0 0,4-1 0 0,0 5 0 0,6 3 0 0,-3 4 0 0,1 0 288 0,-2 0-127 0,-8 13-65 0,-1 5-31 15,-7 4-7-15,-3 4 9 0,-7 5-35 0,-6-2-66 16,-2 5 33-16,0 0 0 0,-20 5-85 15,2-8 68-15,-10 6 21 0,-2-7 0 16,-2-1-92-16,-2-5 60 0,4-8-13 0,-7 2 26 16,-1-5-183-16,4-4 94 0,0-5 19 0,4-4-172 15,10 0 105-15,3 0 64 0,6-13 28 0,9-2-85 16,2-8 57-16,7-1 28 0</inkml:trace>
  <inkml:trace contextRef="#ctx0" brushRef="#br0" timeOffset="22328.82">23059 12092 577 0,'2'-13'0'0,"-2"5"0"0,0 3 0 0,0 3 0 0,-14-1 0 0,-2 3 493 0,-9 3-231 15,3 15-106-15,-2 9-66 0,3 7 395 0,4 3-226 16,4 2-114-16,4 4 88 0,4-3-44 0,5 9-83 16,0-7-36-16,16-3-68 0,7-5 0 0,7-4 31 15,0-6-303-15,7 0 147 0,-5-6 78 16,5-7 39-16,3-4-644 0,-2-7 337 0,1 0 76 0</inkml:trace>
  <inkml:trace contextRef="#ctx0" brushRef="#br0" timeOffset="22612.06">23311 12107 1555 0,'-6'-3'0'0,"6"0"0"0,2 1 0 0,11 1 0 0,4-1 0 0,0-2 0 0,2-1 0 0,4 1 0 0,0 3 0 0,2-2 232 0,-4 3-100 0,2 0-49 0,-5 0-75 15,-1 6 33-15,-4 7-8 0,-6 4-1 0,-2 7-37 16,-5 1 0-16,-5 7 46 0,-15 7 55 0,-4-2-32 16,-3 3 0-16,-5 1-31 0,0-1 39 0,-1-1 7 15,-1 0-46-15,-2-1 0 0,1-4-58 0,3-4 29 16,7-7 0-16,3-5-360 0,2-3 184 0,11-7 85 15,0-5 50-15,6-3-503 0,3-1 254 0,0-20 118 16,12-11-262-16,4-7 199 16</inkml:trace>
  <inkml:trace contextRef="#ctx0" brushRef="#br0" timeOffset="22729.75">23297 12244 814 0,'7'-11'0'0,"-4"2"0"0,5 7 0 0,-1 2 0 0,5 0 0 0,-1 6 525 0,6 12-246 0,1 5-115 15,3 2 361-15,2 2-247 0,-1 3-122 0,1-2-62 16,-1 4 65-16,0 0-55 0,-1-2-40 0,-2-2 1 15,-1-3-242-15,0-3 105 0,-4-5 52 16,4-2-666-16,1-4 356 0</inkml:trace>
  <inkml:trace contextRef="#ctx0" brushRef="#br0" timeOffset="22886.33">23674 12160 1067 0,'7'-7'0'0,"12"4"0"0,5 3 0 0,0 0 0 0,3 0 0 0,-3 0 406 0,-2 0-179 0,8 0-101 0,3 0-47 16,-1 0-6-16,-2 3-40 0,-1-2 0 0,-6 1-342 15,-2-1 164-15,-5 2 86 0</inkml:trace>
  <inkml:trace contextRef="#ctx0" brushRef="#br0" timeOffset="23168.57">23831 11832 1263 0,'0'0'0'0,"2"1"0"0,9 18 0 0,3 7 0 0,0 10 0 0,-2 7 0 0,-1 8 263 15,2 12-115-15,-3-1-57 0,-3 2 338 0,0 0-199 16,-1-10-90-16,-1 8-34 0,0-3-37 0,-3-5 0 16,-2-3-36-16,0-6-138 0,0-11 76 0,-2-1 28 15,-10-9-270-15,-1-7 152 0,-6-5 76 16,1-8 37-16,-3-4-340 0,-4-2 177 0,3-15 2 15,0-5 73-15,-3-3-33 0,4-3 47 0,-2 3 15 16,7-1 65-16,2 8-33 0,3-1 0 16,4 2 0-16,5 6 253 0,2-1-135 0,0 1-54 15,8 1 288-15,7 3-163 0,7 1-35 0,-3 3-56 16,4 2-55-16,5-2 23 0,-8 0 0 0,3 3-1 16,5 0 1-16,-3 0 0 0</inkml:trace>
  <inkml:trace contextRef="#ctx0" brushRef="#br0" timeOffset="23288.95">24511 11764 10 0,'3'-14'0'0,"0"5"0"0,-3 5 0 0,0 2 0 0,-8 2 0 0,-13 8 0 0,-5 16 0 0</inkml:trace>
  <inkml:trace contextRef="#ctx0" brushRef="#br0" timeOffset="23437.55">24143 12201 1228 0,'0'-8'0'0,"7"3"0"0,9 3 0 0,0-4 0 0,0 1 0 0,-4 1 0 0,4 0 0 0,-1 2 0 0,5 1 155 0,-1 1-61 16,0 0-281-16,-2 0 113 0,-2 0 46 0,0 0 27 15,-1 0-267-15,-2 1 130 0</inkml:trace>
  <inkml:trace contextRef="#ctx0" brushRef="#br0" timeOffset="23630.37">24338 11992 576 0,'-7'4'0'0,"3"0"0"0,2 4 0 0,0 3 0 0,2 2 0 0,0 2 0 0,0 7 456 0,0 5-203 0,0 6-114 0,4 9 487 15,1-1-297-15,-1 4-148 0,0 2-74 0,-2-5 129 16,-1 8-105-16,2-5-50 15,-3-1-236-15,0-9 94 0,0 4 47 0,0-5 31 16,-6-2-215-16,-2-5 115 0,3-7 58 0,0-7 29 16,1-4-595-16,-3-2 204 0,0-7 191 0,0 0-367 15</inkml:trace>
  <inkml:trace contextRef="#ctx0" brushRef="#br0" timeOffset="23756.04">24226 12374 1188 0,'-2'-4'0'0,"2"2"0"0,0 2 0 0,-5 0 0 0,2 2 0 0,-7 7 0 0,0 5 0 0,-4 3 0 0,1-2 392 16,-6 7-183-16,1-2-89 0,1 1-188 0,-1-2 50 16,6-2 25-16,1-2 9 0,2-7-613 0,4-2 298 15</inkml:trace>
  <inkml:trace contextRef="#ctx0" brushRef="#br0" timeOffset="23895.66">24325 12332 785 0,'9'0'0'0,"3"0"0"0,2 0 0 0,-4 0 0 0,-2 0 0 0,-2 4 190 0,-1 2-83 16,-1 3-37-16,-3 2 381 0,3 3-208 0,0-1-106 16,-1-2-156-16,2 3 22 0,2-5-1 0,-1-2 31 15,3 2-471-15,3-7 234 0,0-2 123 0,6 0 52 16</inkml:trace>
  <inkml:trace contextRef="#ctx0" brushRef="#br0" timeOffset="24374.55">24733 11964 729 0,'1'-15'0'0,"1"3"0"0,0 4 0 0,0 4 0 0,-2 0 0 0,0 2 0 0,0 2 284 0,0 0-129 0,-9 2-62 0,-6 14 29 15,1 4-44-15,-2 1-23 0,2-3 72 0,-3 7-51 16,8-8-22-16,0-1 0 0,0-1-25 0,5-2 3 16,1-3 9-16,3-3-8 0,0 3-9 0,5-4 9 15,8-3 0-15,3-1 20 0,5-2 20 0,5 0-40 16,-5 0 0-16,2 0-23 0,-3 0 22 0,1 0 1 15,-8 0-18-15,1 0-20 16,-6 0 13-16,0 6 1 0,-3 0-162 0,-3-2 85 16,-2 7 41-16,0-2 19 0,-5 0-79 0,-5 1 44 15,-3-1 6-15,0 0 0 0,2 1 37 0,-2-2-11 16,0-1-21-16,0 1 109 0,1-1-45 0,1 0-22 16,4 0-1-16,-1 1 60 0,2 3-27 0,3 1-22 15,1 1 271-15,2 6-130 0,0 3-49 0,0 5-41 16,0 5 193-16,0 9-115 0,2 0-59 15,0-3-20-15,-1 11 139 0,3-8-87 16,0-7-46-16,-1 2-30 0,1-4-13 0,-1-7 8 16,0 2-8-16,-1-5-37 0,-2-5 1 0,0-3 36 15,0-7-130-15,0-1 74 0,-2-4 23 0,-9-2 0 16,-2 0-228-16,0-2 122 0,-8-11 20 0,4 1-9 16,-10-7-331-16,4 3 196 0,-6-5 99 15,-1-2-292-15,-3-3 195 0,8 4 90 0,0-1 56 0,7 9-93 16,-1-2 71-16,4 7 36 0,5 3 46 15,3 1-19-15,2 2 8 0,3 1 1 16,2 1 203-16,0 1-102 0,0 0-51 0,0 0 20 16,4 0-32-16,10 1 1 0,3 4-40 0</inkml:trace>
  <inkml:trace contextRef="#ctx0" brushRef="#br0" timeOffset="24505.2">25092 12364 2091 0,'5'4'0'0,"14"11"0"0,-1 6 0 0,-2 0 0 0,-5-3 0 0,-4 3 344 16,0 3-156-16,2 3-78 0,-2-3 284 0,-2-1-173 16,-1 6-98-16,-2-8-45 0,-2 7-80 0,0-3 0 15,0-5 35-15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1-09T16:02:15.3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11417 6671 1354 0,'0'0'0'0,"0"0"0"0,0 0 0 16,0-3 0-16,0 2 0 0,0-1 0 0,3-2 0 0,1 2 0 0,1-1 0 0,-1-1 0 0,3-1 252 0,2 2-107 0,-2-3-54 0,2 3 103 0,-1-1-83 0,-1 2-36 16,1 0-1-16,1-2 83 15,1 2-60-15,-1 1-20 0,0-1-9 0,1 0 62 16,1 0-45-16,-2 0-1 0,1 2 23 0,1-2-25 15,-2 2-10-15,3 0-34 16,-3 0 66-16,2 0-33 0,1 0 0 0,-3 0 49 0,2 0-46 16,3 0 0-16,-2 0-36 0,4 0 48 0,-3 0-86 15,2 0 0-15,0 0 0 0,-1 0 0 0,2 0 0 16,-2 0 0-16,2 2 0 0,-2 0 0 0,4 0 0 16,-1-2 0-16,0 2 0 0,2 0 0 0,-3-1 0 15,5 1 0-15,0 0 0 0,3-2 0 0,0 2 0 16,3-2 0-16,1 0 0 0,0 0 0 0,2 0 0 15,0 0 0-15,2-2 0 16,0-2 0-16,-2 1 0 0,2-1 0 0,2 2 0 16,0-1 0-16,-1 1 0 0,1-2 0 0,2 1 0 15,-2 3 0-15,0-3 0 0,1-1 0 0,-1 2 0 16,0 1 0-16,1-1 0 0,3 0 0 0,0 1 0 16,-2 1 0-16,6-3 0 0,-6 3 0 0,4-2 0 15,5 0 0-15,-2 1 0 0,2-1 0 0,0 2 0 16,0 0 0-16,-4 0 0 0,12 0 0 0,-5 0 0 15,4 0 0-15,-1 0 0 0,2 0 0 16,-3 0 0-16,2 0 0 0,3 0 0 0,-1 0 0 16,10 0 0-16,-13 0 0 15,9 0 0-15,9 0 0 0,-3-3 0 0,2 1 0 0,-2-1 0 16,1-1 0-16,-5 1 0 0,15-1 0 0,-5 0 0 16,-1 0 0-16,6 1 0 0,-2-1 0 0,2 2 0 15,-2-2 0-15,3 1 0 0,0-3 0 0,-1 0 0 16,5 1 0-16,1 1 0 0,-1-1 0 0,-2 3 0 15,-1-3 0-15,1 2 0 0,3 1 0 0,-2-3 0 16,15 2 0-16,-9 0 0 0,-2 1 0 0,-7 0 0 16,17 0 0-16,-15 0 0 15,15 0 0-15,-3 2 0 0,0-2 0 0,-1 2 0 16,1 0 0-16,-12 0 0 0,24 0 0 0,-10-1 0 16,3 1 0-16,0-2 0 0,-1 2 0 0,-10-2 0 15,23 2 0-15,-9-2 0 0,3 2 0 0,4-2 0 16,-2 0 0-16,-9 1 0 0,21-4 0 15,-7 4 0-15,5-2 0 0,-2 2 0 0,-1-1 0 0,3 0 0 16,0 0 0-16,16 0 0 16,-25 0 0-16,7 2 0 0,0 0 0 0,1 0 0 15,11 0 0-15,-22 0 0 0,8 6 0 0,0-1 0 16,-2 4 0-16,1-4 0 0,3 2 0 0,-3 3 0 16,0-2 0-16,1-1 0 0,1 1 0 0,3-1 0 15,2 0 0-15,-4 1 0 0,1 0 0 0,-1-3 0 16,5 2 0-16,12 1 0 0,-31-2 0 0,14 1 0 15,-3 1 0-15,1 2 0 0,1-2 0 0,-4 2 0 16,0 1 0-16,-2 0 0 16,2 0 0-16,0 0 0 0,5 1 0 0,-6-3 0 15,4 2 0-15,-3-1 0 0,4 0 0 0,2-3 0 16,-2 3 0-16,1-3 0 0,1 1 0 0,-4-1 0 16,5 1 0-16,-1-2 0 0,-18-1 0 0,23 2 0 15,-16 1 0-15,-2 2 0 0,1 0 0 0,-3 2 0 16,-14-3 0-16,16 4 0 0,-13 0 0 0,-1 1 0 15,0-3 0-15,2 0 0 16,-10 0 0-16,1 1 0 0,1-1 0 0,-1 0 0 0,-4-2 0 16,-1-2 0-16,-1 3 0 0,-1-2 0 15,-3 2 0-15,-8-2 0 0,-9-1 0 0,6 0 0 16,-4 2 0-16,-4-1 0 0,-5-2 0 0,0-1 0 16,-3 2 0-16,0-1 0 0,-10 0 0 0,2-3 0 15,-1 1 0-15,-6 1 0 0,0-2 0 0,-11 0 0 16,5-1 0-16,-5 1 0 0,-3 0 0 0,-2-1 0 15,-2 0 0-15,-3-2 0 0,1 2 0 0,-3-2 0 16,0 0 0-16,0 0 0 16,-2 0 0-16,0 0 0 0,-1 0 0 0,1 0 0 15,-1 0 0-15,0 0 0 0,0 0 0 0,-2 0 0 16,0 0 0-16,0 0 0 16,0 0 0-16,0 0 0 0,0 0 0 0,0 0 0 0,0 0 0 0,0 0 0 15,0 0 0-15,0 2 0 0,-11 7 0 0,-17 4 0 16,-8 6 0-16</inkml:trace>
  <inkml:trace contextRef="#ctx0" brushRef="#br0" timeOffset="15132.39">13302 8984 1562 0,'-17'-17'0'0,"4"8"0"0,4 3 0 0,3 2 0 0,4 2 0 0,0-2 0 0,2-1 0 0,0 3 0 0,0-1 0 0,0-2 0 0,8 2 75 0,3-1-1 16,2 2-33-16,2-1 47 0,2-1-36 0,2 0-11 16,2 3 75-16,1-2-38 0,4 0 1 0,-3 0-27 15,7 1 132-15,-4-1-71 0,3 1-35 0,-1 0-1 16,0-1 127-16,2 0-70 16,0 2-52-16,4-1 129 0,-4 0-84 0,2 0-43 0,2-1 0 15,1 2 76-15,6-1-64 0,1 1-57 0,1-3-39 16,0 0 0-16,2 2 0 0,-2 1 0 0,12-3 0 15,-6 0 0-15,-1 0 0 0,4-1 0 0,-1 1 0 16,0-2 0-16,2-2 0 0,4 3 0 0,-2-2 0 16,0-3 0-16,2 3 0 15,-1-3 0-15,1 3 0 0,-1-3 0 0,8 4 0 0,-14-3 0 0,5 3 0 16,3 3 0-16,0 0 0 0,-1-2 0 16,-1 3 0-16,0 2 0 0,8 0 0 15,-13 0 0-15,5 0 0 0,-1 0 0 0,-3 5 0 16,1 2 0-16,3 0 0 0,-1-1 0 0,2 1 0 15,-4 3 0-15,4-5 0 0,-1 3 0 0,3-5 0 16,1 3 0-16,4-2 0 0,-2-2 0 0,1-2 0 16,3 2 0-16,0-2 0 0,-8 0 0 15,16 2 0-15,-9-1 0 0,1-1 0 0,0 4 0 16,-1-4 0-16,-3 2 0 0,16 2 0 16,-6-4 0-16,-1 2 0 0,1 0 0 0,1-2 0 15,0 1 0-15,3-1 0 0,-2 0 0 0,15 0 0 16,-14 0 0-16,7 0 0 0,3 0 0 0,9 0 0 15,-7 0 0-15,-1-1 0 0,6-1 0 16,2 0 0-16,-12 0 0 0,22-2 0 0,-10 3 0 0,0-3 0 16,1 0 0-16,5 0 0 0,-12 0 0 15,21 3 0-15,-9-3 0 0,-3 2 0 16,1 0 0-16,1 0 0 0,-9 2 0 0,18-2 0 16,-12 2 0-16,-1 0 0 0,-3 0 0 0,-3 0 0 15,14 0 0-15,-11 0 0 0,-2 0 0 0,-2 0 0 16,1 4 0-16,-9-4 0 0,18 4 0 0,-6-4 0 15,-4 0 0-15,-2 0 0 0,1 0 0 0,-11 0 0 16,16 0 0-16,-7 0 0 0,2-4 0 0,-13 0 0 16,8-5 0-16,-1 0 0 0,-3-1 0 0,0-3 0 15,0 2 0-15,0-3 0 0,-6-1 0 16,-11 4 0-16,9-6 0 0,-20 6 0 16,1-2 0-16,-8 0 0 0,-11 0 0 0,-9 4 0 15,-4-1 0-15,-10 4 0 0,-6-3 0 0,-3-1 0 16,-10 1-34-16,-21 2-99 0</inkml:trace>
  <inkml:trace contextRef="#ctx0" brushRef="#br0" timeOffset="67361.32">15312 11064 1322 0,'-6'-6'0'0,"1"5"0"0,1-1 0 0,0-1 0 0,0-1 0 0,2 0 0 0,0 1 0 0,0-7 0 0,1 3 0 0,1-1 0 0,-2 2 258 0,2-1-109 0,0 0-55 16,0-3-27-16,0 0 161 0,0 5-99 0,0-2-45 15,0 3 192-15,0 0-117 16,0-2-60-16,2 4-20 0,-1-2 67 0,1 3-53 16,-2-1-27-16,2 0 0 0,-2 0 123 0,2 0-65 15,1 2-47-15,-2 0 104 0,1-2-136 0,0 0-45 16,2 0 0-16,-1 2 0 0,-1-1 0 0,0 1 0 16,2-2 0-16,-1 2 0 0,-1 0 0 0,0 0 0 15,3 0 0-15,-4 0 0 0,3 0 0 0,-2 0 0 16,1 0 0-16,1 0 0 0,-2 0 0 0,3 0 0 15,1 0 0-15,0 0 0 0,0 0 0 0,-1 0 0 16,1 0 0-16,1 0 0 16,1 2 0-16,-2-2 0 0,1 1 0 0,0 1 0 15,1-2 0-15,-2 2 0 0,1 0 0 0,0 2 0 16,-1-2 0-16,2 1 0 0,-1-1 0 0,1 2 0 16,-3 0 0-16,3 2 0 15,3-1 0-15,-5-1 0 0,3 0 0 0,3 1 0 0,-1 1 0 0,-1-2 0 16,-1 0 0-16,4 0 0 15,-2-3 0-15,2 3 0 0,-2 0 0 0,1-1 0 0,-1-1 0 0,3 2 0 16,-5-2 0-16,3 2 0 16,0-2 0-16,-1 1 0 0,-2 0 0 0,5-2 0 15,-3 1 0-15,0 2 0 0,1-2 0 0,-1 0 0 16,1 0 0-16,0 0 0 0,1-2 0 0,1 1 0 16,-2-1 0-16,4 0 0 0,-3 0 0 0,0 0 0 15,0 0 0-15,0 0 0 0,1 0 0 0,-2 0 0 16,0 0 0-16,1 0 0 0,-2 0 0 0,3 0 0 15,-2 2 0-15,2-2 0 0,-3 0 0 0,4 0 0 16,-2 0 0-16,3 0 0 16,0 0 0-16,0 0 0 15,2 0 0-15,-1 0 0 0,1 0 0 0,0 0 0 0,1-2 0 0,-3 1 0 16,3-1 0-16,-1 0 0 0,2 0 0 0,-1 2 0 16,1-2 0-16,-1 0 0 0,6 0 0 0,-5 0 0 15,2 1 0-15,1-2 0 0,4 2 0 16,-7-1 0-16,4 0 0 0,5 0 0 0,-3 0 0 0,-1 0 0 15,3 0 0-15,-3 2 0 16,0-2 0-16,3 0 0 0,2 1 0 0,-1-1 0 16,1 0 0-16,-2 0 0 0,-4 2 0 0,10-2 0 15,-4 0 0-15,4 1 0 0,0-2 0 0,-1 2 0 16,2 1 0-16,-1-2 0 0,2 2 0 0,-3-2 0 16,4 2 0-16,-3 0 0 0,-1 0 0 0,1 0 0 15,0 0 0-15,1 0 0 0,1-2 0 16,-2 2 0-16,2-2 0 0,0 2 0 0,1 0 0 0,6-2 0 15,-1 2 0-15,-1 0 0 16,-4-2 0-16,10 2 0 0,-4-2 0 0,-1 0 0 16,1 1 0-16,-6 1 0 0,11-2 0 0,-7 0 0 15,-4 0 0-15,3 2 0 0,5 0 0 0,-6 0 0 16,7 0 0-16,-4 0 0 0,-1 0 0 0,-4 0 0 16,2 0 0-16,0 0 0 0,-1 0 0 0,-2 0 0 15,0 0 0-15,-4-2 0 0,0 2 0 0,-6 0 0 16,0 0 0-16,-2 0 0 15,-3-2 0-15,-4 2 0 0,0 0 0 0,-6 0 0 0,-1-1 0 0,-3 1 0 16,-3-2 0-16,-3 2 0 16,1 0 0-16,0-2 0 0,-2 2 0 0,0 0 0 15,0 0 0-15,0 0 0 0,0 0 0 0,0 0 0 16,0 0 0-16,0 0 0 0,0-2 0 0,0 0 0 16,0 2 0-16,0 0 0 0,0 0 0 0,-4 0 0 15,-3 8-532-15</inkml:trace>
  <inkml:trace contextRef="#ctx0" brushRef="#br0" timeOffset="122712.57">8832 15518 1604 0,'-12'-6'0'0,"5"3"0"0,-2 2 0 0,3 0 0 0,0-2 0 0,0 1 0 0,3 1 0 0,-1-1 0 0,2 0 0 0,1-1 0 0,-1 3 210 0,2-1-85 0,0 1-33 0,0 0-10 16,0 0 5-16,0 0 0 0,0 0-47 16,0 0 87-16,0 0-34 0,0 0-10 0,0 0-43 0,0 0 47 15,0-2-1-15,2 2-46 0,1 0 95 0,3-2-53 16,-1 2 1-16,2 0-43 16,-2 0 55-16,0-1-27 0,1 1 10 0,-1 0-38 15,2 0 48-15,-2 0 0 0,1 0-48 0,-1 0 35 16,2 0-10-16,-2 0-25 0,1 0-9 0,-1 0-31 15,0 0 0-15,3 0 0 0,-5 0 0 16,6 0 0-16,-4 0 0 0,2 0 0 0,-3 0 0 16,1 0 0-16,2 0 0 0,-2 0 0 0,1 0 0 0,-1 0 0 15,1 0 0-15,-1 0 0 0,3 0 0 16,-2 0 0-16,-1 0 0 0,3 0 0 16,-3-2 0-16,1-1 0 0,3 3 0 0,-4-1 0 15,1 0 0-15,3 1 0 0,-2-3 0 0,-2 1 0 16,5 2 0-16,-2-2 0 0,-1 2 0 0,1 0 0 15,-1 0 0-15,1 0 0 0,-1 0 0 0,2-1 0 16,0 1 0-16,1 0 0 0,0 0 0 0,-1 0 0 16,1-1 0-16,-1-3 0 0,-2 2 0 0,2 2 0 15,1-1 0-15,-1-1 0 0,-3 0 0 0,1 0 0 16,1 1 0-16,-2-1 0 16,1 2 0-16,0 0 0 0,0 0 0 0,0 0 0 15,2-2 0-15,-2 2 0 0,5 0 0 0,-4 0 0 16,2 0 0-16,2-2 0 0,-3 2 0 0,4-2 0 15,1 2 0-15,-5-3 0 0,6 2 0 0,-2-1 0 16,1 2 0-16,0 0 0 0,4 0 0 16,-4 0 0-16,4 0 0 0,-2 0 0 0,3 0 0 0,-1 0 0 15,2 0 0-15,1 0 0 0,0 0 0 16,4 0 0-16,1 0 0 0,-1 0 0 16,2 0 0-16,-6 0 0 0,9 0 0 0,-3 0 0 15,1 0 0-15,-1-1 0 0,1-2 0 0,-3 1 0 16,6 1 0-16,-1-2 0 0,-1 2 0 0,3-1 0 15,-2 0 0-15,0 0 0 0,0-2 0 0,0 1 0 16,0-1 0-16,-3 3 0 0,7-2 0 0,-6 2 0 16,7-2 0-16,-3 2 0 0,0-1 0 15,1-1 0-15,-1 2 0 0,0 0 0 0,2-2 0 0,1 1 0 16,-1 0 0-16,3-2 0 16,2 2 0-16,-4 1 0 0,3-3 0 0,-3 3 0 15,3-1 0-15,0 0 0 0,1 2 0 0,4 0 0 16,-3-2 0-16,1 2 0 0,0 0 0 0,1-3 0 15,-5 3 0-15,12 0 0 0,-6-6 0 16,4 5 0-16,0-3 0 0,0-1 0 0,-4 1 0 16,12-3 0-16,-3 1 0 0,-1 1 0 0,0-3 0 15,-1 2 0-15,1-1 0 0,-1-1 0 0,1 3 0 16,0-1 0-16,-2 0 0 0,2 2 0 0,-7 1 0 16,13 1 0-16,-4 0 0 0,-2 1 0 0,-1-2 0 15,-1 1 0-15,2 1 0 16,-3-1 0-16,2 2 0 0,-2-3 0 0,1 2 0 0,-1-1 0 0,-4 1 0 15,6-2 0-15,0 1 0 16,-1 1 0-16,-3 0 0 0,2-3 0 0,-9 3 0 16,8-1 0-16,-6 0 0 0,-5 0 0 0,1 0 0 15,1 2 0-15,-4-2 0 0,0 2 0 16,-2 0 0-16,-2 0 0 0,0 0 0 0,-5 0 0 0,0 0 0 16,-2 0 0-16,0 0 0 0,-5 0 0 0,-3 0 0 15,-4 0 0-15,1 0 0 0,-5 0 0 0,-1 0 0 16,-2 0 0-16,-3 0 0 0,1 0 0 0,0 0 0 15,-2 0 0-15,0 0 0 16,0 0 0-16,0 0 0 0,0 0 0 0,0 0 0 16,0 0 0-16,0-1 0 0,0 1 0 0,0-2 0 15,-4 2 0-15,1 0 0 0,-1 0 0 0,-3 0 0 16,-1 0 0-16,-3 11 0 0,-4 7-644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1-09T16:05:05.6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11890 11814 1420 0,'-4'-2'0'0,"2"0"0"0,0 1 0 0,-1 1 0 0,3 0 0 0,0 0 0 0,-2 0 0 0,2 0 0 0,0 0 0 0,0 0 0 0,0 0 142 0,0 0-52 0,0 0-25 0,0 0 9 16,0 0 16-16,0 0-26 0,0 0 1 0,2 0 2 15,0 0 1-15,-1 0-20 0,3 0-9 0,-2 0 43 16,0 0 0-16,-1 0-43 0,1 0-1 0,0 0 112 16,0 0-60-16,0 0-26 0,0 1 56 0,-1-1-41 15,2 0 10-15,-1 0-50 0,0 0 45 0,1 0 1 16,-1 0-46-16,0 0 36 15,2 0-27-15,-3 0-9 0,3 0 0 0,0 0 33 16,-2 0-33-16,2 0-1 16,0 0 11-16,-2 0 40 0,1 0-26 0,1 0 1 0,0 0-60 0,-1-1-4 15,3-1 0-15,-3 0 0 16,4-2 0-16,-2-1 0 0,1-1 0 0,-1 2 0 16,-1 0 0-16,2 1 0 0,-2 0 0 0,-1 0 0 15,1 1 0-15,0-2 0 0,-1 2 0 0,3 1 0 0,-3-3 0 0,2 2 0 16,1-2 0-16,-1 2 0 15,2-6 0-15,1 3 0 0,-2 1 0 0,-1-2 0 16,1 3 0-16,-1-1 0 0,-1 2 0 0,1 0 0 16,0-1 0-16,1 2 0 0,-1-2 0 0,-1 1 0 15,1 0 0-15,0 0 0 0,2 1 0 0,0-2 0 16,-1 3 0-16,1 0 0 0,1-2 0 0,-1 2 0 16,1-1 0-16,1 1 0 0,1 0 0 0,1-2 0 15,-4 0 0-15,0 0 0 0,3 1 0 0,-2 1 0 16,-1 0 0-16,-2 0 0 15,4 0 0-15,-4 0 0 0,2 0 0 0,1 0 0 16,0 0 0-16,-1 0 0 0,0 0 0 0,3 0 0 16,0 0 0-16,1 0 0 0,-2 0 0 15,1 0 0-15,1 0 0 0,0 0 0 0,-1 0 0 0,-1 0 0 16,3 0 0-16,0 1 0 0,-3 1 0 0,5 0 0 16,-3 0 0-16,0-1 0 0,3 4 0 0,-3-4 0 15,-1 3 0-15,6-2 0 16,-3 1 0-16,0-2 0 0,2 0 0 0,-1 1 0 15,2 0 0-15,-2 0 0 0,0 0 0 0,4 2 0 16,-4-3 0-16,4 2 0 0,-2 0 0 0,-1-2 0 16,2 2 0-16,0-1 0 0,-2 0 0 0,2-2 0 15,-1 1 0-15,0-1 0 0,1 3 0 0,-2-3 0 16,-1 1 0-16,4-1 0 0,-1 0 0 16,-2 0 0-16,0 0 0 0,2 0 0 0,0 2 0 0,-3-2 0 15,4 0 0-15,-2 0 0 16,2 2 0-16,-2-2 0 0,3 0 0 0,2 0 0 15,-1 0 0-15,-1 0 0 0,2 0 0 0,-1 0 0 16,1 0 0-16,0 0 0 0,1 0 0 0,1 0 0 16,3 0 0-16,-5 0 0 0,5 0 0 0,-5 0 0 15,3 0 0-15,-1 0 0 0,-1 0 0 0,3 0 0 16,-3 0 0-16,1 0 0 0,1 0 0 0,-3 0 0 16,5 0 0-16,-1 0 0 15,-3 0 0-15,0 2 0 0,7 0 0 0,-5 0 0 0,1 2 0 16,1-2 0-16,-2 1 0 0,-1-1 0 15,3 2 0-15,1-2 0 0,-1 2 0 0,2-1 0 16,0 1 0-16,2-3 0 0,0-1 0 0,0 0 0 16,0 0 0-16,-2 3 0 0,2-3 0 0,-3 2 0 15,3-1 0-15,-2 2 0 0,0-2 0 0,2 1 0 16,-1 0 0-16,1-1 0 0,-2 2 0 0,0-1 0 16,2 0 0-16,0-2 0 0,0 0 0 0,2 1 0 15,0-1 0-15,0 2 0 16,0-2 0-16,0 2 0 0,0-2 0 0,2 0 0 15,-1 0 0-15,1 0 0 0,0 0 0 0,-1 0 0 16,1 0 0-16,0 0 0 0,1 0 0 0,0 0 0 16,-1 0 0-16,1 0 0 0,1 0 0 0,-1 0 0 15,9 0 0-15,-10 0 0 0,3-2 0 0,1 2 0 16,-1-2 0-16,1 2 0 16,0 0 0-16,-1-1 0 0,0-1 0 0,2 0 0 0,-2-1 0 0,0 3 0 15,1-1 0-15,-1-1 0 16,1 2 0-16,5-2 0 0,-7 1 0 0,7-2 0 15,-7 3 0-15,3-1 0 0,-2-1 0 16,1-1 0-16,0 2 0 0,3-1 0 0,-7 0 0 0,3 0 0 16,2 1 0-16,-2-2 0 0,-2 0 0 0,3 1 0 15,-1 0 0-15,7-2 0 0,-5 3 0 0,0-1 0 16,-5 0 0-16,4 0 0 0,-2 0 0 16,1 0 0-16,-3 0 0 0,0 0 0 15,-3 0 0-15,1 1 0 0,0 1 0 0,-3 0 0 0,2 0 0 16,-2-3 0-16,-3 2 0 0,2-1 0 15,-3 2 0-15,-2 0 0 0,-1 0 0 0,2 0 0 16,-3 0 0-16,-1 0 0 0,-1 0 0 0,1 0 0 16,-3 0 0-16,1 0 0 0,-4 0 0 0,2 0 0 15,-4 0 0-15,0 0 0 0,-1 0 0 0,-2 0 0 16,0 0 0-16,0 0 0 0,-2 0 0 0,2 0 0 16,-1 0 0-16,-4 0 0 15,1 0 0-15,1 0 0 0,-3 0 0 0,1 0 0 0,0 0 0 0,-2 0 0 16,2 0 0-16,-2 0 0 15,0 0 0-15,1 0 0 0,-1 0 0 0,2 0 0 16,-2 0 0-16,0 0 0 0,-1 0 0 0,1 0 0 16,0 0 0-16,-2 0 0 0,0 0 0 0,0 0 0 15,0 0 0-15,0 0 0 0,0 0 0 0,0 0 0 16,0 0 0-16,-11 0 0 0,-8 6 0 16,-9 20 0-16</inkml:trace>
  <inkml:trace contextRef="#ctx0" brushRef="#br0" timeOffset="1452.55">10429 14466 1914 0,'0'0'0'0,"0"0"0"0,0 0 0 0,0 2 0 0,0 0 0 0,2-1 0 0,-1 1 0 0,1 1 0 0,4-2 0 0,-1-1 0 0,2 2 121 16,3-2 195-16,0 0-137 0,2 0-58 0,0 0-44 0,1 0 195 15,2 0-114-15,-2 0-59 0,1 0 57 16,-1 0-46-16,1 0-39 0,0 0-1 0,0 0 131 15,4 0-135-15,-4 0-66 0,4 0 0 0,-1 0 0 16,3 0 0-16,-1 0 0 0,1 0 0 0,7-2 0 16,-5-5 0-16,7 1 0 0,-1-1 0 0,-2 1 0 15,1 2 0-15,-2 0 0 0,-2 2 0 16,7-3 0-16,-3 1 0 0,-3 3 0 0,3-4 0 0,-1 4 0 16,-4-1 0-16,8 2 0 0,-4 0 0 0,3 0 0 15,-1 0 0-15,2-2 0 0,0 0 0 0,0 2 0 16,2-3 0-16,0 2 0 15,2 0 0-15,-1-2 0 0,3 2 0 0,-2 1 0 16,-1 0 0-16,2 0 0 0,-1 0 0 0,-1 0 0 16,-1 0 0-16,2 4 0 0,0-2 0 0,-1 3 0 15,3-1 0-15,-2 0 0 0,4-1 0 0,-2 1 0 16,6 0 0-16,-1-3 0 16,5-1 0-16,-7 2 0 0,12 0 0 0,-6 0 0 0,0-2 0 15,0 1 0-15,1 2 0 0,-5-3 0 0,8 0 0 16,-6 0 0-16,2 4 0 0,-2-2 0 0,2 1 0 15,4 1 0-15,-3 0 0 0,2-1 0 0,1 3 0 16,-1-2 0-16,0 1 0 0,2-3 0 0,1 2 0 16,0-2 0-16,1 1 0 15,3 0 0-15,-1 0 0 0,5-1 0 0,-3 2 0 16,1 0 0-16,0-2 0 0,1 1 0 0,1 1 0 16,1 0 0-16,-2 0 0 0,6-1 0 0,-4 1 0 15,4 0 0-15,0-2 0 0,-4 2 0 0,11-3 0 16,-3 2 0-16,1-3 0 0,-1 0 0 0,1 0 0 15,-7 0 0-15,19 0 0 0,-8 0 0 0,1 0 0 16,-3 1 0-16,0 0 0 0,-5 2 0 16,11-1 0-16,-6 0 0 0,3 1 0 15,-1-1 0-15,2 2 0 0,-9 0 0 0,13 0 0 16,-5 0 0-16,-2-3 0 0,-1 3 0 0,5-2 0 16,2 0 0-16,2 0 0 0,-4-2 0 0,2 0 0 15,0 1 0-15,0-1 0 0,-4 0 0 0,4 2 0 16,0-2 0-16,3 2 0 15,-3-2 0-15,0 0 0 0,0 0 0 0,-4 0 0 0,4 0 0 0,0 0 0 16,3-2 0-16,-1 0 0 16,-3 2 0-16,0-1 0 0,2-1 0 0,-4 0 0 15,1 0 0-15,2-1 0 0,1 2 0 0,-4 0 0 16,1-2 0-16,-5 2 0 0,0-1 0 0,-9 2 0 16,12-2 0-16,-7 2 0 0,2 0 0 0,-1 0 0 15,-2 0 0-15,-10 0 0 0,12-2 0 0,-6 2 0 16,-12 0 0-16,7 0 0 0,-2 0 0 0,-3-2 0 15,0 2 0-15,1-1 0 0,-2-2 0 0,-2 3 0 16,-4-2 0-16,-4 1 0 0,7-1 0 16,-7-2 0-16,-6 1 0 0,1 1 0 15,-1-1 0-15,-3 0 0 0,0 1 0 0,-2-4 0 16,-2 1 0-16,-1 0 0 0,-5 2 0 0,-1 1 0 16,-1 0 0-16,0-2 0 0,-6 3 0 0,0-1 0 15,-3 0 0-15,-2 0 0 0,-1 2 0 0,-2-2 0 16,-1 0 0-16,-3 2 0 0,0-2 0 0,0 2 0 15,-2 0 0-15,0-2 0 0,0 1 0 0,-6-2 0 16,-8 3 0-16,-6 0 0 0,-4 0-478 16,-3 6 186-16</inkml:trace>
  <inkml:trace contextRef="#ctx0" brushRef="#br0" timeOffset="38973.6">10459 14177 1103 0,'0'-8'0'0,"0"4"0"0,-2 1 0 0,-3 1 0 0,2-2 0 0,1 1 0 0,-2 1 0 0,2-2 0 0,-1 2 0 0,1-2 0 0,2 2 72 16,-2 0 73-16,2 1-52 0,-2 1-28 0,2 0 51 15,0-3-29-15,0 3-10 0,0 0-38 0,0 0 44 0,0 0 0 16,0 0-44-16,0 0 36 0,0 0-20 15,0 0-16-15,0 0 0 0,0 0 16 0,0 0-16 16,0 0 10-16,0 0-9 0,0 0 24 0,0 0 1 16,2 0-25-16,0 0 42 15,0 0 10-15,0 0-53 0,-1 0 0 0,3 0 28 16,-2 0-1-16,0 0-26 0,1 0 22 0,2 0-23 16,-1 3 0-16,0-2 1 0,-1 3 12 0,-1-2-12 15,3 2 9-15,-1-3-10 0,1 2-23 0,0-1 24 16,-1 1-1-16,1-1-30 0,0 0 40 0,1 0-10 15,-2-1 0-15,4-1-34 0,-5 2 32 0,3-2-6 16,-1 0 14-16,1 0-1 0,-3 0-9 0,4 0-3 16,-3 0-34-16,-1 3 35 0,3-3 8 0,-5 0-8 15,3 0-22-15,-2 0-3 16,2 1-8-16,-3-1 0 0,4 0 0 0,-3 0 0 16,0 2 0-16,-1-2 0 0,3 2 0 0,0-2 0 15,-2 1 0-15,1 2 0 0,3-3 0 0,-3 0 0 0,4 2 0 16,-2-1 0-16,1-1 0 15,1 0 0-15,1 2 0 0,-1-2 0 0,1 0 0 0,-1 0-22 0,3 0-8 16,-1 0 21-16,0 0 8 16,0 0-8-16,1 0 7 0,1 0-5 0,0 0 18 15,1 0-15-15,-3 0 1 0,5 0-2 16,-1 0 38 0,-2 0 1-16,0 0-35 0,4 0 2 0,-1 0 13 0,0 0-14 0,2 0 0 15,-4 0 0-15,4 0 0 16,0 0 0-16,2 0 0 0,-2 0 0 0,1 0 0 0,0 0 0 0,2 0 0 15,2 0 0-15,-3 0 0 0,3 1 0 16,0-1 0-16,3 0 0 0,0 0 0 0,1 0 0 0,1 0 0 16,-1 0 0-16,2 0 0 15,-2 0 0-15,7 0 0 0,-4 0 0 0,2 0 0 0,2 0 0 0,0 0 0 16,2 0 0-16,-1 0 0 16,4-1 0-1,-2-1 0-15,1 2 0 16,-1-1 0-16,-1 1 0 0,4-2 0 0,-2-1 0 0,7 3 0 0,-4-1 0 0,1 1 0 0,-2-2 0 0,6 0 0 0,-2 1 0 0,5-2 0 15,2 1 0-15,-3 1 0 16,-2-1 0-16,6 0 0 0,-2 0 0 0,-2-1 0 16,0 3 0-16,-2 0 0 0,-5 0 0 0,12 0 0 15,-5 0 0-15,0 0 0 0,4 0 0 0,0 0 0 16,-6 3 0-16,10-1 0 0,-5 0 0 16,0 0 0-16,-1-1 0 0,1 1 0 0,0 1 0 0,0-2 0 15,0 1 0-15,-1-2 0 0,2 2 0 16,2-1 0-16,-2 2 0 0,3-3 0 0,-4 0 0 15,0 2 0-15,0-2 0 0,-1 0 0 16,-4 0 0-16,6 0 0 0,-4 0 0 0,-2 0 0 16,0 0 0-16,-3 0 0 0,-2 0 0 0,2 0 0 15,-2 0 0-15,-4 0 0 0,1 0 0 0,-4 0 0 16,-8 0 0-16,6 0 0 0,-5 0 0 0,-3 0 0 16,-3 0 0-16,0 0 0 0,-3 0 0 0,-2 0 0 15,-1 0 0-15,-4 0 0 0,1 0 0 0,-4 0 0 31,-1 0 0-31,-1 0 0 16,-3 0 0-16,1 0 0 0,0 0 0 0,-2 0 0 0,0 0 0 0,0-2 0 0,0-4 0 0,0-2 0 16,0 1 0-16,-4-1-5 0,-6-3-751 0,-4 4 358 15,-1-3 179-15,-8 3 90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15AC0E-DC9C-4C0A-A40B-A2331465BEE6}" type="datetimeFigureOut">
              <a:rPr lang="zh-CN" altLang="en-US" smtClean="0"/>
              <a:t>2022/1/11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03F28-4B63-4EED-8D95-F4A3C09F10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8005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www.officeplus.cn/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3545" y="910683"/>
            <a:ext cx="10064910" cy="1150770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757238" y="2328863"/>
            <a:ext cx="10677524" cy="9858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600" b="1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2116931" y="910683"/>
            <a:ext cx="7958138" cy="76095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757238" y="3314701"/>
            <a:ext cx="10677524" cy="5857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4657725" y="4530394"/>
            <a:ext cx="2876550" cy="39290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cxnSp>
        <p:nvCxnSpPr>
          <p:cNvPr id="9" name="直接连接符 79"/>
          <p:cNvCxnSpPr/>
          <p:nvPr/>
        </p:nvCxnSpPr>
        <p:spPr>
          <a:xfrm>
            <a:off x="1764181" y="4715060"/>
            <a:ext cx="2755900" cy="0"/>
          </a:xfrm>
          <a:prstGeom prst="line">
            <a:avLst/>
          </a:prstGeom>
          <a:ln>
            <a:solidFill>
              <a:srgbClr val="7776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80"/>
          <p:cNvCxnSpPr/>
          <p:nvPr/>
        </p:nvCxnSpPr>
        <p:spPr>
          <a:xfrm>
            <a:off x="7637986" y="4715060"/>
            <a:ext cx="2755900" cy="0"/>
          </a:xfrm>
          <a:prstGeom prst="line">
            <a:avLst/>
          </a:prstGeom>
          <a:ln>
            <a:solidFill>
              <a:srgbClr val="7776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5266806"/>
            <a:ext cx="12193057" cy="1591194"/>
          </a:xfrm>
          <a:prstGeom prst="rect">
            <a:avLst/>
          </a:prstGeom>
        </p:spPr>
      </p:pic>
      <p:sp>
        <p:nvSpPr>
          <p:cNvPr id="13" name="任意多边形 29"/>
          <p:cNvSpPr/>
          <p:nvPr userDrawn="1"/>
        </p:nvSpPr>
        <p:spPr>
          <a:xfrm>
            <a:off x="125378" y="5499101"/>
            <a:ext cx="11941243" cy="1259002"/>
          </a:xfrm>
          <a:custGeom>
            <a:avLst/>
            <a:gdLst>
              <a:gd name="connsiteX0" fmla="*/ 6096000 w 12192000"/>
              <a:gd name="connsiteY0" fmla="*/ 0 h 1591193"/>
              <a:gd name="connsiteX1" fmla="*/ 6410502 w 12192000"/>
              <a:gd name="connsiteY1" fmla="*/ 322781 h 1591193"/>
              <a:gd name="connsiteX2" fmla="*/ 12192000 w 12192000"/>
              <a:gd name="connsiteY2" fmla="*/ 322781 h 1591193"/>
              <a:gd name="connsiteX3" fmla="*/ 12192000 w 12192000"/>
              <a:gd name="connsiteY3" fmla="*/ 1591193 h 1591193"/>
              <a:gd name="connsiteX4" fmla="*/ 0 w 12192000"/>
              <a:gd name="connsiteY4" fmla="*/ 1591193 h 1591193"/>
              <a:gd name="connsiteX5" fmla="*/ 0 w 12192000"/>
              <a:gd name="connsiteY5" fmla="*/ 322781 h 1591193"/>
              <a:gd name="connsiteX6" fmla="*/ 5781498 w 12192000"/>
              <a:gd name="connsiteY6" fmla="*/ 322781 h 1591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591193">
                <a:moveTo>
                  <a:pt x="6096000" y="0"/>
                </a:moveTo>
                <a:lnTo>
                  <a:pt x="6410502" y="322781"/>
                </a:lnTo>
                <a:lnTo>
                  <a:pt x="12192000" y="322781"/>
                </a:lnTo>
                <a:lnTo>
                  <a:pt x="12192000" y="1591193"/>
                </a:lnTo>
                <a:lnTo>
                  <a:pt x="0" y="1591193"/>
                </a:lnTo>
                <a:lnTo>
                  <a:pt x="0" y="322781"/>
                </a:lnTo>
                <a:lnTo>
                  <a:pt x="5781498" y="322781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757238" y="6062403"/>
            <a:ext cx="10677524" cy="40983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79821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三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8" y="1609727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8" y="2940846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0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8" y="4271964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0484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四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8" y="1104902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8" y="2436021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8" y="3767139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6449768" y="5098258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7756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五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7" y="947740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7" y="2043115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7" y="3138490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6449767" y="4233865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3" name="文本占位符 3"/>
          <p:cNvSpPr>
            <a:spLocks noGrp="1"/>
          </p:cNvSpPr>
          <p:nvPr>
            <p:ph type="body" sz="quarter" idx="16"/>
          </p:nvPr>
        </p:nvSpPr>
        <p:spPr>
          <a:xfrm>
            <a:off x="6449767" y="5329241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86418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六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7" y="762003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7" y="1697358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7" y="2632713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6449767" y="3568068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3" name="文本占位符 3"/>
          <p:cNvSpPr>
            <a:spLocks noGrp="1"/>
          </p:cNvSpPr>
          <p:nvPr>
            <p:ph type="body" sz="quarter" idx="16"/>
          </p:nvPr>
        </p:nvSpPr>
        <p:spPr>
          <a:xfrm>
            <a:off x="6449767" y="4503423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4" name="文本占位符 3"/>
          <p:cNvSpPr>
            <a:spLocks noGrp="1"/>
          </p:cNvSpPr>
          <p:nvPr>
            <p:ph type="body" sz="quarter" idx="17"/>
          </p:nvPr>
        </p:nvSpPr>
        <p:spPr>
          <a:xfrm>
            <a:off x="6449767" y="5438780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2720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9" y="0"/>
            <a:ext cx="12193057" cy="6078239"/>
          </a:xfrm>
          <a:prstGeom prst="rect">
            <a:avLst/>
          </a:prstGeom>
          <a:ln>
            <a:noFill/>
          </a:ln>
        </p:spPr>
      </p:pic>
      <p:sp>
        <p:nvSpPr>
          <p:cNvPr id="3" name="任意多边形 5"/>
          <p:cNvSpPr/>
          <p:nvPr userDrawn="1"/>
        </p:nvSpPr>
        <p:spPr>
          <a:xfrm rot="10800000">
            <a:off x="178065" y="142981"/>
            <a:ext cx="11835867" cy="5718804"/>
          </a:xfrm>
          <a:custGeom>
            <a:avLst/>
            <a:gdLst>
              <a:gd name="connsiteX0" fmla="*/ 12192000 w 12192000"/>
              <a:gd name="connsiteY0" fmla="*/ 6074228 h 6074228"/>
              <a:gd name="connsiteX1" fmla="*/ 0 w 12192000"/>
              <a:gd name="connsiteY1" fmla="*/ 6074228 h 6074228"/>
              <a:gd name="connsiteX2" fmla="*/ 0 w 12192000"/>
              <a:gd name="connsiteY2" fmla="*/ 293914 h 6074228"/>
              <a:gd name="connsiteX3" fmla="*/ 5632768 w 12192000"/>
              <a:gd name="connsiteY3" fmla="*/ 293914 h 6074228"/>
              <a:gd name="connsiteX4" fmla="*/ 6096002 w 12192000"/>
              <a:gd name="connsiteY4" fmla="*/ 0 h 6074228"/>
              <a:gd name="connsiteX5" fmla="*/ 6559235 w 12192000"/>
              <a:gd name="connsiteY5" fmla="*/ 293914 h 6074228"/>
              <a:gd name="connsiteX6" fmla="*/ 12192000 w 12192000"/>
              <a:gd name="connsiteY6" fmla="*/ 293914 h 6074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074228">
                <a:moveTo>
                  <a:pt x="12192000" y="6074228"/>
                </a:moveTo>
                <a:lnTo>
                  <a:pt x="0" y="6074228"/>
                </a:lnTo>
                <a:lnTo>
                  <a:pt x="0" y="293914"/>
                </a:lnTo>
                <a:lnTo>
                  <a:pt x="5632768" y="293914"/>
                </a:lnTo>
                <a:lnTo>
                  <a:pt x="6096002" y="0"/>
                </a:lnTo>
                <a:lnTo>
                  <a:pt x="6559235" y="293914"/>
                </a:lnTo>
                <a:lnTo>
                  <a:pt x="12192000" y="293914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71" name="组 70"/>
          <p:cNvGrpSpPr/>
          <p:nvPr userDrawn="1"/>
        </p:nvGrpSpPr>
        <p:grpSpPr>
          <a:xfrm>
            <a:off x="3685541" y="345797"/>
            <a:ext cx="4820918" cy="4822970"/>
            <a:chOff x="3683902" y="345797"/>
            <a:chExt cx="4820918" cy="4822970"/>
          </a:xfrm>
        </p:grpSpPr>
        <p:grpSp>
          <p:nvGrpSpPr>
            <p:cNvPr id="17" name="组合 11"/>
            <p:cNvGrpSpPr/>
            <p:nvPr/>
          </p:nvGrpSpPr>
          <p:grpSpPr>
            <a:xfrm>
              <a:off x="3812098" y="462897"/>
              <a:ext cx="4568634" cy="4568633"/>
              <a:chOff x="3651549" y="975481"/>
              <a:chExt cx="2929467" cy="2929467"/>
            </a:xfrm>
          </p:grpSpPr>
          <p:sp>
            <p:nvSpPr>
              <p:cNvPr id="69" name="椭圆 68"/>
              <p:cNvSpPr/>
              <p:nvPr/>
            </p:nvSpPr>
            <p:spPr>
              <a:xfrm>
                <a:off x="3651549" y="975481"/>
                <a:ext cx="2929467" cy="2929467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椭圆 69"/>
              <p:cNvSpPr/>
              <p:nvPr/>
            </p:nvSpPr>
            <p:spPr>
              <a:xfrm>
                <a:off x="3856282" y="1186757"/>
                <a:ext cx="2520000" cy="251982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8" name="直接连接符 30"/>
            <p:cNvCxnSpPr>
              <a:cxnSpLocks/>
            </p:cNvCxnSpPr>
            <p:nvPr/>
          </p:nvCxnSpPr>
          <p:spPr>
            <a:xfrm rot="16200000" flipH="1">
              <a:off x="3751182" y="250933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31"/>
            <p:cNvCxnSpPr>
              <a:cxnSpLocks/>
            </p:cNvCxnSpPr>
            <p:nvPr/>
          </p:nvCxnSpPr>
          <p:spPr>
            <a:xfrm rot="16623528" flipH="1">
              <a:off x="3767588" y="224333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32"/>
            <p:cNvCxnSpPr>
              <a:cxnSpLocks/>
            </p:cNvCxnSpPr>
            <p:nvPr/>
          </p:nvCxnSpPr>
          <p:spPr>
            <a:xfrm rot="17047059" flipH="1">
              <a:off x="3816559" y="198137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33"/>
            <p:cNvCxnSpPr>
              <a:cxnSpLocks/>
            </p:cNvCxnSpPr>
            <p:nvPr/>
          </p:nvCxnSpPr>
          <p:spPr>
            <a:xfrm rot="17470587" flipH="1">
              <a:off x="3897350" y="172740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34"/>
            <p:cNvCxnSpPr>
              <a:cxnSpLocks/>
            </p:cNvCxnSpPr>
            <p:nvPr/>
          </p:nvCxnSpPr>
          <p:spPr>
            <a:xfrm rot="17894117" flipH="1">
              <a:off x="4008739" y="148529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35"/>
            <p:cNvCxnSpPr>
              <a:cxnSpLocks/>
            </p:cNvCxnSpPr>
            <p:nvPr/>
          </p:nvCxnSpPr>
          <p:spPr>
            <a:xfrm rot="18317648" flipH="1">
              <a:off x="4149036" y="125870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36"/>
            <p:cNvCxnSpPr>
              <a:cxnSpLocks/>
            </p:cNvCxnSpPr>
            <p:nvPr/>
          </p:nvCxnSpPr>
          <p:spPr>
            <a:xfrm rot="18741176" flipH="1">
              <a:off x="4316115" y="105107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37"/>
            <p:cNvCxnSpPr>
              <a:cxnSpLocks/>
            </p:cNvCxnSpPr>
            <p:nvPr/>
          </p:nvCxnSpPr>
          <p:spPr>
            <a:xfrm rot="19164706" flipH="1">
              <a:off x="4507442" y="86555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38"/>
            <p:cNvCxnSpPr>
              <a:cxnSpLocks/>
            </p:cNvCxnSpPr>
            <p:nvPr/>
          </p:nvCxnSpPr>
          <p:spPr>
            <a:xfrm rot="19588235" flipH="1">
              <a:off x="4720118" y="70495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39"/>
            <p:cNvCxnSpPr>
              <a:cxnSpLocks/>
            </p:cNvCxnSpPr>
            <p:nvPr/>
          </p:nvCxnSpPr>
          <p:spPr>
            <a:xfrm rot="20011765" flipH="1">
              <a:off x="4950919" y="57169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40"/>
            <p:cNvCxnSpPr>
              <a:cxnSpLocks/>
            </p:cNvCxnSpPr>
            <p:nvPr/>
          </p:nvCxnSpPr>
          <p:spPr>
            <a:xfrm rot="20435294" flipH="1">
              <a:off x="5196345" y="46781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41"/>
            <p:cNvCxnSpPr>
              <a:cxnSpLocks/>
            </p:cNvCxnSpPr>
            <p:nvPr/>
          </p:nvCxnSpPr>
          <p:spPr>
            <a:xfrm rot="20858824" flipH="1">
              <a:off x="5452677" y="39488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42"/>
            <p:cNvCxnSpPr>
              <a:cxnSpLocks/>
            </p:cNvCxnSpPr>
            <p:nvPr/>
          </p:nvCxnSpPr>
          <p:spPr>
            <a:xfrm rot="21282352" flipH="1">
              <a:off x="5716029" y="354004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43"/>
            <p:cNvCxnSpPr>
              <a:cxnSpLocks/>
            </p:cNvCxnSpPr>
            <p:nvPr/>
          </p:nvCxnSpPr>
          <p:spPr>
            <a:xfrm rot="105883" flipH="1">
              <a:off x="5982408" y="34579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44"/>
            <p:cNvCxnSpPr>
              <a:cxnSpLocks/>
            </p:cNvCxnSpPr>
            <p:nvPr/>
          </p:nvCxnSpPr>
          <p:spPr>
            <a:xfrm rot="529412" flipH="1">
              <a:off x="6247777" y="37038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45"/>
            <p:cNvCxnSpPr>
              <a:cxnSpLocks/>
            </p:cNvCxnSpPr>
            <p:nvPr/>
          </p:nvCxnSpPr>
          <p:spPr>
            <a:xfrm rot="952941" flipH="1">
              <a:off x="6508112" y="427402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46"/>
            <p:cNvCxnSpPr>
              <a:cxnSpLocks/>
            </p:cNvCxnSpPr>
            <p:nvPr/>
          </p:nvCxnSpPr>
          <p:spPr>
            <a:xfrm rot="1376471" flipH="1">
              <a:off x="6759468" y="51597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47"/>
            <p:cNvCxnSpPr>
              <a:cxnSpLocks/>
            </p:cNvCxnSpPr>
            <p:nvPr/>
          </p:nvCxnSpPr>
          <p:spPr>
            <a:xfrm rot="1800000" flipH="1">
              <a:off x="6998034" y="63476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48"/>
            <p:cNvCxnSpPr>
              <a:cxnSpLocks/>
            </p:cNvCxnSpPr>
            <p:nvPr/>
          </p:nvCxnSpPr>
          <p:spPr>
            <a:xfrm rot="2223529" flipH="1">
              <a:off x="7220194" y="78197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49"/>
            <p:cNvCxnSpPr>
              <a:cxnSpLocks/>
            </p:cNvCxnSpPr>
            <p:nvPr/>
          </p:nvCxnSpPr>
          <p:spPr>
            <a:xfrm rot="2647059" flipH="1">
              <a:off x="7422579" y="95537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50"/>
            <p:cNvCxnSpPr>
              <a:cxnSpLocks/>
            </p:cNvCxnSpPr>
            <p:nvPr/>
          </p:nvCxnSpPr>
          <p:spPr>
            <a:xfrm rot="3070588" flipH="1">
              <a:off x="7602123" y="115231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51"/>
            <p:cNvCxnSpPr>
              <a:cxnSpLocks/>
            </p:cNvCxnSpPr>
            <p:nvPr/>
          </p:nvCxnSpPr>
          <p:spPr>
            <a:xfrm rot="3494117" flipH="1">
              <a:off x="7756103" y="136984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52"/>
            <p:cNvCxnSpPr>
              <a:cxnSpLocks/>
            </p:cNvCxnSpPr>
            <p:nvPr/>
          </p:nvCxnSpPr>
          <p:spPr>
            <a:xfrm rot="3917647" flipH="1">
              <a:off x="7882185" y="160463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53"/>
            <p:cNvCxnSpPr>
              <a:cxnSpLocks/>
            </p:cNvCxnSpPr>
            <p:nvPr/>
          </p:nvCxnSpPr>
          <p:spPr>
            <a:xfrm rot="4341176" flipH="1">
              <a:off x="7978457" y="185314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54"/>
            <p:cNvCxnSpPr>
              <a:cxnSpLocks/>
            </p:cNvCxnSpPr>
            <p:nvPr/>
          </p:nvCxnSpPr>
          <p:spPr>
            <a:xfrm rot="4764706" flipH="1">
              <a:off x="8043462" y="211160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55"/>
            <p:cNvCxnSpPr>
              <a:cxnSpLocks/>
            </p:cNvCxnSpPr>
            <p:nvPr/>
          </p:nvCxnSpPr>
          <p:spPr>
            <a:xfrm rot="5188236" flipH="1">
              <a:off x="8076213" y="237608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56"/>
            <p:cNvCxnSpPr>
              <a:cxnSpLocks/>
            </p:cNvCxnSpPr>
            <p:nvPr/>
          </p:nvCxnSpPr>
          <p:spPr>
            <a:xfrm rot="5611765" flipH="1">
              <a:off x="8076213" y="264259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57"/>
            <p:cNvCxnSpPr>
              <a:cxnSpLocks/>
            </p:cNvCxnSpPr>
            <p:nvPr/>
          </p:nvCxnSpPr>
          <p:spPr>
            <a:xfrm rot="6035294" flipH="1">
              <a:off x="8043462" y="290707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58"/>
            <p:cNvCxnSpPr>
              <a:cxnSpLocks/>
            </p:cNvCxnSpPr>
            <p:nvPr/>
          </p:nvCxnSpPr>
          <p:spPr>
            <a:xfrm rot="6458824" flipH="1">
              <a:off x="7978457" y="3165534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59"/>
            <p:cNvCxnSpPr>
              <a:cxnSpLocks/>
            </p:cNvCxnSpPr>
            <p:nvPr/>
          </p:nvCxnSpPr>
          <p:spPr>
            <a:xfrm rot="6882353" flipH="1">
              <a:off x="7882185" y="3414042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60"/>
            <p:cNvCxnSpPr>
              <a:cxnSpLocks/>
            </p:cNvCxnSpPr>
            <p:nvPr/>
          </p:nvCxnSpPr>
          <p:spPr>
            <a:xfrm rot="7305883" flipH="1">
              <a:off x="7756103" y="364883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61"/>
            <p:cNvCxnSpPr>
              <a:cxnSpLocks/>
            </p:cNvCxnSpPr>
            <p:nvPr/>
          </p:nvCxnSpPr>
          <p:spPr>
            <a:xfrm rot="7729412" flipH="1">
              <a:off x="7602123" y="386635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62"/>
            <p:cNvCxnSpPr>
              <a:cxnSpLocks/>
            </p:cNvCxnSpPr>
            <p:nvPr/>
          </p:nvCxnSpPr>
          <p:spPr>
            <a:xfrm rot="8152941" flipH="1">
              <a:off x="7422579" y="406330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63"/>
            <p:cNvCxnSpPr>
              <a:cxnSpLocks/>
            </p:cNvCxnSpPr>
            <p:nvPr/>
          </p:nvCxnSpPr>
          <p:spPr>
            <a:xfrm rot="8576471" flipH="1">
              <a:off x="7220194" y="423670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64"/>
            <p:cNvCxnSpPr>
              <a:cxnSpLocks/>
            </p:cNvCxnSpPr>
            <p:nvPr/>
          </p:nvCxnSpPr>
          <p:spPr>
            <a:xfrm rot="9000000" flipH="1">
              <a:off x="6998034" y="438390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65"/>
            <p:cNvCxnSpPr>
              <a:cxnSpLocks/>
            </p:cNvCxnSpPr>
            <p:nvPr/>
          </p:nvCxnSpPr>
          <p:spPr>
            <a:xfrm rot="9423529" flipH="1">
              <a:off x="6759468" y="450270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66"/>
            <p:cNvCxnSpPr>
              <a:cxnSpLocks/>
            </p:cNvCxnSpPr>
            <p:nvPr/>
          </p:nvCxnSpPr>
          <p:spPr>
            <a:xfrm rot="9847059" flipH="1">
              <a:off x="6508111" y="459127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67"/>
            <p:cNvCxnSpPr>
              <a:cxnSpLocks/>
            </p:cNvCxnSpPr>
            <p:nvPr/>
          </p:nvCxnSpPr>
          <p:spPr>
            <a:xfrm rot="10270589" flipH="1">
              <a:off x="6247777" y="464829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68"/>
            <p:cNvCxnSpPr>
              <a:cxnSpLocks/>
            </p:cNvCxnSpPr>
            <p:nvPr/>
          </p:nvCxnSpPr>
          <p:spPr>
            <a:xfrm rot="10694117" flipH="1">
              <a:off x="5982408" y="467288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69"/>
            <p:cNvCxnSpPr>
              <a:cxnSpLocks/>
            </p:cNvCxnSpPr>
            <p:nvPr/>
          </p:nvCxnSpPr>
          <p:spPr>
            <a:xfrm rot="11117648" flipH="1">
              <a:off x="5716029" y="466467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70"/>
            <p:cNvCxnSpPr>
              <a:cxnSpLocks/>
            </p:cNvCxnSpPr>
            <p:nvPr/>
          </p:nvCxnSpPr>
          <p:spPr>
            <a:xfrm rot="11541176" flipH="1">
              <a:off x="5452677" y="462379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71"/>
            <p:cNvCxnSpPr>
              <a:cxnSpLocks/>
            </p:cNvCxnSpPr>
            <p:nvPr/>
          </p:nvCxnSpPr>
          <p:spPr>
            <a:xfrm rot="11964706" flipH="1">
              <a:off x="5196345" y="455086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72"/>
            <p:cNvCxnSpPr>
              <a:cxnSpLocks/>
            </p:cNvCxnSpPr>
            <p:nvPr/>
          </p:nvCxnSpPr>
          <p:spPr>
            <a:xfrm rot="12388235" flipH="1">
              <a:off x="4950919" y="444698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73"/>
            <p:cNvCxnSpPr>
              <a:cxnSpLocks/>
            </p:cNvCxnSpPr>
            <p:nvPr/>
          </p:nvCxnSpPr>
          <p:spPr>
            <a:xfrm rot="12811765" flipH="1">
              <a:off x="4720118" y="431372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74"/>
            <p:cNvCxnSpPr>
              <a:cxnSpLocks/>
            </p:cNvCxnSpPr>
            <p:nvPr/>
          </p:nvCxnSpPr>
          <p:spPr>
            <a:xfrm rot="13235294" flipH="1">
              <a:off x="4507443" y="415312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75"/>
            <p:cNvCxnSpPr>
              <a:cxnSpLocks/>
            </p:cNvCxnSpPr>
            <p:nvPr/>
          </p:nvCxnSpPr>
          <p:spPr>
            <a:xfrm rot="13658824" flipH="1">
              <a:off x="4316115" y="396759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76"/>
            <p:cNvCxnSpPr>
              <a:cxnSpLocks/>
            </p:cNvCxnSpPr>
            <p:nvPr/>
          </p:nvCxnSpPr>
          <p:spPr>
            <a:xfrm rot="14082352" flipH="1">
              <a:off x="4149036" y="375997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77"/>
            <p:cNvCxnSpPr>
              <a:cxnSpLocks/>
            </p:cNvCxnSpPr>
            <p:nvPr/>
          </p:nvCxnSpPr>
          <p:spPr>
            <a:xfrm rot="14505883" flipH="1">
              <a:off x="4008739" y="353338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78"/>
            <p:cNvCxnSpPr>
              <a:cxnSpLocks/>
            </p:cNvCxnSpPr>
            <p:nvPr/>
          </p:nvCxnSpPr>
          <p:spPr>
            <a:xfrm rot="14929413" flipH="1">
              <a:off x="3897350" y="329127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79"/>
            <p:cNvCxnSpPr>
              <a:cxnSpLocks/>
            </p:cNvCxnSpPr>
            <p:nvPr/>
          </p:nvCxnSpPr>
          <p:spPr>
            <a:xfrm rot="15352941" flipH="1">
              <a:off x="3816559" y="303730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80"/>
            <p:cNvCxnSpPr>
              <a:cxnSpLocks/>
            </p:cNvCxnSpPr>
            <p:nvPr/>
          </p:nvCxnSpPr>
          <p:spPr>
            <a:xfrm rot="15776472" flipH="1">
              <a:off x="3767588" y="277533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2" name="直接连接符 132"/>
          <p:cNvCxnSpPr/>
          <p:nvPr userDrawn="1"/>
        </p:nvCxnSpPr>
        <p:spPr>
          <a:xfrm>
            <a:off x="4840431" y="2195273"/>
            <a:ext cx="1127340" cy="0"/>
          </a:xfrm>
          <a:prstGeom prst="line">
            <a:avLst/>
          </a:prstGeom>
          <a:ln>
            <a:solidFill>
              <a:srgbClr val="F5F0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134"/>
          <p:cNvCxnSpPr/>
          <p:nvPr userDrawn="1"/>
        </p:nvCxnSpPr>
        <p:spPr>
          <a:xfrm>
            <a:off x="6218348" y="2195273"/>
            <a:ext cx="1127340" cy="0"/>
          </a:xfrm>
          <a:prstGeom prst="line">
            <a:avLst/>
          </a:prstGeom>
          <a:ln>
            <a:solidFill>
              <a:srgbClr val="F5F0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椭圆 73"/>
          <p:cNvSpPr/>
          <p:nvPr userDrawn="1"/>
        </p:nvSpPr>
        <p:spPr>
          <a:xfrm>
            <a:off x="5996400" y="2094038"/>
            <a:ext cx="199137" cy="199137"/>
          </a:xfrm>
          <a:prstGeom prst="ellipse">
            <a:avLst/>
          </a:prstGeom>
          <a:noFill/>
          <a:ln>
            <a:solidFill>
              <a:srgbClr val="F5F0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5" name="文本占位符 3"/>
          <p:cNvSpPr>
            <a:spLocks noGrp="1"/>
          </p:cNvSpPr>
          <p:nvPr>
            <p:ph type="body" sz="quarter" idx="12" hasCustomPrompt="1"/>
          </p:nvPr>
        </p:nvSpPr>
        <p:spPr>
          <a:xfrm>
            <a:off x="4837016" y="1471967"/>
            <a:ext cx="2517968" cy="59054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 b="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标题</a:t>
            </a:r>
          </a:p>
        </p:txBody>
      </p:sp>
      <p:sp>
        <p:nvSpPr>
          <p:cNvPr id="76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4382780" y="2477356"/>
            <a:ext cx="3415788" cy="71564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4683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183931" y="176048"/>
            <a:ext cx="11824138" cy="6505904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五边形 4"/>
          <p:cNvSpPr/>
          <p:nvPr userDrawn="1"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83588" y="0"/>
            <a:ext cx="587830" cy="74623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/>
              <a:t>0</a:t>
            </a:r>
            <a:endParaRPr kumimoji="1" lang="zh-CN" altLang="en-US" dirty="0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4208707" cy="46442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26217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749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6236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标注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345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字体使用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行距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背景图片出处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4239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英文 </a:t>
            </a:r>
            <a:r>
              <a:rPr kumimoji="0" lang="is-I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Microsoft YaHei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中文 微软雅黑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正文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1.3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cn.bing.com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本网站所提供的任何信息内容（包括但不限于 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PPT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模板、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Word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文档、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Excel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图表、图片素材等）均受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中华人民共和国著作权法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信息网络传播权保护条例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及其他适用的法律法规的保护，未经权利人书面明确授权，信息内容的任何部分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(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包括图片或图表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)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不得被全部或部分的复制、传播、销售，否则将承担法律责任。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" charset="0"/>
                <a:cs typeface="Segoe UI Light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4110898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图片素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40603" y="7598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/>
                <a:cs typeface="Segoe UI Light"/>
              </a:rPr>
              <a:t>背景图片素材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kumimoji="1"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 charset="0"/>
                <a:cs typeface="Segoe UI Light"/>
              </a:rPr>
              <a:t>OfficePLUS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1051757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4447955" y="4458724"/>
            <a:ext cx="3296095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点击</a:t>
            </a:r>
            <a:r>
              <a:rPr kumimoji="1" lang="en-US" altLang="zh-CN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Logo</a:t>
            </a:r>
            <a:r>
              <a:rPr kumimoji="1" lang="zh-CN" alt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获取更多优质模板（放映模式）</a:t>
            </a:r>
          </a:p>
        </p:txBody>
      </p:sp>
      <p:pic>
        <p:nvPicPr>
          <p:cNvPr id="5" name="图片 4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227832"/>
            <a:ext cx="3048000" cy="40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766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3468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7" r:id="rId3"/>
    <p:sldLayoutId id="2147483688" r:id="rId4"/>
    <p:sldLayoutId id="2147483689" r:id="rId5"/>
    <p:sldLayoutId id="2147483685" r:id="rId6"/>
    <p:sldLayoutId id="2147483662" r:id="rId7"/>
    <p:sldLayoutId id="214748368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592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2" r:id="rId2"/>
    <p:sldLayoutId id="214748368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customXml" Target="../ink/ink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customXml" Target="../ink/ink4.xml"/><Relationship Id="rId4" Type="http://schemas.openxmlformats.org/officeDocument/2006/relationships/image" Target="../media/image6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customXml" Target="../ink/ink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customXml" Target="../ink/ink6.xml"/><Relationship Id="rId4" Type="http://schemas.openxmlformats.org/officeDocument/2006/relationships/image" Target="../media/image9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customXml" Target="../ink/ink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customXml" Target="../ink/ink10.xml"/><Relationship Id="rId4" Type="http://schemas.openxmlformats.org/officeDocument/2006/relationships/image" Target="../media/image15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customXml" Target="../ink/ink11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customXml" Target="../ink/ink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50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1.png"/><Relationship Id="rId4" Type="http://schemas.openxmlformats.org/officeDocument/2006/relationships/customXml" Target="../ink/ink1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customXml" Target="../ink/ink18.xml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>
                <a:solidFill>
                  <a:srgbClr val="777671"/>
                </a:solidFill>
              </a:rPr>
              <a:t>重积分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微积分</a:t>
            </a:r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srgbClr val="777671"/>
                </a:solidFill>
              </a:rPr>
              <a:t>                                   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4373696" y="4530394"/>
            <a:ext cx="3444608" cy="392907"/>
          </a:xfrm>
        </p:spPr>
        <p:txBody>
          <a:bodyPr/>
          <a:lstStyle/>
          <a:p>
            <a:r>
              <a:rPr lang="zh-CN" altLang="en-US" sz="2000" b="1">
                <a:solidFill>
                  <a:srgbClr val="7776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理学院数学系 王玉超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0BA8D7E-40D9-4A09-87C5-5F56A419A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9013" y="2128838"/>
            <a:ext cx="3695749" cy="354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1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三重积分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1171418" y="924232"/>
            <a:ext cx="9508562" cy="73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37C1FB-CF2A-4F28-93FC-5AA0E04C736F}"/>
              </a:ext>
            </a:extLst>
          </p:cNvPr>
          <p:cNvSpPr/>
          <p:nvPr/>
        </p:nvSpPr>
        <p:spPr>
          <a:xfrm>
            <a:off x="877503" y="1772350"/>
            <a:ext cx="11007703" cy="19451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三重积分的概念；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三重积分在直角坐标系中的计算：先一后二、先二后一；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三重积分的对称性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1540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三重积分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746234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3200" b="1" kern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先一后二</a:t>
            </a: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”（柱线法）</a:t>
            </a:r>
            <a:endParaRPr lang="en-US" altLang="zh-CN" sz="3200" b="1" kern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/>
              <p:nvPr/>
            </p:nvSpPr>
            <p:spPr>
              <a:xfrm>
                <a:off x="877495" y="1798024"/>
                <a:ext cx="10577905" cy="28160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𝛀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是以曲面</a:t>
                </a:r>
                <a:r>
                  <a:rPr lang="zh-CN" altLang="en-US" sz="3200" b="1" i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为底，曲面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为顶，侧面是母线平行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轴的柱面所围成的区域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𝛀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𝒙𝑶𝒚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平面上的投影区域是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𝑫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𝒙𝒚</m:t>
                        </m:r>
                      </m:sub>
                    </m:sSub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则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𝛀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可表示为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𝒛</m:t>
                              </m:r>
                            </m:e>
                          </m:d>
                        </m:e>
                        <m:e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𝒙𝒚</m:t>
                              </m:r>
                            </m:sub>
                          </m:s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</m:d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</m:d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5" y="1798024"/>
                <a:ext cx="10577905" cy="2816092"/>
              </a:xfrm>
              <a:prstGeom prst="rect">
                <a:avLst/>
              </a:prstGeom>
              <a:blipFill>
                <a:blip r:embed="rId2"/>
                <a:stretch>
                  <a:fillRect l="-1441" r="-5402" b="-13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1518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三重积分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/>
              <p:nvPr/>
            </p:nvSpPr>
            <p:spPr>
              <a:xfrm>
                <a:off x="878106" y="746234"/>
                <a:ext cx="10730306" cy="29477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先将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看成定值，将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𝒇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只看作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的函数，在区间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[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]</m:t>
                    </m:r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上对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积分，得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𝑭</m:t>
                      </m:r>
                      <m:d>
                        <m:d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𝒙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𝒚</m:t>
                          </m:r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</m:d>
                        </m:sub>
                        <m:sup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</m:d>
                        </m:sup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𝒛</m:t>
                              </m:r>
                            </m:e>
                          </m:d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𝒅𝒛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106" y="746234"/>
                <a:ext cx="10730306" cy="2947795"/>
              </a:xfrm>
              <a:prstGeom prst="rect">
                <a:avLst/>
              </a:prstGeom>
              <a:blipFill>
                <a:blip r:embed="rId2"/>
                <a:stretch>
                  <a:fillRect l="-1420" t="-10300" r="-1065" b="-974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D61EB0C-12E6-4A01-AE77-5E5045B913BE}"/>
                  </a:ext>
                </a:extLst>
              </p:cNvPr>
              <p:cNvSpPr/>
              <p:nvPr/>
            </p:nvSpPr>
            <p:spPr>
              <a:xfrm>
                <a:off x="877503" y="3694029"/>
                <a:ext cx="10730306" cy="29208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然后计算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𝑭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𝑫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𝒙𝒚</m:t>
                        </m:r>
                      </m:sub>
                    </m:sSub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上的二重积分，则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limLoc m:val="undOvr"/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𝛀</m:t>
                          </m:r>
                        </m:sub>
                        <m:sup/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𝒇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𝒙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𝒚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𝒛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)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𝒅𝒙𝒅𝒚𝒅𝒛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𝒙𝒚</m:t>
                              </m:r>
                            </m:sub>
                          </m:sSub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nary>
                                <m:nary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𝒛</m:t>
                                      </m:r>
                                    </m:e>
                                    <m:sub>
                                      <m: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𝒙</m:t>
                                      </m:r>
                                      <m: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,</m:t>
                                      </m:r>
                                      <m: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𝒚</m:t>
                                      </m:r>
                                    </m:e>
                                  </m:d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𝒛</m:t>
                                      </m:r>
                                    </m:e>
                                    <m:sub>
                                      <m: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𝒙</m:t>
                                      </m:r>
                                      <m: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,</m:t>
                                      </m:r>
                                      <m: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𝒚</m:t>
                                      </m:r>
                                    </m:e>
                                  </m:d>
                                </m:sup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𝒇</m:t>
                                  </m:r>
                                  <m:d>
                                    <m:dPr>
                                      <m:ctrlP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𝒙</m:t>
                                      </m:r>
                                      <m: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,</m:t>
                                      </m:r>
                                      <m: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𝒚</m:t>
                                      </m:r>
                                      <m: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,</m:t>
                                      </m:r>
                                      <m: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𝒛</m:t>
                                      </m:r>
                                    </m:e>
                                  </m:d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𝒅𝒛</m:t>
                                  </m:r>
                                </m:e>
                              </m:nary>
                            </m:e>
                          </m:d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𝒅𝒙𝒅𝒚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D61EB0C-12E6-4A01-AE77-5E5045B913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3" y="3694029"/>
                <a:ext cx="10730306" cy="2920800"/>
              </a:xfrm>
              <a:prstGeom prst="rect">
                <a:avLst/>
              </a:prstGeom>
              <a:blipFill>
                <a:blip r:embed="rId3"/>
                <a:stretch>
                  <a:fillRect l="-11953" t="-19048" b="-904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1136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三重积分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/>
              <p:nvPr/>
            </p:nvSpPr>
            <p:spPr>
              <a:xfrm>
                <a:off x="878106" y="678718"/>
                <a:ext cx="10730306" cy="14898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进一步，若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𝑫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𝒙𝒚</m:t>
                        </m:r>
                      </m:sub>
                    </m:sSub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型区域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𝑫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𝒙𝒚</m:t>
                          </m:r>
                        </m:sub>
                      </m:sSub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</m:d>
                        </m:e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106" y="678718"/>
                <a:ext cx="10730306" cy="1489895"/>
              </a:xfrm>
              <a:prstGeom prst="rect">
                <a:avLst/>
              </a:prstGeom>
              <a:blipFill>
                <a:blip r:embed="rId2"/>
                <a:stretch>
                  <a:fillRect l="-14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D61EB0C-12E6-4A01-AE77-5E5045B913BE}"/>
                  </a:ext>
                </a:extLst>
              </p:cNvPr>
              <p:cNvSpPr/>
              <p:nvPr/>
            </p:nvSpPr>
            <p:spPr>
              <a:xfrm>
                <a:off x="878106" y="2552184"/>
                <a:ext cx="10730306" cy="22962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则原三重积分可写为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sub>
                        <m:sup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</m:t>
                          </m:r>
                        </m:sup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𝒅𝒙</m:t>
                          </m:r>
                        </m:e>
                      </m:nary>
                      <m:nary>
                        <m:nary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sub>
                        <m:sup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sup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𝒚</m:t>
                          </m:r>
                        </m:e>
                      </m:nary>
                      <m:nary>
                        <m:nary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</m:d>
                        </m:sub>
                        <m:sup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</m:d>
                        </m:sup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𝒛</m:t>
                              </m:r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𝒅𝒛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D61EB0C-12E6-4A01-AE77-5E5045B913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106" y="2552184"/>
                <a:ext cx="10730306" cy="2296270"/>
              </a:xfrm>
              <a:prstGeom prst="rect">
                <a:avLst/>
              </a:prstGeom>
              <a:blipFill>
                <a:blip r:embed="rId3"/>
                <a:stretch>
                  <a:fillRect l="-1420" t="-41436" b="-1259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8523D784-D319-4430-8C66-09EB7467DAFC}"/>
                  </a:ext>
                </a:extLst>
              </p:cNvPr>
              <p:cNvSpPr/>
              <p:nvPr/>
            </p:nvSpPr>
            <p:spPr>
              <a:xfrm>
                <a:off x="877503" y="5232025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注意对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积分，上下限里没有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8523D784-D319-4430-8C66-09EB7467DA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3" y="5232025"/>
                <a:ext cx="10730306" cy="664797"/>
              </a:xfrm>
              <a:prstGeom prst="rect">
                <a:avLst/>
              </a:prstGeom>
              <a:blipFill>
                <a:blip r:embed="rId4"/>
                <a:stretch>
                  <a:fillRect l="-1420" b="-296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3871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三重积分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746234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3200" b="1" kern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先二后一</a:t>
            </a: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”（截面法）</a:t>
            </a:r>
            <a:endParaRPr lang="en-US" altLang="zh-CN" sz="3200" b="1" kern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/>
              <p:nvPr/>
            </p:nvSpPr>
            <p:spPr>
              <a:xfrm>
                <a:off x="877495" y="1798024"/>
                <a:ext cx="10577905" cy="27574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𝛀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轴上投影区间为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[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𝒂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𝒃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]</m:t>
                    </m:r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，即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𝛀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介于平面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𝒂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𝒃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之间，垂直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轴过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处的平面截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𝛀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所得截面为平面区域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𝑫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𝛀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可表示为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𝒛</m:t>
                              </m:r>
                            </m:e>
                          </m:d>
                        </m:e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𝒛</m:t>
                              </m:r>
                            </m:sub>
                          </m:sSub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5" y="1798024"/>
                <a:ext cx="10577905" cy="2757486"/>
              </a:xfrm>
              <a:prstGeom prst="rect">
                <a:avLst/>
              </a:prstGeom>
              <a:blipFill>
                <a:blip r:embed="rId2"/>
                <a:stretch>
                  <a:fillRect l="-1441" r="-2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27BD3D97-35A2-41FC-8171-FFC494ECF901}"/>
                  </a:ext>
                </a:extLst>
              </p14:cNvPr>
              <p14:cNvContentPartPr/>
              <p14:nvPr/>
            </p14:nvContentPartPr>
            <p14:xfrm>
              <a:off x="4910400" y="4437000"/>
              <a:ext cx="4132440" cy="16344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27BD3D97-35A2-41FC-8171-FFC494ECF90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01040" y="4427640"/>
                <a:ext cx="4151160" cy="18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76337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三重积分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/>
              <p:nvPr/>
            </p:nvSpPr>
            <p:spPr>
              <a:xfrm>
                <a:off x="878106" y="746234"/>
                <a:ext cx="10730306" cy="27939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先将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看成定值，在区域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𝑫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上对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积分，得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𝑭</m:t>
                      </m:r>
                      <m:d>
                        <m:d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𝒛</m:t>
                          </m:r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𝒛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𝒇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𝒙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𝒚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𝒛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𝒅𝒙𝒅𝒚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106" y="746234"/>
                <a:ext cx="10730306" cy="2793906"/>
              </a:xfrm>
              <a:prstGeom prst="rect">
                <a:avLst/>
              </a:prstGeom>
              <a:blipFill>
                <a:blip r:embed="rId2"/>
                <a:stretch>
                  <a:fillRect l="-1420" t="-22624" b="-963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D61EB0C-12E6-4A01-AE77-5E5045B913BE}"/>
                  </a:ext>
                </a:extLst>
              </p:cNvPr>
              <p:cNvSpPr/>
              <p:nvPr/>
            </p:nvSpPr>
            <p:spPr>
              <a:xfrm>
                <a:off x="878106" y="3540140"/>
                <a:ext cx="10730306" cy="27939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然后计算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𝑭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</m:d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在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[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𝒂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𝒃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]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上的定积分，则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limLoc m:val="undOvr"/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𝛀</m:t>
                          </m:r>
                        </m:sub>
                        <m:sup/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𝒇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𝒙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𝒚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𝒛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)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𝒅𝒙𝒅𝒚𝒅𝒛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sub>
                        <m:sup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</m:t>
                          </m:r>
                        </m:sup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𝒅𝒛</m:t>
                          </m:r>
                        </m:e>
                      </m:nary>
                      <m:nary>
                        <m:naryPr>
                          <m:chr m:val="∬"/>
                          <m:limLoc m:val="undOvr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𝒛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𝒇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𝒙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𝒚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𝒛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𝒅𝒙𝒅𝒚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D61EB0C-12E6-4A01-AE77-5E5045B913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106" y="3540140"/>
                <a:ext cx="10730306" cy="2793906"/>
              </a:xfrm>
              <a:prstGeom prst="rect">
                <a:avLst/>
              </a:prstGeom>
              <a:blipFill>
                <a:blip r:embed="rId3"/>
                <a:stretch>
                  <a:fillRect l="-6509" t="-22624" b="-963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559243F6-F044-4F78-A831-98B88A795065}"/>
                  </a:ext>
                </a:extLst>
              </p14:cNvPr>
              <p14:cNvContentPartPr/>
              <p14:nvPr/>
            </p14:nvContentPartPr>
            <p14:xfrm>
              <a:off x="5871960" y="1437120"/>
              <a:ext cx="777960" cy="3240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559243F6-F044-4F78-A831-98B88A79506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62600" y="1427760"/>
                <a:ext cx="796680" cy="5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0614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第三节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三重积分</a:t>
            </a:r>
          </a:p>
        </p:txBody>
      </p:sp>
    </p:spTree>
    <p:extLst>
      <p:ext uri="{BB962C8B-B14F-4D97-AF65-F5344CB8AC3E}">
        <p14:creationId xmlns:p14="http://schemas.microsoft.com/office/powerpoint/2010/main" val="3814926503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124451" cy="464425"/>
          </a:xfrm>
        </p:spPr>
        <p:txBody>
          <a:bodyPr/>
          <a:lstStyle/>
          <a:p>
            <a:r>
              <a:rPr lang="zh-CN" altLang="en-US"/>
              <a:t>三重积分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877503" y="952104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提要</a:t>
            </a: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3200" b="1" kern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877503" y="1896256"/>
            <a:ext cx="9508562" cy="19451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三重积分的变量代换；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柱面坐标系下三重积分计算；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球面坐标系下三重积分计算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6777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三重积分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8FE62CC4-EADC-4B3C-AC68-61070C7F3285}"/>
                  </a:ext>
                </a:extLst>
              </p:cNvPr>
              <p:cNvSpPr/>
              <p:nvPr/>
            </p:nvSpPr>
            <p:spPr>
              <a:xfrm>
                <a:off x="877501" y="1344393"/>
                <a:ext cx="10730306" cy="53400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设变换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𝒖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𝒗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𝒘</m:t>
                        </m:r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𝒖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𝒗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𝒘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𝒖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𝒗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𝒘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有连续偏导数，且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𝑱</m:t>
                    </m:r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)</m:t>
                        </m:r>
                      </m:num>
                      <m:den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𝝏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𝒖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𝒗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𝒘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)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𝒗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𝒘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𝒗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𝒘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𝒗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𝒘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≠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𝟎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，而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𝒇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)∈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𝑪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𝛀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，则 </a:t>
                </a:r>
                <a14:m>
                  <m:oMath xmlns:m="http://schemas.openxmlformats.org/officeDocument/2006/math">
                    <m:nary>
                      <m:naryPr>
                        <m:chr m:val="∭"/>
                        <m:limLoc m:val="undOvr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𝛀</m:t>
                        </m:r>
                      </m:sub>
                      <m:sup/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𝒚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</m:t>
                            </m:r>
                          </m:e>
                        </m:d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𝒙𝒅𝒚𝒅𝒛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可写为</a:t>
                </a:r>
                <a:endParaRPr lang="en-US" altLang="zh-CN" sz="3200" b="1" kern="0" dirty="0">
                  <a:solidFill>
                    <a:srgbClr val="676661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limLoc m:val="undOvr"/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𝛀</m:t>
                          </m:r>
                        </m:sub>
                        <m:sup/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𝒖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,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𝒗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,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𝒘</m:t>
                                  </m:r>
                                </m:e>
                              </m:d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  <m:d>
                                <m:d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𝒖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,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𝒗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,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𝒘</m:t>
                                  </m:r>
                                </m:e>
                              </m:d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𝒛</m:t>
                              </m:r>
                              <m:d>
                                <m:d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𝒖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,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𝒗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,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𝒘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|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𝑱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|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𝒗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8FE62CC4-EADC-4B3C-AC68-61070C7F32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344393"/>
                <a:ext cx="10730306" cy="5340052"/>
              </a:xfrm>
              <a:prstGeom prst="rect">
                <a:avLst/>
              </a:prstGeom>
              <a:blipFill>
                <a:blip r:embed="rId2"/>
                <a:stretch>
                  <a:fillRect l="-14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678072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三重积分的变量代换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4BB6DD69-76EC-44FE-960F-9A30BF59469A}"/>
                  </a:ext>
                </a:extLst>
              </p14:cNvPr>
              <p14:cNvContentPartPr/>
              <p14:nvPr/>
            </p14:nvContentPartPr>
            <p14:xfrm>
              <a:off x="1143000" y="2394000"/>
              <a:ext cx="9597600" cy="38757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4BB6DD69-76EC-44FE-960F-9A30BF59469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33640" y="2384640"/>
                <a:ext cx="9616320" cy="389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18548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三重积分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8FE62CC4-EADC-4B3C-AC68-61070C7F3285}"/>
                  </a:ext>
                </a:extLst>
              </p:cNvPr>
              <p:cNvSpPr/>
              <p:nvPr/>
            </p:nvSpPr>
            <p:spPr>
              <a:xfrm>
                <a:off x="877501" y="1889461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:r>
                  <a:rPr lang="zh-CN" altLang="en-US" sz="3200" b="1" kern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三重积分 小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长方体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⟶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近似平行六面体；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8FE62CC4-EADC-4B3C-AC68-61070C7F32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889461"/>
                <a:ext cx="10730306" cy="664797"/>
              </a:xfrm>
              <a:prstGeom prst="rect">
                <a:avLst/>
              </a:prstGeom>
              <a:blipFill>
                <a:blip r:embed="rId2"/>
                <a:stretch>
                  <a:fillRect l="-1477" t="-3670"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FBAD9BA-F6F2-4FCC-9F71-ADCC70B7DF46}"/>
                  </a:ext>
                </a:extLst>
              </p:cNvPr>
              <p:cNvSpPr/>
              <p:nvPr/>
            </p:nvSpPr>
            <p:spPr>
              <a:xfrm>
                <a:off x="877501" y="891719"/>
                <a:ext cx="10793798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二重积分 </a:t>
                </a:r>
                <a14:m>
                  <m:oMath xmlns:m="http://schemas.openxmlformats.org/officeDocument/2006/math"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𝒖𝑶𝒗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平面小矩形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⟶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𝒙𝑶𝒚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平面近似平行四边形；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FBAD9BA-F6F2-4FCC-9F71-ADCC70B7DF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891719"/>
                <a:ext cx="10793798" cy="664797"/>
              </a:xfrm>
              <a:prstGeom prst="rect">
                <a:avLst/>
              </a:prstGeom>
              <a:blipFill>
                <a:blip r:embed="rId3"/>
                <a:stretch>
                  <a:fillRect l="-1468" t="-3670" r="-5138"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8FE62CC4-EADC-4B3C-AC68-61070C7F3285}"/>
              </a:ext>
            </a:extLst>
          </p:cNvPr>
          <p:cNvSpPr/>
          <p:nvPr/>
        </p:nvSpPr>
        <p:spPr>
          <a:xfrm>
            <a:off x="877501" y="2887203"/>
            <a:ext cx="10730306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平行六面体体积为向量混合积的绝对值；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1E6767C-1C4C-4D62-889B-0959222CADDD}"/>
                  </a:ext>
                </a:extLst>
              </p:cNvPr>
              <p:cNvSpPr/>
              <p:nvPr/>
            </p:nvSpPr>
            <p:spPr>
              <a:xfrm>
                <a:off x="877501" y="3889248"/>
                <a:ext cx="10730306" cy="27555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同顶点三条棱中的一条为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Cambria Math"/>
                            </a:rPr>
                            <m:t>𝒙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Cambria Math"/>
                                </a:rPr>
                                <m:t>𝒖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𝚫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𝒖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Cambria Math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Cambria Math"/>
                                </a:rPr>
                                <m:t>𝒗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,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𝒘</m:t>
                              </m:r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Cambria Math"/>
                            </a:rPr>
                            <m:t>𝒙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Cambria Math"/>
                                </a:rPr>
                                <m:t>𝒖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Cambria Math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Cambria Math"/>
                                </a:rPr>
                                <m:t>𝒗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,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𝒘</m:t>
                              </m:r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Cambria Math"/>
                            </a:rPr>
                            <m:t>,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Cambria Math"/>
                            </a:rPr>
                            <m:t>𝒚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Cambria Math"/>
                                </a:rPr>
                                <m:t>𝒖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𝚫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𝒖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Cambria Math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Cambria Math"/>
                                </a:rPr>
                                <m:t>𝒗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,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𝒘</m:t>
                              </m:r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Cambria Math"/>
                            </a:rPr>
                            <m:t>𝒚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Cambria Math"/>
                                </a:rPr>
                                <m:t>𝒖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Cambria Math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Cambria Math"/>
                                </a:rPr>
                                <m:t>𝒗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,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𝒘</m:t>
                              </m:r>
                            </m:e>
                          </m:d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,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𝒛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Cambria Math"/>
                                </a:rPr>
                                <m:t>𝒖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𝚫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𝒖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Cambria Math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Cambria Math"/>
                                </a:rPr>
                                <m:t>𝒗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𝒘</m:t>
                              </m:r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𝒛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Cambria Math"/>
                                </a:rPr>
                                <m:t>𝒖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Cambria Math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Cambria Math"/>
                                </a:rPr>
                                <m:t>𝒗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𝒘</m:t>
                              </m:r>
                            </m:e>
                          </m:d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,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Cambria Math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其余两条类似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1E6767C-1C4C-4D62-889B-0959222CAD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3889248"/>
                <a:ext cx="10730306" cy="2755563"/>
              </a:xfrm>
              <a:prstGeom prst="rect">
                <a:avLst/>
              </a:prstGeom>
              <a:blipFill>
                <a:blip r:embed="rId4"/>
                <a:stretch>
                  <a:fillRect l="-1477" t="-885" b="-64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204B0196-92C3-478D-84FA-408EBC2ACF86}"/>
                  </a:ext>
                </a:extLst>
              </p14:cNvPr>
              <p14:cNvContentPartPr/>
              <p14:nvPr/>
            </p14:nvContentPartPr>
            <p14:xfrm>
              <a:off x="1449720" y="191880"/>
              <a:ext cx="10446120" cy="58370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204B0196-92C3-478D-84FA-408EBC2ACF8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40360" y="182520"/>
                <a:ext cx="10464840" cy="585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95679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三重积分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FBAD9BA-F6F2-4FCC-9F71-ADCC70B7DF46}"/>
                  </a:ext>
                </a:extLst>
              </p:cNvPr>
              <p:cNvSpPr/>
              <p:nvPr/>
            </p:nvSpPr>
            <p:spPr>
              <a:xfrm>
                <a:off x="877501" y="891719"/>
                <a:ext cx="10793798" cy="26530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同顶点三条棱近似为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𝒖</m:t>
                              </m:r>
                            </m:sub>
                          </m:sSub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𝚫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𝒖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𝒖</m:t>
                              </m:r>
                            </m:sub>
                          </m:sSub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𝚫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𝒖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𝒖</m:t>
                              </m:r>
                            </m:sub>
                          </m:sSub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𝚫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</m:oMath>
                  </m:oMathPara>
                </a14:m>
                <a:endParaRPr lang="en-US" altLang="zh-CN" sz="3200" b="1" i="1" kern="0" dirty="0">
                  <a:solidFill>
                    <a:srgbClr val="676661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𝒗</m:t>
                              </m:r>
                            </m:sub>
                          </m:sSub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𝚫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𝒗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𝒗</m:t>
                              </m:r>
                            </m:sub>
                          </m:sSub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𝚫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𝒗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𝒗</m:t>
                              </m:r>
                            </m:sub>
                          </m:sSub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𝚫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𝒗</m:t>
                          </m:r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</m:oMath>
                  </m:oMathPara>
                </a14:m>
                <a:endParaRPr lang="en-US" altLang="zh-CN" sz="3200" b="1" i="1" kern="0" dirty="0">
                  <a:solidFill>
                    <a:srgbClr val="676661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𝒘</m:t>
                              </m:r>
                            </m:sub>
                          </m:sSub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𝚫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𝒘</m:t>
                              </m:r>
                            </m:sub>
                          </m:sSub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𝚫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𝒘</m:t>
                              </m:r>
                            </m:sub>
                          </m:sSub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𝚫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</m:d>
                      <m:r>
                        <a:rPr lang="en-US" altLang="zh-CN" sz="3200" b="1" i="0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FBAD9BA-F6F2-4FCC-9F71-ADCC70B7DF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891719"/>
                <a:ext cx="10793798" cy="2653034"/>
              </a:xfrm>
              <a:prstGeom prst="rect">
                <a:avLst/>
              </a:prstGeom>
              <a:blipFill>
                <a:blip r:embed="rId2"/>
                <a:stretch>
                  <a:fillRect l="-1468" t="-9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8FE62CC4-EADC-4B3C-AC68-61070C7F3285}"/>
                  </a:ext>
                </a:extLst>
              </p:cNvPr>
              <p:cNvSpPr/>
              <p:nvPr/>
            </p:nvSpPr>
            <p:spPr>
              <a:xfrm>
                <a:off x="877501" y="4261200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则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𝒅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𝒗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=|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𝑱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|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𝒅𝒖𝒅𝒗𝒅𝒘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8FE62CC4-EADC-4B3C-AC68-61070C7F32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4261200"/>
                <a:ext cx="10730306" cy="664797"/>
              </a:xfrm>
              <a:prstGeom prst="rect">
                <a:avLst/>
              </a:prstGeom>
              <a:blipFill>
                <a:blip r:embed="rId3"/>
                <a:stretch>
                  <a:fillRect l="-1477" t="-3670"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6D861CB8-205D-430D-97DD-D302FD39634A}"/>
                  </a:ext>
                </a:extLst>
              </p14:cNvPr>
              <p14:cNvContentPartPr/>
              <p14:nvPr/>
            </p14:nvContentPartPr>
            <p14:xfrm>
              <a:off x="217440" y="2063160"/>
              <a:ext cx="7218000" cy="18601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6D861CB8-205D-430D-97DD-D302FD39634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8080" y="2053800"/>
                <a:ext cx="7236720" cy="187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8502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三重积分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746234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柱面坐标系下三重积分计算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/>
              <p:nvPr/>
            </p:nvSpPr>
            <p:spPr>
              <a:xfrm>
                <a:off x="877494" y="3093940"/>
                <a:ext cx="10577905" cy="13102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柱面坐标系实际上就是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坐标化为极坐标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𝝆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𝜽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，即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𝝆</m:t>
                    </m:r>
                    <m:func>
                      <m:func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b="0" i="0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cos</m:t>
                        </m:r>
                      </m:fName>
                      <m:e>
                        <m:r>
                          <a:rPr lang="zh-CN" altLang="en-US" sz="3200" b="0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𝜽</m:t>
                        </m:r>
                      </m:e>
                    </m:fun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𝝆</m:t>
                    </m:r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s</m:t>
                        </m:r>
                        <m:r>
                          <m:rPr>
                            <m:sty m:val="p"/>
                          </m:rPr>
                          <a:rPr lang="en-US" altLang="zh-CN" sz="3200" b="0" i="0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in</m:t>
                        </m:r>
                      </m:fName>
                      <m:e>
                        <m:r>
                          <a:rPr lang="zh-CN" altLang="en-US" sz="3200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𝜽</m:t>
                        </m:r>
                      </m:e>
                    </m:fun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𝝆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≥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𝜽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≤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𝝅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4" y="3093940"/>
                <a:ext cx="10577905" cy="1310295"/>
              </a:xfrm>
              <a:prstGeom prst="rect">
                <a:avLst/>
              </a:prstGeom>
              <a:blipFill>
                <a:blip r:embed="rId2"/>
                <a:stretch>
                  <a:fillRect l="-1499" t="-1869" r="-519" b="-14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/>
              <p:nvPr/>
            </p:nvSpPr>
            <p:spPr>
              <a:xfrm>
                <a:off x="877501" y="4583411"/>
                <a:ext cx="10730306" cy="19451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𝝆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为常数，对应以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轴为中心轴的圆柱面；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𝜽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为常数，对应过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轴的半平面；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为常数，对应与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𝒙𝑶𝒚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面平行的平面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4583411"/>
                <a:ext cx="10730306" cy="1945148"/>
              </a:xfrm>
              <a:prstGeom prst="rect">
                <a:avLst/>
              </a:prstGeom>
              <a:blipFill>
                <a:blip r:embed="rId3"/>
                <a:stretch>
                  <a:fillRect l="-1477" t="-1254" b="-97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225F33C-1A38-4D2A-9380-974A139CF26E}"/>
                  </a:ext>
                </a:extLst>
              </p:cNvPr>
              <p:cNvSpPr/>
              <p:nvPr/>
            </p:nvSpPr>
            <p:spPr>
              <a:xfrm>
                <a:off x="877494" y="1595158"/>
                <a:ext cx="10730306" cy="13344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若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𝛀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在坐标面上投影是特殊区域如圆弧，或被积函数具备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𝒇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等形式，常采用柱面坐标计算；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225F33C-1A38-4D2A-9380-974A139CF2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4" y="1595158"/>
                <a:ext cx="10730306" cy="1334468"/>
              </a:xfrm>
              <a:prstGeom prst="rect">
                <a:avLst/>
              </a:prstGeom>
              <a:blipFill>
                <a:blip r:embed="rId4"/>
                <a:stretch>
                  <a:fillRect l="-1477" t="-1826" b="-13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A2ACF309-828F-4298-A93D-861595E2B46E}"/>
                  </a:ext>
                </a:extLst>
              </p14:cNvPr>
              <p14:cNvContentPartPr/>
              <p14:nvPr/>
            </p14:nvContentPartPr>
            <p14:xfrm>
              <a:off x="945720" y="157320"/>
              <a:ext cx="9590040" cy="51879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A2ACF309-828F-4298-A93D-861595E2B46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6360" y="147960"/>
                <a:ext cx="9608760" cy="520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76153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三重积分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225F33C-1A38-4D2A-9380-974A139CF26E}"/>
                  </a:ext>
                </a:extLst>
              </p:cNvPr>
              <p:cNvSpPr/>
              <p:nvPr/>
            </p:nvSpPr>
            <p:spPr>
              <a:xfrm>
                <a:off x="877503" y="746234"/>
                <a:ext cx="10730306" cy="24698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由于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𝝆</m:t>
                    </m:r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cos</m:t>
                        </m:r>
                      </m:fName>
                      <m:e>
                        <m:r>
                          <a:rPr lang="zh-CN" altLang="en-US" sz="3200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𝜽</m:t>
                        </m:r>
                      </m:e>
                    </m:fun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𝝆</m:t>
                    </m:r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sin</m:t>
                        </m:r>
                      </m:fName>
                      <m:e>
                        <m:r>
                          <a:rPr lang="zh-CN" altLang="en-US" sz="3200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𝜽</m:t>
                        </m:r>
                      </m:e>
                    </m:fun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，计算可得</a:t>
                </a:r>
                <a:endParaRPr lang="en-US" altLang="zh-CN" sz="3200" b="1" i="1" kern="0" dirty="0">
                  <a:solidFill>
                    <a:srgbClr val="676661"/>
                  </a:solidFill>
                  <a:latin typeface="Cambria Math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𝑱</m:t>
                      </m:r>
                      <m:r>
                        <a:rPr lang="en-US" altLang="zh-CN" sz="3200" b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𝝏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𝒙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𝒚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𝒛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)</m:t>
                          </m:r>
                        </m:num>
                        <m:den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𝝏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zh-CN" altLang="en-US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𝝆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zh-CN" altLang="en-US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𝜽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𝒛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)</m:t>
                          </m:r>
                        </m:den>
                      </m:f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3200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 sz="3200" b="0" i="0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o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 sz="3200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s</m:t>
                                    </m:r>
                                  </m:fName>
                                  <m:e>
                                    <m:r>
                                      <a:rPr lang="zh-CN" altLang="en-US" sz="3200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𝜽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</m:t>
                                </m:r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𝝆</m:t>
                                </m:r>
                                <m:func>
                                  <m:func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3200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s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 sz="3200" b="0" i="0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in</m:t>
                                    </m:r>
                                  </m:fName>
                                  <m:e>
                                    <m:r>
                                      <a:rPr lang="zh-CN" altLang="en-US" sz="3200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𝜽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3200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s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 sz="3200" b="0" i="0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in</m:t>
                                    </m:r>
                                  </m:fName>
                                  <m:e>
                                    <m:r>
                                      <a:rPr lang="zh-CN" altLang="en-US" sz="3200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𝜽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𝝆</m:t>
                                </m:r>
                                <m:func>
                                  <m:func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3200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zh-CN" altLang="en-US" sz="3200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𝜽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zh-CN" altLang="en-US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𝝆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225F33C-1A38-4D2A-9380-974A139CF2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3" y="746234"/>
                <a:ext cx="10730306" cy="2469843"/>
              </a:xfrm>
              <a:prstGeom prst="rect">
                <a:avLst/>
              </a:prstGeom>
              <a:blipFill>
                <a:blip r:embed="rId2"/>
                <a:stretch>
                  <a:fillRect l="-14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197DB176-66B0-4051-B269-E966856DCF4C}"/>
                  </a:ext>
                </a:extLst>
              </p:cNvPr>
              <p:cNvSpPr/>
              <p:nvPr/>
            </p:nvSpPr>
            <p:spPr>
              <a:xfrm>
                <a:off x="877503" y="3284239"/>
                <a:ext cx="10730306" cy="27144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因此</a:t>
                </a:r>
                <a:endParaRPr lang="en-US" altLang="zh-CN" sz="3200" b="1" kern="0" dirty="0">
                  <a:solidFill>
                    <a:srgbClr val="676661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limLoc m:val="undOvr"/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𝛀</m:t>
                          </m:r>
                        </m:sub>
                        <m:sup/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𝒇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𝒙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𝒚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𝒛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)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𝒗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∭"/>
                          <m:limLoc m:val="undOvr"/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𝛀</m:t>
                          </m:r>
                        </m:sub>
                        <m:sup/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𝝆</m:t>
                              </m:r>
                              <m:func>
                                <m:func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3200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zh-CN" altLang="en-US" sz="3200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𝜽</m:t>
                                  </m:r>
                                </m:e>
                              </m:func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𝝆</m:t>
                              </m:r>
                              <m:func>
                                <m:func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3200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zh-CN" altLang="en-US" sz="3200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𝜽</m:t>
                                  </m:r>
                                </m:e>
                              </m:func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𝒛</m:t>
                              </m:r>
                            </m:e>
                          </m:d>
                          <m:r>
                            <a:rPr lang="zh-CN" altLang="en-US" sz="3200" b="1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𝝆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</m:t>
                          </m:r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𝝆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</m:t>
                          </m:r>
                          <m:r>
                            <a:rPr lang="zh-CN" altLang="en-US" sz="3200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𝜽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𝒛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197DB176-66B0-4051-B269-E966856DCF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3" y="3284239"/>
                <a:ext cx="10730306" cy="2714461"/>
              </a:xfrm>
              <a:prstGeom prst="rect">
                <a:avLst/>
              </a:prstGeom>
              <a:blipFill>
                <a:blip r:embed="rId3"/>
                <a:stretch>
                  <a:fillRect l="-14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AE54BA91-258F-44D4-823C-341AEABF3267}"/>
                  </a:ext>
                </a:extLst>
              </p14:cNvPr>
              <p14:cNvContentPartPr/>
              <p14:nvPr/>
            </p14:nvContentPartPr>
            <p14:xfrm>
              <a:off x="1927440" y="1470240"/>
              <a:ext cx="9015480" cy="42422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AE54BA91-258F-44D4-823C-341AEABF326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18080" y="1460880"/>
                <a:ext cx="9034200" cy="426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9599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三重积分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225F33C-1A38-4D2A-9380-974A139CF26E}"/>
              </a:ext>
            </a:extLst>
          </p:cNvPr>
          <p:cNvSpPr/>
          <p:nvPr/>
        </p:nvSpPr>
        <p:spPr>
          <a:xfrm>
            <a:off x="877501" y="1344845"/>
            <a:ext cx="10730306" cy="13102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事实上，在具体计算中，可以用“先一后二”或“先二后一”得到二重积分，再转化为极坐标进行计算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4289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三重积分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22468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：计算三重积分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∭"/>
                        <m:limLoc m:val="undOvr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𝛀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  <m:rad>
                          <m:radPr>
                            <m:degHide m:val="on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</m:e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p>
                          </m:e>
                        </m:rad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𝒗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𝛀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是由柱面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与平面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𝒂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&gt;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</m:e>
                    </m:d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所围圆柱体在第一卦限的部分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2246897"/>
              </a:xfrm>
              <a:prstGeom prst="rect">
                <a:avLst/>
              </a:prstGeom>
              <a:blipFill>
                <a:blip r:embed="rId2"/>
                <a:stretch>
                  <a:fillRect l="-1543" r="-1009" b="-78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33BFC838-E5AC-44EA-BAAA-4CF3791C0F23}"/>
                  </a:ext>
                </a:extLst>
              </p14:cNvPr>
              <p14:cNvContentPartPr/>
              <p14:nvPr/>
            </p14:nvContentPartPr>
            <p14:xfrm>
              <a:off x="1117080" y="1520280"/>
              <a:ext cx="9981360" cy="49114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33BFC838-E5AC-44EA-BAAA-4CF3791C0F2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7720" y="1510920"/>
                <a:ext cx="10000080" cy="493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0A3C0417-7BB0-4BEC-B26F-946F8F78E903}"/>
                  </a:ext>
                </a:extLst>
              </p:cNvPr>
              <p:cNvSpPr/>
              <p:nvPr/>
            </p:nvSpPr>
            <p:spPr>
              <a:xfrm>
                <a:off x="877502" y="5450788"/>
                <a:ext cx="10730306" cy="9988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𝟖</m:t>
                        </m:r>
                      </m:num>
                      <m:den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𝟗</m:t>
                        </m:r>
                      </m:den>
                    </m:f>
                    <m:sSup>
                      <m:sSupPr>
                        <m:ctrlP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  <m:sup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0A3C0417-7BB0-4BEC-B26F-946F8F78E9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450788"/>
                <a:ext cx="10730306" cy="998863"/>
              </a:xfrm>
              <a:prstGeom prst="rect">
                <a:avLst/>
              </a:prstGeom>
              <a:blipFill>
                <a:blip r:embed="rId5"/>
                <a:stretch>
                  <a:fillRect l="-1477" b="-48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1106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三重积分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22468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：计算三重积分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∭"/>
                        <m:limLoc m:val="undOvr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𝛀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  <m:rad>
                          <m:radPr>
                            <m:degHide m:val="on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</m:e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p>
                          </m:e>
                        </m:rad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𝒗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𝛀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是由柱面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与平面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𝒂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&gt;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</m:e>
                    </m:d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所围圆柱体在第一卦限的部分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2246897"/>
              </a:xfrm>
              <a:prstGeom prst="rect">
                <a:avLst/>
              </a:prstGeom>
              <a:blipFill>
                <a:blip r:embed="rId2"/>
                <a:stretch>
                  <a:fillRect l="-1543" r="-1009" b="-78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2" y="5450788"/>
                <a:ext cx="10730306" cy="9988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𝟖</m:t>
                        </m:r>
                      </m:num>
                      <m:den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𝟗</m:t>
                        </m:r>
                      </m:den>
                    </m:f>
                    <m:sSup>
                      <m:sSupPr>
                        <m:ctrlP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  <m:sup>
                        <m: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450788"/>
                <a:ext cx="10730306" cy="998863"/>
              </a:xfrm>
              <a:prstGeom prst="rect">
                <a:avLst/>
              </a:prstGeom>
              <a:blipFill>
                <a:blip r:embed="rId3"/>
                <a:stretch>
                  <a:fillRect l="-1477" b="-48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0959A1FC-A80B-40E2-A497-600FA7DB757A}"/>
                  </a:ext>
                </a:extLst>
              </p:cNvPr>
              <p:cNvSpPr/>
              <p:nvPr/>
            </p:nvSpPr>
            <p:spPr>
              <a:xfrm>
                <a:off x="877502" y="2924969"/>
                <a:ext cx="10730306" cy="17013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𝑰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sup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𝒛</m:t>
                          </m:r>
                        </m:e>
                      </m:nary>
                      <m:nary>
                        <m:nary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f>
                            <m:f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𝝅</m:t>
                              </m:r>
                            </m:num>
                            <m:den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</m:t>
                          </m:r>
                          <m:r>
                            <a:rPr lang="zh-CN" altLang="en-US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𝜽</m:t>
                          </m:r>
                        </m:e>
                      </m:nary>
                      <m:nary>
                        <m:nary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  <m:func>
                            <m:func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3200" b="0" i="0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zh-CN" altLang="en-US" sz="3200" b="0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𝜽</m:t>
                              </m:r>
                            </m:e>
                          </m:func>
                        </m:sup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𝒛</m:t>
                          </m:r>
                          <m:sSup>
                            <m:sSup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𝝆</m:t>
                              </m:r>
                            </m:e>
                            <m:sup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</m:t>
                          </m:r>
                          <m:r>
                            <a:rPr lang="zh-CN" altLang="en-US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𝝆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E73A1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0959A1FC-A80B-40E2-A497-600FA7DB75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2924969"/>
                <a:ext cx="10730306" cy="17013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0228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三重积分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30203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：计算三重积分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∭"/>
                        <m:limLoc m:val="undOvr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𝛀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(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𝒗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𝛀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是由曲线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eqArrPr>
                          <m:e>
                            <m:sSup>
                              <m:sSupPr>
                                <m:ctrlP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</m:e>
                              <m:sup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</m:t>
                            </m:r>
                          </m:e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绕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轴旋转一周而得到的曲面与平面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𝟖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所围成的区域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3020314"/>
              </a:xfrm>
              <a:prstGeom prst="rect">
                <a:avLst/>
              </a:prstGeom>
              <a:blipFill>
                <a:blip r:embed="rId2"/>
                <a:stretch>
                  <a:fillRect l="-1543" r="-772" b="-56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3B00253B-5102-426C-89F2-40FADDCA1811}"/>
                  </a:ext>
                </a:extLst>
              </p14:cNvPr>
              <p14:cNvContentPartPr/>
              <p14:nvPr/>
            </p14:nvContentPartPr>
            <p14:xfrm>
              <a:off x="749520" y="1611000"/>
              <a:ext cx="11092680" cy="45698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3B00253B-5102-426C-89F2-40FADDCA181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0160" y="1601640"/>
                <a:ext cx="11111400" cy="45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7CEA925E-91F4-45E4-B79E-8F8E7DDC9472}"/>
                  </a:ext>
                </a:extLst>
              </p:cNvPr>
              <p:cNvSpPr/>
              <p:nvPr/>
            </p:nvSpPr>
            <p:spPr>
              <a:xfrm>
                <a:off x="877502" y="5848441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𝟑𝟑𝟔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𝝅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7CEA925E-91F4-45E4-B79E-8F8E7DDC94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848441"/>
                <a:ext cx="10730306" cy="664797"/>
              </a:xfrm>
              <a:prstGeom prst="rect">
                <a:avLst/>
              </a:prstGeom>
              <a:blipFill>
                <a:blip r:embed="rId5"/>
                <a:stretch>
                  <a:fillRect l="-1477" t="-3670"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4876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三重积分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1DB1A66-BFAA-46BA-9F1D-DC1A54E1A5BF}"/>
                  </a:ext>
                </a:extLst>
              </p:cNvPr>
              <p:cNvSpPr/>
              <p:nvPr/>
            </p:nvSpPr>
            <p:spPr>
              <a:xfrm>
                <a:off x="877501" y="973614"/>
                <a:ext cx="10980160" cy="13102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设在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𝒚𝑶𝒛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平面上有一条曲线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𝑪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，方程是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𝒇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，绕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轴旋转一周得到一个以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轴为旋转轴的曲面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1DB1A66-BFAA-46BA-9F1D-DC1A54E1A5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973614"/>
                <a:ext cx="10980160" cy="1310295"/>
              </a:xfrm>
              <a:prstGeom prst="rect">
                <a:avLst/>
              </a:prstGeom>
              <a:blipFill>
                <a:blip r:embed="rId2"/>
                <a:stretch>
                  <a:fillRect l="-1444" r="-1333" b="-144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84115EBD-979D-4BE4-8023-D9BF3A150457}"/>
                  </a:ext>
                </a:extLst>
              </p:cNvPr>
              <p:cNvSpPr/>
              <p:nvPr/>
            </p:nvSpPr>
            <p:spPr>
              <a:xfrm>
                <a:off x="877501" y="2579451"/>
                <a:ext cx="10980160" cy="21514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𝑴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为曲面上任一点，由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𝑪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上点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𝑴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旋转所得，则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𝒇</m:t>
                      </m:r>
                      <m:d>
                        <m:d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𝟎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 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𝒛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𝒛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en-US" altLang="zh-CN" sz="3200" b="1" i="0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84115EBD-979D-4BE4-8023-D9BF3A1504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2579451"/>
                <a:ext cx="10980160" cy="2151423"/>
              </a:xfrm>
              <a:prstGeom prst="rect">
                <a:avLst/>
              </a:prstGeom>
              <a:blipFill>
                <a:blip r:embed="rId3"/>
                <a:stretch>
                  <a:fillRect l="-1444" r="-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35AF02F6-8295-4AB8-B7BD-4448591BC4FD}"/>
                  </a:ext>
                </a:extLst>
              </p:cNvPr>
              <p:cNvSpPr/>
              <p:nvPr/>
            </p:nvSpPr>
            <p:spPr>
              <a:xfrm>
                <a:off x="877501" y="4733328"/>
                <a:ext cx="10980160" cy="16905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因此</a:t>
                </a:r>
                <a:endParaRPr lang="en-US" altLang="zh-CN" sz="3200" b="1" i="1" kern="0" dirty="0">
                  <a:solidFill>
                    <a:srgbClr val="676661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𝒇</m:t>
                      </m:r>
                      <m:d>
                        <m:d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rad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𝒛</m:t>
                          </m:r>
                        </m:e>
                      </m:d>
                      <m:r>
                        <a:rPr lang="en-US" altLang="zh-CN" sz="3200" b="1" i="0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3200" b="1" i="0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𝟎</m:t>
                      </m:r>
                      <m:r>
                        <a:rPr lang="en-US" altLang="zh-CN" sz="3200" b="1" i="0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35AF02F6-8295-4AB8-B7BD-4448591BC4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4733328"/>
                <a:ext cx="10980160" cy="1690591"/>
              </a:xfrm>
              <a:prstGeom prst="rect">
                <a:avLst/>
              </a:prstGeom>
              <a:blipFill>
                <a:blip r:embed="rId4"/>
                <a:stretch>
                  <a:fillRect l="-1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42A112D8-8D75-438B-B8B6-0DE551E0E3DD}"/>
                  </a:ext>
                </a:extLst>
              </p14:cNvPr>
              <p14:cNvContentPartPr/>
              <p14:nvPr/>
            </p14:nvContentPartPr>
            <p14:xfrm>
              <a:off x="3881160" y="2435040"/>
              <a:ext cx="8032680" cy="27468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42A112D8-8D75-438B-B8B6-0DE551E0E3D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71800" y="2425680"/>
                <a:ext cx="8051400" cy="276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33142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三重积分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30203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：计算三重积分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∭"/>
                        <m:limLoc m:val="undOvr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𝛀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(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𝒗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𝛀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是由曲线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eqArrPr>
                          <m:e>
                            <m:sSup>
                              <m:sSupPr>
                                <m:ctrlP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</m:e>
                              <m:sup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</m:t>
                            </m:r>
                          </m:e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绕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轴旋转一周而得到的曲面与平面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𝟖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所围成的区域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3020314"/>
              </a:xfrm>
              <a:prstGeom prst="rect">
                <a:avLst/>
              </a:prstGeom>
              <a:blipFill>
                <a:blip r:embed="rId2"/>
                <a:stretch>
                  <a:fillRect l="-1543" r="-772" b="-56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2" y="3772393"/>
                <a:ext cx="10730306" cy="6778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曲面为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3772393"/>
                <a:ext cx="10730306" cy="677814"/>
              </a:xfrm>
              <a:prstGeom prst="rect">
                <a:avLst/>
              </a:prstGeom>
              <a:blipFill>
                <a:blip r:embed="rId3"/>
                <a:stretch>
                  <a:fillRect l="-1477" t="-1802" b="-297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0959A1FC-A80B-40E2-A497-600FA7DB757A}"/>
                  </a:ext>
                </a:extLst>
              </p:cNvPr>
              <p:cNvSpPr/>
              <p:nvPr/>
            </p:nvSpPr>
            <p:spPr>
              <a:xfrm>
                <a:off x="877502" y="4450207"/>
                <a:ext cx="10730306" cy="22016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𝑰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  <m:sup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𝟖</m:t>
                          </m:r>
                        </m:sup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𝒅𝒛</m:t>
                          </m:r>
                        </m:e>
                      </m:nary>
                      <m:nary>
                        <m:naryPr>
                          <m:chr m:val="∬"/>
                          <m:limLoc m:val="undOvr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𝒛</m:t>
                          </m:r>
                        </m:sub>
                        <m:sup/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𝒅𝒙𝒅𝒚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𝟑𝟑𝟔</m:t>
                      </m:r>
                      <m:r>
                        <a:rPr lang="zh-CN" altLang="en-US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𝝅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E73A1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0959A1FC-A80B-40E2-A497-600FA7DB75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4450207"/>
                <a:ext cx="10730306" cy="22016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8540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三重积分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746234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球面坐标系下三重积分计算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/>
              <p:nvPr/>
            </p:nvSpPr>
            <p:spPr>
              <a:xfrm>
                <a:off x="877501" y="2444082"/>
                <a:ext cx="10730306" cy="283667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𝒓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|</m:t>
                    </m:r>
                    <m:acc>
                      <m:accPr>
                        <m:chr m:val="⃗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𝑶𝑴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|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𝝆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≥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𝝋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𝑶𝑴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与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轴正向的夹角，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𝝋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≤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𝝅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𝜽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从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轴正向俯瞰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𝑶𝑴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在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𝒙𝑶𝒚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面投影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𝑶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与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轴正向的夹角，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𝜽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≤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𝝅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2444082"/>
                <a:ext cx="10730306" cy="2836674"/>
              </a:xfrm>
              <a:prstGeom prst="rect">
                <a:avLst/>
              </a:prstGeom>
              <a:blipFill>
                <a:blip r:embed="rId2"/>
                <a:stretch>
                  <a:fillRect l="-1477" r="-795" b="-62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225F33C-1A38-4D2A-9380-974A139CF26E}"/>
                  </a:ext>
                </a:extLst>
              </p:cNvPr>
              <p:cNvSpPr/>
              <p:nvPr/>
            </p:nvSpPr>
            <p:spPr>
              <a:xfrm>
                <a:off x="877494" y="1595158"/>
                <a:ext cx="10730306" cy="6701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𝑴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是空间一点，引进球坐标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𝒓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𝝋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𝜽</m:t>
                        </m:r>
                      </m:e>
                    </m:d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225F33C-1A38-4D2A-9380-974A139CF2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4" y="1595158"/>
                <a:ext cx="10730306" cy="670120"/>
              </a:xfrm>
              <a:prstGeom prst="rect">
                <a:avLst/>
              </a:prstGeom>
              <a:blipFill>
                <a:blip r:embed="rId3"/>
                <a:stretch>
                  <a:fillRect l="-1477" b="-2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6C85A754-1D50-405C-A415-39AA23DECF3A}"/>
                  </a:ext>
                </a:extLst>
              </p:cNvPr>
              <p:cNvSpPr/>
              <p:nvPr/>
            </p:nvSpPr>
            <p:spPr>
              <a:xfrm>
                <a:off x="877494" y="5459560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𝒓</m:t>
                    </m:r>
                    <m:func>
                      <m:func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b="0" i="0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sin</m:t>
                        </m:r>
                      </m:fName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𝝋</m:t>
                        </m:r>
                      </m:e>
                    </m:func>
                    <m:func>
                      <m:func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b="0" i="0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cos</m:t>
                        </m:r>
                      </m:fName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𝜽</m:t>
                        </m:r>
                      </m:e>
                    </m:fun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𝒓</m:t>
                    </m:r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sin</m:t>
                        </m:r>
                      </m:fName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𝝋</m:t>
                        </m:r>
                      </m:e>
                    </m:func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s</m:t>
                        </m:r>
                        <m:r>
                          <m:rPr>
                            <m:sty m:val="p"/>
                          </m:rPr>
                          <a:rPr lang="en-US" altLang="zh-CN" sz="3200" b="0" i="0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in</m:t>
                        </m:r>
                      </m:fName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𝜽</m:t>
                        </m:r>
                      </m:e>
                    </m:fun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𝒓</m:t>
                    </m:r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b="0" i="0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co</m:t>
                        </m:r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s</m:t>
                        </m:r>
                      </m:fName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𝝋</m:t>
                        </m:r>
                      </m:e>
                    </m:func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6C85A754-1D50-405C-A415-39AA23DECF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4" y="5459560"/>
                <a:ext cx="10730306" cy="664797"/>
              </a:xfrm>
              <a:prstGeom prst="rect">
                <a:avLst/>
              </a:prstGeom>
              <a:blipFill>
                <a:blip r:embed="rId4"/>
                <a:stretch>
                  <a:fillRect l="-1477" t="-3670"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2387DCB2-EBC9-4914-B0A6-D5FFF2158170}"/>
                  </a:ext>
                </a:extLst>
              </p14:cNvPr>
              <p14:cNvContentPartPr/>
              <p14:nvPr/>
            </p14:nvContentPartPr>
            <p14:xfrm>
              <a:off x="1264680" y="227160"/>
              <a:ext cx="8132760" cy="60264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2387DCB2-EBC9-4914-B0A6-D5FFF215817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55320" y="217800"/>
                <a:ext cx="8151480" cy="604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50173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三重积分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225F33C-1A38-4D2A-9380-974A139CF26E}"/>
                  </a:ext>
                </a:extLst>
              </p:cNvPr>
              <p:cNvSpPr/>
              <p:nvPr/>
            </p:nvSpPr>
            <p:spPr>
              <a:xfrm>
                <a:off x="877503" y="746234"/>
                <a:ext cx="10730306" cy="27672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由于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𝒓</m:t>
                    </m:r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sin</m:t>
                        </m:r>
                      </m:fName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𝝋</m:t>
                        </m:r>
                      </m:e>
                    </m:func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cos</m:t>
                        </m:r>
                      </m:fName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𝜽</m:t>
                        </m:r>
                      </m:e>
                    </m:fun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𝒓</m:t>
                    </m:r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sin</m:t>
                        </m:r>
                      </m:fName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𝝋</m:t>
                        </m:r>
                      </m:e>
                    </m:func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sin</m:t>
                        </m:r>
                      </m:fName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𝜽</m:t>
                        </m:r>
                      </m:e>
                    </m:fun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𝒓</m:t>
                    </m:r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cos</m:t>
                        </m:r>
                      </m:fName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𝝋</m:t>
                        </m:r>
                      </m:e>
                    </m:fun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</a:t>
                </a:r>
                <a:endParaRPr lang="en-US" altLang="zh-CN" sz="3200" b="1" i="1" kern="0" dirty="0">
                  <a:solidFill>
                    <a:srgbClr val="676661"/>
                  </a:solidFill>
                  <a:latin typeface="Cambria Math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𝑱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3200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zh-CN" altLang="en-US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𝝋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3200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zh-CN" altLang="en-US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𝜽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𝒓</m:t>
                                </m:r>
                                <m:func>
                                  <m:func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3200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zh-CN" altLang="en-US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𝝋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3200" b="0" i="0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co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 sz="3200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s</m:t>
                                    </m:r>
                                  </m:fName>
                                  <m:e>
                                    <m:r>
                                      <a:rPr lang="zh-CN" altLang="en-US" sz="3200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𝜽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𝒓</m:t>
                                </m:r>
                                <m:func>
                                  <m:func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3200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zh-CN" altLang="en-US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𝝋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3200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s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 sz="3200" b="0" i="0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in</m:t>
                                    </m:r>
                                  </m:fName>
                                  <m:e>
                                    <m:r>
                                      <a:rPr lang="zh-CN" altLang="en-US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𝜽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3200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zh-CN" altLang="en-US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𝝋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3200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zh-CN" altLang="en-US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𝜽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𝒓</m:t>
                                </m:r>
                                <m:func>
                                  <m:func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3200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zh-CN" altLang="en-US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𝝋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3200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s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 sz="3200" b="0" i="0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in</m:t>
                                    </m:r>
                                  </m:fName>
                                  <m:e>
                                    <m:r>
                                      <a:rPr lang="zh-CN" altLang="en-US" sz="3200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𝜽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𝒓</m:t>
                                </m:r>
                                <m:func>
                                  <m:func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3200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zh-CN" altLang="en-US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𝝋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3200" b="0" i="0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co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 sz="3200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s</m:t>
                                    </m:r>
                                  </m:fName>
                                  <m:e>
                                    <m:r>
                                      <a:rPr lang="zh-CN" altLang="en-US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𝜽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3200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zh-CN" altLang="en-US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𝝋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𝒓</m:t>
                                </m:r>
                                <m:func>
                                  <m:func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3200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zh-CN" altLang="en-US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𝝋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𝒓</m:t>
                          </m:r>
                        </m:e>
                        <m:sup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p>
                      </m:sSup>
                      <m:func>
                        <m:func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3200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𝝋</m:t>
                          </m:r>
                        </m:e>
                      </m:func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225F33C-1A38-4D2A-9380-974A139CF2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3" y="746234"/>
                <a:ext cx="10730306" cy="2767232"/>
              </a:xfrm>
              <a:prstGeom prst="rect">
                <a:avLst/>
              </a:prstGeom>
              <a:blipFill>
                <a:blip r:embed="rId2"/>
                <a:stretch>
                  <a:fillRect l="-14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2B1E04D8-B792-4954-B623-6DB1E57B6DC8}"/>
                  </a:ext>
                </a:extLst>
              </p14:cNvPr>
              <p14:cNvContentPartPr/>
              <p14:nvPr/>
            </p14:nvContentPartPr>
            <p14:xfrm>
              <a:off x="2593800" y="1654200"/>
              <a:ext cx="9376200" cy="18486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2B1E04D8-B792-4954-B623-6DB1E57B6DC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84440" y="1644840"/>
                <a:ext cx="9394920" cy="186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18159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三重积分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197DB176-66B0-4051-B269-E966856DCF4C}"/>
                  </a:ext>
                </a:extLst>
              </p:cNvPr>
              <p:cNvSpPr/>
              <p:nvPr/>
            </p:nvSpPr>
            <p:spPr>
              <a:xfrm>
                <a:off x="877503" y="959881"/>
                <a:ext cx="10730306" cy="46964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因此</a:t>
                </a:r>
                <a:endParaRPr lang="en-US" altLang="zh-CN" sz="3200" b="1" kern="0" dirty="0">
                  <a:solidFill>
                    <a:srgbClr val="676661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limLoc m:val="undOvr"/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𝛀</m:t>
                          </m:r>
                        </m:sub>
                        <m:sup/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𝒇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𝒙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𝒚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𝒛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)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𝒗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∭"/>
                          <m:limLoc m:val="undOvr"/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𝛀</m:t>
                          </m:r>
                        </m:sub>
                        <m:sup/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𝒓</m:t>
                              </m:r>
                              <m:func>
                                <m:func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3200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𝝋</m:t>
                                  </m:r>
                                </m:e>
                              </m:func>
                              <m:func>
                                <m:func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3200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𝜽</m:t>
                                  </m:r>
                                </m:e>
                              </m:func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𝒓</m:t>
                              </m:r>
                              <m:func>
                                <m:func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3200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𝝋</m:t>
                                  </m:r>
                                </m:e>
                              </m:func>
                              <m:func>
                                <m:func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3200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𝜽</m:t>
                                  </m:r>
                                </m:e>
                              </m:func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𝒓</m:t>
                              </m:r>
                              <m:func>
                                <m:func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3200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𝝋</m:t>
                                  </m:r>
                                </m:e>
                              </m:func>
                            </m:e>
                          </m:d>
                          <m:sSup>
                            <m:sSupPr>
                              <m:ctrlPr>
                                <a:rPr lang="en-US" altLang="zh-CN" sz="3200" b="1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𝒓</m:t>
                              </m:r>
                            </m:e>
                            <m:sup>
                              <m:r>
                                <a:rPr lang="en-US" altLang="zh-CN" sz="3200" b="1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altLang="zh-CN" sz="3200" b="1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3200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zh-CN" altLang="en-US" sz="3200" b="1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𝝋</m:t>
                              </m:r>
                            </m:e>
                          </m:func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𝒓𝒅</m:t>
                          </m:r>
                          <m:r>
                            <a:rPr lang="zh-CN" altLang="en-US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𝝋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</m:t>
                          </m:r>
                          <m:r>
                            <a:rPr lang="zh-CN" altLang="en-US" sz="3200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𝜽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197DB176-66B0-4051-B269-E966856DCF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3" y="959881"/>
                <a:ext cx="10730306" cy="4696414"/>
              </a:xfrm>
              <a:prstGeom prst="rect">
                <a:avLst/>
              </a:prstGeom>
              <a:blipFill>
                <a:blip r:embed="rId2"/>
                <a:stretch>
                  <a:fillRect l="-1477" r="-7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7068AFF4-A644-4C82-AD18-3A5D0DCDC9AA}"/>
                  </a:ext>
                </a:extLst>
              </p14:cNvPr>
              <p14:cNvContentPartPr/>
              <p14:nvPr/>
            </p14:nvContentPartPr>
            <p14:xfrm>
              <a:off x="2515680" y="5100840"/>
              <a:ext cx="8808480" cy="2264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7068AFF4-A644-4C82-AD18-3A5D0DCDC9A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06320" y="5091480"/>
                <a:ext cx="8827200" cy="24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08917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三重积分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/>
              <p:nvPr/>
            </p:nvSpPr>
            <p:spPr>
              <a:xfrm>
                <a:off x="877501" y="2141568"/>
                <a:ext cx="10730306" cy="19451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𝒓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为常数，对应以原点为球心的球面；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𝝋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为常数，对应以原点为顶点，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轴为轴的圆锥面；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𝜽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为常数，对应过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轴的半平面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2141568"/>
                <a:ext cx="10730306" cy="1945148"/>
              </a:xfrm>
              <a:prstGeom prst="rect">
                <a:avLst/>
              </a:prstGeom>
              <a:blipFill>
                <a:blip r:embed="rId2"/>
                <a:stretch>
                  <a:fillRect l="-1477" t="-1254" b="-97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CD4AE06B-B4BA-442A-944D-F7525824362A}"/>
              </a:ext>
            </a:extLst>
          </p:cNvPr>
          <p:cNvSpPr/>
          <p:nvPr/>
        </p:nvSpPr>
        <p:spPr>
          <a:xfrm>
            <a:off x="877501" y="959881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：何时用球坐标会简便？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7D44C30-BBF2-4FB8-B91A-E9CA42156A22}"/>
                  </a:ext>
                </a:extLst>
              </p:cNvPr>
              <p:cNvSpPr/>
              <p:nvPr/>
            </p:nvSpPr>
            <p:spPr>
              <a:xfrm>
                <a:off x="877501" y="4598283"/>
                <a:ext cx="10730306" cy="13199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若围成区域的部分曲面为球面、锥面、半平面，或被积函数具备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𝒇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等形式，常采用球面坐标计算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7D44C30-BBF2-4FB8-B91A-E9CA42156A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4598283"/>
                <a:ext cx="10730306" cy="1319977"/>
              </a:xfrm>
              <a:prstGeom prst="rect">
                <a:avLst/>
              </a:prstGeom>
              <a:blipFill>
                <a:blip r:embed="rId3"/>
                <a:stretch>
                  <a:fillRect l="-1477" t="-1843" r="-1023"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3FC427D4-967A-4DC9-8C16-4B4429B38484}"/>
                  </a:ext>
                </a:extLst>
              </p14:cNvPr>
              <p14:cNvContentPartPr/>
              <p14:nvPr/>
            </p14:nvContentPartPr>
            <p14:xfrm>
              <a:off x="4110120" y="193320"/>
              <a:ext cx="4246560" cy="60159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3FC427D4-967A-4DC9-8C16-4B4429B3848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00760" y="183960"/>
                <a:ext cx="4265280" cy="603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00132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三重积分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23599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：计算三重积分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∭"/>
                        <m:limLoc m:val="undOvr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𝛀</m:t>
                        </m:r>
                      </m:sub>
                      <m:sup/>
                      <m:e>
                        <m:rad>
                          <m:radPr>
                            <m:degHide m:val="on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</m:e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𝒛</m:t>
                                </m:r>
                              </m:e>
                              <m:sup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p>
                          </m:e>
                        </m:rad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𝒗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𝛀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是由半球面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与锥面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所围成的区域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2359941"/>
              </a:xfrm>
              <a:prstGeom prst="rect">
                <a:avLst/>
              </a:prstGeom>
              <a:blipFill>
                <a:blip r:embed="rId2"/>
                <a:stretch>
                  <a:fillRect l="-1543" b="-72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0C7971FB-331D-4E8D-A185-2853EEB28B39}"/>
                  </a:ext>
                </a:extLst>
              </p14:cNvPr>
              <p14:cNvContentPartPr/>
              <p14:nvPr/>
            </p14:nvContentPartPr>
            <p14:xfrm>
              <a:off x="450720" y="1506960"/>
              <a:ext cx="11443680" cy="45543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0C7971FB-331D-4E8D-A185-2853EEB28B3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1360" y="1497600"/>
                <a:ext cx="11462400" cy="45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3C9FB8FC-1635-4CF1-A29C-198F06255866}"/>
                  </a:ext>
                </a:extLst>
              </p:cNvPr>
              <p:cNvSpPr/>
              <p:nvPr/>
            </p:nvSpPr>
            <p:spPr>
              <a:xfrm>
                <a:off x="877502" y="5450788"/>
                <a:ext cx="10730306" cy="122687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𝟖</m:t>
                        </m:r>
                      </m:num>
                      <m:den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𝟓</m:t>
                        </m:r>
                      </m:den>
                    </m:f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𝝅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e>
                            </m:rad>
                          </m:num>
                          <m:den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𝟖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3C9FB8FC-1635-4CF1-A29C-198F062558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450788"/>
                <a:ext cx="10730306" cy="1226874"/>
              </a:xfrm>
              <a:prstGeom prst="rect">
                <a:avLst/>
              </a:prstGeom>
              <a:blipFill>
                <a:blip r:embed="rId5"/>
                <a:stretch>
                  <a:fillRect l="-1477" b="-4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5790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三重积分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23599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：计算三重积分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∭"/>
                        <m:limLoc m:val="undOvr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𝛀</m:t>
                        </m:r>
                      </m:sub>
                      <m:sup/>
                      <m:e>
                        <m:rad>
                          <m:radPr>
                            <m:degHide m:val="on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</m:e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𝒛</m:t>
                                </m:r>
                              </m:e>
                              <m:sup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p>
                          </m:e>
                        </m:rad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𝒗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𝛀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是由半球面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与锥面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所围成的区域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2359941"/>
              </a:xfrm>
              <a:prstGeom prst="rect">
                <a:avLst/>
              </a:prstGeom>
              <a:blipFill>
                <a:blip r:embed="rId2"/>
                <a:stretch>
                  <a:fillRect l="-1543" b="-72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2" y="5450788"/>
                <a:ext cx="10730306" cy="122687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𝟖</m:t>
                        </m:r>
                      </m:num>
                      <m:den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𝟓</m:t>
                        </m:r>
                      </m:den>
                    </m:f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𝝅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e>
                            </m:rad>
                          </m:num>
                          <m:den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𝟖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450788"/>
                <a:ext cx="10730306" cy="1226874"/>
              </a:xfrm>
              <a:prstGeom prst="rect">
                <a:avLst/>
              </a:prstGeom>
              <a:blipFill>
                <a:blip r:embed="rId3"/>
                <a:stretch>
                  <a:fillRect l="-1477" b="-4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0959A1FC-A80B-40E2-A497-600FA7DB757A}"/>
                  </a:ext>
                </a:extLst>
              </p:cNvPr>
              <p:cNvSpPr/>
              <p:nvPr/>
            </p:nvSpPr>
            <p:spPr>
              <a:xfrm>
                <a:off x="877502" y="3038013"/>
                <a:ext cx="10730306" cy="17013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𝑰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  <m:r>
                            <a:rPr lang="zh-CN" altLang="en-US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𝝅</m:t>
                          </m:r>
                        </m:sup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</m:t>
                          </m:r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𝜽</m:t>
                          </m:r>
                        </m:e>
                      </m:nary>
                      <m:nary>
                        <m:nary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f>
                            <m:f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𝝅</m:t>
                              </m:r>
                            </m:num>
                            <m:den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𝟒</m:t>
                              </m:r>
                            </m:den>
                          </m:f>
                        </m:sup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</m:t>
                          </m:r>
                          <m:r>
                            <a:rPr lang="zh-CN" altLang="en-US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𝝋</m:t>
                          </m:r>
                        </m:e>
                      </m:nary>
                      <m:nary>
                        <m:nary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  <m:func>
                            <m:func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3200" b="0" i="0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𝝋</m:t>
                              </m:r>
                            </m:e>
                          </m:func>
                        </m:sup>
                        <m:e>
                          <m:sSup>
                            <m:sSup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𝒓</m:t>
                              </m:r>
                            </m:e>
                            <m:sup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𝟑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3200" b="0" i="0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𝝋</m:t>
                              </m:r>
                            </m:e>
                          </m:func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𝒓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E73A1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0959A1FC-A80B-40E2-A497-600FA7DB75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3038013"/>
                <a:ext cx="10730306" cy="17013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33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三重积分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16322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：计算三重积分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∭"/>
                        <m:limLoc m:val="undOvr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𝛀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(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𝒂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𝒗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𝛀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𝑹</m:t>
                    </m:r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𝒂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为常数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1632242"/>
              </a:xfrm>
              <a:prstGeom prst="rect">
                <a:avLst/>
              </a:prstGeom>
              <a:blipFill>
                <a:blip r:embed="rId2"/>
                <a:stretch>
                  <a:fillRect l="-1543" b="-97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CEE6A0DA-8C36-424E-84F3-8D512C1F47BD}"/>
                  </a:ext>
                </a:extLst>
              </p14:cNvPr>
              <p14:cNvContentPartPr/>
              <p14:nvPr/>
            </p14:nvContentPartPr>
            <p14:xfrm>
              <a:off x="799920" y="675000"/>
              <a:ext cx="11374920" cy="60710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CEE6A0DA-8C36-424E-84F3-8D512C1F47B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0560" y="665640"/>
                <a:ext cx="11393640" cy="608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5FF89C5-3D85-49E8-BE69-8012E41F0F96}"/>
                  </a:ext>
                </a:extLst>
              </p:cNvPr>
              <p:cNvSpPr/>
              <p:nvPr/>
            </p:nvSpPr>
            <p:spPr>
              <a:xfrm>
                <a:off x="877502" y="5450788"/>
                <a:ext cx="10730306" cy="9621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𝟒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𝟏𝟓</m:t>
                        </m:r>
                      </m:den>
                    </m:f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𝝅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𝑹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𝟓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𝟒</m:t>
                        </m:r>
                      </m:num>
                      <m:den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den>
                    </m:f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𝝅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𝑹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5FF89C5-3D85-49E8-BE69-8012E41F0F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450788"/>
                <a:ext cx="10730306" cy="962186"/>
              </a:xfrm>
              <a:prstGeom prst="rect">
                <a:avLst/>
              </a:prstGeom>
              <a:blipFill>
                <a:blip r:embed="rId5"/>
                <a:stretch>
                  <a:fillRect l="-1477" b="-82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0372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三重积分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8FE62CC4-EADC-4B3C-AC68-61070C7F3285}"/>
                  </a:ext>
                </a:extLst>
              </p:cNvPr>
              <p:cNvSpPr/>
              <p:nvPr/>
            </p:nvSpPr>
            <p:spPr>
              <a:xfrm>
                <a:off x="877501" y="1484516"/>
                <a:ext cx="11075013" cy="9529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𝛀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关于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对称， </a:t>
                </a:r>
                <a14:m>
                  <m:oMath xmlns:m="http://schemas.openxmlformats.org/officeDocument/2006/math">
                    <m:nary>
                      <m:naryPr>
                        <m:chr m:val="∭"/>
                        <m:limLoc m:val="undOvr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𝛀</m:t>
                        </m:r>
                      </m:sub>
                      <m:sup/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𝒚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</m:t>
                            </m:r>
                          </m:e>
                        </m:d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𝒅𝒗</m:t>
                        </m:r>
                      </m:e>
                    </m:nary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∭"/>
                        <m:limLoc m:val="undOvr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𝛀</m:t>
                        </m:r>
                      </m:sub>
                      <m:sup/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</m:t>
                            </m:r>
                          </m:e>
                        </m:d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𝒅𝒗</m:t>
                        </m:r>
                      </m:e>
                    </m:nary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;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8FE62CC4-EADC-4B3C-AC68-61070C7F32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484516"/>
                <a:ext cx="11075013" cy="952953"/>
              </a:xfrm>
              <a:prstGeom prst="rect">
                <a:avLst/>
              </a:prstGeom>
              <a:blipFill>
                <a:blip r:embed="rId2"/>
                <a:stretch>
                  <a:fillRect l="-1431" b="-128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746234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三重积分的轮换对称性</a:t>
            </a:r>
            <a:endParaRPr lang="en-US" altLang="zh-CN" sz="3200" b="1" kern="0" dirty="0">
              <a:solidFill>
                <a:srgbClr val="0040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961D7AE2-A1C6-4A20-8B1D-EB38F73ED591}"/>
                  </a:ext>
                </a:extLst>
              </p:cNvPr>
              <p:cNvSpPr/>
              <p:nvPr/>
            </p:nvSpPr>
            <p:spPr>
              <a:xfrm>
                <a:off x="877501" y="2505631"/>
                <a:ext cx="11075013" cy="9529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𝛀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关于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对称， </a:t>
                </a:r>
                <a14:m>
                  <m:oMath xmlns:m="http://schemas.openxmlformats.org/officeDocument/2006/math">
                    <m:nary>
                      <m:naryPr>
                        <m:chr m:val="∭"/>
                        <m:limLoc m:val="undOvr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𝛀</m:t>
                        </m:r>
                      </m:sub>
                      <m:sup/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𝒚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</m:t>
                            </m:r>
                          </m:e>
                        </m:d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𝒅𝒗</m:t>
                        </m:r>
                      </m:e>
                    </m:nary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∭"/>
                        <m:limLoc m:val="undOvr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𝛀</m:t>
                        </m:r>
                      </m:sub>
                      <m:sup/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</m:d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𝒅𝒗</m:t>
                        </m:r>
                      </m:e>
                    </m:nary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;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961D7AE2-A1C6-4A20-8B1D-EB38F73ED5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2505631"/>
                <a:ext cx="11075013" cy="952953"/>
              </a:xfrm>
              <a:prstGeom prst="rect">
                <a:avLst/>
              </a:prstGeom>
              <a:blipFill>
                <a:blip r:embed="rId3"/>
                <a:stretch>
                  <a:fillRect l="-1431" b="-128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ED98F4B0-39EA-4D35-A381-D808901B858B}"/>
                  </a:ext>
                </a:extLst>
              </p:cNvPr>
              <p:cNvSpPr/>
              <p:nvPr/>
            </p:nvSpPr>
            <p:spPr>
              <a:xfrm>
                <a:off x="877501" y="3526746"/>
                <a:ext cx="11075013" cy="9529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𝛀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关于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对称， </a:t>
                </a:r>
                <a14:m>
                  <m:oMath xmlns:m="http://schemas.openxmlformats.org/officeDocument/2006/math">
                    <m:nary>
                      <m:naryPr>
                        <m:chr m:val="∭"/>
                        <m:limLoc m:val="undOvr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𝛀</m:t>
                        </m:r>
                      </m:sub>
                      <m:sup/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𝒚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</m:t>
                            </m:r>
                          </m:e>
                        </m:d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𝒅𝒗</m:t>
                        </m:r>
                      </m:e>
                    </m:nary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∭"/>
                        <m:limLoc m:val="undOvr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𝛀</m:t>
                        </m:r>
                      </m:sub>
                      <m:sup/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</m:d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𝒅𝒗</m:t>
                        </m:r>
                      </m:e>
                    </m:nary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ED98F4B0-39EA-4D35-A381-D808901B85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3526746"/>
                <a:ext cx="11075013" cy="952953"/>
              </a:xfrm>
              <a:prstGeom prst="rect">
                <a:avLst/>
              </a:prstGeom>
              <a:blipFill>
                <a:blip r:embed="rId4"/>
                <a:stretch>
                  <a:fillRect l="-1431" b="-128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2990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三重积分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8FE62CC4-EADC-4B3C-AC68-61070C7F3285}"/>
                  </a:ext>
                </a:extLst>
              </p:cNvPr>
              <p:cNvSpPr/>
              <p:nvPr/>
            </p:nvSpPr>
            <p:spPr>
              <a:xfrm>
                <a:off x="877500" y="1034390"/>
                <a:ext cx="11075013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 如果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𝛀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关于以上三个平面都对称，则三个等式均成立；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8FE62CC4-EADC-4B3C-AC68-61070C7F32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0" y="1034390"/>
                <a:ext cx="11075013" cy="664797"/>
              </a:xfrm>
              <a:prstGeom prst="rect">
                <a:avLst/>
              </a:prstGeom>
              <a:blipFill>
                <a:blip r:embed="rId2"/>
                <a:stretch>
                  <a:fillRect l="-1431" t="-3670"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>
            <a:extLst>
              <a:ext uri="{FF2B5EF4-FFF2-40B4-BE49-F238E27FC236}">
                <a16:creationId xmlns:a16="http://schemas.microsoft.com/office/drawing/2014/main" id="{961D7AE2-A1C6-4A20-8B1D-EB38F73ED591}"/>
              </a:ext>
            </a:extLst>
          </p:cNvPr>
          <p:cNvSpPr/>
          <p:nvPr/>
        </p:nvSpPr>
        <p:spPr>
          <a:xfrm>
            <a:off x="877499" y="2055505"/>
            <a:ext cx="11075013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轮换对称性只对积分区域有要求，对被积函数没有要求；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ED98F4B0-39EA-4D35-A381-D808901B858B}"/>
                  </a:ext>
                </a:extLst>
              </p:cNvPr>
              <p:cNvSpPr/>
              <p:nvPr/>
            </p:nvSpPr>
            <p:spPr>
              <a:xfrm>
                <a:off x="877498" y="3071958"/>
                <a:ext cx="11075013" cy="13102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如果将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𝛀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表达式中的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对换后，其表达式不变，则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𝛀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关于平面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对称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ED98F4B0-39EA-4D35-A381-D808901B85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8" y="3071958"/>
                <a:ext cx="11075013" cy="1310295"/>
              </a:xfrm>
              <a:prstGeom prst="rect">
                <a:avLst/>
              </a:prstGeom>
              <a:blipFill>
                <a:blip r:embed="rId3"/>
                <a:stretch>
                  <a:fillRect l="-1431" t="-1860" r="-660" b="-144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E8FA00E8-34A6-495A-A14D-507E2125ABD0}"/>
                  </a:ext>
                </a:extLst>
              </p14:cNvPr>
              <p14:cNvContentPartPr/>
              <p14:nvPr/>
            </p14:nvContentPartPr>
            <p14:xfrm>
              <a:off x="5034240" y="3746880"/>
              <a:ext cx="4038840" cy="9943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E8FA00E8-34A6-495A-A14D-507E2125ABD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24880" y="3737520"/>
                <a:ext cx="4057560" cy="1013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6074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三重积分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16322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：计算三重积分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∭"/>
                        <m:limLoc m:val="undOvr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𝛀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(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𝒂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𝒗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𝛀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𝑹</m:t>
                    </m:r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𝒂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为常数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1632242"/>
              </a:xfrm>
              <a:prstGeom prst="rect">
                <a:avLst/>
              </a:prstGeom>
              <a:blipFill>
                <a:blip r:embed="rId2"/>
                <a:stretch>
                  <a:fillRect l="-1543" b="-97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2" y="5450788"/>
                <a:ext cx="10730306" cy="9621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𝟒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𝟏𝟓</m:t>
                        </m:r>
                      </m:den>
                    </m:f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𝝅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𝑹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𝟓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𝟒</m:t>
                        </m:r>
                      </m:num>
                      <m:den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den>
                    </m:f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𝝅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𝑹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450788"/>
                <a:ext cx="10730306" cy="962186"/>
              </a:xfrm>
              <a:prstGeom prst="rect">
                <a:avLst/>
              </a:prstGeom>
              <a:blipFill>
                <a:blip r:embed="rId3"/>
                <a:stretch>
                  <a:fillRect l="-1477" b="-82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0959A1FC-A80B-40E2-A497-600FA7DB757A}"/>
                  </a:ext>
                </a:extLst>
              </p:cNvPr>
              <p:cNvSpPr/>
              <p:nvPr/>
            </p:nvSpPr>
            <p:spPr>
              <a:xfrm>
                <a:off x="877502" y="3572585"/>
                <a:ext cx="10730306" cy="20742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𝑰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den>
                      </m:f>
                      <m:nary>
                        <m:naryPr>
                          <m:chr m:val="∭"/>
                          <m:limLoc m:val="undOvr"/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𝛀</m:t>
                          </m:r>
                        </m:sub>
                        <m:sup/>
                        <m:e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（</m:t>
                          </m:r>
                          <m:sSup>
                            <m:sSup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p>
                          </m:sSup>
                          <m:r>
                            <a:rPr lang="zh-CN" altLang="en-US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）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𝒅𝒗</m:t>
                          </m:r>
                        </m:e>
                      </m:nary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𝟒</m:t>
                          </m:r>
                        </m:num>
                        <m:den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den>
                      </m:f>
                      <m:r>
                        <a:rPr lang="zh-CN" altLang="en-US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𝝅</m:t>
                      </m:r>
                      <m:sSup>
                        <m:sSup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p>
                      </m:sSup>
                      <m:sSup>
                        <m:sSup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𝑹</m:t>
                          </m:r>
                        </m:e>
                        <m:sup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p>
                      </m:sSup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E73A1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0959A1FC-A80B-40E2-A497-600FA7DB75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3572585"/>
                <a:ext cx="10730306" cy="20742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F8AA49BE-6310-4385-943A-062CF8B0810B}"/>
                  </a:ext>
                </a:extLst>
              </p:cNvPr>
              <p:cNvSpPr/>
              <p:nvPr/>
            </p:nvSpPr>
            <p:spPr>
              <a:xfrm>
                <a:off x="877502" y="2310314"/>
                <a:ext cx="10730306" cy="10070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由于对称性，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∭"/>
                        <m:limLoc m:val="undOvr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𝛀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𝒅𝒗</m:t>
                        </m:r>
                      </m:e>
                    </m:nary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𝟒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den>
                    </m:f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𝝅</m:t>
                    </m:r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𝑹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F8AA49BE-6310-4385-943A-062CF8B081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2310314"/>
                <a:ext cx="10730306" cy="1007071"/>
              </a:xfrm>
              <a:prstGeom prst="rect">
                <a:avLst/>
              </a:prstGeom>
              <a:blipFill>
                <a:blip r:embed="rId5"/>
                <a:stretch>
                  <a:fillRect l="-1477" b="-84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1539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三重积分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87ACB1C-8E8A-4FD4-935A-521C00B904E7}"/>
              </a:ext>
            </a:extLst>
          </p:cNvPr>
          <p:cNvSpPr/>
          <p:nvPr/>
        </p:nvSpPr>
        <p:spPr>
          <a:xfrm>
            <a:off x="875632" y="1631647"/>
            <a:ext cx="10730306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积分区域通常由球面或顶点在原点的锥面围成；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16478CC8-D779-41C3-A097-3AACA7D01C76}"/>
                  </a:ext>
                </a:extLst>
              </p:cNvPr>
              <p:cNvSpPr/>
              <p:nvPr/>
            </p:nvSpPr>
            <p:spPr>
              <a:xfrm>
                <a:off x="923132" y="2419284"/>
                <a:ext cx="10730306" cy="6778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被积函数通常具备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𝒇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的形式；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16478CC8-D779-41C3-A097-3AACA7D01C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132" y="2419284"/>
                <a:ext cx="10730306" cy="677814"/>
              </a:xfrm>
              <a:prstGeom prst="rect">
                <a:avLst/>
              </a:prstGeom>
              <a:blipFill>
                <a:blip r:embed="rId2"/>
                <a:stretch>
                  <a:fillRect l="-1420" t="-1802" b="-297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4C82FEC-7F78-43A4-B0FF-D488C9B80455}"/>
                  </a:ext>
                </a:extLst>
              </p:cNvPr>
              <p:cNvSpPr/>
              <p:nvPr/>
            </p:nvSpPr>
            <p:spPr>
              <a:xfrm>
                <a:off x="923132" y="3219938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确定积分区域通常按照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𝜽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𝝋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𝒓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的顺序；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4C82FEC-7F78-43A4-B0FF-D488C9B804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132" y="3219938"/>
                <a:ext cx="10730306" cy="664797"/>
              </a:xfrm>
              <a:prstGeom prst="rect">
                <a:avLst/>
              </a:prstGeom>
              <a:blipFill>
                <a:blip r:embed="rId3"/>
                <a:stretch>
                  <a:fillRect l="-1420" t="-3670"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>
            <a:extLst>
              <a:ext uri="{FF2B5EF4-FFF2-40B4-BE49-F238E27FC236}">
                <a16:creationId xmlns:a16="http://schemas.microsoft.com/office/drawing/2014/main" id="{B8FCB2B8-A82A-4E07-8AA1-CD4F3D16FEBD}"/>
              </a:ext>
            </a:extLst>
          </p:cNvPr>
          <p:cNvSpPr/>
          <p:nvPr/>
        </p:nvSpPr>
        <p:spPr>
          <a:xfrm>
            <a:off x="875632" y="892943"/>
            <a:ext cx="10730306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利用球面坐标系时：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871FA7E-8EB4-4D61-9D01-47C08479575B}"/>
              </a:ext>
            </a:extLst>
          </p:cNvPr>
          <p:cNvSpPr/>
          <p:nvPr/>
        </p:nvSpPr>
        <p:spPr>
          <a:xfrm>
            <a:off x="923132" y="4007575"/>
            <a:ext cx="10730306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积分区域为球体时注意轮换对称性；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F57877A0-419A-40C8-9A56-A579E8E15B42}"/>
                  </a:ext>
                </a:extLst>
              </p:cNvPr>
              <p:cNvSpPr/>
              <p:nvPr/>
            </p:nvSpPr>
            <p:spPr>
              <a:xfrm>
                <a:off x="923132" y="4795212"/>
                <a:ext cx="10730306" cy="6778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𝒓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3200" b="0" i="0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sin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𝝋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而非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𝒓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F57877A0-419A-40C8-9A56-A579E8E15B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132" y="4795212"/>
                <a:ext cx="10730306" cy="677814"/>
              </a:xfrm>
              <a:prstGeom prst="rect">
                <a:avLst/>
              </a:prstGeom>
              <a:blipFill>
                <a:blip r:embed="rId4"/>
                <a:stretch>
                  <a:fillRect l="-1420" t="-1802" b="-297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F99981AB-6833-4F4E-8BBA-76E13E8455FE}"/>
                  </a:ext>
                </a:extLst>
              </p14:cNvPr>
              <p14:cNvContentPartPr/>
              <p14:nvPr/>
            </p14:nvContentPartPr>
            <p14:xfrm>
              <a:off x="3158640" y="2318040"/>
              <a:ext cx="6300720" cy="326880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F99981AB-6833-4F4E-8BBA-76E13E8455F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49280" y="2308680"/>
                <a:ext cx="6319440" cy="328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4262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三重积分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1171418" y="924232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8281A77-A911-4B1D-9A1B-B6760FE636A9}"/>
              </a:ext>
            </a:extLst>
          </p:cNvPr>
          <p:cNvSpPr/>
          <p:nvPr/>
        </p:nvSpPr>
        <p:spPr>
          <a:xfrm>
            <a:off x="877503" y="1772350"/>
            <a:ext cx="11007703" cy="19451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三重积分的变量代换；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柱面坐标系下三重积分计算；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球面坐标系下三重积分计算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78714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三重积分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2">
                <a:extLst>
                  <a:ext uri="{FF2B5EF4-FFF2-40B4-BE49-F238E27FC236}">
                    <a16:creationId xmlns:a16="http://schemas.microsoft.com/office/drawing/2014/main" id="{1BBE3511-F123-40F0-940B-D42C732F1E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50435"/>
                  </p:ext>
                </p:extLst>
              </p:nvPr>
            </p:nvGraphicFramePr>
            <p:xfrm>
              <a:off x="1288273" y="1483890"/>
              <a:ext cx="9615453" cy="38902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35530">
                      <a:extLst>
                        <a:ext uri="{9D8B030D-6E8A-4147-A177-3AD203B41FA5}">
                          <a16:colId xmlns:a16="http://schemas.microsoft.com/office/drawing/2014/main" val="3428692517"/>
                        </a:ext>
                      </a:extLst>
                    </a:gridCol>
                    <a:gridCol w="3306572">
                      <a:extLst>
                        <a:ext uri="{9D8B030D-6E8A-4147-A177-3AD203B41FA5}">
                          <a16:colId xmlns:a16="http://schemas.microsoft.com/office/drawing/2014/main" val="712513526"/>
                        </a:ext>
                      </a:extLst>
                    </a:gridCol>
                    <a:gridCol w="3973351">
                      <a:extLst>
                        <a:ext uri="{9D8B030D-6E8A-4147-A177-3AD203B41FA5}">
                          <a16:colId xmlns:a16="http://schemas.microsoft.com/office/drawing/2014/main" val="1020627754"/>
                        </a:ext>
                      </a:extLst>
                    </a:gridCol>
                  </a:tblGrid>
                  <a:tr h="95886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3200" dirty="0"/>
                            <a:t>坐标系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3200" dirty="0"/>
                            <a:t>体积元素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3200" dirty="0"/>
                            <a:t>适用情况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6207982"/>
                      </a:ext>
                    </a:extLst>
                  </a:tr>
                  <a:tr h="95886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32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直角坐标系</a:t>
                          </a:r>
                          <a:endParaRPr lang="zh-CN" alt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𝒅𝒙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𝒅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𝒅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𝒛</m:t>
                                </m:r>
                              </m:oMath>
                            </m:oMathPara>
                          </a14:m>
                          <a:endParaRPr lang="zh-CN" altLang="en-US" sz="3200" dirty="0"/>
                        </a:p>
                      </a:txBody>
                      <a:tcPr/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32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积分区域多由坐标面围成，被积函数形式简洁或变量可分离</a:t>
                          </a:r>
                          <a:r>
                            <a:rPr lang="en-US" altLang="zh-CN" sz="32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.</a:t>
                          </a:r>
                          <a:endParaRPr lang="zh-CN" altLang="en-US" sz="3200" dirty="0"/>
                        </a:p>
                        <a:p>
                          <a:pPr algn="ctr">
                            <a:lnSpc>
                              <a:spcPct val="150000"/>
                            </a:lnSpc>
                          </a:pPr>
                          <a:endParaRPr lang="zh-CN" alt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5920569"/>
                      </a:ext>
                    </a:extLst>
                  </a:tr>
                  <a:tr h="95886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32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柱面坐标系</a:t>
                          </a:r>
                          <a:endParaRPr lang="zh-CN" alt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𝝆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𝒅</m:t>
                                </m:r>
                                <m:r>
                                  <a:rPr lang="zh-CN" altLang="en-US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𝝆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𝒅</m:t>
                                </m:r>
                                <m:r>
                                  <a:rPr lang="zh-CN" altLang="en-US" sz="3200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𝜽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𝒅</m:t>
                                </m:r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𝒛</m:t>
                                </m:r>
                              </m:oMath>
                            </m:oMathPara>
                          </a14:m>
                          <a:endParaRPr lang="zh-CN" altLang="en-US" sz="3200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25396941"/>
                      </a:ext>
                    </a:extLst>
                  </a:tr>
                  <a:tr h="96166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32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球面坐标系</a:t>
                          </a:r>
                          <a:endParaRPr lang="zh-CN" alt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𝒓</m:t>
                                    </m:r>
                                  </m:e>
                                  <m:sup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</m:sup>
                                </m:sSup>
                                <m:func>
                                  <m:func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3200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zh-CN" altLang="en-US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𝝋</m:t>
                                    </m:r>
                                  </m:e>
                                </m:func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𝒅𝒓𝒅</m:t>
                                </m:r>
                                <m:r>
                                  <a:rPr lang="zh-CN" altLang="en-US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𝝋</m:t>
                                </m:r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𝒅</m:t>
                                </m:r>
                                <m:r>
                                  <a:rPr lang="zh-CN" altLang="en-US" sz="3200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𝜽</m:t>
                                </m:r>
                              </m:oMath>
                            </m:oMathPara>
                          </a14:m>
                          <a:endParaRPr lang="zh-CN" altLang="en-US" sz="3200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471357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2">
                <a:extLst>
                  <a:ext uri="{FF2B5EF4-FFF2-40B4-BE49-F238E27FC236}">
                    <a16:creationId xmlns:a16="http://schemas.microsoft.com/office/drawing/2014/main" id="{1BBE3511-F123-40F0-940B-D42C732F1E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50435"/>
                  </p:ext>
                </p:extLst>
              </p:nvPr>
            </p:nvGraphicFramePr>
            <p:xfrm>
              <a:off x="1288273" y="1483890"/>
              <a:ext cx="9615453" cy="38902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35530">
                      <a:extLst>
                        <a:ext uri="{9D8B030D-6E8A-4147-A177-3AD203B41FA5}">
                          <a16:colId xmlns:a16="http://schemas.microsoft.com/office/drawing/2014/main" val="3428692517"/>
                        </a:ext>
                      </a:extLst>
                    </a:gridCol>
                    <a:gridCol w="3306572">
                      <a:extLst>
                        <a:ext uri="{9D8B030D-6E8A-4147-A177-3AD203B41FA5}">
                          <a16:colId xmlns:a16="http://schemas.microsoft.com/office/drawing/2014/main" val="712513526"/>
                        </a:ext>
                      </a:extLst>
                    </a:gridCol>
                    <a:gridCol w="3973351">
                      <a:extLst>
                        <a:ext uri="{9D8B030D-6E8A-4147-A177-3AD203B41FA5}">
                          <a16:colId xmlns:a16="http://schemas.microsoft.com/office/drawing/2014/main" val="1020627754"/>
                        </a:ext>
                      </a:extLst>
                    </a:gridCol>
                  </a:tblGrid>
                  <a:tr h="95886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3200" dirty="0"/>
                            <a:t>坐标系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3200" dirty="0"/>
                            <a:t>体积元素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3200" dirty="0"/>
                            <a:t>适用情况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6207982"/>
                      </a:ext>
                    </a:extLst>
                  </a:tr>
                  <a:tr h="95886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32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直角坐标系</a:t>
                          </a:r>
                          <a:endParaRPr lang="zh-CN" alt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70718" t="-101274" r="-120810" b="-207643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32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积分区域多由坐标面围成，被积函数形式简洁或变量可分离</a:t>
                          </a:r>
                          <a:r>
                            <a:rPr lang="en-US" altLang="zh-CN" sz="32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.</a:t>
                          </a:r>
                          <a:endParaRPr lang="zh-CN" altLang="en-US" sz="3200" dirty="0"/>
                        </a:p>
                        <a:p>
                          <a:pPr algn="ctr">
                            <a:lnSpc>
                              <a:spcPct val="150000"/>
                            </a:lnSpc>
                          </a:pPr>
                          <a:endParaRPr lang="zh-CN" alt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5920569"/>
                      </a:ext>
                    </a:extLst>
                  </a:tr>
                  <a:tr h="95886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32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柱面坐标系</a:t>
                          </a:r>
                          <a:endParaRPr lang="zh-CN" alt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70718" t="-200000" r="-120810" b="-106329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25396941"/>
                      </a:ext>
                    </a:extLst>
                  </a:tr>
                  <a:tr h="10136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3200" b="1" kern="0" dirty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球面坐标系</a:t>
                          </a:r>
                          <a:endParaRPr lang="zh-CN" alt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70718" t="-285542" r="-120810" b="-1205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4713572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319DDDAC-8EE0-4C0E-B850-75C452D43239}"/>
                  </a:ext>
                </a:extLst>
              </p14:cNvPr>
              <p14:cNvContentPartPr/>
              <p14:nvPr/>
            </p14:nvContentPartPr>
            <p14:xfrm>
              <a:off x="3754440" y="4208760"/>
              <a:ext cx="3244320" cy="104652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319DDDAC-8EE0-4C0E-B850-75C452D4323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45080" y="4199400"/>
                <a:ext cx="3263040" cy="106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39936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三重积分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904716" y="921364"/>
            <a:ext cx="10791983" cy="13102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作业：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P183 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习题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8-3(A) 2(2), 3(1), 4(4)(5).</a:t>
            </a: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习题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8-3(B) 1(2)(4).</a:t>
            </a:r>
          </a:p>
        </p:txBody>
      </p:sp>
    </p:spTree>
    <p:extLst>
      <p:ext uri="{BB962C8B-B14F-4D97-AF65-F5344CB8AC3E}">
        <p14:creationId xmlns:p14="http://schemas.microsoft.com/office/powerpoint/2010/main" val="3986071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5" name="矩形 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1741714" y="318796"/>
            <a:ext cx="8708571" cy="622040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5600" rIns="355600"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20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网络视频</a:t>
            </a:r>
          </a:p>
          <a:p>
            <a:pPr algn="just">
              <a:lnSpc>
                <a:spcPct val="130000"/>
              </a:lnSpc>
            </a:pPr>
            <a:endParaRPr lang="zh-CN" altLang="en-US" sz="1600" dirty="0">
              <a:solidFill>
                <a:srgbClr val="F8F8F8"/>
              </a:solidFill>
              <a:latin typeface="Microsoft Yahei"/>
              <a:ea typeface="Microsoft Yahei"/>
              <a:sym typeface="Microsoft Yahei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600" dirty="0">
                <a:solidFill>
                  <a:srgbClr val="F8F8F8"/>
                </a:solidFill>
                <a:latin typeface="Microsoft Yahei"/>
                <a:ea typeface="Microsoft Yahei"/>
                <a:sym typeface="Microsoft Yahei"/>
              </a:rPr>
              <a:t>https://www.bilibili.com/video/BV1ha4y157tg</a:t>
            </a:r>
          </a:p>
          <a:p>
            <a:pPr algn="just">
              <a:lnSpc>
                <a:spcPct val="130000"/>
              </a:lnSpc>
            </a:pPr>
            <a:endParaRPr lang="en-US" altLang="zh-CN" sz="1600" dirty="0">
              <a:solidFill>
                <a:srgbClr val="F8F8F8"/>
              </a:solidFill>
              <a:latin typeface="Microsoft Yahei"/>
              <a:ea typeface="Microsoft Yahei"/>
              <a:sym typeface="Microsoft Yahei"/>
            </a:endParaRPr>
          </a:p>
          <a:p>
            <a:pPr algn="just">
              <a:lnSpc>
                <a:spcPct val="130000"/>
              </a:lnSpc>
            </a:pPr>
            <a:endParaRPr lang="en-US" altLang="zh-CN" sz="1600" dirty="0">
              <a:solidFill>
                <a:srgbClr val="F8F8F8"/>
              </a:solidFill>
              <a:latin typeface="Microsoft Yahei"/>
              <a:ea typeface="Microsoft Yahei"/>
              <a:sym typeface="Microsoft Yahei"/>
            </a:endParaRPr>
          </a:p>
          <a:p>
            <a:pPr algn="just">
              <a:lnSpc>
                <a:spcPct val="130000"/>
              </a:lnSpc>
            </a:pPr>
            <a:endParaRPr lang="en-US" altLang="zh-CN" sz="1600" dirty="0">
              <a:solidFill>
                <a:srgbClr val="F8F8F8"/>
              </a:solidFill>
              <a:latin typeface="Microsoft Yahei"/>
              <a:ea typeface="Microsoft Yahei"/>
              <a:sym typeface="Microsoft Yahei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100" dirty="0">
                <a:solidFill>
                  <a:srgbClr val="C8C8C8"/>
                </a:solidFill>
                <a:latin typeface="Microsoft Yahei"/>
                <a:ea typeface="Microsoft Yahei"/>
                <a:sym typeface="Microsoft Yahei"/>
              </a:rPr>
              <a:t>温馨提示：此视频框在点击“上传手机课件”时会进行转换，用手机进行观看时则会变为可点击的视频。此视频框可被拖动移位和修改大小</a:t>
            </a:r>
          </a:p>
        </p:txBody>
      </p:sp>
    </p:spTree>
    <p:extLst>
      <p:ext uri="{BB962C8B-B14F-4D97-AF65-F5344CB8AC3E}">
        <p14:creationId xmlns:p14="http://schemas.microsoft.com/office/powerpoint/2010/main" val="144746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EBVIDEO" val="blblvideo/id/45027485"/>
</p:tagLst>
</file>

<file path=ppt/theme/theme1.xml><?xml version="1.0" encoding="utf-8"?>
<a:theme xmlns:a="http://schemas.openxmlformats.org/drawingml/2006/main" name="模板页面">
  <a:themeElements>
    <a:clrScheme name="自定义 99">
      <a:dk1>
        <a:srgbClr val="000000"/>
      </a:dk1>
      <a:lt1>
        <a:srgbClr val="FFFFFF"/>
      </a:lt1>
      <a:dk2>
        <a:srgbClr val="000000"/>
      </a:dk2>
      <a:lt2>
        <a:srgbClr val="FFFDFD"/>
      </a:lt2>
      <a:accent1>
        <a:srgbClr val="78A4B1"/>
      </a:accent1>
      <a:accent2>
        <a:srgbClr val="CDCAC2"/>
      </a:accent2>
      <a:accent3>
        <a:srgbClr val="456D79"/>
      </a:accent3>
      <a:accent4>
        <a:srgbClr val="F4EFE9"/>
      </a:accent4>
      <a:accent5>
        <a:srgbClr val="5C91A1"/>
      </a:accent5>
      <a:accent6>
        <a:srgbClr val="666560"/>
      </a:accent6>
      <a:hlink>
        <a:srgbClr val="0563C1"/>
      </a:hlink>
      <a:folHlink>
        <a:srgbClr val="954F72"/>
      </a:folHlink>
    </a:clrScheme>
    <a:fontScheme name="自定义 46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lnSpc>
            <a:spcPct val="130000"/>
          </a:lnSpc>
          <a:defRPr sz="12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lnSpc>
            <a:spcPct val="130000"/>
          </a:lnSpc>
          <a:spcBef>
            <a:spcPts val="600"/>
          </a:spcBef>
          <a:defRPr sz="1200" kern="0" dirty="0">
            <a:latin typeface="微软雅黑" panose="020B0503020204020204" pitchFamily="34" charset="-122"/>
            <a:ea typeface="微软雅黑" panose="020B0503020204020204" pitchFamily="34" charset="-122"/>
            <a:cs typeface="+mn-ea"/>
            <a:sym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自定义 99">
    <a:dk1>
      <a:srgbClr val="000000"/>
    </a:dk1>
    <a:lt1>
      <a:srgbClr val="FFFFFF"/>
    </a:lt1>
    <a:dk2>
      <a:srgbClr val="000000"/>
    </a:dk2>
    <a:lt2>
      <a:srgbClr val="FFFDFD"/>
    </a:lt2>
    <a:accent1>
      <a:srgbClr val="78A4B1"/>
    </a:accent1>
    <a:accent2>
      <a:srgbClr val="CDCAC2"/>
    </a:accent2>
    <a:accent3>
      <a:srgbClr val="456D79"/>
    </a:accent3>
    <a:accent4>
      <a:srgbClr val="F4EFE9"/>
    </a:accent4>
    <a:accent5>
      <a:srgbClr val="5C91A1"/>
    </a:accent5>
    <a:accent6>
      <a:srgbClr val="666560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14800</TotalTime>
  <Words>1719</Words>
  <Application>Microsoft Office PowerPoint</Application>
  <PresentationFormat>宽屏</PresentationFormat>
  <Paragraphs>200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35</vt:i4>
      </vt:variant>
    </vt:vector>
  </HeadingPairs>
  <TitlesOfParts>
    <vt:vector size="44" baseType="lpstr">
      <vt:lpstr>Microsoft Yahei</vt:lpstr>
      <vt:lpstr>Microsoft Yahei</vt:lpstr>
      <vt:lpstr>Arial</vt:lpstr>
      <vt:lpstr>Calibri</vt:lpstr>
      <vt:lpstr>Cambria Math</vt:lpstr>
      <vt:lpstr>Century Gothic</vt:lpstr>
      <vt:lpstr>Segoe UI Light</vt:lpstr>
      <vt:lpstr>模板页面</vt:lpstr>
      <vt:lpstr>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OfficePLUS</dc:creator>
  <cp:lastModifiedBy>Wang Yuchao</cp:lastModifiedBy>
  <cp:revision>944</cp:revision>
  <dcterms:created xsi:type="dcterms:W3CDTF">2015-08-18T02:51:41Z</dcterms:created>
  <dcterms:modified xsi:type="dcterms:W3CDTF">2022-01-11T15:44:26Z</dcterms:modified>
</cp:coreProperties>
</file>