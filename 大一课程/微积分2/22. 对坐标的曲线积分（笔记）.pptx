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notesMasterIdLst>
    <p:notesMasterId r:id="rId40"/>
  </p:notesMasterIdLst>
  <p:sldIdLst>
    <p:sldId id="587" r:id="rId3"/>
    <p:sldId id="773" r:id="rId4"/>
    <p:sldId id="880" r:id="rId5"/>
    <p:sldId id="890" r:id="rId6"/>
    <p:sldId id="911" r:id="rId7"/>
    <p:sldId id="729" r:id="rId8"/>
    <p:sldId id="875" r:id="rId9"/>
    <p:sldId id="876" r:id="rId10"/>
    <p:sldId id="899" r:id="rId11"/>
    <p:sldId id="877" r:id="rId12"/>
    <p:sldId id="921" r:id="rId13"/>
    <p:sldId id="785" r:id="rId14"/>
    <p:sldId id="900" r:id="rId15"/>
    <p:sldId id="786" r:id="rId16"/>
    <p:sldId id="901" r:id="rId17"/>
    <p:sldId id="902" r:id="rId18"/>
    <p:sldId id="879" r:id="rId19"/>
    <p:sldId id="904" r:id="rId20"/>
    <p:sldId id="912" r:id="rId21"/>
    <p:sldId id="910" r:id="rId22"/>
    <p:sldId id="905" r:id="rId23"/>
    <p:sldId id="906" r:id="rId24"/>
    <p:sldId id="907" r:id="rId25"/>
    <p:sldId id="885" r:id="rId26"/>
    <p:sldId id="913" r:id="rId27"/>
    <p:sldId id="908" r:id="rId28"/>
    <p:sldId id="914" r:id="rId29"/>
    <p:sldId id="887" r:id="rId30"/>
    <p:sldId id="915" r:id="rId31"/>
    <p:sldId id="909" r:id="rId32"/>
    <p:sldId id="916" r:id="rId33"/>
    <p:sldId id="898" r:id="rId34"/>
    <p:sldId id="917" r:id="rId35"/>
    <p:sldId id="918" r:id="rId36"/>
    <p:sldId id="919" r:id="rId37"/>
    <p:sldId id="813" r:id="rId38"/>
    <p:sldId id="814" r:id="rId39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80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0" autoAdjust="0"/>
    <p:restoredTop sz="93673" autoAdjust="0"/>
  </p:normalViewPr>
  <p:slideViewPr>
    <p:cSldViewPr snapToGrid="0" snapToObjects="1">
      <p:cViewPr varScale="1">
        <p:scale>
          <a:sx n="75" d="100"/>
          <a:sy n="75" d="100"/>
        </p:scale>
        <p:origin x="68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28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01:51.4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17069 10428 2 0,'0'6'0'0,"0"-2"0"0,0 1 0 0,0-1 0 0,0-1 0 0,0 0 0 0,0-3 0 0,0 1 0 0,0 2 34 0,-2-2 0 0,0 1-28 16,2 0-2-16,-1-2 55 0,-1 1-24 0,0-1 0 15,2 3 20-15,-2-3 5 0,2 2-44 0,0-2 1 16,0 0 38-16,0 0-36 0,0 0 0 0,0 0 34 15,0 0-5-15,0 0-13 0,0 1-10 0,0-1 30 16,0 0 0-16,0 0-15 0,0 0-11 0,0 0 40 16,0 2-1-16,0-2-35 15,0 0 21-15,0 0 8 0,0 0-29 0,2 0 20 16,0 0-20-16,1 0 0 0,1 0-1 0,-2 0 44 16,2 0-43-16,-3 0 0 0,2 0 0 0,1 0 37 15,-2 0-37-15,1 2 8 0,-1-2-8 0,0 0 19 16,2 0-20-16,-3 2 1 0,3-2-20 0,-2 3 28 15,1-3-9-15,2 0-35 0,-3 1 36 0,2-1 0 16,-1 1 0-16,1-1-13 16,-2 0 7-16,-1 3 5 0,3-3-11 0,0 2-13 15,-1-1 22-15,2-1-3 0,0 2-5 0,-1-2 4 16,0 0-3-16,-1 2 2 0,1-2 4 0,0 0-4 16,2 2 1-16,-2-2-2 0,-1 0 1 0,3 0 0 15,-3 0 7-15,1 0-5 0,2 0-2 0,-2 2 1 16,2-2-1-16,-1 0-5 0,1 0 11 0,-1 0-6 15,3 2-8-15,-1-2 8 0,1 0-1 0,-1 0 1 16,1 0-28-16,1 0 27 0,-1 0-1 0,1 0-35 16,-1 0 32-16,1 0 2 15,0 0 1-15,-2 0-8 0,4 0 2 0,-4 0 3 16,2 0-6-16,-1 0 13 0,1 0-6 0,-1 0-3 16,1 0 25-16,1 0-24 0,-1 0 1 0,2 0-1 15,-1 0 7-15,1 0-6 0,0 0 3 0,0 0 3 16,2 0-4-16,-1 0-1 0,-1 0 7 0,2 0-13 15,0 0 6-15,0 0 0 0,-1 0 0 0,1 0 1 16,-4 0 3-16,6 0-4 0,-2 0 12 0,-1 0-12 16,1 0 0-16,-1 0 0 15,4 0 14-15,-3 0-13 0,0-2 1 0,0 2-30 16,3-2 29-16,-4 0-1 0,6 2 7 0,-5 0-31 16,4-2 1-16,-3 2 21 0,2 0-1 0,-2 0-30 15,2 0 1-15,-1 0 27 0,0 0-6 0,1 0-19 16,0 0 16-16,-1 0 6 0,2 0-25 0,-3 0 22 15,4 2-6-15,-4-2 5 0,4 2-7 0,-4-2 6 16,4 4 0-16,-4-4-15 0,3 2 13 16,-2-2 1-16,2 3 0 0,0-3-5 15,0 3 6-15,0-2-1 0,0-1 3 0,0 2-4 16,1-2 0-16,0 1 0 0,0-1 32 0,1 3 0 16,2-3-30-16,-3 0 26 0,1 0-24 0,1 0 6 15,0 0-5-15,0 0-15 0,3 2 16 0,-3-2 3 16,1 0-3-16,0 0-26 0,1 2 26 0,-1-2 0 15,0 2-25-15,1-2 21 0,-1 1 2 0,0 1-6 16,-1 1-28-16,1-3 26 0,0 1 4 0,-3-1-10 16,3 2 8-16,-2 0 0 15,-1-1 0-15,3-1 5 0,-2 2-6 0,0-2 1 16,2 2-1-16,-3-2 32 0,-1 2-30 0,2-2 1 16,-2 0-1-16,2 0 176 0,-3 0-181 0,0 0 0 15,0 0 0-15,0 0 0 0,0 0 0 0,0 0 0 16,-2 0 0-16,3 0 0 0,-2 0 0 0,1 0 0 15,0 0 0-15,-1 0 0 0,2 0 0 0,-2 0 0 16,0 0 0-16,0 0 0 0,-2 0 0 16,3 0 0-16,-5 0 0 0,0 0 0 15,2 0 0-15,0 0 0 0,-1 0 0 0,-1 0 0 16,1 0 0-16,-1 0 0 0,3 0 0 0,0 0 0 16,-2 0 0-16,4 0 0 0,-1 0 0 0,0 0 0 15,0 0 0-15,2 0 0 0,-2 0 0 0,2 0 0 16,-3 0 0-16,4 0 0 0,-2 0 0 0,1 0 0 15,0 0 0-15,0-2 0 0,2 2 0 0,-2 0 0 16,2 0 0-16,-3-2 0 0,5 2 0 0,-2 0 0 16,0 0 0-16,0 0 0 15,1 0 0-15,-1 0 0 0,0 0 0 0,-1 0 0 16,1 0 0-16,-2 0 0 0,0 0 0 0,1 0 0 16,-4 0 0-16,2 0 0 0,-2 0 0 0,2 0 0 15,-4 0 0-15,3 0 0 0,0 0 0 0,0 0 0 16,1 0 0-16,-2 2 0 0,2-2 0 0,-4 2 0 15,4-2 0-15,-5 0 0 0,1 0 0 0,-1 0 0 16,-1 0 0-16,1 0 0 16,-2 0 0-16,-2 0 0 0,0 0 0 0,0 0 0 15,-2 0 0-15,-3 0 0 0,2 0 0 0,-3 0 0 16,1 0 0-16,0 0 0 0,-2 0 0 0,0 0 0 16,0 0 0-16,0 0 0 0,0 0 0 0,0 0 0 15,0 0 0-15,0 0 0 0,0 0-183 0,-2-2 153 16,-7-7-828-16,-3 0 416 0</inkml:trace>
  <inkml:trace contextRef="#ctx0" brushRef="#br0" timeOffset="1650.14">17168 8485 409 0,'3'2'0'0,"-3"-2"0"0,0 0 0 0,0 0 0 0,0 0 0 0,0 0 0 0,0 0 0 0,-3-2 33 0,3-1-1 0,-3 2 1 15,3 1 65-15,-2-2-25 0,2 2-8 0,0 0 19 16,0 0-26-16,0 0 0 0,0 0-25 0,0 0 15 16,0 0-15-16,0 0-1 0,0 0 1 0,0 0-7 15,0 0 7-15,0 0 8 16,0 0-29-16,0 2 20 0,0 5 1 0,2 2 0 0,0 1 30 0,2 3 8 15,4 0-38-15,-1 0 3 0,0-1-3 0,5 1 0 16,-1 0 0-16,2-2-21 16,2 1-9-16,0-3 30 0,4-3 0 0,0 3-44 15,-1-3 20-15,3-1 5 0,-2-3-25 0,1 0-3 16,0-2 38-16,-2 0-13 0,3 0-9 0,-4 0 11 16,1 0 6-16,0-4-20 0,-4-3 17 0,2-3-6 15,-2-1 5-15,-2 0-33 0,-3-2 32 0,0-1-2 16,-1-2 1-16,-2 1-39 0,-2-4 0 15,-3-3 36-15,1 3-73 0,0-2 31 0,-2-1 1 16,0-1 26-16,0 2-32 0,0 0 10 16,-4 2 0-16,-1 3-20 0,-3-1 1 0,-1 4 21 15,-2 1 12-15,1 4 19 0,-1-1-2 0,2 3-20 16,-1 3 1-16,-1 1 93 0,2 1-44 0,-3 1-20 16,3 0 95-16,-1 0-54 0,3 9-16 0,-3 4 0 15,5 2 22-15,-3 4-13 0,3 5-7 0,-2 0 13 16,6 5-20-16,-3-1-10 0,2 2 16 0,2 2 24 15,0 0-30-15,0 0-5 0,0 0-22 0,0-2 22 16,0-4 7-16,0 5-7 0,2-2-47 16,0-3 21-16,4 0-3 0,-2-5-20 15,0 4 24-15,-1-3-5 0,1-2 15 0,-1 0-18 16,1-1-9-16,0-4 28 0,-2-2-14 0,-1 0-54 16,2-6 24-16,-1 2 0 0,0-7 19 0,-2 2-128 15,0-4 56-15,0 0 37 0,0 0-179 0,0 0 99 16,0 0 35-16,0 0-156 0,0 0 99 0,2-4 61 15,-1-5 26-15,5-2-234 0,-1-3 131 0,3-2 64 16</inkml:trace>
  <inkml:trace contextRef="#ctx0" brushRef="#br0" timeOffset="1937.72">17784 8267 868 0,'3'-8'0'0,"-3"-2"0"0,0 7 0 0,0-1 0 0,0 4 0 0,-4 0 0 0,-7 0 0 0,4 2 0 0,-5 11 134 0,1 7-50 15,2 2-18-15,-1 6 101 0,2 2-68 0,1 2-33 16,3 1 0-16,1 5 7 0,1-2 8 0,2 0-49 16,0-1 63-16,0 1-32 0,0-2 1 0,2 0-14 15,1-1-9-15,5 0-8 0,1-2 0 0,1-1-85 16,-1-2 42-16,0-1 22 0,1-5 8 0,-1-2-171 15,2 2 79-15,-1-6 48 0,-1-3 3 0,-2-3-117 16,1-3 47-16,0-3 46 16,-1-2-308-16,-1-2 161 0,-1 0 78 0,1-9-146 15,0-8 106-15,-2-8 64 0</inkml:trace>
  <inkml:trace contextRef="#ctx0" brushRef="#br0" timeOffset="2145.17">17832 8548 927 0,'0'-5'0'0,"-6"1"0"0,1 3 0 0,1-2 0 0,0 3 0 0,2 0 0 0,0 0 0 0,0 0 0 0,2 0 348 0,0 0-157 0,6 0-79 16,9 0 123-16,2-2-93 15,0 2-59-15,4 0-25 0,-1 0 2 0,1 0 1 16,0 0-28-16,1 0-74 0,-1 0 34 0,-2 0-1 16,-1 0 40-16,1 0-230 0,-4 0 115 0,-3 0 66 15,0 0 20-15,-1 0-389 0,-4 0 192 0,-4 2 45 16,1-2-201-16,-2 0 150 0,-2 0 88 0,0 0 40 15,0-2-128-15,0-7 83 0</inkml:trace>
  <inkml:trace contextRef="#ctx0" brushRef="#br0" timeOffset="2346.63">18039 8353 410 0,'-10'-4'0'0,"1"-2"0"0,0 5 0 0,1 1 0 0,-2 0 0 0,1 0 0 0,0 0 192 0,-1 9-80 0,1 4 87 15,2 4-87-15,-1 6-40 0,0 1 1 0,1 5 184 16,3 2-112-16,2 1-48 0,1 2-36 0,1 0 142 15,0-1-85-15,0-2-42 16,1-1-22-16,7-4 20 0,4 3-41 0,0-6-1 16,-3-4-146-16,5 2 74 0,-1-4 36 0,-2-4-234 15,1 0 131-15,-2-3 69 0,-2-5 36 0,2-1-218 16,-1-2 111-16,-2-2 1 0,3 0 49 0,-4-6-280 16,3-7 153-16,-4-6 77 0,4-3 37 0</inkml:trace>
  <inkml:trace contextRef="#ctx0" brushRef="#br0" timeOffset="2608.92">18153 8292 1065 0,'1'-10'0'0,"2"4"0"0,-1 4 0 0,0 0 0 0,0 1 0 0,0-1 0 0,1 2 0 0,3 0 155 16,1 0-60-16,1 11 100 0,3 2-73 0,0 4-49 15,1 0 1-15,1 5 145 0,-1 1-92 0,0 1-48 16,-1-3-15-16,1 7 47 0,-3-3-39 0,-2 1 0 15,1 0-48-15,0 4 9 0,-6-1 8 0,0 0-76 16,-1 0 35-16,-1 1-1 16,0 0 34-16,0 0-104 0,-7-5 60 0,-5 6 18 15,3-9-3-15,-2-3-101 0,-1 0 32 0,1-6 38 16,1-2-11-16,-4-1-247 0,5-4 111 0,-1-4 76 16,2-1-270-16,1-1 168 0,3 0 76 0,1 0-238 15,3 0 165-15</inkml:trace>
  <inkml:trace contextRef="#ctx0" brushRef="#br0" timeOffset="3337.56">18743 8414 488 0,'-8'0'0'0,"-1"0"0"0,2-3 0 0,1 1 0 0,3 0 0 0,0 1 0 0,1-3 0 0,2-2 0 0,0 0 125 16,0-1-45-16,6-1-16 0,7-3 24 0,4 1-28 15,0-1 0-15,0 0-27 0,3 3 33 0,-1-2 8 16,2 2-41-16,-4 2 19 0,0 2-19 0,-2 3-1 15,-2 1 1-15,-2 0 32 16,0 5-9-16,-3 7-23 0,0 3 0 0,-5 4 24 16,-1 5-24-16,0-4 8 0,-2 9 42 0,0-1-26 15,0-3 1-15,-2 2-25 0,0-4 53 0,-1 1-31 16,1-1 0-16,2-2 3 0,0-4-26 0,0-2 1 16,2 2 8-16,5-6-17 0,6-1 9 0,2-1 0 15,3-4 0-15,2-3-22 0,2-2 9 0,5 0 13 16,-3 0-37-16,0-7 0 0,1-5 32 0,-1-3 3 15,-5 2-120-15,3-6 52 16,-6 4 20-16,0-1-153 0,-2-2 80 0,-3 0 46 16,-4 1 10-16,1 1-98 0,-4-4 45 0,-2 1 35 15,0 2-7-15,-1-1-198 0,-1-1 103 0,0 2 66 16,0 0-177-16,-1 0 116 0,-5 2 58 0,-2 1 30 16,2 1-204-16</inkml:trace>
  <inkml:trace contextRef="#ctx0" brushRef="#br0" timeOffset="3596.9">19190 8181 654 0,'-4'0'0'0,"-1"0"0"0,-1 0 0 0,0 0 0 0,2 1 0 0,-1 3 0 0,-1 2 0 0,1 3 264 16,1 2-115-16,1 6-59 0,-2 0-28 0,1 2 95 16,2 3-53-16,-1 5-41 0,3-1 1 0,-2 2 151 15,2 2-92-15,0 0-45 0,0 0 64 0,0 4-58 16,0-2-26-16,0 2 0 0,0-2-52 0,0 0 1 15,0 2 34-15,0-3-125 16,0 3 59-16,0-4 29 0,0 0 0 0,0-1-165 16,0-7 86-16,0 3 46 0,0-5-124 0,0-3 77 15,0-7 3-15,0 1 32 0,0-6-230 0,0-1 123 16,0-2 58-16,0-2-196 0,0 0 126 0,2 0 56 16,0-11 40-16,5-2-170 0,1-4 100 0</inkml:trace>
  <inkml:trace contextRef="#ctx0" brushRef="#br0" timeOffset="3856.27">19427 8357 683 0,'11'-11'0'0,"-8"-4"0"0,-1 8 0 0,2 1 0 0,-1 0 0 0,-3 4 0 0,0-2 0 0,0 2 143 0,0 2-54 0,-5 0-29 0,0 6 164 15,-5 9-95-15,3 3-40 0,-3 7-33 0,3 3 134 16,0 0-78-16,3 5-40 0,0-2 0 0,2 3 50 15,2-4-49-15,0 2 1 0,0 0-10 16,0-2 0-16,2-2-31 0,2-3 8 16,5 5-35-16,-2-5 0 0,3 0 26 0,-2-6-110 15,1 2 56-15,3-2 35 0,-3-4-8 0,0-2-246 16,0-4 128-16,-1-3 36 0,1-2 42 0,0-4-368 16,1 0 189-16,-1 0 86 0,1-8-219 0,0-5 158 15,-1-5 77-15</inkml:trace>
  <inkml:trace contextRef="#ctx0" brushRef="#br0" timeOffset="4052.74">19567 8546 607 0,'0'0'0'0,"0"2"0"0,0 1 0 0,0 0 0 0,0-3 0 0,2 0 96 0,0 0-23 16,6 0-8-16,3 0 185 0,0 0-109 0,6-2-54 15,2 1-27-15,-1-5 148 0,3 0-91 0,0 0-43 16,-1 0-87-16,1 3 23 15,-4-2 8-15,0 3 15 0,-1 0-253 0,-4 0 127 0,-2 0 63 16,1 2-136-16,-3-1 83 0,-5 1 50 16,1 0-39-16,-2-3-329 0,0 0 174 0,-2 0 97 15</inkml:trace>
  <inkml:trace contextRef="#ctx0" brushRef="#br0" timeOffset="4264.18">19751 8329 418 0,'-5'0'0'0,"-4"0"0"0,1 2 0 0,0 5 0 0,3-2 0 0,-3 6 0 0,1 1 198 0,-1 3-74 0,1 8-50 16,-1 1 241-16,3 2-142 0,-1 5-70 0,2-1 165 15,2 1-109-15,2-1-67 0,0 2-30 0,0-3 21 16,2-1-26-16,8-4 1 0,-1-3-17 0,6 6-56 16,-2-10 24-16,0 1 0 0,2-3-194 0,0-2 109 15,1-3 63-15,-2-3 18 0,0-3-381 0,-3-4 192 16,2 0 42-16,-4 0-266 0,2-6 179 0,1-9 102 15,-3-2 47-15</inkml:trace>
  <inkml:trace contextRef="#ctx0" brushRef="#br0" timeOffset="4469.63">19951 8249 616 0,'2'-13'0'0,"-1"6"0"0,1 3 0 0,4 0 0 0,-1 3 0 0,2-1 184 0,0 2-75 0,2 0-39 16,0 2 302-16,3 11-170 0,-1 4-76 0,3 5-51 15,-4 5 236-15,1 3-139 16,-1 1-69-16,0 4 66 0,-5 0-59 0,-1 4-43 16,-3-4 0-16,1 6-63 0,-2 4 29 0,0-8 8 15,-9 10-9-15,-2-6-197 0,-4-2 98 0,0 3 51 16,-2-4-147-16,2-6 106 0,-4 2 41 0,0-4-44 16,1-4-529-16,-1-3 268 0</inkml:trace>
  <inkml:trace contextRef="#ctx0" brushRef="#br0" timeOffset="8466.74">15724 10768 328 0,'0'4'0'0,"-5"0"0"0,0-2-164 0,-1-2 82 0,2 0 41 0,1 1 41 0,-3-1 115 0,3 0-21 0,-2 0-31 0,0 0-1 16,1 0-29-16,2 0 8 0,-1 0-8 0,1 0 0 15,2 0-1-15,-2 0 1 0,2 0 0 0,0 0 31 16,0 0-7-16,0 0-25 0,0 0 63 0,0 0-31 16,0 0-1-16,0 0-22 0,0 0 23 0,0 0 0 15,0 0-31-15,0 0 62 0,0 0-31 0,0 0 8 16,0 0-39-16,0 0 69 0,0 0-34 0,0 0-1 16,0 0-34-16,0 0 38 0,0 0-9 0,0 1-29 15,2-1 54-15,0 3-27 0,-1-3 0 0,3 2-19 16,1-2 28-16,-1 2 0 15,3 0-37-15,-2-2 30 0,0 2-29 0,1 0 8 16,1-1-8-16,0 1 23 0,0 0 1 0,-2 0-25 16,3-1 9-16,-1 2 7 0,1-2-16 0,-1 1 1 15,3-2 27-15,-3 3-27 0,3-3 8 0,-3 1-8 16,2 2 28-16,1-3-28 0,-1 1 0 0,2 1-20 16,1 0 28-16,1 0-8 15,-2-1 0-15,3 3-2 0,0-2 2 0,2 2 0 0,0-2 8 16,0 2-40-16,0-2-4 0,3 0 35 15,-2-1-40-15,2 3-4 0,2-4 39 0,-2 2-54 16,1 0 21-16,-1 0 0 0,1-1 18 0,-1 1-18 16,-2 0-3-16,0 0 24 0,0 0-16 0,-2 2-21 15,-2-2-7-15,0-1 36 0,-4 1-9 0,3 0-22 16,-5 1 21-16,1-3 6 0,-1 4 31 0,-1-4-32 16,-2 3-2-16,0-3 2 0,-3 1 36 0,1-1-34 15,0 2 2-15,0-2 3 16,0 0-1-16,-2 0-2 0,0 0 3 0,0 0-17 15,0 0 18-15,0 0-3 0,0 0 5 0,0 0-41 16,0 0 34-16,0 0 1 0,0 0-29 0,0 0 26 16,0 0-4-16,0 0 4 0,0 0-66 0,0 0 31 15,0 0-5-15,0 0-187 0,0 0 95 0,0 0 57 16,0 0 18-16,0 3-539 0,2 5 280 0,-1 9 140 16,6-2 62-16</inkml:trace>
  <inkml:trace contextRef="#ctx0" brushRef="#br0" timeOffset="35670.01">20459 10301 328 0,'-2'5'0'0,"-1"1"0"0,-1-5 0 0,1-1-164 0,-1 0 82 0,2 0 41 0,0 0 41 0,0 0 192 0,1 0-59 0,-2 0-50 0,3 0 16 15,-2 0-25-15,2 0-9 0,-2 0-32 0,2 0 92 16,0 0-46-16,0 0-23 0,0 0 59 0,0 0-45 16,0 0 0-16,0 0-37 0,0 0 24 0,0 0-1 15,2 0-15-15,4 0-8 16,2 0 71-16,-1 0-35 0,0 0 0 0,2 0 21 15,-2 0-21-15,2 0-7 0,3 0-29 0,-1 0 26 16,1 0 0-16,4 0-27 0,-1 0 32 0,2 0-11 16,-1 0 0-16,2-1-20 0,1-1-12 0,-1 2 12 15,1-2 8-15,1 0-9 16,1 1-26-16,4-1-1 0,-4 2 28 0,6-2-26 0,-4 0 8 0,9 0 18 16,-4 1-9-16,2-2-30 0,2-1 20 0,0 2 13 15,0-2-44-15,0 2 17 0,-1-1-10 0,3-1 29 16,1 1-48-16,-1-1 26 15,-1 0-9-15,-1-1 25 0,-2 4-38 0,0-2 1 16,-3 1 26-16,-5 0-29 0,2 2-5 0,-1 0 35 16,-3 0-9-16,-1 0 5 0,-3 2-2 0,-5 2 3 15,-2-2-3-15,1 3 2 0,-3-1-2 0,-3 0 1 16,-1-2 42-16,1-1-42 0,-2 1 2 0,0 0-1 16,-2-2 50-16,0 0-24 0,0 0 6 0,0 0 30 15,0 0-27-15,0 0 0 16,0 0 21-16,0 0 0 0,0 0-35 0,0 0 13 15,0 0-43-15,0 0 37 0,0 0-6 0,0 0 12 16,0 0-193-16,-4 0 87 0,0 0 41 0,3 0 16 16,-3 0-496-16,0 2 222 0</inkml:trace>
  <inkml:trace contextRef="#ctx0" brushRef="#br0" timeOffset="38136.42">20146 14856 343 0,'0'0'0'0,"0"-1"0"0,0-3 0 0,-2 0 0 0,-2 2 0 0,3 0 0 0,-3 2 45 0,2-2-13 16,0 2 1-16,0-2-29 0,2 2 0 0,0 0 29 16,0 0 8-16,0 0-49 0,0-1 38 0,0-1 0 15,0 0-27-15,0 0 25 0,0 1 7 0,0-2-7 16,0 1 40-16,2 1-40 15,0-1-11-15,0-1 8 0,0 3 52 0,1-1-9 16,1 1-32-16,0 0 26 0,-1 0-27 0,1-3-3 16,1 3 9-16,-2 0 15 0,3-1 0 0,1 0-24 15,-2-1 29-15,5 0 0 0,-1-1-20 0,2-2-8 16,-1 1 28-16,1 0 0 0,0-1-28 0,3 2 0 16,-3-4 40-16,3 4-40 0,-3-3 0 0,-1 1 10 15,2 0-10-15,-1 0 0 16,-2 1 8-16,3 1 8 0,-3-1-16 0,2-2 0 15,1 2 7-15,1-1-7 0,-1 1 8 0,0-2-9 16,1 1 20-16,1 1-20 0,-1 1 1 0,2-2 8 16,-2 4-20-16,2-3 12 0,-2 2-1 0,-2 0-23 15,3 2 0-15,-3 0 31 0,4 0-10 0,-2 0-24 16,-2 0-3-16,3 0 26 0,-2 0-35 0,2 0 6 16,1 0 19-16,-2 0 5 0,0 0-31 0,1 0 27 15,-2 0-7-15,-1-2 19 0,3 1-15 0,-1-2 2 16,-1 2-3-16,2-2-7 15,-3 2 9-15,1 0 4 0,1-3-4 0,0 4-41 16,-2 0 42-16,2 0-2 0,1 0 1 0,0 0 21 16,2 0-22-16,0 0 0 0,2 0-23 0,-2 0 1 15,3 0 18-15,0 0 1 0,-1 0-34 0,3 5 0 16,-1-4 28-16,1 2-39 0,0 1 37 0,4-3 0 16,0 3 1-16,0-1 11 15,2 0-12-15,-3 0 0 0,3 1-1 0,-1-2 0 16,4 2 0-16,0-2-2 0,0 3 10 0,2-3-6 15,2 0-1-15,1 2 5 0,1-2-19 0,1-1 16 16,2 1-2-16,0 1-29 0,-2-3 28 0,2 0 1 16,7 0-1-16,-5 1-14 0,3-1 12 0,-1 0-2 15,-3 0 3-15,-1 0-2 0,5 0 0 0,-3 0-1 16,1 0 39-16,-1 0-37 0,0 0 0 0,0 0 2 16,5 0 37-16,-2 0-34 0,2 2-2 0,3-2 5 15,0 2-4-15,-6-2 6 0,9 2-5 16,-2-1-25-16,-4-1 25 0,3 3 0 15,-1-3-30-15,0 2 30 0,1-2-2 0,-1 0-3 16,2 1-12-16,3-1 11 0,-3 3 2 0,3-3-7 16,-2 0 6-16,-1 0-3 0,1 1 2 0,0-1 13 15,-1 0-13-15,1 2 0 0,0-2 1 0,-1 0 17 16,3 1-17-16,2-1 2 0,0 2 9 0,0 1-9 16,0-1-1-16,-1-1 3 0,1 1-11 0,-1 0 10 15,0 1 1-15,1 0-1 16,0-2-15-16,0 4 13 0,10-1 1 0,-8-4-19 15,-2 3 19-15,11-1-4 0,-12 1 2 0,12-3-5 16,-8 3 5-16,3-2-3 0,-9-1 12 0,14 0-11 16,-4 2 1-16,0-2 0 0,0 0 6 0,-2 0-5 15,-7 0 0-15,5 0 17 0,1 0-17 0,6 0 1 16,-8 0 0-16,4 0 38 0,-5 0-35 0,16 0 0 16,-6 0-1-16,1 0 20 0,-1 0-18 0,0-2 2 15,-6 1-21-15,15-2 19 0,-9-2 1 16,3 2-1-16,2-1-22 0,-1-1 22 15,-9 4 1-15,13-2-2 0,-6 0-19 0,-3 1 18 16,-1 2 0-16,0-2-14 0,-6 2 10 0,14 0 2 16,-8 0-5-16,0 0-10 0,-2 0 13 0,0 0 1 15,-7 0-15-15,12 0 14 0,-7 0-1 0,4 0 0 16,0 2-11-16,3-2 11 0,-9 0-1 0,14 2 1 16,-7-2-4-16,-1 0 3 0,-3 0-2 15,1 0 13-15,-6 0-12 0,11 2 1 16,0-1 0-16,-2 2 23 0,-1-2 1 0,0 4-22 15,-8-4 9-15,15 2-8 0,-5 0 3 0,-2-3-2 16,3 2-31-16,2-2 31 0,-4 0 1 0,13 0-1 16,-7 0-37-16,-2 0 35 0,-1 0-2 0,2 0-4 15,-9 0 2-15,16 0 2 0,-7 0-4 0,3 0 3 16,-2 0-4-16,-4 0 3 0,-8 0 24 0,12 0-24 16,-7 0 2-16,-12 0-1 15,15 0 7-15,-7 0-6 0,-6 0 2 0,0 0-3 16,0 0 2-16,-5 0 0 0,-4 0 1 0,-4 0-3 15,-3 2 2-15,0 2-1 0,-2-1 1 0,-5-1-5 16,-1 2 4-16,-6-3 0 0,6 4 9 0,-9-3-9 16,0 0 0-16,-1 1 1 0,1 1 20 0,-4-2-20 15,-1 1 1-15,-1 0-20 0,-2-2 20 0,-3 1-1 16,0-2 2-16,-1 2-72 0,-6-2 32 0,1 0 1 16,-3 0 30-16,2 0-36 0,-3 0 13 0,0 0-2 15,0 0-126-15,0 0 68 16,0 0 23-16,0 0 22 0,-9 2-332 0,-5 7 163 15,-6 6 95-15,-7 10-694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06:11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20925 2325 328 0,'0'0'0'0,"0"0"0"0,0 0 0 0,0 0 0 0,-2 0 0 0,2 0-164 0,0 0 82 0,-3 0 41 0,3 0 41 0,-2 0 0 0,0 0 0 0,0-2-10 16,2 2 12-16,-2 0-1 0,0 0 0 0,2 0 9 16,-1 0-7-16,1 0-1 0,-2 0 1 0,2 0 26 15,0 0-1-15,-2 0-23 16,2 0 12-16,0 0-9 0,0 0 2 0,0 0-3 15,0 0 25-15,-2 0-23 0,2 0 2 0,0 0 43 16,-2 0-42-16,2 0-1 0,-1 0 0 0,1 0 29 16,-2 0-25-16,-1 0 1 0,3 0-1 0,0 0 37 15,-2 0 4-15,2 0-39 0,0 0 11 0,0 0 34 16,0 0-17-16,0 0-1 0,0 0 12 0,0 0-1 16,0 0-21-16,0 0 23 15,0 0-23-15,0 0-3 0,0 0 5 0,0 0-9 16,0 0 7-16,0 0 7 0,0 0-9 0,0 0 16 15,0 0-15-15,0 0 0 0,2 0-1 0,3 0 45 16,2 0-8-16,0 0-37 0,4 0 32 0,1-2-32 16,-3 0 1-16,3 0-9 0,-1 0 9 0,1 2 0 15,0 0 0-15,-1 0-31 0,2 0 31 16,1 0 8-16,0 0-8 0,2 0 9 0,-2 0-9 16,4 0 0-16,-2 0-3 0,0 0 2 0,0 0-7 15,-1 0 6-15,-2 0-26 0,-1 0 0 16,-1 0 29-16,0 0-47 0,-3 0-1 0,-1 0 40 15,-1 0-5-15,-1 0-48 0,-1 0 26 0,-1 0-5 16,-1 0 17-16,-1 0-65 0,-1 0 29 0,0 0-1 16,0 0 52-16,0 0-19 0,0 0-11 0,0 0 9 15,0 0-38-15,-6 0 35 0,-3 0-7 0,-4 0-42 16,-4 4 22-16,-1 0-2 0,-2-1 24 16,-6 3-29-16,5-1-4 0,-4 2 25 15,0-2 4-15,0 1-19 0,1-2 15 0,6 1 1 16,-3 0 17-16,3-3-27 0,7-2 7 0,0 2-6 15,5-2 100-15,1 3-44 0,3-3-24 0,2 0 13 16,0 0 107-16,0 0-52 0,0 0-36 0,0 0 26 16,7 0-20-16,9 0-6 0,3 0-1 0,2 0 46 15,2 0-29-15,2 0 6 0,-2 0-26 0,9-3-33 16,-4 3-1-16,-1-2 26 16,1 2-35-16,-1 0 0 0,-4-1 43 0,-1 1-144 15,-2 0 62-15,1 0 24 0,-3 0 0 0,-5 0-138 16,-3 0 81-16,0 0 25 0,-2 0 25 0,-5 0-232 15,1 0 117-15,-2 0 34 0,0 0 29 0,-2 0-239 16,0 0 141-16,0-1 71 0,0-5-121 0</inkml:trace>
  <inkml:trace contextRef="#ctx0" brushRef="#br0" timeOffset="1202.32">21075 2405 328 0,'0'2'0'0,"0"3"0"0,0-1 0 0,-1-3-164 0,1-1 82 0,0 0 41 0,0 2 41 0,0-2 38 0,0 0 15 16,0 0-4-16,0 0 7 0,0 0 1 0,0 0-34 15,0 0 0-15,0 0 20 0,0 0-18 0,0 0-1 16,1 0 1-16,1-2 21 0,-2 1-20 0,2-2 7 16,-2 2-7-16,0-1 26 15,0-1-18-15,0 3-6 0,0-2 25 0,0 2 8 16,0-1-26-16,0-1 26 0,0-1-28 0,0 2 0 15,0-1-1-15,0 0-13 0,0-1 14 0,0-1 0 16,0-2 0-16,0 1-32 0,0-1 32 0,0 0 8 16,0-1-8-16,0-1-41 0,0-2 15 0,3 1 1 15,-3 0-7-15,2 0-6 0,-1-2 20 0,-1 1-16 16,2 0 18-16,-2-3 2 0,0 5-1 0,2-4 12 16,-2 3-13-16,0-4 0 15,0 2 0-15,0-2-12 0,0 4 18 0,0-4-5 16,0 4-24-16,0-6 23 0,0 3 0 0,0 1 0 15,0 0-28-15,0-4 27 0,0 2-2 0,0 0 1 16,0 0-38-16,0-2 36 0,0-1-1 0,0 2-34 16,0-2 30-16,0 0 2 0,0-2-4 0,0 2-30 15,0-2 32-15,0 0 0 16,0 1-14-16,0-2 12 0,2-2-3 0,0 3 2 16,0-1-25-16,1 0 21 0,1 1 3 0,-1-1 6 15,-1 0-8-15,0-2 1 0,3 5-1 0,-3-3 11 16,-1 0-11-16,1 0 1 0,0 1-1 0,0-2-6 15,0 2 8-15,1-1 0 0,-1 0-1 0,2 0-7 16,-1 0 7-16,-1 1-24 0,3-1 24 0,-2-1-1 16,-1 0 0-16,0 6-40 0,0-1 0 0,0 0 33 15,-1-1 2-15,1 3 18 0,-2 1-19 0,2-1-3 16,-2-3 3-16,2 3 27 0,0 0-1 0,0-2-24 16,-1-1-1-16,1 3 27 15,0-1 1-15,1 0-21 0,-3-1 8 0,2 2-3 16,-1-2-6-16,1 1-9 0,0-2 11 0,0 3 2 15,-2-2 0-15,2 2-27 0,-2-2 24 0,2 2-1 16,-2 0 1-16,0 0-20 0,0 1 19 0,0-1-4 16,0 2 3-16,0 1 5 0,0-1-6 0,0 1-2 15,0 0 14-15,0 0-12 0,0 1 0 0,0 0 30 16,0-2-28-16,0-2 2 0,0 0-2 0,0 3-56 16,0 0 27-16,0 2 1 15,0 1 27-15,0 1 31 0,0-2-34 0,0 3-1 16,0 0-14-16,0 0 13 0,0 2 1 0,0 0-5 15,0-2 11-15,0 2-11 0,0-1 3 0,1 1 17 16,-1 1-16-16,0-1 0 0,0 0 0 0,0-2 17 16,0 4-15-16,0-3 9 0,0 2-7 0,0 1-9 15,0-1 8-15,0-1-2 0,0 2 1 0,0-1-9 16,0 1 9-16,0-2 0 16,0 2-12-16,0-1 11 0,0-1 1 0,0 2 1 15,0-1-2-15,0-1-1 0,0 2 1 0,0 0 10 16,0 1-10-16,0-3 0 0,2 3 0 0,-2 0 38 15,0 0 0-15,0-2-33 16,0 2 15-16,0 0-13 0,0 0-2 0,0 0 6 0,0 0-34 0,0 0 2 16,0 0 27-16,0 0-26 0,0 0 0 0,0 0 24 15,0 0-3-15,0 0-82 0,0 0 39 0,0 0 13 16,2 0 0-16,0 0-112 16,0 0 53-16,-1 0 35 0,3 0-151 0,1 0 87 15,-2 2 43-15,-1 2 13 0,2 2-177 0</inkml:trace>
  <inkml:trace contextRef="#ctx0" brushRef="#br0" timeOffset="1710.14">20961 828 328 0,'-8'0'0'0,"3"0"0"0,-2 0-164 0,1 0 82 0,1 0 41 0,0 0 41 0,0 0 113 15,3 0-19-15,-2-1-31 0,2-2 21 0,2 1-26 16,-2 1 8-16,2 1-33 0,0 0 31 0,0 0 1 16,0 0-33-16,0 0 17 15,0 0-8-15,0 0-8 0,0 0-1 0,0 0 30 16,0 0 1-16,0 0-31 0,0 0 9 0,0 0 20 15,0 0-29-15,0 0 1 0,0 0 40 0,0 0 0 16,0 0-32-16,2 0-8 0,2 0 40 0,3 0 1 16,1 0-41-16,2 0 22 0,0 0 9 0,4 0-31 15,1-2 0-15,0 2-4 0,2-3 4 16,0 3-1-16,1-1 9 0,1-1-21 0,2 2 13 16,-3 0-1-16,3 0 1 0,-1 0-30 15,0 0 8-15,-3 0 22 0,1 0-65 0,-1 0 31 16,1 0-13-16,-4 2-28 0,2-1 30 0,-3 4 10 15,-1-2-5-15,-2 0 6 0,1-1 14 0,-2 3-24 16,0-3 23-16,-4-1-89 0,1 2 39 16,-3-3 6-16,1 2-23 0,-2-2 19 0,-1 0-3 0,1 0 18 15,-2 0 35-15,0 0-3 0,0 0-20 0,0 0 56 16,0 0-27-16,0 0 6 16,0 0-31-16,0 0 45 0,2 0-40 0,0-2 9 15,3-2-6-15,-4-3-265 0,3 5 126 0,0-4 60 16,1 4-187-16,1-2 105 0</inkml:trace>
  <inkml:trace contextRef="#ctx0" brushRef="#br0" timeOffset="6311.64">21206 2369 328 0,'0'0'0'0,"0"0"0"0,0 0-164 0,0 0 82 0,0 0 41 0,0 0 41 0,0 0 0 0,2 0 0 0,-2 0 0 16,0 0 0-16,0 0 0 0,0 0 0 0,0 0-5 16,0 0 39-16,0 0-29 0,0 0-1 0,0-3 27 15,0 3-25-15,0 0 2 0,0 0-2 0,0-2-2 16,0 2 3-16,0 0-1 0,0 0 8 0,0-1-31 15,0 1 26-15,0 0-2 0,0 0 2 0,0-3-2 16,0 3-1-16,0 0 6 0,0-1-8 0,0 1 3 16,0 0-2-16,0 0 1 15,0 0 0-15,0 0 2 0,0 0-2 0,0 0 5 16,0 0-3-16,0 0-2 0,0 0 21 0,0 0-17 16,0 0-2-16,0 0-1 0,0 0 16 0,0 0-14 15,0 0 0-15,0 0-35 0,1 0 34 0,-1 0 1 16,0 0 0-16,0 0-48 0,2 0 22 0,-2 0-3 15,2 0 25-15,-2 0-73 0,0 0 33 0,0 1-9 16,2 2 10-16,-2-3 15 0,0 1 10 0,0-1 7 16,0 2-10-16,0-2-8 15,0 0 6-15,0 0 38 0,0 0 3 0,0 0-41 16,0 0 2-16,0 0 92 0,0 0-42 0,0 0-14 16,0 0 0-16,0 0 51 0,0 0-34 0,0 0-7 15,0 0 10-15,0 0-4 0,0 0-3 0,0 0-1 16,0 0 17-16,0 0-21 0,0 0-9 0,0 3 22 15,0-3-19-15,0 0 3 0,0 0-3 0,0 0-16 16,2 0 16-16,-2 0 6 0,1 0-6 0,1 1-42 16,0-1 40-16,2 0-2 0,-1 0-38 0,1 0 41 15,1 1-3-15,-2-1-5 16,3 0-67-16,-3 0 28 0,3 0 1 0,-1 0-132 16,2 0 77-16,0 2 29 0,-3-2 23 0</inkml:trace>
  <inkml:trace contextRef="#ctx0" brushRef="#br0" timeOffset="8258.44">21156 1268 328 0,'0'0'0'0,"0"0"0"0,0 0-164 0,0 0 82 0,0 0 41 0,0 0 41 0,0 0 38 0,0 0 9 0,0 0 1 16,0 0-1-16,0 0-27 0,0 0 5 0,0 0 58 16,0 0-27-16,0 0-1 15,0 0-27-15,0 0 43 0,0 0 8 0,0 0-46 16,0 0 0-16,0 0 30 0,0 0 0 0,0 0-30 16,0 0 39-16,0 0-8 0,0 0-31 0,-3 0 0 15,-4 0 13-15,-2 0-14 0,2 2 9 0,-4 2 19 16,-1 6-27-16,0 0 0 0,1 1 0 0,-5 2-6 15,2 4 14-15,-4 1-8 0,2 3-1 0,-3 1-35 16,1 2 0-16,2 0 36 16,2-4-52-16,-2 7 16 0,7-8 1 0,-3 3 18 15,3-2-15-15,2 0-12 0,2-4 37 0,-1-1-58 16,5-1 23-16,-1-1-13 0,0-3 33 0,0-2-28 16,2-1 2-16,0-2 14 0,0-2 6 0,0-1-28 15,0-2 26-15,0 3-3 0,0-3 3 0,0 0-24 16,0 0 23-16,-2 0-3 0,2 0-47 0,0-3 21 15,0-2 1-15,0-4-95 0,6-2 57 0,1-1 22 16,5 1 0-16,-1-3-245 0,1 2 119 16,2 1 72-16</inkml:trace>
  <inkml:trace contextRef="#ctx0" brushRef="#br0" timeOffset="8603.77">21102 1322 781 0,'0'-4'0'0,"0"-5"0"0,0 3 0 0,0 0 0 0,0-1 0 0,0 1 0 0,0-1 0 0,0 1 0 0,0 0 136 16,0 4-55-16,0 1-24 0,0-1 137 0,0 2-80 15,0 0-41-15,0 0-2 0,0 0-9 0,2 0-29 16,1 8 0-16,6-2 41 0,-2 3-21 0,2 2 9 16,0 0-29-16,3 1 40 0,-1 1 1 0,2-1-41 15,-2 4 1-15,2-1 7 0,3-1-8 0,-4 4-25 16,4-3 25-16,-2 2 0 0,0 0-1 0,1-2-33 15,-2 1 12-15,-2 0 1 0,0-4 20 0,1 1-72 16,-3-1 23-16,-3-5 27 16,1 1-12-16,-1-1-40 0,-2-3 18 0,0 0 1 15,-3-2 1-15,1-2 2 0,-2 0 17 0,0 0 35 16,0 0-31-16,0 0 2 0,0 0-3 0,0 0 43 16,0 0-38-16,0-2 0 0,0-4 3 0,0 1-103 15,0 1 48-15,0-2 26 0,0 4-326 0,0-2 163 16,-2 1 70-16,2 1 45 0,0-2-328 0,0 3 174 15,0-5 99-15</inkml:trace>
  <inkml:trace contextRef="#ctx0" brushRef="#br0" timeOffset="9363.09">21606 969 19 0,'0'-11'0'0,"0"-1"0"0,0 3 0 0,0 2 0 0,2-3 0 0,-1 2 0 0,1-5 290 0,0 6-133 0,0-2-62 0,0 3 64 16,-2 0-63-16,2 3-32 0,-1-2 9 0,-1 4 25 15,0-1-32-15,0 0 0 0,0 2-33 0,0 0 29 16,0 0 8-16,0 0-37 16,0 0-20-16,0 0 20 0,0 5-1 0,0 5 1 15,0-3 37-15,0 5-38 0,0-1 1 0,0 3 0 16,0 0 21-16,0 1-21 0,-1 3 8 0,-3 0 13 16,0 1-21-16,1 1-1 0,-2 3 1 0,0 3 21 15,-1-5-13-15,1 5-8 16,1 1-3-16,-1-1 3 0,-2 0 0 0,2 2 0 0,1-3-5 15,-1 7 4-15,-1-4 1 0,2 0-27 0,1 0 0 0,0-1 24 16,-1-5 10-16,3 3-58 0,-1-2 22 0,0-2-7 16,2-1 29-16,-2 0-31 15,2-2 6-15,-2-2 11 0,2-1-12 0,0-4-6 16,0-2 23-16,-2 1-7 0,2-6-25 0,0-1 24 16,0 0 4-16,0-2-30 0,0-1 0 15,0 0 25-15,0 0 4 0,0-4 29 16,0-7-33-16,0-2-2 0,2-2 2 0,6-2-126 0,0-4 60 0,1 1 23 15,0-1 1-15,3 0-79 0,-3 0 51 0,0 3 17 16,0 1-11-16,-1-1-5 0,2 2 40 0,-3 1 17 16,0 2-21-16,0 1-16 15,-2 5 6-15,0-2 78 0,-1 3-35 0,0 3-2 16,-1 0-32-16,-1 0 136 0,0 1-65 0,1 2-14 16,-1 0 30-16,-1 0-22 0,3 0 0 0,-2 0-16 15,0 5 43-15,0 1-23 0,-1 2 1 0,1 3 2 16,0-3 0-16,0 6-12 0,0 0-2 0,-1 0 20 15,1 1 0-15,0 3-21 0,1-1-5 0,-1 1 21 16,-1 2-15-16,1-3-3 0,2 3-6 16,-2 0 7-16,0 0 0 0,-1-2 13 15,1 0-53-15,0 1 39 0,2 1-3 0,-3-5-26 16,6 3 27-16,-3-2 2 0,3-4-9 0,0-1-39 16,2 0 17-16,3-1 1 0,-1-3 14 0,1-3-70 15,1-2 29-15,-1-2 20 0,0 0-78 0,-3 0-70 16,0 0 66-16,-2 0 41 0,-2 0-337 0,-1 0 177 15,-2-2 88-15,0 1-367 0,-1-3 227 0,1 0 106 16</inkml:trace>
  <inkml:trace contextRef="#ctx0" brushRef="#br0" timeOffset="16224.96">22051 1801 453 0,'1'0'0'0,"-1"-2"0"0,0-5 0 0,0 5 0 0,0-2 0 0,0 2 0 0,0-2 0 0,0 1 0 0,0 1 0 0,0 0 72 0,0 0-39 15,0 0 0-15,0 2 25 0,0 0 1 0,0 0-18 0,0 0-8 0,0 0-8 16,0 0 8-16,0 4 0 15,0 0 0-15,0 1 31 0,0 0-32 0,0 3 1 16,0-1 26-16,0 1-27 0,0 0 1 0,0 0 14 16,0 3-11-16,0-2-4 0,0 4 1 0,0-2-5 15,0 2 5-15,-1 2 8 0,-1 0-8 0,0 2-17 16,2-2 16-16,-2 4 1 0,-2 2 0 0,3 0-19 16,-1 1 19-16,-3 4-7 0,2-2-23 15,-1 3-4-15,2 1 29 0,-2 1-24 16,1 1-7-16,-1 2 22 0,1-1 5 0,1 2-29 15,2-6 0-15,0 0 26 0,0 2-2 0,0-7-22 16,0 1 19-16,0-4-4 0,2 0 4 0,-1-4-22 16,3 0 20-16,0-1-2 0,-3-5-19 0,1 0 19 15,0-1 1-15,0-4-30 0,-2 1-4 0,0-3 30 16,0 0 1-16,0 0-94 0,0-2 44 0,0 0 17 16,0 0-1-16,0 0-42 0,0 0 30 0,0 0-15 15,0 0-90-15,-4-2 50 16,2-4 37-16,-1-1 6 0,1-1-113 0,0-5 63 15,-1 3 33-15,-1-1-241 0</inkml:trace>
  <inkml:trace contextRef="#ctx0" brushRef="#br0" timeOffset="16492.8">21868 2342 619 0,'2'0'0'0,"-2"0"0"0,0 0 0 0,0 0 0 0,0 0 0 0,0 0 0 0,0 0 0 0,0 0 152 0,0 0-59 0,0 0-31 16,0 2 147-16,0 5-89 0,0 2-35 0,2 2 25 16,3 3-38-16,2-1-1 0,0 1-38 0,0 0 50 15,1 1-16-15,-3 0-9 0,3 0-25 0,0 1-13 16,-1-1 13-16,-2-1 0 0,4-2-52 0,-6 3 21 16,3-2 1-16,-1-2 30 0,-1-3-132 0,-1 1 63 15,1-2 17-15,-1 0-88 16,-1-4 39-16,-1-1 38 0,-1 0-8 0,2-2-200 15,-2 0 83-15,0 0 69 0,0 0 0 0,0 0-135 16,2-2 94-16,0-6 48 0</inkml:trace>
  <inkml:trace contextRef="#ctx0" brushRef="#br0" timeOffset="16717.58">22187 2308 680 0,'0'-2'0'0,"0"-3"0"0,0 0 0 0,-2 4 0 0,2 0 0 0,-3-2 0 0,1 3 0 0,-4 0 136 0,3 0-44 0,-4 4-34 16,0 5 1-16,0 4 109 0,0 2-68 0,-3 4-33 15,-1 1 7-15,-2 5 13 0,2-2-27 0,-3-1 0 16,3-3-76-16,-1 3 33 0,3-1-9 0,0 0-90 16,-1-2 57-16,1 0 30 0,2-3-1 15,0 1-235-15,-4-2 102 0,6 1 71 16,-2-5 1-16,3 0-110 0,-1-2 45 0,0 1 44 15</inkml:trace>
  <inkml:trace contextRef="#ctx0" brushRef="#br0" timeOffset="17909.29">21675 2832 670 0,'-5'0'0'0,"0"-1"0"0,3-2 0 0,0 3 0 0,2 0 0 0,-1 0 0 0,1 0 0 0,0 0 159 0,0 0-66 0,0 5-31 16,0 7 1-16,0 3 49 0,0 0-40 0,0 3 9 15,0-1-47-15,0 4-1 16,0 0 0-16,0 0-1 0,0-1-35 0,0-1 8 15,0 1 28-15,0-1-44 0,0 1 22 0,0-5 0 16,-4 1 22-16,2-6-59 0,-2 1 23 0,3-4-2 16,-1-1 0-16,2-4-14 0,0 0-1 0,0-2 24 15,-2 0 0-15,2 0 0 0,0-8 5 0,0-4-5 16,2-8 3-16,5 0 4 0,4-5-2 0,1 1-92 16,-1-1 44-16,2 1 18 0,0-1 1 15,-4 5-76-15,7-7 45 0,-5 11 14 16,1-1 1-16,-3 3-11 0,-2 5 26 0,0 1-14 15,0 3 91-15,-2 3-40 0,-1 2-1 0,-1 0 1 16,1 0-4-16,-2 12-18 0,0 4-9 0,-2 4 119 16,0 0-54-16,0 1-12 0,0 1 0 0,0 1 40 15,0-3-32-15,0-1-4 0,0 0 0 0,0-2 18 16,0-6-32-16,0 4 6 0,0-6-48 0,0 0 2 16,0-5 36-16,0 0 0 15,0-2-24-15,0 0-8 0,0-2 30 0,0 0-64 16,0 0 28-16,0-9-12 0,0-6 41 0,2 1-98 15,6-6 43-15,1-1 14 0,0-1 0 0,0 1-61 16,1 1 36-16,1 1 14 0,-2 2-3 0,-1 0 18 16,-2 8 5-16,-1-1-12 0,1 5 97 0,-4 1-42 15,-1 1-21-15,3 3 51 0,-1 0-34 0,-1 0 5 16,-1 12-23-16,-1 4 114 16,0-1-42-16,0 5-34 0,0-2 0 0,0 3 54 15,0-2-16-15,2 0-30 0,0-2-73 0,2-1 26 16,1-1 1-16,1-1-141 0,-1-2 82 0,5-2 34 15,-3 0 11-15,3-5-114 0,1-1 51 0,0-2 38 16,-2-2-7-16,5 0-216 0,-1 0 95 0,1 0 66 16,-2-3 32-16,1-5-96 0,3-2 56 0,-4 2 40 15,2-5 1-15,-1 0 0 0,0 0 31 0,-2 0 0 16,0-2 53-16,1-1-23 0,-1-2 1 0,-2 2 27 16,-1-4-29-16,2 2 0 0,-5-1-37 0,2-1 158 15,-2 1-46-15,-1 1-44 16,-3 1 14-16,1 2 62 0,-2 0-26 0,0 1-36 15,0 3 33-15,0 1-29 0,-2 3 18 0,-3 2-40 16,-3 2 30-16,-3 3-5 0,0 0-17 0,-3 0 30 16,1 12-32-16,-2 4 6 0,2 3-7 0,-2 3 25 15,4-1-22-15,3 0-1 0,0 0 5 0,4-1 32 16,3-1-31-16,1-1-4 0,0-3-13 0,0-3 14 16,1-3 0-16,3-1 8 0,6-2-65 15,-1 0 28-15,4-6-4 0,-1 0-79 0,1 0 47 16,0 0 32-16,0-5-18 0,-1-6-35 15,-1-1 23-15,0 0-1 0,-1-2 12 0,-3 1-83 16,-1 0 34-16,-1 0 30 0,-1 4-15 0,-2 0 32 16,-1-1-16-16,-1 5 140 0,0-2-58 0,0 6-29 15,0-1 0-15,0 0 148 0,-5 2-76 0,-1 0-28 16,1 8-27-16,0 4 126 0,1 1-67 0,-3 2-15 16,4 5-22-16,1 1 19 0,2 0-8 15,0 7-33-15,0-4-3 0,0 0 3 16,0 3-1-16,0-3 9 0,2 6-52 0,1-4 22 15,1 3 0-15,3-1-49 0,-4-2 35 0,-1 0 15 16,0 2-6-16,0-3-57 0,-1 3 27 0,-1-3 21 16,0-5-6-16,0 3-28 0,0-5 20 0,-3 1 1 15,-4-4-47-15,-2-2 30 0,-2-2 8 0,0-4-15 16,-2-1-43-16,-2-2 31 0,-2-2-1 16,0-2 0-16,0 0-7 15,-1 0 24-15,1-3 14 0,-1-8 7 0,4-5-11 0,-2-1-7 16,5-7 6-16,4 3 25 0,3-10 7 0,4 1-30 15,0-5 23-15,4-6 5 0,12 2-25 0,2 1 31 16,12-9 5-16,0 2-22 0,11-8-7 0,-1 6-24 16,3-3 0-16,-4 7 25 0,14-12 1 0,-9 13-173 15,-7 4 81-15,4 0 36 0,-6 6 21 0,-4 5-219 16</inkml:trace>
  <inkml:trace contextRef="#ctx0" brushRef="#br0" timeOffset="22897.46">20429 3971 79 0,'0'-4'0'0,"0"-2"0"0,-2 2 0 0,2 0 0 0,-3 0 0 0,-1-2 0 0,0 3 0 0,3-1 0 0,-3 2 7 0,0-2 3 0,3 3 41 15,-1-3-40-15,-1 0 1 0,3 2 0 0,0-3 32 16,0 3 4-16,0-3-33 0,0 0 1 0,0-1 28 16,0 3 0-16,0-1-25 0,0 0 4 0,0 1 41 15,0 1 0-15,0 0-34 0,0 1 21 16,0 1 5-16,0 0-21 0,0 0 17 16,0 0-21-16,0 0 6 0,3 0-5 0,-1 5 25 15,-1 6-16-15,1 1-8 0,2 2 0 0,-2 1 21 16,1 3 1-16,-1-1-14 0,0 4-9 0,2 0 39 15,-3 0-38-15,3 1-1 0,1 1 13 0,-2 2-4 16,1 0-9-16,0 2-11 0,1 0 11 0,-1-3 1 16,1 2 0-16,0-4-26 0,0 2-8 0,1-5 34 15,-1-1-1-15,1 0 1 0,-3-2 0 0,4-5-4 16,-4-2-128-16,1-2 56 16,0-1 30-16,-3-2 7 0,1-4-10 0,0 2-9 15,0-2 36-15,0 0-7 0,1-6 4 0,4-13-9 16,-2-1 7-16,4-8 25 0,-1 1-1 0,3-4-21 15,-1-6-1-15,-1 0-69 0,1 1 34 0,-3-1 2 16,2 1 30-16,-2 0 1 0,0 7-1 16,-2 5-1-16,-1 1-63 0,-1 4 24 0,-1 6 0 0,0 3 69 15,0 4 0-15,-2 3-52 16,0 0 10-16,0 2 105 0,2 1-49 0,-2 0-16 16,2 7 0-16,-1 7 2 0,3 2-24 0,-1 3 24 15,2 6-21-15,-1-1 55 0,0 4-24 0,1 2 11 16,2 0-41-16,0 3 18 0,0-3-8 0,0-1-35 15,2 3 34-15,0-3-5 0,0-3 3 0,-2-6-43 16,2 3 16-16,1-4 0 0,-3-4 24 0,2-2-37 16,0-6 0-16,-2-1 27 0,-2-2 0 0,3-4 1 15,-1 0 0-15,1 0-8 0,1-17 76 16,-1-2-30-16,4-9-1 0,-2-4-81 16,1-7 25-16,1-2-1 0,-1-5 30 0,2-5-73 15,-1 1 32-15,-1-1 0 0,-1 2 33 0,-3 14-181 16,-1-5 75-16,-3 10 43 0,1-4 5 0,-2 14-81 15,-2-1 36-15,0 6 32 0,0 4-65 16,0 1 39-16,0 5 30 0,0 3-114 0,0 0 68 0,0 0 35 16,0 2-8-16,0 0-95 0,0 10 70 0,5-1 33 15</inkml:trace>
  <inkml:trace contextRef="#ctx0" brushRef="#br0" timeOffset="23092.94">21102 3987 837 0,'-4'1'0'0,"-1"1"0"0,1 3 0 0,2-5 0 0,0 0 0 0,1 0 0 0,1 0 113 0,0 0-40 0,0 0 9 0,9 0 60 16,3 0-54-16,6 0-28 16,-2 0 0-16,3 0-35 0,0-3 16 0,0 3-8 15,0-2-156-15,-1 2 78 0,-1 0 39 0,1 0 0 16,-6 0-267-16,1 0 150 0,-1 0 24 0</inkml:trace>
  <inkml:trace contextRef="#ctx0" brushRef="#br0" timeOffset="23285.03">21135 4264 519 0,'-12'8'0'0,"1"-2"0"0,3 1 0 0,2-3 0 0,3 0 0 0,1-4 293 16,0 0-122-16,2 0-73 0,0 0 81 0,0 0-73 15,7 0-36-15,7 0-1 0,2 0 96 0,3-2-70 16,0 0-32-16,0-2-127 0,-1 3 48 0,-1-1 25 16,-1 0 7-16,-2 0-293 0,2 1 154 0,-3 1 78 15,-2 0 39-15,-1 0-464 0,-3 0 224 16</inkml:trace>
  <inkml:trace contextRef="#ctx0" brushRef="#br0" timeOffset="23468.57">21346 4176 489 0,'2'3'0'0,"-2"-3"0"0,2 0 0 0,-2 2 0 0,0-2 0 0,1 0 0 0,1 0 234 0,0 0-92 16,3 0-59-16,2 0 209 0,4 0-129 0,3 0-66 16,0 0-32-16,4 0 9 0,-2 0-8 0,1 0-33 15,0 0-237-15,0 0 118 0,-1 0 60 0,-4 0 37 16,5 0-162-16,-6 0 91 0,0 0 47 0</inkml:trace>
  <inkml:trace contextRef="#ctx0" brushRef="#br0" timeOffset="24046.67">21652 3955 991 0,'0'0'0'0,"0"0"0"0,0 0 0 0,0 0 0 0,0 0 0 0,0 2 0 0,0 3 0 0,0 4 0 0,0 5 0 0,0 1 114 16,2 2-41-16,0 3 1 0,0 1-1 0,0 0-32 16,-1-1-8-16,1 0-24 0,0 2-1 0,-2-6 25 15,0 1 0-15,0-5-61 0,0 1 26 16,0-3 0-16,0-5-37 0,0-3 36 16,0 0 0-16,0-2 13 0,0 0-38 0,0 0 21 15,0-11-26-15,3-7 25 0,0-4 15 0,3 1-15 16,1-7 0-16,2 2-21 0,1-2 31 0,1 1 0 15,-2 4 3-15,5-6-25 0,-1 5 23 0,-1 5-2 16,-1 0 1-16,-2 2 30 0,-4 7-30 16,3 1-1-16,-4 4 71 0,1 3-33 0,-1 0-2 0,0 2 6 15,-1 0-28-15,-1 11-4 0,0 5 10 16,1 2 20-16,-1 2 11 0,-1 1-35 16,1 2 21-16,0 1 2 0,0-1-11 0,2-3-7 15,-3 1-38-15,3-3 12 0,-2 0 2 0,1-2 23 16,-1-2-70-16,0-5 31 0,1-2-6 0,-1-1-51 15,0-2 38-15,-1-2 20 0,-1-2-13 0,0 0 0 16,2 0 4-16,-2-8-1 0,2-8-6 0,0-4 68 16,3-2-9-16,1 0-36 0,-1-5 7 15,5 3-6-15,-4 2-3 0,5-6 2 0,-3 7 11 16,-1 2-9-16,2 0 6 0,-3 5 22 16,-1 6 4-16,2 1-29 0,-4 2 6 0,1 3 49 15,-1 2-23-15,-1 0-1 0,2 10-28 0,-2 7 30 16,-2 3 10-16,0 5-34 0,0 2 93 0,0-2-41 15,0 0-9-15,0 7-4 0,2-6 11 0,-1-2-32 16,3-3 13-16,2 3-84 0,4-6 42 0,-3-2-5 16,3-2 35-16,-1-4-242 0,2-1 109 15,1-6 58-15,1-3 19 0,-1 0-165 16,2 0 73-16,0-2 54 0,4-8-12 0,-4-2-282 16</inkml:trace>
  <inkml:trace contextRef="#ctx0" brushRef="#br0" timeOffset="24920.94">22318 4000 566 0,'3'-10'0'0,"-1"1"0"0,-2-4 0 0,0 6 0 0,0-5 0 0,0-1 0 0,0 0 0 0,0 2 0 0,0-2 59 0,-4 1 0 16,-1 2-26-16,-2 1 32 0,2 2 0 0,-2 3-24 16,-2 3-8-16,-3 1 37 0,-1 0 1 0,-1 12-38 15,0 5 5-15,0 3 3 0,0 4-8 0,1 2 0 16,3-1 39-16,4-5 1 0,1 4-40 0,3-3 13 15,2 0-13-15,0-3 0 0,0-4-1 16,0-1-49-16,4-3 24 0,1-1 9 0,4-4 17 0,1-1-114 16,1-4 53-16,0 0 20 0,1 0-1 15,-1-5-39-15,1-8 30 0,-1-1-5 16,-2 0-86-16,-2 0 38 0,-1-3 33 0,0 4-10 16,-2-2 3-16,-3 2 14 0,-1 3 13 0,0-1 102 15,0 3-50-15,0 1-27 0,0 2 4 0,0 2 164 16,-1 1-87-16,-1 1-30 0,-2 1-26 0,2 0 120 15,-1 6-66-15,1 6-12 0,2 7-6 0,0 4-35 16,0 1 0-16,0 5 26 0,0 2-26 0,0 4 0 16,0-2 0-16,2 4-55 0,3-1 27 0,-1 1 9 15,-1 1 19-15,-1-3-126 16,0 2 60-16,0-1 14 0,-2-3 1 0,0-1-118 16,0-2 69-16,0-4 22 0,-6-7-32 0,-1 1 21 15,-3-8 22-15,-1-3-114 0,-2-3 65 0,0-4 12 16,-4-2 1-16,2 0 48 0,-2-2-10 0,0-7-9 15,3-6 8-15,-4-4 59 0,7-1-30 0,-1-3 0 16,5-1 76-16,5 3-52 0,2-8-19 0,0 3 17 16,2-3 39-16,12-1-26 0,8-6-1 0,-1 1-23 15,12-6-10-15,-1 0 22 16,7-8-18-16,2 2-82 0,-8 5 42 0,12-9 0 16,-8 4 39-16,2-2-111 0,-4-1 51 0,1 2 15 15,-8 5-5-15,2-5-58 0,-4 2 27 0,-4 2 26 16,-4 9-19-16,-6-1 1 0,-2 8 32 0,-4 0 43 15,-4 5-1-15,-1 2-33 0,-1 5-1 0,0 2 179 16,-1 5-85-16,-7 0-40 0,3 5-9 0,-3 2 200 16,0 0-88-16,-1 2-60 0,2 0 95 15,-1 13-71-15,-3 10-8 0,2 3-24 16,1 6 21-16,-3 9-22 0,3-3 8 0,-4 11-9 16,5-2-22-16,0-2 1 0,0 2 0 0,-2 0 12 15,6-8-4-15,-3 10-8 0,1-5 0 0,1-10-25 16,2 2 1-16,-1-2 24 0,1-7 8 0,2-3-71 15,0-5 26-15,0-7 0 0,0-4-50 0,0-3 38 16,0-5 13-16,0 0-58 0,9-10 29 0,2-11 1 16,3-2 23-16,0 0-2 0,2-2-1 0,-2-3 11 15,0 2-18-15,0 1 9 16,-1 1 0-16,-3 5 5 0,1 0 26 0,-2 4 1 16,0 6-26-16,-6-1 0 0,1 7 98 0,-2 0-45 15,-1 2-17-15,1 1 33 0,-2 4-22 0,0 10 0 16,0 11-21-16,0 1 87 0,-2 2-29 0,-1 3-32 15,3 0 4-15,0 3 79 0,0-4-49 0,0-2-26 16,3-5-31-16,8 1 7 0,3-3 0 0,1-6 0 16,4-4-95-16,2-3 48 0,1-4 31 0,4-4-281 15,-1 0 133-15,1-8 74 16,2-7 17-16,2-2-471 0,2-6 218 0,6-3 134 16</inkml:trace>
  <inkml:trace contextRef="#ctx0" brushRef="#br0" timeOffset="34382.91">23771 2999 326 0,'0'0'0'0,"0"1"0"0,0-1 0 0,0 0 0 0,0 0 0 0,0 0 0 0,0 0 0 0,-2 0 0 0,2 0 0 0,0 0 32 0,0 0 0 0,-2 0 11 0,2 0-10 0,0 0 0 16,0 0 8-16,0 0-27 0,0 0 19 0,0 0 0 15,0 0-1-15,0 0-35 16,0 0 7-16,0 0 26 0,0 0 3 0,0 0-25 16,0 0 11-16,0 0 8 0,0 0-3 0,0 0 2 15,0 0-6-15,0 0 5 0,0 0 2 0,0 0-3 16,0 0 6-16,0 0 9 0,0 0-13 0,0 0-1 16,0 0 2-16,0 0 15 0,0 0-7 0,0 0-9 15,0 0 1-15,0 0 15 0,0 0-14 0,0 0-1 16,0 0-3-16,0 0 3 15,0 0 3-15,0 0-1 0,0 0-37 0,0 0 36 16,0 0 5-16,0-1-40 0,2 0 31 0,0-2 1 16,0 1-4-16,0 0-19 0,0 1 3 0,-1-4 16 15,0 3-4-15,2 1-12 0,-1-1 10 0,0 0 4 16,1 1-1-16,0-3-38 0,1 2 34 0,-1-2 2 16,1 0-42-16,-2 0 39 0,1 2 1 0,-1 0-10 15,0-1 6-15,2 1 1 0,-2 0-2 16,-1-2-10-16,1 1 13 0,1 1-2 15,1-2-2-15,-3 0-7 0,1 1 6 0,2-1 3 16,0 0-18-16,-1 0 16 0,1-2 0 0,1 3 0 16,2-3-37-16,-4 1 37 0,3-3-4 0,-1 2-16 15,1 2 15-15,0-3 1 0,0 2-2 0,-3-1-1 16,2 2 2-16,-1-1 0 0,2-1-2 0,-3 2 4 16,2 1-4-16,-1-2 1 0,-1 3 7 0,1-3-6 15,0 2 0-15,-2 0-8 0,3 0 8 0,0-1 1 16,2 1 0-16,-2-2-15 0,1 2 13 15,1-3 1-15,-2 3-2 0,4-3-10 16,-2 2 11-16,0-2-2 0,0 0 2 0,2 1-8 16,-2-1 7-16,0 3-2 0,1-3 1 0,-2 0-1 15,3-1 1-15,-3 1 0 0,3-1 0 0,-1 2 0 16,-1-3 0-16,0 2 9 0,3-2-9 0,0 1 0 16,-1-1 1-16,-2 3 8 0,5-5-8 0,-3 2 1 15,0 1-1-15,3 0-4 0,-3 0 4 16,0 0 1-16,3 1-3 0,-1-2 2 15,0 2 1-15,1-1-1 0,-3 0-4 0,2 0 4 16,1 1 0-16,-1-1-5 0,-1 2 4 0,4-2 0 16,-3 0 0-16,3-1-1 0,-2 1 1 0,2 0 0 15,-1-2 0-15,1-1 0 0,4 2 0 0,-4 0 0 16,6-1 0-16,-5-3 0 0,3 2 0 0,-2 1 0 16,0 0 0-16,1-3 0 0,2 3 0 0,-2-3 5 15,-1 2-5-15,2-2 0 0,-1 2 0 0,-1 0 7 16,2-2-7-16,-2 3 1 0,0-3 0 0,0 1-1 15,0 2 0-15,0-2 2 16,1 1-5-16,0 0 4 0,0-1 0 0,-1 3-1 16,0-3-1-16,1 2 2 0,-3-1 0 0,1 0-4 15,1 1 3-15,-2-2 0 0,0 1 0 0,-1 0-1 16,1 0 1-16,-2 3 0 0,2-4 0 0,-1 3 0 16,-1-2 0-16,2-1 0 0,-1 3 0 0,-1-2 0 15,1-1 0-15,1 2 0 0,0-1 0 0,-2 2 0 16,2-1 0-16,-1-1 0 0,1 3 0 15,-2-1 0-15,0 0 0 0,1 0-14 16,-2-1 14-16,1 3-1 0,1-2 1 0,-4 1-5 16,3 1 3-16,-2-2 1 0,2 1-2 0,-1-1 1 15,2 3 1-15,-1-4-1 0,1 3 6 0,0-3-5 16,-2 3-1-16,2-2 4 0,1-1-3 0,0 1 0 16,0 1 0-16,0-3-6 0,2 3 6 0,0 0 0 15,0-3 1-15,-3 2-18 0,4-1 15 0,-3 2 2 16,2-2-14-16,-3 1 13 15,-1 0-2-15,4-1 1 0,-3 2 5 0,0-2-5 16,2 1-1-16,-1-2 5 0,0 1-5 0,0 2 1 16,-1-4-1-16,2 2 8 0,-2 0-5 0,0 1-2 15,0-1 3-15,0 0 2 0,1-1-3 0,-1 1-1 16,0 0-2-16,2-3 2 0,-2 3 0 0,0 0 1 16,0-1-1-16,1-1 0 0,-3 1 0 0,3 2 1 15,0-2-1-15,1 0 1 0,-2 1-2 0,0 2 4 16,1-3-2-16,-2 1-1 0,2 1 1 0,-1-2-1 15,-1 3 1-15,4-2-1 16,-4-1-18-16,4 3 18 0,-3-1 0 0,1 1 0 16,0-1-18-16,0 1 17 0,-1 0-1 0,-2 0-9 15,2 0 8-15,-2 0 1 0,1 1-3 0,-1-1 11 16,1 0-10-16,1-1 2 0,-2 2-3 0,0-1 24 16,0 1-22-16,0 0 1 0,1-2 16 0,-1 3-15 15,0-3 2-15,1 3-2 0,-1-2 14 0,-1 2-13 16,3-1 3-16,-1-3 3 15,-1 4-4-15,-1-1-1 0,3 1 2 0,-1-1 0 16,-1 1-1-16,3-1 0 0,-4 0 0 0,0 2 0 16,2-1 0-16,-2-1 0 0,1 1 1 0,1-1-1 15,-3 0 0-15,0 0 0 0,1 1 0 0,-1 0 0 16,-1-1 0-16,3-1 0 0,-3 2 0 0,-1 1 0 16,2-2 0-16,0 0 0 0,-2-2 0 0,2 3 0 15,-2-2 0-15,1 4 0 0,1-3 0 0,-1 1 0 16,-1 1 0-16,1 1 0 15,0-4 0-15,-1 4 4 0,-2-1 8 0,0 2-11 16,1 0 0-16,-1 0 23 0,-3 1-22 0,1-1 1 16,-1 0-2-16,-1 2 20 0,-1-2-18 0,0 2 2 15,0 0-1-15,0 0-4 0,0 0 4 0,0 0 3 16,0 0-19-16,0 0 16 0,0 0 0 0,0 0 1 16,0 0 3-16,0 0-6 0,0 0 1 0,0 0 9 15,0 0-9-15,0 0 1 0,0 0-1 0,0 0 13 16,3 0-12-16,-3 0 1 0,0 0-1 0,0 0-21 15,0 0-1-15,2 0 22 16,-2 0-65-16,1 0 28 0,-1 0 1 0,0 6 25 16,0 5-297-16,0 2 129 0</inkml:trace>
  <inkml:trace contextRef="#ctx0" brushRef="#br0" timeOffset="40351">23757 2757 1 0,'2'0'0'0,"1"0"0"0,-1 0 0 0,1 0 0 0,-1 0 0 0,-2 0 0 0,2 0 0 0,-2 0 87 0,2 0-35 0,-2 0 0 16,0 0-36-16,0 0 43 16,0 0-38-16,0 0 0 0,0 0 1 0,0 0-1 15,0 0 0-15,0 0 167 0,0 0-82 0,0 0-36 16,0 0-1-16,0 0-8 0,0 0-29 0,0 2 9 15,0 2-8-15,0 2 35 0,0 3 0 0,0 4-35 16,-2 0 0-16,-3 6 40 0,-2-3-9 0,0 5-31 16,1 0 26-16,1 5 0 0,0-5-26 15,1 1 8-15,-1 1-36 0,2-3 1 0,-1 1 26 16,2-3-31-16,0-1 7 0,1-3 25 16,-1-3 0-16,0-2-85 0,2 0 31 0,-2-5 23 15,2-1 3-15,0-2-112 0,-2-1 47 0,1 0 34 16,-1 0-77-16,0-1 49 0,0-4 11 0,2-8 2 15,0 0-357-15</inkml:trace>
  <inkml:trace contextRef="#ctx0" brushRef="#br0" timeOffset="41277.18">26611 1062 18 0,'-3'0'0'0,"0"0"0"0,0 0 0 0,-1 0 0 0,1 0 0 0,2 0 4 0,1 0-1 0,-2 0 0 15,2 0 56-15,-2 0-23 0,2 0-1 0,0-3 25 16,0 1-4-16,0-1-37 0,0 0 1 0,0 0 47 16,0 1-15-16,0-2-6 0,0 3-21 0,0-1 31 15,0 0 1-15,0 0-29 0,0 0 52 0,0 2-26 16,0 0 0-16,0 0-21 16,0 0-26-16,0 0 1 0,0 2 33 0,0 9 16 15,-2 0 1-15,-2 2-26 0,3 4 1 0,-1 1 28 16,-1-2 8-16,2 4-36 0,1-1 0 0,0 4 22 15,0-5-22-15,0 3 0 0,0-1-49 0,0 0 20 16,0-4 0-16,0 2-103 0,0-5 63 0,0-2 28 16,0 0-3-16,0-4-90 0,0 0 43 0,-4-1 33 15,-4-4-6-15,2 2-293 0</inkml:trace>
  <inkml:trace contextRef="#ctx0" brushRef="#br0" timeOffset="42149.93">25225 924 352 0,'0'0'0'0,"0"-3"0"0,0 1 0 0,0-5 0 0,1 4 0 0,1-1 0 0,-2-2 71 0,2 1-38 0,-2-3 8 16,2 0 14-16,0 3 1 0,-1-3-23 0,-1 1 39 15,2-2 0-15,-2 0-31 16,3-2-8-16,-3 4-19 0,0-2 18 0,0-1 1 16,0 3 0-16,0-2-17 0,0 1-9 0,0 1 26 15,-6 0 0-15,0 1-43 0,-5 0 21 0,0 2-4 16,-2 2-3-16,-5 0-15 0,-3 2 35 0,-4 0-48 15,0 0 21-15,4 2-7 0,-2 4 26 0,-2 1 31 16,4-1-33-16,1 2-4 0,1-1 3 0,2-1 58 16,2 2-30-16,4-1 3 0,1 0-27 0,3 0 47 15,0 1-20-15,3 0 15 16,0 2-28-16,4 0 5 0,0 1-7 0,0 0-6 16,0 4 7-16,2-3 14 0,5 4-13 0,4-2-26 15,5 1 26-15,-2 1-4 0,2-2 10 0,0 2-35 16,0-1-1-16,0-1 20 0,-2 0 5 0,-1 2-34 15,0-2 5-15,-2 1 22 0,-2 0-33 0,-2 0 32 16,2-2 1-16,-2 3-5 0,-3-2 2 0,-1-1-3 16,1 1 3-16,-2-4 9 0,0 1-9 0,-1 2-3 15,-1-3 6-15,0 3 32 0,0-3-35 16,-5 3 2-16,-4-3-1 0,-7 1 27 16,0 0 5-16,-3-1-26 0,-5-3-21 0,1 1 21 15,-2-5-2-15,-1-1 4 0,3-2-24 0,-2 0 21 16,0 0 0-16,3-4-54 0,-1-7 25 0,3 0-4 15,3-2 24-15,-3-2-129 0,8-2 62 0,-1 1 21 16,3-3 1-16,4 3-117 0,3-1 53 0,1 0 43 16,2 2-202-16,0-2 107 0,2 4 57 0,7 2-334 15,3 2 188-15</inkml:trace>
  <inkml:trace contextRef="#ctx0" brushRef="#br0" timeOffset="44543.82">25124 1812 328 0,'0'0'0'0,"-2"0"0"0,0 0 0 0,-1 0 0 0,2 2-164 0,1-2 82 0,-3 0 41 0,3 0 41 0,-1 0 0 0,1 0 0 0,-2 0 0 16,2 0 0-16,-2 0 0 0,0 0 0 0,0 0 0 15,1 0 0-15,-1 0 0 0,-2 0 0 0,0 0 0 16,3 0 0-16,-3 0 0 0,2 0 0 0,-1 1 0 16,1 4 0-16,1-4 0 0,-1-1 0 0,0 2 0 15,0-2 0-15,0 3 0 16,1-2-33-16,-3-1 34 0,2 3-1 0,0-2 23 16,-1-1 1-16,-1 2-21 0,2 0-1 0,-2 0 32 15,2 0-30-15,-2 0 3 0,2-1-2 0,-1 1 33 16,1 0-30-16,-2 0 2 0,3-1-2 0,-3 1 35 15,0 1-33-15,0-3 3 0,0 1 23 0,-1 1-22 16,5 0-3-16,-2-1 38 0,0-1-36 16,2 3 4-16,0-3 1 0,-2 0 32 0,2 0-33 15,0 0 3-15,0 0-2 0,0 0 31 16,0 0 8-16,0 0-36 0,0 0-1 0,0 0 54 16,0 0-25-16,0 0 6 0,0 0 12 0,0 0-9 15,0 0-27-15,0 0 39 0,0 0-37 0,0 0 0 16,0 0 8-16,4 0-36 0,1 0 27 0,5 0 1 15,1 0 0-15,-4 0-4 0,5-3 12 0,1 0-8 16,-2 0-36-16,3-3-1 0,0 0 30 0,0 1 5 16,2-1-49-16,0 1 19 15,2-3-8-15,1-2-4 0,2 3 24 0,-1-2 12 16,1-1-13-16,2 1-29 0,-3 0-11 0,3-2 42 16,-2 4-15-16,-1-1-14 0,-2 1-9 0,2 0 32 15,-5 0-8-15,4 0-25 0,-5 2-4 0,4-1 33 16,-4 3-25-16,4-3 0 0,-4 0 16 0,2 3-13 15,-4-1 14-15,2 0 0 0,-1 0-4 0,-6 3 6 16,2-2-5-16,1 1 3 0,-2 1-4 0,-3-1 18 16,0 0-15-16,0 0 0 15,-3 1 26-15,0 1-1 0,-1 0-20 0,1 0-3 16,-2 0 61-16,0 0-28 0,0-2 6 0,0 2-8 16,0 0 7-16,0 0-26 0,0 0 11 0,0 0 32 15,0 0-13-15,0 0 0 0,0-2-8 0,0 2-34 16,2 0 3-16,-2-2 19 0,0 2-44 0,0 0 21 15,0 0-4-15,0 0 28 0,0 0-42 0,0 0 0 16,0 0 23-16,0 0 26 0,0 0-23 0,0 0 4 16,0 0-9-16,0 0 19 0,0 0-17 0,0 0 4 15,0-1 1-15,0 1 6 16,0 0-2-16,0 0-4 0,0 0 2 0,0 0-1 16,2 0 4-16,-2 0-1 0,0 0-7 0,0 0 5 15,0 0-1-15,0 0-16 0,0 7 14 0,-6 3 3 16,-1 3-5-16,-3 3 70 0,1 2-31 0,-4 5 0 15,0 0-29-15,-2 3 24 0,0 0-19 0,-2 3-5 16,2-1 54-16,-1 0-24 0,2 0 10 16,4-3-12-16,-2 3-33 0,5-5 16 0,0-2 10 15,2 1-36-15,1-2 4 0,0-1 28 16,0 0-5-16,2-3-39 0,0-1 0 0,2-2 34 16,-2-1-6-16,2-3-29 0,0-3 32 0,0 1-15 15,0-5-23-15,-3 0 0 0,3-2 27 0,0 2-5 16,0-2-29-16,0 0 30 0,0 0 3 0,0 0 92 15,0 0-42-15,0 0-24 0,0-2 1 0,0-2-21 16,0 1 3-16,0-1 6 0,0-2-2 0,0 3-104 16,0-3 49-16,0 1 26 0,0-2-93 0,0 0 51 15,0 1 31-15,10-1 4 16,1 1-444-16,-1 3 202 0,1-2 114 0</inkml:trace>
  <inkml:trace contextRef="#ctx0" brushRef="#br0" timeOffset="48078.25">24676 2257 3 0,'0'0'0'0,"0"-2"0"0,0 0 0 0,0 1 0 0,0-2 0 0,0 0 59 0,0 2-17 16,0-4-4-16,0 4-5 0,2-3-15 0,0 2 0 15,-1-1-1-15,1 0 37 0,1 0-6 0,-1 0-26 16,0 0 0-16,-2 0 30 0,0 2 0 0,2 1-21 15,-2-2 37-15,0 2 0 0,0 0-39 0,0 0 0 16,0 0-37-16,0 0 47 0,0 2-2 0,0 5 12 16,0 3-15-16,0-1-1 15,0 0 8-15,0 1-28 0,0-1 19 0,0 1 1 16,0-2-4-16,0 0-31 0,0-4 36 0,0 0-5 16,0 0-39-16,1 0-1 0,1-4 32 0,0 2 4 15,2-2-35-15,-2 0-6 0,5 0 35 0,-4 0-37 16,6 0-5-16,-4-4 38 0,2-3-4 0,-1-3-30 15,0 0 24-15,-2 4 5 16,0-5-11-16,-1 4-43 0,-1 2 21 0,-2 1-1 16,0 1 0-16,0 0 24 0,0 1-7 0,0 2 5 15,-2 0 15-15,-7 0-16 0,-1 9-1 0,1 5 1 16,2-1 46-16,-2 0-23 0,4-4 3 0,0 3 13 16,3-3 8-16,0 0-41 0,0-3 17 0,2-1 21 15,0 0 14-15,0-1-43 0,0-3-31 0,0-1 33 16,0 0 7-16,0 0-5 0,2 0-34 0,2 0-2 15,3-4 34-15,-1-4-53 0,-2-1 22 0,-1 2 0 16,-1-2 15-16,0 3-42 16,0 1 18-16,-2-1 1 0,0 2 12 0,0 2 5 15,0 1-6-15,-6 1 8 0,-1 0-14 0,-3 0 12 16,5 1-4-16,-3 5 3 0,3 0 3 0,3 1-4 16,-1-1-1-16,3-1-114 0,0 1 54 15,0-1 28-15,7-1-6 0,5 0-174 0,6-3 91 0</inkml:trace>
  <inkml:trace contextRef="#ctx0" brushRef="#br0" timeOffset="48815.09">24702 2394 96 0,'0'-1'0'0,"0"-4"0"0,0 2 0 0,0-1 0 0,0 1 0 0,-1-2 0 0,1 2 0 0,0-1 0 0,-2 1 44 16,2 0 1-16,0 0-29 0,-2 1-1 0,2 0 38 15,0-2-6-15,0 3-27 0,0-2 37 0,-2 2 0 16,2-1-33-16,0-1 6 0,0 1 36 0,0-1-40 16,0 1 0-16,0 0 65 0,0 0-30 0,0 2 10 15,0 0-38-15,0 0 41 0,0-2-20 0,0 2 0 16,0 0-22-16,0 0 18 0,0 0-18 0,0 0 1 15,0 0-57-15,0 0 28 0,0 4 1 0,0 4 36 16,0-1-27-16,0 3 19 16,0-1-1-16,0 5-39 0,0-4 0 0,0 6 25 15,0-1 7-15,0 4 24 0,0 2-27 0,0 2-11 16,-3 2 8-16,-1 3 50 0,-3 3-6 0,4 2-35 16,-3 0-4-16,1 5 48 0,0 4-21 0,1-6 20 15,0 7-19-15,0-2-19 0,2 2 0 0,-2 0-17 16,1-5 25-16,-1 9-9 0,2-5 1 0,-3-1-30 15,1 0 1-15,-1 1 28 0,0-8 9 0,-1 9-71 16,1-1 28-16,-2-2-9 16,-2 5-10-16,2-6 17 0,2-3-6 0,-3 0 27 15,2-3-37-15,1-2 0 0,1-4 31 0,2-4-7 16,-2 0 2-16,4-5 2 0,0 1-8 0,-1-4-15 16,1 0 22-16,0-5-4 0,0 1 2 0,0-2-30 15,0-1-1-15,0 0 29 0,0-3-52 0,0 1 24 16,0-1-5-16,0 2 28 0,0-1-30 0,0 2-1 15,0-3 17-15,0 3 8 16,0-1-20-16,-2-2 17 0,-2 2-11 0,2-4-15 16,1 0 19-16,-3 0 3 0,-1-3-7 0,2 0-14 15,-1 0 21-15,0 0 0 0,0 0-155 0,1 0 73 16,1 0 26-16,0 0 6 0,1-3-177 0,-1-3 104 16,2-2 53-16,0 1-168 0,0 0 102 0,0-1 63 15</inkml:trace>
  <inkml:trace contextRef="#ctx0" brushRef="#br0" timeOffset="49150.2">24380 3592 534 0,'0'-7'0'0,"0"3"0"0,0 0 0 0,0 1 0 0,0-2 0 0,0 4 0 0,0 0 153 0,0-2-61 0,0 1-29 0,0 2 94 16,0 0-55-16,2 0-38 0,3 0 0 0,3 9 19 15,2 4-25-15,0 1 8 16,1 4-33-16,1 0-2 0,-1 2 1 0,-2-1 1 16,3 1-41-16,-3 0 9 0,2-1 32 0,-4-5-1 15,3 2-66-15,-3-5 33 0,-1-3 0 0,0-1-17 16,-3-4 8-16,2 1 0 0,0-4 6 0,-1 0 43 16,0 0-33-16,3-10-2 0,1-6 5 0,1-5 45 15,2-6-4-15,3-1-38 0,-1-3-3 0,2-5 16 16,3-5-8-16,0-1 14 0,2 1-139 0,-1 2 60 15,2 1 31-15,-5 6-220 0,2 2 116 0,-6 2 46 16,0 9 33-16,-3 1-254 16,-1 7 128-16,-5 2 60 0,1 8 41 0</inkml:trace>
  <inkml:trace contextRef="#ctx0" brushRef="#br0" timeOffset="50153.18">24856 3502 727 0,'0'-2'0'0,"0"-5"0"0,0 3 0 0,0 1 0 0,0-3 0 0,0 2 0 0,0 0 0 0,0 3 0 0,0-2 146 0,0 3-56 0,1 0-29 16,2 0-7-16,1 8 9 0,-1 5-30 0,1 3 63 15,-1 0-31-15,0 1-1 0,-1 2-31 0,0-1-25 16,0 2-7-16,0-5 31 0,0 1 1 0,-2-3-58 15,0-1 29-15,0-3 8 0,0-3 21 0,0-1-78 16,0-3 37-16,0-2 1 16,0 2-32-16,0-2 24 0,0-2-4 0,0-7 7 15,1-9 13-15,5 0-7 0,0-2 11 0,3-7-72 16,0 3 33-16,0-1-5 0,2 6 37 0,-2-2-42 16,2 1 37-16,-1 1-4 0,-2 6 40 0,0 4-38 15,-3 2 1-15,4 2-4 0,-6 4 81 0,3 1-36 16,-2 0 1-16,-1 0-4 0,1 12-31 15,-2 2 10-15,-1 5-7 0,2 0 84 16,-3-1-37-16,0 3-10 0,0-2 0 0,0 0-16 16,1-4 0-16,-1 0 5 0,0-2-9 0,3-4-26 15,-1 3-1-15,0-5 28 0,-1-3-46 0,1-1 18 16,2-1 0-16,-1 0 17 0,3-2-55 0,0 0 24 16,2-2-11-16,-2-7 24 0,6-3 1 0,-2 2 9 15,-1-6-1-15,2 2-44 0,3-2 15 16,-2 2 1-16,2-2-9 0,-1 1 0 15,-1 4 27-15,0 0-6 0,-3 3 35 0,1 3-30 0,-4 3-2 16,-1 0 37-16,-1 2 1 0,-3 0-34 16,2 8-3-16,-3 5 54 0,0 4-22 0,0 1 1 15,0 1-13-15,0 2 95 0,0-3-38 0,0 0-30 16,0-4 2-16,0 1 31 0,1-2-15 0,5-3-1 16,4-3-62-16,1 1 34 0,2-4 10 0,2-3-8 15,0-1-61-15,2 0 28 0,2-1 4 0,-1-11-17 16,3-3 11-16,-3 0 1 0,0-3-1 0,-1-1-65 15,-4 2 30-15,0-7 23 16,-1 3-61-16,-3-2 37 0,-4 2 10 0,1-1 0 16,-2 1-7-16,0 0 4 0,-2 3 12 0,-2 0 8 15,0 4 29-15,0 5 0 0,0-1-37 0,-6 3 71 16,0 3-29-16,-1 2 1 0,-3 2-24 0,0 0 28 16,-1 6 10-16,1 7-38 0,-2 2 69 15,1 2-31 1,4 0-7-16,-1 0 1 0,2-1 18 0,2 1-1 0,4-3-19 0,0-3-51 0,0-2 44 0,0 1 0 15,2-3 2-15,6-2-41 16,0-1-1-16,1 0 35 0,0-4-5 0,3 0-24 16,-3 0-10-16,0 0 35 0,1-2-13 0,-5-4-34 15,1 1 13-15,-1-1 0 0,-1 0 61 0,-2 4-37 16,-1-3-7-16,-1 4 118 0,0-2-52 0,0 2-23 16,0 1-1-16,0 0 103 0,0 0-55 0,0 0-32 15,0 1-2-15,0 10 13 0,0 3-7 0,0 3-10 16,0 0-9-16,0 3-12 0,0 7 12 0,0-6 8 15,3 7-69-15,1-2 30 0,1 0 0 0,1 3 31 16,-4 1-152-16,1-1 62 16,-1 2 35-16,-2-2-108 0,0 2 66 0,0 0 19 15,-4-2 0-15,-1-3-29 0,-7 4 31 0,1-4 0 16,0-4 1-16,-1-2-19 0,-3-2 36 0,1-3-26 16,-3-3 33-16,-1-5-16 0,2-4 5 15,1-3-1-15,0 0 56 0,1 0-30 0,4-7 6 16,0-8 57-16,3-5-38 0,2-5-14 15,5-6-1-15,0-4 23 0,11-11 1 0,10 0-26 0,14-12-10 16,4 1-52-16,6-5 27 0,4-1 7 16,11-8-76-16,-3 5 46 0,-1 2 22 0,-4 14-200 15,3-5 103-15,-10 12 28 0,4 2 39 0</inkml:trace>
  <inkml:trace contextRef="#ctx0" brushRef="#br0" timeOffset="57366.89">23704 4238 441 0,'2'0'0'0,"-2"0"0"0,0 0 0 0,0 0 0 0,0 0 0 16,0 0 0-16,0-2 0 0,0 1 99 0,0-2-33 0,0 3 0 0,0 0 22 0,0 0-28 16,0 0 9-16,0 0-36 15,0 0-10-15,0 0 10 0,0 0 0 0,0 3 33 16,1 4-25-16,1 4-8 0,0 3 0 0,0-1 35 15,0 3 0-15,1 2-35 0,-1 4 8 0,2 4 28 16,-2-1-36-16,-1 2-1 0,4 1 0 0,-3-1 0 16,1-3 9-16,1 7-8 0,-2-10-28 0,1 1 0 15,1-3 27-15,0-2-17 0,-1-4 26 0,2-1-8 16,-1-4-5-16,-3 0-22 0,3-4-9 16,-2-3 31-16,0-1-6 0,0 0-36 0,-1 0 15 0,3-1-1 15,1-12 24-15,4-10-4 16,-2 0 0-16,0-5-1 0,2-1-106 0,1-1 51 15,0-3 20-15,-1 3-57 0,-1 5 34 0,-1-5 21 16,0 8-21-16,-1 0-23 0,-2 3 18 0,0 4 0 16,0 5 4-16,-2 3 61 0,-1 3-14 0,-1 3-23 15,0-1 120-15,2 2-58 0,0 0-29 0,0 3 3 16,-1 12 34-16,2 2-26 0,2 8-1 0,-1 2 66 16,2 4-28-16,-2 3-26 15,1-1 19-15,1 5-27 0,-1-2 4 0,0-1-11 16,4-1 21-16,-4-2-69 0,2-4 24 0,1-7 0 15,0 1-24-15,-1-4 22 0,1-3 0 0,-1-6-3 16,-2-2-2-16,2-3 22 0,-2-2-12 0,1-2-2 16,-1 0 6-16,2-11 2 0,3-12-7 0,-3-4 34 15,3 0-2-15,2-5-24 0,-3-2 4 16,0-4-67-16,3-4 32 0,-3 7-1 0,2-8-116 0,-1 11 67 16,-1-4 29-16,-2 3-1 15,0-1-84-15,0 6 55 0,-3 4 14 0,-3 3-72 16,1 1 48-16,0 4 24 0,0 6 1 0,0 1-77 15,-2 3 50-15,0 3 18 0,1 1 8 0,1 2-67 16,2 0 46-16,1 4 23 0</inkml:trace>
  <inkml:trace contextRef="#ctx0" brushRef="#br0" timeOffset="57594.28">24318 4352 549 0,'2'1'0'0,"0"5"0"0,-1-5 0 0,3 3 0 0,-2-1 0 0,1-2 275 0,3-1-121 0,2 1-61 15,1-1 76-15,2 0-59 0,5 0-43 0,-3 0 0 16,6 0 85-16,-3 0-59 0,1 0-30 0,1 0-68 16,-2-1 15-16,0 0 0 0,-2-4 23 15,-3 3-261-15,1 1 130 0,-3-1 74 16,-3 2 24-16,1 0-441 0,-4 0 220 0,0 0 55 15</inkml:trace>
  <inkml:trace contextRef="#ctx0" brushRef="#br0" timeOffset="57772.33">24329 4597 1293 0,'-6'8'0'0,"1"3"0"0,0 1 0 0,3-5 0 0,1-1 0 0,1-1 0 0,0-2 0 0,0 1 0 0,0 0 0 0,1 0 178 0,11-2-72 0,3-2-37 0,0 0 157 15,4 0-89-15,2 0-56 0,-2-2-24 0,1-2-69 16,-3-1 23-16,-1-3-1 0,2 5-325 0,-4-2 169 16,2 4 90-16,-3 1 44 0,2 0-245 0</inkml:trace>
  <inkml:trace contextRef="#ctx0" brushRef="#br0" timeOffset="59619.17">24959 4319 692 0,'3'2'0'0,"-3"0"0"0,0 2 0 0,1 1 0 0,-1 1 0 0,3-1 0 0,-1 4 0 0,-2-2 0 0,2 2 77 0,-1 4-8 0,1 0-36 0,1 1 85 16,0 1-42-16,0-1-22 0,-1 1 8 0,0 2 6 15,0 0 0-15,-2-1-36 0,0-1 1 0,0 0-26 16,0-6 34-16,0 2-9 0,0-2-41 0,0-3 21 16,0-2 0-16,0-2-8 15,0-1 8-15,0-1 21 0,0 0-16 0,0 0 19 16,0-8-9-16,0-6-21 0,0-6 3 0,0-5-45 15,1-1 22-15,8-3 0 0,2 1-56 0,-2 2 39 16,1 3 19-16,-1 0-1 0,0 0-28 0,1 5 21 16,-6 9-8-16,1 0 71 0,1 3-5 0,-3 4-40 15,1 1-12-15,-1 1 33 0,4 1-9 0,-3 10-15 16,-1 4 6-16,-1 5 91 0,0 2-36 0,0-1-25 16,0 1 30-16,-1 3-19 15,-1-4 15-15,0-1-38 0,2-1-37 0,-2-2 0 16,0-4 44-16,0-2-27 0,0-1-5 0,0-5 25 15,0-1-11-15,0-2-44 0,0 0 20 0,0-2 2 16,0 0 5-16,2 0-23 0,0-4 7 0,4-10 1 16,2-1 1-16,1-4-1 0,3-3 17 0,2 0-48 15,1-3 23-15,2-1-1 0,0 3 21 16,-4 5-39-16,0-1-2 0,0 4 39 16,-5 6-7-16,-3 2 50 0,1 5-23 0,-2-1-4 15,-3 3-23-15,4 0 40 0,-3 9-4 0,-1 7-31 16,-1 0 165-16,0 8-78 0,0 0-25 0,0-4-23 15,0 8 116-15,0-7-62 0,2 3-13 0,0-6-45 16,3-2 19-16,3 0-9 0,2-5 19 0,-1-2-99 16,4-2 42-16,0-5 7 0,4-2 31 0,0 0-70 15,6 0 25-15,-3-9 1 0,-1-4 2 0,-3-3-64 16,4-2 23-16,-6 3 28 16,2-4-52-16,-1-4 35 0,-4 5 6 0,0-3-4 15,-1-3 7-15,-4 4 18 0,-1-4-7 0,-1 2 38 16,-1-1-34-16,-1 2-2 0,-2 1 4 0,0 3 12 15,0 2-7-15,-5 4-4 0,-1 4 68 0,-3 3-32 16,-1 0 4-16,-3 4-35 0,0 0 97 0,-2 3-44 16,2 7-14-16,-2 6 43 0,4-2-33 0,1 3 1 15,1 1-15-15,3-2-8 0,3-2 5 0,3-2 10 16,0 1-12-16,0-2-37 0,0-1 0 0,0-3 35 16,5 0 0-16,2-5-47 15,2 3 20-15,1-4-16 0,0-1-42 0,0 0 28 16,1 0 1-16,-4 0-4 0,0 0 38 0,1-1-13 15,-4-1 11-15,0-1 46 0,-3 2-25 0,1 0-2 16,-2 1-20-16,0 0 136 0,0 0-63 0,0 0-25 16,0 0 0-16,0 5 25 0,0 8-26 0,0 4 6 15,0 2 120-15,0 7-56 0,2-4-30 16,-1 11-86-16,4-3 40 0,0 1 0 0,0 3-1 16,4 0-116-16,-4 4 67 0,1-1 20 15,-3 1 1-15,1-1-155 0,-2 0 83 0,0 0 26 16,-2-2 28-16,0-5-136 0,0-2 70 15,-4-5 11-15,-5-1-2 0,0-5 2 0,-5-4-7 0,1-4 74 16,0-3-30-16,-2-6-1 0,-1 0 0 0,0 0 78 16,0-2-45-16,0-13-7 0,1-3 1 0,2-5 90 15,2-2-51-15,3-2-14 0,2-3 48 0,5-2-28 16,1-4-21-16,0-6 19 0,8 6-3 0,10-6-13 16,3 1-13-16,2-3-33 15,8 1 0-15,-1 0 39 0,1 2-4 0,2 1-153 16,-5 6 71-16,5-5 29 0,-8 14 0 0,0-1-203 15,-1 5 112-15,-7 6 38 0,1 1-208 0,-3 4 140 16,-1 5 66-16,-3-1-87 0</inkml:trace>
  <inkml:trace contextRef="#ctx0" brushRef="#br0" timeOffset="59924.52">26027 4187 405 0,'0'-8'0'0,"0"2"0"0,0 0 0 0,0 1 0 0,0-1 0 0,-2 3 0 0,-7-2 0 0,-3 3 0 0,-1 2 0 16,-4 0 550-16,-3 4-263 0,-1 9-127 0,0 5-63 15,1 0 100-15,1 1-75 0,-1 5-48 0,5-3 21 16,9 0-32-16,-2 0 1 16,4-1-31-16,4 1 46 0,0-3-7 0,2 2-40 15,9-4 1-15,6 2-54 0,2-2 26 0,-1-3 9 16,7 4-69-16,-2-4 44 0,-1 2 22 0,-5-4 0 15,1 3-110-15,-3-4 63 0,-1 4 5 0,-8-3-9 16,3-2 6-16,-7 3-1 0,-2-1-3 0,0 0 38 16,-11 1-22-16,-11 1 13 0,-1-2-13 0,-7 0 46 15,-2-1 1-15,-2 1-36 0,-2-2-40 16,-2-3-96-16,3 0 66 0,1-3-398 16,2-1 223-16</inkml:trace>
  <inkml:trace contextRef="#ctx0" brushRef="#br0" timeOffset="60842.51">24906 2182 1 0,'3'-2'0'0,"1"0"0"0,0-1 0 0,-3-1 0 0,1 0 0 0,0 2 0 0,-2-1 40 0,0 0 0 0,0 1-32 16,0 1 2-16,0-1 40 0,0 0-38 0,0 1-1 15,0-1 1-15,2-1 35 0,-2 1-30 0,0 2-3 16,2-2 30-16,-2 1-29 0,0-2 1 0,1 0 3 15,1-1 33-15,-2 3-29 0,0-3-5 0,3 2 44 16,-3 0 0-16,0 0-30 0,0 2-9 0,0-2 47 16,0 2-21-16,2 0 8 0,-2 0-28 0,2 0 33 15,0 0-27-15,-1 0-3 16,3 4 44-16,0 5-21 0,-1 1-1 0,1 3 28 16,0-2-9-16,0 4-40 0,0 0 0 0,-2 2 16 15,0 1-16-15,-1 0 8 0,1 1-8 0,0 0 8 16,-2 1-8-16,0 2 8 0,0 3-8 0,-2-5-19 15,-9 6 19-15,-1 0 0 0,0 0-42 0,-8 0 21 16,-1 0 0-16,0-1 29 0,-4 3-98 0,-1-4 41 16,-1 1 12-16,1-4-31 0,0-1 19 0,3-6 4 15,-3 4 6-15,7-7-53 16,3 1 23-16,0-5 0 0,5-3 15 0,2 0-26 16,2 0 14-16,4-4-1 0,1 0-15 0,0 0-17 15,2 0 20-15,0 0-5 0,0 0-137 0,6 0 79 16,7-4 32-16,2-2-198 0,2-2 121 0</inkml:trace>
  <inkml:trace contextRef="#ctx0" brushRef="#br0" timeOffset="61350.24">25184 2385 741 0,'-5'-2'0'0,"1"-3"0"0,1 3 0 0,-1-1 0 0,1 1 0 0,-3 1 0 0,2 0 0 0,3 1 96 0,-5 0-32 0,1 0 1 0,2 9-5 0,-3 7 12 16,1 3-31-16,0 6-8 16,-2-1 40-16,3 1-41 0,3 0 1 0,-1 2 24 15,2-4 7-15,0 0-31 0,0 0 0 0,2-3 48 16,3 0-24-16,5-2 0 0,-3-6-16 0,4 1-8 15,-1-6 0-15,0 1 0 0,3-4-1 0,-4-4 1 16,4 0 8-16,1 0-61 0,-2-2-8 0,2-10 30 16,-1-3 0-16,0 1-83 0,-1-5 52 15,-2-1 11-15,-1 0-1 0,2 0-74 0,-2-5 48 16,-2 1 12-16,-2 3-1 0,2-7-12 16,-2 1-1-16,-1 2 13 0,-2-6-44 0,0 5 21 15,-2 0-4-15,0-3 20 0,0 9-17 0,-6 0-11 16,-5 1 39-16,-2 5 37 0,0 7-7 0,-3 1-32 15,-4 5 1-15,-1 1 103 0,-2 0-48 0,1 7-20 16,4 4-6-16,-3 2 154 0,8 3-80 16,-3 0-27-16,7 1 58 0,2 1-33 0,3 0-28 0,4-2 10 15,0 1 111-15,0 0-55 0,6-2-37 0,6-2 15 16,2 0-19-16,3 0-7 16,2-6-28-16,1 0-42 0,2-2 21 0,1-1 0 15,-1-4 29-15,4 0-187 0,-4 0 90 0,2 0 34 16,-3-1-169-16,-1-3 83 0,-1-2 60 0,-2 2-9 15</inkml:trace>
  <inkml:trace contextRef="#ctx0" brushRef="#br0" timeOffset="62495.13">26402 4369 407 0,'0'0'0'0,"0"0"0"0,0 0 0 0,0 0 0 0,0-5 0 0,0 0 0 0,0-2 90 0,0-3-28 16,0 0-1-16,-2 1 15 0,2-3-14 0,-3 1-8 15,3 0-21-15,0 0 1 0,-2 3-1 0,2-1 0 16,-4 0-29-16,2 1 29 0,1 4 0 0,-1 0-28 15,-2 0 28-15,-3 3 0 0,0 1 8 0,-4 1-61 16,-4 17 26-16,0 4-14 0,-2 2 37 0,1 7 19 16,0-1 6-16,3 4-37 0,4-2 6 0,-1 1 36 15,7-1 1-15,1-2-33 16,2-3 99-16,0 2-49 0,0-8-23 0,2 2 1 16,5-3-27-16,3-5 5 0,0-1 8 0,2-3-62 15,3-5 27-15,0-3 0 0,4-3 26 0,-1 0-111 16,3-2 61-16,2-8 9 0,-2-6 0 0,-3-1-147 15,1-4 81-15,-3 3 22 0,-2-3-35 0,1-3 22 16,-3 3 27-16,-4 3-11 0,0 1-26 0,-4 3 4 16,-3 3 8-16,1 1 89 0,-2 5-28 15,0 1-8-15,0 2-21 0,-2 2 122 16,-6 0-53-16,0 8-22 0,1 5 0 0,-1 2 97 16,2 2-59-16,5-2-14 0,1 0 24 0,0 2-14 15,0-6 1-15,1 2-4 0,5-4 6 0,6 1-10 16,-1-4-20-16,2-2-21 0,0-3 0 0,-1-1 27 15,2 0-3-15,1 0-55 0,1-1 22 0,-4-9-7 16,2-3 34-16,-1-2-81 0,-4-2 37 16,1 0 10-16,-2-2-61 0,-2-1 34 0,-2-1 20 15,-2 0-14-15,-2 2 2 0,0 0-15 16,0 4 40-16,-4 3-52 0,-5 1 23 0,-4 0-13 16,-4 9 33-16,-2-1-29 0,-3 3 25 0,-3 0-8 15,1 3 7-15,-1 7 1 0,9-2-2 0,-3 3-8 16,6-1 40-16,3-2 1 0,3 1-31 0,5-2 3 15,2-2 10-15,0 3-12 0,7-2 8 0,10-3-126 16,5 1 58-16,4-2 26 0</inkml:trace>
  <inkml:trace contextRef="#ctx0" brushRef="#br0" timeOffset="62822.45">26886 4353 746 0,'-8'0'0'0,"-4"0"0"0,0 0 0 0,0 0 0 0,-3 0 0 0,-1 0 0 0,-2 0 0 0,0 0 0 0,2 6 0 0,1 3 216 16,2 0-95-16,8-1-45 0,-2 0-21 0,6 1 72 16,1 0-39-16,0 3-32 0,6-3-47 0,7 1 1 15,4-2 23-15,-1 2-56 0,3-1 37 0,2 1-9 16,-4-1 28-16,-2 2-34 0,0-1 0 0,-5 3 34 15,-1 0 3-15,-4 0-86 0,-3 0 17 0,0 5 26 16,-2-4-19-16,-2 2 0 0,-9-2 21 0,-8 4 11 16,0-3 3-16,-4-2-4 0,1 0 0 15,-2-4-44-15,1 0 22 0,-6-2-1 16,12-4 21-16,-4-2-186 0,3-1 84 0,4 0 46 16,6 0 12-16,3-7-129 0,5-6 60 0,0-1 42 15,5-7-231-15</inkml:trace>
  <inkml:trace contextRef="#ctx0" brushRef="#br0" timeOffset="63230.65">27077 4269 839 0,'0'-2'0'0,"-2"-1"0"0,-3 2 0 0,-1 1 0 0,-4 0 0 0,-4 0 0 0,0 7 0 0,-1 7 178 15,-1 4-72-15,-1 5-37 0,3 1 9 0,3 2 17 16,1 1-32-16,7 3 1 0,1-4 8 0,2 2-1 15,0-5-30-15,2 5-8 0,9-5-28 0,2-1 0 16,0-5 28-16,1 0-39 0,3-4 9 0,2-1 29 16,-1-4 1-16,1-4-80 15,-1-4 39-15,1 0 1 0,-1 0 7 0,3-5-88 16,-2-11 49-16,1 0 13 0,-6-5-1 0,1-3-17 16,-2-2 22-16,-2-2-22 0,-1-3-24 0,-2-5 21 15,-3 0-1-15,-1-3 8 0,-2-5-49 0,-1 0 26 16,-1 1 1-16,0 1-73 0,-1 7 51 0,-12 0 17 15,-3 5 9-15,-5 3 52 0,-1 8 0 0,-5 6-27 16,0 6 56-16,-3 5-36 0,-2 2 8 0,-2 0-27 16,2 3 202-16,2 10-87 0,2 3-53 15,7 2-7-15,1 1 220 0,8-1-93 16,5 4-67-16,4 1 125 0,3 0-87 0,0-1-36 16,16 3-31-16,3-4 48 0,7-1-35 0,4-4 0 15,1-3-34-15,4 0-45 0,0-3 19 0,-1-5-1 16,3 1-68-16,-6-3 47 0,0-3 24 0,-6 0-438 15,1 0 218-15,-3 0 79 0</inkml:trace>
  <inkml:trace contextRef="#ctx0" brushRef="#br0" timeOffset="65713.07">26534 1389 240 0,'0'3'0'0,"0"-1"0"0,0-1 0 0,0 0 0 0,0 4 0 0,0-4 0 0,0 4 97 0,0-4-37 0,0 3 1 16,2-1-28-16,0 3 22 15,0 1 0-15,-2 0-15 0,0 0-7 0,0 0 25 16,0 3-1-16,0 0-24 0,0 1-26 0,0 0 7 16,0 1 19-16,0 0-100 0,2 3 50 0,-1-1 25 15,1 2-6-15,2 4-215 0,-2-4 111 0,3 5 40 16,1-3 33-16</inkml:trace>
  <inkml:trace contextRef="#ctx0" brushRef="#br0" timeOffset="65854.25">26595 1898 333 0,'-1'17'0'0,"-3"0"0"0,0 0 0 0,1 0 0 0,1 0 0 0,-2-6 0 0,2 2 0 0,-1-1 120 0,1-3-43 0,0 0-23 15,-1 3 30-15,2-2-17 0,1 0-8 0,-2 2-108 16,2 1 42-16,0 0-1 0,0 2 41 0,0 1-295 15,0 2 134-15</inkml:trace>
  <inkml:trace contextRef="#ctx0" brushRef="#br0" timeOffset="66006.48">26594 2423 420 0,'-6'16'0'0,"1"4"0"0,-1-2 0 0,1 1 0 0,-2-3 0 0,4 0 0 0,-3-3 114 15,1 1-41-15,3-6 9 0,-2 6 31 0,1-3-40 16,-3 0 0-16,1 0-40 0,3 0-29 0,1 0 9 15,-1 5 20-15,0-4-213 0,2 6 106 0,0-2 54 16,0-2 34-16,0 3-295 16,0-3 145-16,0 2 39 0</inkml:trace>
  <inkml:trace contextRef="#ctx0" brushRef="#br0" timeOffset="66127.33">26534 2863 483 0,'-5'10'0'0,"0"4"0"0,2 0 0 0,-2 1 0 0,2 0 0 0,0 2 0 0,1-6 0 0,0 5 133 0,-1-1-51 0,2-2-24 16,1 0 0-16,-2-4 72 0,2 3-41 0,-2-1-32 15,2-2-10-15,0 0-14 0,0 1 0 0,0 0-1 16,0-2-262-16,0 0 127 0,0 2 67 16</inkml:trace>
  <inkml:trace contextRef="#ctx0" brushRef="#br0" timeOffset="66740.2">23730 3102 328 0,'2'-3'0'0,"-2"-4"0"0,0 2-164 0,0 4 82 0,0-2 41 0,0 1 41 0,0 1 29 0,0-1 14 0,-2 0 4 15,2 0-34-15,-3 2 1 0,3 0 0 0,0 0 24 16,0 0 0-16,0 0-17 0,0 0-4 0,0 0 15 16,5 0-14-16,0 0 0 0,1 0 0 0,1 0 20 15,5-1-19-15,-3-1 0 0,2-1-24 0,3 1 1 16,-2 2 27-16,-1-3 3 0,5 3-151 0,-3 0 66 15,2 0 32-15,2 0-55 0,0 0-5 0,-1 0 30 16</inkml:trace>
  <inkml:trace contextRef="#ctx0" brushRef="#br0" timeOffset="66847.75">24026 3068 7 0,'21'0'0'0,"2"0"0"0,-1 0 0 0,4 0 0 0,-5 0 0 0,6 0 0 0,-7-2 0 0,8-1 156 0,-3-1-64 16,-1 0-31-16,-4 0 27 0,3-1-19 0,-2 1-9 15,0 0-27-15,-3 1-35 0,3-2 35 0,-3 0-1 16,0 1 9-16,1 3-126 0,-3-1 57 0,0 0 28 15</inkml:trace>
  <inkml:trace contextRef="#ctx0" brushRef="#br0" timeOffset="67001.48">24798 3024 280 0,'14'0'0'0,"-1"0"0"0,-4 0 0 0,6 0 0 0,-2 0 83 0,2 0-30 0,-2-3 1 0,3-2 81 16,-4 0-43-16,2-1-34 0,1 0 0 0,0 2-136 15,-1 0 55-15,4 1 27 0,-1 0 8 0,5 1-267 16,-1 2 127-16,-1 0 64 0</inkml:trace>
  <inkml:trace contextRef="#ctx0" brushRef="#br0" timeOffset="67116.2">25297 2999 600 0,'16'0'0'0,"-1"0"0"0,-3 0 0 0,0 1 0 0,0-1 0 0,0 0 0 0,1 0 0 0,0 0 0 0,-4 0 0 0,1 0 58 16,2-1 8-16,1-3-33 0,1 0-125 0,-1 3 62 15,4-1 31-15,1-1-109 0,4 1 71 0,0 1 28 16</inkml:trace>
  <inkml:trace contextRef="#ctx0" brushRef="#br0" timeOffset="67253.95">25843 2991 247 0,'13'2'0'0,"-5"3"0"0,1 0 0 0,-2-3 0 0,-1-1 0 0,2-1 0 0,-2 0 219 0,2 0-93 16,4 0-47-16,-3 0-14 0,4 0 78 0,2 0-55 15,0-1-28-15,2-1-98 0,4-1 44 0,-1 1-8 16,7-1 34-16,-3 1-314 0,1 2 149 16,-5 0 76-16</inkml:trace>
  <inkml:trace contextRef="#ctx0" brushRef="#br0" timeOffset="67371.89">26342 3057 691 0,'4'4'0'0,"-2"1"0"0,-1-5 0 0,2 2 0 0,-3-2 0 0,0 0 0 0,0 0 85 0,0 0-27 0,0-2 1 15,2-7-2-15,1 1 0 0,2-1-16 0,5 0-8 16,-2-1-195-16,3 1 98 0</inkml:trace>
  <inkml:trace contextRef="#ctx0" brushRef="#br0" timeOffset="67847.8">27165 1609 637 0,'-4'-11'0'0,"1"7"0"0,1 4 0 0,0 0 0 0,-2 0 0 0,3 9 0 0,-4 7 0 0,1 10 125 0,2 2-51 16,1 11-20-16,-1 1 67 0,-1 6-44 0,2 0-22 16,-1-5 19-16,-1 13-9 0,-1-6-32 0,0-3 0 15,-2-2-31-15,1-6 8 0,-1 3 23 16,1-4-1-16,-3-3-23 0,3-2-1 0,2-8 25 16,0-3-29-16,1-7 29 0,2-2-1 15,0-5-31-15,0-5-14 0,0-1 10 0,0 0 6 16,0-5 40-16,8-15 0 0,6-5-28 0,1-2 3 15,4-2-40-15,0 1 4 0,1-2 35 0,-1 1 0 16,-2 6-31-16,-2 7 0 0,-2 0 27 0,-4 7 44 16,-1 2-4-16,-4 4-38 0,2 0 129 0,-3 3-61 15,0 3-25-15,0 11 5 0,0 7 79 0,-3 3-54 16,0 2-28-16,0 5 0 16,0 0 56-16,0 2-33 0,0-2-30 0,0 1 1 15,3-2-123-15,4-3 50 0,4-1 27 0,1-4-351 16,5 3 173-16,0-4 97 0,1-3 27 0,2-1-292 15,6 0 130-15</inkml:trace>
  <inkml:trace contextRef="#ctx0" brushRef="#br0" timeOffset="68323.78">27549 4259 748 0,'-7'0'0'0,"5"0"0"0,1 0 0 0,1 0 0 0,0 0 0 0,0 0 0 0,0 0 294 0,1-2-135 16,8-2-64-16,5 1-30 0,4-3 191 0,-2 0-111 15,3 3-48-15,1-3-41 0,-1 0 0 16,-1 2-23-16,0 1-204 0,-1 1 102 16,-2 0 59-16,0 2 18 0,-2 0-382 0,1 0 197 15,-7 0 98-15,-1 6 11 0,-1 4-238 0</inkml:trace>
  <inkml:trace contextRef="#ctx0" brushRef="#br0" timeOffset="68496.42">27508 4522 1365 0,'-12'3'0'0,"3"-1"0"0,4 3 0 0,3-5 0 0,0 0 0 0,2 0 0 0,0 0 0 0,0 0 0 0,4-2 217 0,11-3-92 15,2-1 209-15,1 1-151 0,4 0-67 16,5-2-45-16,-2-2-97 0,0 7 29 0,-5-3 1 0,2 3 37 15,-1-3-417-15,2 3 204 0,-2 2 103 0,-1 0 50 16,-1 0-249-16,1 0 125 0</inkml:trace>
  <inkml:trace contextRef="#ctx0" brushRef="#br0" timeOffset="68665.95">27848 4406 1324 0,'-5'0'0'0,"1"0"0"0,2 0 0 0,2-3 0 0,0 0 0 0,0-3 0 0,0-1 0 0,8 0 0 0,0-1 196 16,6 3-81-16,1-2-33 0,0 4 101 0,0-1-74 16,2 3-39-16,-2-2 0 0,2 3-323 0,-1 0 151 15,0 0 63-15,2 0-205 0,-4 0 139 0,1 3 68 16,0 0-496-16</inkml:trace>
  <inkml:trace contextRef="#ctx0" brushRef="#br0" timeOffset="69923.77">28232 4116 1254 0,'-2'-2'0'0,"-1"0"0"0,3 1 0 0,0 1 0 0,0 0 0 0,0 0 0 0,0 1 0 0,0 11 0 0,0 3 181 0,0 3-66 16,0 4-45-16,0 2 43 0,0 2-40 0,0-2 0 15,0 3-69-15,0-2 8 0,0 2 20 0,0-7 1 16,0 2-104-16,-4-3 52 0,3-3 26 0,-1-4 8 15,2-1-102-15,0-6 59 0,0 0 31 0,0-5 0 16,0 0-187-16,0 0 94 0,2-10 8 0,6-8 28 16,2-5 7-16,3-1 0 0,1-5 0 0,1 2 50 15,-1-4-36-15,0 1 8 0,0-1 37 16,-1 3 1-16,-2 8-38 0,-1-5 3 16,-1 6 117-16,-2 4-54 0,0 6-18 0,-4 2 0 15,-1 2 162-15,0 2-91 0,1 3-31 0,-1 0 48 16,-1 3-38-16,2 9-24 0,-3 4 47 0,0 10-35 15,0-2-1-15,-3 2-27 0,-1 2-39 0,0-1 0 16,1-5 47-16,1 2-9 0,-2-3-72 0,4-2 36 16,0-2-1-16,0-8 38 0,0 1-115 0,0-2 33 15,4-4 32-15,1-4-64 0,2 0 42 0,4-3 21 16,1-9-19-16,3-5 22 16,0-4 9-16,0-4-9 0,2 1-29 0,-2-2 31 15,2-2 1-15,-2-1-2 0,0 3-22 0,-2 1-1 16,-5 7 24-16,5-3 21 0,-8 8-24 0,1 1 1 15,-3 5 2-15,-1 1 118 0,0 4-57 0,-1 2-25 16,-1 0-1-16,0 10 40 0,0 4-30 0,0 5 14 16,0 6 5-16,0 0-9 0,0-5 3 0,0 9-1 15,4-9-49-15,1 5 41 0,2-7-13 0,2 1 18 16,2-1-88-16,5-8 30 16,-2 0 0-16,6-5-72 0,-1-1 50 0,4-4 13 15,-3 0-75-15,3-4 43 0,-1-9 27 0,-1-4 1 16,-2-4-35-16,1-3 18 0,-3-2-5 0,0-4 17 15,-2-2-7-15,-3-4 8 0,-2 1 8 0,-4 0-15 16,-3 2-27-16,-1 5 1 0,-2 3 36 0,0 3 45 16,0 3-22-16,-7 6 0 15,-4 3 106-15,-4 5-54 0,-2 3-33 0,0 2 11 0,-6 2 78 16,5 13-48-16,2 0-30 0,-2 7 0 16,4 1 17-16,4-1-2 0,4 3-1 0,3-5 20 15,3 3-29-15,0-2 13 0,0-1-19 0,1-3-25 16,4 1-1-16,7-5 33 0,0-5-7 0,-2 0-61 15,3-4 28-15,1-4-12 0,-3 0-21 0,3 0 24 16,-3 0-3-16,-1-7 20 0,-1-3-17 0,-1-2 13 16,-3 1 9-16,0 2 34 0,-2-1-36 0,-1 2-8 15,-2 3 7-15,0 2 117 0,0 1-56 0,0 0-22 16,0 2-2-16,0 0 66 0,-3 11-42 0,-1 8-9 16,0 6-41-16,3-1 31 15,-3 8 0-15,4 0-11 0,-2 3-124 16,0 3 61-16,-1 3 28 0,1-5 5 0,-5 3-75 0,2-1 44 15,-1-1 3-15,-1-3-153 0,-5-2 88 0,5-5 17 16,-6 1 4-16,1-10-41 0,-1-1 35 0,-1-3 23 16,1-7-8-16,3-5 23 0,-3-2 9 0,1 0-1 15,4-2 109-15,-1-12-54 16,2-7-28-16,4-6 51 0,3-3-23 0,0-3-24 16,3-9 8-16,13 2 111 0,0-2-46 0,5-4-37 15,2-2-43-15,6-9 15 0,-1 4 23 0,2-3-18 16,1-5-152-16,-2 7 72 0,10-15 34 0,-6 9-1 15,-1 4-65-15,-2-1 43 0,-7 11 5 0,4-4-5 16,-2 6 95-16,-6 2-31 0,-4 9-20 0,-3-2 58 16,-4 8-37-16,-3 6-7 0,-2 1-17 0,-1 9 146 15,-2 4-54-15,0 4-40 0,0 1 73 0,0 2-47 16,0 8-6-16,0 13-1 16,-5 8-73-16,3 3-1 0,-4 11 51 0,1-4-3 15,-4 16-39-15,-1-4 31 0,2 3-6 0,-2 1 11 16,1-1-12-16,0 1 3 0,-1-5 37 15,1-1-38-15,2-4-5 0,-1-12 5 0,3 1 27 0,-2-3-26 16,2-11 9-16,0-3-7 0,4-6-11 0,-1-3 13 16,0-4 7-16,2-4-7 0,0 0 22 0,0-2-1 15,0-15-21-15,0-6-25 0,10 1 5 0,2-5 21 16,1-1-29-16,6 2 0 16,-3 0 24-16,-2 7 3 0,-1 0-106 0,0 4 48 15,-2 7 19-15,0 1 0 0,-4 6-1 0,2 1 23 16,-4 0-14-16,0 4 11 0,-1 14 116 0,0 5-57 15,-1 1-33-15,-1 4 175 0,-1 4-84 0,5-1-52 16,-3-1-5-16,2 1 16 0,3-1-9 0,0-2 1 16,3-6-98-16,4 4 29 0,2-4-1 0,-1-4 35 15,4-3-264-15,2-4 130 0,-4-1 61 0,9-3-588 16,-5 1 301-16,3-2 134 16,-2-1 80-16</inkml:trace>
  <inkml:trace contextRef="#ctx0" brushRef="#br0" timeOffset="106014.7">2722 8986 396 0,'0'0'0'0,"0"0"0"0,-1-1 0 0,-2-2 0 0,1 3 0 0,2-1 0 0,0 1 13 0,-2 0 20 0,1 0 0 0,-1 0 8 16,2 0 4-16,0 0-12 0,0 0 0 0,0 0 0 16,0 0-8-16,0 0 16 0,-2 0-8 0,2 0-26 15,0 0 0-15,0 0 26 0,0 0-42 16,0-2 9-16,0-1 14 0,0 2 13 0,2-5-34 16,1 2 30-16,4-1 0 0,-4-1-3 0,3 2 32 15,-3 2-30-15,-1-2-6 16,1 3 4-16,-1 0 40 0,-1 1-33 0,-1 0-3 0,0 0 41 15,0 0-35-15,0 0-5 0,0 0 0 16,0 0 10-16,0 0-1 0,0 0-5 0,0 0-29 16,0 0-1-16,0 0 28 0,0 0 7 0,0 0-39 15,0 0-1-15,2 0 24 0,-1 0 5 0,1 0-16 16,0 0 18-16,1 0-9 0,-1 2 2 0,2 0-4 16,-1 2 4-16,2 0 16 0,-3 0-12 0,2-2-5 0,1 1 1 15,0 1 1-15,-2-2 0 16,3 1 2-16,-1 0 3 0,2-2-31 0,-3 2 25 15,3-1 2-15,-1-1-2 0,-1 2-20 0,1-3 24 16,-1 1-6-16,-2-1 0 0,4 0-2 0,-4 2 3 16,1-2-13-16,1 0 15 0,-3 0-6 0,2 2 2 15,0-2 12-15,-1 0-12 0,2 2 0 0,-2-2 3 16,1 1 16-16,0-1-19 0,2 2 2 16,-3-2-1-16,2 0-12 0,0 2 11 15,1-2 3-15,-1 2-2 0,-2-2 0 16,3 0-1-16,-1 0 6 0,2 0-10 0,-1 0 5 15,0 0-1-15,1 0 31 0,-1 0-30 0,1 0 4 16,2 0-4-16,0 0 4 0,-2 0-3 0,1 0 0 0,1-2 0 16,-3 0-23-16,1 0 23 0,-1 1 0 0,2-1-42 15,-3 0 40-15,1 0 0 0,-1 1-2 0,2-2 1 16,-3 2-3-16,1-1 3 16,-2 2-12-16,3-3 11 0,-2 3-2 0,-1 0 1 15,3 0-23-15,-1-1 22 0,-2 1-3 0,2 0 3 16,-1 0-34-16,1 0 32 0,2 0-1 0,-1 0-17 15,-3 0 15-15,2 0 2 0,1 0-6 0,-1 0 4 16,0 0-4-16,2 0 3 0,0 0 11 0,-2 0-11 16,0 0 1-16,3 0-1 0,-2 0 2 0,0 0-2 15,2 0 3-15,-1 0-3 0,2 0 17 0,-1 0-15 16,0 0 1-16,2 0-17 0,-3 0 16 16,3 0 0-16,-4 0-22 15,3 0 21-15,0 1-1 0,0 2 1 0,-2-1-9 0,3-1 8 16,-3 2-1-16,1 0-2 0,-1 1 14 0,2-3-13 15,-4 3 0-15,1 0 1 0,-1 0 6 0,0 1-5 16,0-1-2-16,2 0 25 0,-2 2 0 0,1-3-23 16,-1 1 20-16,3 2-16 0,-2-3-1 15,-1 1 3-15,1 2-17 0,1-2 17 0,-1-1 0 0,2 1 0 16,-3 0-24-16,3-1-2 0,-3 1 22 16,3-2-1-16,-2 1-23 0,2 2 20 0,-2-4 2 15,1 3-20-15,0 1 18 0,3-4-3 16,-4 3 11-16,4-2-10 0,1-1 1 0,-1 4-1 15,-1-4 17-15,2 1-15 0,0 0 0 0,2 0 1 16,0 0 17-16,-2-1-15 0,3 2-2 0,-4-2 3 16,5 1-16-16,-2-1 15 0,0 2-2 0,-2-1 4 15,4 0-28-15,0 0 25 0,-4-1-1 0,5 1-20 16,-2 1 19-16,2-2-3 0,0 1-18 16,2-2 18-16,-2 2 1 0,1-1-3 15,2 1 1-15,0-2-1 0,0 2 2 0,2-2-2 16,-1 0 3-16,1 2-2 0,0-2 0 0,1 0 22 15,0 0-21-15,-1 0 0 0,0 2 0 0,1-2 3 16,1 0-3-16,0 2 2 0,2-2-5 0,-4 2 5 16,4 0-1-16,1-2 1 0,-2 1-3 0,1-1 2 15,-1 2 0-15,-1-2 0 0,6 0-20 16,-2 0 19-16,2 0 0 0,-2 0-13 0,1 0 13 16,2 0-3-16,1 0 5 0,0 0-4 15,1 0 1-15,0-2-1 0,0-1 26 0,3-1-25 16,1-2 0-16,-1 3 0 0,3-2 37 0,-3-1-34 15,0 2-1-15,1-2 23 0,0 0-21 0,0 3 3 16,2-1-3-16,-1-1 14 0,1 1-12 0,-1-2 5 16,1 0-8-16,-1 2 1 0,0-2 3 0,1 3 2 15,4-3-25-15,-7 3 24 0,9-2-1 0,-11 1-3 16,8-2 4-16,-5 3-4 0,3-4 2 0,-3 4-2 16,4-1 15-16,-2 0-15 0,-1 1 0 0,1-2 9 15,1 3-7-15,-2-1 2 16,-1 1-6-16,1 1 4 0,-1 1 1 0,2-3 0 15,-1 3-25-15,-2 0 26 0,-2 0-3 0,1 0 1 16,1 0-19-16,-3 0 18 0,2 0-3 0,1 4 3 16,-2 1-11-16,1 0 9 0,2-2-3 0,-3 1 21 15,1 0-19-15,0 1 1 0,-1 2-6 0,-1-4 5 16,2 3 2-16,0 1-2 0,0-3-6 0,0 3 7 16,1-1 1-16,-2 1-1 0,0-1-13 0,1 0 13 15,0 0-1-15,1-1 0 0,-1 0-7 16,1-1 7-16,-2 2-2 0,1-2 0 15,2-1 0-15,-3 3 1 0,1-4-1 0,0 3 2 16,1-1-1-16,1 0 0 0,0 0 0 0,-2-1 0 16,0 1 0-1,1 0 0-15,-1 0 1 0,2-2-1 0,-1 0 0 0,3-1 4 0,-1-1-4 16,1 0 0-16,3 0 0 0,-4 0 2 0,2 0-2 0,4 0 1 16,0 0-1-16,2 0 3 0,-1 0-2 0,0 0 0 15,-4-1 9-15,9-3-9 16,-5 3 1-16,4-6-1 0,-4 6 22 0,4-4-21 15,-5 0 2-15,10 1 11 0,-7-2-12 0,5 3 0 16,2 0 2-16,-3-3 34 0,1 2-32 0,2-1-2 16,0 1 3-16,-1 0-2 0,1 0 2 0,-1-1-1 15,2 0-26-15,-1 0 25 0,2 2 1 0,1-2-1 16,-2 1-30-16,1 1 29 0,-1 0 0 16,-1 0-22-16,1 0 19 0,1 0 1 15,-1 0-3-15,3-2-9 0,-2 2 9 0,0 0 1 16,4-1-4-16,-3 2 3 0,0-2-1 0,1 2 1 15,0 0 4-15,-4 1-4 0,2-1 1 0,0 0-1 16,-1 0 5-16,1 0-5 0,-1 0 1 0,0 0 12 16,3 1-12-16,-2 1 0 0,-2-2 1 0,2-1 1 15,0 1-1-15,-1 1 0 0,0-1 0 0,3 0-4 16,-3-2 4-16,1 1 0 0,2 1-8 0,-1-2 8 16,-4 2-1-16,1 0 0 15,-2 0-19-15,-1 0 18 0,-1 2 0 0,0 0-13 16,-2 0 12-16,-1 0 0 0,0 0 0 0,-5 0 9 15,12 0-9-15,-7 2-1 0,2 0 1 0,1 2 17 16,-4-2-16-16,-3 0-1 0,11-2 3 0,-5 2-1 16,-2-1-1-16,3-1 3 0,-2 0-9 15,-3 0 8-15,7 0-1 0,-1 0-23 0,-1 0 22 0,-3 2 0 16,0-2 0-16,-7 3-17 0,9-2 16 0,-4-1-3 16,-3 2 2-16,3 0-7 15,-3-2 6-15,-5 1-1 0,4-1 3 0,-1 2-3 16,0-2 1-16,6 0-2 0,-5 0 7 0,-5 0-6 15,3 3 1-15,-1-3 1 0,-1 0 13 0,0 0-12 16,1 0-1-16,1 0 10 0,-3 0-9 0,1 0 0 16,2 0 0-16,-1 0 11 0,1 0-10 0,-3 0 0 15,3 0 1-15,0 0-1 0,-1 0 0 0,1-3 2 16,-1 1-4-16,-1 2 2 0,-2-1 1 0,0 1-22 16,-2-2 20-16,0 0 0 15,0 2 1-15,-2 0 0 0,-2-1-1 0,2 1-1 16,-4 0 1-16,2 0 4 0,-2 0-4 0,-3 0-1 15,2 0 7-15,3 0-6 0,-8 0 0 0,6 0 1 16,-5 0 8-16,2 0-8 0,-3 0 0 0,1 0 11 16,0 0-10-16,-3 0 0 0,2 0 0 0,-4 0 11 15,1 0-10-15,1 0 0 0,-2 0-1 16,-1 0-5-16,0 1 6 0,2-1 1 16,0 2-9-16,0-2 7 0,-2 2 1 0,2-2-1 15,-2 1-3-15,2-1 3 0,-3 0 0 0,4 0-6 16,-4 2 6-16,4-2-2 0,-2 0 2 0,0 0 2 15,0 0-2-15,-1 0-2 0,2 0 22 0,-2 0-20 16,2 0 1-16,0 0-1 0,0 0 16 0,0 0-14 16,2 0-1-16,1 0 1 0,-1 0 10 0,2 0-9 15,6 0 1-15,-9 0-9 0,4 0 7 0,5 0 3 16,-7-2 0-16,6 1-13 16,-1-3 11-16,-2 0-1 0,1-1-16 0,0 1 15 15,-1-2 0-15,5 3 1 0,-1-3-13 0,1 1 12 16,-2-1-2-16,3 2 1 0,-6-2 11 0,9 1-10 15,-4-1-2-15,1 0 5 0,2 1-3 0,1-1-1 16,2 1 1-16,0-1 2 0,0 0-1 0,2-1-1 16,-2 1 1-16,1 1-10 0,1-2 10 0,-1 2-1 15,4 0-17-15,-4-1 17 0,1-1-2 0,1 4 1 16,-1 0-11-16,-1-2 10 0,2 1-1 0,0 0-1 16,0 2 1-16,1-3 0 15,-3 4-1-15,-1-1 3 0,2 1-2 0,0-2 0 16,-2 2 0-16,3-1-38 0,-3 0 37 0,1-2 0 15,2 2 40-15,-2 0-39 0,1-2-1 0,-1 3 1 16,-1-1 5-16,0 0-4 0,-1 0-1 0,3 0 4 16,-1 2-3-16,-2 0-1 0,1 0 1 0,-2 0 1 15,2 0 0-15,-2 0-1 0,0 0 0 0,1 0 1 16,-1 0 1-16,2 0-2 0,-2 0-2 0,1 0 1 16,1 0 2-16,-2 0-1 0,0 0 0 0,1 0 0 15,-4 0 1-15,4 0-2 16,-3 0 1-16,2 0 0 0,-7 0 1 0,7 0-1 15,-4 0 0-15,-2 0 0 0,1 0 0 0,-4 0 0 16,-2 0 0-16,2 0 0 0,0 2 0 0,-4 0 0 16,-1 0 0-16,0-2 0 0,-2 2 0 0,1-2 0 15,-2 1 0-15,0-1 28 0,-2 4-28 0,1-4 1 16,-1 2 1-16,-1 0 4 16,0 2-3-16,-1-4-1 0,1 4 1 0,-3-3-5 15,0 2 6-15,1-2-2 0,-1 1-27 0,-1-1 27 16,-1 2 0-16,-2-1 0 0,2 0-20 0,-2-1 19 15,-1 2-2-15,0-2-1 0,-1 2 0 0,-1-3-2 16,0 1 2-16,0-1 29 0,-1 0-28 0,2 2 0 16,-3-2 1-16,2 0 15 0,-2 0-14 0,0 0 3 15,2 2 20-15,-2-2 5 0,0 0-26 0,0 0 7 16,0 0-5-16,0 0 3 0,0 0-2 0,0 0-15 16,0 0 15-16,0 0 3 15,0 0-3-15,0 0-25 0,0 0 24 0,0 0-1 16,0 0-31-16,0 0 30 0,0 0 0 0,0 0-4 15,0 0-23-15,0 0 22 0,0 0 2 0,0 0-3 16,0 0-62-16,0 0 27 0,0 0 0 0,0 0 24 16,0 0-267-16,0 0 112 0,0-2 74 0</inkml:trace>
  <inkml:trace contextRef="#ctx0" brushRef="#br0" timeOffset="112184.02">6022 6883 662 0,'-10'0'0'0,"2"0"0"0,0 0 0 0,3 0 0 0,-1 0 0 0,1 0 0 0,0 0 0 0,2 0 0 0,1 0 165 0,1 0-66 0,1 0-25 16,0 0-9-16,0-2 50 0,0 0-42 0,0 0 1 16,1 0-21-16,8 0-12 0,3-1-8 0,1 1 0 15,1-2 38-15,3 2 0 0,2-1-38 0,1 0 8 16,0 0-17-16,2-1 9 0,2-2-1 0,-1 1-32 15,2-1 0-15,-3 2 41 0,5-3-8 0,-6 3-66 16,2 0 32-16,-2 1 8 0,-1 0-34 0,-2 2 23 16,-3-1-6-16,0 2 4 15,-6 0-120-15,0 0 56 0,-1 0 36 0,-2 0-230 16,-3 0 126-16,-1 0 44 0,0 0 36 0,1 0-211 16,-3 0 118-16,0 0 51 0,0-8 38 0</inkml:trace>
  <inkml:trace contextRef="#ctx0" brushRef="#br0" timeOffset="112426.61">6304 6652 778 0,'-8'0'0'0,"2"0"0"0,6 0 0 0,-3 0 0 0,1 1 0 0,2 2 0 0,0 0 0 0,0 3 294 16,5-1-134-16,7 1-64 0,3-3 78 0,2 2-71 16,1 0-35-16,1-1 98 0,2-1-71 0,-1 3-31 15,0 0 0-15,-2-3-80 0,-1 6 25 0,1-4 8 16,-4 3 16-16,-1-1-96 0,-1 1 49 0,-5 0 23 15,0 2-120-15,-3-3 80 0,-1 5 27 0,-3-1-17 16,0 3-39-16,-5-1 4 0,-8 5 29 0,-2 0-111 16,-3 4 64-16,-2-4 12 0,0 1 20 15,-2-1-150-15,2-2 72 0,-6 3 48 16,4-2-1-16,0-2-145 0,0-2 92 0,1 0 47 16,2-2-161-16,-6 1 108 0</inkml:trace>
  <inkml:trace contextRef="#ctx0" brushRef="#br0" timeOffset="112625.42">6106 7096 760 0,'0'3'0'0,"-2"-3"0"0,2 2 0 0,0 1 0 0,0-3 0 0,0 2 0 0,0-2 128 0,0 2-47 0,0-2-25 15,14 0 285-15,1 0-155 0,5 0-68 0,5-2-46 16,1-3-1-16,2-3-38 0,4 0-1 0,-2 1 239 16,-4 3-111-16,6-2-68 0,-2 5-29 0,-7-1-50 15,0 2 19-15,-3 0 1 0,1 0-156 0,-4 0 73 16,-4 0 42-16,-3 3-296 0,-1 1 168 0,-3 0 62 15,-1 0 2-15,-3 0-162 0,-2-2 63 0,0 3 70 16,0-1 27-16,-6 0 20 0,-4-1-8 0,-6 1 30 16</inkml:trace>
  <inkml:trace contextRef="#ctx0" brushRef="#br0" timeOffset="112839.85">6191 7140 1148 0,'-9'6'0'0,"1"-3"0"0,2 5 0 0,4 1 0 0,-3 0 0 0,2 2 0 0,0 1 0 0,2 3 0 0,1 0 0 0,0 4 194 0,0 2-82 0,0 2 161 16,5 3-120-16,2-2-60 0,-5 0-22 0,6 8 10 16,-2-4-23-16,0 1-1 15,-1 1-25-15,0-2-44 0,4 1 31 0,-4 0-9 16,0-3 23-16,1 0-251 0,-1-1 125 0,-1-4 63 16,1-1-347-16,-4-4 190 0,3-3 42 0,-1-4 66 15,-2-6-247-15,-1 1 139 0,0-4 81 0,0 0-105 16,0-8 89-16,-4-8 44 0,-6-7 23 0</inkml:trace>
  <inkml:trace contextRef="#ctx0" brushRef="#br0" timeOffset="112989.4">6198 7600 408 0,'-2'-21'0'0,"-3"0"0"0,0 4 0 0,1 1 0 0,0 3 0 0,2 2 0 0,0 1 0 0,2 1 194 0,0 1-73 0,0 1-48 0,0-1 244 16,4 1-142-16,6-1-71 0,3 0-36 0,2 3 266 16,1-1-155-16,2 1-73 0,1-1-37 0,-3 2 63 15,3 1-50-15,-1 0-16 0,2 2-77 0,-1 0 23 16,-1-2-1-16,2 1 22 0,-5 2-346 0,3 0 181 15,-3 0 78-15,0 0-512 0,-3 0 249 0,2 5 155 16</inkml:trace>
  <inkml:trace contextRef="#ctx0" brushRef="#br0" timeOffset="113284.13">6861 6877 992 0,'-15'-5'0'0,"4"5"0"0,2 0 0 0,-3 0 0 0,3 9 0 0,-2 4 0 0,-1 7 110 0,2 2-38 0,2 7 179 15,2 2-109-15,3 2-47 0,0 3-35 0,3 0 117 16,0-1-73-16,0 1-35 0,6-4-1 0,2-8 3 15,5 6-8-15,-4-3-30 0,5-6 0 16,-3-3-127-16,4-1 71 0,1-4 25 0,-4 0-314 16,1-3 167-16,0-3 87 0,-1-1-221 15,-3-3 137-15,0-3 24 0,2 0 50 0,-5 0-295 16,1-5 166-16,-5-8 82 0</inkml:trace>
  <inkml:trace contextRef="#ctx0" brushRef="#br0" timeOffset="113508.53">6909 7159 20 0,'-3'-18'0'0,"-2"2"0"0,3 6 0 0,0 1 0 0,2 2 0 0,0-1 436 0,0 2-202 0,0 1-100 16,6 1-43-16,6 2 240 0,4 0-149 0,0 1-75 16,2 1-37-16,3 0 206 15,-3 0-113-15,1 7-70 0,-2 4 64 0,-2 2-62 16,-1 2-32-16,-3 4 1 0,-4 1 9 0,-2-1-41 16,-3 8 1-16,-2-5-30 0,0 3 0 0,0 0 30 15,-9-8 8-15,-5 10-137 0,-2-9 64 0,1-2 33 16,-2-1-1-1,-4-1-266-15,1-7 111 0,-1-2 77 0,-2-3-287 0,3-2 152 16,3 0 90-16,2 0-210 0,5-7 143 0,3-6 82 0,7-6 38 16,0-4-106-16,0-3 72 0</inkml:trace>
  <inkml:trace contextRef="#ctx0" brushRef="#br0" timeOffset="113682.06">7080 6935 518 0,'5'-8'0'0,"-3"3"0"0,1 3 0 0,-3 2 0 0,0 0 0 0,0 4 0 0,0 13 379 15,-3-2-173-15,-4 7-86 0,4-3-44 0,-2 8 254 16,4-7-140-16,1 8-83 0,0-4 67 0,0 1-71 16,0-6-35-16,7 3-126 15,5-1 42-15,0-2 24 0,3-3 0 0,0 0-98 16,2-3 62-16,0-2 38 0,0-1-7 0,-2-3-420 16,1-1 159-16,-2-4 130 0,-5-2-25 0</inkml:trace>
  <inkml:trace contextRef="#ctx0" brushRef="#br0" timeOffset="113842.66">7296 7159 1117 0,'1'0'0'0,"3"0"0"0,-2 0 0 0,1 0 0 0,-3 11 0 0,0 1 0 0,0 2 0 0,0 3 191 16,0 0-79-16,0 2-32 0,0 2 191 0,-3-3-119 16,-3 1-60-16,3 0-81 0,-5 0 22 0,2-4 8 15,-1-3-9-15,1-2-326 0,1-2 164 0,1-3 81 16,1-3 41-16,-2-2-194 0,3 0 111 0,2-4 61 15</inkml:trace>
  <inkml:trace contextRef="#ctx0" brushRef="#br0" timeOffset="114013.21">7365 7025 1128 0,'6'0'0'0,"2"0"0"0,1 4 0 0,-2 0 0 0,-2 1 0 0,4 1 0 0,-4 2 0 0,2-1 415 16,1 1-191-16,-3-1-87 0,5 1-57 0,-3 1-53 15,2 1 6-15,0-1 0 0,-1 2 0 0,-2-1-128 16,3-1 60-16,-3-2 33 0,2 2-472 0,-1-4 246 16,1-2 124-16,-3-3-462 0</inkml:trace>
  <inkml:trace contextRef="#ctx0" brushRef="#br0" timeOffset="114184.75">7572 7001 1034 0,'0'-10'0'0,"0"5"0"0,0 2 0 0,0 0 0 0,0 1 0 0,0 2 0 0,0 0 0 0,0 8 0 0,0 5 393 0,0 6-172 0,0 7-98 16,-2 2-45-16,-2 4 210 0,-4 7-127 0,-1 1-65 16,0-5-23-16,-6 11-13 15,2-7-1-15,-1 1-26 0,3-6-67 0,-2 1 34 16,1-1 7-16,0-4 26 0,4-4-351 0,-4-7 176 16,3 0 87-16,4-8-544 0,1-2 287 0,1-5 102 0</inkml:trace>
  <inkml:trace contextRef="#ctx0" brushRef="#br0" timeOffset="114407.82">7682 6883 1229 0,'14'-6'0'0,"4"4"0"0,-1 2 0 0,2 0 0 0,-1 0 0 0,-2 11 207 0,0 4-78 0,5 4-53 15,-3 4 108-15,-2 1-75 0,-3 5-39 0,-1 0 154 16,-3 7-88-16,-6-1-55 0,1 9-25 0,-4-2 8 15,0-3-32-15,-4-6 1 0,-6 4 8 0,-4-2-122 16,-3-4 57-16,-1-2 28 0,-3-3-284 16,0-6 157-16,4-2 86 0,-1-4-227 15,0-6 134-15,8-4 13 0,-1-4 52 0,1 0-409 16,9-4 212-16</inkml:trace>
  <inkml:trace contextRef="#ctx0" brushRef="#br0" timeOffset="114540.33">7979 7025 1113 0,'17'-13'0'0,"7"4"0"0,1 3 0 0,1-1 0 0,-3 0 0 0,0 1 0 0,-1 1 0 0,2 1 0 0,3-1 366 15,0 2-166-15,-3-3-84 0,-4 3-153 0,2 0 42 16,-1 2-7-16,-2 1-533 0,-4 0 271 0</inkml:trace>
  <inkml:trace contextRef="#ctx0" brushRef="#br0" timeOffset="114685.93">8112 7226 1330 0,'-11'4'0'0,"4"0"0"0,5-3 0 0,2 2 0 0,0-3 0 0,6 0 0 0,8 0 322 0,9-6-145 0,3-2-63 16,3 1-45-16,1-3 288 0,0 3-162 0,-2 2-82 16,0-1-282-16,-4 3 109 0,6 2 42 0,-2 1-766 0</inkml:trace>
  <inkml:trace contextRef="#ctx0" brushRef="#br0" timeOffset="115427.98">8974 6771 164 0,'0'-10'-82'0,"0"-5"41"16,0 3 41-16,-1 3 141 0,-1-1-33 0,-4 3-30 16,1-1-8-16,-3 1 42 0,0 3-40 0,-3 3 0 15,3 1-39-15,-5 0 97 0,-1 16-52 0,0 7-23 16,1 7 64-16,-1 8-42 15,0 1-23-15,4-1 9 0,-3 12 49 0,6-5-40 0,1 0 1 0,6-1-9 16,0-11 1-16,0 5-24 0,2-6-9 16,14-5-10-16,-2-2 11 0,6-2 0 15,0-4-1-15,1-4-119 0,5-2 56 0,0-4 32 16,1-1-1-16,-2-5-276 0,1-3 145 0,-4 0 46 16,1 0-364-16,-3 0 207 0</inkml:trace>
  <inkml:trace contextRef="#ctx0" brushRef="#br0" timeOffset="115708.8">9266 6851 1249 0,'2'0'0'0,"-2"-2"0"0,2 0 0 0,-2 0 0 0,0 2 0 0,0 0 0 0,0 0 0 0,0 0 0 0,0 0 190 16,0 0-79-16,0 8 73 0,0 7-76 0,0 3-30 15,0 5-7-15,0 3-1 0,0 2 0 0,0 5-37 16,1-2 0-16,1 3-24 16,0 1-8-16,0 3 32 0,0 0-108 0,0-1 54 15,-1 7 27-15,-1-11 8 0,0 3-212 0,0-4 110 16,0-2 22-16,0-7-219 0,0-1 118 0,0-7 68 16,0 0 7-16,0-6-131 0,0-3 95 0,0-6 48 15,0 0 24-15,0 0-75 0,0-10 54 0,-3-11 22 16,-5-4-149-16</inkml:trace>
  <inkml:trace contextRef="#ctx0" brushRef="#br0" timeOffset="115934.04">9185 6886 416 0,'2'-24'0'0,"1"7"0"0,2 3 0 0,-2 1 0 0,3 1 0 0,1 1 0 0,4 1 299 0,3 0-133 0,2 3-66 0,5 1 69 15,0 3-61-15,-1 1-41 0,3 2 0 0,-2 0-8 16,2 2-27-16,-4 10 1 0,-3 2 8 0,-3 4-75 15,1 0 34-15,-5 6-1 16,-4 1 1-16,-3-1-1 0,-2 0 42 0,0 5-154 16,-2-5 70-16,-7 1 35 0,-3-9-15 0,0 3-141 15,-4-4 66-15,1-3 27 0,1-3 30 0,-2-5-127 16,2-3 70-16,-2-1 23 0,5 0 13 0,-2 0-104 16,5 0 67-16,-1-1 33 0,4-3 0 0</inkml:trace>
  <inkml:trace contextRef="#ctx0" brushRef="#br0" timeOffset="116227.66">9758 6798 699 0,'0'-3'0'0,"0"0"0"0,-2 3 0 0,-8 0 0 0,-1 0 0 0,-3 4 0 0,-4 11 0 0,2 2 272 0,-1 6-119 0,1 5-52 15,0 2-38-15,3 2 202 0,1 4-116 0,7-3-58 16,1 3 70-16,4-4-57 0,0 0-39 0,2-4 0 16,11-4-53-16,2 0 0 0,1-3 20 0,2-4-140 15,5-2 65-15,-6-3 39 0,3-1-1 0,1-5-306 16,-3-3 171-16,1 0 42 0,-2-3 55 0,2 0-444 15,-5-6 228-15,-4-8 113 0</inkml:trace>
  <inkml:trace contextRef="#ctx0" brushRef="#br0" timeOffset="116452.7">9816 6977 560 0,'0'-14'0'0,"0"2"0"15,0 6 0-15,0-3 0 0,0 5 0 0,0-1 0 0,0 0 227 0,4 3-101 0,3 0 160 0,2 0-127 0,4 2-63 0,-1 0-32 16,2 0 62-16,-3 11-50 0,1-2-22 15,0 7 0-15,-3 0 4 0,-1 4 0 16,-2 2-17-16,-4 3-8 0,0 1-55 0,-2-1 27 16,0 3 1-16,-10-4-146 0,-3-1 94 15,-6 1 36-15,-3-3-219 0,1-3 102 0,-4-7 66 16,2-1-1-16,2-2-165 0,-8-4 91 0,3-3 52 16,7-1 25-16,-1 0-58 0,1-1 42 0,6-7 14 15,5-7 7-15,6-4-150 0</inkml:trace>
  <inkml:trace contextRef="#ctx0" brushRef="#br0" timeOffset="116644.2">10041 6798 749 0,'4'0'0'0,"-2"0"0"0,0 0 0 0,-2 0 0 0,0 2 0 0,-9 4 0 0,-4 3 288 0,-1 2-127 0,1 2-56 0,-2 8 159 15,2-2-115-15,-1 3-58 0,5 1-30 0,4 0 36 16,3-3-24-16,0 4-9 0,2-1-31 0,0-2-37 15,6 0 0-15,6-3 36 0,4-1-180 0,7 0 86 16,-3-5 47-16,3-1 24 16,1-4-360-16,-4-2 184 0,3-1 38 0,-2-4-334 15,0 0 214-15,-3 0 109 0</inkml:trace>
  <inkml:trace contextRef="#ctx0" brushRef="#br0" timeOffset="116809.76">10259 7068 717 0,'2'0'0'0,"-2"0"0"0,0 0 0 0,0 0 0 0,0 0 0 0,0 0 0 0,0 12 114 16,0-1-40-16,-4 2 0 0,-1 3 171 0,-1 0-110 15,1 4-51-15,-3-2-26 0,-1 3-2 0,0-3-24 16,-1-1 9-16,0 0-269 0,3-2 130 0,0-3 66 16,2-7 32-16,0 2-408 0,3-7 218 0</inkml:trace>
  <inkml:trace contextRef="#ctx0" brushRef="#br0" timeOffset="116984.29">10357 6883 1251 0,'5'3'0'0,"3"5"0"0,2 1 0 0,-5-3 0 0,2-1 0 0,2 1 0 0,-2 2 0 0,-2-2 0 0,3 1 233 15,0 0-100-15,1 1-50 0,0-1-26 0,-4-2-139 16,7 5 54-16,-6-2 29 0,1-1 1 0,-2-1-394 15,2-1 212-15,-3 0 114 0,1-2-245 0</inkml:trace>
  <inkml:trace contextRef="#ctx0" brushRef="#br0" timeOffset="117160.23">10569 6777 637 0,'2'0'0'16,"-2"0"0"-16,2 0 0 0,-2 6 0 0,0 7 0 0,0 2 95 0,0 5-23 0,0 3-8 0,0 4 265 0,-4 3-148 0,-3 4-74 15,0 9-37-15,-4-7 152 16,1 11-98-16,-1-4-46 0,-5 2-23 0,2 0-45 16,-2 0-1-16,0-6 32 0,-4 8-274 0,3-7 133 15,3-8 67-15,1-3-174 0,1-8 119 0,5-4 65 16,1-5 23-16,1-3-533 0</inkml:trace>
  <inkml:trace contextRef="#ctx0" brushRef="#br0" timeOffset="117375.85">10657 6756 711 0,'21'0'0'0,"4"0"0"0,1 0 0 0,0 0 0 0,-1 1 0 0,1 6 0 0,-1 2 339 0,-4 7-153 0,0 1 45 16,-1 3-99-16,-8 1-42 0,2 9-32 0,-8 0 26 15,-3 2-25-15,-1 4 0 0,-2-1-27 0,-2 1-47 16,-12-2 20-16,-2 0 0 0,-3-5 28 15,-3 2-157-15,-1-7 79 0,-1 2 46 16,-3-9-366-16,1 0 188 0,1-4 48 0,7-5-340 16,2-4 210-16</inkml:trace>
  <inkml:trace contextRef="#ctx0" brushRef="#br0" timeOffset="117568.33">11208 7110 1064 0,'0'0'0'0,"0"0"0"0,0 0 0 0,0 0 0 0,0 0 0 0,-2 0 0 0,0 0 0 0,-3 4 188 0,-2 2-81 16,0 1-38-16,0 2-68 0,0 2 0 0,-2-1 32 16,4 1 8-16,-4 3-134 0,3-3 63 0,-1-2 31 15,1-2 0-15</inkml:trace>
  <inkml:trace contextRef="#ctx0" brushRef="#br0" timeOffset="117937.85">11631 6695 1139 0,'0'0'0'0,"0"1"0"0,-7 9 0 0,2 4 0 0,-4 4 0 0,-2 3 0 0,1 5 0 0,-3 4 0 0,4 2 0 0,-1 2 238 0,4-2-107 0,5-2-49 0,1-2 81 15,0-3-65-15,1-5-25 0,10-1-8 0,3-3-54 16,2-6 0-16,4-4 22 0,1-5 0 0,2-1-31 16,6-1 31-16,-5-14 0 0,3-8-71 0,-3 1 36 15,-3-7-1-15,-3 2-129 0,0-6 74 0,-6 1 16 16,-1-1 28-16,-2-3-130 15,-8 1 68-15,1-4 13 0,-2 4 26 0,0-1-115 16,-9 4 61-16,-6 4 19 0,0 6 0 0,-4 6 52 16,-6 2 9-16,-1 10-22 0,2 4-8 0,-6 0 8 15,4 11 1-15,-1 12-105 0,3 4 56 0,-3 8 24 16,4 2 0-16,3 3-136 0,1 2 81 0,7-3 31 16,-4 10 8-16,3-11-37 0,4-3 54 0</inkml:trace>
  <inkml:trace contextRef="#ctx0" brushRef="#br0" timeOffset="118176.81">11443 7059 319 0,'-8'26'0'0,"1"-1"0"0,-3-4 0 0,0-3 0 0,-1-1 0 0,4-4 0 0,0-6 0 0,-1 0 0 0,0-4 157 0,1-3-62 0,2 0-23 16,-2-1-9-16,7-12 112 0,0-5-71 0,0-6-36 15,3-4 0-15,8 0 64 0,8-3-54 0,5-2-23 16,2 1 22-16,2 4-22 0,-3 3 0 0,5 1-14 16,-2 3 14-16,1 6 1 15,-3 2-23-15,-6 5 19 0,3 5-19 0,-4 1 8 0,-1 2-8 0,0 0-29 16,-4 10 29-16,0 6 0 0,-1 5-1 15,-3-1 40-15,2 7-9 0,-3-5-31 16,2 3-37-16,1-5-1 0,1 1 39 0,3-4-27 16,4 2-9-16,1-6 26 0,-2-4 6 0,7 1-168 15,-8-8 79-15,7-1 36 0,1-1 19 0,-1 0-338 16,-1-1 166-16,-2-9 61 0,1-3 50 0,-5 2-354 16,2-4 197-16,-8-4 96 0</inkml:trace>
  <inkml:trace contextRef="#ctx0" brushRef="#br0" timeOffset="118351.48">12215 6682 1372 0,'0'-4'0'0,"0"4"0"0,-6 0 0 0,-4 0 0 0,0 4 0 0,-4 7 0 0,1 4 0 0,-1 4 0 0,5 3 216 0,4 0-92 16,1 3-46-16,4 0 131 0,0-5-81 0,0 9-51 16,9-7-22-16,5 0 89 0,1-1-55 0,2 0-28 15,-4-6 8-15,4 2-216 0,-1-4 90 0,2 0 45 16,-2-2-448-16,0-3 247 15,0-3 131-15,-2-1-587 0,-2-4 306 0</inkml:trace>
  <inkml:trace contextRef="#ctx0" brushRef="#br0" timeOffset="118572.89">12286 6773 1160 0,'5'-5'0'0,"5"1"0"0,1-1 0 0,2 3 0 0,1 1 0 0,0 1 0 0,2 0 0 0,-1 0 0 0,0 5 0 0,0 7 247 0,-3 5-108 0,0 3-52 16,-1 2-28-16,-5 2 44 0,-2-3-27 0,-2 8-156 16,-2-6 56-16,0 4 28 0,-8-3 1 0,-7 0-135 15,0-3 90-15,-5 5 32 0,-3-9 0 0,0 1-80 16,-3-3 17-16,-3-4 42 0,6-6-43 16,-2-1-214-16,1-4 105 0,4 0 73 15,6-1-68-15,5-13 71 0,5-3 28 0,4-5-138 0</inkml:trace>
  <inkml:trace contextRef="#ctx0" brushRef="#br0" timeOffset="118759.4">12617 6658 755 0,'9'-11'0'0,"-5"2"0"0,-1 6 0 0,-1-1 0 0,-2 2 0 0,-4 0 0 0,-10 2 0 0,-5 4 0 0,0 10 177 0,0 4-73 0,0 3-27 0,1 3-8 15,2 4 49-15,4 2-43 16,2 0-21-16,6 2 69 0,4 0-37 0,0-2-31 0,0 2-112 15,4-3 44-15,8-3 23 16,2 0 1-16,2-5-189 0,4 1 102 0,1-3 54 16,3-4 27-16,5-4-442 0,-1-7 214 0</inkml:trace>
  <inkml:trace contextRef="#ctx0" brushRef="#br0" timeOffset="118926.06">12814 6961 900 0,'0'0'0'0,"0"0"0"0,-2 2 0 0,-2 3 0 0,-1 4 0 0,-3 2 0 0,2 2 151 0,-3 2-59 0,4 0-30 0,-3 2 68 15,2 2-53-15,-1-4-22 0,1 4 0 0,1-3-199 16,3 0 89-16,0-8 52 0,2 2-442 0,0-4 220 16,0-6 110-16</inkml:trace>
  <inkml:trace contextRef="#ctx0" brushRef="#br0" timeOffset="119110.75">12943 6715 743 0,'8'5'0'0,"9"4"0"0,-2-4 0 0,2-1 0 0,-2 1 0 0,0 3 343 15,0 0-147-15,0-1-85 0,0 2-40 0,-4 4-1 0,-2-3 0 0,-1 3-37 16,-4 2-184-16,0 0 87 15,-2-2 49-15,-1 1-235 0,1-5 132 0,0 0 66 16,0-3 35-16</inkml:trace>
  <inkml:trace contextRef="#ctx0" brushRef="#br0" timeOffset="119308.2">13229 6600 1040 0,'-4'0'0'0,"0"0"0"0,0 12 0 0,-1 3 0 0,-4 5 0 0,1 7 0 0,-5 9 214 0,0 2-90 0,-2 3-46 16,-2 4 243-16,-4 2-148 0,2-1-70 0,-3-1-34 16,1 3 0-16,2-1-36 0,3-8 8 0,-3 6-111 15,6-11 51-15,-1 2 26 0,5-6 0 0,2-7-278 16,1-3 160-16,4-7 68 0,0-2 38 16,0-5-494-16,2-6 180 0,0 0 144 0</inkml:trace>
  <inkml:trace contextRef="#ctx0" brushRef="#br0" timeOffset="119505.98">13329 6665 816 0,'14'0'0'0,"5"5"0"0,1 1 0 0,0 0 0 0,-3 1 333 0,-3 4-150 0,0 0-75 16,-5 9-38-16,-2 0 100 0,-3 8-73 0,-4 0-32 15,0 3 134-15,-5 3-82 0,-8-3-43 0,-3 2-12 16,0-1-108-16,-5-1 39 15,0-1 1-15,1-3-234 0,-3-3 136 0,4-5 77 16,-3 2 26-16,5-10-387 0,0-4 172 0,2-4 108 16,2-3-8-16,5 0-166 0</inkml:trace>
  <inkml:trace contextRef="#ctx0" brushRef="#br0" timeOffset="119703.45">13548 6593 1874 0,'17'3'0'0,"11"1"0"0,4 5 0 0,1-4 0 0,4 2 0 0,-3 3 0 0,1 4 0 0,4 4 0 0,-10 1 274 0,1 9-113 0,-4 5-68 0,-7 6 271 15,-6 2-165-15,-7 6-84 0,-6 5-40 0,0 4 18 0,-19 8-34 16,-9-5 1-16,2-14-28 0,-8 5-102 16,-2-7 51-16,0-1-336 0,2-10 190 0,-1-4 99 15,10-8 50-15,3-6-683 0,1-3 339 16,6-7 131-16</inkml:trace>
  <inkml:trace contextRef="#ctx0" brushRef="#br0" timeOffset="119879.47">14161 7159 1557 0,'1'0'0'0,"9"0"0"0,1 0 0 0,-3 0 0 0,-5 0 0 0,-1 0 0 0,0 0 0 0,-2 0 276 0,0 0-121 0,0 0-62 16,-2-3-21-16,-7-10-660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10:00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8395 7645 328 0,'0'-4'0'0,"0"1"0"0,-5-2-164 0,3 2 82 0,0 1 41 0,1 0 41 0,-1 0 111 16,0 0-19-16,0 2-22 0,-1-1-60 0,1 1 18 15,0 0-1-15,1 0-32 0,-2 0 29 0,1 0 7 16,2 0-6-16,0 0-34 0,0 0 32 0,-1 0 0 16,1 0 0-16,0 0 3 0,0 0-4 0,0 0 1 15,0 0-12-15,0 0 40 0,0 0-30 0,0 0 4 16,0 0 25-16,0 0 1 0,0 0-28 0,0 0 38 16,0 0 2-16,0 0-23 0,0 0-12 0,0 0 28 15,0 0 0-15,0 0-21 16,0 0-3-16,0 0 38 0,0 0-37 0,0 0-1 15,0 0-1-15,1 0 2 0,4 0 0 0,-2 0 8 16,2 0 1-16,1 0-9 0,-1 3 0 0,1 1-9 16,2 0 9-16,-3 0 8 0,2-1-9 0,2 3-18 15,-2-2 18-15,-2 0 1 0,3-1 0 0,-3 1-26 16,3 0-7-16,-2-2 27 0,-1 0 2 0,3 0-17 16,-3-1 16-16,3-1-8 0,-2 3-8 0,-1-3 8 15,1 1 5-15,1-1-12 16,-1 2 10-16,2-2 4 0,-3 2-4 0,2-2-10 15,0 0 9-15,0 0-1 0,0 2 1 0,1-2 22 16,2 1-21-16,-1 2 0 0,2-2 0 0,1-1-13 16,-3 2 13-16,2 0 4 0,2-2-9 0,0 1 4 15,3 2 1-15,-4-3-27 0,6 2 25 0,-4-2 4 16,5 1-4-16,-2-1-17 16,2 0 16-16,1 0-2 0,3 0 7 0,0 0-14 0,-1 0 7 15,5 0-2-15,-7 0 2 0,6 0-1 16,-5-1 5-16,1-1-4 0,3 2-16 0,1 0 15 15,-7 0 1-15,1 0-24 0,3 0 27 0,-2 0-6 16,-1 0 2-16,1 0-14 0,2 2 12 0,-2-1-3 16,2 4 7-16,2-4-1 0,2 0-3 0,-3 2-3 15,3-3 40-15,-2 0-37 0,-2 0 4 0,1 0-3 16,1 0 0-16,-2 2 2 0,-1-2-1 0,-1 2-38 16,1 0 41-16,-2-1-2 0,3 2-2 15,4 0-41-15,-4-1 40 0,0 2-3 16,0-2 5-16,0 2-26 0,1-3-1 0,-2 1 16 15,1 2 4-15,0-1-31 0,0-3 31 0,-2 1-8 16,6-1 19-16,-2 0-15 0,1 0 0 0,0 0 30 16,-4 0-26-16,6 0-3 0,-1 0 0 0,-2-1-3 15,-1-2 4-15,-4 0 1 0,3 2 6 0,-2-2 14 16,3 0-19-16,-5 2 3 0,2-2-3 0,-2 0-14 16,1 1 18-16,-1 1-37 0,2-1 32 0,-3-1 1 15,1 2-1-15,-2-1-9 16,2 0 8-16,-3 0 0 0,2-1-1 0,-1 2-13 15,1 1 11-15,1 0 1 0,0 0-3 0,1 0 6 16,3 0-5-16,-3 0 1 0,7 0 18 0,-6 0-17 16,2 0 3-16,-3 0-29 0,2 0 0 0,-3 0 25 15,-2 0 0-15,0 4-62 0,-2 0 28 0,0-1 0 16,0 3 25-16,2-1-20 0,0-2 16 0,0 1 4 16,2-3-13-16,1 1 29 15,-1-2-27-15,-1 0 7 0,2 0 34 0,-1 0-36 16,-5 0-1-16,0 0 2 0,-3 0 44 0,-2 0-41 15,1 0 6-15,-3 0 7 0,1 0-3 0,-3 0-6 16,1 0 10-16,0 0 15 0,-2 0 3 0,-1 0-25 16,1 0 2-16,-2 0 13 0,1 0-12 0,-1 0-1 15,0 0 4-15,0 0-18 0,0 0 17 0,-1 0-3 16,-1 0-31-16,0 0 0 0,0 0 29 0,0 0-86 16,0 0 38-16,0 0 22 0,0 0-9 0,0 0-29 15,0 0 18-15,0 0-3 16,0 0 14-16,0 0-252 0,0 0 127 0,2-2 62 15,-2-6-575-15</inkml:trace>
  <inkml:trace contextRef="#ctx0" brushRef="#br0" timeOffset="57269.24">20647 11123 242 0,'0'0'0'0,"0"0"0"0,0 0 0 0,0 0 0 0,0 0 0 0,0 0 0 0,0 0 0 0,0 0 36 0,0 0-6 0,0 0-1 15,0 0 1-15,0 0 29 16,0 0 8-16,0 0-34 0,0 0 32 0,0 0 1 15,0 0-34-15,0 0 36 0,0 0-27 0,0 0-8 16,0 0 0-16,0 0 21 0,0 0 1 0,0 0-22 16,0 0 8-16,0 0-18 0,0 3 9 0,3 5 1 15,-1 0 0-15,-1 3 30 0,1-2-22 0,0 5-8 16,0-4-31-16,-2 4 31 0,0-4-1 0,0-1-23 16,0 0 7-16,0-3 16 15,0 0-5-15,0-3-20 0,0 0 0 0,0-2 17 16,0-1 5-16,0 0-49 0,0 0 17 0,0 0 0 15,2 0 9-15,0-7 5 0,-1-7 5 0,1-1 0 16,2-2-59-16,-1 2 27 0,1-2-5 0,-2 2 31 16,1 4-30-16,-1 1-3 0,-2 5 24 0,1 2 25 15,-1 0-25-15,0 2 4 0,0 1-9 0,0 0 61 16,0 4-26-16,0 9 1 0,0 7-28 0,-3-1 63 16,-2 2-26-16,3-2 0 0,0 1-2 15,1-2 0-15,1-2-10 0,0-5-31 16,0 0-2-16,0-1 25 0,0-5 4 0,0-1-29 15,0-2-2-15,0-2 30 0,0 0-14 0,0 0-45 16,0 0 21-16,0 0 0 0,0 0 5 0,0-8 19 16,0-2-14-16,3-3 9 0,1 3-39 0,1 1 0 15,-4-1 31-15,3 3-10 0,-2 1 11 0,0 4 1 16,-1 0-1-16,-1 0 35 0,0 2 1 0,0 0-34 16,0 0 2-16,0 0 32 0,0 0-30 15,0 0-1-15,0 0 1 0,0 0-5 16,2 0 7-16,-2 0-2 0,0 0-105 0,2 2 51 15,0 0 25-15,0 1-290 0,5 0 143 0,1-1 76 16,3 1 22-16,2-3-333 0</inkml:trace>
  <inkml:trace contextRef="#ctx0" brushRef="#br0" timeOffset="57815.78">20181 11753 705 0,'0'-10'0'0,"0"6"0"0,0 2 0 0,0 2 0 0,0 0 0 0,0 0 0 0,-5 4 0 0,-1 9 0 0,3 4 138 0,-1 4-53 0,1 5-26 16,-2 0 33-16,1 4-30 0,2 2 9 0,-3-1 1 16,1 4 0-16,-1-2-40 15,-1 2 1-15,-2-4-37 0,1 2 45 0,0-5-8 16,-1 0 0-16,0-8-59 0,1 3 30 0,0-4-1 15,1-6-53-15,1-2 29 0,0-4 25 0,1-1-7 16,3-4-138-16,-3-2 65 0,2 0 42 0,0 0-79 16,2-8 53-16,0-6 11 0,0-7 0 0,0-4-208 15,2 3 104-15,4-8 65 0,-1 3 27 0,0 0-124 16,-4 0 84-16</inkml:trace>
  <inkml:trace contextRef="#ctx0" brushRef="#br0" timeOffset="58517.61">20061 11864 409 0,'2'-18'0'0,"-2"4"0"16,0 2 0-16,0 4 0 0,3 5 0 0,-3-1 0 0,1 2 0 0,1 0 155 0,0 2-60 0,4 0-24 0,-1 4 35 0,0 7 40 16,1 5-57-16,2 1-28 0,-2 8 91 0,-1-3-51 15,2 7-38-15,-1-3 6 0,0 2-1 0,-2-2-35 16,1 1 0-16,1-6-14 0,-3 3 13 0,1-3 1 16,3-1 0-16,-4-3-45 0,1 1 22 0,-2-9 9 15,1 0-19-15,-1-3-20 16,2-3 20-16,-2-1-1 0,1-2-93 0,4-2 58 15,0-14 9-15,2-5-2 0,0-8 7 0,3-2 0 16,2-9 2-16,-2 8-67 0,5-11 32 0,-4 5 22 16,2 1-18-16,-4 3 13 0,3 1-11 0,-5 6 26 15,3 1 62-15,-5 6-28 0,-2 6-4 0,-1 4-25 16,0 4 139-16,-3 3-67 0,3 3-24 0,1 0 113 16,-2 6-62-16,1 7-36 15,0 10-2-15,-1-3 68 0,3 8-28 0,-3 1-29 16,4-1 10-16,-2 6 38 0,1-3-35 0,1 3 8 15,-2-2-26-15,4 0-16 0,-2-1 0 0,0-2 0 16,0-3-57-16,2-3 36 0,-2 0-7 0,2-3 28 16,-2-4-80-16,2 0 39 0,-2-6 10 0,-2-2-108 15,3-3 48-15,-1-3 36 0,3-2 1 0,-1 0-37 16,2-13 15-16,3-4-1 0,0-10 6 0,2-2-44 16,-2-2 23-16,2-1 20 15,-2 1-82-15,0-2 40 0,1 1 20 0,-3 6 18 16,-3 4 11-16,0 2-1 0,-2 9 0 0,-1 5 89 15,-2 0-41-15,-2 4-23 0,2 2 2 0,-3 3 46 16,1 14-27-16,-2 6-6 0,0 5 233 0,2-2-122 16,0 5-38-16,0-1-38 0,-1-6 167 0,3 9-94 15,4-6-29-15,0-1-24 0,-1-5-29 0,2-2-1 16,3 0 9-16,-1-4-134 0,1-3 62 0,-1-2 32 16,-2-1 1-16,1-5-207 0,-3-2 108 0,2 0 32 15,-3-2-103-15,-1 0 83 16,1-2 7-16,-2-6 33 0,0-5-255 0,-2-3 138 15,1-3 64-15,-1-7-192 0,-2 3 129 0,0-8 63 16,0 1 25-16,0-2-170 0,0-7 104 0,0 4 54 16,-4-3 26-16,1 2 59 0,-3 5 0 0,3-1 0 15,-2 8 0-15,0 0 0 0,-1 6 0 0,-1 3 0 16,1 5-19-16,-2 5 7 0,3 1 12 0,-1 2 294 16,3 2-162-16,-1 0-33 0,2 4-52 15,2 9 264-15,0-2-139 0,0 1-70 16,2 1-35-16,3 0-41 0,8-1 15 0,3 2-8 15,0-3 0-15,1 1-322 0,3-2 160 0,0 0 81 16,-1 0-167-16</inkml:trace>
  <inkml:trace contextRef="#ctx0" brushRef="#br0" timeOffset="58688.16">21033 12011 1128 0,'-11'4'0'0,"2"2"0"0,2 2 0 0,0-5 0 0,0 1 0 0,2-2 0 0,1 0 0 0,2-2 210 0,2 0-88 0,0 1-37 0,0 1 138 15,11-1-95-15,1 4-48 0,1-3-24 0,3 1 7 16,0 2 8-16,-1-3-38 0,3 3-309 0,-2-2 154 16,3-1 78-16,-4 2 38 0,2-2-186 0,0 0 108 15,-4 1 58-15,0-2-548 0,-2-1 271 0</inkml:trace>
  <inkml:trace contextRef="#ctx0" brushRef="#br0" timeOffset="58853.25">21293 11859 895 0,'2'-15'0'0,"1"6"0"0,-1 3 0 0,-1-1 0 0,1 5 0 0,-2 0 0 0,2 0 0 0,0 2 242 0,2 0-105 16,3 16-52-16,-2 1 297 0,3 10-180 0,-2 3-84 15,-1 1-42-15,-1 6 143 0,0 0-93 0,-3 3-38 16,1-1-177-16,0-1 61 0,0 1 30 0,1 1-163 16,-1-3 96-16,-1 1 58 15,1-5 15-15,0 2-486 0,0-6 187 0,0-4 145 16</inkml:trace>
  <inkml:trace contextRef="#ctx0" brushRef="#br0" timeOffset="59562.51">23633 9665 455 0,'0'0'0'0,"0"0"0"0,0 0 0 0,0 0 0 0,0 0 0 0,0 0 0 0,0 0 124 0,0 0-50 0,0 0-20 0,0 0 155 15,-1 4-87-15,1-1-45 0,-2 4-14 0,0-4 99 16,2 5-64-16,-2-3-33 0,0 1 0 0,1 0 0 16,-1 0 8-16,0-1-40 15,0 1 14-15,2-2-14 0,-2 0-1 0,2-3-48 16,-2 1 32-16,2-2-7 0,0 2 23 0,0-2-70 15,0 0 35-15,-1 0 0 0,1-2 44 0,0-7-163 16,0-4 70-16,0-2 16 0,0-2-33 0,1 1 23 16,3 0 22-16,-2 3-7 0,0 1-15 0,0 3 8 15,-2 4-1-15,1 1 153 0,-1 0-65 0,0 2-30 16,0 2 1-16,0 0 118 0,0 0-67 0,0 5-24 16,0 5 2-16,0 3 42 15,-1 1-35-15,-1 1 2 0,0-3-31 0,2 1 11 16,0-1 3-16,-2 0-8 0,2-5-33 0,0 0-1 15,0-1 34-15,0-4-98 0,0-1 52 0,0 2 4 16,0-3 0-16,0 0-132 0,0 0 74 0,0 0 26 16,-2 0 21-16,2 0-214 0,0 0 108 0,0 0 35 15,0 0-309-15,0 0 176 0,0 0 99 0,4 0 47 16</inkml:trace>
  <inkml:trace contextRef="#ctx0" brushRef="#br0" timeOffset="59817.83">24032 9431 273 0,'0'-12'0'0,"0"6"0"0,0 3 0 0,-2 1 0 0,0 1 0 0,-3-2 414 16,1 3-190-16,-1 0-95 0,-1 4 126 0,0 13-103 16,-2 4-64-16,3 1-27 15,-1 5 98-15,-2 3-64 0,3 2-30 0,-1 1 5 16,-1-1-38-16,0 4 1 0,-2-2 0 0,0 2-70 15,0-3 34-15,-3 1 9 0,3-4 27 0,2-1-176 16,0-3 87-16,-1-5 45 0,4-1-258 0,0-7 117 16,2 0 42-16,1-5-196 0,1-5 137 0,0-3 67 15,0 0 35-15,0-3-67 0,3-16 55 0,5-4 22 16,2-5 1-16</inkml:trace>
  <inkml:trace contextRef="#ctx0" brushRef="#br0" timeOffset="60433.7">24015 9372 746 0,'0'-12'0'0,"0"6"0"0,2 4 0 0,0 0 0 0,0 2 0 0,0 0 0 0,-1 4 0 0,1 9 253 0,0 10-110 0,0 0-55 15,-2 8-28-15,0 3 228 0,0 0-131 0,0 3-63 16,0 3 88-16,0-3-74 0,0 0-30 0,0 0-16 16,0-4-29-16,0-3 0 15,0-1-1-15,0-5-38 0,2-1 47 0,0-5-9 16,2-1 1-16,-2-6-66 0,2-3 32 0,1-2 1 15,-2-2-60-15,3-4 42 0,3 0-4 0,3-13 22 16,1-6-92-16,2-6 49 0,2-3 9 0,2-4-112 16,2-8 61-16,-3 4 36 0,3-5 8 0,0 2-85 15,-5 3 37-15,4-9 34 0,-4 8 1 0,0 6-18 16,-4-4 39-16,0 7 0 0,-5 5 53 16,1 6-23-16,-3-1 0 0,-1 8-29 15,-2 3 202-15,-1 3-98 0,2 2-46 0,-3 1 200 16,2 1-101-16,-2 0-60 0,0 12-5 0,0 5 123 15,2 4-57-15,-2 5-51 0,2 1-21 0,-1 2 25 16,1 3-23-16,2-1 0 0,1 1 37 0,3-1-34 16,-2-1-1-16,1 1-25 0,1-4-8 0,-1 2 8 15,-2-5 8-15,4 6-65 0,-4-9 29 0,1 1-1 16,-1-2 29-16,0-2-139 16,0-1 69-16,1-4 30 0,-3-6-5 0,1 0-119 15,-1-2 50-15,1-3 43 0,0 0-428 0,2-2 216 16,1 0 108-16,2-9 55 0,2-1-279 0,1-3 167 15,1-2 75-15,3-4-185 0,-2-2 138 0,3 2 70 16,-2-3 33-16,2 1-17 0,-4 3 18 0,1-1 8 16,-3 4 26-16,-2-1 136 0,-2 6-69 0,0 1-32 15,-6 4 121-15,1 4-73 0,0-1-42 0,-1 0-20 16,2 2 426-16,-2 0-153 0,1 5-122 16,-2 12 257-16,2-2-181 0,0 10-92 15,0-1-45-15,-1-2 172 0,4 10-114 0,1-3-51 16,1-1-26-16,4 0-39 0,1-3 12 0,0-5 9 15,6 4-72-15,0-4 32 0,-3-8 0 0,4 2 32 16,-1-5-234-16,2-4 125 0,-2-4 50 0,-1-1-405 16,0 0 214-16,-3 0 50 0,-2-8 71 0,0-7-276 15,-5-2 173-15,1-8 83 0,-6 1 42 0</inkml:trace>
  <inkml:trace contextRef="#ctx0" brushRef="#br0" timeOffset="60565.35">24932 9481 1404 0,'0'-14'0'0,"0"8"0"0,0 5 0 0,0-2 0 0,0 2 0 0,0 1 0 0,0 0 0 0,0 0 0 0,0 5 178 16,2 6-73-16,2 2-36 0,1 1 15 0,-1 0-17 15,1 4-8-15,1 0-268 0,-2-1 121 0,0 2 60 16</inkml:trace>
  <inkml:trace contextRef="#ctx0" brushRef="#br0" timeOffset="62421.86">20567 11390 183 0,'0'0'0'0,"0"0"0"0,0 0 0 0,0 0 0 0,0 0 0 0,-2-2 0 0,0-2 96 0,0 2-34 15,1 0-1-15,1-2 4 16,-2 3 0-16,2-2-24 0,0 0-8 0,0-1 7 16,0 1-8-16,0-1 1 0,0-2 0 0,0 1-6 15,0-1 5-15,0-2 1 0,2 3 2 0,-1-1-2 16,1-1 0-16,2-1 8 0,-2 0-23 0,0-1 15 15,-1 2 0-15,1-3-29 0,0 1 28 0,0-1 3 16,0 2-5-16,-2-3-32 0,1 2 0 0,-1 0 28 16,2-3 1-16,0 3-17 0,0-2-7 0,1 0 16 15,-2-1-35-15,1 1 35 0,0-2 1 16,0 4-5-16,0-6 5 0,0 4-5 16,-1-3 3-16,1 1-26 0,0-1 1 0,2 0 23 15,-3 1 0-15,3-2-25 0,3 0 0 0,-4 2 19 16,1-3 3-16,1 2-27 0,1-4 25 0,-3 3-5 15,4 1 3-15,-2-4-2 0,1 4 2 0,-1-3 2 16,2 0-3-16,2 0-2 0,-2-1 1 0,2-2 4 16,0 0-3-16,-1-1 2 0,2 0-2 0,-1 2 0 15,1-1 0-15,-1 1 2 0,0 0-2 0,-2 3-25 16,3-1 24-16,-3 0 0 16,1-1-31-16,2 2 29 0,-3 1 1 0,2 0-12 15,2-2 8-15,1 1 2 0,-1 2 0 0,3-1-22 16,-2-2 19-16,3 2 1 0,0-3-4 0,0 2-4 15,1 1 5-15,1-2 2 0,-3 3-2 0,1-2-4 16,0 1 5-16,0 0 0 0,1 2-1 0,-4 1 1 16,4-3-1-16,-3 2 1 0,2 1 0 0,-2 0 0 15,2-1 0-15,-2 1 0 16,1 0 0-16,0 1-1 0,-1-1 1 0,1 1 6 16,0-2-6-16,0 0 0 0,-1 3 0 0,2-1 9 15,-2 0-7-15,3-1-2 0,-2-1 2 0,2 1-1 16,-2 2 1-16,2-1 7 0,0-3-7 0,1 3-1 15,0 0 1-15,0-2-3 0,-1 0 3 0,0 3 0 16,0-1 0-16,0 1-6 0,-2-1 5 0,2 1 0 16,-3 1 0-16,0 0 9 0,0 2-9 0,3-3 1 15,-4 3 30-15,4-4-30 16,-3 3 2-16,1-2 10 0,2 1-10 0,0 0 0 16,0-1 1-16,0 1-3 0,1-2 4 0,2 1-1 15,0-1 1-15,0 1-6 0,-1 1 5 0,1 0 1 16,0-1 0-16,0 0-10 0,0 1 8 0,0 2 1 15,-1 0-18-15,-1-1 16 0,0 1 0 0,-2 0 16 16,2-2-16-16,-2 3 0 0,2 1-1 0,-2 0 29 16,1-2-25-16,4 0-2 0,-3 1 2 0,1 1 13 15,1-2-12-15,1 1-1 0,-1-1 32 0,2 1-31 16,-1-2 4-16,1 1-3 16,2-1 2-16,-3 3 0 0,1-3 4 0,0 3-36 15,-1-1 31-15,3 0 0 0,-2 1-1 0,2-1-20 16,-3 0 20-16,-1 3-1 0,2-1-2 0,-1 0-19 15,-1 0 18-15,-1 0 2 0,3-1 9 0,0 2-11 16,-3-2-2-16,3 1 2 0,2-2 25 0,-3 2-23 16,3-1-1-16,0 2 5 15,0-2-4-15,-2 0 0 0,2 2 3 0,2-1 12 0,-2 0-14 16,-3 0 1-16,3 1 0 0,-3 2-7 16,-1-2 7-16,0 1 2 0,0-2-3 0,-3 3 1 15,4-2 0-15,-2 2-2 0,-1-1-17 0,1 0 19 16,1 0-1-16,1 1-31 0,-2-2 30 0,1 2-2 15,-1-1 1-15,-1 0-24 0,1 0 23 0,-4 2-4 16,4 0 3-16,-6 0-32 0,4 0 30 0,-5 0-2 16,2 0-15-16,0 0 13 0,2 0 2 0,-3 0-3 15,0 0 6-15,1 0-6 0,3 0 2 0,-4 0 9 16,4 0-9-16,-1 0-1 16,-2 0 1-16,2 0 16 0,-1 0-15 0,0 0 0 15,2 0 0-15,-2 0 7 0,0 0-6 0,-3 0 2 16,3 0-2-16,-2 0 0 0,-3 2 1 0,2 0-1 15,-3 0-5-15,2-1 5 0,-3 2 0 0,1 0-2 16,-1 1 2-16,1-3-1 0,-1 3 1 16,3 0 7-16,-1 1-7 0,0-3 0 15,3 2 0-15,-3-1 1 0,2 2-1 0,-1-1 0 0,-1-3-10 16,2 4 10-16,-4-2 0 0,2-1 0 16,-4 0-23-16,-1-1 22 0,-2 1 0 0,-1-2-31 15,1 0 30-15,0 0-3 0,-2 3 2 0,0-3 19 16,0 0-19-16,0 0-3 0,0 0 2 0,0 0 60 15,0 0-28-15,0 0 3 0,0 0-31 0,0 0-42 16,0 0 21-16,0-3 6 0,0 3-164 0,0-2 83 16,0 2 45-16,0 0 17 0,0 0-234 0,-2 0 107 15</inkml:trace>
  <inkml:trace contextRef="#ctx0" brushRef="#br0" timeOffset="63142.88">23713 9456 328 0,'0'0'0'0,"0"0"0"0,0 0 0 0,0 0-164 0,0 0 81 0,0 0 42 0,0 0 41 0,0 0 128 0,0 0-21 0,0 0-42 16,0 1 46-16,0 3-39 0,0 2 0 0,0 1-39 16,0 1-8-16,0-1 8 0,0 1 0 0,0 0-34 15,0-3 1-15,0 0 33 0,0 2 8 0,0-4-33 16,0 0 25-16,0-2 0 0,0-1-1 0,0 2-52 15,0-2 19-15,0 0-5 0,0 0 56 0,0 0-1 16,0-2-34-16,-2-8 5 0,2-1-21 0,-2-2-6 16,2 1 29-16,0 0-56 0,-2-2 25 0,1 3 1 15,-1 2 28-15,0 1-44 16,0 0 35-16,-1 5 2 0,1-2-5 0,1 4 26 16,-1-1-3-16,0 2-20 0,-3 0 38 0,1 6-38 15,-2 7-6-15,1 4 7 0,-1-2 18 0,2 5-18 16,-2-4 9-16,3 0 22 0,1 2 4 0,0-6-26 15,0 0 6-15,1 1 9 0,1-3-14 0,0-5-1 16,0 1-2-16,0-2-10 0,0-4 9 0,0 1 2 16,0-1 1-16,0 0-46 0,0 0 3 0,0 0 45 15,0-1-34-15,0-7 27 0,0-3-8 16,0-2-118-16,0-1 53 0,1-1 25 16,1 2 0-16,0 4-47 0,0-1 35 0,0 3 1 15,-1 3 18-15,-1 0 32 0,0 2 4 0,0 1-35 16,0 1 44-16,0 0 1 0,0 11-43 0,0 6-7 15,-5 1 122-15,0-1-47 0,-1 1-27 0,1 0 107 16,4-1-59-16,-1-4-15 0,2 0-2 0,0-1-42 16,0-5 11-16,0-1 15 0,0-4-11 0,0 0-138 15,0-2 64-15,0 0 32 16,0 0-51-16,0-2 34 0,2-6 21 0,1-4-3 16,2 0-86-16,-1-2 30 0,-3-1 31 0,3 3-63 15,-2 2 40-15,0 0-1 0,-1 5 7 0,1 1 48 16,0 2 1-16,0 0-22 0,0 2 0 0,1 0-32 15,2 8 32-15,0 7 0 0,-1 2-21 0,0 5 0 16</inkml:trace>
  <inkml:trace contextRef="#ctx0" brushRef="#br0" timeOffset="67727.92">20505 11217 90 0,'0'0'0'0,"-2"0"0"0,0 0 0 0,-1 0 0 0,1 0 0 0,-1 0 0 0,1 0 0 0,0 0 0 0,2 0 37 0,-1 0 4 15,-1 0-27-15,2 0 32 0,-2 0-29 0,2 0 1 16,0 0-1-16,0 0 26 0,0 0-25 0,0 0 1 16,0 0-1-16,0 0 27 0,0 0 0 0,0 0-19 15,0 0 20-15,0 0 0 0,0 0-18 0,0 0-4 16,0 0 22-16,0 0-13 0,0 0-2 0,0 0 29 15,0 0-28-15,0 0-3 0,0 0 6 0,0 0 28 16,0 0-4-16,0 0-27 16,0 0 2-16,0 0 22 0,0 0 1 0,0 0-17 0,0 0 0 0,0 0-7 15,0 0 0-15,0 0-1 16,0 0-18-16,0 0 27 0,0 0-8 0,0 0 0 16,0 0-37-16,0 0 37 0,0 0 0 0,0 0-24 15,0 0 16-15,0 0 6 0,0 0-14 0,0 0-19 16,0 0 23-16,0 0 11 0,0 0-14 0,2 0-13 15,0 0 15-15,-1 0 3 0,1 0-4 0,3 0 9 16,-2 0-10-16,-1-3-21 0,2 3-1 16,0-3 24-16,-1 2-3 0,1-2 5 15,-1 1-3-15,1 1-1 0,1-1-1 0,-2 0-2 16,3-2 1-16,-3 2 6 0,3-1-20 0,-2 1 16 16,1-2-3-16,1 2 3 0,0-2-2 0,-1 1 0 15,1-1 1-15,-3-2 9 0,3 2-9 0,0 0 0 16,-2 1 3-16,0-1-9 0,-1 0 6 0,1 1 0 15,-1 1 0-15,1-2-28 0,1 2 31 0,0 0-4 16,1-2-36-16,-1 3 0 0,2-2 31 0,2 0 2 16,-2-1-29-16,2 0-7 15,2-1 31-15,-1 1-4 0,-1-1-1 0,2 0 3 16,1-2-6-16,-1-1 23 0,3 3-18 0,-4-3 0 16,3 1-1-16,1 0 3 0,-1-1 0 0,-2 3 1 15,2-3-13-15,3-1 13 0,-4 1-2 0,3 0 3 16,1-1-25-16,-2 2 21 0,2-3 0 0,-2 3-22 15,4-3 21-15,-4 1-3 16,2-1 3-16,0 1 20 0,-1 0-21 0,0-1-2 0,1-1 2 16,-2 1 35-16,3 2-33 0,-2-5 1 15,1 5-1-15,-2-2 2 0,2 1-2 0,-2 2 6 16,3-5-12-16,-2 4 10 0,2 0-3 0,1-1-21 16,-2 0 21-16,1 2 0 0,2-3 2 0,-2 1-38 15,1 1 35-15,0-1-5 0,1-1 4 0,-3 1-37 16,3 0 34-16,-1-1-3 0,2 1 3 0,-1 0-7 15,-1-2 6-15,-1 1-5 0,1 1-1 0,2-1 3 16,-4 1 1-16,1 0-1 0,1 1 1 16,-2-1-1-16,1-1 1 0,0 1 9 15,-2-1-9-15,0 1 1 0,2-1 0 0,-2 1 14 16,2 0-14-16,-2-1 1 0,2 1-1 0,-1 0 5 16,2-1-5-16,1 0 2 0,-3 2-12 0,3 0 12 15,-2-1-1-15,0-1-8 0,1 3 8 0,0-1-1 16,-1 0 1-16,-1 0 0 0,0 0-1 0,-2 0 0 15,2 1 0-15,-2-1 7 0,-1 1-7 0,3-1-1 16,-2 0 29-16,0 1-26 0,1 0-1 0,0 0 12 16,0-3-11-16,0 0 3 15,0 1-2-15,0 0 14 16,0-1-14-16,2 1 4 0,-2 0-3 0,2-2 16 0,-2 1-15 0,2 1 2 16,-3-1-1-16,2 3-6 0,-1-3 5 0,2 3 1 15,-3-2-20-15,4 0 18 0,-2 0 1 0,1 0 0 16,1 0-25-16,0-2-2 0,1 3 25 0,-2-3-16 15,2 1 15-15,0 1-5 0,-3-2-2 0,3 2 5 16,-2-1-8-16,0 0 7 0,-2 3 0 0,2-3-3 16,-2 2-3-16,2 1 4 15,-3-1 27-15,4 2 0 0,-2-2-24 0,1-1 2 16,1 1 4-16,0-1-5 0,-1-1 3 0,2 1-17 16,0-1 15-16,0 1 0 0,-1-2 1 0,1 1-13 15,-2 1 10-15,0-1 1 0,-3 1-3 0,0 2 14 16,-1-3-13-16,1 3 1 0,-2 0 31 0,-1-1 1 15,3 0-29-15,-1 1 0 0,2-1 40 0,0 1-37 16,0 0 3-16,2-1-13 0,-2-1 16 0,0 1-3 16,2-2 5-16,-2 3-40 15,0 0 35-15,0-1-1 0,0-2 0 0,-4 5-29 16,3-2 24-16,-3 1 2 0,2 0-23 0,-2-2 21 16,0 2-3-16,-2 1 3 0,5-2 12 0,-3 1-13 15,5-2-1-15,-4 1 39 0,2 0-36 0,-1-1 0 16,-1 2 1-16,2-1 13 0,-1 0-11 0,1 1-1 15,-3-3 3-15,-2 5 23 0,4-4-22 0,-5 5-2 16,1-3 4-16,1 0-3 16,-3 1 5-16,4-1-32 0,-1 2 28 0,-1-2-1 15,-2 3-2-15,4-3-32 0,-1 2 32 0,1-1 0 16,-2-1-3-16,3 2-11 0,-3-2 9 0,0 1 3 16,2 1-5-16,-4-1-14 0,0 1 13 0,-1 0 4 15,0 0-16-15,-2 3 15 0,-1-1-3 0,1-1 2 16,-2 2-21-16,1-1 20 0,-1 0-1 0,2 0-29 15,1 0 27-15,2 0 2 0,-2 0-3 0,2 0-34 16,-1-1 33-16,2 1 1 16,-1-2-4-16,-1 1-15 0,1 1 14 0,-1-2 3 15,0 1-16-15,-2 3 14 0,-3-3-5 0,1 2 4 16,0 1 39-16,0 0-38 0,0 0 0 0,-2-3 38 16,2 3 0-16,-2 0-35 0,0 0 4 0,1 0 41 15,1 0-18-15,-2-2 1 0,2 2-14 0,-2 0 28 16,0 0-32-16,2 0 13 0,-2 0-8 15,0 0-2-15,0 0 9 0,0 0-1 0,0 0-31 16,0 0 27-16,0 0-2 0,0 0 8 16,2 0-6-16,-1 0-4 0,1 0 1 0,1 0 40 15,-1-1-39-15,-2 1 0 0,2 0 2 0,0 0-34 16,-2 0-1-16,0 0 34 0,0 0-45 0,0 0 20 16,0 0 1-16,0 0-149 0,0 0 78 0,0 0 33 15,0 0 21-15,0 0-456 0,-2 0 218 0</inkml:trace>
  <inkml:trace contextRef="#ctx0" brushRef="#br0" timeOffset="71229.88">20585 11211 7 0,'0'0'0'0,"-2"0"0"0,0 0 0 0,1 0 0 0,-1 0 0 0,-2 0 0 0,2 0 86 0,1 0-33 0,-1 0 1 16,0 0-30-16,0 0-5 0,2 0 0 0,-2 0 0 15,2 0-1-15,-2 0 1 0,2 0 5 0,0 0 9 16,0 0-13-16,0 0-1 0,0 0 1 0,-1 0 29 16,1 0 6-16,0 0-28 0,0 0-5 0,0 0 20 15,0 0-14-15,0 0-4 0,0 0 43 0,0 0-6 16,0 0-28-16,0 0-5 0,0 0 34 0,0 0-31 15,0 0 15-15,1 0 35 16,1 0-24-16,4 0 0 0,-3 0-24 0,1 0 35 16,0-1 7-16,-1 1-42 0,1 0 0 0,0 0 4 15,0-3-4-15,0 3 8 0,-1 0-12 0,3 0 3 16,-3 0 1-16,3 0 0 0,0 0-13 0,2 0 21 16,-3 0-8-16,1 0-23 0,2 0 23 0,-3 0-1 15,3 0 1-15,-3 0-13 0,0 0 10 0,4 0-4 16,-4 0 4-16,1 0-16 0,-1 0 15 0,1 0 5 15,2 0-23-15,-3 0 16 16,1 0 0-16,-1 0-18 0,2 0 17 0,-1 0 6 16,0 0-6-16,2 0 10 0,1 0-11 0,1-2-1 15,1 2 1-15,0 0 14 0,0 0-13 0,2-1-2 16,0 1 2-16,1-2-31 0,-2 2 30 0,0-2 8 16,3 2-48-16,-1-2 40 0,-2 2-1 0,-1 0-1 15,3-2-29-15,-3 2 30 0,4 0-3 0,-2 0-28 16,1 0-1-16,-2 0 19 15,1 0 5-15,-1 0-16 0,3-2 15 0,0 1-6 0,0 1 5 16,0 0 6-16,0 0-6 0,2-2 3 16,-1 2-4-16,2 0-6 0,-2 0 6 0,0 0-2 15,0 0 0-15,0 0 6 0,-2 0-4 0,2 0-7 16,-2 2 7-16,2 1-1 0,-2 1 1 0,2 0 0 16,-2-1-1-16,2 1 0 0,0-1 0 0,0-3 3 15,0 3-3-15,2-3 3 16,1 0 13-16,-3 0 7 0,1 0-22 0,0 0 1 15,0 0 11-15,-1 0-5 0,2 0-6 0,-2 0 2 0,2 0-1 16,-4 0 3-16,3 0-2 0,3 0 3 16,-4 0-3-16,1 0 2 0,2 0-1 0,-2 0-15 15,1-3 14-15,3 3 3 0,-2-3-4 0,-1 2 19 16,2-2-18-16,-3 1-2 0,-3 1 0 0,4-1 6 16,-4 0-4-16,-1 2-27 0,3 0 1 0,-2 0 24 15,2 0 4-15,0 0-33 0,1 0 1 0,1 0 23 16,0 0 3-16,3 0-43 0,0 0 42 0,3-2-9 15,0 0-10-15,-1-3 11 16,-2 0 2-16,1 2-6 0,1-1-13 0,-1 1 17 16,-2 1 0-16,0 0-3 0,-1 0 3 0,-3 0-1 15,1 2 1-15,-2 0-10 0,2 0 9 0,-2 0-1 16,2 0 1-16,0 0 24 0,0 0-24 0,-1 0 0 16,3 0-1-16,-1 0 30 0,-2 0-28 0,0 0 2 15,0 0 23-15,1 0-1 0,-2 0-18 0,2 0 7 16,-2 0-6-16,2 0-2 0,-2 0 8 0,2 0-32 15,-2 0 27-15,2 0-2 0,-2 0 2 16,0 0-39-16,0 0 37 0,0 0-2 16,0 0-2-16,0 0-29 0,0 0 26 0,0 0 3 15,0 0-21-15,0 0 19 0,0 0-4 0,0 0-5 16,0 0 6-16,0 0 2 0,0 0-2 0,1-2-1 16,-4 2 1-16,4 0 1 0,-2 0-1 0,4 0-3 15,-4 0 4-15,2 0-1 0,0 0-2 0,0 0 3 16,0 0-1-16,1 0 0 15,-2 0 2-15,2 0-2 0,0 0 0 0,-2 0 0 16,2 0 0-16,0 0 0 0,-1 0 0 0,2 0-11 16,-1 0 11-16,-1 0 0 0,2 0 0 0,-2 0-10 15,0 0 9-15,0 0 1 0,1 0-2 0,-2 0 1 16,0 0-1-16,0 0 1 0,0 0 4 0,-2 0-4 16,1 0-1-16,-1 0 8 0,-1 0-7 0,0 0 0 15,-1 2 1-15,1-2 1 0,-3 0-1 0,0 2 0 16,3-2 1-16,-3 0-37 0,-2 2 35 0,1-2-1 15,0 0 1-15,-3 0 6 16,-1 0-8-16,0 0 0 0,-2 2 10 0,1-2-9 16,-1 0-1-16,0 0 13 0,0 2-11 0,-2-2-1 15,0 0 2-15,0 0-6 0,0 0 7 0,0 0-2 16,0 0 4-16,0 0-58 0,0 0 26 0,1 0-1 16,-1 2 23-16,0-2-303 0,0 1 133 0,0 5 70 15,0 0-533-15,0 1 304 0,0-1 151 0</inkml:trace>
  <inkml:trace contextRef="#ctx0" brushRef="#br0" timeOffset="72407.2">23570 9510 353 0,'0'0'0'0,"0"-2"0"16,0 0 0-16,1 1 0 0,1-4 0 0,-2 4 0 0,0-1 0 0,3 0 0 0,-3 0 102 0,0 2-35 0,0 0 0 0,0 0-26 0,0 0 79 15,0 0-43-15,0 0-22 0,0 0 54 0,0 0-38 16,0 0 8-16,0 0-46 0,0 2 73 0,2 2-36 15,0 3 0-15,-2 0-14 16,2 2 9-16,-1-2-33 0,-1 2 1 0,2 2 61 16,-2 1-30-16,0-1-1 0,2-2-22 0,-2 4 52 15,0-1-29-15,0 1-1 0,0-1-31 0,0 4 43 16,0-3-14-16,0 2-7 0,0 0 8 0,0 2-30 16,0 0 1-16,0-2-17 0,0 1 25 0,0 0-9 15,0 1 1-15,0 0-31 0,0 0 31 0,0 0 0 16,0 0 8-16,0 1-24 15,0 1 16-15,0 0-1 0,0-2 2 0,-2 1-3 16,0 2 1-16,1-2-1 0,-1 1-2 0,2 0 0 16,-2-2 1-16,0 0-22 0,2-3 31 0,0 1-9 15,0 0 2-15,0 1-31 16,0-1-2-16,0-3 29 0,0 2 3 0,0-1-30 0,0 0-5 0,0 0 28 16,0 0-21-16,0-1 23 0,0 1-11 0,0 0 5 15,0 0 7-15,0 0-7 0,0-2-2 0,0 1-9 16,0 1 10-16,0-2 0 15,0 0 1-15,0 3-21 0,0-3 20 0,0-1 5 16,0 2-5-16,0-1-42 0,0 1 39 0,0 1 1 16,0 0-36-16,0 1 37 0,0-2-9 0,0 3 4 15,0-1-27-15,0 1 25 0,0-2-3 0,0 2 10 16,0-2-9-16,0 1 1 0,0 0-1 0,0-1 15 16,0 1-14-16,0-1 2 0,0 2-2 0,0-2 11 15,0 2-9-15,0-2-1 0,0 0-24 0,0 2 2 16,0 0 21-16,0-2 0 15,0 2-26-15,0 0 0 0,0 1 22 0,0-3 4 16,0 2-9-16,0-3 5 0,0 4-14 0,0-3-20 16,0 0 21-16,0-4 9 0,0 4-11 0,0-2 3 15,0 1 4-15,0 1 1 0,0-1 2 0,2-1-1 16,-2 2 0-16,0-2 0 0,0 2 9 0,0-2-9 16,0 1 0-16,0-3 7 15,0 4-6-15,0-2-1 0,0-1 1 0,0 3 10 0,0-3-9 16,0 1-1-16,0-2 1 0,0 0-1 15,0 4 2-15,0-5-1 0,0-1 12 0,0 3-12 16,0-1 2-16,0-1-2 0,0 0-7 0,-2-3 7 16,2 2 1-16,-3 0-9 0,3 0 9 0,0-1-1 15,-2-1 0-15,1 3 20 0,1-1-20 0,-2-1 0 16,0 1 1-16,2-1 30 0,-2 0 1 0,2-1-28 16,0-1 14-16,-2-1-10 0,2 2-3 0,0-3-22 15,0-1 23-15,0 2 3 0,0-2-3 16,0-1-56-16,0 0 27 0,0 0-3 15,0 0 29-15,0 0-156 0,0 0 70 0,0 0 30 16,0 0 21-16,0 0-403 0,0 0 200 0,-1 0 100 16,-3 0-297-16</inkml:trace>
  <inkml:trace contextRef="#ctx0" brushRef="#br0" timeOffset="73815.08">22649 11629 638 0,'0'0'0'0,"0"-3"0"0,0 2 0 0,0 1 0 0,0-2 0 0,0 2 0 0,0 0 0 0,0 0 146 0,-2 0-60 0,2 0-27 0,-1 0 31 16,-1 0-29-16,-2 7 1 0,0 1-21 0,-1 3 23 16,-2 4-31-16,-5 0-1 0,-3 7 1 0,2-1 18 15,-2-2-10-15,-4 9-8 0,1-4-8 0,-1 1 8 16,1 0 0-16,2-3 15 0,0-5-7 0,4 0-9 16,-1-2 1-16,3-4 33 0,3-4 0 0,-1 1-34 15,3-4 9-15,0-1 39 0,3-3-24 0,1 2 0 16,1-2-23-16,0 0 56 15,0 0-20-15,0 0-8 0,0 0-5 0,0 0-23 16,0 0 0-16,0 0-45 0,0 0 30 0,3 0-7 16,9 0 22-16,3 0-23 0,2 0 1 0,4 0 22 15,1 0 8-15,1-2-68 0,5 1 28 0,-9 1 3 16,5 0-63-16,-2 0 33 0,1 0 25 0,0 0-20 16,-3 0-1-16,-1 1 9 0,-2 3 0 0,0-2-17 15,-4 0 1-15,-1 0 25 0,-2 0 6 0,-2-2-16 16,-3 0 12-16,0 0-15 15,-3 0 11-15,-1 0 48 0,1 0-23 0,-2-10 2 16,0-3-24-16,0-4 88 0,-2 1-39 0,-8-9-12 16,3 1-90-16,-4-4 35 0,-1-1 0 0,1-3 37 15,0-1-79-15,-2 0 33 0,4 3 0 0,-2 4-113 16,2 6 67-16,0-4 23 0,2 8 17 0,0 1 37 16,2 4-21-16,3 1-32 0,-1 5 26 0,3 0 158 15,0 2-82-15,0 1-29 16,0-1 101-16,3-2-55 0,13 2-34 0,0 1 28 15,9-2-8-15,0 3 0 0,1-3-38 0,2 3 34 16,0 1-26-16,-4 0 28 0,9 0-14 0,-8 1-57 16,2 8 23-16,-1 1-5 0,-3 1 26 0,-3 2-43 15,-1 1 8-15,-1 1 1 0,-4 1 14 0,0 1 8 16,-5 2 0-16,-2 0 0 0,-1 1 39 0,-4 1-39 16,-1 0-3-16,-1 1 31 0,0 3 4 0,-5-5-26 15,-8 4 5-15,-1-1-31 16,0-3 5-16,-5-3 20 0,-1 1-132 0,2-8 65 15,-6 5 26-15,4-7 0 0,-1-2-190 0,0-3 103 16,3-3 35-16,4 0-193 0,1 0 122 0,3 0 58 16,3-1 27-16,1-5-83 0,5-1 57 0,1-2 19 15,0-3 8-15,0 1-275 0,10-3 152 0,8 0 76 16</inkml:trace>
  <inkml:trace contextRef="#ctx0" brushRef="#br0" timeOffset="74238.45">23305 11433 837 0,'2'0'0'0,"-2"0"0"0,0 0 0 0,0 0 0 0,-2 0 0 0,-6 0 0 0,-1 0 308 0,0 0-138 0,-2 2-60 0,-1 7-43 0,-1 9 72 16,-2 6-52-16,4 2-28 0,-1 4 112 0,1 4-61 15,4 1-43-15,1 1 0 0,3 2 58 0,3-5-45 16,0 2-25-16,0-2 75 15,0-3-52-15,2-2-23 0,5-7 0 0,2 0-68 16,3-3 23-16,1-3 8 0,-1-4 14 0,2-4-36 16,2 0-1-16,0-7 38 0,0 0-154 0,4-2 73 15,1-11 23-15,-3-4 26 0,1-4-206 0,0 1 104 16,-6 1 19-16,4-7-59 0,-4 10 43 16,-2-4 35-16,1 3 2 0,-5 4 75 15,-2 3-31-15,-1 3 8 0,-2 3-24 0,0 2 196 16,-2 0-92-16,0 0-48 0,0 2-18 0,0 4 127 15,0 12-69-15,0 0-4 0,0 8 178 0,0 1-108 16,0-2-17-16,0 7 24 0,0-5-52 0,0 0-26 16,1-4 1-16,6-1-55 0,2 1 8 15,0-4 21-15,5-5 0 16,-3 1-119-16,1-5 60 0,2 0 29 0,-3-6-89 0,5-1 43 0,-4-1 35 0,2 0-10 16,-3-1-312-16,0-6 125 0,1-3 89 0,-3-4-285 15,-2 0 185-15,-1-2 91 0,0-5 46 0,-2-6-395 16,-3-1 213-16</inkml:trace>
  <inkml:trace contextRef="#ctx0" brushRef="#br0" timeOffset="74390.11">23645 11444 1359 0,'0'5'0'0,"0"3"0"0,0 0 0 0,0-2 0 0,0 1 0 0,0-2 0 0,0 1 221 0,0-1-94 0,0 4-47 0,0-3 176 0,0 2-112 16,0-2-48-16,0 3 26 15,2 1-44-15,0-3-23 0,2 3 0 0,-3-2-558 16,5-1 276-16</inkml:trace>
  <inkml:trace contextRef="#ctx0" brushRef="#br0" timeOffset="81323.3">24067 10296 730 0,'-2'0'0'0,"2"0"0"0,-1 0 0 0,1 0 0 0,0-3 0 0,0 0 0 0,0 2 0 0,0-3 0 0,0 0 91 16,0 3-28-16,0-1-1 0,0 0 32 0,0 2-31 16,0 0 8-16,0 0 57 0,0 0-48 0,0 0-24 15,0 0 1-15,0 0 31 0,0 0-19 0,-8 5-8 16,1 13-29-16,-7 2 41 0,0 4 1 0,-4 5-42 15,-2 3-27-15,-4 7-8 0,-2-3 35 0,3 2-20 16,4-11-1-16,-2 3 22 0,2-5 8 0,1 4-43 16,4-11 35-16,0 1-2 0,5-4 1 15,-1-2-4-15,6-5 8 0,0-1-22 16,3-5 12-16,-1 0-14 0,2-1 13 0,0-1 3 16,0 0-27-16,2 0 3 0,5 0 21 0,8 0 3 15,2-1 37-15,0-3-29 0,4-1-10 0,-1-2-44 16,3-2 21-16,0 2-8 0,-2 1 28 0,0 0-47 15,2 1 15-15,-3-1 0 0,1 3-7 0,-2-1 1 16,0 2 27-16,-4 0-4 0,-2-1-26 16,-3 1 0-16,1 0 19 0,-4 0 5 15,-1 0-25-15,-5 0 18 0,1 2 1 0,1-2 24 0,-1 0 0 0,-2-5-21 16,0-3 0-16,0-1 77 16,0-3-35-16,-2 1 1 0,-6-3-29 0,2-3-52 15,-1 0 7-15,2 0 42 0,-4-2-126 0,2 3 57 16,0-1 30-16,0 2-4 0,-2-1-24 0,2 4 18 15,2 1-16-15,1 4 57 0,-2 1-16 0,3 1-28 16,1 3 22-16,0 0 29 0,2 2-3 0,0 1-29 16,0 1 3-16,0 0-63 0,0 0 31 0,2 0 6 15,7 0-306-15,4 5 158 0,2 1 78 16,0 4-322-16,0-3 200 0,0 2 93 16</inkml:trace>
  <inkml:trace contextRef="#ctx0" brushRef="#br0" timeOffset="81522.75">24281 10347 697 0,'5'0'0'0,"-5"0"0"0,2-1 0 0,-2-2 0 0,2 0 0 0,0-1 133 15,-1 0-54-15,1 1-24 0,0-1 328 0,5 2-176 16,0 0-87-16,4 0-35 16,-1 2 178-16,1 0-115 0,3 0-57 0,-3 4-50 15,1 3-9-15,1 3 9 0,-2-1-8 0,-1 3-282 16,-1 1 141-16,0 0 70 0,-3-4 44 0,2 6-397 15,-5-5 181-15,1-2 114 0,-1 3-227 0,-1-4 149 16,0 0 47-16,0-1 52 0</inkml:trace>
  <inkml:trace contextRef="#ctx0" brushRef="#br0" timeOffset="81772.22">24658 10150 842 0,'2'-7'0'0,"-2"4"0"0,0 2 0 0,0-1 0 0,0 2 0 0,0 0 0 0,-5 0 366 0,0 9-166 0,-4 8-84 16,-2 1-33-16,-5 9 254 0,0 4-152 0,-5 6-76 16,0 2 69-16,-1 3-73 0,-5 5-28 0,1 2-8 15,-4 6 70-15,2 0-54 16,-1 0-26-16,1 1 2 0,4-7 9 0,-5 2-38 16,6-4 1-16,0-4-118 0,6-10 59 0,0 1 30 15,8-7 7-15,-1-3-208 0,2-5 115 0,3-4 21 16,3-6-339-16,1-1 171 0,1-4 97 0,0-2 31 15,0-2-134-15,0 0 102 0,3 0 50 0,8-8-291 16,3-5 163-16,0 0 93 0</inkml:trace>
  <inkml:trace contextRef="#ctx0" brushRef="#br0" timeOffset="81984.78">24621 10691 769 0,'12'-5'0'0,"-3"-1"0"0,-3 2 0 0,-3 4 0 0,1 0 0 0,-1 0 0 0,-3 0 298 15,0 0-132-15,0 13-67 0,0 2 294 0,0 2-181 16,0 4-81-16,0-3-53 0,-3 5 116 0,2-2-80 16,1 0-41-16,0-4-38 0,0-1-2 0,0-1 0 15,0 1-1-15,4-5-146 0,5-3 74 0,-2-1 44 16,5-2-8-16,-1-5-268 16,2 0 152-16,-1 0 69 0,0-2-380 0,2-9 163 15,-1-2 124-15,-2-5 43 0,1 0-240 0,-3-4 154 16,-2 0 77-16</inkml:trace>
  <inkml:trace contextRef="#ctx0" brushRef="#br0" timeOffset="82126.98">24830 10440 848 0,'0'-11'0'0,"-2"7"0"0,0 2 0 0,2 0 0 0,-1 0 0 0,-2 0 0 0,3 2 0 0,0 0 397 0,0 0-183 0,0 0-82 15,0 0-54-15,0 0 160 0,3 0-103 0,2 6-51 16,2 0-268-16,0 3 116 0,-2 2 47 0,2 2 26 15,-1 3-578-15</inkml:trace>
  <inkml:trace contextRef="#ctx0" brushRef="#br0" timeOffset="82301.58">25186 11210 1872 0,'0'0'0'15,"0"1"0"-15,0 2 0 0,0-3 0 0,0 0 0 0,0 0 0 0,0 0 0 0,0 0 0 0,0 0 57 0,0 0-1 0,0 0-23 0</inkml:trace>
  <inkml:trace contextRef="#ctx0" brushRef="#br0" timeOffset="92029.21">20558 11179 328 0,'0'0'0'0,"0"0"-164"0,-3 0 82 0,1 0 41 0,0 0 41 0,1 0 28 16,1 0 14-16,-2 0 1 0,2 0-27 0,-2 0 25 15,2 0-19-15,0 0-4 0,0 0 0 0,0 0 22 16,0 0-20-16,0 0 0 0,0 0-11 0,0 0 11 15,0 0-1-15,0 0 17 16,0 0-16-16,0 0-1 0,0 0 10 0,0 0 22 16,0 0 0-16,0 0-30 0,0-1 3 0,0-3 29 15,0 0 8-15,0-1-35 0,0 1 5 0,0-2-17 16,0 0 18-16,0 1-3 0,0-1-10 0,0-1 10 16,0 2 5-16,0 0-4 0,0-2-41 0,0 1-1 15,0 1 41-15,0-1-37 0,0 2-1 0,2 0 31 16,-2 2-10-16,0 1-2 0,0-2 8 15,0 1-5-15,0 1 11 0,0 1-10 0,0 0 2 16,0 0 0-16,0 0-16 0,0 0 16 16,0 0-1-16,0 0-14 0,0 0 6 0,0 0 8 15,0 0 4-15,2-2-26 0,-1 0 20 0,1-1-1 16,0-3 1-16,1 0-27 0,-1 2 2 0,-1-1 19 16,1 1 2-16,0 0 3 0,0 1-4 0,0-1-1 15,-2 2 16-15,0 0-16 0,2 0 1 0,-2 0 29 16,0 1-28-16,0-2 1 0,1 2 1 0,1-2-15 15,-2 2 14-15,0 1 2 0,0 0-1 16,0-2-40-16,2 2 41 0,-2 0-2 16,0-2-1-16,0 2-24 0,0-2 1 0,2 2 16 15,-2 0-10-15,0-2 7 0,2 0 5 0,-1 0-22 16,1 1 20-16,0-3-4 0,0 0 4 0,2 2-8 16,-2-3 6-16,0 3 0 0,2-2 0 0,-2 0-1 15,-1-2 1-15,1 5 0 0,0-3 0 0,0 0 0 16,0 1 0-16,-1-1 0 0,1 0 0 0,0-2 0 15,3 2 0-15,-3 1 13 0,-1-1-12 16,1 0 0-16,0 0-1 0,0 1 0 16,0-1 0-16,-1 0 2 0,1 1-2 0,0 0-2 15,0-3 3-15,0 3 0 0,0-1-5 0,-1 0 5 16,1 1 0-16,0 0-1 0,1-4 2 0,-1 3-2 16,-1-1 1-16,1 1 5 0,0-1-5 0,0-1-1 15,0 2 0-15,0-1 7 0,-1 1-6 0,-1 0 0 16,2-1 0-16,0 1-3 0,-2-2 3 0,2 0 1 15,0 3-1-15,-1-2-5 16,1-2 5-16,-2 4 1 0,2-1-7 0,0 0 6 16,1 1 0-16,-3-1-1 0,2 0-1 0,-1-1 0 15,1 3 0-15,0-2 15 0,-2 0-14 0,2 1 1 16,0 1-1-16,-2-3 19 0,1 2-17 0,1 1 0 16,-2-2 6-16,2 0-6 0,0 3 0 0,-2-3 3 15,2 0-9-15,0-2 6 16,-1 3 2-16,1-3-17 0,0 2 16 0,1-2-1 0,0 1 0 15,-1 0-6-15,0 0 5 0,0 0 1 16,2-1-3-16,-3 2-4 0,1-3 4 0,0 4 1 16,0-2 26-16,0 2 0 0,-2-4-24 0,1 4 0 15,-1-2 23-15,2 1 0 0,-2-1-18 0,2 1 10 16,0-2-7-16,1 3-2 0,-3-1 6 0,2-1-40 16,-1 0 36-16,1 1-2 0,0 1 3 0,0-1-27 15,0 0-2-15,-1-1 24 0,1 3-42 0,0-3 39 16,0 2-6-16,0-2 6 0,-1 0-14 0,1 2 11 15,2-1-3-15,-1 2 5 16,-1-1-4-16,-1 1 1 0,1-2 0 0,2 1 2 16,-2 2-1-16,-1-1-1 0,3 1 0 0,-2-2 1 15,2 1 1-15,-1-1-2 0,2 1-1 0,-2-2 1 16,1 0 1-16,0 1-1 0,-1-1 4 0,-1-2-3 16,2 3-1-16,-1-1 36 0,1 0-34 0,-2 1-1 15,1-1 2-15,0 0 8 0,-1 2-7 0,2-2-1 16,-1 0 2-16,-1 1-4 0,2-1 5 0,0 3-2 15,-1-4-13-15,2 1 13 16,-2 1 1-16,1-1 0 0,0 0-16 0,-2 0 14 16,1 0-1-16,1 1-8 0,-1-1 7 0,-1 1 1 15,2-3-2-15,-1 1 36 0,-1 4-34 0,-1-2 0 16,1-1 1-16,0 0 22 0,2 0-20 0,-3-1-1 16,3 1 33-16,-2 0-32 0,2 0 6 0,-1-2-5 15,2 1 0-15,-2 1 1 0,1 1 4 0,0-3-13 16,-1 1 12-16,-1 0-2 0,4 0 1 0,-3 1-22 15,2-2 19-15,-2 1 1 16,3 1-1-16,-2-2-18 0,-1 3 16 0,1-3 1 16,1 2-7-16,-1 0 6 0,1-1 0 0,0 1-1 15,-1 1-10-15,-1 1 9 0,1-2 1 0,0 0-5 16,-1 0 5-16,2 2-2 0,0-2 1 0,-1 1-5 16,0-1 5-16,-1 1 0 0,3-2 0 0,-1 1-5 15,0-2 5-15,0 4-1 0,1-4 6 16,-1 2-6-16,1-2 1 0,-3 3-1 15,4-3 23-15,-4 3-21 0,1-2-1 0,0 1 28 16,-1 1-26-16,-1-1 1 0,2 0-1 0,-1 1 0 16,2-1 0-16,-1 0 3 0,1 0 0 0,-1 1-16 15,-1-3 15-15,3 3 0 0,-1-3-15 0,0 2 14 16,0-2 0-16,-1 3-3 0,1-3-3 0,1 2 2 16,-3-1 3-16,1 2-6 0,2 2 4 0,-2-3-1 15,0 0 2-15,1 2 12 0,-1-2-12 0,-1 1 1 16,3 0-2-16,0-2 20 0,0 2-19 0,-3-1 2 15,3 0 9-15,-1 0-8 0,-1 0-2 16,2 1 2-16,0-1-5 0,-2 0 6 16,1 1-2-16,0-1-12 0,-1 1 12 0,3-2 1 15,-4 1-1-15,1 3-20 0,1-4 19 0,-1 2 0 16,0 1 0-16,1-1-11 16,0 1 10-16,-4-2-2 0,3 2 13 0,0 1-11 0,-1-3 0 15,3 2-2-15,-3-1 2 0,1 0 0 0,1 1-1 0,0 0 16 16,-1-2-15-16,-1 3 2 15,3-3-1-15,-3 2 14 0,1 0-13 0,1 0 1 16,-2 0-1-16,1-3-7 0,-2 4 7 0,1 0 0 16,1-1 22-16,-2 0-20 0,0 0-1 0,0 0 3 15,-1-1-1-15,1 2-1 0,0 1-1 0,1 0-1 16,-1-1 2-16,-2 1 0 0,1-3 0 16,1 2 4-16,4-1-4 0,-3 0 2 15,1-2 0-15,0 2 7 0,-1-2-7 0,2 1-2 16,0 1-9-16,-1-1 10 0,0-2-1 0,-1 4 1 0,3-3-29 0,-3 0 27 15,4 2 0-15,-4-2-11 0,3 0 10 0,-2 1 0 16,-1 1-3-16,3-2 10 16,-3 1-9-16,2 1 2 0,-1-2-5 0,-1 0 20 15,1 1-16-15,1 0 0 0,1 0-1 0,-1-1 3 16,2-1 0-16,0 1-1 0,0-2-17 0,0 2 17 16,3 0 0-16,-2-1-8 0,-1 1 6 0,0 0 2 15,2-1-4-15,-2 1-17 0,0 1 17 0,-1-1 1 16,-1 0-3-16,1 0 0 0,0 0 1 0,-2 3 1 15,1-3 28-15,-1 0-27 0,1 2 0 0,0 0 0 16,0-1 6-16,1 0-5 16,-1 0 2-16,1 0-11 0,-1 0 10 0,1 1-1 15,0 0 2-15,1 1-9 0,-1-3 8 0,2 2-1 16,-3-2 1-16,3 2-29 0,-1 0 25 0,-2-2 2 16,2 3-8-16,-2-2 6 0,2 2-2 15,-1-1 3-15,-1 0 2 0,2 0-3 0,-2 1-1 16,1-1 8-16,1-1-6 0,0 2-1 0,0-1 0 15,0 0 3-15,-2 0-2 0,3 0-1 16,-1 0 3-16,1-2-1 0,0 3 0 0,-1-1-1 16,3-2 0-16,-1 0 0 0,-2 2 0 0,2-2 0 15,1 0 0-15,-2 3 0 0,1-3 1 0,-2 1 1 16,3-1-2-16,-3 2 0 0,1-2 0 0,0 2 13 16,-1-1-12-16,-1 1 0 0,3-2 0 0,-2 0 1 15,3 3 0-15,-3-4-1 16,4 4-3-16,-1-4 3 0,1 4 1 0,-3-3-1 0,3 1-6 0,-1 1 7 15,0-2-1-15,0 2-5 16,1-2 5-16,-3 0 0 0,4 2-2 0,-5-2-1 16,2 2 2-16,0-1-1 0,1 1 1 0,-1-1 0 15,0 1 0-15,1-2 0 0,1 2 0 0,0-2 0 16,-1 3 0-16,-1-4 0 0,0 4 0 0,3-4 0 16,-3 4 0-16,1-3 7 0,-2 2-6 0,1-1-1 15,0 1 0-15,0-2 10 0,1 2-9 0,-1-1 0 16,0 0 0-16,1 1 0 0,1-3 0 0,0 1 1 15,1 2 8-15,1-2-8 0,-1 1 0 0,0-1-5 16,-1 2 5-16,-1-1 0 16,1 1 0-16,-2-2-8 0,1 2 7 0,0 0 0 15,-1 0 1-15,-1 0-5 0,-1 1 4 0,-1-1 0 16,1-1-1-16,-2 2 16 0,2-1-15 0,-4 0 0 16,3 0 5-16,-1 2-5 0,3-2 0 0,0 0 17 15,-1 2-16-15,0-2 3 0,1 0-3 0,0 2-4 16,-1 0 5-16,1-1 1 0,-1 1-1 15,-2 0-7-15,4-2 7 0,-4 2-1 16,0 0 1-16,1 0-7 0,-2 0 7 0,2 0-1 16,-1 0 2-16,-1 0-3 0,1-2 1 0,3 2-2 15,-3 0-6-15,3 0 8 0,0-1-1 0,1 1 2 16,1-3-1-16,-1 3-1 0,2-2 1 0,-1 1-5 16,1-1 4-16,-2 2 0 0,0-1 0 0,1-2 9 15,-1 0-9-15,-1 3 1 0,0 0 0 0,-1 0 14 16,0-3-14-16,-1 3 1 15,2 0 10-15,-1 0-8 16,-1-1-2-16,1 1 2 0,0 0-1 0,2 0 0 0,-2 0 0 0,0 0 16 16,-1 0-15-16,2 0 1 0,-1 0-2 0,-1 0-11 15,1 0 11-15,-2 0 2 0,4 0-13 0,-6 0 11 16,3 0 0-16,-3 0-2 0,1 0 2 0,0 0 0 16,2 0-1-16,-4 0-12 0,1-3 12 0,1 3-2 15,0 0 2-15,-1 0 20 0,1-2-20 0,0 2-1 16,-1 0 1-16,2 0-11 0,-1-1 11 0,-3 1 2 15,5 0-30-15,-3 0 27 0,3 0 1 16,-1 0-1-16,4-2-14 0,-4 2 12 16,2 0 0-16,-1 0-17 0,2 0 15 0,-1 0 2 15,-1 0-1-15,-1 0-23 0,1 0 19 0,-1 0 2 16,2 0-2-16,-2 0 14 0,-1 0-13 16,1 0 1-16,1 0 14 0,-3 0-13 0,4 0 0 0,-4 0-1 15,3 0 39-15,-1 0-37 0,1 0 2 0,0 0 11 16,0 0-8-16,-1 0-3 15,0 0 6-15,1 0-5 0,1 0 2 0,-2 0-1 16,0 0 2-16,3 0-16 0,-5 0 16 0,3 0-3 16,0 0-12-16,-1 0 12 0,1 0 0 0,-2 0-1 15,1 0-9-15,0 0 9 0,-1 0-2 0,3 0 0 16,0 0 0-16,-4 0 2 0,5 0-2 0,-5 0 5 16,6 0-4-16,-6 0 1 0,3 0-1 0,-3 0 28 15,3 0-26-15,-3 0 0 16,4 0 8-16,-5 0-8 0,3 0 2 0,-1 0-13 15,-1 0 13-15,1 0-1 0,2 0 0 0,0 0-13 16,-1 0 13-16,1 0-1 0,1 0 0 0,-1 2-5 16,2-2 3-16,-1 0 1 0,-1 0-3 0,1 0 23 15,0 0-21-15,1 0 1 0,-2 0 9 0,1 0-8 16,-1 0 1-16,0 0-1 0,-1 0-7 0,1 1 7 16,-1-1 2-16,3 0-9 0,-2 0 8 0,0 0-1 15,-1 0 1-15,2 0 15 16,1 0-16-16,-2 0 0 0,1 0-2 0,1 0 25 0,-3 0-21 0,2 0-2 15,0 0 40-15,0 0-38 16,-2 0 4-16,1 0-3 0,-2 0-3 0,-1 0 4 16,4 0 4-16,-6 0-38 0,3 0 35 0,-2 0-1 15,2 0 1-15,-1 0-30 0,1 0-2 0,-2 0 28 16,1 0-4-16,2 0-5 0,-2 0 3 0,1 0 4 16,-2 2-9-16,2-2 7 0,-1 0-4 0,-1 0-1 15,0 3 15-15,0-3-11 16,-1 0 0-16,1 0-22 0,1 0 22 0,-3 1 1 15,2-1-1-15,-2 0-41 0,0 0 40 0,0 0 0 16,0 3-2-16,0-3-20 0,2 0 20 0,-2 0-6 16,0 0 31-16,0 0-29 0,0 0 3 0,0 0 25 15,0 0 1-15,0 0-24 0,0 0-1 0,0 0 40 16,0 0 0-16,0 0-30 0,0 0-5 0,0 0 25 16,0 0-1-16,0 0-13 0,0 0-6 0,0 0 10 15,0 0-8-15,0 0 6 0,0 0-31 0,0 0 28 16,0 0-3-16,0 0-22 0,0 0 21 0,0 0-1 15,0 0 1-15,0 0-114 16,0 0 53-16,0 0 23 0,0 0 1 0,-10 9-583 16</inkml:trace>
  <inkml:trace contextRef="#ctx0" brushRef="#br0" timeOffset="96094.86">20565 11191 328 0,'0'0'0'0,"-4"-2"-164"0,1-2 82 0,0 2 41 0,-1 0 41 0,1-1 86 16,1 1-7-16,-2-2-23 0,1 2-1 0,-1 0-56 16,2 0 5-16,0 2 21 0,1 0-10 0,-1 0 8 15,2 0 1-15,-3 0 0 0,3 0-23 0,-2 0 21 16,2 0 1-16,0 0-1 0,0 0-5 0,-2 0 5 16,2 0 5-16,0 0 16 0,0 0-21 0,-2 0 0 15,2 0 0-15,0 0 32 0,0 0 5 0,-1 0-34 16,1 0 30-16,0 0 2 15,0 0-29-15,0 0 4 0,0 0-4 0,0 0 5 16,0 2-2-16,0 0-29 0,0-2 29 0,0 2 3 16,0 0 6-16,0 0 25 0,0 0-33 0,0-2 0 15,0 1 0-15,0-1 3 0,0 0 2 0,0 2-6 16,0-2 0-16,0 0-25 0,0 0 24 0,0 0 1 16,0 0-27-16,0 0 25 0,0 0 2 0,1 0 0 15,1 0-4-15,0 0 2 0,0 0-3 0,1 0 40 16,-1 0-39-16,1 0 1 15,-1 0-3-15,2 0 0 0,-1 0 11 0,1 0-7 16,0 0 2-16,-1 0-25 0,2 0 1 0,-2 0 21 16,5 2-29-16,-5-2-6 0,3 0 29 0,-1 0-23 15,2 0 18-15,-2 0 5 0,1 0-7 0,-1 0 1 16,0 0-3-16,4 0 5 0,-4-2-7 0,1 0 39 16,-1-1-28-16,1-1-5 0,-1-2-2 0,1 2 3 15,0 0 3-15,-2 3-2 16,-1-3-23-16,1 2-4 0,-1 0 26 0,1 0-41 15,1 1-3-15,-2-1 44 0,3 2-9 0,-3-2-30 16,3 2 25-16,-1-2 6 0,2 2-13 0,-2-2-17 16,3 0 18-16,-3 0 6 0,0-1 26 0,1 1-26 15,0-1-4-15,0 0 4 0,-3 1-2 0,3 0 1 16,-4 1 4-16,1-2 32 0,-1 2 2 0,3-2-32 16,-3 2 4-16,1-1-13 0,-1 0 12 0,2 0-2 15,-1 1 4-15,1-1-16 16,1 0 11-16,-1 0 1 0,2 1-3 0,0-2-16 15,-2 1 14-15,1-2 5 0,0 0-9 0,-1 2 6 16,3 1-2-16,-4-1 2 0,3-2-1 0,-3 3 2 16,3-2-2-16,-3 1 17 0,4 1-16 0,0-1 0 15,-1-2-1-15,-1 1 13 0,0 0-10 0,4 2-2 16,-2-4 3-16,-2 2-9 0,3-1 8 0,-1 1 2 16,1-1-9-16,0-2 6 0,-1 2 0 15,-2 0-9-15,3 1 9 0,-2-1 1 0,-1 0-2 0,1 1 2 16,1-1-2-16,0 0 0 15,0 1-2-15,-2-3-1 0,3 2 2 0,0-2 1 16,1 2-1-16,-2 1-19 0,0-3 19 0,2 3 1 16,0-3-29-16,-2 2 25 0,0 0 2 0,0 0-22 15,0 1 19-15,0-1 0 0,1 0 0 16,0 0 3-16,-1-2-4 0,0 4-1 0,1-4 1 0,-1 3 28 16,1-4-27-16,-1 1 1 0,1 2 5 0,-1 1-3 15,1 0-2-15,-2-2 4 16,-1 2-11-16,2-1 10 0,2 0-2 0,-4 0-11 15,2 1 11-15,1-1 1 0,-1 0-1 0,1-2-19 16,1 3 18-16,-1-1-2 0,2-1 2 16,-3 1-12-16,2-2 11 0,-2 0-3 0,5 1 2 0,-6-1 1 15,3 1-1-15,1-1-1 0,-3 0 21 0,2 2-20 16,-2-1 0-16,2-1 27 0,-2 2-25 16,0-1 1-16,1 1-1 0,2-1 33 0,-3 0-32 15,0 0 4-15,2-1-2 0,0 3 10 0,1-5-10 16,0 2 3-16,0 0-2 0,1 1-28 15,-2-1 29-15,3-1-17 0,-3 2 16 0,0 0-3 16,3-2 2-16,-3 3-29 0,0-2 28 0,1 1-4 16,1 2 2-16,0-2-18 0,-1 2 17 0,1-1-4 15,-4-2 3-15,5 3-6 0,-1-1 5 0,-4 0-1 16,5-1 1-16,-3 3 0 0,2-4 0 0,-2 3 0 16,3-1 0-16,-3-2 0 15,3 2 0-15,-1 0 0 0,-2 1 0 0,3-3 0 16,-3 2 0-16,2-1 0 0,-1 0 0 0,-1 2 0 15,0-1 0-15,0 0 4 0,3-1-4 0,-1 1 0 16,1-1 0-16,-1-1 18 0,-2 2-17 0,5-2 0 16,-2 3-1-16,-1-3 2 0,-1 2-1 0,1-1-6 15,-2 1 6-15,3-2 1 0,-1 1-1 0,-4 0-18 16,5 1 18-16,-5 0-1 0,3-2 0 0,0 2-12 16,-3 0 12-16,2-2-2 0,-2 4 1 0,2-3 2 15,-2 0-4-15,0 0 1 0,2 0 38 16,-1 1-37-16,0 0 1 0,-1 0 1 15,2 0 18-15,1-2-18 0,-1-1 4 0,0 3 3 16,1-2-6-16,-2 0 4 0,1 1 1 0,1 1-7 16,-1-2 5-16,-2 1-1 0,2-1 2 0,1 0 4 15,-1 1-5-15,-1 1-1 0,2-1 3 16,-3-1-3-16,2 0 0 0,-2 2-6 0,2-1 7 0,0 1-1 16,0-2 1-16,-2 2-1 0,5-2 1 0,-3 3 1 15,2-2-1-15,1-1-17 0,1 0 16 16,0 1-1-16,2-3-16 0,-1 2 16 15,0 0-3-15,2-1 3 0,-4 1-30 0,1 1 28 16,1-1 0-16,-3 3-19 0,2-3 16 0,-2 1 2 16,0-1-4-16,1 2 5 0,-1-1-4 0,-2 0 1 15,5 0-3-15,-1-1 13 0,0-1-10 0,0 1 0 16,1-1 21-16,0-1-21 0,2 3 1 0,-2-3 0 16,2 0 27-16,0 1-26 0,0-2 3 0,-2 5-3 15,2-4 4-15,-3 2-2 0,-1 1 1 16,2-1-18-16,-1 1 17 0,-1-1 1 15,-1 0-1-15,0 3-31 0,0-1 29 0,-1-2 0 16,0 3-11-16,0-4 10 0,3 2-2 0,-2 0 1 16,1-1 14-16,-1 1-13 15,3-1-2-15,-2-2 28 0,1 2-25 0,-1 1-1 0,3-2 2 0,-2 1 10 16,0-2-9-16,1 3-1 0,-3-1 5 0,1 0-3 16,0 1 2-16,-1-3-2 0,1 2-11 0,-3 1 11 15,2-3 0-15,-2 1 0 16,1 1-9-16,-1 0 8 0,2-1-2 0,-3 2-5 15,3-1 5-15,-2-1 1 0,2 1-1 0,-4 2-3 16,0-1 3-16,2-1 1 0,1-1-1 0,-2 4-2 16,1-2 2-16,-1-1 0 0,1 1-5 0,-2-1 5 15,4 1 0-15,-4 1 0 0,2-2-1 0,-2 0 1 16,3 1-1-16,-3-1 0 0,1 1 0 16,-1-1 1-16,1 2-1 0,-1-2-13 15,1 1 13-15,-1-1 0 0,0 2-1 0,1-1-1 16,-2 1 1-16,-1 0 1 0,3 1-6 0,-2-3 5 15,0 2-1-15,-3 0 1 0,3 0 7 0,-1 1-7 16,1-2-2-16,0 0 12 0,1-1-10 0,2 1 1 16,-1-1-1-16,2-1 8 0,-1-1-6 0,2 1 0 15,-1-1-1-15,-1 0 4 0,0 3-3 0,-2 0 0 16,1-1 0-16,0-1 1 0,-1 4-1 0,-2-1 0 16,2 1-3-16,-3 1 3 0,1-1 0 0,-1 1 0 15,-1-2 0-15,3 2 0 16,-1-2 0-16,2 1 0 0,-4-2 0 0,3 2 0 15,-1-1 0-15,1 0 4 0,0 0-4 0,-1 1 1 16,1-1-1-16,-2 2 0 0,-1-1 0 0,-1 0 1 16,2 2-2-16,-3 0 2 0,4-2-1 0,-1 1-1 15,1-2 1-15,0 2 1 0,1-2-1 16,1 1-7-16,2-3 7 0,-2 3 0 0,0-3 0 16,2 0-2-16,0 1 1 0,-4 1 0 0,0-2 2 15,1 2-2-15,-2 2 1 0,-3 0-1 16,1 1 11-16,1-1-10 0,-3 2 0 0,0 0 40 15,0 0-38-15,0 0 0 0,0 0 0 0,0 0 12 16,0 0-11-16,0 0 3 0,0 0-2 0,0 0-15 16,0 0 15-16,0 0 1 15,0 0 15-15,0 0-15 0,0 0-1 0,0 0 0 0,0 0 20 0,0 0-20 16,0 0 1-16,0 0 33 0,0 0 0 0,0 0-29 16,0 0-2-16,0 0 27 0,0 0 4 15,0 0-21-15,0 0-5 0,0 0 7 16,0 0-5-16,0 0 6 0,0 0-30 0,-5 0-3 15,-2 0 27-15,-2 2-1 0,0 1-77 0,-3 3 33 16,3 0 3-16,-2 0-10 0,-1 1 0 0,1-1 27 16,-1-1 10-16,1 1-40 0,-1 0 35 0,-2 1-13 15,-1-1 10-15,2-2 34 0,-2 1-34 0,1 1-8 16,0-1 32-16,-2 0 0 0,2 1-22 0,-2 0 34 16,2 0-32-16,1 0 7 0,-3 1-5 0,6-1 13 15,-2-2-12-15,1 3 4 16,2-1-2-16,-1-1 5 0,2 0-5 0,-1 3 1 15,2-1-1-15,-3-2-40 0,3 0 39 0,-1 1-1 16,1 0-7-16,-1-1 7 0,1 1 0 0,-1-1 8 16,1-1-9-16,-3 2-1 0,3-3 0 0,-1 3 8 15,-2-4-7-15,1 2-1 0,2-1 1 0,-2 2 29 16,1-2-26-16,-3 2-2 0,3-1 6 16,-3 0 11-16,1 2-11 0,1-2-3 15,-3 1 13-15,2 2-12 0,0-1 1 0,-1 0-1 16,1 2-8-16,1-4 9 0,1 3 0 0,-1-1-4 15,0-1 4-15,2 1-1 0,-5-1-1 0,4 1 3 16,-2-1-3-16,0 1 1 0,0 0-1 0,1 2 8 16,-1-5-7-16,1 3 1 15,0 1 25-15,-3-1-25 0,3 0 1 0,0 1-1 0,0-2 4 0,-1 1-2 16,1 2 0-16,0-3-3 0,-1 3 3 16,0 0-1-16,3-3 2 0,-3 2-9 0,1-2 8 0,0 4 0 15,0-2-1-15,-1-1-7 16,3 2 6-16,-3-3 2 0,-1 2 1 0,1-1-3 15,1 2 0-15,1-2 20 0,-1-1-19 0,2 2 1 16,-2-1-1-16,0 0-13 0,2 1 13 0,0-1 0 16,1-2 2-16,-2 1-10 0,3-1 9 0,-1 2-1 15,1-2 1-15,-3 0 4 0,3-2-5 0,-1 1 1 16,0 0 3-16,1 0-4 0,-1-2-2 16,1 3 2-16,0-2 5 0,0-1-5 15,1 2 1-15,-1-2-9 0,1 1 9 0,-1 2-1 16,1-2 2-16,-3 0-10 0,2 0 8 0,0 2 0 15,-1-1-1-15,-1-1-9 0,0 2 9 0,2 0 0 16,-1-1-16-16,-1 2 16 0,2-5-2 0,-2 5 1 16,2-1-10-16,-1-2 9 0,1 2-1 0,-1-3-2 15,3 3 2-15,-4-2 1 0,4 0-1 0,-1 0 20 16,2-1-20-16,-1 1 1 0,-1-2 0 0,0 4 6 16,1-2-4-16,-4 1-2 0,4 0-3 0,-3 0 3 15,1 1 2-15,1 0-1 16,-1 0-8-16,-2-1 8 0,2 1 0 0,-1-2-7 15,1 2 7-15,-1 0-1 0,1-1 0 0,-3 1-7 16,2-1 7-16,1 1-1 0,1-1 0 0,-1 0 12 16,0 1-11-16,1-2 0 0,1-1-2 0,-1 1 2 15,2 0 0-15,1 0 0 0,-1 0-3 0,-2-1 3 16,2 2 0-16,-1 0-8 0,1-2 7 0,-3 1 1 16,2 2 0-16,-1-2-4 15,0-1 3-15,2 1 0 0,1-2 0 0,-3 2-1 16,4 0 0-16,-2-2 1 0,0 1 15 0,1-1-15 15,1 0 1-15,-2 2-1 0,0-2 8 0,2 3-6 16,0-3-1-16,-3 0-3 0,3 0 3 0,0 0 1 16,0 0 0-16,0 0-6 0,0 0 6 0,0 0-1 15,0 0 1-15,0 0 2 0,0 0-2 0,0 0-2 16,0 0 10-16,0 0-10 0,0 0 1 0,0 0 1 16,0 0 9-16,0 0-9 15,0 0 0-15,0 0-6 16,0 0 6-16,0 0 1 0,0 0 0 0,0 0-11 0,0 0 10 0,0 0-1 15,0 0 1-15,0 0-32 0,0 0 31 0,0 0-3 16,0 0-19-16,0 0-3 0,0 0 22 0,0 0-3 16,0 0-28-16,0 0 26 0,0 0 3 0,0 0-33 15,0 0 1-15,0 0 21 0,0 0 7 0,0 0-64 16,0 0 29-16,0 0-8 0,0 0 36 0,0 0-212 16,0 0 103-16,0 0 39 0,0 0-603 0,17 0 328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12:05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20436 6796 249 0,'-5'0'0'0,"1"0"0"0,3 0 0 0,-1 0 0 0,2 0 0 0,0 0 118 0,0 0-43 0,0 0-21 16,0 0 18-16,0 0 9 0,0 0-48 0,0 0 32 15,0 0 0-15,0 0-33 0,0 0 1 0,0 0 1 16,0 0-1-16,0 0 0 0,0 0 0 0,0 0 16 15,0 0-17-15,0 0 9 0,0 0 24 0,2 0 0 16,-1 0-33-16,3 2 33 0,1-2-32 0,0 2 8 16,-1-2-8-16,1 3 30 15,1-3 0-15,-1 1-30 0,0-1-1 0,0 2 30 16,-1-2-29-16,-2 1 8 0,-1 2-28 0,1-2 20 16,0 1-1-16,2 0 9 0,-2 0-40 0,-1-1 32 15,3 2 0-15,1 0-2 0,2-1 2 0,-2 3 8 16,4-4-20-16,3 1 5 0,-1-2-1 0,2 0 4 15,1 1-6-15,-2-1 11 0,2 0-6 0,1 0 0 16,0 0 1-16,2 0-26 0,-2 0 0 16,1 0 31-16,4 0-34 0,-1 0 25 15,-1 0-2-15,1 0 2 0,3 3-33 0,-1-2 36 16,0 1-8-16,2 0-17 0,-1 0 13 0,-1 2 4 16,0-2-5-16,-1 1-28 0,-1-1 29 0,0 1 1 15,-1 0-2-15,-1-1 2 0,2-1-3 0,0 2 6 16,-1 1-2-16,3-3-2 0,4 1-4 0,-3 0-9 15,2 0 11-15,-3 0 4 0,7-2-3 16,-1 0-4-16,1 0 4 0,0 0 0 16,-1 0 1-16,-4 0-8 0,9 0 7 0,-4 0-1 15,1 0-2-15,-1-2-3 0,-2 0 5 0,-1 0 3 16,3 0 24-16,-1 1-26 0,-4 1-3 0,0 0-5 16,0 0 8-16,2 0 3 0,-5 0-2 0,2 0-23 15,1 0 0-15,-3 0 21 0,5 0 4 0,-2 0-30 16,-1 0 21-16,2 0 4 0,2 0-32 0,-1 0 0 15,0 0 26-15,7 0 2 0,-2 0-35 0,2 0 32 16,1 0-8-16,1 0-11 0,0 0 15 16,1 0 0-16,2 0-3 0,-4 0-5 15,-1 0 7-15,0-2 0 0,-2 2-1 0,2 0-9 16,-2-2 9-16,-1 2 0 0,1 0-5 0,-2-3 5 16,2 3-1-16,0 0 1 0,-3 0 16 0,3 0-16 15,-1 0 0-15,1 0 6 0,0-1-5 0,2 1-1 16,1 0 2-16,-1-2 21 0,3 2-21 0,-1-2-1 15,-1 1 3-15,3-2 3 0,1 1-2 0,1 1-2 16,-3-1-5-16,3 0 5 0,0 0 2 16,-3 0-2-16,-1 0-15 0,-2 0 15 15,0 2-1-15,-2 0-37 0,-4 0 37 0,4 0-1 16,-3 0-1-16,-1 0-23 0,-6 0-3 0,3 0 25 16,-2-2-6-16,0 2-24 0,-1 0 26 0,-1-1-3 15,1-2 13-15,-1 3-10 0,1-1-6 16,-4 1 0-16,1 0 43 0,-2 0-1 0,-1 0-35 0,-6 0 42 15,4 0 0-15,-4 0-32 0,-1 0-6 0,0 0 43 16,-1 0-1-16,-3 0-26 16,2 0-6-16,-1 0-11 0,-2 0 11 0,1 0 5 15,-1 0-29-15,0 0 26 0,0 0 2 0,-2 0-4 16,0 0-46-16,1 0 19 0,-1 0 0 0,0 0-48 16,0 0 33-16,0 0-9 0,0 0 40 0,0-2-184 15,0-2 85-15,0-6 34 0,0 2 18 0,-9-2-673 16</inkml:trace>
  <inkml:trace contextRef="#ctx0" brushRef="#br0" timeOffset="23675.8">7915 6983 550 0,'-2'0'0'0,"-5"0"0"0,2 0 0 0,-4 3 0 0,6-1 0 0,-3-2 0 0,3 0 61 0,-1 2 8 16,2-2-36-16,0 0 118 0,2 0-60 0,0 1-28 15,0-1-1-15,0 0 7 0,0 0-8 0,0 2-28 16,2-2 0-16,2 0-37 0,7 0 36 0,1 0 9 16,2 0 38-16,4 0-23 0,2 0-1 0,4 0-22 15,1-2 24-15,1-1-16 16,3-5-8-16,-1 3-26 0,-1-2 0 0,2 4 26 16,-1-2 0-16,-6 2-62 0,8 0 26 0,-5 1-1 15,-3 2 36-15,-1 0-119 0,2 0 55 0,-5 0 20 16,1 0-122-16,-3 0 68 0,-2 0 20 0,-5 0-108 15,3 0 58-15,-5 0 41 0,1 0 6 0,-5 0-66 16,1 0 31-16,-1 0 26 0,0 0-8 0,-3-1-135 16,0-7 84-16</inkml:trace>
  <inkml:trace contextRef="#ctx0" brushRef="#br0" timeOffset="23949.91">8295 6748 1458 0,'-8'0'0'0,"3"1"0"16,1 1 0-16,0 0 0 0,4-2 0 0,0 0 0 0,0 3 0 0,0-3 0 0,0 1 207 0,11-1-91 0,5 0-42 0,0 0 96 0,3 0-68 0,8 0-35 15,-9 0 8-15,7 0-18 0,-3 0-1 0,-1 0-24 16,-1 0 1-16,1 4-72 16,-6 3 44-16,0 2-8 0,-4 2-96 0,-2-3 66 15,0 6 33-15,-7-1-93 0,-1 2 44 0,-1 1 32 16,0 3-20-16,-5 0-39 0,-7 0 21 0,-4 2 24 15,2-2-10-15,-7 1-1 0,5-1 1 0,-5-2-1 16,2 0 11-16,-5-3-107 0,5 0 44 0,-1-1 36 16,0 0-174-16,-1-2 100 0,6 2 50 0,-5-1-215 15,5-2 124-15,1-1 74 0,0-2 33 0</inkml:trace>
  <inkml:trace contextRef="#ctx0" brushRef="#br0" timeOffset="24195.8">8063 7218 448 0,'-13'3'0'0,"4"0"0"0,4 1 0 0,-5 0 0 0,4-2 0 0,0-1 356 16,1 2-162-16,1-3-81 0,3 0-39 0,1 0 133 15,0 0-90-15,1 0-43 16,12 0 154-16,6 0-97 0,7 0-49 0,-4-3 119 16,7 2-88-16,-2-1-40 0,1-2 0 0,2 2-12 15,-2 2 0-15,-5 0-20 0,5 0-8 0,-5 0-62 16,-1 0 31-16,-1 0 0 0,-2 4 31 0,-3 1-46 15,0 1 18-15,-4-2 1 0,-4 0-183 0,-1 0 74 16,-1 0 59-16,-2-3-12 0,-2 1-268 0,0-2 123 16,-2 0 86-16,0 0-212 0,-2 0 148 0,-7 0 65 15,-2 0 44-15,-3 0-318 0</inkml:trace>
  <inkml:trace contextRef="#ctx0" brushRef="#br0" timeOffset="24436.55">8112 7274 1216 0,'-11'5'0'0,"4"1"0"0,1 0 0 0,0 2 0 0,1 0 0 0,1 2 0 0,2-1 0 0,0 6 0 0,2 1 135 0,0 4-51 15,0 2 209-15,0 4-134 0,2 3-63 0,5 1-32 0,0 3 91 16,-2 3-61-16,-1 4-23 16,1 5-8-16,-3-1-53 0,3 2 0 0,-3 1 23 15,1 0-1-15,-2-8-69 0,1 9 31 0,1-11 0 16,0 0-80-16,-3 1 59 0,2-6 30 0,-2-6-94 15,2-1 52-15,-2 0-3 0,0-6 25 0,0-4-218 16,0-4 110-16,0-3 25 0,0-2 41 0,0-4-230 16,0-2 129-16,0 0 63 0,-2-2 32 0,0-11-299 15</inkml:trace>
  <inkml:trace contextRef="#ctx0" brushRef="#br0" timeOffset="24634.24">8049 7674 1431 0,'3'-6'0'0,"2"4"0"16,2 0 0-16,2 0 0 0,0 0 0 0,7-2 0 0,3 2 189 0,3 1-78 0,4-1-39 0,4 0 408 0,0 2-215 0,2 0-120 15,-2 0-56-15,0 0 51 16,0 0-53-16,-3 0-28 0,-6 0 9 0,0 2-205 16,-3 1 86-16,-5 1 41 0,-2-2-245 0,-3 0 143 15,-5 0 81-15,-1 0-341 0,-2-2 148 0,0 0 108 16,0 0-13-16,0 0-112 0,-7 0 96 0</inkml:trace>
  <inkml:trace contextRef="#ctx0" brushRef="#br0" timeOffset="27177.12">8869 7151 503 0,'0'-8'0'0,"-3"3"0"16,1 1 0-16,0 1 0 0,-1 1 0 0,1-2 0 0,-3 3 0 0,1 1 167 0,1 0-60 0,-1 0-41 0,1 0 0 0,-2 5 31 16,0 4-32-16,-1 2-1 15,3 2 21-15,-1 2-30 0,-2 4-1 0,1 6-21 16,1 1 68-16,-1 2-35 0,-2 4 9 0,0 4 20 16,2 7-31-16,0-4 0 0,-1 3-32 0,-1-1 9 15,5-6 0-15,1 3-8 0,1 0-1 0,0-6-76 16,0-4 38-16,1-4 1 0,6-1-123 0,2-4 66 15,3-5 44-15,2 2-132 16,-3-7 80-16,2-1 16 0,3-5 28 0,-2-3-316 0,2 0 155 0,-2 0 74 16,4-5 40-16</inkml:trace>
  <inkml:trace contextRef="#ctx0" brushRef="#br0" timeOffset="27728.75">8976 7328 1119 0,'-7'5'0'0,"1"7"0"0,3-1 0 0,-1-2 0 0,2-3 0 0,2 0 0 0,0-1 132 15,0 1-41-15,7-3 228 0,11 1-144 0,4-4-71 16,2 0-35-16,5 0 45 0,-1-2-33 0,0-7-8 16,0 0-40-16,-1-3-99 0,-4 0 50 0,-2 0 32 15,4-3-7-15,-5-1-139 0,-1 2 82 0,-3 1-182 16,-2-6 129-16,0 2 32 0,-1-4 38 0,-2 3-101 15,0-6 25-15,-5 1 40 0,-2-3 2 0,-1 3-26 16,-1-1 34-16,-2 3-1 16,0 0 25-16,0 4 44 0,-5 2-22 0,-5 6-8 15,-3 3 145-15,-4 5-79 0,0 1-30 0,-7 1 197 16,3 18-100-16,-3 3-60 0,-4 8-4 0,3 4 67 16,2 0-26-16,-1 0-35 0,7-4 21 0,-2 0 45 15,6-2-49-15,6-7 0 0,2-1-40 0,3-2 35 16,2-2-1-16,0-2-26 0,2-4-36 0,5 1-5 15,4-1-1-15,2 0-75 0,0-3 54 0,1 1 35 16,-1-3-9-16,-1 3-96 0,0 0 46 0,-3-1 30 16,-1 2-1-16,-3 1-3 0,1 1-5 15,-4 2 0-15,0-2-18 0,-2 5 144 16,0-3-60-16,0 4-24 0,0-2 197 0,0 1-103 16,-4 1-39-16,-2 0 95 0,4 0-59 0,0 0-30 15,2-2-8-15,0 0-63 0,0-1 26 0,0 0 0 16,2 0 0-16,6-2-75 0,-2 0 34 0,1 1 20 15,0-1 0-15,0-4-123 0,-2 2 54 0,1-1 48 16,-4 1-181-16,-1-1 96 0,-1 2 21 0,0-1-65 16,0-1 46-16,-6-3 28 0,-5 3 2 15,0-1-121-15,-2-4 76 0,0-1 37 16,2-1-1-16,0-2-91 0,3 0 69 0,0 0 29 16,5 0 1-16,3-2-282 0,0-6 156 0,0-8 69 0</inkml:trace>
  <inkml:trace contextRef="#ctx0" brushRef="#br0" timeOffset="27888.33">9358 7645 1486 0,'7'0'0'0,"0"2"0"0,0 9 0 0,-5 2 0 0,0 1 0 0,-2 3 0 0,0 1 0 0,0 1 0 0,0-1 0 0,0 2 243 0,0-3-106 0,0-1-10 16,4-2-48-16,2-3-22 0,5-2 7 0,-1-3-304 15,1 0 137-15,-3-5 67 0,4-1 35 0,-2 0-217 16,0 0 134-16,0-7 54 0,1-12-535 0</inkml:trace>
  <inkml:trace contextRef="#ctx0" brushRef="#br0" timeOffset="27996.04">9471 7333 886 0,'-3'-9'0'0,"1"7"0"0,1 0 0 0,-1 2 0 0,0 0 0 0,0 8 0 0,2 5 0 0,0 2 0 0,0 4-51 0,6 3 41 0</inkml:trace>
  <inkml:trace contextRef="#ctx0" brushRef="#br0" timeOffset="28162.59">9705 7717 1331 0,'0'0'0'0,"0"3"0"0,0 3 0 0,0 0 0 0,-4-2 0 0,1 6 0 0,1 0 0 0,1 1 228 0,-3 0-102 0,0 3-46 0,1 1-71 15,1 0-1-15,0-2 25 0,2-2 8 0,-1-1-421 16,1-1 206-16,0-3 104 0</inkml:trace>
  <inkml:trace contextRef="#ctx0" brushRef="#br0" timeOffset="28715.28">9876 7204 807 0,'10'0'0'0,"-1"0"0"0,1 0 0 0,-5 3 0 0,-3 7 0 0,0 3 419 0,0 4-192 0,-2 6-90 16,0 3-55-16,0 2 197 15,0 2-123-15,0 0-62 0,-4 2-30 0,2-5-60 16,-1-2 29-16,-1 0-1 0,-1-6-189 0,5-7 95 16,-1-5 47-16,1-2-169 0,0-5 104 0,0 0 56 15,0-11 29-15,0-13-121 0,6-5 63 0,-1-5-39 16,4-7-29-16,-1 1 8 0,2 0 40 0,-1-3 0 15,2 1 40-15,-1 6-27 0,4-9 27 0,-1 14 1 16,3-3-1-16,-2 7 64 16,-2 8-31-16,3 3-9 15,-3 4 199-15,-3 9-105 0,2 1-37 0,-1 2 119 0,-5 7-66 0,1 17-49 16,-3 9 7-16,-1 11 256 0,-2 3-141 0,0 8-71 16,0 9-35-16,-4-6 106 0,-3 17-74 0,0-3-34 15,-1 6 54-15,0-1-44 0,3 1-21 0,1-16-15 16,2 11-7-16,2-25 0 0,0 1 0 0,2-15-34 15,9 0 1-15,-2-14 41 0,5-1-9 16,-3-9-144-16,3-7 72 0,0-3 36 0,3-8-6 0,0-17-249 16,0-12 105-16,0-5 74 15,0-5-213-15,-3-4 130 0,4 0 65 0,-6-3 25 16,2 1 8-16,-1 4 32 0,-1 3 0 0,-3 12-158 16,-2 0 79-16,-1 11 31 0,-3 7 8 0,0 4 135 15,-1 5-47-15,0 3-24 0,0 4-9 0,-1 0 287 16,-1 17-147-16,0 8-76 0,0 1 372 15,0 3-201-15,0 2-43 0,2 1-22 0,0 0-60 0,0-5-29 16,0-5 0-16,3 1-172 0,-1-4 79 16,4-3 27-16,-3-3 1 0,1-4-139 15,1-4 87-15,-1-1 43 0,0-2 30 0,0-2-539 16,-1 0 205-16,0-7 147 0,-1-10-379 0,0-6 257 0</inkml:trace>
  <inkml:trace contextRef="#ctx0" brushRef="#br0" timeOffset="28844.94">10365 7226 1043 0,'0'-8'0'0,"0"5"0"0,0 1 0 0,0 0 0 0,0 2 0 0,0 0 0 0,0 0 0 0,0 0 236 0,2 0-94 0,0 2-59 16,1 9-25-16,3-3-193 0,-1 5 83 0,1 2 43 16,0 0 29-16</inkml:trace>
  <inkml:trace contextRef="#ctx0" brushRef="#br0" timeOffset="29090.42">10549 7064 1440 0,'4'-16'0'0,"-1"8"0"0,5 3 0 0,-1-1 0 0,0 2 0 0,1 3 0 0,3 1 0 0,0 0 0 0,3 7 483 15,2 10-226-15,2 2-112 0,-1 5-47 0,1 5 149 16,0 2-106-16,-2 8-55 0,-2 1 1 0,-7-2-19 15,0 8-8-15,-5 1-73 0,-2 0 23 16,0 1 0-16,0-2 23 0,-5-7-150 0,-6 10 71 16,-1-13 39-16,-3 0 1 0,-2-2-305 15,0-5 164-15,2-9 31 0,-1-2 58 0,0-4-415 16,5-10 219-16,2-3 111 0,1-1-128 0,1-1 111 0</inkml:trace>
  <inkml:trace contextRef="#ctx0" brushRef="#br0" timeOffset="29259.96">10941 7298 1533 0,'2'-2'0'0,"1"-3"0"0,9 2 0 0,-1 0 0 0,1-1 0 0,1 1 0 0,1-1 0 0,5 0 0 0,4-2 340 0,0 4-154 0,1 0-76 15,-1 0-147-15,-1 2 43 0,5 0-8 0,-7 0 34 16,1 0-225-16,-2 4 113 0,-3 2 57 0</inkml:trace>
  <inkml:trace contextRef="#ctx0" brushRef="#br0" timeOffset="29413.56">10997 7549 1268 0,'-7'7'0'0,"3"-3"0"0,4 4 0 0,0-6 0 16,0 0 0-16,4-2 0 0,9 0 0 0,8 0 545 0,3 0-255 0,5 0-129 0,-1 0 178 0,-3 0-145 15,7 0-85-15,-3 0-468 0,-1 0 196 0,-4 0 98 16,-1 0 48-16,-3 0-367 0</inkml:trace>
  <inkml:trace contextRef="#ctx0" brushRef="#br0" timeOffset="30164.01">11860 7078 568 0,'-6'-13'0'0,"-1"0"0"0,0 5 0 0,2 0 0 0,-1 1 0 0,1 2 0 0,0-1 0 0,-1 0 183 0,0 4-79 0,-2 1-36 16,3 1 0-16,-1 0 63 0,-1 16-49 0,-3 10-17 15,1 7 16-15,0 7-24 0,-1 0-1 0,3 3 79 16,-1 1-51-16,3-7-17 0,1 10-9 0,1-11 75 16,3 1-51-16,0-2-24 0,0-4-1 0,0-4 28 15,7 3-30-15,2-5 0 0,4-3-86 0,2-4 32 16,3-1 0-16,0-2 40 0,6 0-275 0,-1-4 133 15,-1 1 67-15,1-3-226 0,-2 1 134 16,-1-4 35-16,3 0 44 0,-2-1-479 0</inkml:trace>
  <inkml:trace contextRef="#ctx0" brushRef="#br0" timeOffset="30428.22">12269 7048 1083 0,'-4'-13'0'0,"-5"9"0"0,7 4 0 0,0 0 0 0,1 0 0 0,-1 0 0 0,-2 5 0 0,2 10 387 0,-2 2-178 0,0 8-87 16,2 2-37-16,-1 0 206 0,3 3-129 0,0 2-64 16,0 2 16-16,0-2-40 0,0 4 7 0,0 0-168 15,0 1 59-15,1 1 31 0,1-3 0 0,0 3-251 16,2-1 149-16,-3 1 61 0,4-4 36 0,-3 0-178 15,0-4 44-15,-2-8 68 16,0 1-49-16,0-10-229 0,0-4 157 0,0-2 78 16,0-7-231-16,0 0 155 0,-4-10 69 0</inkml:trace>
  <inkml:trace contextRef="#ctx0" brushRef="#br0" timeOffset="30680.55">12134 7016 1015 0,'0'-25'0'0,"2"9"0"0,-1 4 0 0,5-3 0 0,2 3 0 0,3 3 227 0,2-4-101 0,4 6-47 0,1 3 258 16,3 2-152-16,6 2-76 0,-6 0-30 0,7 8 51 15,-4 10-48-15,0 2-25 0,1 4 7 0,-4 1 0 16,-1 3-23-16,-3-1-82 0,0-2 37 0,-4 1 1 16,-4 1 35-16,-3-7-123 0,-4 5 71 0,-2-3 21 15,0 3 1-15,-8-5-68 0,-8 1 20 0,-3-2 31 16,-2-6-18-16,-9 1-27 0,2-4 3 15,-3-2 25-15,1-5-13 0,3 1-134 0,3-4 59 16,-1 2-166-16,4-2 126 0,5 0 64 16,5 0 31-16,4 0-237 0,5-2 139 0,2-7 65 0</inkml:trace>
  <inkml:trace contextRef="#ctx0" brushRef="#br0" timeOffset="31055.69">12902 6971 539 0,'-4'-8'0'0,"-7"5"0"0,1 0 0 0,0 2 0 0,-1 1 0 0,1 0 364 15,-1 0-166-15,-3 0-82 0,-1 7 181 0,2 7-124 16,0 5-74-16,-3 1-33 0,6 4 58 0,-1 7-46 16,-3 6-22-16,5-2 128 0,0 11-79 0,0-3-36 15,4 3-1-15,1 2 91 0,4-3-64 0,0-4-22 16,0 11-9-16,2-8 24 0,10-3-28 15,3-1 1-15,2-3-129 0,1-7 59 0,5 2 17 16,0-6-154-16,0-4 90 0,2-1 44 16,3-3 23-16,-1-5-574 0,1-2 280 0,-2-6 91 0</inkml:trace>
  <inkml:trace contextRef="#ctx0" brushRef="#br0" timeOffset="32689.1">13088 7226 794 0,'-9'0'0'0,"1"0"0"0,4 0 0 0,-1 0 0 0,3 0 0 0,-2 0 0 0,4 0 0 0,-2 0 137 0,2 0-52 0,0-2-27 15,0-4 9-15,4 3 55 0,7-3-45 0,4-1-22 16,2 1 0-16,2-4 42 0,0 3-24 0,5-2-8 16,-1-2-8-16,1 1-1 0,1-1-23 0,-3 2-39 15,-1-3 7-15,0 1 32 0,-3-4 0 0,1 2-29 16,-2-1-1-16,-2-2 30 0,0-1 8 0,-2-2-92 15,0 0 28-15,-3 1 24 16,1-6-10-16,-2 2-94 0,-1 2 46 0,-1-3 30 16,1-3-81-16,-7 5 51 0,5 0 14 0,-4 1-19 15,-2 1 15-15,0 1 4 0,0 5 12 0,0-1 49 16,-6 7-5-16,-3-3-39 0,0 7-1 0,-5-1 44 16,2 4 2-16,-4 0-39 0,-2 5 9 0,-1 11 71 15,-4 4-27-15,3 2-21 0,-3 5 102 0,0 1-57 16,3-2-15-16,-1 3 70 0,2-1-43 15,5-3-26-15,-2 2 17 0,7-7 34 16,2 0-28-16,3-2 8 0,2-1-31 0,2-2 3 16,0-1-14-16,0-1 1 0,0-4 0 0,8 1-29 15,3-1-9-15,-1-2 38 0,4 2-52 0,1-4 25 16,0 2-2-16,-2-2-46 0,2 3 25 0,-2-1 0 16,-3 1 22-16,-1 0-44 0,-1 3 18 0,-1 1 4 15,-3 0 7-15,-2 5 44 0,-2-2-5 0,0 4-26 16,0 2-5-16,0-1 51 0,-4 7-23 0,-2-8 0 15,1 1 89-15,-1 1-51 16,1 0-17-16,1-3 55 0,1 0-34 0,3-2-1 16,0 1-18-16,0-4-54 0,0 2 3 0,5-4 43 15,4 5-8-15,0-6-69 0,1 2 33 0,-1-1 1 16,1 0 25-16,-1-1-47 0,1 0 20 0,-5-1 0 16,1-2-86-16,-3 1 51 0,-1-5 10 0,0 3 0 15,0-1-16-15,-2 0 11 0,0 0 1 0,-4-1 53 16,-5 2-6-16,-4-3-27 0,0 1 4 0,0-2-110 15,-5 0 53-15,4-2 24 16,-2 0 1-16,7 0-118 0,-2 0 71 0,1 0 25 16,7 0-274-16,-1 0 151 0,4 0 78 0,0 0-318 15,2 0 201-15,13 0 96 0</inkml:trace>
  <inkml:trace contextRef="#ctx0" brushRef="#br0" timeOffset="32879.78">13563 7472 890 0,'6'0'0'0,"0"0"0"0,-3 2 0 0,-1 0 0 0,-2 2 0 0,0 2 0 0,0 3 0 0,-3 2 413 16,-1 3-190-16,2-2-96 0,0 3-38 0,0 2 141 15,2 0-99-15,0-2-49 0,0 0-19 0,0 0-31 16,4-3 9-16,3-1-8 0,2-2-170 0,0-1 85 16,3-3 42-16,-1-2-305 0,-1-2 182 0,1-1 79 15,0 0 43-15,1-1-497 0,-3-9 239 0,2-3 110 16,-3-6 55-16</inkml:trace>
  <inkml:trace contextRef="#ctx0" brushRef="#br0" timeOffset="33013.14">13683 7193 946 0,'-9'-3'0'0,"5"2"0"0,1 1 0 0,-3 0 0 0,2 0 0 0,2 0 0 0,0 4 0 0,2 3 71 0,0 2 0 0,0 3-38 0,2 1-145 16,8 0 81-16,-1 4 28 0,2-2-1 0</inkml:trace>
  <inkml:trace contextRef="#ctx0" brushRef="#br0" timeOffset="33181.01">13907 7556 1342 0,'2'4'0'0,"0"4"0"0,0-2 0 0,-2-2 0 0,0-1 0 0,0 4 0 0,0-2 0 0,0 0 0 0,0 3 154 0,0-1-61 0,0 4 3 16,-2 1-24-16,-3-1-8 0,-2 2-31 0,0 1-190 16,0-2 95-16,1-1 56 0,0 1 15 0,2-4-465 0</inkml:trace>
  <inkml:trace contextRef="#ctx0" brushRef="#br0" timeOffset="34233.07">14155 7051 713 0,'0'-11'0'0,"0"6"0"0,0 3 0 0,0 0 0 0,0 0 0 0,0 2 0 0,0 0 0 0,0 0 133 0,0 0-51 15,0 0-24-15,0 0 83 0,0 0-58 16,0 7-25-16,0 3 27 0,0-3-26 0,0 7 0 16,0-3-18-16,0 2-23 0,2 0 15 0,-2 0-1 15,0 3 1-15,0-3-22 0,0-2 30 0,0 4-8 16,-2-2-1-16,-4-2-29 0,4-3-1 0,-2-3 31 16,3 1-26-16,-1-4 12 0,0-1 11 0,-2 2-32 15,2-3 27-15,1 0-8 0,-3 0 13 0,0-4-70 16,3-6 30-16,1-4-6 0,0-4 34 0,0-4-110 15,0 0 53-15,5-8 16 16,6 1 1-16,3-1-61 0,0 0 40 0,3 1 11 16,0-2-21-16,-2 3 12 0,2 3 0 0,-2 1 42 15,-2 5-19-15,0 1-15 0,-1 4 6 0,-3 1 89 16,-2 8-39-16,-1-3-18 0,0 5 0 0,-2 0 125 16,-3 1-67-16,3 2-22 0,-2 0 106 0,0 0-60 15,-1 0-35-15,1 2 105 16,2 6-55-16,-2 2-36 0,0-3 1 0,0 7 6 15,0-2 1-15,0 5-42 0,-2 2 9 0,0 3 64 16,0 5-37-16,0 1 1 0,0 6-37 0,0 1 60 16,-2 5-22-16,-2 5-8 0,0-2 9 0,2 4-38 15,-2 0 0-15,3 2 0 0,-1-6-21 0,0 11-8 16,0-7 29-16,0 2-34 0,2-2 1 0,0-2 32 16,0-7 9-16,0 3-86 0,0-4 37 15,2-5 6-15,4-4-1 0,-1-7-52 0,3-2 33 0,1-6 4 16,-3-5 1-16,3-4-82 0,3-4 49 15,-1 0 14-15,4-14-81 0,0-10 52 16,2-4 25-16,3-9-59 0,-2-1 39 0,-2 4 3 16,3-13 5-16,-2 4-139 0,-2 3 79 0,-2 7 40 15,0-1 0-15,-4 9-19 0,2-1 34 0,-6 5 0 16,0 8 116-16,-1 2-45 0,-2 5-24 0,0 3-8 16,-2 1 228-16,0 0-122 0,0 2-44 0,0 4 218 15,0 8-114-15,0 8-69 0,0 0 1 16,0 5 62-16,0-1-49 0,0 2-30 15,0-5 0-15,0 3-3 0,0-1-28 0,2-5 1 16,3 2 0-16,1-5-130 0,0 0 65 0,-1-6 41 16,1 0-276-16,-1-2 146 0,1-1 44 0,-2-4-361 15,0 0 188-15,0-2 102 0,-1 0 57 0,-1 0-123 16,2-2 91-16,-2-7 45 0,-1-4 23 16,1-4-284-16,-2-6 158 0,0 0 74 15,0-9 37-15</inkml:trace>
  <inkml:trace contextRef="#ctx0" brushRef="#br0" timeOffset="34347.75">14621 7170 328 0,'0'-23'-164'0,"0"7"82"0,0 6 41 0,0 1 41 0,-2-1 325 16,2 4-130-16,0 3-81 0,-2 1 208 0,2 0-144 15,0-1-73-15,0 3-28 0,0 0 51 0,4 0-48 16,7 0-23-16,-2 0-263 0,3 7 119 0,-1 1 68 16,1 1 22-16,-3 2-528 0</inkml:trace>
  <inkml:trace contextRef="#ctx0" brushRef="#br0" timeOffset="34584.14">14893 6823 1228 0,'2'-13'0'0,"4"6"0"0,-1 0 0 0,1 1 0 0,1 5 0 0,-1 0 0 0,3 1 289 0,2 0-129 0,1 4-63 0,5 14 349 15,0 4-199-15,3 10-111 0,-1 5-51 0,2 9 286 16,-5 4-168-16,0 12-86 0,-9-11-33 15,0 7 149-15,-5 9-100 0,-2-16-50 16,0 17 100-16,-3-18-183 0,-10 7 0 0,-4-3 0 16,-3 3-228-16,-3-5 147 0,-4 1 57 0,-1-5-436 15,2-10 254-15,-10 3 63 0,10-12 78 0,-3-6-703 16,11-8 368-16,5-9 183 0</inkml:trace>
  <inkml:trace contextRef="#ctx0" brushRef="#br0" timeOffset="35355.25">15455 7575 1142 0,'0'0'0'0,"0"-1"0"0,0 1 0 0,0 0 0 0,2 0 0 0,-2 9 0 0,0 1 0 0,0 3 0 0,0 0 142 0,0 6-55 0,-2-1-19 0,-4 1-11 15,0 2-1-15,-3 3-23 0,3-2 0 0,-3-1-175 16,1 0 95-16,-1-2 36 0,0-4 22 0,2-2-151 16,2-6 86-16,-1 1 43 0,3-5-424 0</inkml:trace>
  <inkml:trace contextRef="#ctx0" brushRef="#br0" timeOffset="35721.48">15809 7224 705 0,'0'-3'0'0,"0"-3"0"0,0 4 0 0,0 0 0 0,0 2 0 0,-5 0 284 16,-1 0-125-16,-3 10-63 0,-1 7 56 0,1 9-63 15,0 0-29-15,-1 4 122 0,3 4-75 0,3 0-37 16,0 2 8-16,4-3-13 0,0 1 0 0,0-4-32 16,4-2 0-16,7-3-37 0,3-6 8 0,2-3 29 15,5-4 0-15,2-3-45 0,-2-7 22 0,4-2 1 16,-4 0-3-16,7-8-8 0,-3-10 33 0,-3-7-80 16,-1 0 33-16,0-6 3 0,-5-1 3 0,0-4-32 15,-4 1 24-15,-1-1-10 0,-4-2 32 16,-4-2-95-16,-1 2 43 0,0-6 17 15,-2 3 0-15,0-1-68 0,-5 3 42 0,-3 7 9 16,-5 0-27-16,0 4 20 0,-1 9 0 0,-2 3 37 16,-1 4-12-16,-2 7-21 0,0 2 18 0,-2 3-52 15,1 0 25-15,-1 18 0 0,7 0 25 0,0 1-124 16,-1 9 66-16,5 0 29 0,3 5 1 0,2 0-176 16,-1 3 102-16</inkml:trace>
  <inkml:trace contextRef="#ctx0" brushRef="#br0" timeOffset="36016.17">15588 7753 1052 0,'-11'0'0'0,"4"0"0"0,0 0 0 0,2-5 0 0,5-11 0 0,0-7 0 0,0-1 0 0,9-3 0 0,8-1 0 0,2 0 182 0,5-2-78 0,4-2-36 15,2 4 0-15,-3 5 27 0,3 1-31 0,-2 3 9 16,0 3-2-16,-1 8 1 15,-4 0-40-15,-3 6 72 0,2 2-36 0,-2 0 8 16,-2 2-43-16,-3 11 32 0,2 4 1 0,-4 4-33 16,0-2 0-16,-2 1 105 0,1 6-56 0,-1-2-25 15,-2-6 1-15,1 4 31 0,-1-1-28 0,2 0 8 16,1-1 0-16,-1 1-36 0,2-3-1 0,0 2 1 16,0-4-87-16,2-1 52 0,0-2 13 0,2 0-103 15,3-6 62-15,-2 0 31 16,6-3-2-16,-3-4-447 0,8 0 191 0,-6 0 120 15,2-2 12-15,-4-4-472 0</inkml:trace>
  <inkml:trace contextRef="#ctx0" brushRef="#br0" timeOffset="36532.48">16651 6986 1175 0,'-10'-11'0'0,"3"4"0"0,-2 6 0 0,0-1 0 0,-3 2 0 0,-1 0 0 0,-6 7 0 0,1 12 0 0,-3 6 191 0,-2 10-83 0,0-1-37 0,5 5 210 15,-1 1-123-15,4 2-63 0,3-5-23 0,3 10 144 16,4-11-92-16,1 3-45 0,4-1-23 0,0-3 30 16,0-1-18-16,4-2-9 0,9 0-59 15,2-4-1-15,2-2 34 0,4-3-225 16,0-3 109-16,2 0 57 0,4-7 30 0,-3-4-423 15,4-3 212-15,-5-6 55 0,6 0 71 0,-6 0-386 16,2-4 218-16,-2-11 107 0</inkml:trace>
  <inkml:trace contextRef="#ctx0" brushRef="#br0" timeOffset="37253.28">16713 7209 946 0,'-13'6'0'0,"5"0"0"0,3 1 0 0,3-1 0 0,2-2 0 0,0-1 0 0,0-3 231 0,11 0-100 0,8 0-40 16,8 0-34-16,-2-3 128 0,3-7-76 0,2-3-38 15,2-2 0-15,0-2-84 0,-2-2 19 0,0-2 0 16,-4-1-97-16,1 2 62 0,-3-3 31 0,-3 4 8 16,1-7-44-16,-5 5 33 0,-2-1 0 15,-3 3-160-15,1-7 86 0,-6 9 0 16,-2-5 36-16,0 2-34 0,-3 2 27 0,-2 1-4 15,0 1 0-15,0 5 79 0,-10 0-24 0,-1 5 2 16,-4 5 100-16,-4 1-56 0,-6 0-31 0,1 9 48 16,-4 10-35-16,-4 6-4 0,2 1-1 0,-2 3 88 15,2 2-51-15,7-4-5 0,0 2-7 0,5-1 109 16,11-9-64-16,2 4-33 0,3-5 0 0,2-1 52 16,0 1-46-16,3-4 0 0,8-1-80 15,5-2 20-15,-2 1 1 0,4-1-82 16,-2-1 47-16,2-1 28 0,-1 0 0 0,-3 2-47 15,1-1 37-15,-3-1 10 0,-4 2-21 0,0 0-110 16,-2 5 42-16,-4-3 40 0,0 1-17 0,-2 4 115 16,0 1-44-16,0-1 0 0,-8 3 155 0,-2-2-84 15,2 2-35-15,-1-2-23 0,-1-1 190 0,2-1-96 16,5-2-25-16,-1-2 12 0,4 1-28 0,0 0-8 16,0-2-35-16,0 2-34 0,0-2 34 0,4 4 0 15,-1-6 8-15,3 5-82 16,-3-4 37-16,-1 3 0 0,0-5-113 0,0 4 73 15,1-3 22-15,-3 1-171 0,0-1 84 0,-5 2 54 16,-4-1 1-16,-2 0-163 0,-1-4 73 0,0-3 61 16,2 2 24-16,-1-5-88 0,1-1 57 0,3 0 28 15,4 0-102-15,1-10-47 0,2-3 89 0,0-4 45 16,12-1-227-16,6-1 136 0,2-2 60 0,3 4-87 16,-1-2 81-16,0 5 41 0,1-2 0 15,-1 4 68-15,-4 2-9 0,3 0-19 16,-1 3 1-16,-6 3 105 0,-2 2-53 0,-1 2-26 15,-4 0-8-15,-1 6 350 0,-3 7-158 0,0 2-100 16,-1 5 513-16,-2 0-279 0,0 0-131 0,0 1 144 16,0-2-146-16,0-5-73 0,0-5-37 0,0 3-71 15,2-2 43-15,1-4-8 0,5-5 0 0,1-1-91 16,3 0 46-16,-1 0 22 0,0-7 9 0,2-9-305 16,2-2 160-16,-3-3 79 15,0-4-536-15,0 1 281 0,-3 3 96 0,-1-10-198 16,-3 1 186-16,-3-2 92 0</inkml:trace>
  <inkml:trace contextRef="#ctx0" brushRef="#br0" timeOffset="37339.05">17274 7320 834 0,'-7'-17'0'0,"-1"4"0"0,2 6 0 0,4 3 0 0,-1 0 0 0,3 3 0 16,-2-2 0-16,2 3 0 0,0 0 0 0,0 0 73 0,0 4-41 0,2 7 1 0,1 2-186 0,3 5 88 0</inkml:trace>
  <inkml:trace contextRef="#ctx0" brushRef="#br0" timeOffset="37508.68">17439 7551 1091 0,'-2'2'0'0,"2"3"0"0,0-3 0 16,-2-2 0-16,2 0 0 0,-1 2 0 0,1-2 0 0,-2 6 140 0,2-4-58 0,0 3 60 0,-2-1-54 0,2 2-28 0,-2-1 0 0,0 3-211 15,2 0 87-15,-3-1 49 16,1-1 24-16,0-3-434 0,0 1 211 0,2-4 104 0</inkml:trace>
  <inkml:trace contextRef="#ctx0" brushRef="#br0" timeOffset="38105.61">17580 7044 1198 0,'6'-13'0'0,"-1"9"0"0,3 1 0 0,0 0 0 0,-5 3 0 0,3 0 0 0,-2 3 0 0,-3 9 0 0,1 8 281 15,0 0-128-15,0 6-60 0,-2 1-30 0,0 0 46 16,0 0-38-16,-2-3 8 0,-2 1-46 0,1-3-69 16,-1-5 35-16,2-3 0 0,-1-3-34 0,1-4 42 15,2-2-8-15,0-5-17 0,0 3 26 0,-2-3-1 16,2-3 26-16,0-15-139 0,0-4 58 0,5-3-1 16,3-3 27-16,1-4-157 0,3-2 67 0,2-9 49 15,0 4-91-15,1-1 56 16,0 3 34-16,0 4 9 0,2 0 18 0,-2 3 5 15,0 4-1-15,-2 7 51 0,-1 2-25 0,0 3 0 16,-4 6-34-16,1 2 227 0,1 2-98 0,-3 4-55 16,-1 0 0-16,1 0 212 0,-4 13-90 0,2 8-72 15,-3 4 158-15,-2 4-104 0,0 12-53 0,0 2-25 16,-8 5 95-16,-3 14-65 0,0-3-28 16,-3 6 124-16,3 3-77 0,-4 3-37 15,4-8 8-15,-4 18 3 0,2-10-25 0,2 2 0 16,3-4-24-16,2-6-36 0,4-10 44 0,2 0-8 15,0-6-116-15,0-16 58 0,6-5 29 0,7-5 0 16,0-10-205-16,3-7 109 0,0-4 32 0,7-7-207 16,-2-14 109-16,-3-3 69 0,3-6-9 0,-4-2 1 15,3-9 33-15,-2 3-1 0,-4-3 32 0,0-1-56 16,-3 3 19-16,0-6 9 0,-1 13 66 0,-3-4-37 16,-2 6-1-16,-1 9 0 0,0 4 152 0,-3 3-72 15,2 4-40-15,-3 4 279 16,0 5-134-16,0-1-79 0,0 2-11 0,0 0 73 15,0 3-29-15,0 13-40 0,0-2 11 0,0 5 5 16,0 3-16-16,0 0-8 0,0 0-83 0,0 0 28 16,0-1 1-16,0-2-237 0,2-2 141 0,0-6 58 15,3 1 15-15,-1-5-407 0,0-2 186 0,-1-2 110 16,3-3 6-16,-2 0-288 0,4-3 190 0,-5-7 95 16,3-4 47-16,-1-2-139 15,-3-7 85-15</inkml:trace>
  <inkml:trace contextRef="#ctx0" brushRef="#br0" timeOffset="38238.96">18046 7104 1058 0,'-7'-13'0'0,"5"4"0"0,0 5 0 0,2-3 0 0,0 1 0 0,0 0 0 0,0 5 0 0,0-4 246 0,2 4-106 0,3 0-54 0,3 1-93 16,-1 0 0-16,3 0 48 0,-1 7-8 0,2 3-464 15,-1 2 226-15</inkml:trace>
  <inkml:trace contextRef="#ctx0" brushRef="#br0" timeOffset="38477.44">18319 6783 1083 0,'1'0'0'0,"5"0"0"0,3 0 0 0,3 5 0 0,-3-3 0 15,2 4 0-15,1 4 0 0,0 2 447 0,4 8-207 0,-1 4-103 0,-2 2-53 0,-2 8 270 16,0 9-165-16,-1 4-78 0,-6 2 47 0,-2 4-62 16,-2 1-32-16,0-1 8 0,-4 1-25 0,-12 0-14 15,0-1 0-15,-5 0-132 0,-7 3 66 16,1-7 41-16,-6 11-8 0,-3-6-366 0,1 1 199 0,-6-3 65 16,2-3 60-16,4-7-757 0</inkml:trace>
  <inkml:trace contextRef="#ctx0" brushRef="#br0" timeOffset="39950.36">19305 7021 505 0,'-6'-7'0'0,"0"2"0"0,0 0 0 0,3 0 0 0,-1 2 0 0,-1-3 0 0,1 2 0 0,0 1 70 0,3-2 0 0,-2 4 105 16,3-1-71-16,0 2-28 0,0 0-8 0,0 0 23 16,0 0-29-16,0 0-1 0,0 0-28 0,3 0 84 15,9 0-46-15,7 0 0 0,7 0-38 0,2-3 194 16,6-1-98-16,2-1-39 0,9-1 91 0,-6 1-74 16,5 0-37-16,-3 1-8 15,0 2 0-15,-1 0-22 0,5-1-7 0,-2 3-33 16,-3 0-1-16,1 0 34 0,2 0 0 0,-5 0-159 15,1 0 75-15,-2 0 42 0,-1-1 21 0,-6 0-299 16,-2-4 114-16,-5 3 84 0,0-5-10 0,-5 0 41 16,-3 0-47-16,-5-3-171 0,0 2 122 0,-7 1 52 15,-1-2 39-15,-2-3-424 0,0 5 227 0,-4-5 114 16</inkml:trace>
  <inkml:trace contextRef="#ctx0" brushRef="#br0" timeOffset="40165.24">20057 6729 645 0,'-12'-12'0'0,"3"3"0"0,0 3 0 0,2 3 0 0,3-1 0 0,1 0 0 0,1 2 286 0,2 1-127 0,0 1-63 16,9 0-32-16,10 0 213 0,5 0-126 0,0 0-59 16,3 1-30-16,-1 9 80 0,1-1-54 0,-6 3-20 15,4 2 72-15,-6-2-53 0,2 1-28 0,-2-1-58 16,-2 2 31-16,-4-3 9 0,0 3-8 0,-4-3-117 16,-1-4 58-16,-3 6 30 15,-3-3-1-15,-2 3-93 0,0-2 54 0,-7 6 34 16,-10 0-24-16,-5 1-56 0,-5 2 12 0,-5 4 35 15,-5 2-213-15,0 1 112 0,-2 0 32 0,0-2-93 16,0 1-87-16,2-1 117 0,-9 4 71 0</inkml:trace>
  <inkml:trace contextRef="#ctx0" brushRef="#br0" timeOffset="40408.91">19070 7336 1113 0,'-11'0'0'0,"2"0"0"0,2 0 0 0,3 0 0 0,-1 0 0 0,0 0 0 0,-1 0 0 0,2 7 173 0,-2 6-70 0,4 3-27 0,-1 3 75 0,1 2-59 0,-2 5-30 16,2 1 1-16,2 1-65 0,-2-4 8 15,1 8 27-15,-1-7-91 0,2 1 45 16,0-5 23-16,-2 1-217 0,2 1 128 0,0-4 48 15,-2-5 31-15,0-2-401 0,2-3 193 0,0-4 48 16,-1-4 56-16,-2-1-155 0</inkml:trace>
  <inkml:trace contextRef="#ctx0" brushRef="#br0" timeOffset="40935.87">18979 7375 54 0,'6'-8'0'0,"2"4"0"0,-3 2 0 0,3 2 0 0,-3 0 0 0,-1 0 440 0,2 11-196 0,-4 5-109 15,4 0 172-15,-1 11-137 0,-1-1-68 0,-1 2-35 16,1 1 50-16,1 0-47 0,-4 2 1 0,1-9-35 16,0 1-3-16,0-3-1 0,1-8 9 0,-1 1-65 15,2-3 28-15,0-5 0 0,-1-2 29 0,1-3-99 16,0 0 58-16,5-5 16 0,2-16-79 0,-1-5 27 16,3-4 31-16,2-8-99 15,-2 8 39-15,0-6 35 0,3-1-2 0,0-4-115 16,0 5 68-16,-2 5 15 0,2-2 10 0,-2 6-3 15,-2 7 0-15,-3 3 32 0,-2 6 0 0,-1 3 118 16,0 7-55-16,0 1-32 0,-1 0 192 0,-1 9-103 16,-2 13-51-16,0 3 260 0,-1 5-129 0,1 10-73 15,0-9-10-15,-2 14 61 0,0-3-56 0,2-6-20 16,1 10-8-16,0-4 91 16,1-8-59-16,1 4-30 0,3-8-1 0,-1-5-49 15,3-1-8-15,-1-6 27 0,2-3-118 0,-1-6 59 16,-1-1 30-16,0-7-151 0,3-1 78 0,-1 0 48 15,-2-3-4-15,5-16-70 0,-3-4 20 0,-2-1 36 16,3-4-29-16,-1 2-119 0,-2-1 66 0,-3 9 44 16,3-3 23-16,-5 8-54 0,1 1 42 0,-3 5-1 15,0 3 105-15,0 4-35 0,1 0 0 0,-2 9 174 16,1 9-101-16,0 6-53 0,0 0-15 0,0 3 299 16,0 1-138-16,-1-8-79 0,3 5-9 15,1-4 40-15,1-2-31 0,2-5-28 16,-1 0-1-16,-1-7-107 0,3 0 36 0,-1-3 21 15,1-4-271-15,-1 0 146 0,4 0 74 0,-3-4 45 16,0-10-464-16,0-1 223 0,-1-4 60 0,-3-2-230 16,3-3 188-16,-6 1 84 0,-1-7 56 0,-1-2-95 15</inkml:trace>
  <inkml:trace contextRef="#ctx0" brushRef="#br0" timeOffset="41048.24">19654 7412 127 0,'-6'-10'0'0,"1"1"0"0,-1 6 0 0,5 1 0 0,-6 0 416 16,5 2-192-16,-1 0-87 0,-1 0-57 0,2 0 91 15,2 7-69-15,0 4-34 0,0 1-1 0,0 1 13 16,2 2-9-16,5 0-38 0,5 2-303 0,-1 0 152 16,2-1 83-16</inkml:trace>
  <inkml:trace contextRef="#ctx0" brushRef="#br0" timeOffset="41216.3">19758 7707 825 0,'0'6'0'0,"0"1"0"0,-3-1 0 0,1-3 0 0,0 0 0 0,0-3 0 0,1 0 453 0,1 0-203 0,0 0-112 0,0 0-53 16,0 0 201-16,7 0-127 0,5 0-63 0,-1-3-24 16,2 0-2-16,0-1-1 15,-2-1-36-15,3-1-333 0,-2 4 166 0,0 0 92 0,-1-1 33 16,-2 2-491-16,1 1 220 16,-2-1 149-16</inkml:trace>
  <inkml:trace contextRef="#ctx0" brushRef="#br0" timeOffset="41383.85">19942 7572 923 0,'0'-5'0'0,"0"2"0"0,0 1 0 0,0 0 0 0,-3 2 0 0,1 0 0 0,-2 7 0 0,1 5 0 0,1 5 403 15,0 2-185-15,2-1-93 0,-3 5 160 0,1 3-131 16,0-1-60-16,0 0-26 16,0-1-35-16,0 2 0 0,1-5 8 0,-2 3-277 15,3-2 134-15,0-4 67 0,0-5 35 0,0-1-466 16,0-5 258-16,3-4 56 0,4-3 82 0</inkml:trace>
  <inkml:trace contextRef="#ctx0" brushRef="#br0" timeOffset="41592.3">20181 7254 1371 0,'10'-1'0'0,"-4"1"0"0,-1 0 0 0,-3 12 0 0,-2 2 0 0,0 8 0 0,-9 3 0 0,-3 5 168 0,1 4-67 15,-1 0-35-15,-2 3 264 0,1 1-153 0,1-3-72 16,1 3-36-16,2-4-31 0,1-1-6 0,1-1 9 16,1-4-144-16,3-5-107 0,3-2 121 0,0-5 61 15,0-6-418-15,0-2 239 0,0-7 54 0,0-1-169 16,3 0 149-16,3-13 48 16,1-10 45-16,-4-5-190 0</inkml:trace>
  <inkml:trace contextRef="#ctx0" brushRef="#br0" timeOffset="42102.93">20158 7306 1041 0,'5'-16'0'0,"-1"7"0"15,1 7 0-15,-1 1 0 0,0 1 0 0,-3 0 0 0,1 5 0 0,0 13 0 0,-2 7 0 0,0 1 382 0,0 3-175 0,0 2-79 0,0 3 138 0,0 0-117 16,0 0-58-16,0-1-29 16,0-2 9-16,0-5-30 0,0 0-9 0,0-3-98 15,3-5 49-15,-1-7 24 0,-1-2 1 0,3-1-52 16,1-5 35-16,3-3 20 0,1 0 1 0,3-20-182 15,0-2 51-15,4-6 65 0,-1-2-164 0,2-4 99 16,-3 0 18-16,4-4 34 16,-4 6-58-16,2-3 37 0,-3 3 32 0,-1 6 49 0,-3 7 0 15,-2 0-26-15,-4 10 0 0,1 2 99 0,-2 3-45 16,1 4-27-16,-1 0 0 0,-2 9 287 16,0 12-128-16,0 1-82 0,0 8 352 0,0 2-195 15,0 2-96-15,0 4-49 0,0-1 143 0,0 6-101 16,0-1-46-16,1-3 46 0,1-3-46 0,2 1-23 15,1-3 8-15,1-2-119 0,-1-4 44 0,3-6 22 16,0-4 0-16,1-5-71 0,-2-7 54 0,3 1 16 16,1-7-265-16,3 0 139 0,2-11 30 0,0-10-249 15,0-4 125-15,0-1 93 0,-2-2 35 0,-1-1-102 16,-1 1 75-16,-1 0 39 0,-4 6-9 16,1 0 36-16,-2 1 10 0,-5 10 0 15,1-1 1-15,0 7 67 0,0 1-42 0,-2 2 9 0,0 2 255 16,0 6-145-16,0 11-72 0,-6 7-37 15,5-3 402-15,-3 4-198 0,2 3-46 0,2-8 34 16,0 4-81-16,0-1-40 0,0-2 7 0,0-3-184 16,2-3 67-16,5-1 35 0,2-5-1 0,0-1-367 0,0-5 210 15,2 0 69-15,1-3 57 16,-2 0-334-16,0-3 174 0,0-6 88 0,1-4-411 16,-4-3 246-16,-4-2 119 0</inkml:trace>
  <inkml:trace contextRef="#ctx0" brushRef="#br0" timeOffset="42240.1">20707 7328 1394 0,'0'-6'0'0,"0"4"0"0,0 2 0 0,0 0 0 0,0 0 0 0,0 0 0 0,-3 0 0 0,3 0 0 0,0 2 188 0,0 5-70 16,0 7-47-16,0-1-281 0,1 3 122 15,3 2 60-15,2 0 30 0,2-1-257 0</inkml:trace>
  <inkml:trace contextRef="#ctx0" brushRef="#br0" timeOffset="42443.51">21057 7360 1604 0,'-5'0'0'0,"0"0"0"0,5-3 0 0,0 2 0 0,0-1 0 0,0-1 0 0,2-3 277 0,10-3-122 0,2 2-53 0,4 2 145 15,1-2-108-15,3 1-53 0,2-2 96 0,-3 4-75 16,1 3-29-16,1-3-8 0,-2 1-325 0,-3 2 139 16,1 1 75-16,-3 0 37 0,-5 0-582 0,1 0 285 15,-3 4 164-15</inkml:trace>
  <inkml:trace contextRef="#ctx0" brushRef="#br0" timeOffset="42603.08">21153 7501 1417 0,'-21'5'0'0,"6"3"0"16,2-1 0-16,7-3 0 0,-1 0 0 0,3-4 306 0,1 0-136 0,3 2-69 0,0 1 214 0,5 1-140 0,11-1-64 15,7-1-43-15,2-2 348 16,1 0-191-16,4 0-97 0,-1 0-47 0,-6 0-240 0,9 0 92 16,-11 0 50-16,4 0-754 0,-1 3 401 0</inkml:trace>
  <inkml:trace contextRef="#ctx0" brushRef="#br0" timeOffset="43441.08">21973 7117 605 0,'3'-11'0'0,"-3"0"0"0,0 1 0 16,0 3 0-16,0 0 0 0,-5 0 0 0,2-1 0 0,-3 3 67 0,-1 0 0 0,1 3 127 0,-2 0-85 0,1 2-38 0,-2 0-1 15,-5 16 72-15,1 6-55 16,-1 6-19-16,-4 10-8 0,1-1 132 0,1 4-80 16,-2 3-39-16,2 1 131 0,2-4-77 0,0 9-51 15,3-4-22-15,3-3 52 0,2 0-37 16,6-9 0-16,0 4-4 0,0-7-32 0,7 0 0 15,7-5 0-15,2-3-169 0,4-3 84 0,-1-5 51 16,6 0 13-16,0-6-343 0,-1-3 177 0,3-2 46 16,-2-4-396-16,-4 0 222 0,8 0 129 0,-3-4 60 15,-3-9-287-15</inkml:trace>
  <inkml:trace contextRef="#ctx0" brushRef="#br0" timeOffset="43928.31">22298 7179 1069 0,'0'0'0'0,"-3"3"0"0,-1-2 0 0,0 2 0 0,-2 1 0 0,1 4 0 0,-5 0 188 0,3 1-77 0,0 2-39 0,-3 2 120 16,-3 8-79-16,1-6-32 0,-4 9-6 0,0-1-21 15,-2 3-1-15,-1-2-20 0,-2 1-41 0,3 0 28 16,-3-1-8-16,3-2 21 0,-3 1-37 0,2-2 36 15,6-4 1-15,-5-3-10 0,8 0 10 0,2-7-1 16,0 1 50-16,4-5-27 0,1 0-1 0,3-2-26 16,0-1 62-16,0 0-29 15,0 0 0-15,0 0-28 0,3 0-41 0,15 0 49 16,-2 0-8-16,9 0 0 0,1 0 34 0,1 0-35 16,3 0 1-16,0 0-20 0,2 0-8 0,-2 0 28 15,-2 0-68-15,0 0 31 0,-1 0-1 16,-6 0 29-16,4 2-132 0,-4 2 56 0,-3 0 34 0,-2-3 6 15,-3 4-39-15,-3-5 21 0,-3 1-1 0,-2-1-1 16,-3 0 0-16,0 0-1 0,0 0-1 0,-2 0 137 16,0-3-56-16,0-9-31 0,-7-1 0 15,-1-4 43-15,-4 0-30 0,3-3-4 16,-3-8-158-16,-2 3 71 0,3-4 32 0,-3 1 13 16,1-1-198-16,3 5 95 0,-4-9 54 0,3 9 15 15,-1 0-54-15,3 7 18 0,0-2 28 0,2 9-11 16,-2-3 64-16,4 4 0 0,1 2-27 0,1 2 26 15,1 4 1-15,2-2-35 0,0 3 8 0,0 0-154 16,7 0 77-16,5 0 39 0,4 9-256 16,2 2 139-16,3 0 82 0</inkml:trace>
  <inkml:trace contextRef="#ctx0" brushRef="#br0" timeOffset="44232.63">22541 7235 1100 0,'0'-5'0'0,"-2"-1"0"0,2 6 0 0,0-6 0 0,0 3 0 0,0-3 0 0,0 1 0 0,9 1 303 0,7 0-135 16,0 3-59-16,3 1 33 0,1 0-54 15,-1 0-28-15,-1 11 33 0,-2 1-21 0,0 4 7 16,-4 3-46-16,-1-1-24 0,-3 1-1 0,-2 2 25 0,-2 4 0 15,-4-5-35-15,0 6 14 0,0-1-1 0,-11-3 22 16,-3-1-63-16,-2 1 31 0,-2-5 12 0,-5 3-33 16,2 0 2-16,-2-8 1 15,-2 3-92-15,1-7 57 0,4-2 21 0,-9 2 0 16,5-5-240-16,-3 1 127 0,6-1 47 0,3-3 38 16,3 0-312-16,4 0 173 0,5 0 82 0,4 0 42 15</inkml:trace>
  <inkml:trace contextRef="#ctx0" brushRef="#br0" timeOffset="44502.03">22946 7093 1044 0,'0'-11'0'0,"-1"3"0"0,-5 5 0 0,-1-3 0 0,-1 2 0 0,-2 1 0 0,0 3 0 0,-2 0 0 0,-1 1 290 0,-1 16-120 15,-4 6-73-15,1 5-32 0,-3 9 141 0,1-1-86 16,1 3-44-16,7-7 95 0,0 5-73 0,6-2-33 16,0-1 39-16,5-3-35 15,0-1-1-15,0-4-27 0,12 1 23 0,1-4 1 16,4-3-33-16,1-1 1 0,2-4-105 0,1-4 61 16,2-1 18-16,4-4-318 0,-3-3 168 0,3-3 86 15,-1 0-553-15,-3 0 273 0,1-2 156 0,-3-5 74 16</inkml:trace>
  <inkml:trace contextRef="#ctx0" brushRef="#br0" timeOffset="44758">23200 7368 1109 0,'0'0'0'0,"0"0"0"0,0 0 0 0,0-1 0 0,0 1 0 0,0 0 255 15,0 0-116-15,0 0-52 0,0 0 216 0,-4 10-136 16,0 4-66-16,1 3-27 0,-1 4 75 0,0 0-58 16,3 1-29-16,1-1 37 0,0 1-33 15,0-1 9-15,0-1-43 0,1-2-77 16,9-2 38-16,-1 0 1 0,1-3-239 0,-1-6 147 16,0 0 61-16,1-1 35 0,1-4-374 0,0-2 157 15,-1 0 102-15,1 0-3 0,-2-8-106 0,-2-4 96 16,3-3 49-16,-2-2 24 0</inkml:trace>
  <inkml:trace contextRef="#ctx0" brushRef="#br0" timeOffset="44908.77">23311 7106 1034 0,'-4'0'0'0,"1"0"0"0,1 0 0 0,0 2 0 0,2-2 0 0,0 2 0 0,0 0 0 0,0 1 290 0,0 2-129 0,0 0-56 0,4 3-40 15,1 0-177-15,2 2 72 0,1 3 37 0,2 2-1 16</inkml:trace>
  <inkml:trace contextRef="#ctx0" brushRef="#br0" timeOffset="45168.24">23566 7558 1415 0,'0'-5'0'0,"0"1"0"0,0 2 0 0,0 2 0 0,0 0 0 0,0-1 0 0,0 1 0 0,0 0 0 0,0 0 429 0,0 0-198 16,0 3-99-16,0 6-50 0,0 5 16 0,-2 3-37 15,-7 5 0-15,-3 0-135 0,0 3 53 0,-3-1 26 16,1 3-537-16,2 0 279 0</inkml:trace>
  <inkml:trace contextRef="#ctx0" brushRef="#br0" timeOffset="46102.44">24113 7166 328 0,'-4'-2'-164'0,"-1"-3"82"0,3 2 41 0,0 0 41 0,-1 1 365 0,2 0-146 0,-3 0-85 0,-1 1-54 15,3-2 157-15,-2 3-103 0,-1 0-50 0,-1 3 91 16,-4 8-63-16,-1 4-44 0,0 6 8 0,-4 1-21 15,-3 4-1-15,2 3-21 0,-7 2-1 0,-2 7 0 16,4-2 1-16,-4-3 0 0,6-5-31 0,-1 3 1 16,4-12 38-16,0 3-77 15,2-6 35-15,3-4 0 0,4-5 33 0,1-1-40 16,2-4 20-16,1 0 8 0,3-2 31 16,0 0-1-16,0 0-31 0,0 0-5 0,0 0 36 0,5 0-29 15,9 0 6-15,2-4-5 0,5 1-3 0,0 0 6 16,3 1 15-16,4 1-52 0,-4 1 2 0,3 0 36 15,-1 0-7-15,-6 0-110 0,5 6 50 0,-4-3 25 16,0 4-78-16,-3-5 48 0,-1 2 11 0,-4 1 1 16,-1-5 5-16,-1 1 20 15,-2-1-13-15,-4 0 10 0,2 0 75 0,-3 0-37 16,-1 0-4-16,-1-8-33 0,0-3 96 0,-2 0-44 16,0-2-8-16,0-3 139 0,0-2-58 0,0-1-50 15,0-1-28-15,-6-5-7 0,-1 2 17 0,-1-3-13 16,1 0-199-16,-4-4 91 0,1 2 49 0,0-1 25 15,0 3-241-15,-2 4 120 0,1 1 37 0,2 2 38 16,-3 4-20-16,5 4-1 0,1 1 16 0,-1 3 40 16,3 4 7-16,0 1-27 15,2 0 62-15,2 0-31 0,0 2 0 0,0 0-40 16,0 2-190-16,3 7 99 0,9 2 50 0,3 1 24 16,2 1-277-16,0 0 143 0</inkml:trace>
  <inkml:trace contextRef="#ctx0" brushRef="#br0" timeOffset="46327.83">24288 7140 1526 0,'0'-6'0'0,"2"5"0"0,0-1 0 0,-2 0 0 0,0 0 0 0,0 0 0 0,1 2 0 0,3 0 0 16,3 0 523-16,7 0-237 0,-1 8-131 0,2 0-61 0,3 4 165 0,3 1-114 15,-1 0-55-15,0 1-114 0,2 2 24 0,-5-1 0 16,2 2-117-16,-5-1 74 16,2-2 38-16,-3 1 9 0,-1-2-460 0,-5-1 219 15,0-3 130-15,-1 0 65 0,-1-2-624 0,1-2 308 16</inkml:trace>
  <inkml:trace contextRef="#ctx0" brushRef="#br0" timeOffset="46552.24">24766 6934 1353 0,'0'-10'0'0,"0"4"0"0,0 4 0 0,0 0 0 0,0 2 0 0,-7 0 0 0,-4 14 0 0,-1 9 153 0,-2 4-52 0,-7 9-39 16,1 3 370-16,-1 4-199 0,-4 2-101 0,0 7-49 16,-3 0 262-16,-6 6-160 0,3-1-76 0,-3-3 97 15,-2 3-87-15,-1 1-43 0,5-8-13 0,-8 10-177 16,10-14 74-16,3-2 37 0,9-10-354 0,5 0 195 15,3-9 105-15,7-5 42 0,1-6-263 0,2-3 79 16,0-7 97-16,11-4-54 16,8-2-425-16,6-15 279 0,-4-6 134 0</inkml:trace>
  <inkml:trace contextRef="#ctx0" brushRef="#br0" timeOffset="46728.77">24740 7410 1375 0,'8'-11'0'0,"-2"5"0"0,-1 4 0 0,-1 1 0 0,-3-1 0 0,-1 2 0 16,0 0 0-16,0 0 0 0,0 7 224 0,0 5-95 0,0 3 204 0,0 1-150 16,0 3-67-16,0 2-46 0,0 0-5 0,0 0 0 15,2-3-32-15,5 1 0 0,4-4-100 0,1-2 46 16,1-3 26-16,4-5-308 0,-1-3 168 0,-1-2 83 16,5 0 51-16,-3-7-606 0,-2-9 294 0</inkml:trace>
  <inkml:trace contextRef="#ctx0" brushRef="#br0" timeOffset="46869.39">24956 7082 1222 0,'0'-6'0'0,"2"4"0"0,-1 2 0 0,2 0 0 0,-2 0 0 0,2 0 0 0,1 0 0 0,-1 0 0 0,3 2 186 0,-1 6-76 0,2 1-39 0,0 0 0 15,0 3-153-15,-1-1 65 0,-1-2 21 0</inkml:trace>
  <inkml:trace contextRef="#ctx0" brushRef="#br0" timeOffset="47077.86">25214 6897 1167 0,'7'-7'0'0,"6"3"0"0,2 3 0 0,2-1 0 0,1 2 0 0,4 0 0 0,0 14 0 0,0 7 478 0,3 12-222 16,-6 4-112-16,-2 8 302 0,-3 6-206 0,-2 3-96 15,-7 3-59-15,-1 1 82 0,-4 7-67 0,0-12-34 16,-9 11 16-16,-7-14-16 16,-3 6-8-16,-4-1-26 0,-2-2-269 0,-3-5 135 15,1 0 67-15,2-11 42 0,-7 6-642 0,6-9 330 16,5-8 82-16</inkml:trace>
  <inkml:trace contextRef="#ctx0" brushRef="#br0" timeOffset="47246.45">25715 7966 597 0,'0'-7'0'0,"0"5"0"0,4-1 0 0,3-2 0 0,-3-1 0 0,-4-3 0 0,0 2 0 0</inkml:trace>
  <inkml:trace contextRef="#ctx0" brushRef="#br0" timeOffset="61155.45">12734 15264 258 0,'3'0'0'0,"-3"0"0"0,0-2 0 0,0 1 0 0,0-2 0 0,0 1 0 0,0 2 77 0,0-2-22 0,0 2 0 16,0 0-71-16,0 0 28 0,0 0-6 0,0 0 55 15,2 0 0-15,-2 0-32 0,2 0 0 0,0 0 37 16,-1 0-36-16,-1 0 1 0,2 0 20 0,-2 0-19 16,0 0 0-16,2 0 9 0,-2 0 24 0,2 0-33 15,-2 0 1-15,2 0 0 0,0 0 0 0,-1 0 8 16,1 0-9-16,4 0 65 0,-2 0-33 0,0 2 1 16,1 0-32-16,-1 1 30 0,0-2-30 0,-1 1 0 15,1 0 34-15,0-2-35 16,-2 2 1-16,2-1 8 0,-2-1 14 0,0 0-1 15,1 2-21-15,-1-2 0 0,2 2 0 0,-1-2 8 16,-1 2-8-16,4-2-12 0,-2 2 11 0,2-2 1 16,-3 2 0-16,3-2-7 0,-1 2 7 0,-1-2-1 15,2 1-7-15,-2-1 7 0,0 0 0 0,-1 2 8 16,1-2-45-16,-1 3 35 0,1-2-4 16,0 0 4-16,-2-1-41 0,2 4 43 15,0-3-5-15,-1 0-21 0,1 1 19 0,0 1 0 16,-1-1-3-16,3-2 13 0,-3 2-11 0,2-2 0 15,1 1-4-15,1-1 4 0,-2 0-2 0,3 2 7 16,0-2 9-16,1 0-13 0,-2 0-1 0,3 2 0 16,-1-2-19-16,0 2 26 0,-1 0-7 0,2-2-27 15,-1 2 26-15,-2 2-1 0,3-3 1 0,-3 1-2 16,1-1 0-16,1 2-1 16,-1-3-3-16,-1 2 3 0,1-2 6 0,-1 0-9 15,1 0 5-15,-1 0-3 0,3 0 1 0,-1 0 0 16,-1 0 28-16,1-2-26 0,-2-1 0 0,1 2-37 15,0-1 36-15,-3 1-1 0,3-2 6 0,-3 2-39 16,3-1 0-16,0 0 29 0,-1 2 2 0,4 0-25 16,-1 0 4-16,2 0 12 0,0 0-15 0,3 0 12 15,-2 0 5-15,2-2-11 0,0 0 19 0,0 0-14 16,2 1 4-16,-2-1 5 0,0 0-6 0,-2-1 1 16,2 1 2-16,-3 1 28 15,1 1-29-15,-4-1 2 0,3 1-20 0,-2 0 19 16,0 0 3-16,0 0-3 0,-3 0-23 0,2 0 23 15,-1 0-1-15,1 0-1 0,0 0-25 0,5 0 22 16,-5 0 2-16,4 0 14 0,1 0-15 0,0 0-2 16,0 0 3-16,0-4 22 0,2 4-22 0,-1 0-1 15,2 0 0-15,-3 0 0 0,0 0 4 0,1 0 1 16,-2 0-20-16,2 0 18 0,-4 0-1 16,3 0 2-16,-5 0-2 0,6 0-1 15,-4 0 0-15,2 0 4 0,-1 4-3 0,0-3-3 16,4 0 3-16,-1 1-1 0,2 1 0 0,-1-3 0 15,2 0 17-15,0 0-16 0,3 0 1 0,-2 0 1 16,1 0-4-16,-1 0 2 0,0 0 1 0,-1 0-1 16,2 0-12-16,-4 0 12 0,0 2 0 0,0-2-33 15,1 3 32-15,-4-3-1 0,2 4 0 0,-2-2-28 16,-1 0 27-16,1 0-3 16,1-1 2-16,-2 2-19 0,3-2 15 0,-1-1 2 15,0 2 20-15,3-2-21 0,0 1 1 0,0-1-2 16,0 3 7-16,0-3-5 0,0 0 2 0,1 2 4 15,0-2-5-15,-2 2 3 0,1 0 159 0,0 0-342 16,-2 0 181-16,2-1 0 0,-2 1 161 0,0 0-338 16,0 1 174-16,0-3 2 0,0 3 162 0,2-1-166 15,-2-1 0-15,3-1 0 0,-4 2 0 0,4 0 0 16,-2-2 0-16,3 2 0 0,-1 0 0 16,1-2 0-16,1 0 0 0,-2 2 0 15,1-2 0-15,-1 0 0 0,-1 0 0 0,0 0 0 16,2 2 0-16,-2-2 0 15,0 1 0-15,0 1 0 0,1 1 0 0,0-3 0 0,-2 1 0 0,3-1 0 16,0 3 0-16,-1-3 0 0,3 0 0 0,2 0 0 16,-3 3 0-16,7-1 0 0,-8-2 0 0,4 1 0 15,-2-1 0-15,2 0 0 0,-2 2 0 0,1-2 0 16,-3 2 0-16,2 0 0 0,-3 0 0 16,2 0 0-16,-4-1 0 0,3 2 0 15,0-2 0-15,-1 1 0 0,2 2 0 0,-4-2 0 16,3 1 0-16,0 0 0 0,-1-1 0 0,2 1 0 15,-4-1 0-15,3 0 0 0,0 0 0 0,-2-1 0 16,0-1 0-16,-1 3 0 0,0-3 0 0,0 2 0 16,0-2 0-16,0 0 0 0,0 2 0 15,-2-2 0-15,2 1 0 0,-2 1 0 0,2-2 0 0,-2 2 0 16,0 0 0-16,-1-1 0 0,1 2 0 16,-2-2 0-16,1 0 0 0,-1 3 0 0,-1-3 0 15,1 1 0-15,-1-2 0 0,0 1 0 16,-1-1 0-16,1 3 0 0,-2-3 0 0,1 0 0 15,-1 2 0-15,0-2 0 0,-2 0 0 0,3 2 0 16,-1-2 0-16,-1 0 0 0,2 1 0 0,-1-1 0 16,0 0 0-16,3 3 0 0,-3-3 0 0,2 1 0 15,1-1 0-15,-1 0 0 0,1 2 0 16,2-2 0-16,1 0 0 0,-2 0 0 0,2 0 0 0,0 0 0 16,0 0 0-16,-1 0 0 15,0 0 0-15,-1 0 0 0,1 0 0 0,0-2 0 16,0 1 0-16,-1 1 0 0,0 0 0 0,2 0 0 15,-1 0 0-15,0 0 0 0,3 0 0 0,0 0 0 16,0 0 0-16,0 0 0 0,2 0 0 0,0-3 0 16,3 2 0-16,-1 1 0 0,5-2 0 0,-6 0 0 15,3-1 0-15,3 2 0 0,-5-1 0 16,1 1 0-16,1-3 0 0,0 3 0 16,-2 0 0-16,-3-3 0 0,3 2 0 0,-3 0 0 15,1 0 0-15,-1 1 0 0,-2-3 0 0,1 1 0 16,-2 0 0-16,2 1 0 0,-2 0 0 0,0 1 0 15,0-1 0-15,-1 0 0 0,0 2 0 0,0 0 0 16,-1 0 0-16,-1 0 0 0,0 0 0 0,1 0 0 16,-1 0 0-16,-2 0 0 0,-1 0 0 15,3 0 0-15,-3 0 0 0,2 0 0 16,-1 0 0-16,1 0 0 0,-2 0 0 0,5 0 0 0,-5 0 0 16,0 0 0-16,3 0 0 0,-3 0 0 15,0 0 0-15,1 0 0 0,-1 0 0 0,2 0 0 16,-2 0 0-16,3 0 0 0,-1 0 0 0,1 0 0 15,-1 0 0-15,4 0 0 0,-2 0 0 0,0 0 0 16,2 0 0-16,0 0 0 0,-1 0 0 0,2 0 0 16,0 0 0-16,0 0 0 0,1 0 0 0,-2 0 0 15,2 0 0-15,0 0 0 0,0 0 0 0,0 0 0 16,0 0 0-16,0 0 0 0,-1 0 0 0,2 0 0 16,-2 0 0-16,1 0 0 15,0 0 0-15,2 0 0 0,-2 0 0 0,2 0 0 16,-2 0 0-16,-1 2 0 0,2 0 0 0,0-1 0 15,-1 1 0-15,-1 0 0 0,2-2 0 0,-1 2 0 16,0-1 0-16,0-1 0 0,1 0 0 0,1 0 0 16,2 0 0-16,1 0 0 0,3 0 0 15,-4 0 0-15,7 0 0 0,-2 0 0 0,0-1 0 0,0-3 0 16,2 2 0-16,-3-1 0 16,9-1 0-16,-4 3 0 0,0-4 0 0,0 4 0 15,0-4 0-15,0 1 0 0,-2 1 0 0,1 1 0 16,-1-2 0-16,0 2 0 0,-1-1 0 0,-2 0 0 15,7-1 0-15,-6 1 0 0,3 0 0 0,1 1 0 16,-2 0 0-16,-3 0 0 0,5-2 0 0,-2 2 0 16,0 1 0-16,1-1 0 0,-2-1 0 0,-3 3 0 15,5 0 0-15,-1 0 0 0,-2 0 0 0,-1 0 0 16,1 0 0-16,-4 0 0 16,6 0 0-16,-1 0 0 0,1 0 0 0,-1 0 0 15,-1 0 0-15,-2 3 0 0,6-3 0 0,-2 3 0 16,-3-3 0-16,1 2 0 0,-3-2 0 15,-1 2 0-15,1 0 0 0,3 0 0 0,-5-2 0 0,1 4 0 16,1-3 0-16,-1 4 0 0,1-4 0 0,-1 2 0 16,1 2 0-16,0-2 0 0,1 1 0 0,-4 0 0 15,7 1 0-15,-3 0 0 0,1-2 0 0,1 3 0 16,0-2 0-16,-3-1 0 16,7 2 0-16,-2 0 0 0,0 0 0 0,0-1 0 15,3 0 0-15,-7-2 0 0,10 3 0 0,-4-2 0 16,0 2 0-16,2-3 0 0,0 2 0 0,2-3 0 15,-1 1 0-15,-1 0 0 0,2-2 0 0,0 2 0 16,1-2 0-16,2 0 0 0,-2 0 0 0,1 0 0 16,1 0 0-16,-1 0 0 0,1 1 0 0,1-1 0 15,5 2 0-15,-4 2 0 0,1-3 0 0,1 1 0 16,-5-1 0-16,9 1 0 0,-5 1 0 0,-5-2 0 16,4 1 0-16,1 0 0 15,0 0 0-15,2-2 0 0,-6 0 0 0,8 0 0 16,-9 0 0-16,10 0 0 0,-7 0 0 0,9 0 0 15,-4 0 0-15,0 0 0 0,0 0 0 0,-1 0 0 16,-6 0 0-16,5 0 0 0,-3 0 0 0,1 0 0 16,-2 0 0-16,1 3 0 0,-3 3 0 0,2-2 0 15,0 2 0-15,1-4 0 16,-1 5 0-16,7-1 0 0,-11-3 0 0,7 1 0 16,-1 0 0-16,-2-1 0 0,1-1 0 0,0 0 0 15,-1 2 0-15,-1-2 0 0,2 0 0 0,-1 0 0 16,-1-1 0-16,1 3 0 0,-1-1 0 0,7 0 0 15,-3-1 0-15,1-1 0 0,1 3 0 0,0-2 0 16,-4 2 0-16,7-4 0 0,-7 2 0 0,6 1 0 16,-7-3 0-16,7 4 0 0,-8-4 0 0,8 0 0 15,-9 1 0-15,8 2 0 0,-4-1 0 0,3 0 0 16,-4-2 0-16,6 1 0 16,-2 4 0-16,-1-3 0 0,-5-1 0 0,9 1 0 15,-7 0 0-15,6-1 0 0,2 1 0 0,-3-2 0 16,2 0 0-16,2 3 0 0,2-3 0 0,-1 0 0 15,3 0 0-15,2 2 0 0,-3-1 0 0,-1-1 0 16,-3 0 0-16,6 2 0 0,-3-1 0 0,-2 2 0 16,0-2 0-16,-4 2 0 0,10-1 0 0,0-1 0 15,0-1 0-15,9 3 0 0,-3-3 0 0,-6 0 0 16,16 0 0-16,-7 0 0 16,2 0 0-16,-1 0 0 0,6 0 0 0,2-3 0 15,3-3 0-15,0 5 0 0,-3-5 0 0,-1 5 0 16,-3-1 0-16,-6-1 0 0,8 3 0 0,-5 0 0 15,1 0 0-15,0 0 0 0,-5 0 0 0,-7 5 0 16,0-1 0-16,0 3 0 0,-2 1 0 0,-3-1 0 16,-2-2 0-16,-8 3 0 0,6 1 0 0,-4-1 0 15,-6-1 0-15,2 0 0 0,1 4 0 0,-4-4 0 16,-3-2 0-16,-1 3 0 16,-4-2 0-16,-3-3 0 0,-3 3 0 0,-3-2 0 15,-1-2 0-15,-6 0 0 0,-4-2 0 0,-1 0 0 16,-2 0 0-16,-2 0 0 0,0 0 0 0,-4 0 0 15,-12-2 0-15,-5-4 0 0,-8-3-706 0,-6-3-488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14:12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20914 3617 347 0,'0'6'0'0,"-4"1"0"0,1 2 0 0,1 1 0 0,-2-1 0 0,1-1 0 0,-4-1 0 0,5 2 55 0,-1 0-22 0,1-2 0 0,-2 1 23 16,3-3-23-16,-1 2 8 0,2-1-8 0,0-3-21 16,0 4 21-16,0-2 0 0,0-2 0 0,0 1-15 15,0-2 15-15,0 0-1 0,0 1 1 0,0-3 14 16,0 1-14-16,0-1 3 0,0 0 29 0,0 0 0 15,0 0-32-15,0 0 0 0,0 0 78 0,0 0-30 16,0 0-9-16,0-8 9 16,0-3-24-16,0 2 0 0,2-4-25 0,-1 1 15 15,3-2-15-15,-2 2 1 0,0-1 0 0,1 0-34 16,-1 0 33-16,0 3 9 0,3-3-26 0,-2 0 18 16,-1 2-1-16,2-1-13 0,-3-1 13 0,3 0 4 15,0 0-4-15,-1-2-26 0,1-1 22 16,1 2-4-16,-2-3 4 0,3 0 9 15,-3 0-9-15,1-1-1 0,1 0 1 0,-1 0-25 16,1-1 24-16,-2 2 7 0,1-1-6 0,0 0-2 16,-1 0 1-16,3-2-19 0,-3 1 18 0,4-2 4 15,-2 0-4-15,1-1-32 0,-1-4 30 0,2 2-3 16,2 2 2-16,-4-1-21 0,4-3-6 0,-2 1 23 16,2 3-22-16,-2-2-1 0,-2 3 22 0,3-2 0 15,-1 3-7-15,1-3 0 0,0 0 5 0,-1 1-11 16,0-3 9-16,1 5 1 0,1-7-2 0,0 4-13 15,3-2 13-15,-1-1-1 0,-2 3 3 0,5-5-15 16,-3 3 12-16,0 2 1 16,1-4-1-16,1 3 8 0,-3 0-5 0,4-1-4 15,-3 1 16-15,3-1-15 0,0 1 0 0,0-1-4 16,-3 2 7-16,4-4-1 0,0 4-2 0,1-2 12 16,0 1-11-16,1-1 2 0,-2 3 5 0,4-2-45 15,-3-1 38-15,4 3 0 0,-3 1 0 0,-1-2-27 16,0 5 0-16,2-5 23 0,-1 2-26 15,0 2 23-15,0 1 1 0,-1-2-12 16,0 1 10-16,5-4 0 0,-3 3-6 0,3-4-10 16,2 2 15-16,0 0-4 0,0-1 3 0,2 0 1 15,0 1-1-15,-4 2-1 0,2-3 1 0,2 1-10 16,-2 1 10-16,0 0 14 0,2 0-15 0,-1 0 1 16,1 3-1-16,0-1 20 0,-5 5-18 0,6-6 0 15,1 4 0-15,-3 1 20 0,4-1-18 0,1 1-1 16,-1 1 4-16,-1-2 3 0,3 2-4 0,2 1-2 15,0-3-22-15,1 1 22 0,-1 2 3 0,0-1-2 16,0-1-31-16,0 2 29 16,-1 0-2-16,1 0 14 0,0 1-13 0,0-1 0 15,0-1-3-15,0 3 22 0,0-3-21 0,-2 1 2 16,2 2-1-16,0-3 30 0,-2 3-26 0,0 0-1 16,2 1 4-16,1-2-1 0,3 1 3 0,-2 0-4 15,1 1-10-15,2-1 10 0,-2 2 1 0,-1-1-1 16,0 2-4-16,-1-1 4 0,-1 2-3 15,-2-1 32-15,2 0-30 0,-3 3 1 16,-5 1 1-16,6-2 1 0,-3 3-1 0,-4-1-1 16,2 3-4-16,0-3 4 0,-1 1 6 0,6 2-5 15,-2-1-10-15,3-1 10 0,-3 2 1 0,-3 0-9 16,7-2 7-16,-4 1 1 0,-1 1-3 0,-1 1 10 16,3-2-9-16,-7 2 2 0,7-2-3 0,-6-1 13 15,2 2-11-15,0-1 0 0,-4 0 6 0,0 0-3 16,2 1-1-16,0-2-1 0,-2 2-21 0,-3 1 21 15,1-2 0-15,-1 2-26 0,0-1 25 16,1 1-1-16,-3 0-1 0,2-3-30 16,0 3 28-16,-1 0-1 0,0-2 2 0,0 2-1 15,-1-1-4-15,0 1 4 0,-3-2 32 0,-2 2-32 16,2 0-1-16,-4 0 1 0,1 0 31 0,-4 0-30 16,-1 0 4-16,1 0-1 0,-3 0-2 0,0 0 4 15,1 0-3-15,-2 0 40 0,-1 0 1 0,1 0-32 16,-2 0-5-16,2 0 23 0,-2 0-21 0,0 0 2 15,0 0 11-15,0 0 138 0,0 0-164 0,0 0 0 16,0 0 0-16,0 0 0 16,0 0 0-16,0 0-167 0,0 0 135 0,0 0 19 15,0 0 0-15,0 0-120 0,0 0 65 0,0 0 20 16,0 0 3-16,0 0-157 0,0 0 88 0,0 0 29 16,0 0-107-16,0 0 72 0,0 0 48 0,0 0-1 15,0 2-244-15,0 4 143 0,0 1 70 0,0 1-435 16,-5 7 257-16</inkml:trace>
  <inkml:trace contextRef="#ctx0" brushRef="#br0" timeOffset="1235.58">21185 2462 408 0,'0'0'0'0,"0"0"0"0,0 0 0 0,2-2 0 0,-1 1 0 0,1-2 0 0,0 1 108 0,2 2-38 0,-1 0 0 16,4 0-37-16,-4 0 98 0,3 0-40 0,-1 2-34 15,3 5 82-15,-3 1-54 16,1 2-26-16,0 2 1 0,-2-3 12 0,1 5-8 16,-1-4-31-16,-1 3 31 0,2-2 0 0,-3 1-31 15,0-1 8-15,-1-2-45 0,1 0 37 0,-2-1-1 16,0-2 1-16,0-1-29 0,0-1 8 0,0 0 21 16,0-2-48-16,0-1 22 0,0-1 1 0,-3 0 3 15,-4 0-16-15,3 0 13 0,-1 0 13 0,-2-3-68 16,1-7 31-16,3 0-10 15,-2 0 41-15,0-3-51 0,3 0 21 0,-2 2-9 16,2 3 29-16,0-2 24 0,1 5-26 0,1-1-7 16,-2 2 105-16,2 2-47 0,0 2-23 0,0-4 2 15,0 4 26-15,0 0-19 0,0 0 0 0,0 0-46 16,0 0 0-16,0 0 42 0,5 6-7 0,1 4-173 16,1-3 80-16,-1 4 39 0,2 0-1 0,-3 3-382 15,2 0 191-15,0 4 77 0</inkml:trace>
  <inkml:trace contextRef="#ctx0" brushRef="#br0" timeOffset="1502.86">21365 2937 938 0,'0'-4'0'0,"0"-1"0"0,-2 5 0 0,2-2 0 0,-3 0 0 0,0 2 0 0,1 0 192 0,0 0-79 16,-1 0-32-16,-1 0 39 0,-1 13-44 16,-1 2-21-16,-1 6-28 0,-1 1 6 0,0-1 8 15,-1 5-9-15,-1-2-33 0,1 2-1 0,2-8 35 16,-2 4-1-16,0-1-107 0,4-3 50 0,0 0 28 16,-1-5-261-16,2-4 134 0,1 1 31 0,0-3-208 15,3-3 124-15,-2-4 72 0,2 0 36 0,0 0-126 16,0-1 82-16,0-17 31 0</inkml:trace>
  <inkml:trace contextRef="#ctx0" brushRef="#br0" timeOffset="2067.4">21342 2882 357 0,'6'-5'0'0,"-3"1"0"0,1 2 0 0,-2 2 0 0,1 0 174 16,-1 0-71-16,-2 14-35 0,0 2 0 0,0 4 233 15,0 7-138-15,0-2-66 0,0 1 60 0,0 5-7 16,0-4-59-16,1-3-23 15,1 7-8-15,0-9-27 0,0 1 0 0,-2-3-73 16,2-4 37-16,-1-6 7 0,1 0 29 0,0-2-87 16,0-5 44-16,0-3 21 0,1 0 0 0,6 0-9 15,-2-13-26-15,4-8 22 0,1-5-41 0,-1-2 26 16,1-2-5-16,4-3-36 0,-2-3 23 0,4-6 1 16,-2 6 26-16,0 1-32 0,-2 4-2 0,2-2 32 15,-4 6 0-15,-1 7 46 0,-4 3-23 0,-2 6 1 16,-1 3-26-16,-2 5 88 15,0 0-40-15,-1 3-1 0,1 0 98 0,0 10-63 16,1 8-17-16,-3 6 122 0,2 4-65 0,-2 2-40 16,1 2-8-16,-1 4 9 0,0 0 9 0,2 9-47 15,-2-4-1-15,0-2-30 0,0-4 1 0,2 4 29 16,-2-4 9-16,2-3-84 0,0-2 37 0,1-10 1 16,1 3-23-16,1-6 29 0,-1-6 11 0,3-1-133 15,-4-6 66-15,4-3 16 0,1-1 21 0,2-4-72 16,-1-14 38-16,4-7 10 0,0-1 0 0,-2-1-48 15,3-1 34-15,-3 0 9 16,-2 6-7-16,5-8 15 0,-7 11 10 0,0 0-8 16,-1 5 40-16,-3 3-4 0,-1 4-37 0,1 4 6 15,-1 0 183-15,0 1-79 0,-2 2-45 0,0 6 122 16,0 9-76-16,0 4-22 0,0 2-24 0,0 6 165 16,0-9-83-16,0 6-21 0,0-3-19 0,1-1-83 15,5-1 23-15,1-2 1 0,0-2 22 0,2-4-95 16,-2 1 56-16,0-4-126 15,2-3-82-15,0-3 93 0,-2 0 63 0,0-2-343 16,0 0 176-16,2-2 100 0,-4-4 47 0,0-8-187 16,1 0 116-16,-1-3 59 0,-1-6 21 0,1-6-180 15,-2-6 109-15,-1-4 54 0,0-1-83 0</inkml:trace>
  <inkml:trace contextRef="#ctx0" brushRef="#br0" timeOffset="2169.64">21927 2939 776 0,'0'-19'0'0,"0"2"0"0,0 8 0 0,-2 2 0 0,-2 2 0 0,2 1 0 0,0 3 0 0,1 1 0 0,1 0 306 0,0 0-136 15,0 4-69-15,0 5 74 0,0 1-71 16,0 3-28-16,1 2-85 0,7 5 22 0,-1-5-1 16,0 4 20-16,5-1-436 0</inkml:trace>
  <inkml:trace contextRef="#ctx0" brushRef="#br0" timeOffset="2343.17">22103 3174 1759 0,'0'2'0'0,"0"-2"0"0,-1 2 0 0,1-2 0 0,0 0 0 0,0 0 0 0,0 0 0 0,0-1 0 0,3-2 0 0,8-1 216 0,3 3-96 0,-1-2-146 15,1 1 29-15,2 0 0 0,-2 2 29 0,0 0-202 16,0 0 97-16,2 0 53 0,-3 0 26 0,2 2-494 16,2 0 259-16</inkml:trace>
  <inkml:trace contextRef="#ctx0" brushRef="#br0" timeOffset="2513.75">22443 3012 1404 0,'0'-1'0'0,"0"-1"0"0,0-1 0 0,0 2 0 0,0 1 0 0,0 0 0 0,0 0 0 0,0 0 0 0,0 7 263 16,0 6-119-16,0 2 235 0,0 4-173 0,0 2-87 16,0 5-42-16,0-4-118 0,0 11 33 0,0-1-1 15,-2 1 42-15,-4 3-230 16,1 0 115-16,-1 1 65 15,1 1 21-15</inkml:trace>
  <inkml:trace contextRef="#ctx0" brushRef="#br0" timeOffset="3069.43">22753 1183 490 0,'0'-11'0'0,"0"1"0"0,0 3 0 0,0-1 0 0,0 1 0 0,0-1 0 0,0 2 0 0,0 1 197 0,0 1-82 0,0 2-42 15,0 0 1-15,0 2 124 0,0 0-74 0,0 2-50 16,4 7-20-16,1 6 91 0,1-1-56 0,-3 3-28 16,4 2 18-16,-4 0-7 0,3 0-39 0,-4-4-28 15,0 3 27-15,-1-4 1 0,1-4 8 0,0 2-81 16,0-3 36-16,-2-2 1 15,0-4 36-15,0 0-108 0,0-3 49 0,0 0 8 16,0 0 21-16,0 0-204 0,0 0 102 0,-2 0 24 16,0-1-323-16,0-1 177 0,2-1 94 15</inkml:trace>
  <inkml:trace contextRef="#ctx0" brushRef="#br0" timeOffset="3326.74">22980 1555 1014 0,'-2'-6'0'0,"0"-2"0"0,1 6 0 0,-1-1 0 0,0 1 0 0,-2 0 0 0,3 1 0 0,-3 0 169 16,-1 1-67-16,0 0-35 0,-2 4 102 0,-1 11-60 16,-5 6-43-16,2 1 26 0,0 5-30 0,-3-1 0 15,5 2-29-15,-2 2-26 0,1-2-8 0,1 3 34 16,2-3 0-16,-2-3-107 15,4 2 53-15,-1-6 35 0,3-1-236 0,-1 0 122 16,2-10 28-16,2 2-208 0,-2-7 114 0,2-3 67 16,0-1 13-16,0-1-39 0,0-1 46 0,0-8 23 15,0-8 0-15,2-4-101 0,6-5 66 0,-1-2 29 16,0-4 0-16</inkml:trace>
  <inkml:trace contextRef="#ctx0" brushRef="#br0" timeOffset="3870.19">22920 1541 1031 0,'7'-18'0'0,"-4"8"0"0,1 3 0 0,-3 5 0 0,3 1 0 0,-2-1 0 0,3 2 0 0,-1 0 0 0,1 3 0 0,2 8 169 0,-2 5-68 0,1 2-26 16,-1 5 211-16,-1 3-126 0,1 3-64 0,-3 2 63 15,1-1-54-15,-1 2-41 0,0-1 1 0,-1-2-74 16,1-7 21-16,0 2 0 16,0-4 29-16,1-3-56 0,1-8 23 0,0 1 1 0,-1-4-110 0,2-3 67 15,0-3 42-15,3 0-9 0,1-3-97 0,3-16 56 16,0-4-9-16,4-3-23 0,-1-4 18 15,0-2 24-15,1-2-5 0,0 2-32 16,-1 0 21-16,0 2 0 0,-2 7 17 0,-1 1 40 16,0 5-30-16,-4 6 0 0,-1 1 109 0,-3 4-52 15,2 4-27-15,-2 1 4 0,-1 1 140 0,3 3-78 16,-3 13-30-16,-1 5 143 0,0 1-72 0,0 11-50 16,0-3-2-16,-1 5 45 0,1 2-38 0,1-1 0 15,-1 1-30-15,0-1-47 0,1-3 1 0,1-2 38 16,3-6-35-16,1-1 0 0,2-3 43 15,-1-5-8-15,2-3-84 0,-1-3 31 16,2-4 24-16,-1-4-116 0,5-2 56 0,0 0 14 16,2-12 24-16,-1-5-68 0,-1-1 39 0,2-5 0 15,-2-2 16-15,0-2-69 0,-2-1 41 0,2-1 11 16,-2-2-11-16,2 2 10 0,-2 1-7 0,0 1 10 16,-3 5-11-16,-4 1 0 0,0 6 25 0,-2 5 102 15,-3 3-58-15,0 4-19 0,-1-1 1 16,-1 3 250-16,0 1-129 0,0 0-51 15,0 3-38-15,0 9 178 0,0 3-94 0,0 3-21 16,0 1 44-16,0 3-49 0,0 3-18 0,0 0-8 16,0 0 19-16,4 0-22 0,0-2 0 0,1 2-149 15,2-2 72-15,2 2 23 0,0-1 0 0,0-3-254 16,1-3 139-16,1 0 50 0,0-2 38 0,3-4-398 16,-4-1 200-16,4-4 78 15,-1-2-258-15,-2-2 177 0,2-3 101 0,-2 0 47 0,-2 0-135 16,2 0 91-16</inkml:trace>
  <inkml:trace contextRef="#ctx0" brushRef="#br0" timeOffset="4045.72">23767 1492 1442 0,'0'-3'0'0,"0"-1"0"0,0 2 0 0,0 1 0 0,0 1 0 0,0 0 0 0,0 0 0 0,0 0 240 15,2 0-109-15,2 0-48 0,1 3 7 0,3 4-28 16,-2 4 0-16,0-1-187 0,-3 3 74 0,1 5 43 16,-2 0 20-16</inkml:trace>
  <inkml:trace contextRef="#ctx0" brushRef="#br0" timeOffset="5970.09">21196 2528 333 0,'0'0'0'0,"0"0"0"0,0 0 0 0,0 0 0 0,0 0 0 0,-2 0 0 0,2 0 0 0,-2 0 69 0,0 0-28 0,0 0-8 16,1 0 42-16,1 0-21 0,-2 0 0 0,2-2 2 16,0 2 8-16,0-2-31 0,0 0 0 0,0 0-3 15,0 0 2-15,0 0 1 0,0 2 8 0,0 0-4 16,0-4-4-16,0 2-1 0,-2-1 1 0,2-1-3 16,0-1 11-16,0 1-8 0,0-3 2 0,-2-2-2 15,2 0-1-15,0-1-15 16,0 0 23-16,0-6-7 0,0 2-2 0,0-1-29 15,0-4-1-15,0 0 29 0,0-2 6 0,0-5-40 16,0 2 29-16,2-4 2 0,0-4-5 0,0-2-32 16,-1-3-2-16,3-11 35 0,1 1-71 0,1-3 32 15,4-12-9-15,-1 1 39 0,0 6-106 0,5-19 48 16,-1 9 16-16,-1-2-68 0,-2 4 40 0,0 8 25 16,0-3-20-16,-3 6 60 15,0 3-32-15,-1 3 7 0,-3 4-16 0,-1 5 37 0,3-2-6 0,-4 4-18 16,1 0 67-16,-2 3-31 15,2 3 8-15,-2 5 8 0,0-1-13 0,0-3-1 16,0 8-7-16,0-1 11 0,0 2 9 0,0 2-28 16,0 0 11-16,0 3 18 0,0 6-24 0,0-4-1 15,-2 5 1-15,0 1 23 0,1 1-2 0,-1 1-19 16,-1 0 40-16,1 1 0 0,0 2-32 16,1 0 45-16,-1-2-25 0,2 3 8 0,0 0-27 15,0 0 20-15,0 0-12 0,0 0 9 16,0 0-11-16,-2 0-49 0,2 0 25 0,-2 0-1 15,2 3 23-15,-2 4-27 0,1 1 24 0,-3 2-6 16,0 1 23-16,1 4-25 0,-6 1 5 0,0 5 46 16,-3 4-5-16,-4 4-42 0,-2 6 2 0,-1 0 29 15,-2 2-25-15,2-3 12 0,-5 7-11 0,8-9-34 16,-2 1 1-16,4-2 40 0,5-10-6 0,-2 1-55 16,5-3 22-16,1-6-7 0,1-4 9 15,2-2-10-15,2-3 30 0,0-1-64 0,0-2 27 0,0-1-14 16,0 0 41-16,0 0-106 15,0-8 49-15,2-8 14 0,12-7 3 0,0-2-250 16,4-2 130-16,0-6 50 0,4-3 36 0,-4 4-188 16,4-9 117-16,-1 2 53 0,-5 8-40 0,1-3 47 15,1 4 24-15,-6 5-15 0,6-1 9 0,-9 7 30 16,0 4 1-16,-4 3 131 0,2 3-66 0,-5 4-41 16,-1 3 8-16,1 1 268 0,0 1-151 0,2 0-36 15,-1 0-50-15,5 5 355 16,-1 6-183-16,3 5-69 0,3 2 176 0,-1 2-139 15,0 4-69-15,-3-4 68 0,7 8-73 0,-7-4-32 16,2 1 0-16,-1-3 21 0,-1-1-19 0,-2 0-7 16,2-2-28-16,-4-1-143 0,1-3 72 0,-3 1 35 15,1-4 9-15,-2 2-302 0,-1-6 164 0,1 5 64 16,-2-6-505-16,0 1 248 0,0-1 138 0,0 0-111 16</inkml:trace>
  <inkml:trace contextRef="#ctx0" brushRef="#br0" timeOffset="6461.15">20342 1278 272 0,'-8'0'0'0,"0"0"0"0,3 0 0 0,-1 0 0 0,0 0 0 0,2 0 0 0,-1 0 134 0,3 0-50 0,-2 0-26 15,4 0 9-15,-1 0 136 16,1 0-85-16,0 0-43 0,0 0 62 0,0 0-52 15,0 0-18-15,0 0-37 0,0 0 3 0,0 0-1 16,0 0 1-16,0 0 12 0,0 0-4 0,0 0-8 16,0 0-1-16,0 0 26 0,1 0-1 0,5 0-16 15,-1 0 40-15,2 0-23 0,0-4-1 0,0 1-25 16,2 2 48-16,0-4-16 0,2 2-7 0,-1 1 2 16,2 0 0-16,1 0-26 15,3 1 0-15,0-2 45 0,1 2-46 0,1 1 1 16,5-2 0-16,2 2-19 0,0-2 19 0,-4 0 8 15,6 2-8-15,-1-3-58 0,-1 3 28 0,-4 0 1 16,1-2-112-16,-1 2 71 0,0-3 15 0,-3 1-186 16,1 1 95-16,-5-3 56 0,2 1 10 0,-7-2-264 15,0 2 132-15,-1-2 73 0,-4 3 37 0,0-2-329 16,-2-1 182-16,-2 2 84 0,0-3 53 0</inkml:trace>
  <inkml:trace contextRef="#ctx0" brushRef="#br0" timeOffset="6704.94">20661 1051 788 0,'-8'0'0'0,"5"-2"0"0,-2 1 0 0,3 1 0 0,1 0 0 0,-1 0 0 0,2 0 0 0,0 0 180 0,2 0-74 0,13 1-36 0,1 7 226 0,7 0-136 0,-2 3-64 16,1 0-31-16,1 0 33 0,0 3-32 0,-4-3 8 15,1 2-111-15,-1 2 35 16,-4 0 1-16,-2 0 33 0,-2 0-55 0,-5 1 36 15,-3 0-8-15,-3-2-104 0,0 4 66 0,-2-4 24 16,-10 4 0-16,-7-5-140 0,-3 2 76 0,-3-2 4 16,0-1 30-16,1 0-208 0,-3-4 108 0,6 0 39 15,-8 3 38-15,7-3-219 0,2-1 124 0,0 2 62 16,3 0-95-16,-2 0 70 0</inkml:trace>
  <inkml:trace contextRef="#ctx0" brushRef="#br0" timeOffset="6922.37">20459 1521 666 0,'-5'2'0'0,"3"0"0"15,-2-1 0-15,4-1 0 0,0 0 0 0,0 0 0 0,0 0 0 0,13 0 409 0,10 0-188 0,2 0-94 0,3 0-47 0,2-1 278 16,2-3-155-16,1 2-89 0,-1 0-41 0,-3 0 67 16,-1 0-53-16,-5 2-27 15,0 0-159-15,-2 0 62 0,-2 0 35 0,-4 0-140 16,-4 0 88-16,-3 0 43 0,-2 0 30 0,-5 0-426 15,1 0 214-15,-2 0 31 0,0 0 79 0,-7 4-354 16,-9 2 194-16,-5 1 109 0,-2-5-159 0,-4 4 147 16</inkml:trace>
  <inkml:trace contextRef="#ctx0" brushRef="#br0" timeOffset="7121.84">20533 1538 584 0,'-12'1'0'0,"3"4"0"0,2 0 0 0,0 1 0 0,0 1 0 0,0 1 0 0,3 3 0 0,1 2 0 0,1 2 370 0,2 4-173 15,0 6-82-15,0-1 250 0,0 4-166 0,0 0-84 16,0 3-32-16,0 0 69 0,0 1-60 0,0 0-29 16,0-2-1-16,0 0-8 0,0 0 8 0,0 1-29 15,0-2 0-15,0-3-121 0,0 1 61 0,0-5 29 16,0-1-228-16,0-2 125 0,0-5 67 0,0-3-391 16,0-4 180-16,0-6 113 0,0 4 11 0,0-5-106 15,0 0 97-15,0-3 49 0,0-7 24 16,0-6-255-16</inkml:trace>
  <inkml:trace contextRef="#ctx0" brushRef="#br0" timeOffset="7301.36">20441 1860 945 0,'-4'0'0'0,"-2"0"0"0,4 0 0 0,2 0 0 0,0 0 0 0,0 0 0 0,0 0 0 0,10-1 0 0,10-3 219 0,3-2-93 0,5 1-39 15,2-2 338-15,1 0-196 0,2-2-98 0,-1 2 31 16,2 0-65-16,-4-1-23 0,0 1-9 0,-2 1-300 15,-5 2 134-15,-3-1 67 0,-1 1 33 0,-6 0-192 16,-3 2 109-16,-3 0 58 0,-3 2-571 0,-2 0 296 16,-2 0 62-16</inkml:trace>
  <inkml:trace contextRef="#ctx0" brushRef="#br0" timeOffset="11530.45">25890 1386 557 0,'-8'-13'0'0,"2"-1"0"0,-1 7 0 0,2 0 0 0,-1 0 0 0,1 0 0 0,2 2 162 0,-1-1-69 15,1 3-30-15,3 1 0 0,0-1 38 0,0 3-33 16,3-3 7-16,13 1-42 0,9-2 109 0,6-2-55 16,12-1 101-16,-2 1-78 0,-2 5-30 0,14-4-9 15,-7 4 87-15,0-2-63 16,0 2-30-16,-9-1-1 0,2 1-51 0,-3-1 20 16,0 2 0-16,-5-3-1 0,-1 1-72 0,0-1 37 15,-7-1 7-15,4-1-60 0,-6-1 44 16,-1-2 22-16,-1 1-310 0,-5-1 155 0,-2 0 43 15,-6 3 51-15,1-1-387 0,-2 1 203 0,-5-1 101 0,0 1 50 16</inkml:trace>
  <inkml:trace contextRef="#ctx0" brushRef="#br0" timeOffset="11773.79">26462 1048 795 0,'-9'-15'0'0,"2"2"0"0,2 7 0 0,2 0 0 0,3-1 0 0,0 0 0 0,0 0 0 0,0 6 314 0,0-3-141 0,12 4-62 0,0 0 177 15,4 0-128-15,0 0-63 0,3 10 44 0,6 0-54 16,-9 4-19-16,7 3-8 0,-8-4 11 0,1 6-38 16,-3-2-1-16,0 2 1 0,-4-1-60 0,-4 2 26 15,-3-2 0-15,-2 1 33 16,0-3-105-16,-2 4 61 0,-12-4 18 0,-7 1-112 16,-2 0 62-16,-3-5 31 0,-2 2-74 0,0 0 22 15,-4-4 31-15,2 2-8 0,-5-3-213 0,4 3 116 16,-3-4 41-16,5 4 15 0,-2-1-283 0,7 2 167 15,-1 0 83-15,6-1-107 0,-5 0-25 0</inkml:trace>
  <inkml:trace contextRef="#ctx0" brushRef="#br0" timeOffset="12157.08">26089 1596 1085 0,'-2'6'0'0,"-2"1"0"0,1-2 0 0,1 0 0 0,0-5 0 0,0 0 0 0,0 0 0 0,2 0 0 0,0 0 186 0,0 0-77 16,0 0 165-16,2 0-112 0,11 0-69 0,3 0-30 15,3 0 74-15,2-2-52 0,0-3-26 0,1-4 8 16,-1 2-7-16,2-1-27 0,-3 0-1 0,0 0-57 16,-3-2 29-16,1 3 8 15,-3-3 21-15,-2 1-169 0,-2-1 84 0,-3 1 43 16,-3 2-161-16,0-2 76 0,-2-1 49 0,-1-1-8 16,-2 0-22-16,0 1 2 0,0-1 26 0,-8 4-26 15,-5-1 14-15,0 3 18 0,-3 0 8 0,-4 3 1 16,-4 2 93-16,2 0-52 0,-6 0-17 0,3 12 240 15,-1 3-122-15,0 1-43 0,2 5 210 0,2 2-111 16,3 1-75-16,4 3-8 0,2 1 129 0,0-1-89 16,5 4-45-16,3-5-15 15,5 6 53-15,0-4-42 0,0-7-20 0,0 4 73 16,9-4-47-16,4-4-16 0,0 1-8 0,5-3-56 16,-1-4 32-16,5-1 1 0,-1-3-131 15,-2-3 73-15,3-4 25 0,5 0 0 0,-1 0-306 0,-3-3 145 16,0-2 92-16,2-8 2 0,-1 0-227 0,-1 2 94 15,-1-4 85-15,-3 3-461 0,-1-1 264 0,1-2 144 16,1-3 67-16</inkml:trace>
  <inkml:trace contextRef="#ctx0" brushRef="#br0" timeOffset="12331.71">26487 1637 1393 0,'-7'0'0'0,"-1"4"0"0,3-3 0 0,4 2 0 0,-1 0 0 0,2-3 0 0,0 0 0 0,0 0 0 0,7 0 237 0,3 0-102 0,5 0-51 15,2 0 217-15,1 0-134 0,2 0-60 0,2-3-40 16,-3 0-129-16,0-2 47 0,0 2 24 0,-4-3-159 16,-3 3 100-16,0 0 37 0,-1 0 23 15,-3 1-475-15,-4-1 214 0,-2 3 135 16,0-1-464-16,-2 1 278 0</inkml:trace>
  <inkml:trace contextRef="#ctx0" brushRef="#br0" timeOffset="12506.25">26613 1619 877 0,'-9'3'0'0,"-3"5"0"0,3 2 0 0,3-2 0 0,-3 2 0 0,-1 1 0 0,3 4 0 0,-1 3 158 16,3 0-62-16,-2 6-32 0,4-1 312 0,-1 2-172 16,2-3-77-16,2 3-52 0,0-4 193 0,0 2-117 15,0-3-60-15,0-4-18 16,6 1-32-16,2-4-8 0,1-2 0 0,2-1-67 16,3-4 34-16,0-2 0 0,2-4-283 0,2 0 154 15,1 0 81-15,0-2 40 0,5-10-511 0,-4-3 252 16,-2 0 66-16,4-8 89 0</inkml:trace>
  <inkml:trace contextRef="#ctx0" brushRef="#br0" timeOffset="12688.76">26936 1201 1578 0,'0'-11'0'0,"0"8"0"0,0 1 0 0,0 0 0 0,0 0 0 0,0 1 0 0,0 1 0 0,4 0 0 0,1 0 0 0,3 0 203 0,-1 0-89 0,3 5-41 16,-5 4-101-16,3 3 31 0,-1-2 0 0,1 4 38 16,-2-2-441-16,-2 1 213 15,1 0 106-15,-2-3-497 0</inkml:trace>
  <inkml:trace contextRef="#ctx0" brushRef="#br0" timeOffset="13046.84">26926 1358 1048 0,'-14'4'0'0,"4"-1"0"0,0 1 0 0,7-4 0 0,-1 2 0 0,2-2 0 0,2 0 0 0,0 0 122 0,11 0-44 0,11 0-23 0,5 0 211 0,3-2-109 16,5 0-65-16,0-1-30 15,0 1 56-15,3-2-42 0,0 3-22 0,-4-4-22 16,-1 4 1-16,-3-2 0 0,-8 1-1 0,3 2-33 16,-8 0 33-16,-4 0 9 0,1 0-36 0,-5 0 27 15,-4 5 1-15,-1-3 0 0,-2 4 58 0,1-1-20 16,-3 2-9-16,0 0-42 0,0 2 111 0,0 0-49 15,-3 3-25-15,-1 1 81 0,0 3-57 0,3-2-24 16,-1 5 0-16,-1 2-62 0,3 0 1 0,0 3 45 16,0 2-93-16,0 0 43 0,0 0 21 0,0 1-1 15,0-3-20-15,0 5 16 16,0-5 1-16,0-4-15 0,-1 4-92 0,-3-6 33 16,-1 0 38-16,0-6-53 0,-4-1 37 15,-2-1 5-15,1-4-1 0,-4-4-48 0,-2-2 30 16,-4 0 17-16,-2 0-205 0,-1-2 104 0,-1-8 55 0,1-3 27 15,2-2-133-15,-1-7 84 0,5-4 38 0,3-13 1 16,4-2-282-16,6-10 160 0,4-5 71 0,0-13-278 16</inkml:trace>
  <inkml:trace contextRef="#ctx0" brushRef="#br0" timeOffset="13217.52">27161 1051 635 0,'1'-28'0'0,"2"9"0"0,-1 9 0 0,-2 2 0 0,0 2 0 0,0 4 133 0,0 2-50 0,0 0-17 0,0 14 211 16,0 10-122-16,0 4-61 0,0 10-31 0,0 1 301 15,-6 0-158-15,-3 14-90 0,-1-6 66 0,-1-2-74 16,-2-2-38-16,-2 1 0 0,2-8-84 0,-7 6 19 16,2-6 0-16,3-4 28 15,-2-2-93-15,1-2 46 0,2-10 32 0,1 2-9 16,4-9-356-16,1-3 156 0,2-5 106 0,3-3-548 16,3 0 292-16</inkml:trace>
  <inkml:trace contextRef="#ctx0" brushRef="#br0" timeOffset="13347.98">27078 1489 1501 0,'9'0'0'0,"0"2"0"0,2 2 0 0,0 2 0 0,0-1 0 0,2 1 0 0,1-1 0 0,-1 3 287 15,-1-2-127-15,4-1-63 0,-2-2 295 0,-1 2-184 16,0-2-87-16,1 2-44 0,-1-4-382 0,-4 1 169 16,1 0 92-16,-1 1 35 0</inkml:trace>
  <inkml:trace contextRef="#ctx0" brushRef="#br0" timeOffset="14148.53">27659 990 723 0,'-4'-8'0'0,"0"4"0"0,4 2 0 0,0 0 0 0,0 1 0 0,0-3 155 15,0 1-53-15,2 1-39 0,9-2 217 0,1 2-124 16,3 0-61-16,-2 2-32 0,0 0 68 0,2 0-54 16,-2 0-22-16,-2 0-1 0,-2 0-22 0,1 2 1 15,-2 4 8-15,-1-1-181 0,0 0 87 0,-2 1 43 16,-2 1-349-16,1 0 182 0,-3-5 62 0,4 4 62 15,-3-1-409-15,1-4 209 0</inkml:trace>
  <inkml:trace contextRef="#ctx0" brushRef="#br0" timeOffset="14745.4">27988 829 828 0,'5'5'0'0,"-1"1"0"0,1-1 0 0,-3 1 0 0,-2 0 0 0,0 0 0 0,0 2 105 0,-2 1-28 0,-7 3 162 0,0 1-103 15,-6 1-52-15,-3 2-26 0,-2 0-26 0,-4-1 9 16,-1 1-8-16,0 1 0 16,-5-2-103-16,3 1 51 0,-1-2 26 0,3-2 8 15,-3 2-95-15,7-7 55 0,1 3 30 0,1-5-40 16,3 1-7-16,5-1 32 0,2 0-41 0,2 2 86 16,2 2-30-16,0 1-10 0,3 3 129 0,2 0-60 15,0 3-25-15,0-2 0 0,0 4 93 0,2-4-56 16,3 4-11-16,4-3 7 0,-5 0-22 0,4-1-18 15,-4-1 1-15,3 2-33 0,-4-3 0 0,1-1 41 16,-1-1-69-16,-1-2-93 0,-1-2 63 0,2 0 41 16,-3-2-311-16,0-4 160 0,0 2 55 15,2-2 49-15,-2 0-232 0,1 0 131 16,1-6 66-16,0-8 25 0,-2-2-127 0,0-2 84 16,0-3 42-16,0-2-49 0,0 1 50 0,0-1 74 15,-2 3 0-15,-3 1 0 0,-4 2 0 0,2 2 0 16,-4 4 68-16,6 1-55 0,-4 0-18 0,5 5-1 15,1-1 353-15,-1 3-180 0,4 1-50 0,0-2-58 16,9 1 280-16,11 1-153 0,3-2-76 16,4 2 90-16,6-1-84 0,3 2-33 15,4 1-22-15,-3 0-1 0,2 0-27 0,-1 0-1 16,-3 0-48-16,-3 0 33 0,-2 6-9 0,-7 0 25 16,-1-1-68-16,-5 2 33 0,-3-1 9 0,-2 4 26 15,-7-5-81-15,1 0 39 0,-1 1-7 0,-3 0 79 16,-1 0-14-16,-1 1-53 0,0-1 14 0,0 2 169 15,0 1-76-15,-3 0-40 0,-2-1 48 0,5 2-40 16,-6 2 0-16,6 2-39 0,0-1-13 16,0-3 13-16,0 6 9 0,0-3-141 15,0 2 66-15,0 0 33 0,0-1 1 0,0 1-288 16,0 3 154-16,0-5 48 0,0 2-325 0,0-2 180 16,0 1 99-16,0-3 50 0,0-2-115 0,-5 0 86 15,2-1 39-15,-5-2 0 0,-2-3-226 16</inkml:trace>
  <inkml:trace contextRef="#ctx0" brushRef="#br0" timeOffset="14932.9">27719 1288 968 0,'-15'0'0'0,"5"0"0"0,5 0 0 0,1 0 0 0,2 0 0 0,2-2 0 0,0 0 206 0,10-4-91 15,7 5 223-15,8-2-152 0,0 0-77 0,1 2-38 16,-2-1 48-16,9-1-48 0,-7 3 1 0,-3 0-39 15,0 0-62-15,2 0 31 0,-4 0 8 0,-1 0 23 16,-2 0-290-16,-4 5 145 0,-2-1 72 0,-5 3-464 16,1-2 254-16,-5 3 57 15,-3 1 87-15</inkml:trace>
  <inkml:trace contextRef="#ctx0" brushRef="#br0" timeOffset="15093.19">27777 1431 743 0,'-7'2'0'0,"2"6"0"0,0-5 0 0,3-1 0 0,2 0 0 0,0-2 227 0,7 0-97 16,11 0-49-16,1 0-24 0,1 0 171 0,3 0-89 16,5-2-57-16,-7 0-25 15,4 0-9-15,-4 1-15 0,0-1-1 0,-5 0-243 16,0 2 118-16,-5 0 63 0,-2 0-384 0,-2 0 221 16,-6 7 110-16</inkml:trace>
  <inkml:trace contextRef="#ctx0" brushRef="#br0" timeOffset="15291.7">27743 1581 982 0,'-20'0'0'0,"7"0"0"0,1 2 0 0,5-2 0 0,1 0 0 0,4 0 0 0,2 0 0 0,0 0 0 0,2 0 305 0,12 0-128 16,8-2-76-16,2-1 70 0,3 1-69 0,3-2-35 16,0 2 0-16,2 0 40 0,-2 0-41 0,0-2 0 15,0 2-110-15,-3 1 38 0,-7 1 0 0,2 0 47 16,-2 0-308-16,-2 0 150 0,-6 0 75 0,-2 0 37 15,-2 0-446-15,-1 0 214 0,-6 0 62 0,3 1 71 16,-4-1-192-16,0 0 132 16</inkml:trace>
  <inkml:trace contextRef="#ctx0" brushRef="#br0" timeOffset="15500.66">27919 1134 932 0,'0'-6'0'0,"0"4"0"0,0 0 0 0,0 2 0 0,-4 0 0 0,3 8 0 0,-3 9 279 0,3 7-122 0,1 6-63 0,0 4-30 0,-2 6 236 0,2-5-125 16,0 12-76-16,0-5 9 15,0-1-40-15,0-6-35 0,0 7 8 0,0-2-154 16,0 4 73-16,0-10 36 0,0 5-128 0,0-6 83 16,0-5 49-16,-5 0 12 0,2-6-424 0,0-2 210 15,1-9 38-15,-3-3 75 0,5-4-279 0,0-4 172 16,0-3 81-16</inkml:trace>
  <inkml:trace contextRef="#ctx0" brushRef="#br0" timeOffset="15715.09">28354 1023 1176 0,'17'-16'0'0,"0"8"0"0,-1 5 0 0,0 3 0 0,-7 0 0 0,-2 0 0 0,-4 14 0 0,1 3 122 0,-4 5-37 0,0 11-30 16,-7 2 240-16,-9 3-131 0,-7 3-65 0,-2 3-34 15,-2-3 57-15,1 2-49 0,-4-2 0 0,3 1-151 16,-3-1 55-16,3-1 28 0,3-7 8 0,-1 1-270 16,7-6 144-16,6-9 73 15,4-8-218-15,3-4 85 0,5-5 87 0,0-2-40 16,4-8-225-16,10-12 159 0,8-6 80 0,2-8 39 16</inkml:trace>
  <inkml:trace contextRef="#ctx0" brushRef="#br0" timeOffset="15865.76">28314 1351 881 0,'12'-16'0'0,"-3"7"0"0,-2 3 0 16,2 3 0-16,-2 1 0 0,-2 2 0 0,1 0 0 0,-1 0 172 0,4 7-70 0,-6 6-34 0,2 3 0 16,-2 2 226-16,0 0-134 0,-1 5-64 0,0 4 58 15,-1-2-60-15,-1-5-31 0,0 2 9 0,0 4-225 16,0-4 93-16,0-2 46 0,-1-1-338 0,-1-3 193 16,2-4 104-16,0-1 31 0,0-6-447 0,0-3 192 15,2-2 123-15,8-2 53 0</inkml:trace>
  <inkml:trace contextRef="#ctx0" brushRef="#br0" timeOffset="16155.99">28699 1010 881 0,'15'-15'0'0,"-3"10"0"0,4 2 0 0,-5 3 0 0,-5 0 0 0,-2 0 0 0,0 3 0 0,-4 8 198 0,0 2-82 0,0 3-42 15,-8 5-32-15,-5 4-1 0,-4 0-8 0,0 0-1 16,1 2-269-16,-5-2 135 0,-1-2 67 0,6-3 42 15,-3-1-163-15,3-7 85 0,-1-1 42 0,2-3 22 16,1-5-182-16,5 0 32 0,0-3 44 16,1 0 129-16,4 0-24 15,1 0 0-15,1 0 326 0,2 0-178 0,0-3-63 0,0-1-48 16,7-1 368-16,10 0-185 0,-1 0-92 0,6 1-21 16,0-2 113-16,7 1-90 0,-4 0-44 0,1 0 4 15,1 2-24-15,-6-2 8 0,2 4-34 0,-3-1-85 16,-3-1 42-16,0 3 22 0,-3 0-384 0,-4 0 211 15,1 0 92-15,-4 0 51 0,-4 3-624 0,-2 2 305 16</inkml:trace>
  <inkml:trace contextRef="#ctx0" brushRef="#br0" timeOffset="16559.08">28600 1326 779 0,'-15'9'0'0,"4"1"0"0,4 3 0 0,1-4 0 0,3-2 0 0,1 1 0 0,2-1 209 0,0-1-88 16,0 1-44-16,0 1 72 0,0 2-50 0,2-2-37 15,5 1 0-15,2-2-107 0,0 0 39 0,1-1 1 16,2-1-281-16,1-3 155 16,1-2 83-16,1 0 39 0,0 0-323 0,2 0 170 15,-2-2 8-15,1-12 71 0,0 3-82 0,-3-3 83 16,1 1 82-16,-4 2 0 0,-2 1 0 0,2-3 0 16,-5 8 0-16,0-4 15 0,-2 5-16 0,-1-1 1 15,1 4 307-15,-1 0-160 0,-2 1-37 0,0 0-57 16,-2 0 225-16,-9 13-122 0,-5-1-54 0,-2 7-39 15,-2 0 67-15,-2 2-48 0,1-2-25 16,-4 2-98-16,-1-1 45 0,4-2-9 0,-4 1 38 16,1-4-60-16,0 0 29 0,-1-4 1 15,5-3-65-15,-1-2 44 0,3-2-5 0,3-4 23 16,4 0-16-16,4 0 0 0,3 0-11 0,-1 0 28 16,5 0 193-16,1 0-93 0,0 0-44 0,7-3 154 15,9 2-72-15,9-3-58 0,1 2-22 16,6 1 51-16,1-1-39 0,1 0 0 15,2-1-57-15,-1 2 18 0,-3-1 1 0,0 2 0 0,0 0-163 16,-4 0 81-16,-1 0 50 0,3 0-9 16,-2 0-454-16,-4-2 199 0,3 0 128 0,-2 0-415 15,-3-2 251-15</inkml:trace>
  <inkml:trace contextRef="#ctx0" brushRef="#br0" timeOffset="16743.58">29009 1216 1145 0,'0'0'0'0,"0"0"0"0,0 0 0 0,4 0 0 0,10-2 0 0,0 1 0 0,4 0 0 0,-2-2 204 0,3 2-77 15,-1 1-52-15,-1 0-20 0,0 0 47 0,-2 0-35 16,-2 0 1-16,-4 0-27 0,3 4-279 0,-4-2 136 16,-2 3 67-16,1-3-377 0,-5 1 212 0,1 0 110 15,-1-3 50-15,-2 0-327 0,0 0 168 0</inkml:trace>
  <inkml:trace contextRef="#ctx0" brushRef="#br0" timeOffset="17383.41">29158 1072 241 0,'-4'-9'0'0,"1"5"0"0,-2 4 0 0,3 0 0 0,-1 3 0 0,1 9 276 0,-4 6-122 0,1 7-61 16,0 2 230-16,-3 5-138 0,4 0-80 0,-3 2-36 16,1-2 88-16,-1 3-62 0,5-4-31 0,-2-6 63 15,3 2-51-15,1-4-21 0,0-1-1 0,0-5-101 16,0-2 40-16,7-7 9 0,0-2-207 0,4-1 119 15,3-5 59-15,-3 0 30 0,6-5-294 16,-4-9 123-16,6-6 84 0,-6-3-14 16,0-2-89-16,-1-3 71 0,0-3 42 0,-2-2-103 15,-5-3 77-15,3 0 33 0,-3 0 1 0,-1 3-10 16,-1-1 21-16,-2 8-7 0,5-6 165 0,-4 10-68 16,1-1-33-16,0 4-1 0,2 2 275 0,3 6-151 15,3 0-73-15,0 2-3 0,2 1 138 0,5 3-48 16,2 0-63-16,-1 4 179 0,3-2-115 0,5 3-54 15,-2 0-26-15,-5 0 69 0,2 0-48 0,2 0-16 16,-5 0 6-16,0 0-1 16,-2 0-38-16,-9 0 1 0,2 0 39 0,-3 0-31 15,-2 3-8-15,-2-1-1 0,-1 2 19 0,0 1-18 16,-2 3 0-16,0-1 44 0,0 4-8 0,0 2-37 16,0 0 1-16,-4 3 82 0,1 4-33 0,-1 1-29 15,1 4 28-15,1-2-25 0,2 5 1 0,-1 3-24 16,1-2 20-16,0 5-20 0,0-1 0 0,0 1 0 15,0-1-26-15,0-1-1 0,0-4 35 0,0 5-8 16,0-6-33-16,0-6 0 16,-4 4 32-16,1-5-105 0,-2-3 43 0,0-2 23 15,-1-6-139-15,-1-1 76 0,-2-5 25 0,-2 0 25 16,-5-3-219-16,2 0 113 0,-5 0 36 0,4-8 33 16,-8-5-306-16,2-4 165 0,-1-2 74 0,3-8-303 15,2-2 197-15,4-11 98 0,2-3 50 0,8-6-121 16,1-5 76-16,2-2 52 0,0 3-188 0,2 6 116 15,1 13 64-15,4-2 83 0,-3 15 13 0,-1-1-14 16,-1 10 0-16,-1 6-31 16,2 0 420-16,-1 4-212 0,1 2-113 0,1 2-43 15,1 13 442-15,-3 7-227 0,1 5-44 0,-3 2 86 16,0 7-114-16,0 8-70 0,-9-5 214 0,-5 5-138 16,-4-3-68-16,-1 0-34 0,-2-4-79 0,-5 9 18 15,-1-7 0-15,-2 0 27 0,3-1-394 0,-6 1 196 16,-3-3 108-16,1-2-617 0,-1-2 297 0</inkml:trace>
  <inkml:trace contextRef="#ctx0" brushRef="#br0" timeOffset="17891.24">30358 735 529 0,'-2'0'0'0,"-8"0"0"0,0 10 0 0,2 4 0 0,-6-3 0 0,1 4 0 0,-6-3 105 0,1 6-34 0,-4-1-7 0,-3 2 80 15,0 0-56-15,2-3-28 0,-2-1 0 0,1 1-10 16,-3 0-17-16,0-3-1 0,0-1-4 0,5-3 4 16,1-3 1-16,1-3 8 0,4-1 25 0,7-2-33 15,-5 0 0-15,6 0-1 0,2 0 68 0,0 0-25 16,5 0-9-16,1 0 121 0,0 0-77 0,0 0-38 15,0 0-1-15,0 0-7 16,0 6-8-16,0 6-23 0,0 9 79 0,0 4-40 16,0 3 1-16,0 3-33 0,0 0-5 0,0 5-2 15,0-3 0-15,1 3 0 0,3-2-85 0,-4 0 51 16,2-1 12-16,-2 0-196 0,3-5 106 0,-3 1 30 16,0-9 34-16,0 1-301 0,0-5 155 0,0-5 49 15,0 1-258-15,0-5 168 0,0-3 85 0,0-2 33 16,0-2-200-16,-3 0 126 0,-4-2 63 0,2-9 30 15</inkml:trace>
  <inkml:trace contextRef="#ctx0" brushRef="#br0" timeOffset="18241.3">29834 1059 1091 0,'2'-17'0'0,"-1"8"0"0,1 6 0 0,6-4 0 0,0 4 0 0,6-3 0 0,1 2 0 0,5 2 0 0,5 1 133 0,4-2-51 0,3 1-16 0,0 1 137 16,4 1-85-16,-3 0-42 0,3 0-8 15,-1 0-35-15,-1 0 8 0,-1 0-8 0,-7 0-38 16,-4 0 38-16,-1 1-1 0,-3 4 1 16,-6-2-29-16,-4 1 29 0,0-1-1 0,-6 0 22 15,1 0-22-15,1 1 1 0,-4 0-6 0,0 2 72 16,0 1-34-16,0 0 0 0,0 4 65 0,0-3-48 16,-6 4-17-16,5 1-7 0,1 0 37 0,0 2-30 15,0 2-1-15,0 2-31 0,0 2 36 0,0 2-36 16,1 2 0-16,1 2-13 0,4 1 13 0,-5 1 0 15,3 4-26-15,-3-2 26 16,4 1 0-16,-5 1-1 0,5-4-66 0,-3 4 33 16,-1-6 1-16,2 2 31 0,-1-3-144 15,2-5 66-15,-4 0 19 0,0-6 1 0,0 1-197 0,0-6 110 16,0-1 37-16,0-3-148 0,0-3 79 0,-4 1 57 16,-4-4 15-16,-3 0-282 0,-3 0 162 0,-1 0 81 15,-2-6-364-15,-3-9 221 0</inkml:trace>
  <inkml:trace contextRef="#ctx0" brushRef="#br0" timeOffset="18563.49">29999 1258 878 0,'-9'0'0'0,"5"0"0"0,3 0 0 0,1 0 0 0,0 0 0 0,0 0 0 0,0 4 0 0,0-1 0 0,1 3 293 0,6 4-131 0,-1-1-64 0,1 0 53 15,0 1-59-15,-3-1-22 0,-1 3-8 0,3-4-81 16,-6 0 26-16,2-2-1 0,1 0-191 0,-1-2 117 15,-2-2 46-15,0-2 28 0,0 0-197 0,0 0 107 16,0-2 22-16,0-8-34 16,0-5 13-16,0 0 33 0,0-2-30 0,0 0 93 15,0 0-10-15,2 2-44 0,1 1 225 0,6 5-103 16,-3 0-43-16,2 4-29 0,1-1 114 0,-2 5-41 16,1 1-39-16,0 0 13 0,-3 0 86 0,2 0-40 15,-5 2-27-15,0 8 0 0,-1 1-16 0,-1 3-26 16,0-3-1-16,-9 3-47 0,-4 0 24 15,-4 0 8-15,2-4 16 0,-3 2-163 0,2-6 81 16,0 1 23-16,6-6-123 0,-1-1 66 16,0 0 43-16,8 0-4 0,1 0-344 0,2-3 164 15,4-12 96-15</inkml:trace>
  <inkml:trace contextRef="#ctx0" brushRef="#br0" timeOffset="19041.41">30606 912 1535 0,'0'0'0'0,"0"0"0"0,6 0 0 0,-6 0 0 0,3 0 0 0,-1 0 0 0,0 0 0 0,-2 0 0 0,0 0 154 0,0 5-65 0,0 2-28 16,0 2-79-16,0 0 26 0,-2 1-1 0,-3 0 34 16,5-3-308-16,0 0 150 0,0-1 75 0,0-2-363 15,0-3 200-15,0-1 101 0,0 0-192 0,0 0 130 16,-3-1 67-16,-2-9 33 15,0 0-10-15,-2-5 76 0,0-5 0 0,-4-2 0 16,4 3 0-16,-3-1 0 0,0-5 0 0,2-4 0 16,2 9 0-16,0 0 0 0,-1-1 0 0,2 1 102 15,2 4-69-15,1 2 7 0,2 1 262 0,0 3-123 16,5 0-80-16,10 3-3 0,5-1 84 0,7 2-78 16,3 3-34-16,2-1 0 0,10 2-3 0,-12 1-32 15,6 1 8-15,4 0-37 0,-5 0 29 0,-2 0 0 16,-3 0 0-16,-1 0 13 0,-10 0-5 15,3 3-9-15,-6 1 32 0,-2-1 0 16,-9 2-31-16,0-2-1 0,4 0 61 0,-7 0-35 16,-1 1 0-16,-1-1-25 0,0 3 71 0,0 1-35 15,0 0 8-15,-4 6-44 0,2-5 40 0,-4 5-1 16,-2 0-39-16,8 1 24 0,0 3 7 0,-5 0-31 16,5 2-45-16,0-1 22 0,0 3 0 0,0-1 23 15,0 1-123-15,0 0 58 0,0 2 30 16,0-2 1-16,0-3-299 0,0 0 152 0,0 2 49 15,0-4 47-15,0 0-209 0,0-4 115 16,0-1 53-16,0-3-308 0,0-1 176 0,0 0 100 16</inkml:trace>
  <inkml:trace contextRef="#ctx0" brushRef="#br0" timeOffset="19227.91">30569 812 1158 0,'-12'0'0'0,"8"0"0"0,4 0 0 0,0 0 0 0,4 0 0 0,10 0 0 0,0 0 0 0,4 0 381 0,8 0-174 0,-3 0-87 0,2 0 54 15,2 0-75-15,-1 0-33 0,1 4 0 0,-8 2-86 16,3 1 27-16,-3 1 8 0,-5 0-378 0,0 2 198 16,-6 0 99-16,0 2 49 0,-4 1-566 0</inkml:trace>
  <inkml:trace contextRef="#ctx0" brushRef="#br0" timeOffset="19378.5">30681 964 921 0,'-7'0'0'0,"-1"0"0"0,8 0 0 0,0 0 0 0,0 0 0 0,3 0 0 0,9 0 0 0,3-2 0 0,0 2 319 0,0 0-147 0,3 0-70 16,-1 0-11-16,0 0-29 0,1 0 0 0,-6 0-21 15,3 4-235-15,-2-1 114 0,-4 4 56 0,-2 1 28 16,-6 3-474-16</inkml:trace>
  <inkml:trace contextRef="#ctx0" brushRef="#br0" timeOffset="19573.99">30272 1123 1305 0,'9'0'0'15,"14"0"0"-15,12 1 0 0,5-1 0 0,9 0 0 0,7 0 0 0,4 2 0 0,8 0 208 0,-1-2-88 0,-3 0-44 0,-1 0-21 0,-11 0 129 0,7 0-67 16,-5 3-46-16,-24-2 0 16,20 6-214-16,-32-5 87 0,25 4 45 0,-24 0-356 15,-1 1 196-15,-7-1 102 0,-2 0-429 0,-7 2 203 16</inkml:trace>
  <inkml:trace contextRef="#ctx0" brushRef="#br0" timeOffset="19744.53">30558 1292 550 0,'-3'5'0'0,"1"7"0"0,2 1 0 0,0-4 0 0,0 0 0 0,0-1 0 0,0 1 293 0,0-4-130 16,2 2-57-16,1 2 57 0,-1-1-65 0,1 0-33 16,1-1-224-16,0 0 95 0,-1-1 57 0,0 0 16 15,0-3-407-15,-1 0 198 0,3-3 98 0</inkml:trace>
  <inkml:trace contextRef="#ctx0" brushRef="#br0" timeOffset="20000.5">30582 1242 936 0,'0'0'0'0,"5"0"0"0,12-2 0 0,4-1 0 0,8 1 0 0,1 1 0 15,3 1 0-15,3 0 0 0,1 0 0 0,1 0 203 0,-3 0-85 0,9 3-43 0,-14 2 80 0,5-2-61 16,-3-1-22-16,-11 2-9 0,-10 0-8 0,5-1 0 15,9 2-22-15,-18 0 0 0,-4-2-22 0,3 0 22 16,-4 4 0-16,-10 2 0 16,8-2-23-16,-6 1 0 0,-7 2 31 0,2 1 50 15,-2 0-28-15,3 3-1 0,-2-1-164 0,7-1 67 16,-3-1 32-16,0 3-8 0,8-1-251 0,-6-1 134 16,4-3 53-16,-4 2 38 0,4-2-324 0,2 0 169 15,-3-1 77-15,-2 0 42 0,5 0-101 0,-5-5 63 16</inkml:trace>
  <inkml:trace contextRef="#ctx0" brushRef="#br0" timeOffset="20175.08">30619 1389 807 0,'-4'0'0'0,"1"0"0"0,3 0 0 0,0 0 0 0,5 0 0 0,7-2 0 0,1 1 291 0,17-1-129 0,-15 0-65 0,12 0-24 16,3 2 113-16,0 0-77 0,-3 0-37 0,0 0-160 15,-5 0 61-15,3 0 38 16,-7 0-8-16,-1 2-150 0,-4 5 90 0,-4-1 45 16,-2 4-450-16</inkml:trace>
  <inkml:trace contextRef="#ctx0" brushRef="#br0" timeOffset="20335.64">30669 1482 1033 0,'-1'0'0'0,"1"0"0"0,1 0 0 0,14 0 0 0,2 0 0 0,3 0 0 0,0 0 0 0,-3 0 0 0,13 0 0 0,-10 0 175 0,5 0-63 0,-3 0-43 0,2 0-155 15,-8 3 60-15,-8 3 29 0,9 1 0 0,-7-1-111 16,-8 5 66-16,-2 0 38 0,0 1-430 0</inkml:trace>
  <inkml:trace contextRef="#ctx0" brushRef="#br0" timeOffset="20477.27">30664 1583 803 0,'0'0'0'0,"0"0"0"0,10-2 0 0,7 1 0 0,1-3 0 0,1 1 0 0,-1 2 0 0,2-1 0 0,2 2 106 0,-1 0-40 16,-2 0-1-16,2 0-125 0,-5 0 46 0,-4 0 23 16,-4 2-154-16,-3 4 81 0,0-3 44 0</inkml:trace>
  <inkml:trace contextRef="#ctx0" brushRef="#br0" timeOffset="20768.49">30773 1299 735 0,'-7'4'0'0,"7"5"0"0,-5 3 0 0,5 2 0 0,-4 1 0 0,4 6 0 0,0 4 0 0,0-1 240 15,0 7-104-15,-2-2-52 0,-9 0 0 0,8 3-30 16,-4-3 1-16,-4 1-23 0,-3-3-94 15,3-1 47-15,-2-6 33 0,2 0-9 16,0-6-33-16,0-2 28 0,-2-3 1 0,12-3-45 16,-6-2 43-16,5-3-13 0,-2 1 0 0,4-2 49 15,-5 0 0-15,5 0-64 0,4 0 218 0,14 0-91 16,6-2-43-16,5-3-12 0,1-1 131 0,3 1-73 16,1-1-28-16,2 3-8 0,-1-2-69 0,2 3 0 15,-4 1 32-15,-9 1-150 0,4 0 83 0,16 0 30 16,-22 0 0-16,4 1-423 0,1 6 219 0,-17-2 75 15</inkml:trace>
  <inkml:trace contextRef="#ctx0" brushRef="#br0" timeOffset="20918.09">31469 1758 1412 0,'0'0'0'0,"2"-1"0"0,11-3 0 0,-11 3 0 0,3 1 0 0,-3-1 0 0,0-1 254 0,-2-1-111 0,0-2-55 0,0-1 5 16,-2 1-31-16,-15 1 9 16</inkml:trace>
  <inkml:trace contextRef="#ctx0" brushRef="#br0" timeOffset="32614.15">23274 3486 533 0,'0'-2'0'0,"0"0"0"0,0 0 0 0,0 0 0 0,0 0 0 0,0 0 0 0,-2 0 96 16,0 2-32-16,0-1 1 0,-1 1-33 0,3 0 124 16,-2-3-66-16,1 3-28 0,1 0 60 0,-2 0-45 15,2 0-22-15,-2 0 9 0,2 0 16 0,-2 0-23 16,0 0 0-16,1 0-7 0,-3 0-17 0,-3 4 8 15,0 8-9-15,-2 0-31 0,-2 4 31 0,-3 4 1 16,2 3 0-16,-6 0-28 0,4 7 28 0,-3-4 0 16,0 2-1-16,0 1-34 0,0-4 10 0,2-2-13 15,-3 5 21-15,2-6-2 0,3-5 9 16,-2 2 37-16,2-2-39 0,0-2 7 16,2-4-5-16,0 1 32 0,1-5 0 0,-1 1-29 15,3-3 3-15,0 1 34 0,3-5-34 0,-1 2 10 0,1-1-9 16,3-2 28-16,0 0-1 0,0 0 14 0,2 0-8 15,0 0-30-15,0 0 0 0,0 0-1 0,0 0 1 16,0 0 8-16,0 0-9 0,0 0-62 0,0 0 31 16,0 1 0-16,0-1 31 15,6 1-82-15,3 2 34 0,3-1 12 0,1 0 29 16,2 0-21-16,1 0 13 0,4-2-24 0,0 0 29 16,2 0-21-16,3 0 10 0,-4 0-21 15,1 0 20-15,1 0 4 0,-2 0-4 0,-1 0-27 0,-1 2 0 16,0 0 32-16,-5 1-4 0,-1-1-48 0,1 2 21 15,-5-2-11-15,1 0-9 0,-3-1 27 0,1-1 9 16,-5 3-13-16,1-3-1 16,0 0 3-16,-1 0 6 0,2-3 71 0,-2-6-35 0,1-2 1 15,0-2-35-15,-2-1 60 0,-1 0-26 16,1-2 9-16,0 3-32 0,-2-3 28 0,0 1-1 16,0-1-10-16,0 3-15 0,-5-1 17 0,-3-2-6 15,1 1 11-15,-1 1-56 0,-1-2 0 16,0 1 41-16,-2-1-73 0,2-2 36 0,0 3 5 15,-1-2 1-15,3 3-70 0,1 1 42 0,1 3 14 0,0 0-2 16,1 1-9-16,-1 3 30 0,3 0-13 0,1 4 36 16,1-1-4-16,0 1-26 0,-2 2-2 15,2-1 31-15,0 1-26 16,0 0 1-16,0 0-155 0,0 0 70 0,0-2 42 16,3 0 1-16,4 0-298 0,0 0 160 0,2 2 80 15,0 0 31-15,3 0-394 0,-3 0 222 0</inkml:trace>
  <inkml:trace contextRef="#ctx0" brushRef="#br0" timeOffset="33247.97">23444 3513 965 0,'0'-1'0'0,"0"-4"0"0,0 4 0 0,0 0 0 0,0-2 0 0,0 1 0 0,0 2 0 0,0 0 0 0,0 0 310 0,0 0-138 15,0 0-70-15,0 0 11 0,0 10 35 0,5-3-49 16,2 4-38-16,0 1 64 0,-1 1-47 0,1 2-22 16,1 1 7-16,-1 2 9 15,1 1-39-15,-3 1-1 0,2 3 33 0,0 1-32 16,-4-1 8-16,3 3-8 0,-2-6-24 0,1 4-1 16,-1-4 25-16,-1 1-38 0,2-5 8 15,0-1 30-15,-3-4-1 0,4-1-50 0,-5-2 23 16,1-5-15-16,0 1 15 0,0-4-20 0,0 0 34 15,-1 0-17-15,1-2 42 0,3-11-35 0,-1-5 9 16,1-6-8-16,0 3-6 0,1-8 9 16,1 1 2-16,1-5-112 0,0 0 55 15,1-3 22-15,3 2-68 0,-3 1-27 0,0 5 54 16,1 1 19-16,-5 9 58 0,1 1-38 0,-2 6 6 0,-1 1-22 16,-1 7 106-16,0-2-55 0,-2 5-5 0,0 0-46 15,0 0 260-15,2 0-102 0,-1 0-59 0,1 12 114 16,1 3-73-16,1 2-15 0,-1 1 27 15,1 3-40-15,1 1-1 0,3 5-40 0,-2-4-24 16,1 5-8-16,2-2 32 0,-1 0 0 0,0 0-34 16,1 3 0-16,-3-6 42 0,3 4-8 15,-3-6-70-15,1 0 23 0,1-3 21 0,-3 0-61 16,1-7 39-16,0-1-1 0,-2-3-12 0,-1-6 11 16,-1 3 0-16,2-4 11 0,-1 0 37 0,3-4-3 15,-1-10-25-15,5-7 1 0,-4-1 24 0,3-4-21 16,1-5 1-16,2-7 2 15,1-4-37-15,1 2 3 0,-1-2 30 0,-1 0-152 0,-1 6 71 0,0-6 31 16,0 5-51-16,-1 3 35 0,-3 4 22 0,-2 3-18 16,0 7 61-16,-1-1-38 0,-1 7 8 15,-1 0-25-15,0 3-12 0,-2 3 26 16,0 1-6-16,2 3 10 0,-2 2-56 0,0 1 28 16,0 1 0-16,1 0-242 0,1 0 126 15,4 6 76-15,-3 4-335 0,4 1 201 0,2 2 101 0,0 3 50 16</inkml:trace>
  <inkml:trace contextRef="#ctx0" brushRef="#br0" timeOffset="33692.4">24332 3713 1004 0,'0'0'0'0,"0"0"0"0,0 0 0 0,0-2 0 0,0-3 0 0,0-3 0 0,0-2 0 0,0-1 0 0,0 0 207 0,0-3-88 0,4-1-43 0,2 2 17 16,2-1-35-16,1-4 1 0,0 1-26 16,3 1-18-16,1-3 17 0,-1 2 9 0,2-1-68 0,1 0 30 15,0 2 0-15,-2 0 30 0,1 3-36 0,-4 1 9 16,-2 4 27-16,2-3 2 0,-5 5-23 0,3 0 13 15,-3 0-24-15,-1 2 79 0,2 0-33 16,-2 1-1-16,1 2 12 0,1-2 1 0,-1 1-22 16,1 1-2-16,2-1 52 15,-1 0-27-15,-1 2-1 0,1 0-26 0,1 0 48 0,-2 2-16 16,1 7-8-16,-2 2-25 0,-1 7 44 0,1-2-22 16,0 5 0-16,2-3-57 0,2 0 14 0,0-2 0 15,5 0 21-15,1-2-46 0,2-2 23 16,3-3 8-16,-1-3-180 0,4-2 93 0,0-4 30 0,-1 0 28 15,0 0-257-15,-2-2 128 0,-2-8 40 16,-3 1 42-16,-2-1-221 0,-3 3 123 16,-3 0 55-16,-3 1-201 0,-2 1 135 0,-2 2 68 15,0 1-99-15,-4 2 83 0</inkml:trace>
  <inkml:trace contextRef="#ctx0" brushRef="#br0" timeOffset="34096.85">24470 3946 734 0,'-10'2'0'0,"3"-1"0"0,5 2 0 0,-2-3 0 0,3 0 0 0,-1 0 94 15,2-4-31-15,0-4 1 0,0-3-32 0,0 1 128 16,2-2-68-16,3 0-30 0,4 1 2 0,1-2 1 15,1 1-33-15,0-1 9 0,3 2-41 0,-2-1 32 16,2 3 1-16,-1-2 28 0,1 3 0 0,0 1-20 0,-1 1-8 16,-3 3 22-16,1 0 1 15,-2 2-23-15,-1 1 0 0,1 0 36 0,0 0-8 16,-1 1-28-16,0 8-1 0,-3 1 73 0,3 4-36 16,-1-1 8-16,1 2 37 0,1-2-40 15,-2 1-1-15,3 0 25 0,0 0-32 0,1-1 8 16,-1-4-42-16,2 6 44 0,1-8-23 0,3 3 1 15,0-4-21-15,1-3 14 0,1-3-15 0,3 0 1 16,2 0 0-16,0-6-40 0,1-7 1 0,-1-6 47 16,1 1-126-16,-1-3 59 0,-1 2 24 15,-3-2-197-15,-5 6 95 0,2-3 58 16,-3 1 4-16,0 2-321 0,-3-1 153 0,-3 5 90 16,0 2 29-16,-2 1-425 0,-2 5 241 0</inkml:trace>
  <inkml:trace contextRef="#ctx0" brushRef="#br0" timeOffset="43463.57">25430 3134 489 0,'0'0'0'0,"-2"0"0"0,-1-2 0 0,-1 0 0 0,3 0 0 0,-3 1 0 0,-1-2 0 0,3 2 60 15,-2-2 0-15,1 0 25 0,-1 2-26 0,0-3 0 16,1 2-18-16,0-1 13 0,1 2-1 0,0-1-20 15,0 0 0-15,1 0 68 0,1 1-26 0,0 1-8 16,0 0-35-16,0 0 92 0,0 0-46 0,0 0-23 16,0 0 55-16,0-3-43 0,3 2 1 15,11 0-36-15,2-4 95 0,5 2-47 16,0-2-16-16,1 4 7 0,1-1-1 0,0 0-37 16,-2-1-1-16,2 1 46 0,1-1-15 0,1 3-8 15,-2 0-23-15,-1 0 30 0,5 0-1 0,-6 0-28 16,1 0-35-16,0 0 14 0,1 0-1 0,0 0 22 15,-3 0-69-15,1 0 34 0,0 0 6 0,-5 0-52 16,1 0 25-16,-2 0 22 0,-1 0-7 0,-3-2-205 16,-3 2 89-16,3-7 60 15,-4 1 1-15,-1 1-282 0,-3-3 157 0,-1 3 77 16,0 0-300-16,-2-4 194 0,0 4 91 0,0-2 47 16</inkml:trace>
  <inkml:trace contextRef="#ctx0" brushRef="#br0" timeOffset="43734.84">25878 2849 1139 0,'-5'-8'0'0,"3"5"0"0,0-2 0 0,0 4 0 0,2 0 0 0,-2-2 0 0,2 3 201 0,0 0-84 0,0 0-42 0,0 0 112 16,6 0-69-16,5 5-46 0,2 3-1 0,2 0 190 16,1-1-114-16,-2 4-57 0,3-1 35 0,0 1-50 15,0-1-21-15,-3 1-1 16,2 0-49-16,-3-3 7 0,-3 3 22 0,-3-2-110 0,1-1 55 0,-5-1 27 15,1 3 1-15,-3-3-63 0,-1 3 36 0,0 0 26 16,-1 2-24-16,-8 1-10 0,-4 0-10 0,-4 2 23 16,-3 3-20-16,2-3-24 15,-3 1 15-15,2-2 1 0,-1 0-62 0,3 0 40 16,-3-1 23-16,1-1-199 0,2 0 102 0,-2 0 53 16,2-3 28-16,0 2-335 0,0 0 184 0,3 1 89 15,-4-2 44-15</inkml:trace>
  <inkml:trace contextRef="#ctx0" brushRef="#br0" timeOffset="43948.3">25524 3335 1465 0,'0'0'0'0,"0"0"0"0,0-1 0 0,0-2 0 0,0 0 0 0,0 2 0 0,0 0 0 0,0-4 0 0,5 4 226 0,6 1-89 0,3 0-56 0,2-1 173 15,1 1-111-15,3 0-55 0,0 0-28 0,2 0 59 16,1 0-48-16,-1 0 1 0,1 0-39 0,-2 0-95 15,-1 0 47-15,-1 0 32 16,-2 0-125-16,-2-3 71 0,-2 3 34 0,-3-2 1 16,-4 1-304-16,-1 1 115 0,0-2 96 0,-3 2-361 0,-2 0 212 0,0-2 105 15,0 0 54-15,-7 2-310 16</inkml:trace>
  <inkml:trace contextRef="#ctx0" brushRef="#br0" timeOffset="44209.66">25520 3327 1200 0,'-2'1'0'0,"0"8"0"0,0-1 0 0,0-1 0 0,0 2 0 0,0 1 0 0,0 3 0 0,0 4 253 0,2 1-115 16,0 7-52-16,0-1 254 0,0 3-153 0,0 1-78 16,0 2-29-16,2 1 89 0,0-2-68 0,0-1-34 15,0 0 0-15,0 1-58 0,0-6 7 0,-2 9 17 16,0-10-110-16,0 6 55 0,0-8 28 0,0 8-86 15,0-7 65-15,0 2 20 16,0-1-1-16,0-1-214 0,0-2 109 0,0-2 13 0,0-6 40 16,0-4-197-16,0-1 106 0,0-2 53 15,0-3 26-15,0-1-243 0,0 0 127 0,0-5 76 16,0-8-245-16,0-3 157 0,0-4 77 0</inkml:trace>
  <inkml:trace contextRef="#ctx0" brushRef="#br0" timeOffset="44362.75">25480 3713 1109 0,'0'-7'0'0,"2"4"0"0,-1 1 0 0,2 0 0 0,1 1 0 0,1-1 0 0,1-1 0 0,5-2 330 0,1 4-152 0,2-4-73 0,4 4 128 15,0-3-100-15,3 2-50 0,0-2-17 0,0 2 103 16,2 0-68-16,0 2-34 0,-2 0 0 0,1 0-281 16,-2 0 132-16,2 0 54 0,-4 2-478 0,1 2 270 15,-2 2 125-15,-1 0-586 0</inkml:trace>
  <inkml:trace contextRef="#ctx0" brushRef="#br0" timeOffset="44577.7">26179 3687 1751 0,'0'0'0'0,"0"0"0"0,2 0 0 0,-2 0 0 0,5 0 0 0,-1 0 0 0,-2 0 0 0,4 1 0 0,1 4 651 0,-1 1-309 0,3 1-154 0,-1 0 98 16,-2-1-126-16,1 2-55 0,-2 0-41 0,-1-2-84 16,0-2 27-16,-1-1-1 15,0-1 27-15,-1 1-503 0,0-2 247 0,1-1 128 16</inkml:trace>
  <inkml:trace contextRef="#ctx0" brushRef="#br0" timeOffset="54599.42">21288 2541 44 0,'0'0'0'0,"0"0"0"0,0 0 0 0,0 0 0 0,0 0 0 0,0 0 0 0,0 0 16 15,0-2-14-15,0 0 0 0,0 0-20 0,0 0 18 16,0 0 0-16,0-1-10 0,0 3 10 0,0 0-1 16,0-2 0-16,0 2 28 0,0 0 0 0,0-2-26 15,0 2 0-15,0 0 29 16,0-2 0-16,0 0-27 0,0 2 58 0,0-2-28 15,0 2 8-15,0 0-32 0,0-2 35 0,0 2-1 16,0 0-13-16,0 0-7 0,0 0 0 0,0 0-3 16,0 0 7-16,0 0-25 0,0 0 25 0,0 0-6 15,0 0-2-15,0 0-10 0,0 0 9 0,0 0 1 16,0 0 2-16,0 0 12 0,0 0-17 0,0 0 3 16,0 0 35-16,0 0-35 0,0 0 7 0,0 0 12 15,0 0-15-15,0 0-2 16,0 0 5-16,0 0-28 0,0 0 7 0,0 0 16 15,-2 0 2-15,2 0 21 0,0 0-22 0,0 0 0 16,0 0 24-16,0 0-26 0,0 0 1 0,0 0 1 16,0 0 22-16,0 0 8 0,0 0-29 0,0 0 33 15,0 0-1-15,0 0-22 0,0 0-5 0,0 0 28 16,0 0-25-16,0 0 5 0,0 0-4 0,0 0-3 16,0 0 4-16,0 0 8 0,0 0-8 0,0 0 11 15,0 0-11-15,0 0-1 16,0 0 2-16,0 0 7 0,0 0-8 0,0 0-28 15,0 0 27-15,0 0 0 0,0 0 0 0,0 0-51 16,0 0 20-16,0 0-2 0,0 0 29 0,0 0-68 16,0 0 31-16,0 0-4 0,0 0-5 0,0 0-6 15,0 0 37-15,0 0-13 0,0 0 9 0,0 0-8 16,0 0 7-16,0 0-13 0,0 0 10 0,0 0-4 16,0 0 4-16,0 0 35 0,0 0-35 0,0 0 3 15,2 0-2-15,0-4 40 16,-1 2-38-16,3 1 7 0,-1-1-5 0,0 0-29 15,-1-1 29-15,0 1 1 0,2 0-25 0,-2 0 26 16,1 0-3-16,1 1-23 0,-2-2 0 0,1 1 19 16,2 1 1-16,-2-2-27 0,1 1 25 0,-2-2-8 15,2 3 7-15,-1-3 23 0,3 0-24 0,-3 1 0 16,1-3 27-16,2 0 0 0,0 3-25 16,-3-3 4-16,3-1 7 0,-1 1-5 15,-1 2-3-15,2-1-2 0,-2-1 3 0,2 2 4 16,-3-2-4-16,1 3-22 0,-1-2 22 0,1 2 1 15,1 0-1-15,-2-2-35 0,3 2 33 0,1-4-2 16,-1 2 2-16,2 1-27 0,-1-5 25 0,0 4-5 16,2-2-6-16,-2 1 8 15,2-2 1-15,-4 2 0 0,3 1 0 0,-3-1-2 0,3 1 1 0,-2-1 24 16,-1 1-23-16,1 0 0 0,-1 0 1 0,2 0 5 16,-2-1-3-16,1-1-3 0,1 1 3 0,0-2-2 15,1 1 2-15,-2 1-10 16,3-1 2-16,-2-2 7 0,1 3-1 0,0 0-8 15,1-4 7-15,-4 4 1 0,5-1-2 0,-2 4-11 16,-3-5 10-16,2 2 1 0,2 1-1 0,-2 1-4 16,0-3 3-16,0 2 2 0,3-1-2 0,0-1-1 15,-1 0 1-15,3 0-32 0,-3 1 32 0,2-2 0 16,0 1-1-16,0 0-22 0,0-1 20 0,-1 2 2 16,-1 0-4-16,1-1 5 0,0 0-4 15,-3 1 1-15,2 0-4 0,-2 1 24 16,3-4-23-16,-1 2 3 0,0 2 25 0,2-2-25 15,-1-3 2-15,1 3-1 0,3-3 7 0,-1 1-6 16,1-2 4-16,-2 1-23 0,4-1 20 0,-3 0 0 16,1-1 0-16,0 3-9 0,-1-1 8 0,-2 1 0 15,0 0-3-15,0 2 6 0,-1-1-6 16,-1-2 2-16,0 3-3 0,3-1 6 0,-3 1-4 16,2 0 1-16,3-3-16 0,-3 0 16 15,5 1 0-15,-2-2-13 0,2 0 12 0,0-1 0 16,0-1-2-16,0 1-13 0,1 0 13 0,0-2 1 15,0 4-3-15,-1-4 10 0,2 3-11 0,-1 2 3 16,-2-3 26-16,-3 4-25 0,2 0 0 0,-3 1 0 16,-1 0 27-16,1 0-26 0,-2 1 3 0,0 0 13 15,1 1-13-15,-3 0-1 0,2-1 3 0,3 0-41 16,-1 0 39-16,0-1 0 0,1 0 0 0,1 0-33 16,1 0 29-16,-4-2 2 0,6 1-42 15,-5-2 39-15,3 3-4 0,0-2 28 16,-1 1-29-16,1-1 4 0,-2-1-5 0,-1 3 41 15,3 0-37-15,-5 0-1 0,7-1 3 0,-6 3 16 16,1-3-14-16,1 2-1 0,-1-1 6 0,-2 3-26 16,5-3 22-16,-3-2 0 0,1 3-18 0,-1-1 17 15,-2 1-1-15,1 0-5 0,1-1 9 0,-2 2-4 16,1-3-4-16,-1 3 29 0,0-2-26 0,-2 1-2 16,2 0 3-16,0-1 26 0,-2 0-25 15,-2 4 3-15,2-2-2 0,-3 1 25 16,-3 2 1-16,1 0-20 0,0 2 22 0,-2 0-20 15,2-2-4-15,-2 2 7 0,0 0-8 0,0 0 6 16,0 0-2-16,0 0-65 0,0 0 30 0,0 0 0 16,0 0 31-16,0 0-110 0,0 0 51 0,0 0 19 15,0 0 1-15,0 0-156 0,0 0 88 0,0 0 27 16,0 0 25-16,0 2-124 0,-2 7 74 0,-5 2 28 16,2 0-227-16</inkml:trace>
  <inkml:trace contextRef="#ctx0" brushRef="#br0" timeOffset="55340.44">22445 1512 187 0,'-5'0'0'0,"0"0"0"0,1 0 0 0,-1 0 0 0,1 0 0 0,1 0 0 0,-1 0 63 16,2 0-36-16,-1 0 0 0,1 0 0 0,0 0 30 15,-3 0 7-15,4-2-32 0,-1 0 41 0,0 0 0 16,0 2-40-16,-2-2 30 0,4 1 8 0,-1 1-38 16,-1-2-1-16,0 2 76 0,2-3-37 0,-2 3-1 15,2 0-29-15,0 0 47 0,0 0-28 0,0 0 0 16,0 0-24-16,0 0-3 16,0 0 8-16,0 0-74 0,0 0 32 0,0-2 1 15,4 2 33-15,3-1-30 0,2-2 8 0,3 2 22 16,1-1-5-16,0 1-17 0,0-2 17 0,3 0-24 15,-2-2-4-15,2 3 34 0,-2-3-24 0,2-1 7 16,0 1 15-16,3 0-14 0,-2-3 8 0,2 1-7 16,-1-1-14-16,1 0 15 0,-1 2 5 0,-2-1-50 15,0 2 25-15,-2-1-4 0,0 1 15 0,-5 0-20 16,2 2-6-16,-1 1 28 0,-3-2-7 16,0 2-57-16,-1 0 23 0,-1 0 0 15,0 1 4-15,0-1 1 0,-1 0 12 0,2 0 31 16,-3-1-2-16,1-2-22 0,1 3-4 0,0-2 41 15,-3 3 1-15,-1 0-36 0,1-2 4 0,0 1 72 16,0 2-28-16,-2-1 0 0,0 1-17 0,0 0 33 16,0 0-15-16,0 0 0 0,0 0-49 0,0 0-1 15,0 0 37-15,0 0-11 0,0 0-54 0,0 0 26 16,0 0-5-16,0 0-11 0,0 0 12 0,0 0 0 16,0 0 10-16,0 0 1 0,0 0-4 0,0 0 9 15,0 1-18-15,0 6 87 16,0 2-37-16,0 2 1 0,0 2-30 0,0 0 90 15,-4 3-38-15,-3 4-9 0,-1 0-26 0,-1 5-5 16,1-2 15-16,-2-3-97 0,1 6 40 0,0-2 21 16,2-3 5-16,-1 7-190 0,0-9 92 0,3 5 51 15,-1-1 11-15,3-2-146 0,1-3 59 0,2 1 50 16,0-1-323-16,0-4 171 0,0 0 97 0</inkml:trace>
  <inkml:trace contextRef="#ctx0" brushRef="#br0" timeOffset="57242.37">21825 1415 150 0,'0'0'0'0,"0"0"0"0,0 0 0 0,0 0 0 0,0 0 0 0,0 0 0 0,0 0 0 0,0 0 0 0,0 0-18 0,0 0 22 0,0 0 2 16,0 0-38-16,-1 0 1 0,1 0 30 16,0 0 40-16,0 0-40 0,-2 0 1 15,-1 2 0-15,1-2 90 0,0 3-42 0,1-2-21 16,-1-1 1-16,0 0 85 0,0 2-48 0,0-2-18 15,0 3 1-15,1-3 43 0,-1 0-24 0,-2 2-12 16,2-2-1-16,1 2 0 0,-1-2-21 0,-3 1 25 16,3-1 9-16,0 2-34 0,-1 0-1 0,1-2 24 15,0 2 0-15,2 0-23 0,-2-2 8 0,2 0 15 16,-1 0-23-16,1 2 0 16,-2-2 0-16,2 0-8 0,-2 1 16 0,2-1-8 15,-2 2-22-15,-2 0 21 0,3-2 1 0,-1 3-28 16,-3-1 8-16,3 1 16 0,-1-2 3 0,1 3-34 15,-2 0 0-15,1 0 22 0,1-2 12 0,-2 1-33 16,2 1 24-16,-1-3-6 0,1 4 4 0,-3-2-30 16,3 1 5-16,1-2 20 0,-3 2-24 0,2 2-3 15,-1-3 27-15,-1 1-25 0,2 1 27 0,-2-1-8 16,1 2 3-16,-2 1-24 0,2-1-1 16,-1-1 16-16,0 3 7 0,-1-2-26 15,1 1-1-15,1 1 17 0,-2 0 5 0,1-1-5 16,1 0 4-16,-1 1-3 0,2-1 23 0,-1 3-22 15,1-2 1-15,-2 0 2 0,2 0 0 0,-1 2-2 16,1 1 0-16,-3 0-3 0,2 0 4 0,-1 1 1 16,2-3 1-16,-3 4-23 0,3 0 21 0,-4-2 0 15,3 0-1-15,-2 1-23 0,2 0 21 0,-1 1 1 16,-2-4-1-16,3 2-2 0,-3 0 2 16,3-1-2-16,-2 0 18 0,0 0-17 15,1-2 1-15,-1 3 7 0,1-1-7 0,0-1 2 16,-1 0 1-16,-2 3-7 0,4-3 5 0,-3 2 2 15,1 1-2-15,-1-3-7 0,0 4 7 0,0-1 1 16,3-1 0-16,-3-2-1 0,1 2-2 0,1-1 8 16,1 0-7-16,-2 0 0 0,1 1 1 0,-1-3-5 15,1 4 4-15,-1-3 2 0,1 4-1 0,-1-1-13 16,0 1 13-16,0-2-1 0,-1 1 1 0,1 2-12 16,-1 1 10-16,1-2 1 15,-3 2-9-15,2-2 8 0,1 0-2 0,-1 3 17 16,1-4-16-16,-2 2 1 0,2-2-1 0,1 1 8 15,1-3-6-15,-1 2-1 0,0 1 2 0,1-2 3 16,0 0-3-16,-1 3-1 0,1-2 2 0,-1 0-3 16,0 1 3-16,1 1-2 0,-1 1-6 0,-1-2 6 15,-2 2 1-15,2-1-8 0,-1 0 6 0,-1 3 1 16,2-3-2-16,-4 2-2 0,4-3 3 16,-1-3 0-16,1 2 0 0,0 0 8 15,1-3-8-15,-1-2 0 0,3 1 0 0,1-4-4 16,-1 1 4-16,0-3 0 0,2 2-5 0,0-4 5 15,0 2 0-15,0-2-4 0,0 0 4 0,0 0 0 16,0 0-1-16,0 0 1 0,0 0 0 0,0 0-1 16,0 0 0-16,0 0 1 0,0 0-1 0,0 0 1 15,0 0-1-15,0 0-24 0,0 0 24 0,0 0-1 16,0 0-128-16,0 0 61 16,0 0 26-16,0 0-291 0,0 0 148 0,0-2 77 15,2-13 34-15,8-7-330 0,1-6 186 0</inkml:trace>
  <inkml:trace contextRef="#ctx0" brushRef="#br0" timeOffset="57660.38">21737 1408 387 0,'-4'0'0'0,"3"0"0"0,-3 0 0 0,-1-1 0 0,3-1 0 0,1-1 0 0,-3 3 122 0,2 0-45 16,0 0-22-16,-1 0 61 0,-1 0-33 0,0 0-30 16,-2 5 1-16,1 2-6 0,-3 5-15 0,-1-1 0 15,-3 0 8-15,1 4-33 0,-1 2 24 0,-4 1 1 16,0 3-21-16,-3-2 21 0,3 0 8 0,-6 5-55 16,3-2 24-16,0 0-3 15,6-7 25-15,-1 1-81 0,4-4 42 0,1-3 4 16,3 0-1-16,2-3-128 0,3-2 69 0,1-2 26 15,0-2 21-15,0 0-264 0,3 0 131 0,10-2 48 16,6-11-38-16</inkml:trace>
  <inkml:trace contextRef="#ctx0" brushRef="#br0" timeOffset="57876.95">21721 1437 583 0,'0'0'0'0,"0"0"0"0,0 0 0 0,0-2 0 0,0 0 0 0,0 0 0 0,0 2 245 15,4 0-110-15,3 0-51 0,2 0-25 0,-2 8 132 16,2 4-79-16,1 1-32 0,-1 5 67 0,0 1-57 16,1-1-29-16,-1 1 0 0,1 2-41 0,0-2 21 15,1-1-8-15,-4-1-41 0,3-2 1 0,-3-2 39 16,0 1 1-16,-1-6-179 0,-1 2 85 0,0-2 47 16,-1-3 23-16,-3-1-371 15,1-2 180-15,0 0 47 0,-2-2 11 0,0 0-197 16,0 0 143-16</inkml:trace>
  <inkml:trace contextRef="#ctx0" brushRef="#br0" timeOffset="58185.59">21900 999 1057 0,'0'0'0'0,"0"0"0"0,0-3 0 0,0 3 0 0,0 0 0 0,0-1 0 0,0 0 0 0,2-3 0 0,13-2 0 0,5-2 110 0,3 3-39 0,4-2 44 15,-1 1-42-15,-3 1 9 0,6-1-49 0,-8 5-9 16,4-3 9-16,-3 1-1 0,-2 1 9 0,-2 0-33 15,-2 0 0-15,-2 0 24 0,-1 1 1 0,-3-2-129 16,-1 2 73-16,-2-1 24 0,0-1-2 0,-2 2-297 16,-1 0 125-16,-3 1 85 0,1-2-310 0,2-3 187 15</inkml:trace>
  <inkml:trace contextRef="#ctx0" brushRef="#br0" timeOffset="58425.94">22171 755 1002 0,'-6'0'0'0,"3"0"0"0,1 2 0 0,2-2 0 0,0 0 0 0,0 0 0 0,7 0 0 0,8 0 0 0,4 0 184 0,4 0-67 0,-3 0-46 15,4 0-1-15,-1 2 43 0,0 4-40 0,-3 3-82 16,-1 2 29-16,-3 1-8 16,0 3 21-16,-5-3-118 0,-1 1 59 0,-5 2 30 15,-1-4 7-15,-2 4-82 0,-2-1 50 0,0-1 25 16,-9 1-27-16,-5-3-15 0,-2 1 3 0,-3-1-2 15,-2 2 1-15,1-5 47 0,-1 2-34 0,0-2 13 16,1 1-170-16,-5 0 83 0,6 1 40 16,-6 1-276-16,9 0 150 0</inkml:trace>
  <inkml:trace contextRef="#ctx0" brushRef="#br0" timeOffset="58780.14">22020 1155 741 0,'0'0'0'0,"0"4"0"0,0-4 0 0,0 1 0 0,0-1 0 0,0 0 0 0,0 0 0 0,0 0 247 16,2 2-112-16,4 0-51 0,6 0-25 0,0-2 69 16,1 2-47-16,4-2-21 0,1 0-28 0,0 0 1 15,1 0 0-15,-3 0-95 0,2 0 47 16,-4-2 32-16,2-4-8 0,-5-1-154 0,-1 1 89 0,-3-1 39 16,-1 1 25-16,-3-4-220 15,-1 3 106-15,0-2 17 0,-2-1-21 0,0 2 27 16,-2-2 27-16,-3 2-12 0,-8-1 35 0,1 2 0 15,1 0 0-15,-4 6 52 0,-2-1-27 0,-2 2-7 16,1 0-18-16,-5 10 185 0,2 4-88 0,0 3-28 16,5 4-28-16,0-5 251 0,3 7-128 0,4 0-39 15,4-3 118-15,0 3-84 0,5-2-47 16,0 1-15-16,0-4 18 0,0 4-24 16,9-6-1-16,0-1 1 0,2 0-26 0,2-4 9 15,0 0-8-15,2-2-122 0,2-4 61 0,-2-1 30 16,4-4 0-16,-2 0-269 0,1 0 142 0,-1 0 42 15,1-4 47-15,-2-5-429 0,2-2 216 0,-4-2 99 16</inkml:trace>
  <inkml:trace contextRef="#ctx0" brushRef="#br0" timeOffset="58945.7">22276 1187 779 0,'-8'0'0'0,"3"0"0"0,1 2 0 0,2-2 0 0,1 0 0 0,1 0 0 0,0 0 0 0,5 0 162 16,8-2-64-16,2 0-25 0,-2-2-8 0,3 1 123 15,-2 1-78-15,2-1-38 0,-4 2-1 0,-1-1-111 16,3 0 32-16,-5 2 0 0,0 0-262 0,-1 0 151 16,-2 0 76-16,-1 0 46 0,-3 0-410 0,0 0 201 15,-2 0 50-15,0 0-42 0</inkml:trace>
  <inkml:trace contextRef="#ctx0" brushRef="#br0" timeOffset="59079.34">22371 1168 666 0,'-9'0'0'0,"2"0"0"0,1 0 0 0,1 2 0 0,-1 0 0 0,-2 7 0 0,5 0 0 0,-3 2 93 15,3 2-30-15,-1 6 93 0,-1-3-53 0,3 0-39 16,1 2-1-16,1-4 181 0,0 1-106 0,0-3-52 16,1-5-19-16,13 2-1 0,4-4 1 15,9-5-34-15,1 0-87 0,11-5-144 16,1-15 123-16</inkml:trace>
  <inkml:trace contextRef="#ctx0" brushRef="#br0" timeOffset="94491.98">26732 3066 464 0,'0'0'0'0,"0"0"0"0,-1 0 0 0,-1 0 0 0,-1 0 0 0,-1 0 0 0,1-3 0 0,0-1 66 0,-1 2-1 16,2 0-32-16,0 0 81 0,2 0-40 0,-1 2 8 15,1-2-50-15,0 2 92 0,0 0-47 0,0 0-21 16,0 0-1-16,0 0 21 0,0 0-9 16,0 0-34-16,0 0 43 0,0 0-22 15,0 0 0-15,6 0 13 0,8 0-9 0,1 0-25 16,2 0 0-16,3 0 23 0,-2 0 1 0,4 0-16 15,0 0-8-15,1 0-34 0,2 0 1 0,-4 0 33 16,7 0 0-16,-8 0-24 0,6 0-8 0,-5 0 31 16,1 0-97-16,-1 0 36 0,-2 0 27 0,1 0-127 15,-6 0 68-15,1 0 18 0,-4 0 23 0,0 0-173 16,-4 0 89-16,2 0 26 0,-4 0 33 16,-2 0-240-16,2 0 127 0,-3 0 62 15,-1 0-72-15,1 0 59 0,0-3 42 0</inkml:trace>
  <inkml:trace contextRef="#ctx0" brushRef="#br0" timeOffset="94739.96">27101 2871 876 0,'-9'-2'0'0,"4"0"0"0,0 1 0 0,1-2 0 0,3 3 0 0,1 0 0 0,0 0 0 0,0 0 125 0,3 0-46 0,11 4-24 0,-1 4 193 15,4 2-99-15,-1-2-62 0,3 2-28 0,1 1 58 16,-2 1-43-16,-1-1-20 0,1 1-46 0,-2-2-8 15,-2 4 33-15,0-4 0 0,-4 2-34 0,0-1 1 16,-3-1 41-16,-2 1-93 0,-3-1 42 0,0-1 22 16,-2 4-1-16,0-4-71 0,-4 4 44 0,-10 0-12 15,-4 0 0-15,-5 3 6 0,-3 1 25 16,-2 0-13-16,-1 2-134 0,-1-2 67 0,0 1 35 16,2-1-7-16,3 1-99 0,0 0 58 15,6-4 30-15,1 4-315 0,1-3 171 0</inkml:trace>
  <inkml:trace contextRef="#ctx0" brushRef="#br0" timeOffset="95221.21">26829 3444 788 0,'-8'0'0'0,"3"0"0"0,0-2 0 0,2 0 0 0,-1 0 0 0,0 1 0 0,4-1 0 0,-1-1 239 0,1 3-103 0,0 0-43 0,0 0 3 15,1 0-32-15,9 0 0 0,3 0-31 0,1 0 36 16,2 0 8-16,3 3-45 0,0-1 1 0,2-1-26 16,0 3 26-16,-1-2-1 0,0 0 9 0,-2-2-71 15,-1 2 31-15,1-2 0 0,-4 0-79 0,0 0 54 16,-2 0 10-16,-3 0-90 0,-1 0 49 0,-1-4 31 16,0-5 2-16,-3-1-15 15,0 1 0-15,-2-4 2 0,-1-1-1 0,-1 1-25 16,0-1 14-16,0-2-4 0,0 4-6 0,-7-3-1 15,-2 2 26-15,-3 1 7 0,-1 3 22 0,0 1-6 16,-1 2-20-16,-2 2 136 0,-1 3-61 0,0 1-32 16,-1 0 5-16,-3 3 66 0,3 9-38 0,-5 5-27 15,4-1 3-15,0 4 200 0,4 2-84 0,2-2-52 16,-1 9 110-16,3-3-81 0,3 0-42 16,3 3 69-16,-1-2-55 0,5 3-20 15,1 1-7-15,0-3 42 0,0-2-36 0,0 0 1 16,1-5-35-16,10 2 17 0,1-3-18 0,2-3 1 15,3-2 0-15,1-2-56 0,2-1 28 0,3-5 9 16,0-1-115-16,3-5 67 0,-4-1 33 0,-1 0 0 16,2 0-253-16,-1 0 131 0,-1-5 36 0,-2-6-317 15,-1 0 180-15,-1-1 95 0,-2 1 49 16,-1-1-351-16,-3-1 203 0,1 2 98 16,-3-1 48-16</inkml:trace>
  <inkml:trace contextRef="#ctx0" brushRef="#br0" timeOffset="95377.79">27180 3553 816 0,'-5'0'0'0,"4"0"0"0,1 0 0 0,0 0 0 0,0 0 0 0,7 0 0 0,6 0 0 0,4 0 186 15,1-2-76-15,-1 0 208 0,1-1-143 0,1-1-63 16,-3 0-43-16,1 0-5 16,0 0 0-16,-5 1-31 0,1 0 0 0,-3 2-301 15,-1-1 146-15,-1 0 78 0,-2 2 38 0,-1 0-451 16,-4 0 235-16,-1 0 69 0</inkml:trace>
  <inkml:trace contextRef="#ctx0" brushRef="#br0" timeOffset="95575.26">27299 3574 477 0,'0'3'0'0,"-1"4"0"0,-3-2 0 0,2 1 0 0,1-3 0 0,-4 2 111 0,4 3-39 0,-3 2 0 16,4-1 252-16,-1 4-150 15,-1 2-70-15,0 2 210 0,-1 1-140 0,0 3-71 16,0 0-27-16,3 1 78 0,0 0-61 0,0-2-30 15,0-1 0-15,0 0-95 0,9-5 40 0,4 1-7 16,1-3-35-16,2-3 33 16,0-3 0-16,5-4 34 0,0-2-236 0,6 0 102 0,-4-3 65 0,2-11-440 15,0-3 228-15,-3 0 80 0,-2 0 60 16</inkml:trace>
  <inkml:trace contextRef="#ctx0" brushRef="#br0" timeOffset="95794.67">27778 3406 1291 0,'-4'-11'0'0,"2"9"0"0,2 0 0 0,-2 0 0 0,2 2 0 0,0 0 0 0,0 0 0 0,0 0 517 15,0 0-241-15,0 0-122 0,0 0-61 0,2 10 136 16,4 2-89-16,4-1-58 0,-1 2-24 0,-1 0-1 15,0-2-24-15,1 1 0 0,-4-5-329 0,2 2 160 16,-2-3 84-16,-1 0-234 0,0-3 160 0,-1 0 79 16</inkml:trace>
  <inkml:trace contextRef="#ctx0" brushRef="#br0" timeOffset="109289.07">27914 3236 350 0,'0'0'0'0,"0"-2"0"0,0 0 0 0,0 1 0 0,0-4 0 0,0 3 0 15,0-1 0-15,0 1 33 0,0-1 0 0,0 0 28 0,0 1 0 0,0 1-20 16,0 1-9-16,0-3 45 15,0 3-22-15,0 0-1 0,0-2-21 0,0 2 52 16,0 0-30-16,0 0-1 0,0 0 18 0,0 0 0 16,0-2-39-16,0 2 17 0,0 0-17 0,0 0-1 15,0 0 1-15,0 0-21 0,0 0 21 0,0 0 8 16,0 0-8-16,0 0-40 0,0 0 0 0,0 0 39 16,-2 0 9-16,2 0-1 0,-2 0-21 0,1 2 11 15,-1 3 31-15,0-4-32 0,-1 1-8 0,0 2 40 16,1-2-31-16,-1 2-1 15,1-1 5-15,-1 2-8 0,0-2 12 0,-1 2 2 16,2 0-3-16,-1 2-41 0,-1-2 3 0,2 3 33 16,-2-1-26-16,1 0-8 0,1 3 21 0,-2 2 7 15,-2-3-37-15,2 2 34 0,-1 0-2 0,-1 3 2 16,1-2-5-16,-4 2 2 0,1 0-3 0,-2 4 31 16,2-3-22-16,-3 2-6 0,2-2 3 0,0 1 4 15,-1 0-4-15,0 1-1 0,4-3-9 0,-1 1 10 16,-2 0 1-16,4 1-2 15,-1-1-25-15,-1 0 24 0,2-1 5 0,-2 0-11 16,2-1 4-16,-3 0 1 0,3 0-2 0,0-2 13 16,-2-1-8-16,0 0-4 0,1-1-1 0,1-2 22 15,0 1-20-15,-2-3 0 0,3-2 34 0,1 2-5 16,1-3-22-16,-1 1-3 0,2-3 9 0,-1 3-8 16,2-3 11-16,0 0-54 0,0 0 22 0,0 0-1 15,0 0 21-15,0 0-65 0,0 0 34 0,0 0-12 16,0 0 36-16,0 0-81 15,0 0 32-15,0 2 0 0,0-1-11 0,3 1 14 16,9 0 0-16,2 0 5 0,-2-2 83 0,4 1-36 16,2-1-1-16,3 0 2 0,5 0-1 0,1 0-23 15,0 0-2-15,3 0-23 0,1 0 1 0,0 0 30 16,-1 0-5-16,-4 0-77 0,-2 0 36 0,-1 0 1 16,-2 0-7-16,-3 0 33 0,-1 0 5 0,-6 0-30 15,3 0 23-15,-7 0-12 0,-1 0 5 0,-1 0 39 16,-3 0 0-16,-1 0-37 15,1 0 3-15,-2 0 123 0,0 0-60 0,0 0-18 16,0 0 0-16,0 0 196 0,0-1-106 0,0-3-36 16,0-4-27-16,0-2-21 0,-2 2-3 0,-1-2 11 15,-2-3-40-15,2 0 0 16,-2 0 39-16,0 0-109 0,-2 0 50 0,0-2 24 0,-2 2 0 0,-1 0-129 16,1-1 66-16,-4 1 15 0,1 0 24 0,-1 1-68 15,-3-1 39-15,2 2-3 0,2-2 4 0,-4-1 9 16,3-2 19-16,0-1 21 15,1-2 12-15,4 1-7 0,-1-3-26 0,2-2 39 16,3 2 1-16,1 1-25 0,-1 2-8 0,1-1 32 16,2 1 3-16,0 3-22 0,-3 2-7 0,3 4 70 15,-1 0-33-15,-1 1 9 0,1 3 57 0,0 1-41 16,-1 2-23-16,2 1 10 0,1-2 4 0,-2 3-4 16,2 0-4-16,0 0-49 0,0 0 0 0,0 0 46 15,0 0-12-15,0 0-218 0,0 0 103 0,0 0 47 16,0 0 28-16,0 0-469 15,0 0 230-15,0 0 80 0,3 0-313 0,5 8 227 16,2-1 114-16,-1 4 56 0,1 2-362 0</inkml:trace>
  <inkml:trace contextRef="#ctx0" brushRef="#br0" timeOffset="109879.63">28602 3324 787 0,'3'-11'0'0,"2"4"0"0,2-3 0 0,-2-1 0 0,2-1 0 0,-2 1 0 0,-3 0 0 0,1-2 0 0,-2 3 92 0,2 1-29 0,-1-3-1 15,-2 5 63-15,0-3-50 0,0 4-22 0,0-2 26 16,0 2-23-16,-5 0 0 0,-1 1-15 0,-1 1 35 16,-2 0-22-16,-4 2 1 0,1 2-23 0,-2 0-7 15,-4 0 16-15,2 0-8 0,-3 2-18 0,1 6 17 16,-4-1 1-16,4 3 0 0,0-1 47 0,-1 1-7 16,1 0-40-16,2 1 48 0,5-3-24 0,-1 0-1 15,5-1-15-15,-1 0 14 16,3 1 0-16,-1 0-22 0,3-1 0 0,2 1 22 15,-1 2-14-15,2-3-8 0,0 5-18 0,0-2 18 16,0 0 0-16,0 1 0 0,0 2-18 0,2-1-16 16,5 1 33-16,1-3-32 0,4 4-5 0,0-2 35 15,2-1-5-15,2-1-18 0,5 2 13 0,-1-3 4 16,1 1-9-16,-3-1 23 0,2-1-14 0,-2 1-3 16,-1 1-27-16,0-2 26 0,-5 2 0 0,-1 1 1 15,1 1-29-15,-4-1 28 16,-1 0 0-16,-2 1-15 0,-2 1 13 0,1 0 0 15,-2-2 4-15,-2 4 21 0,0-2-26 0,0 0 0 16,-6 1-3-16,-2 1 29 0,-5-3 3 0,-4 2-28 16,-3 0 60-16,-3-1-28 0,-6-2 9 0,-1 0-34 15,-2-1-20-15,-3-1 23 0,2-3 8 0,-2-2-146 16,8-1 65-16,2-3 34 0,1 0 1 0,5 0-194 16,5 0 98-16,5-4 54 0,1-7 10 0,6 5-361 15,2-5 172-15,0 1 103 0,2-1-211 16,8 3 153-16,6 2 76 0</inkml:trace>
  <inkml:trace contextRef="#ctx0" brushRef="#br0" timeOffset="128507.9">23191 4285 271 0,'0'0'0'0,"0"-1"0"0,0-1 0 0,0 0 0 0,0-1 207 0,0 0-86 0,0-1-45 16,0 3-21-16,0-1 64 0,0-1-34 0,0 2-31 16,0 1 90-16,0 0-56 0,0-2-28 0,0 2 1 15,0 0 13-15,0 0-9 0,0 0-32 0,0 0 60 16,0 6-30-16,0 1 8 15,1 3-38-15,-1 2 83 0,0 3-42 0,0 1-21 16,0 5 1-16,0 0 31 0,0 8-30 0,0-4 0 16,0 2 51-16,0 2-37 0,0 1 0 0,0 2 9 15,0 0-8-15,0-2-37 0,0 2-1 0,2 0-38 16,4-2 38-16,-3-4 9 0,4 6-8 0,-4-6-25 16,1-3 0-16,1 3 25 0,-3-7 0 0,2 3-21 15,-2-3 21-15,1-2-1 0,-1-2 15 0,1-6-16 16,-1 3-16-16,-2-3 6 15,0-6 34-15,0 0 0 0,0-1-29 0,0-2-26 16,2 0 2-16,-2 0 38 0,0 0-11 0,0 0-35 16,0-8-1-16,-7-3 32 0,2-5 2 0,-1 0-256 15,-3-3 118-15,-1 0 49 0,-1 0-74 0,0 1 48 16,-2 1 39-16,-2 2-13 0,0 1-36 0,-4 6 23 16,-2-2 21-16,0 6 72 0,0 2-25 0,-2 2-8 15,-2 0-18-15,1 2 161 16,4 9-79-16,-3 6-32 0,4 0-22 0,2 2 214 15,2 6-105-15,2-1-29 0,4-1 36 0,2 3-22 16,4 0-33-16,1-4 24 0,2 6 58 0,0-6-52 16,0 0-27-16,7-2 43 0,5-3-34 0,3-2 8 15,2-4-43-15,8-1-82 0,-2-4 41 0,4-5 0 16,1-1 40-16,-3 0-248 0,3 0 119 0,-2-7 46 16,-8-1-389-16,3-2 197 0,-1-2 112 0,-4 0 11 15,-1 1-160-15,-2 0 124 0,-2-2 62 0,-1 1-474 16,-1 1 268-16</inkml:trace>
  <inkml:trace contextRef="#ctx0" brushRef="#br0" timeOffset="129060.27">23437 4591 1788 0,'0'-7'0'0,"0"5"0"0,-2 0 0 0,2 1 0 0,0 1 0 0,-2 0 0 0,2 0 0 0,0 0 0 0,0 7 267 0,2 4-117 0,3 6-59 16,3 1 122-16,3 7-94 0,0 0-43 0,-2 0 126 16,3 4-84-16,-3-1-43 0,1 1-13 0,0-1 12 15,-3 0-20-15,0 0-1 0,0-3-51 0,0-5 31 16,-4 3 8-16,3-5-9 0,-1-2-10 0,-1-6 11 16,0 3 0-16,-1-8-8 0,0-2 16 0,-1 0-8 15,0-2 0-15,0-1-50 0,1-1 25 0,2-15-19 16,3-5 32-16,-1-3-32 15,3-3 36-15,-1-1-7 0,0-5-161 0,2 1 75 16,-1-1 37-16,0 2 19 0,0-1-121 0,1 3 56 16,-2 6 36-16,-1 3-5 0,-3 0-3 0,3 7 5 15,-5 2-12-15,1 5 184 0,0 1-83 0,-3 3-33 16,2 0-27-16,1 2 234 0,-1 0-95 0,3 4-62 16,-1 8 114-16,-1 5-77 15,1 6 143-15,0 3-242 0,0 1 0 0,-1 5 0 0,2-3 0 0,-1 3 0 16,0-2 0-16,4-1 0 15,0-2 0-15,-2-6 0 0,2 0 0 0,3-2 0 16,-3-3 0-16,0-6 0 0,1-3 0 0,-2 1 0 16,-3-6 0-16,1 0 0 0,0-2 0 0,-1 0 0 15,1 0 0-15,1-10 0 0,0-5 0 0,2-5 0 16,-2-2 0-16,4-5 0 0,-1-3 0 0,-1-5 0 16,4-6 0-16,-3 2 0 15,3-11 0-15,-1 3-224 0,2 2 101 0,-5 9 55 16,1-1-264-16,-1 10 141 0,-4 0 84 0,3 3 37 0,-4 4-144 15,-1 7 91-15,0 2 46 0,1 2-233 16,-2 4 143-16,-1 4 67 0,1-1 33 0,4 2-360 16,-4 0 196-16,7 8 92 0,-1 2 56 0,3 3-161 15</inkml:trace>
  <inkml:trace contextRef="#ctx0" brushRef="#br0" timeOffset="129257.78">24357 4554 1745 0,'2'0'0'0,"2"0"0"0,-1 2 0 0,-1-2 0 0,0 0 0 0,1 0 0 0,4 0 0 0,2 0 298 0,4 0-133 0,2 0-66 0,3 0-34 0,3 0 1 0,4 0-25 16,3 0 285-16,-1 0-110 0,-4 0-91 0,-2 0-47 16,2 0-138-16,0 0 54 0,-3 0 15 15,-3 4 1-15,1-1-407 0,-2 3 214 0,-3-2 109 0,-1 2-723 16,-3-1 388-16,-2 0 188 0</inkml:trace>
  <inkml:trace contextRef="#ctx0" brushRef="#br0" timeOffset="129455.77">24464 4886 1276 0,'-9'6'0'0,"3"1"0"0,3-3 0 0,1-2 0 0,0 0 0 0,2-2 189 0,0 0-82 0,11 0 521 15,6 0-297-15,7 0-150 0,2 0-65 0,2 0 260 16,3 0-172-16,-1 0-85 0,-4 0-44 0,-3 0-170 16,-1 0 72-16,0 0 24 0,-1 0-1 0,-2 0-465 15,-2 0 249-15,-1 0 124 0,-4 0-656 0,-1 0 318 16,-4 0 206-16</inkml:trace>
  <inkml:trace contextRef="#ctx0" brushRef="#br0" timeOffset="131023.11">25232 4336 425 0,'0'0'0'0,"-2"0"0"0,2 0 0 0,0-2 0 0,0 2 158 16,0-2-62-16,0 1-32 0,0-1 182 0,7 0-98 15,9 0-62-15,2 0-27 0,5 0 133 0,2 0-80 16,6 2-39-16,0-2 7 0,-1 2 48 0,3 0-47 16,-1 0-25-16,-2 0 10 0,-1 0 0 0,-7 0-25 15,3 0-9-15,-3-3-48 16,-1 2 25-16,-2 1-1 0,-5-2 25 0,0 2-288 15,-3-4 140-15,-2 3 74 0,-2-5-627 0</inkml:trace>
  <inkml:trace contextRef="#ctx0" brushRef="#br0" timeOffset="131269.44">25636 4124 1380 0,'1'0'0'0,"3"0"0"0,1 0 0 0,0 0 0 0,2 0 0 0,1 0 0 0,4 0 0 0,2 0 0 0,2 0 389 0,4 0-178 0,-2 3-89 16,4 5-37-16,-2 0 52 0,1 2-53 0,-2-1-25 16,-1-2-59-16,0 5 0 0,-2-4 41 0,-1 2-8 15,-4 0-128-15,1 0 64 0,-3 0 32 0,-3-1-150 16,-4-1 100-16,1 3 28 0,-3-1 25 0,0 1-186 16,-9 0 88-16,-10 5 6 0,3-7 30 0,-11 8-154 15,1-2 90-15,-3-1 45 16,-2 1-114-16,2 3 79 0,-4-5 32 0,3 2-124 15,-4-2-54-15,0-2 113 0</inkml:trace>
  <inkml:trace contextRef="#ctx0" brushRef="#br0" timeOffset="131450.34">25444 4484 1452 0,'-2'0'0'0,"1"0"0"0,-2 0 0 0,3 0 0 0,-1 0 0 0,1 0 0 0,0 0 0 0,0 0 0 0,0 0 0 0,9 0 253 0,8 0-115 0,3 0-52 0,5 0 306 16,3 0-179-16,-1-3-91 0,-1 1 64 0,8 0-81 15,-6 0-36-15,-1 2 0 0,1 0-75 0,-8 0 0 16,3 0 47-16,-2 0-301 0,-5 0 146 0,-4 0 73 16,-1 0 37-16,-4 2-500 0,-3 0 264 0,-2 3 50 15,-2-1 90-15,0 1-453 0,-8 4 260 0</inkml:trace>
  <inkml:trace contextRef="#ctx0" brushRef="#br0" timeOffset="131669.18">25456 4505 1071 0,'-8'0'0'0,"4"0"0"0,1 2 0 0,-1 2 0 0,2 2 0 0,-1 1 0 0,1 6 264 0,2 4-121 0,0 8 132 15,0-1-121-15,0 5-61 0,0 2-30 0,0 3 292 16,0 1-166-16,0 3-77 0,-2-1-40 0,-1-1 49 16,2 2-44-16,-2-1-13 15,0-1-9-15,1-3-173 0,0 0 76 0,-1-5 37 16,1-3-299-16,0-3 176 0,2-4 77 0,-2-4 42 15,2-5-269-15,0-3 138 0,0-2 68 0,0-4-428 16,0 0 238-16,0-6 114 0,0-13 58 0,2-5-233 16</inkml:trace>
  <inkml:trace contextRef="#ctx0" brushRef="#br0" timeOffset="131834.87">25411 4777 1192 0,'0'-5'0'0,"0"3"0"0,0 0 0 0,0 0 0 0,0 0 0 0,3-2 0 0,7 3 288 15,4-3-128-15,4 2-64 0,-1-2 368 0,5 3-208 16,-1-1-116-16,-1 0 89 0,3 0-98 0,-3 2-50 16,-1 0-23-16,2 0-88 0,-3 0 28 0,0 0-1 15,1 0 36-15,-4 0-379 0,2 0 190 0,-4 0 102 16,1 2-663-16,-1 6 360 0</inkml:trace>
  <inkml:trace contextRef="#ctx0" brushRef="#br0" timeOffset="132049.96">26004 4824 1813 0,'-7'0'0'0,"7"-1"0"0,0 1 0 0,0 0 0 0,0 0 0 0,0 0 0 0,0 0 0 0,0 0 311 0,0 0-139 0,0 0-70 16,0 0 152-16,3 0-115 0,7 0-53 0,-2 1-117 15,1 5 31-15,-2-1 1 0,0 2 40 0,0 0-428 16,-1-1 209-16,0 1 106 0,0-1 52 0,0 1-638 16,-2-1 256-16</inkml:trace>
  <inkml:trace contextRef="#ctx0" brushRef="#br0" timeOffset="132494.81">26374 4418 863 0,'-6'0'0'0,"5"0"0"0,-1 0 0 0,-1 0 0 0,3-1 0 0,0-2 0 0,0 3 201 0,0-3-77 0,10 0-49 0,6 1 222 16,1-1-133-16,8 2-65 0,-1-1-33 0,5 0 130 16,3 0-85-16,4 0-39 0,-1 1 24 0,0-1-31 15,1-1 0-15,-3 2-24 0,-4-1-99 0,-4 2 45 16,-2 0 23-16,-2-1-119 0,-5 1 71 16,-1 0 43-16,-4 0-7 0,0 0-416 15,-6 0 212-15,-1 0 60 0,-3 0 69 0,-1 0-444 16</inkml:trace>
  <inkml:trace contextRef="#ctx0" brushRef="#br0" timeOffset="132707.69">26708 4196 915 0,'4'0'0'0,"2"0"0"0,2 0 0 0,3 0 0 0,0 0 0 0,-1 0 0 0,-1 0 388 0,4 0-178 0,0 3-88 0,2 3 119 15,1 1-104-15,-3 3-44 16,1 0-34-16,-3 4 192 0,0 1-109 0,-3 1-55 15,0-4-27-15,-5 4-3 0,1-2-24 0,-2 1 0 16,-2 3-94-16,0-3 46 0,-4 2 25 0,-7-1 7 16,-5 1-214-16,-1 0 115 0,-3-2 58 0,1 0-180 15,-3-2 61-15,0 1 70 0,-5 0-33 0,0 0-387 16,1 2 230-16</inkml:trace>
  <inkml:trace contextRef="#ctx0" brushRef="#br0" timeOffset="133085.37">26313 4736 1018 0,'0'0'0'0,"0"2"0"0,0 2 0 16,4-2 0-16,-3-2 0 0,1 2 0 0,2 1 0 0,3 0 372 0,4 0-170 0,3 2-85 0,0-1 112 0,5 0-90 0,0-2-57 16,3 2-25-16,1-4-58 15,0 0 1-15,-1 0 32 0,2 0 9 0,3 0-63 16,-8-4 27-16,1-4 1 0,-1-1-162 0,-5-2 95 15,-1 0 55-15,-2-3 15 0,-6 0-256 0,1-2 126 16,-5-1 11-16,-1 3-48 0,0-6 43 0,-3 4 45 16,-8 1 0-16,-2-1 78 0,-4 6-1 0,-1 2-40 15,-2 3-8-15,-4 2 73 0,2 3-33 0,-4 0 1 16,4 6 224-16,-2 9-123 0,1 6-40 0,0 2 227 16,5 2-119-16,2 4-74 15,6-1-7-15,4 2 133 0,4 0-87 0,2 2-54 16,0-4-24-16,2 2 126 0,9-1-74 0,3-6-38 15,-3 0 8-15,10 2-23 0,-3-6-1 0,0-1-21 16,0-5-115-16,1 0 57 0,0-1 38 0,-1-5-9 16,1 0-252-16,-1-4 141 0,0-3 62 15,-1 0-496-15,-1 0 228 0,0 0 125 0,-2-8 77 0,2-4-391 16,-3-2 234-16,-5-2 118 0</inkml:trace>
  <inkml:trace contextRef="#ctx0" brushRef="#br0" timeOffset="133235.99">26744 4781 860 0,'5'0'0'0,"2"0"0"0,2 0 0 0,-2 0 0 0,3 0 0 0,1 0 0 0,-2 0 371 16,7 0-168-16,-2 0-86 0,4 0 122 0,-1 0-95 15,1 0-60-15,-1 0 46 0,0 0-49 0,0 0-24 16,0 0 0-16,-2 0-319 0,-2 0 143 0,1 0 76 16,-5 1 38-16,0-1-480 0,-2 4 259 15,-3-2 79-15</inkml:trace>
  <inkml:trace contextRef="#ctx0" brushRef="#br0" timeOffset="133416.51">26919 4802 1363 0,'-7'2'0'0,"-2"3"0"0,6 0 0 0,-3-1 0 0,3 2 0 0,-5 4 0 0,5-1 0 0,-4 3 0 0,4 3 243 0,0 1-110 0,3 3-50 16,-1 0 114-16,1 2-82 15,0 0-41-15,0-1 61 0,1-2-56 0,10-1-23 16,-3-2 0-16,4-2-200 0,3-1 88 0,1-5 52 15,4 0 15-15,1-6-380 0,4-1 201 0,-4 0 100 16,3-1-491-16,0-7 226 0,2-10 155 0</inkml:trace>
  <inkml:trace contextRef="#ctx0" brushRef="#br0" timeOffset="133910.22">27569 4269 1172 0,'3'-8'0'0,"0"0"0"0,3 5 0 0,-3-3 0 0,-1-2 0 0,0 4 0 0,-2 1 0 0,1 2 197 0,-1-2-83 0,0 1-32 0,2 2 34 0,0 0-42 0,2 2-20 16,-2 11-1-16,1 1 63 15,-1 6-33-15,0 1-30 0,-1 5 1 0,-1 3 66 16,0 3-44-16,0 2-22 0,0 2 111 0,-5 11-71 15,-3-5-30-15,0 6-1 0,0 1 102 0,0 2-66 16,3 0-25-16,1-3 80 0,2-2-60 0,2-10-31 16,0-1 0-16,0-3 5 0,0-9-27 0,0-1-9 15,0-9 1-15,2-2-9 0,0-5 9 0,-2-3-1 16,2-2-76-16,-2-1 34 16,0 0 21-16,0-11 0 0,-6-5-79 0,-2-5 50 15,1 0 12-15,0-7-297 0,-2 0 137 0,0-1 81 16,0 3 16-16,1-1-139 0,0 6 62 0,1 3 61 15,-3 2 26-15,-1 2-95 0,2 5 60 0,-5 5 31 16,3 2 9-16,-6 2 21 0,-1 0 0 0,-2 6 68 16,-1 9-34-16,-1 3-1 0,1 2-41 0,0 4 155 15,5-2-74-15,-1 0-36 0,6 3-9 0,0 2 117 16,6-7-33-16,2 5-42 0,3-2 20 16,0-4 170-16,0 2-77 0,2-4-61 15,4-2 12-15,8-2-38 0,2-4 0 0,3 0-30 16,8-4-176-16,0-5 88 0,5 0 52 0,-2 0-589 15,3-5 283-15,1-7 153 16,2 0 41-16,-2-1-555 0,1 4 311 0</inkml:trace>
  <inkml:trace contextRef="#ctx0" brushRef="#br0" timeOffset="134275.51">28063 4710 703 0,'17'-26'0'0,"-6"3"0"0,1-2 0 0,-7 1 0 0,-1-1 0 0,-3 7 0 0,-1-3 0 0,0 5 154 15,0 1-60-15,-8 3-31 0,-1 5 164 0,-1 2-88 16,-3 4-58-16,-5 1 20 0,3 0-35 0,-5 7 1 16,1 8-34-16,2 1 37 0,-4 2-8 0,3 3-29 15,5-6 0-15,3 4 88 0,0-2-44 0,5-1-14 16,0 1 45-16,5 2-38 16,0-2 0-16,0 0 90 0,3 0-64 0,6 0-24 15,6 0-7-15,1 0 42 0,3 0-37 0,1-2 0 16,0-3-37-16,-3 2 35 0,5 1-35 15,-4-2 0-15,-1 2-1 0,-2 0 22 0,-3 0 0 16,0 0-13-16,-4 0-7 0,-5-2-2 0,-1 2 1 0,-2-2 32 16,0 3-33-16,-9-5 9 0,-13 2-8 0,1-2 27 15,-6-2 0-15,-1-1-27 0,-3-4 0 0,0 0-98 16,-1-4 45-16,2 0 26 0,2 0 0 16,7 0-334-16,-2-4 167 0,6-6 71 15,4-1-154-15,2 0 90 0,6 2 67 0,2-1-12 16,3 0-310-16,0 2 180 0,3 0 103 0,7 3-318 15,6 0 205-15,4 2 104 0,1 0 51 0</inkml:trace>
  <inkml:trace contextRef="#ctx0" brushRef="#br0" timeOffset="143998.37">20636 5529 974 0,'0'0'0'0,"-2"0"0"0,0-2 0 0,1 0 0 0,-1 0 0 0,2 0 0 0,-2 1 0 0,2 1 0 0,-2 0 124 0,2 0-45 16,0 0-24-16,0 0 33 0,0 0-28 0,0 0 8 16,0 0-35-16,0 0 23 0,2 0-1 0,5 1-22 15,1 5 8-15,2 3 79 0,-1 1-43 0,2 3-22 16,-1 3 40-16,1 6-31 0,-4-2 9 0,0 8 3 15,3 0-22-15,-4 4 1 0,-1 1-22 0,1 0 8 16,-3 1 0-16,4-3-9 16,-4 1 1-16,1-4 0 0,1-4-1 0,1-2 1 15,-3-1 8-15,3-7-31 0,-1-2-1 0,-2-3 21 16,1-3-7-16,-2-3 10 0,-1-1 8 0,1-2-4 16,0 0-11-16,0 0 4 0,0-7-6 0,3-16 48 15,3-6 8-15,2-1-47 0,0-10 0 0,1-1-49 16,-1-3 25-16,1-1 1 0,1 5-115 0,1-10 61 15,-2 5 30-15,3 0 1 16,-3 4-93-16,-3 5 57 0,3 0 16 0,-6 6 5 16,1 6-14-16,-3 3 36 0,2 9-31 0,-3 0 140 15,-1 6-63-15,1 2-24 0,-2 3 4 0,0 1 64 16,2 1-32-16,0 15-26 0,2 6 21 0,-1 6-3 16,3 0-5-16,-1 3 33 0,5-2-17 0,-1 3 2 15,0-1 1-15,3-2-86 0,-1 0 27 0,0-2 1 16,1 0 27-16,-1-1-62 0,-2-3 32 0,3 5-17 15,-3-4 38-15,-2 1 23 0,2-1-26 16,-4-4-2-16,-1 3 47 0,1-2-50 16,-1-1 4-16,-3-2 52 0,3-4-24 0,-2-2 5 15,1-2-24-15,-1-5 7 0,-1 1-6 0,1-5 10 16,-2-1-8-16,0 0-47 0,0 0 29 0,0 0-3 16,2-7 19-16,2-13 6 0,1-5-6 0,1-4-7 15,4-4-35-15,-1-9 11 0,2 1 0 0,1-1 11 16,-2-2-96-16,1 4 44 0,3-12 25 15,-1 5-58-15,1-3 39 0,-4 5 13 16,1-2-1-16,-2 5-24 0,2-5 3 0,-4 15 19 16,-2-2 16-16,0 11-36 0,-2 1 29 0,-1 8-10 15,0-3 31-15,0 10-20 0,-2 2 0 0,0 1-36 16,0 2 35-16,0 2-4 0,0 0 5 0,0 0-278 16,0 0 134-16,0 6 67 0,2 3 32 0,0 0-445 15,5 5 244-15,0-1 118 0,5-1 58 0,-1 1-433 16</inkml:trace>
  <inkml:trace contextRef="#ctx0" brushRef="#br0" timeOffset="144220.94">21539 5517 1595 0,'0'4'0'0,"0"0"0"0,0-2 0 0,0-2 0 0,0 0 0 0,0 0 0 0,0 0 0 0,0 0 0 0,0 0 499 0,0 0-233 0,7 0-109 16,5 0-65-16,4 0 99 16,-2-2-80-16,6 0-199 0,-4 0 60 0,1 2 39 15,0 0-9-15,0 0-155 0,-2 0 92 0,0 0 47 16,-2 0 24-16,-1 0-567 0,-3 0 206 0,-2 4 172 16,-1 3 85-16</inkml:trace>
  <inkml:trace contextRef="#ctx0" brushRef="#br0" timeOffset="144373.53">21611 5818 1457 0,'-8'5'0'0,"4"-1"0"0,1-2 0 0,1-2 0 0,0 0 0 0,2 0 0 0,0 0 0 0,0 0 227 0,7 0-101 0,7-4-47 0,1-3 26 16,2-2-36-16,1 3 0 0,1 0-28 0,2 1-292 15,-3 2 142-15,2 2 71 0,-1 1 35 0</inkml:trace>
  <inkml:trace contextRef="#ctx0" brushRef="#br0" timeOffset="144857.84">22192 5479 399 0,'0'-16'0'0,"0"0"0"0,0-2 0 0,0-2 0 0,0-2 159 15,0 0-63-15,0 0-32 0,0 2 1 0,0-1 96 16,0 1-55-16,0 4-41 0,0 2 0 0,-2 3 51 16,-3 2-42-16,0 4 43 0,-2-1-35 0,-1 2-28 15,0 2-1-15,-1 2 57 0,-2 0-39 0,-1 0 0 16,1 9-30-16,0 1 93 0,-2 3-50 0,2 2-26 16,-3 0 0-16,5 0 43 0,-2 2-26 0,2 2-8 15,-1 0 114-15,1-1-75 16,2 1-36-16,-2 2 0 0,6-3 81 0,-1 6-63 15,2-6-28-15,0 8 31 0,2-6-29 0,0 5-1 16,0-2-20-16,0 3 24 0,0-2-32 0,2 2 0 16,0 1 0-16,3 1 37 0,-1-3-29 0,3 8-8 15,-2-3 40-15,0 3 114 0,1 0-187 0,-2 1 0 16,2-1 0-16,-1 2 0 0,-1-2 0 0,2 1 0 16,-3-2 0-16,1 0 0 0,-1 0 0 0,-1 1 0 15,0-3 0-15,1 1 0 16,-3-1 0-16,0-7 0 0,0 1-196 0,0-2 184 0,-7-3-57 15,2-2 33-15,-2-5 0 0,-1 1-1 0,-3-5-38 16,1-2 30-16,0 0 6 0,-2-4-166 16,1 1 84-16,2-3 32 0,-3 0 32 0,3 0-254 15,1 0 139-15,3 0 70 0,-2 0 35 0,6-3-290 16,1-1 166-16,0-1 79 0,0-1-146 0,0-1 113 16,8 0 56-16,5 0-330 0,-2 1 198 0</inkml:trace>
  <inkml:trace contextRef="#ctx0" brushRef="#br0" timeOffset="145198.91">22291 6062 641 0,'0'-4'0'0,"0"2"0"0,0 0 0 0,0 2 0 0,0 0 0 0,0 0 459 0,-2-1-216 0,2 1-106 15,0 0 208-15,0 0-156 0,0 11-78 0,0 4-31 16,0 2 67-16,0 5-57 0,2 3-29 0,0-1 4 15,0 2 1-15,0-3-26 16,-1 6-7-16,-1-4-47 0,0-4 23 0,0 2 0 16,0-2 24-16,0-6-36 0,-1 3 13 0,-3-7 1 15,-2 1 57-15,3-5 0 16,-2-1-36-16,2-3 47 0,1 0-8 0,0-2-64 0,0-1 20 0,0 0 171 16,2 0-82-16,0 0-34 0,0 0-29 0,0 0 49 15,0 0-35-15,0 0 0 0,4 0-35 0,10 0-58 16,0 0 24-16,4 2 1 0,0-2-70 0,1 2 51 15,2 0 35-15,-5-1-8 0,3-1-93 0,-2 0 35 16,-2 0 37-16,-2 0-384 16,-1 0 189-16,-3 0 58 0,-2 0 62 0,-1 0-318 15,-4-1 187-15,-1-1 94 0,1 2 38 0,1-2-441 16</inkml:trace>
  <inkml:trace contextRef="#ctx0" brushRef="#br0" timeOffset="146316.37">22862 5902 809 0,'-8'-9'0'0,"3"1"0"0,-1 1 0 0,3 2 0 0,-4-7 0 0,4 3 0 0,-3-1 104 0,1-3-39 0,-1 2 0 0,3 0 44 15,-4-1-38-15,4 5 0 0,-3-3-30 0,3 3 55 16,-3 0-32-16,1 3 0 0,-2 1 1 0,2 2 1 15,-4 1-25-15,-2 0-9 16,-1 16 61-16,-3 7-31 0,2 5 1 0,-4 6 85 16,0 7-62-16,4 1-26 0,1-1-1 0,3 0 60 15,2-5-43-15,3 2-14 0,4-6-7 0,0-3 98 16,0-6-60-16,2-3-30 0,5-2-56 0,2-5 8 16,5-5 17-16,-3-2-104 0,3-5 52 0,0-1 26 15,4 0 0-15,-2-10-134 0,3-6 67 0,-2-9 45 16,0 0-11-16,-1-6-225 15,-2-3 101-15,0-1 65 0,0-9 1 0,-3 2-55 16,-2-6 54-16,1-4 26 0,-1-11-110 0,0 12 61 16,3-16 42-16,-1 7-44 0,-2 9 39 0,0-1 0 15,-2 5 39-15,-5 11 70 0,0 5-31 0,-2 8 1 16,0 4-40-16,0 8 263 0,0 2-131 0,0 5-65 16,-2 2-27-16,-4 2 218 0,1 3-113 0,-2 18-1 15,2 4 137-15,-1 4-99 0,1 11-62 0,0 1 109 16,3 2-82-16,0 4-40 0,2 2-1 0,0 4 6 15,0-1-8-15,0 3-38 16,0-1-1-16,0-3-43 0,0-4 22 0,0-11 7 16,2 3 15-16,1-7-89 0,3-4 44 0,-3-9 23 15,5-2-55-15,-3-7 32 0,5-5 17 0,-1-3-178 16,2-2 89-16,5-6 23 0,-2-13 29 0,2-5-112 16,-2-4 65-16,2-2 13 0,-2-4 1 0,-2-2-83 15,1 0 58-15,-4 2 20 0,-1-2 8 16,0 2-6-16,-5 2 0 0,1 2 35 0,-2 7 29 15,0 3-9-15,-1 2-20 0,-1 5 157 16,0 4-79-16,0 3-38 0,0 0-1 0,0 5 247 16,0 1-131-16,0 0-41 0,0 0-41 0,0 11 119 15,0 6-67-15,2 3-2 0,1 7-33 0,-1 1 66 16,0 4-45-16,0 2-23 0,1 4 23 0,1-3-45 16,-1 1 0-16,3-3-24 0,-1 0 0 0,2-5 24 15,0-8 8-15,0 3-61 0,2-6 27 0,0-2-1 16,-2-5 27-16,-2-3-74 15,1-3 41-15,-1-4-1 0,2 0 0 0,0-3-88 16,0-12 51-16,-1-6 12 0,-1 1-72 0,5-10 42 16,-2 0 26-16,1-9-65 0,-1-2 42 0,1 2 11 15,-2 4-2-15,1-1-116 0,2 1 66 0,-5 7 21 16,1 5 19-16,-1 0 67 0,-1 5-31 0,-1 7 8 16,0 1 170-16,-1 6-94 15,-2-2-47-15,2 5-21 0,-2 1 185 0,2 0-85 0,-1 13-50 0,-1 8 36 16,2 3-37-16,0 4 12 15,0 2 5-15,0 4-12 0,3 2-19 0,-1 6 0 16,1-8 0-16,2 4-71 0,0-2 44 0,-2-4-8 16,3-2-47-16,2-4 28 0,-3-3 21 0,0-2-5 15,0-8 0-15,2-3 14 0,-4-2 0 0,2-4-10 16,-1-4 9-16,1 0-4 0,3-12 0 0,-1-10 35 16,0-2 6-16,3-8-36 0,1-8-1 0,1-1-22 15,-1-6 33-15,2-2-7 0,-2-3 7 16,1 1-189-16,0 4 82 0,-3 3 45 15,-4 11-142 1,3-3 87-16,-6 12 26 0,1 1-139 0,-3 5 89 0,0 4 45 0,0 5 14 0,0 5-121 16,-2 1 75-16,0 3 39 0,1 0-1 0,1 3-351 15,5 10 187-15,-2 4 104 0</inkml:trace>
  <inkml:trace contextRef="#ctx0" brushRef="#br0" timeOffset="157239.4">24058 5692 1447 0,'-9'-4'0'0,"5"0"0"0,3 2 0 16,1 1 0-16,0 1 0 0,-2 0 0 0,2 0 0 0,0 0 0 0,0-2 0 0,10 2 166 0,5-2-66 0,4 0 101 0,4-2-89 0,-3 3-39 15,3-3-1-15,-2 2-84 16,2-2 23-16,-5 2 7 0,-1 0 15 0,0 0-102 16,-2 1 51-16,-2-2 26 0,-3 2-1 0,-1-1-346 15,-2 2 138-15,-1 0 110 0</inkml:trace>
  <inkml:trace contextRef="#ctx0" brushRef="#br0" timeOffset="157406.74">24097 5893 1475 0,'-7'2'0'0,"2"3"0"0,3-1 0 0,0-3 0 0,2-1 0 0,0 0 0 0,0 4 0 0,2-4 0 0,9 0 208 0,4 0-80 15,2 0-51-15,2 0 22 0,2 0-33 0,-1 0 0 16,0 0-34-16,2 0-135 0,-2 0 64 0,1 0 35 15,2 0-456-15,-2 0 241 0,6 0 123 0,-8 0-479 16</inkml:trace>
  <inkml:trace contextRef="#ctx0" brushRef="#br0" timeOffset="157752.34">24809 5455 923 0,'3'-28'0'0,"-1"4"0"0,-2 3 0 0,0 0 0 0,0 1 0 0,-2 3 0 0,-8 2 0 16,-1 4 0-16,0 2 154 0,-1 2-64 0,-1 4-29 0,-2 1 171 0,0 2-99 16,0 0-51-16,0 4 92 0,0 7-75 15,2 2-33-15,0 5 0 0,-2 4 64 16,6-2-41-16,-2 8-33 0,4 0 1 0,0 5 95 16,3-2-60-16,1 4-30 0,3 2 9 0,0 6 82 15,0-2-61-15,0 6-29 0,0-4 41 0,0 6-36 16,0-8 9-16,0 14-45 0,2-6 65 0,-1-3-33 15,-1 0 1-15,0-1-59 0,0-7 9 0,0 12 18 16,0-8-1-16,0-7-67 0,0 4 34 0,-1-5 0 16,-7 1 42-16,0-4-84 0,-3-5 38 0,-3-3-3 15,3-6-45-15,-3-2 17 16,-3-3 27-16,0-3-264 0,0-4 132 0,-1-3 48 16,6 0 39-16,1 0-449 0,3-2 227 0,2 0 125 15,4 0 60-15,2 0-402 0,0-2 230 0,2-7 115 16,14-6 50-16</inkml:trace>
  <inkml:trace contextRef="#ctx0" brushRef="#br0" timeOffset="158069.06">24821 6088 489 0,'4'-9'0'0,"-1"1"0"0,1 5 0 0,-2-3 0 0,-1 2 428 0,1 0-197 0,1 3-91 0,-3-2 132 15,2 2-120-15,0 1-59 0,0 0-31 0,1 11 230 16,-1 8-122-16,0 7-73 0,-2 3-32 0,0 2 153 15,0 3-93-15,-6 2-46 0,-4-3-15 0,3 3 56 16,-1-4-43-16,2-2-23 0,-1-1-10 0,3-9-11 16,-1 0 8-16,1-2-12 0,3-9 4 0,-1-3 0 15,2-1-1-15,-2-3-8 16,2-2 17-16,0 0-8 0,0 0 0 0,0 0 44 16,0 0-22-16,5 0 9 0,8 0-32 0,3 0-6 15,3 0 7-15,1 0-1 0,6 0-35 0,-5-2 8 16,7-1 165-16,-5 1-384 0,-1 0 188 0,1 0 27 15,-2 0-8-15,-5 0-53 0,0-2 28 0,-8 2 24 16,2 1-8-16,-5-3-199 0,0 2 88 0,-1-2 54 16,-3-1 8-16,-1 1-324 15,0 1 178-15,0-2 90 0,0 3-617 0</inkml:trace>
  <inkml:trace contextRef="#ctx0" brushRef="#br0" timeOffset="158697.79">25370 5532 407 0,'-14'0'0'0,"1"-1"0"0,-1-1 0 0,4 0 0 0,2 0 0 0,1 0 176 0,-1 0-72 0,2 2-36 16,4-1 258-16,1 1-150 0,1 0-72 0,0 0 175 15,17 0-123-15,8-3-62 0,10 2-22 0,12-7 173 16,0 0-107-16,1 1-52 0,0-2-27 0,-2 1 20 15,-6 2-15-15,1 1-9 0,-3 1-161 0,-5-2 69 16,-4 3 35-16,-3 0 0 0,-3 2-107 16,-3 0 66-16,-3-2 38 0,-6 3-523 15,1 0 261-15,-5 0 82 0,1 0 76 0,-3 0-419 16</inkml:trace>
  <inkml:trace contextRef="#ctx0" brushRef="#br0" timeOffset="158918.49">25858 5271 1093 0,'-10'0'0'0,"5"0"0"0,3 0 0 0,-1 0 0 0,3 0 0 0,0 0 0 0,0 0 0 0,8 0 0 0,8 0 407 0,0 0-187 0,5 0-85 15,2 0 174-15,-2 0-138 16,1 2-69-16,-3 4-15 0,-1 1-27 0,-4 3 7 16,-3-1-34-16,-2 2-60 0,-4 3 30 0,-2 1-1 15,-3 1 31-15,0 5-129 0,-12 2 60 0,-6-2 34 16,-5 1 0-16,-3 0-196 0,1-1 112 0,-2-1 1 15,0 0-356-15,1-3 183 0,-2 1 113 0,1 0-126 16,3-2 120-16,2-1 50 0,-4 0 39 16</inkml:trace>
  <inkml:trace contextRef="#ctx0" brushRef="#br0" timeOffset="159104.12">25545 5716 941 0,'-10'2'0'0,"2"0"0"0,3 0 0 0,1-1 0 0,0-1 0 0,0 0 0 0,4 0 0 0,-2 0 410 16,2 0-189-16,0 0-94 0,10 0-47 0,8 0 278 15,7 0-166-15,5 0-80 0,2 0 175 0,2 0-127 16,1 0-64-16,1-1-23 0,-5-1-38 0,1 0-3 16,-3 0 1-16,-6 1-280 15,-1 1 140-15,-5 0 78 0,-2 0 27 0,-6 0-205 16,0 0 120-16,-2 3 60 0,-5 1-39 0,0 2-575 16,-2-3 309-16,0 4 149 0,-4-2 75 0,-8-1-302 15</inkml:trace>
  <inkml:trace contextRef="#ctx0" brushRef="#br0" timeOffset="159288.63">25637 5720 789 0,'-14'2'0'0,"3"2"0"0,3 1 0 0,2 5 0 0,3-1 0 0,0 2 0 0,2 5 0 0,1 4 322 0,0 4-144 16,0 5-73-16,6 3 280 0,-1 2-176 0,0 3-80 16,4 7-52-16,-8-3 54 0,3 0-49 0,-2 2-24 15,-2-5 7-15,0 9-110 0,0-12 38 0,0 3 1 16,-2-2 38-16,0-6-305 0,-1-8 161 0,1-1 69 15,0-12-429-15,2-1 240 0,-2-4 44 0,2-4-219 16,0-3 179-16,0-16 101 0</inkml:trace>
  <inkml:trace contextRef="#ctx0" brushRef="#br0" timeOffset="159439.24">25556 6049 1266 0,'0'-8'0'0,"-2"2"0"0,0 5 0 0,0 0 0 0,2-2 0 0,0 1 0 0,0 0 0 0,6 1 424 16,10-6-195-16,7 4-98 0,-2-1-41 0,4 0 138 15,2 1-98-15,-1 1-48 0,-1 0 2 0,1 0-25 16,-5 1 7-16,2-1-33 0,0-1-432 0,0 3 215 16,-5 0 109-16,2 0-591 15,-3 0 342-15</inkml:trace>
  <inkml:trace contextRef="#ctx0" brushRef="#br0" timeOffset="159600.07">25984 5960 636 0,'0'0'0'0,"0"3"0"0,0 0 0 0,2 1 0 0,-1-1 0 0,1 1 432 16,1 3-200-16,2-2-100 0,0 1 139 0,-2-1-120 15,4 2-50-15,-3 1-39 0,1-1 76 0,1 4-53 16,-1-5-26-16,1 2-388 0,0-1 188 0,1-1 83 16,2 0 46-16,3-4-619 0</inkml:trace>
  <inkml:trace contextRef="#ctx0" brushRef="#br0" timeOffset="159794.4">26337 5579 1567 0,'0'-11'0'0,"0"3"0"0,1 3 0 0,9-4 0 0,1 1 0 0,4-1 0 0,4 0 0 0,6-1 233 0,-3 4-100 0,4 0-50 0,-1 5 58 16,0-1-54-16,-1 0-19 0,4 0-9 0,-6 2-288 15,1 0 131-15,-2 0 65 0,-3 0-435 0,-1 2 253 16,1 3 116-16,-6-1 62 0,-3-2-282 16</inkml:trace>
  <inkml:trace contextRef="#ctx0" brushRef="#br0" timeOffset="160021.1">26605 5367 1103 0,'-13'0'0'0,"7"0"0"0,1 0 0 0,5 0 0 0,0 0 0 0,0 0 0 0,7 0 0 0,13 0 0 0,6 0 0 0,2 0 303 0,0 6-135 0,0 3-68 16,2 1 2-16,1 3-27 15,-4 0-8-15,-3 0-34 0,-4 0-68 0,0 0 34 16,-5 3 0-16,-4-1 7 0,-5-1-8 0,-5 1 35 16,-1 0 0-16,0 3-67 0,-12-2 34 0,-6-3 7 15,-7 2-19-15,-4-2-49 0,-1 0 14 0,-1-3 26 16,-1 1-237-16,-2 1 121 0,-1 1 53 0,-1 0 35 15,1 2-399-15,3 1 208 0</inkml:trace>
  <inkml:trace contextRef="#ctx0" brushRef="#br0" timeOffset="160379.16">26427 5942 984 0,'0'4'0'0,"0"0"0"0,0 1 0 0,0-1 0 0,2-3 0 15,1 2 0-15,5-3 0 0,3 2 317 0,4-2-143 0,2 0-70 0,2 0 175 0,1 0-127 16,5 0-60-16,-7 0-29 0,7-2-10 0,-2-2-20 16,-1-2 8-16,-1-1-162 15,-2-1 76-15,-2-1 40 0,-2 0-1 0,-4 0-65 16,-3 0 60-16,-5 0 18 0,0-2-1 0,-3-1-221 16,0-1 57-16,0 2 76 0,-8-4-70 0,-6 2 65 15,-2-2 19-15,-2 4 0 0,-4-4 81 0,-2 8-23 16,2 2-8-16,-8 4 150 0,3 1-76 0,-2 1-42 15,1 16-5-15,-4 8 239 0,6-3-110 0,0 14-67 16,7-8-6-16,5 8 66 0,5 0-29 0,6 1-36 16,3 2 124-16,0-3-82 15,5 2-38-15,9-4 0 0,-1-3-9 0,6 0-1 16,1-6-19-16,-2 0-137 0,6-6 64 16,-2-4 33-16,0-4-1 0,3-3-351 0,-2-6 177 0,5-2 65 15,-5 0 60-15,2-6-318 0,-1-9 171 0,0-2 64 16,-6-2-381-16</inkml:trace>
  <inkml:trace contextRef="#ctx0" brushRef="#br0" timeOffset="160544.71">26795 5965 1303 0,'0'-2'0'0,"0"2"0"0,0 0 0 0,2 0 0 0,0 0 0 0,1 0 0 0,6 0 0 0,7 0 0 0,1 0 225 0,3 0-88 0,2 0-56 0,2 0 214 15,2 0-131-15,-6 0-66 0,5 0-32 0,-1-3-76 16,-2 2 17-16,-3-1 1 0,1 0 24 0,-6 2-358 15,0 0 179-15,-5 0 99 0,-2 0-223 0,-3 0 141 16,-2 0 80-16,-2 0-68 0,0 2-418 0</inkml:trace>
  <inkml:trace contextRef="#ctx0" brushRef="#br0" timeOffset="160706.28">26972 5943 1120 0,'-10'3'0'0,"1"1"0"0,1 3 0 0,3 4 0 0,-1 0 0 0,0 2 0 0,-1 2 0 0,2 6 0 0,2 4 0 0,0-1 183 0,-1-1-75 15,1 3-38-15,3-3 207 0,0-1-127 0,0 0-58 16,0-1-30-16,7-6-4 16,2 1 0-16,6-8-17 0,0 2-84 0,4-6 38 15,3-3 0-15,1-1 38 0,3 0-316 0,-5-1 166 16,9-10 71-16,-2-3-579 0</inkml:trace>
  <inkml:trace contextRef="#ctx0" brushRef="#br0" timeOffset="161216.44">27544 5904 743 0,'0'-9'0'0,"-2"3"0"0,0 1 0 0,-1-5 0 0,1 1 0 0,-4-3 0 0,1-1 159 15,0 0-62-15,-2 0-33 0,2-2 1 0,-1 0 102 16,-1 1-71-16,1 0-31 0,-2 1-1 0,1 4 39 15,0 1-27-15,-2 2-9 0,-5 4 18 0,1 2-26 16,-1 0 0-16,-5 11-26 0,0 8-28 0,1 7 28 16,0 3 0-16,2 4-18 15,3 1 18-15,4 0 0 0,3 0 7 0,4-1-7 16,2-2 0-16,0-3-1 0,0-8 1 0,8 3-27 16,3-6-1-16,0-2 26 0,1-4-73 0,1-5 32 15,1-2 1-15,-4-4-26 0,5 0 28 0,2-4-3 16,-3-13 19-16,5-4-41 0,-2-1 22 0,1-6-13 15,-1-2 13-15,-2-4-141 0,0-7 62 0,-2 1 41 16,1-2 3-16,-2-5-119 16,-1-1 49-16,3-5 46 0,1-11-87 0,0 4 61 15,-2 1 31-15,-1 10-41 16,-3 5 28-16,-4 3 8 0,-1 13 36 0,-2 4 97 0,-1 9-48 0,-1 3-25 16,0 7-7-16,0 3 264 0,0 2-124 0,-1 7-75 15,-7 14-5-15,1 5 210 0,-2 6-83 0,3 7-79 16,-1 5 122-16,3 2-90 0,-2 5-46 0,-1 0 11 15,4 2 2-15,1 1-34 0,-1-2 1 16,-2 5-55-16,2-4 1 0,0 0 29 16,3-11 8-16,-2 9-97 0,2-15 44 0,0-1 23 15,0-3-1-15,2-7-294 0,3-4 131 0,3-5 82 16,2-6-457-16,0-4 248 0,5-4 124 0,0-2 61 16</inkml:trace>
  <inkml:trace contextRef="#ctx0" brushRef="#br0" timeOffset="161568.54">27989 5789 782 0,'10'-22'0'0,"-5"3"0"0,4-1 0 0,-4-1 0 0,0-2 0 0,-3 3 0 0,-2 3 0 0,0 4 173 16,0 0-74-16,-2 1-33 0,-5 7 216 0,-5 0-124 15,1 3-63-15,-6 2 87 0,-1 0-78 0,-5 10-36 16,0 6 0-16,-3 4 25 0,2 1-30 0,-1 3 7 15,5 1-37-15,3 0 34 0,5-6-1 0,2 6-33 16,6-2-1-16,2-1 50 16,2 1-49-16,0-3 0 0,2-1 25 0,12 2 0 15,3-2-25-15,0-5 31 0,6 3-32 0,-1-1 1 16,3 0 0-16,-3 1-33 0,-1 2 0 16,-5-2 41-16,4 6-8 0,-10-1-105 0,2 1 46 0,-8-2 29 15,0 2-16-15,-4 0-53 0,0 0 40 0,-2-1 3 16,-9-5-45-16,-5 0 21 0,0-3 23 0,-5-5 36 15,-4-3-19-15,1-6-17 0,-3 0 13 0,4 0-34 16,-4-4 0-16,6-7 31 0,1-3 3 16,3-3-334-16,6 2 159 0,6-1 73 15,2-2 42-15,3 5-426 0,3 0 236 0</inkml:trace>
  <inkml:trace contextRef="#ctx0" brushRef="#br0" timeOffset="161730.12">28439 6373 2045 0,'4'0'0'0,"1"0"0"0,3 0 0 0,-3 0 0 0,-3 0 0 0,-1 0 0 0,-1 0 0 0,0 0 231 16,0-2-99-16,-3 1-50 0,-8 1-287 0</inkml:trace>
  <inkml:trace contextRef="#ctx0" brushRef="#br0" timeOffset="211427.05">29112 5498 251 0,'0'-5'0'0,"0"1"0"0,2 0 0 0,-1-2 0 0,-1 3 0 0,0-3 0 0,0 1 0 0,0 1 69 0,0-2-43 0,0 3 0 0,0 0 41 0,0 2 1 0,0 0-36 16,0-2 56-16,0 3-32 16,0 0 1-16,0 0-24 0,0 0 24 0,0 0 0 15,0 0-16-15,3 0-8 0,2 0 19 0,-2 10-19 16,3-3 0-16,-4 5 28 0,3-3-20 0,0 2-8 16,-3-2-1-16,5 5-9 0,-4-3 10 0,2-4-1 15,-2 2 9-15,2 1-53 0,-2-1 23 16,2-1-1-16,-1 0-65 0,-2-1 41 0,1 0 20 15,-1 1-7-15,-2-1-123 0,0 1 67 0,0 0 20 16,0-1-174-16,0 3 88 0,0 0 42 16,-5 2 31-16,-4-1-84 0,-1 0 34 0</inkml:trace>
  <inkml:trace contextRef="#ctx0" brushRef="#br0" timeOffset="211656.59">28901 5835 740 0,'-8'0'0'0,"1"0"0"0,3 1 0 0,2-1 0 0,2 0 0 0,0 0 0 0,0 0 0 0,0 0 0 0,2 0 0 0,9 0 198 0,4 0-83 0,3-4-41 0,4-1 102 15,8-1-76-15,-2 1-34 0,2 0 1 0,0-1-5 16,0 0-1-16,-3 2-20 0,3-2-40 0,-9 5 0 16,4-3 32-16,-4 2-1 0,-3 0-120 0,0 0 68 15,-5 1 22-15,0 1 0 0,-2 0-216 0,-4 0 83 16,-2 0 70-16,-2 0-254 0,-1 0 148 15,0 0 47-15,-2 0 43 0,0 1-124 16,-7 5 84-16,-10-1 33 0</inkml:trace>
  <inkml:trace contextRef="#ctx0" brushRef="#br0" timeOffset="211835.62">29114 5825 752 0,'-5'0'0'0,"-2"2"0"0,7 2 0 0,-3 0 0 0,2 1 0 0,1 1 0 0,-2 3 0 0,0 1 103 0,-1 1-36 0,3 4 1 16,0 3 47-16,-2-2-33 0,-3 2-29 15,3 4 0-15,-1-1 50 0,-4 2-35 16,4 2 0-16,-2-5-153 0,2 3 55 0,-3-3 32 16,3 1-1-16,1-4-204 0,2-3 117 0,0-6 58 15,0 2-291-15,0-6 135 0,0-1 86 0,2-3-1 16,7 0-50-16,-6-4 50 0,2-12 37 0</inkml:trace>
  <inkml:trace contextRef="#ctx0" brushRef="#br0" timeOffset="212159.75">29085 6064 531 0,'0'-15'0'0,"0"1"0"0,0 5 0 15,0 1 0-15,0 1 0 0,0 1 0 0,0 1 166 0,4 0-67 0,1-1-33 16,3 1 175-16,5-2-108 0,4 1-51 0,-2 1-24 16,5-1 71-16,1 1-48 0,-2 0-16 0,0 1 46 15,0 0-39-15,1 0 0 0,-5 2-39 0,0-2-25 16,-3 3 33-16,-1-1-8 0,-4 0-35 0,-1 2 0 16,0 0 35-16,-3 0 0 15,-1 0-31-15,0 0-7 0,-1 0 38 0,-1 0-1 0,3 0-27 0,-3 2-8 16,1 5 5-16,-1 4 62 0,1 1-5 0,2-1-38 15,-1 4-1-15,1 0 15 0,0 0-2 16,5 3-9-16,-5-2-48 0,2 1 24 16,-2-2 2-16,4 1 21 0,-4 0-51 0,0-1 21 15,3-1-6-15,-3-2-10 0,-1-1-6 0,0-2 40 16,-1 1-12-16,-1-1-18 0,0-2 11 0,0 0 11 16,0-3-14-16,0 1-3 15,-8-3 11-15,-3 0 2 0,-3-1-33 0,-3-1 33 0,-5 0-2 0,-1 0 1 16,-1 0-224-16,-1-1 108 0,-4-7 44 0,2-1 28 15,3-4 2-15,5-3-1 0,8-1-20 0,0-1-459 16,3-8 246-16</inkml:trace>
  <inkml:trace contextRef="#ctx0" brushRef="#br0" timeOffset="212515.8">29671 5574 574 0,'11'-21'0'0,"-2"10"0"0,-2 5 0 0,-4 1 0 0,3-1 0 0,-6 2 107 0,0 3-40 0,0-3 0 0,0 1-40 16,0 3 28-16,-9 0 9 0,-4 3-31 0,-4 8-119 15,-1 5 53-15,-1 1 27 0,-3 1-1 0,4-2-40 16,-7 3 28-16,10-6 0 0,-5 2-38 0,4-2 29 16,4-3 1-16,5-3 31 0,-4 1 24 0,6-3-1 15,2-1-50-15,1 0 71 0,-1 0 35 0,3-2-41 16,0 3-17-16,0-1 125 0,0 2-60 0,0 1-36 15,0 4-2-15,0 3 59 16,3 1-30-16,-1 2-24 0,0 1 66 0,1 3-45 16,-1 5-23-16,-2-3 9 15,0 5-10-15,0-4 1 0,0 2-22 0,0-4 0 0,-2 2-56 0,-1 0 36 16,-1-3-8-16,1 1-133 0,-2-3 80 0,2-2 40 16,1-4 6-16,-1-3-128 0,-1-3 68 0,4-1 37 15,0-3-279-15,-1-3 142 0,-1 0 40 0,2 0 26 16,0-8-84-16,0-6 73 0,0-5 38 0,0-7-158 15</inkml:trace>
  <inkml:trace contextRef="#ctx0" brushRef="#br0" timeOffset="212911.94">29466 5767 706 0,'0'-13'0'0,"0"7"0"0,0 3 0 0,0-1 0 0,0-1 0 0,9 0 0 0,1 2 0 0,4 1 200 0,2-2-75 0,3 0-51 0,3 1 121 15,2-2-82-15,0 4-39 0,1-1-1 0,-2 0 6 16,5 2-46-16,-8 0-1 0,5 0-32 0,-2 0-1 15,-2 0 34-15,-2 0 8 16,0 0-75-16,-4 0 33 0,0 0 0 0,-2 2-21 16,-2 1 35-16,-3 0-11 0,-3 0 0 0,3-1 6 15,-5 2 9-15,3-3-24 0,-3 2 21 0,1 0 77 16,-3-1-38-16,3 3-16 0,-3-3 1 0,2 1 57 16,-1 1-28-16,0 1-13 0,-1 1 2 0,1 2 5 15,-2 0-28-15,0 4 0 0,0-3 14 16,0 7-14-16,0-2 0 0,0 2 16 0,0 0-17 0,0 5 1 15,0-1 8-15,0 4-28 16,0-1 19-16,0 2 1 0,0-1-25 0,0-3 1 16,0 4 31-16,0-3-11 0,0-1-38 0,0-2 34 15,0 2 4-15,2-4-6 0,-1-1-51 0,3-3 17 16,-2 0 0-16,1-3-34 0,-1-1 30 0,-1-1-12 16,-1-3 43-16,0-1-114 0,0-2 50 0,0-2 18 15,0 0-137-15,0 0 71 0,0 0 22 0,0 0 32 16,-6 0-83-16,-5 0 48 0,1 0 24 0,-1 0-3 15,-3-2-300-15,3-2 166 0,-3-1 79 16,1-5-285-16,-1-1 182 0</inkml:trace>
  <inkml:trace contextRef="#ctx0" brushRef="#br0" timeOffset="213208.99">29608 5998 836 0,'-7'0'0'0,"2"0"0"0,3-1 0 0,-1 1 0 0,2-2 0 0,1-1 0 0,0 3 0 0,0 0 0 0,0 0 148 0,0 0-50 0,0 0-36 16,0 0 11-16,0 0 1 0,0 0-41 0,0 0-45 16,0 0 31-16,0 0-8 0,0 0 22 0,0 0-123 15,4 0 62-15,3 0 30 0,0 0 8 0,5 0-94 16,-1-1 28-16,1-1 35 0,-2-1-79 0,0 2 49 16,-2 0 0-16,3 1 1 0,-5 0 77 0,-3 0 1 15,1 0-46-15,-3 0 0 0,1 0 110 0,-2 0-49 16,0 2-15-16,0 4 55 0,-10 0-32 0,0 0-21 15,-3 1 3-15,0-1 74 16,-1-1-30-16,-1-1-27 0,1 0-81 0,4 0 36 16,-3-3 5-16,1-1 19 0,2 0-251 0,2 0 118 15,3 0 48-15,0 0 35 0,3-1-273 0,2-8 137 16,0-3 41-16,9-4-48 0</inkml:trace>
  <inkml:trace contextRef="#ctx0" brushRef="#br0" timeOffset="213419.42">30190 5532 647 0,'16'-9'0'0,"-3"6"0"0,-1-1 0 0,-1 1 0 0,-6 1 0 0,0 1 0 0,-3 1 181 0,-1 0-78 0,3 0-36 16,-4 11 69-16,0 4-51 0,0 6-27 0,-10-3 9 16,-3 9 14-16,-3-3-25 0,0 3 1 0,-3 1-77 15,1 0 26-15,-4 1 8 0,0-2 19 0,-1 1-36 16,0-1 1-16,-1-5 34 0,4 1-201 0,7-10 81 15,1-2 52-15,5-4-5 16,2-3-265-16,2-2 146 0,3-2 42 0,0 0-168 16,6-7 131-16</inkml:trace>
  <inkml:trace contextRef="#ctx0" brushRef="#br0" timeOffset="213598.94">30140 5754 762 0,'2'-2'0'16,"0"0"0"-16,-1 2 0 0,1 0 0 0,-2 0 0 0,3 6 0 0,-3 5 178 0,0 2-73 0,3 4-36 0,-1 4 253 0,0 1-136 0,-1 6-81 15,1 0-36-15,0 1 77 16,-1-4-56-16,3 4-29 0,0-6 25 0,-1 8-31 16,-1-6 1-16,-1 0-23 0,2-5-127 0,-3 3 64 15,2 0 39-15,-2-5-270 0,3-3 146 0,-1-4 74 16,-1-4 36-16,-1 0-466 0,2-5 219 0,4-2 88 16,0 0 66-16,4-9-171 0</inkml:trace>
  <inkml:trace contextRef="#ctx0" brushRef="#br0" timeOffset="213779.58">30279 5752 860 0,'0'-7'0'0,"2"5"0"0,4-3 0 0,8-2 0 0,2-1 0 0,1 3 0 0,5-3 0 0,-1 5 281 0,6-2-124 0,-8 1-54 0,8-2 30 16,-7 4-7-16,3 0-47 0,-1 2-23 0,0-4-102 15,-6 2 48-15,2 2-8 0,-7 0 38 0,-1 0-273 16,1 0 137-16,-7 0 68 15,1 0-337-15,-2 0 162 0,-1 0 103 0,-2 0-5 16,0 0-91-16</inkml:trace>
  <inkml:trace contextRef="#ctx0" brushRef="#br0" timeOffset="214018.37">30495 5436 842 0,'-7'0'0'0,"3"-1"0"0,0 1 0 0,1 0 0 0,1 0 0 0,-2 0 0 0,3 3 0 0,1 7 0 0,0 5 131 0,0 4-53 0,0 7-23 0,0 2 154 16,1 7-89-16,3 7-43 0,-2-5 110 0,0 12-81 16,-1-3-36-16,-1 1-1 0,0 0-7 0,0-4 8 15,0 7-37-15,-1-6-21 0,-1-11-1 0,0 3 22 16,-2-2 0-16,4-8-112 0,-1 0 52 0,1-5 30 16,0-2 0-16,0-8-213 0,0-1 116 0,0-7 25 15,-2-1-284-15,0-2 163 0,-1 0 61 0,1-9 48 16,-1-9-143-16,-2-7 87 15,4-7 56-15,-3-2 24 0</inkml:trace>
  <inkml:trace contextRef="#ctx0" brushRef="#br0" timeOffset="214153.02">30423 5782 350 0,'0'-17'0'0,"0"6"0"0,0 5 0 0,0 5 0 0,0-1 0 0,-1 2 226 0,-4 0-89 0,-6 3-56 0,1 10-24 16,-1 3 59-16,-8 2-42 0,2 3-20 0,-1 2 110 15,-2 1-69-15,-4 2-31 16,3 1 0-16,0-3-108 0,1 1 38 0,7-9 9 0,2 3-255 15,0-2 143-15,8-6 71 0,-2-4 35 16,5-3-398-16</inkml:trace>
  <inkml:trace contextRef="#ctx0" brushRef="#br0" timeOffset="214335.57">30413 5797 991 0,'10'0'0'0,"3"0"0"0,3 0 0 0,-3 0 0 0,1 2 0 0,-3 2 0 0,2 2 0 0,4 1 177 15,-4 0-77-15,4 1-33 0,0 1 0 0,-2 1 109 16,4 0-72-16,-1-2-27 0,1 4-65 0,-2-3 0 16,2 0 20-16,-2 2 1 0,-4-4-213 0,-3 0 114 15,1 1 45-15,-5-1-316 0,-1 1 146 0,-2-1 103 16,-3 5-5-16,0-4-161 0</inkml:trace>
  <inkml:trace contextRef="#ctx0" brushRef="#br0" timeOffset="214500.14">30330 6028 979 0,'0'0'0'0,"4"0"0"0,4 2 0 0,6-2 0 0,-1 0 0 0,5 0 0 0,-2 0 0 0,4-2 0 0,4 0 269 0,0 1-122 0,-2-2-57 0,3 2-33 16,-4-2 0-16,0 2-24 0,1 1 8 0,0 0-341 15,-2 0 167-15,-2 0 83 16,3 0-228-16,-3 0 142 0</inkml:trace>
  <inkml:trace contextRef="#ctx0" brushRef="#br0" timeOffset="214692.26">30792 5679 966 0,'0'-9'0'0,"4"5"0"0,8 2 0 0,6-2 0 0,-5 0 0 0,6 2 0 0,-2-2 0 0,-2 3 166 0,7-1-67 0,-1 0-33 15,4 0-68-15,-1 2 0 16,-3 0 43-16,0 0-8 0,-1 0-90 0,-7 0 46 16,1 0 21-16,-4 4 1 0,-5 3-284 0,0 3 139 15,-5 1 71-15,0 2-235 0</inkml:trace>
  <inkml:trace contextRef="#ctx0" brushRef="#br0" timeOffset="-214644.89">30841 5835 254 0,'-5'0'0'0,"4"0"0"0,1 0 0 0,0 0 0 0,0 0 0 0,10 0 282 0,-2 0-124 0,5-4-63 16,1 0-31-16,-1-2 152 0,3 3-96 0,-5-1-43 15,2 2-80-15,-2 1 0 0,-3-1 35 0,0 2 9 16,-3 0-133-16,1 0 62 0,-3 0 32 0,-1 0-349 16,-2 0 183-16,0 0 95 0</inkml:trace>
  <inkml:trace contextRef="#ctx0" brushRef="#br0" timeOffset="-214051.48">30907 5696 853 0,'0'0'0'0,"-4"0"0"0,2 0 0 0,2 3 0 0,0 7 0 0,0 1 0 0,0 7 0 0,0 1 0 0,0 8 0 0,-1 1 287 16,-1 2-130-16,2 2-63 0,-1 3 121 0,1-2-92 16,0-2-44-16,0-4-16 0,0 6-7 0,0-12-24 15,0 0 1-15,0 0 0 0,1-4-88 16,2-7 52-16,8 2 14 0,-3-5-172 15,2-4 97-15,4-3 48 0,-1 0-212 16,4-10 119-16,-1-10 15 0,1-5 44 0,0-3-155 0,-2-1 86 16,1-7 43-16,0 2 14 0,-3 0-34 0,1 1 31 15,-6 7 1-15,0 6 31 0,1 1 31 0,-7 9-8 16,-1 1-23-16,1 6 196 0,0 1-98 0,-1 2-49 16,-1 0-22-16,0 7 227 0,0 8-89 0,0 0-66 15,0 2 179-15,0 0-109 0,0 1-40 16,3-1-23-16,-3 1-69 0,0-3 0 15,2-6 29-15,-2 2-76 0,0-4 38 0,0-3 9 16,0 0 28-16,0-1-206 0,0-3 77 0,3 0 57 16,-1-3-3-16,-2-8-116 0,0-4 49 15,0-4 47-15,0-6-123 0,0-1 76 0,0-2 31 0,0-6 8 16,0-1-18-16,0-8 28 0,0 3 0 0,0-1-23 16,0 5 18-16,0 0 7 0,0 3 26 0,0 3 24 15,0 9-1-15,2 1-23 0,-1 5-8 16,2 2 191-16,5 2-91 0,-2 4-47 15,4 3 258-15,4 1-140 0,-3 0-45 0,4 2-42 16,2 1 198-16,5 0-105 0,-1 0-42 0,1 0-8 16,0 0-19-16,0 0-8 0,-2 0-26 0,0 0-35 15,-3 0 35-15,-2 0-1 0,-4 0-35 0,2 4 13 16,-4 2 1-16,-4 1 21 0,-1 2-25 0,0 2-1 16,-4 0 29-16,2 5-40 0,-2-1 99 0,0 2-32 15,0-1-16-15,0 1 68 16,0 2-32-16,0-1-29 0,0 0 1 15,4-1-45-15,-2 0-1 0,0-2 25 0,-1 2-26 0,2-2-63 16,-1-1 45-16,1 2 21 0,-3-1-299 0,0 0 152 16,0-1 60-16,0-2 9 0,-5 1-329 0,-3 1 176 15,-4-3 95-15,-1 1-180 0,-3-2 129 0</inkml:trace>
  <inkml:trace contextRef="#ctx0" brushRef="#br0" timeOffset="-213859">31223 5764 485 0,'-5'-3'0'0,"2"2"0"0,3 1 0 0,0 0 0 0,0 0 0 0,0 5 263 0,0 4-115 0,0 5-57 16,2 5-22-16,-1 1 111 0,1 6-74 0,-2 3-37 15,0 0 189-15,0 3-113 0,-9 1-48 0,-1-2-36 16,-3 1-10-16,-2-1-18 0,-1-1-1 0,0-1-166 16,0-1 79-16,3-7 44 0,0-2 21 15,9-7-349-15,-4-3 184 0,5-4 47 16,1-3-178-16,2-2 78 15,0-4 90-15,4-17 28 0</inkml:trace>
  <inkml:trace contextRef="#ctx0" brushRef="#br0" timeOffset="-213690.45">31225 5938 869 0,'3'0'0'0,"0"12"0"0,1 3 0 0,1 1 0 0,2 1 0 0,-1 2 0 0,6 2 115 16,2 1-45-16,-3 1 0 0,8-1 201 0,-1-1-119 15,1-1-60-15,4-1 58 0,0-4-62 0,4-2-28 16,-2-3 0-16,5-2-105 15,-3-7 38-15,-2-1 9 0,4 0 31 0,-10 0-231 16,0-5 115-16,-3-7 58 0,0-1-133 0,-6-4 49 16,-4 1 61-16,0-10-46 0,-4-1-313 0</inkml:trace>
  <inkml:trace contextRef="#ctx0" brushRef="#br0" timeOffset="-213524.89">31571 5609 1012 0,'0'0'0'0,"0"0"0"0,0 0 0 0,16 0 0 0,6-5 0 0,2 0 0 0,3-2 0 0,3 1 236 0,2 4-102 0,3-4-42 16,-2-1 13-16,-1 4-36 0,-2 1 0 0,-1 1-36 15,-7-2-233-15,2 3 125 0,-7 0 50 0,-3 0 29 16,-4 0-173-16,-2 0 98 0,-3 0 49 0,1 0-390 16,-5-2 160-16</inkml:trace>
  <inkml:trace contextRef="#ctx0" brushRef="#br0" timeOffset="-213338.39">31895 5341 814 0,'-8'4'0'0,"2"6"0"0,1 5 0 0,3-1 0 0,-6 5 0 0,-2 4 0 0,0 3 183 16,-5 4-75-16,-7 8-38 0,2-8 234 0,-9 11-140 16,2-2-66-16,1 1-32 0,-8 0 28 0,2 4-31 15,-3 2 9-15,-3 6-94 16,8-13 28-16,-4 2-1 0,11-10 28 0,-1-3-287 15,14-10 151-15,2-6 64 0,3 0-383 0,5-7 212 16,0-5 50-16,4-3 72 0</inkml:trace>
  <inkml:trace contextRef="#ctx0" brushRef="#br0" timeOffset="-213175.79">31654 5782 544 0,'4'-8'0'0,"1"6"0"0,0 2 0 0,0 0 0 0,2 2 0 0,-5 8 233 0,1 3-104 0,-1 1-48 0,1 0-24 16,-1 5 173-16,-2 2-99 15,0-1-41-15,0 4-81 0,0-2 24 0,0 0 0 16,0 2 0-16,0 1-126 0,-7-2 71 0,2-3 23 16,4-5 0-16,1-5-317 0,0-5 170 15,0-3 83-15,0-2-328 0,3 0 187 0,2-13 61 0</inkml:trace>
  <inkml:trace contextRef="#ctx0" brushRef="#br0" timeOffset="-213046.14">31746 5916 785 0,'6'-21'0'0,"1"4"0"0,-3 4 0 0,7 0 0 0,-1 3 0 0,-2 0 0 0,4 5 0 0,1 1 0 0,3 2 222 0,-2 1-99 0,2-1-45 0,0 2-22 16,1 0 36-16,-2 0-21 0,1 0-8 0,-5 5-201 16,4 1 86-16,-8 1 42 0,1-1 22 0,-2 2-122 15,-1-1 67-15,-5 1 38 0,0-3-353 0,0 1 135 16</inkml:trace>
  <inkml:trace contextRef="#ctx0" brushRef="#br0" timeOffset="-212771.87">31887 5634 401 0,'-6'-6'0'0,"1"4"0"15,3 1 0-15,-1 1 0 0,3 0 0 0,0 1 0 0,0 11 218 0,0 0-84 0,0 8-55 0,0 4 121 0,0 2-84 0,-2 2-41 16,-1 4-22-16,-2 0-37 0,-4 0 16 0,1 0 1 16,-5 2-41-16,-1-4 20 0,-2 0 0 0,2-8 29 15,-4 4-143-15,4-6 67 16,0-5 34-16,0-4-1 0,7-4-122 0,-1-3 43 15,3-4 43-15,0 0-7 0,5 0 38 0,0 0-31 16,0-4 24-16,5-1 221 0,10-3-104 0,7 3-46 16,5 1 137-16,5 0-74 0,-1 2-51 0,4 0 15 15,-1 2 187-15,1 0-119 0,0 0-60 16,-2 0-85-16,-3 2 26 0,-1 2 8 0,1 2-8 0,-3 1-396 16,-3 3 199-16,-1 3 98 0</inkml:trace>
  <inkml:trace contextRef="#ctx0" brushRef="#br0" timeOffset="-208481.8">32398 5364 316 0,'0'0'0'0,"0"0"0"0,0-3 0 0,0 2 0 0,0-1 0 0,0-1 0 0,0 2 9 0,0-1 0 0,-3-2 29 16,3 3 28-16,0-1-34 0,-2 0 0 0,2 0 42 15,-1 0-21-15,1 0 9 0,0 1-30 0,0-1 55 16,0-1-27-16,0 2 0 0,0 1-28 0,0 0 72 16,0 0-39-16,0-2-1 15,0 2-7-15,0 0 0 0,0 0-25 0,0 0 9 16,1 0 34-16,12 0-22 0,5 3 9 0,5 2 7 15,3-4 0-15,4 1-28 0,6 0-8 0,-1-2 34 16,10 0-1-16,-5 0-33 0,2 0 0 0,-5 0 10 16,0-4-10-16,-1 1-1 0,-4-1-29 0,-5 2 29 15,-2-2 1-15,-3 3 8 0,0-2-72 0,-7 1 32 16,-4 0-4-16,-2 1-13 16,-4-2 17-16,0 1-5 0,-3 2 3 0,-1 0-115 15,-1 0 51-15,0 0 36 0,0 0 1 0,0-1-208 16,0 1 94-16,-1 0 62 0,-9 0-337 0,1 0 192 15,2 0 88-15</inkml:trace>
  <inkml:trace contextRef="#ctx0" brushRef="#br0" timeOffset="-208227.37">32817 5166 906 0,'0'-4'0'0,"0"1"0"0,2 1 0 0,-1 0 0 0,4-1 0 0,0 1 0 0,2 0 100 0,3 2-33 0,3 0-1 15,0 0-25-15,8 2 219 0,1 7-113 0,-3 0-58 16,3 4 56-16,-1 3-56 0,-7-4-20 0,3 7-9 16,-2-2 12-16,-3 2-40 0,-4 1 1 0,-4 3-22 15,-3-2 9-15,-1 3 13 0,-1-3-1 0,-14-1-24 16,-2 0-1-16,-4-4 26 16,-3 2 7-16,-4-5-48 0,-1 0 17 0,2-2-1 15,-3-2-109-15,3-2 60 0,0 1 22 0,-3 0-4 16,8-4-321-16,2 1 168 0,3 1 65 0,3-1-375 15,3 1 219-15,6 2 121 0</inkml:trace>
  <inkml:trace contextRef="#ctx0" brushRef="#br0" timeOffset="-207732.78">32432 5767 903 0,'-2'0'0'0,"-3"0"0"0,5 0 0 0,0 0 0 0,-1 0 0 0,1 0 0 0,0-2 0 0,0 2 0 0,0 0 0 0,0 0 137 0,0 0-52 16,0 0-26-16,0 0 78 0,0 2-52 0,1 3-18 15,6 3-8-15,2 0 21 0,0 1-23 0,3 1 0 16,-1-1 41-16,8 0-24 0,-6 1-8 16,7-3-34-16,-3 3 7 0,3-5-6 15,0 1 0-15,1-4-3 0,-2 0 2 0,0-2 1 16,3 0 0-16,-2 0-40 0,-2-2 1 0,0-8 47 15,1-1-9-15,-6-2-87 0,1-2 41 0,-3-2 9 16,0 0-51-16,-5 0 30 0,-1-1 18 0,-3 0-2 16,-2 2-113-16,0-1 50 0,0 0 35 15,-8 4-74-15,-3 0 50 0,-5 1 10 0,0 3 0 0,-3 2 68 16,-3 3-41-16,-2 3-19 16,-3-2 17-16,1 3 30 0,-1 0 0 0,2 8-29 15,0 5 148-15,4-2-64 0,-7 8-34 0,8-3-2 16,0 5 153-16,4 2-69 0,-3 3-47 0,6 0 132 15,-1 3-85-15,3 1-26 0,0 1-24 0,6 1 59 16,0-2-42-16,4-3-11 0,1 5 16 16,0-6-22-16,0-5-1 0,1 1-22 15,7-1-11-15,5-5 19 0,3 0-8 0,1-6 0 16,5-2-39-16,4-1-1 0,-2-6 40 0,4-1-112 16,1 0 52-16,6-1 19 0,-2-11 0 0,-1 1-335 15,1-4 171-15,-4 5 58 0,-1-3 53 0,-1 2-440 16,-8 3 235-16,-1-1 116 0,-4-1-369 0,-6 5 235 15,-6-7 130-15</inkml:trace>
  <inkml:trace contextRef="#ctx0" brushRef="#br0" timeOffset="-207367.75">32763 5985 887 0,'0'0'0'0,"2"0"0"0,6 0 0 0,6 0 0 0,-3-4 0 0,2-4 0 0,6 1 168 0,0 0-68 15,0-2-25-15,8 5 330 0,-3-2-187 0,-2 2-92 16,-3 3-47-16,2-2 35 0,-1 2-32 0,-4 1-9 15,-4 0-40-15,3 0-193 0,-7 0 96 0,3 0 49 16,-4 4-340-16,1-1 190 0,-5 1 99 0,0 0 50 16,-1 0-447-16,-2-4 179 0,0 5 117 0,0-3-31 15,0 0 83-15,-8-1 41 0,-4 2 20 0,3-3-44 16,0 0 98-16,-6 2 0 16,3-1 0-16,0 1-37 0,0 0 37 0,4-1 0 15,-2 1 227-15,2 2-132 0,-1-2-64 0,4 3-32 16,0 0 427-16,-1 1-205 0,3 1-47 0,-5 2 42 15,5 2-91-15,-2 5-46 0,2-1-24 0,-4 3 190 16,4 3-98-16,0-3-62 0,-3 6 52 0,4-4-52 16,2 3-27-16,0-3 1 0,0-1-18 0,0 0-8 15,0-2-1-15,8-2 1 0,0-2-57 0,5-2 28 16,1-3 9-16,5-3-29 16,0-5 25-16,5 0-1 0,-3 0 25 0,4-2-271 15,-6-7 100-15,3-2 72 0,-4-3-181 0,-3 2-76 16,0 1 138-16,-3-1 76 0</inkml:trace>
  <inkml:trace contextRef="#ctx0" brushRef="#br0" timeOffset="-203438.44">15239 6928 339 0,'0'4'0'0,"0"-1"0"0,0 5 0 0,0-3 0 0,0 1 0 16,0-3 78-16,0 0-7 0,0-2-38 0,0 1 34 0,0 0-35 16,0 0 1-16,0-2 48 0,0 0-8 0,0 0-40 15,2 0 0-15,-2 0 32 16,1 0 0-16,-1 0-24 0,0 0-8 0,0 0 39 16,0 0 1-16,0 0-41 0,0 0 64 0,0 0-24 15,2 0-7-15,0-2-33 0,0-6 33 0,-2-2-1 16,2-2-31-16,0 4 59 0,-2-6-34 0,1 4 1 15,-1-1-27-15,0 0 37 0,0 2 0 0,0-3-28 16,0 3-8-16,0-1 23 0,0 1 0 0,0 0-23 16,0-3-1-16,0 4 9 15,0-5-8-15,-1 2-25 0,1-4 25 0,0 2 0 16,0-2 0-16,0 0-18 0,0-2-9 0,0 2 27 16,0-2 0-16,0 1-28 0,0 0 25 0,0-1-3 15,0 1 2-15,0-1-6 0,0-2 4 0,0 0-6 16,0 1-34-16,0-3 43 0,0-1-6 0,0 3-29 15,0-3-1-15,1 0 29 0,1 0-1 0,0-1-24 16,3 0 23-16,-4 1-5 0,3 1 4 16,0 0-44-16,-3 3 0 0,3-1 34 0,2 0 3 0,-3 2-38 15,4-2 36-15,-4 1-8 16,3-1 14-16,-1 1-8 0,2-3-4 0,1 2 3 16,0 0 23-16,-1 0-23 0,2-2 0 0,0 4-10 15,0-3 12-15,0-1-1 0,0 2 4 0,1-1-26 16,3-2 0-16,-1 2 23 0,-1 0-3 0,1 2-39 15,2-2 36-15,0 2 1 0,0-1-25 0,-1 0 23 16,2 2-4-16,-4 1 14 0,2-3-1 0,1 3-11 16,-1 0 0-16,0-1 20 0,0 0-18 15,1 0-1-15,0-2 2 0,1 1 11 16,-2 0-8-16,4-3-3 0,0 3 4 0,1-2-18 16,0 1 17-16,1-2-2 0,-5 2-28 0,7-3-1 15,-1 2 26-15,-2-1-24 0,1 2-3 0,-1-2 25 16,-2 2-5-16,2-1 1 0,1-2-2 0,-2 4 3 15,2 0-8-15,-2-1 24 0,-1 1-21 0,5 0 3 16,0-1-2-16,-3 1 27 0,5-1 3 0,0 0-26 16,2 2 16-16,-2-2-14 15,4 0 4-15,-3 2-3 0,3 0 3 0,-1 2-2 16,1-2 2-16,0 0-8 0,1 3 6 0,0-6 1 16,1 6-1-16,-1-4-3 0,0 2 2 15,2-3 1-15,-3 4-4 0,1-1 11 0,0-2-9 0,-1 3 2 16,-2 1-1-16,2 0 16 0,-1 0-14 0,-1 0-1 15,-1 0 36-15,1 2-35 0,-5 0 3 0,6-2 17 16,-1 0-16-16,0 1-2 0,-2-2 3 0,4 2 40 16,-3 2-37-16,6-2-3 0,-3 0 3 15,-1 1-5-15,-3 0 6 0,4 1-3 16,-4 2-18-16,3 0 19 0,-1-3 0 0,-1 5 4 16,2-1-5-16,-2 1 1 0,-1-1 1 0,5 1-21 15,-1 1 18-15,-4 3 1 0,2-3-2 0,-4 2-8 16,2 3 9-16,-3-3-1 0,1 1-1 0,-2 1 0 15,-1 2 1-15,0 0 0 0,-2 0-18 0,1 0 18 16,0 0-2-16,-2 0 1 0,0 0 34 16,0 0-34-16,-4 0 1 0,5 0 26 15,-5 0 2-15,-2 0-26 0,1 0 2 0,-1 0 20 16,-2 0-20-16,0 0 0 0,0 0 5 0,-4 0-18 16,1 0 17-16,0 0 4 0,-2 0-18 0,-1 0 14 15,1 0-2-15,-2 0-20 0,0 0 19 0,0 0-1 16,0 0 0-16,0 0 57 0,0 0-28 0,0 0 0 15,0 0-26-15,0 0 40 0,0 0-5 0,0 0-26 16,0 0-3-16,0 0-137 0,0 0 67 0,0 0 38 16,0 0-239-16,0 0 120 15,0 0 66-15,0 0-858 0</inkml:trace>
  <inkml:trace contextRef="#ctx0" brushRef="#br0" timeOffset="-201316.84">15591 5240 489 0,'-1'0'0'0,"-1"0"0"0,0 0 0 0,0 0 0 0,0-3 0 0,1 1 0 0,-3 2 0 0,4-1 0 0,-2 1 130 0,0 0-48 0,2 0-25 0,0 0 97 16,-2 0-52-16,2-2-39 0,0 2 44 15,0 0-37-15,0 0 0 0,0 0-37 0,0 0 40 16,0 0-40-16,0 0 0 0,0 0-1 0,0 0 26 16,0 0 0-16,0-2-17 15,0 2 24-15,0-2-32 0,2 2 0 0,0 0 0 16,2-1 8-16,-1 1 0 0,3 0-9 0,-1 0 22 16,2 0-21-16,0 0 0 0,0-3-1 0,2 3 46 15,0-1-45-15,1 1-1 0,0-2 1 0,0 1 9 16,2-2-9-16,-3 1 8 0,5-1-8 0,-1 0-12 15,2 0 12-15,0-1 0 16,1-1-33-16,0 0 41 0,3-1-8 0,-1 1-52 0,1-1 22 16,1 1 1-16,-2-1 18 0,1 1-37 15,-1-1 13-15,1 3 0 0,2-1 13 0,-3 0-32 16,0 0 28-16,0 2 13 0,-1-2-48 0,1 3 1 16,-2-2 29-16,0 2 6 0,-2-3-46 0,-3 2 22 15,3 1-10-15,-5-2 3 0,0 2-4 0,-1-2 26 16,-2 1-7-16,-1 1 15 0,-1-2-14 0,-1 3 3 15,1-2-4-15,1 1 57 16,-4 0-25-16,1-2-1 0,0 3-24 0,0-2 38 0,0 1 6 16,0 1-42-16,-2-2 54 0,0 2-22 15,1 0 13-15,-1 0-58 0,0 0 31 0,0 0-4 16,0 0 8-16,0 0-14 0,0 0 9 0,0 0-2 16,0 0 2-16,0 0 11 0,0 0-15 0,0 0 1 15,0 0 0-15,0 0 0 0,0 0-5 0,0 0 4 16,0 0 17-16,0 0-11 0,0 0-5 15,0 0-11-15,2 0 12 0,0 3 0 0,0 6 8 0,0 5 74 16,-2 3-39-16,0 5 3 16,0 3-40-16,0 3 39 0,-6 2 7 0,-1 2-33 15,0 0-7-15,-3-2-15 0,2-2 17 0,3 0 14 16,1-7-49-16,-1 1-4 0,2-3 39 0,-1-1-51 16,2-7 23-16,2 0-6 0,-1-4 35 0,1-1-63 15,0-3 25-15,0-1-11 0,0-2 33 0,0 0-33 16,0 0 2-16,0 0 19 0,0 0 27 0,0 0-2 15,0 0-20-15,0 0-2 0,0 0-27 0,0 0-4 16,0 0 31-16,0 0-353 16,0 0 168-16,0 0 73 0,0 0 41 0,10 3-866 0</inkml:trace>
  <inkml:trace contextRef="#ctx0" brushRef="#br0" timeOffset="-198144.29">15890 5270 165 0,'0'1'0'0,"0"1"0"0,-1 0 0 0,1 0 0 0,-2-2 0 0,0 2-12 0,2-2 31 0,-2 0 1 16,2 0 4-16,-2 0-35 0,2 0 28 0,-2 0 0 16,2 2 0-16,-1-1-28 0,-2 1 4 0,1 0 20 15,0 1-8-15,0 0 7 0,-1-2 0 0,1 2 33 16,0-1 4-16,0 2-35 0,0-4-3 0,1 1 44 16,1-1 1-16,-2 2-39 0,2-2 9 0,0 0 34 15,0 0-32-15,0 0-7 0,0 0 14 0,0 0 25 16,0 0-18-16,0 2-14 0,-2 0 7 0,0-1-5 15,-1 4 4-15,1-2-41 16,-1-1 44-16,1 2-8 0,0-3-1 0,-1 2 23 16,1-1-23-16,0-1 1 0,2-1 4 0,-2 0 13 15,2 0-19-15,0 0 2 0,0 0-2 0,0 0 39 16,0 0 10-16,0 0-45 0,0 0 24 0,0 0 0 16,0 0-23-16,0 0 20 0,0 0-11 0,0 0-9 15,0 0 1-15,0 0-24 0,0 0 0 0,0 0 24 16,0 0 8-16,0 0-43 0,0 0 1 0,0 0 34 15,0 0-9-15,0 0-20 16,0 0-4-16,0 0 27 0,0 0-44 0,0 0-1 16,0 0 28-16,0 0-14 0,0-1-4 0,0-4 16 15,2 3 5-15,0-3-11 0,0 2 7 0,1-3 4 16,1 2-2-16,1-2-39 0,0 0 38 0,-1 3-1 16,1-3-19-16,1-1 19 0,-1 0-1 0,1 1-3 15,2-4-9-15,-1 1 8 0,0 1 2 0,2 1 13 16,0-3-13-16,0-1-2 0,0 2 2 0,-1 0 24 15,1-1-24-15,-2 1 3 16,4-3-3-16,-4 2 2 0,4-2-1 0,-1-1 3 16,-1-1-18-16,2 1 20 0,2-1-4 0,-2-3-37 15,4-1 36-15,-1 0-3 0,0 0 2 0,-2-2-32 16,4 0-2-16,-4 2 27 0,3-5 4 0,-1 8-25 16,-2-9 1-16,1 8 14 0,1-6 5 0,-3 2 3 15,2 2-4-15,0-5-3 0,1 3 1 0,-1-1 25 16,1-1 1-16,2 1-23 15,-2-2 17-15,4 0-15 0,1 1-1 0,-1 0 19 16,1-1-17-16,-1 2 5 0,3 1-4 0,-3 1-7 16,0 0 8-16,-3 4 3 0,2-2-3 0,0 4-17 15,-1-2 16-15,0 0 0 0,-3 2 0 0,0 0-12 16,0 2 11-16,-2-1-2 0,1 3 0 0,-3-2 0 16,0 1 1-16,-1 3 10 0,1-1-10 0,-3 2 1 15,1-1-1-15,0 2 25 0,-2-1 1 0,-1 2-22 16,1 2-2-16,-3 0 32 0,0-1 0 0,0 2-25 15,-1-1 27-15,-1 2 6 0,0 0-33 0,0 0 7 16,0 0 10-16,0 0-10 16,0 0-3-16,0 0-23 0,0 0 24 0,0 0 3 15,0 0-2-15,0 0-127 0,0 0 60 0,0 0 27 16,0 0-1-16,0 0-295 0,0 0 152 0,0 0 58 16,0 0 39-16,0 0-392 0,0 3 215 0</inkml:trace>
  <inkml:trace contextRef="#ctx0" brushRef="#br0" timeOffset="-197444.64">16343 4367 445 0,'-8'0'0'0,"3"0"0"0,-1 0 0 0,1 0 0 0,-1 0 0 0,-2 0 0 0,1 0 168 0,1 0-68 16,1 0-26-16,1 0 116 0,2 0-79 0,1 0-40 15,-1 0 1-15,2 0 22 0,0 0-22 0,0 0-9 16,0 0-30-16,0 0 43 0,0 0-22 0,5 0 0 15,6 0-13-15,5-3 48 16,-2 1-28-16,4-1-1 0,0-1 28 0,3-2-28 16,0 0 8-16,-1 1 7 0,4-2-21 0,-1-1-1 15,-1-2-20-15,4 3-18 0,-5-1 26 0,6-1-8 16,-4 2-1-16,-3 2-20 0,2-3-1 0,-1 0 22 16,-1 0 8-16,0 1-71 0,-1-1 31 0,-3 1 0 15,1 1-57-15,-4-1 45 0,3 0 1 0,-4-1-22 16,-1 0 16-16,1 0 0 0,-3 2 9 0,0-1 44 15,0 0-7-15,-4 2-25 16,1 0-3-16,-1 1 38 0,-3 1 1 0,0 1-32 16,-1 0 7-16,1 1 67 0,-2 1-27 0,0 0-1 15,0 0 6-15,0 0 5 0,0 0-28 0,0 0-4 16,0 0 0-16,0 0-5 0,0 0 9 0,0 0-33 16,0 0 27-16,0 0-2 0,0 0 1 0,0 0-39 15,0 0 32-15,0 0 12 0,0 0-82 0,0 8 34 16,0 1 13-16,0 3-1 15,0 1 60-15,0 5-42 0,-5-1-1 0,-1 1-15 16,1 3 13-16,-1-2 1 0,-2 1-3 0,3-1-28 16,-1 0-5-16,3-2 34 0,-1-3-1 0,0 1-34 15,3-5 0-15,-4-1 34 0,5 2-2 0,-2-7-40 16,2-1 31-16,0-1 5 0,0-1-25 0,0-1-7 16,0 0 26-16,0 0 43 0,0 0-21 0,0 0-1 15,0 0-20-15,0 0 46 0,0 0-1 16,0 0-34-16,0 0-5 0,0 0-29 15,0 0 31-15,0 0 10 0,0 0-8 0,0 0-78 16,0 0 37-16,-2 0 1 0,2 0-358 0,0 0 167 16,0 0 102-16,0 0-554 0,0 6 319 0</inkml:trace>
  <inkml:trace contextRef="#ctx0" brushRef="#br0" timeOffset="-190882.37">15147 5855 452 0,'0'-3'0'0,"0"1"0"0,0-2 0 0,0 2 0 0,-2 0 0 0,2 0 0 0,0 1 0 0,-2-2 111 15,2 2-40-15,0 1 1 0,0 0-39 0,0 0 65 16,0 0-24-16,0 0-8 0,0 0-33 0,0 0 20 16,0 0 1-16,0 0-21 0,0 0 37 0,0 0-37 15,0 0 0-15,0 0 5 0,0 0-5 0,0 0 0 16,0 0 8-16,0 4 22 0,0 1 1 16,0 3-32-16,2 1 1 0,0 4 39 15,0 1-31-15,-1 0-9 0,1 1 1 0,-2 4 27 16,2 0-28-16,-2 2 9 0,2 0 13 0,-2 0-21 15,0 2-1-15,0 2 17 0,0-3-16 0,0-1 8 16,0-1-8-16,2 1-37 0,-1-4 37 0,1 0 0 16,0-1-1-16,0-4-40 0,0 1 16 0,1-3-9 15,0 0 31-15,-1-3-58 0,0 0 25 0,0-3-4 16,-2 0 9-16,0 2 11 0,0-5 4 16,0 3 21-16,0 0-1 0,0-2-20 0,0 2-2 15,0-1 18-15,0-1-17 0,0 1 3 16,0 0-2-16,0-2 29 0,0 1-20 0,0-2-5 15,0 0 0-15,0 2-40 0,0-2 0 0,0 0 46 16,0 0-70-16,0 0 29 0,0 0-1 0,0 0 27 16,1 0-1-16,3 0-5 0,2 0-7 0,5 0 45 15,0-9-6-15,7-6-31 0,0-4 0 0,1-3 39 16,3-3 3-16,8-7-37 0,-2-1 13 0,4-3-153 16,2-6 70-16,6-1 36 15,5-9-484-15,-2 5 242 0,0-2 105 0</inkml:trace>
  <inkml:trace contextRef="#ctx0" brushRef="#br0" timeOffset="-189273.87">15255 6134 328 0,'2'0'0'0,"0"-3"0"0,2 1-164 0,0 1 82 0,-2-1 41 0,0-2 41 0,-1 3 0 0,1-2 0 0,0 1-5 16,-2 2 41-16,0-1-30 0,0 1 0 0,0 0 70 15,0 0-27-15,0 0-3 0,0-2-31 0,0 2 38 16,0 0-1-16,0 0-32 16,0 0 6-16,0 0 37 0,0 0-39 0,0 0 13 15,0 0-8-15,0-3-2 0,0 3 13 0,0 0-21 16,0 0 9-16,0 0 0 0,0 0-1 0,0 0-2 15,0 0 8-15,0 0-6 0,0 0 0 0,0 0-10 16,0 0 9-16,0 0 1 0,0 0-9 0,0 0 7 16,0 0 0-16,0 0 1 0,0 0-7 0,0 0 6 15,0 0 5-15,0 0-10 0,0 0 5 0,0 0-1 16,0 0-1-16,0 0-1 16,0 0 8-16,0 0-6 0,0 0-1 0,0 0 27 15,0 0-25-15,-2 0 0 0,0 5 6 0,1-4 43 16,-1 4-21-16,0-4 0 0,2 0 19 0,-2 2-40 15,0-1 11-15,1-1-33 0,-2 4 1 0,1-4 21 16,0 6 1-16,0-4-27 0,-1 2 8 0,-1 1 18 16,0 1-3-16,-1 2-17 0,0 1 11 0,-2 1 6 15,0-1-10-15,0 5 11 0,-1-2-12 0,-2 2 7 16,3-2-15-16,-2 2 14 0,2 0 4 16,-4 2 6-16,4-2-9 0,-2 2-1 15,-1 2 2-15,-1 3-8 0,0-3 13 0,-4 7-6 16,2-1 0-16,-3 3-36 0,2 1 34 0,-2 0 0 15,0 3 4-15,0 0-14 0,0 2 8 0,1 0 1 16,0-2-8-16,1 2 10 0,2-3-3 0,1 0-5 16,-1-2 30-16,1 0-25 0,-1-3-3 0,5-4-6 15,-4 5 8-15,1-3 2 0,1-1-1 0,0 1-38 16,-1-2 37-16,0-1 6 16,1 2-6-16,2-3-25 0,-1 1-1 0,0-3-21 15,1-2 20-15,4-5-3 0,-3 0 22 0,2-3-33 16,3-1-1-16,-4-1 21 0,5-3 7 0,-2 1-41 15,0-4 37-15,2 3-5 0,0-3 4 0,0 0-8 16,0 0 7-16,0 0-3 0,0 0-31 0,0 0 32 16,0 0 0-16,0 0 0 0,-1 0-48 0,1 0 20 15,0 0 1-15,-2-3-262 0,2-1 135 0,0 0 56 16,0-4 37-16,0 2-347 16,0-1 192-16,0-1 93 0,5-2 46 0,-1 3-301 0</inkml:trace>
  <inkml:trace contextRef="#ctx0" brushRef="#br0" timeOffset="-188922.81">14763 6768 240 0,'0'0'0'0,"0"0"0"0,0 0 0 0,0-2 0 0,0 0 0 0,0 2 326 0,0 0-146 0,0 0-65 15,0 0 61-15,0 0-72 0,0 0-36 0,0 0 1 16,0 4-2-16,0 10-26 0,0 0-9 0,0 3 22 16,0 4-1-16,0 1-20 0,0 5 0 0,0-4 39 15,0 5-8-15,0-1-31 0,0 2 0 0,0-1 39 16,-4-4 9-16,1 8-48 16,-1-5 0-16,0-3 34 0,3-3 0 0,-3-1-35 15,4-1 50-15,-2-4-9 0,2-6-40 0,0 0 21 16,0-1 0-16,0-4-21 0,0-2 8 0,0 0 27 15,0-2-35-15,2 0 0 0,3 0-1 0,6-2 57 16,3-13-20-16,4-9-8 0,5-8-28 0,4-5 10 16,3-9-10-16,5-8-1 0,-1 5 9 0,10-13-8 15,0 8 0-15,1 1-667 0,2 6 297 0</inkml:trace>
  <inkml:trace contextRef="#ctx0" brushRef="#br0" timeOffset="-184390.89">26299 6572 609 0,'0'-1'0'0,"0"-3"0"0,0 0 0 0,-2 1 0 0,1-1 0 0,-3 0 0 0,-1-2 0 0,2 3 0 0,1 1 0 0,-2-1 71 0,2 0 0 0,2 2-39 0,-1-1 83 16,1 2-45-16,0 0 0 0,0 0-10 0,0 0 1 15,0 0-28-15,0 0 8 0,0 0 21 0,0 0 0 16,0 0-29-16,0 0 0 0,0 0 48 0,0 0-16 15,0 0-8-15,1 0-24 0,1 0 46 16,0 0-24-16,0 0 1 0,0 0 23 0,0 0-46 0,-1 2 0 16,2-1 0-16,-1 2 8 0,2-2-9 15,-3 1 9-15,1 0-5 0,-1-2-3 16,2 2 0-16,-1-2 0 0,1 0-5 0,-1 0 13 16,1 1-8-16,2-1 37 0,-1 0-1 0,0 0-36 15,-1 0 0-15,1 0 45 0,1 0-7 0,3 0-38 16,-2 0 26-16,1 0 1 0,1 0-27 0,0 0 8 15,1 0-3-15,0 0-5 0,2 0 0 0,1 3 0 16,-4-3-29-16,4 0 37 0,2 0-9 16,-5 1-31-16,6 1 31 0,-2-2 1 15,0 2 0-15,-2 0-22 0,2-1-7 0,1 2 17 16,-1-1 10-16,0-1-8 0,1 1 3 0,2 0 1 16,-2-1-6-16,6-1 3 0,-2 0 0 0,1 0 1 15,3 0-3-15,-2 0 9 0,2 0-6 0,-2 0-22 16,1 0 22-16,0 0-1 0,-1-1 1 0,1-1-17 15,-3 0 16-15,-1 1-3 0,-1-1-28 0,-1 2 27 16,-1 0 1-16,-2 0 1 0,4 0 5 0,-3 0-9 16,-1 0 2-16,4 0-2 15,-2 2 13-15,-1 1-8 0,3 0-3 0,0 0-25 16,1 0 1-16,-4 0 179 0,0-2-175 0,3 1 0 16,-3-2-172-16,1 3 344 0,-2-2-356 0,2-1 194 15,-5 2 164-15,2 0-174 0,-2 0 0 0,-1-1 0 16,0 1 0-16,-3-2 0 0,1 3 0 0,-3-2 0 15,2-1 0-15,-3 2 0 0,0-2 0 0,-2 0 0 16,0 0 0-16,0 0 0 0,0 0 0 0,0 0 0 16,0 0 0-16,0 0 0 15,0 0 0-15,0 0 0 0,0 0 0 0,0 0 0 16,0 0 0-16,0 0 0 0,0 0 0 0,0-2 0 16,-4-2 0-16,-1-1-304 0,2 0 138 0,-1 0 76 15</inkml:trace>
  <inkml:trace contextRef="#ctx0" brushRef="#br0" timeOffset="-116574.72">15786 11168 329 0,'0'0'0'0,"0"0"0"0,0 0 0 0,0 0 0 0,0 0 0 0,0 0 33 0,0 0-1 0,-3 0 9 0,3 0 17 16,0 0 0-16,0 0-26 15,0 0 1-15,0 0-39 0,0 0 47 0,0 0-8 16,0 0-1-16,0 0-47 0,0 0 23 0,0 0 1 16,0 0 4-16,0 0 16 0,0 0 0 0,0 0-22 15,0 0 18-15,0 0-3 0,0-3-7 0,0-7 29 16,0 2-3-16,0 1-19 0,0-3 0 0,0 3-14 16,3-2 24-16,-3-1-9 0,1 2 10 0,-1-2-45 15,2 0 36-15,-2 2 6 16,2-3-34-16,-2 0-1 0,2 0 22 0,-2 0-15 15,2-3-13-15,0 1 33 0,-1-2-12 0,1 2 19 16,0-2-18-16,0 0 4 0,0-1-1 0,-1 4-7 16,1-5 6-16,-2 3 0 0,2 2-1 0,0-3 4 15,-2 4-3-15,3-1 4 0,-3 1 0 0,2-3-3 16,-1 3 0-16,-1 0-23 0,2 0 0 0,0-1 25 16,0-1-4-16,1-2-30 0,1 1 26 15,0-3 3-15,-1-1-4 0,1 0-37 16,2-1 34-16,-2 1 3 0,1-2-8 0,-1 2 7 15,2-1-5-15,-3 0 4 0,4 2-4 0,-4 0 2 16,3 0-1-16,-1 1 21 0,1-1-19 0,-1-1 2 16,3 2 0-16,0-1-1 0,-1 0 2 0,0-2-2 15,5 2 3-15,-5 0-2 0,2-1 0 0,0 2 0 16,0-1-1-16,-2 1 11 0,2-3-10 0,-1 4 1 16,1-2 18-16,-1 0-18 0,-1 2 1 15,3-1-2-15,-3 0 11 0,2 1-8 16,2-2 0-16,-1 2-18 0,0 0 17 0,1 0 0 15,0 0 1-15,2 0-19 0,1 0 18 0,-1 0-1 16,0 0-1-16,0 0-35 0,1 2 32 0,-2 0 3 16,-1-1-41-16,3 1 38 0,-1 2-5 0,0-2-16 15,0 0 17-15,3 0 1 0,-2 0-4 0,5-2 6 16,-6 2-4-16,5-4 0 0,0-1 0 0,-3 4 6 16,5-7-6-16,-1 4 0 15,-1 0 20-15,0 0-19 0,-1 1 1 0,-2 2-1 16,2-2 7-16,-2 1-6 0,2 3 3 0,-2-1 3 15,0 2-5-15,0-1 1 0,0-1 0 0,2 2 6 16,0 0-6-16,-1-2-1 0,5-2 1 0,-3 3 9 16,3-5-9-16,2 0 0 0,-2 2 0 0,-1-2 10 15,1 2-8-15,4-3-1 0,-2 3 20 0,-2-2-19 16,2 2 1-16,0 2 18 0,-3 2-16 0,1-3-1 16,0 3 0-16,-1 1-14 0,1 2 15 0,-2-2-2 15,1 1 3-15,-1 3 4 0,2-4-6 16,-1 1 0-16,4-1 0 0,-1 0 2 15,0 2-1-15,3-3-2 0,-2 0 6 0,3-1-5 16,-1 1 0-16,-1-1 3 0,-4 2-1 0,8 0-1 0,-6-1-1 16,-2 3-22-16,1-2 22 0,-2 3 0 15,3 1 2-15,-2-1-31 0,-1 1 28 0,5 1-3 16,-4 0 2-16,-1-2-20 0,3 4 20 0,3-4-5 0,-3 2-2 16,1-2 3-16,-4 1 1 15,5 1-4-15,-2-3 4 0,3 2-2 0,-6 1 2 16,1-1 25-16,2 1-25 0,-3 0 0 0,1-2 1 15,-2 4 18-15,1-1-17 0,-2 2 1 0,0 0-2 16,-1 0 6-16,0 1-4 0,-2-1 1 0,2 2-5 16,-2 0 5-16,-2 0 0 0,2 0 8 15,-2 0-8-15,1 0-1 0,-2 0 1 16,-2 0 35-16,1 0-35 0,-2 0 1 0,-1 0 1 0,0-3 40 0,-3 3-40 16,-3-2 4-16,2 2-3 15,-2 0 27-15,-2 0 4 0,0 0-24 0,0 0 27 16,0-1-24-16,0 1-4 0,0 0 7 0,0 0 44 15,0 0-22-15,0 0 0 0,0-2-66 16,0-1 21-16,0-3 4 0,0 2 24 0,0 2-430 16,0 0 201-16,-4 0 88 0</inkml:trace>
  <inkml:trace contextRef="#ctx0" brushRef="#br0" timeOffset="-114532.63">16310 9854 278 0,'0'0'0'0,"-5"0"0"0,3 0 0 0,-1 0 0 0,1 0 0 0,0 0 0 0,-2 0-1 0,2 0 32 16,1 0 0-16,-1 0-10 0,2-2 8 0,-2 2 1 15,2 0-1-15,0-2-40 0,0 2 44 0,0 0-6 16,0 0-28-16,0 0 1 0,0 0 24 0,0 0 0 16,0 0 5-16,0 0-6 0,-2 0-7 0,0 0 36 15,2 0 1-15,-1 0-30 16,-1 0 5-16,-1 0 31 0,3 2-33 0,-4 0-1 15,4 0 5-15,-3 2-16 0,1-3 24 0,0 1-10 16,-2 0-11-16,3 0 12 0,-3-1 2 0,2 2 5 16,0-2 0-16,2-1-8 0,-2 2-2 0,2-2 31 15,0 0-1-15,0 0-27 0,0 0 4 0,0 0 22 16,0 0 1-16,0 0-24 0,0 0 5 0,0 0-5 16,0 0 8-16,0 0-7 15,0 0 8-15,0 0-8 0,0 0-1 0,0 0-26 16,0 0 35-16,0 0-8 0,0 0-1 0,0 0 13 15,0 0-13-15,0 0 1 0,0 0 8 0,0 0-9 16,0 0-1-16,0 0 2 0,0-2-3 0,0 1-32 16,0-2 6-16,0 2 27 0,0-1-42 0,0 2 1 15,0 0 33-15,0-2-38 0,0 2 2 0,0 0 34 16,0 0-9-16,0 0-18 0,0 0-6 0,0-2 27 16,0 1-7-16,0-2 9 15,2 0-9-15,0 1 3 0,0-2-4 0,0 2 4 16,0-1 3-16,-1 0-3 0,1 2-3 0,0-3 8 15,0 2-4-15,1-2 11 0,-1 3-7 0,2-5-4 16,2 0 0-16,0 1-36 0,-1-1 36 0,3-2-1 16,-3 0 4-16,3 1-27 0,1-2 22 0,-1-1 0 15,-1 2-4-15,1-1-12 0,-1 0 15 0,3 0-4 16,0-2-7-16,-1 0 7 0,0-1 1 16,3-1-18-16,-1 0 18 0,-2 0-3 0,3 0 2 15,0-3-16-15,-1-3 15 0,3 2 1 16,2-3-1-16,0-3-17 0,2 4 16 0,1-6-1 15,0 0 0-15,-1-1-31 0,3-1 30 0,0 1-1 16,-2-2-32-16,2 1 30 0,-2 1 1 0,1 2-16 16,-1-2 14-16,1 1-2 0,-1 1 2 0,2 1 4 15,-3-1-5-15,0 3-4 0,1-3 4 0,-1 0 17 16,-1 1-17-16,0-1 0 0,0 1 0 16,-1 0-13-16,0-1 14 0,-2 1 2 15,4-1-15-15,-4 2 13 0,1-1 0 0,-2 1 1 16,3-1-2-16,-2 0-1 0,2 1 2 0,-2 1 15 15,2-2-16-15,-2 3-2 0,4-5 2 0,-4 3 19 16,4 0-18-16,-2 1 1 0,0 0-2 0,-2 4 17 16,0-2-15-16,-1 5 4 0,-3-2 15 15,2 4-17-15,-4 0 0 0,1 2 31 0,-1 1-30 0,-1 0 1 16,0 1 0-16,-1 1 36 0,-1 1 1 0,4 1-30 16,-4-1-4-16,-1-1 30 15,1 4-27-15,-1-2 5 0,-1 1-4 0,2 2 30 16,-3-2-28-16,0 3 5 0,0-1-9 0,-1 0 7 15,1 0-1-15,-2 2-22 0,0-2 21 0,0 2-1 16,0 0 1-16,0 0-30 0,0 0 28 0,0 0 2 16,0 0-2-16,0 0-144 0,0 0 68 0,0 0 29 15,0 0-1-15,0-2-336 0,0 2 177 0,0 0 66 16,-3 0-401-16,-5 0 250 0,0 4 125 16</inkml:trace>
  <inkml:trace contextRef="#ctx0" brushRef="#br0" timeOffset="-113799.41">16899 8543 340 0,'-2'0'0'0,"-1"3"0"0,0-1 0 0,1-2 0 0,0 3 0 0,1-3 0 0,1 0 167 0,-2 0-60 16,2 0 48-16,0 0 4 0,0 0-63 15,0 0-32-15,0 0 28 0,0 0-22 0,0 0-8 16,3 0-29-16,9 0 60 0,-1-3-29 0,3-2-1 15,-1 0-22-15,3-6 26 0,1 6 1 0,0-4-36 16,1 0 63-16,0 1-31 0,0 0 7 0,1-1 0 16,0 0-38-16,-1 1 0 0,5-1-1 0,-5-1-15 15,5 1 16-15,-4 1 0 0,6-3-1 0,-5 0-54 16,3 0 27-16,-2 1 8 0,2-3 20 16,0 1-42-16,0 1 1 0,-4 4 38 0,-1-4-86 15,2 2 31-15,-4 1 18 0,-1-2-23 16,-2 4 1-16,-1 0 25 0,-3 1 10 0,-2 0 33 15,-1 2-1-15,-3 0-34 0,2 1 1 0,-1 1 54 16,-2-1-25-16,-1 0 9 0,1 2-31 0,-2 0 54 16,0-2-23-16,0 2 9 0,0 0-3 0,0 0-11 15,0 0-14-15,0 0-9 0,0 0 11 0,0 0 6 16,0 0-4-16,0 0-21 0,0 0-5 16,0 0 23-16,0 0 1 0,0 0-44 15,0 0 1-15,0 0 38 0,0 0-1 0,0 0-35 16,0 0-1-16,0 0 24 0,0 0-17 0,0 0 18 15,2 2 3-15,-2 5-8 0,0 1 87 0,0 3-40 16,0 0 0-16,0 3 1 0,-4 0-4 0,-5 5-22 16,-3 2-7-16,0 2-116 0,-6 4 58 0,2 2 36 15,-5 10-5-15,2-2-574 0,1 8 283 16,-2 4 122-16</inkml:trace>
  <inkml:trace contextRef="#ctx0" brushRef="#br0" timeOffset="-105884.18">18876 8669 879 0,'0'0'0'0,"0"0"0"0,0 0 0 0,0 0 0 0,-1 0 0 0,1-2 0 15,0 2 128-15,-2 0-40 0,2 0 71 0,0 0-64 0,0-2-31 0,0 0 1 16,7 0 28-16,6 1-21 0,2-2-9 0,3 2-30 15,-2-1 102-15,3 0-51 0,-1-2-26 16,1 2 9-16,1 0-9 0,0 0 0 16,-1 0-25-16,-1 1-45 0,1-1 22 15,-4 0 8-15,0 0-142 0,-4 0 79 0,1 0 38 16,-3 0 1-16,-3 2-124 0,-1-2 60 0,-3 2 40 16,1 0-18-16,-2 0-358 0,1 0 189 0,-2 0 77 15,0-3 45-15,0 1-210 0</inkml:trace>
  <inkml:trace contextRef="#ctx0" brushRef="#br0" timeOffset="-105635.54">19011 8415 1098 0,'-5'0'0'0,"1"0"0"0,2 0 0 0,0 0 0 0,2 0 0 0,0 6 0 0,0 1 0 0,0 7 184 0,0 2-76 0,2 3-37 0,2 3 202 15,1 6-124-15,1 3-59 0,0-1-28 0,-2 2 38 16,1 2-33-16,-1-1 8 0,0 0-42 0,1-2-38 15,-1-1 0-15,0-1 38 0,0-3-132 0,0-5 75 16,-1-1 24-16,1-3-99 0,-2-4 66 16,0-2 33-16,1-3-12 0,-1-4-111 15,0-2 42-15,1-1 39 0,-3-1-10 0,1 0-37 16,3-6 15-16,1-11 20 0,5-8 0 0,-1-3-104 16,3-5 63-16,-2-1 31 0,6-9-272 0,-5 8 143 15,4-12 85-15,-2 4-180 0</inkml:trace>
  <inkml:trace contextRef="#ctx0" brushRef="#br0" timeOffset="-105162.47">19239 8426 1053 0,'4'-22'0'0,"-2"5"0"0,-2 5 0 0,0 5 0 0,0-1 0 0,0 5 0 0,0-1 0 0,0 2 0 0,0 0 0 0,1 0 208 15,5 1-92-15,3-3 179 0,3 2-131 0,0-1-65 16,4 0-34-16,0 1 64 0,0 2-52 0,0 0-23 16,2 0 1-16,-2 0-89 0,0 0 33 0,-6 0 9 15,6 0-22-15,-7 0 24 0,2 0-1 0,-3 0 24 16,-2 0-77-16,-1 0 46 0,-1 0-8 0,-2 5 39 15,-1-2-19-15,1 4 6 0,-2 3-46 0,0 1 231 16,0 4-95-16,0 2-45 16,0 0-17-16,0 4 94 0,0 3-55 0,2-4-19 15,0 11-8-15,4-5-68 0,0 2 41 0,1 0 0 16,-2 2-54-16,1-1 35 0,0 0-8 0,0 2-86 16,-1-1 56-16,-3-2 28 0,2 0 1 0,-2-6-131 15,-2 2 67-15,0-2 10 0,0-3 26 0,0-3-79 16,-6-4 45-16,1-5 3 0,-7 1 5 0,1-6-107 15,-2-2 64-15,-1 0 20 0,0-2-95 16,-2-17 72-16,2-4 30 0,0-7-279 16,1-11 156-16,4-2 77 0,-1-6 31 0,3 1-267 15,0 4 157-15,-1 10 79 0,0-2 39 0,1 5-43 16,-2 9 34-16,1 0 7 0,0 6 219 0,1 8-89 16,1 1-44-16,1 3-23 0,0 2 181 0,0 2-97 15,3 0-53-15,-2 0-26 0,3 13 413 0,-1 4-137 16,0 3-123-16,0 6 204 0,0 3-160 0,-1 3-78 15,-3 1-41-15,0 3 76 0,0 0-50 0,1-2-37 16,0-1 1-16,-3 0-158 16,2-5 65-16,-1 0 32 0,1-6-108 0,-1 1 67 15,0-4 35-15,-2-5-368 0,4-6 194 0,-1-1 49 16,5-6 65-16,-1-1-396 0,2-1 214 0,0-19 107 0</inkml:trace>
  <inkml:trace contextRef="#ctx0" brushRef="#br0" timeOffset="-104762.52">19714 8220 793 0,'14'-10'0'0,"-5"7"0"0,0 0 0 0,-6 3 0 0,-1 0 0 0,-2 0 264 0,0 12-119 0,-2 5-56 0,-7 7 67 16,0 1-61-16,-3 1-31 0,1 0 8 0,-1 3-18 15,0-2 1-15,1-2-23 0,-1-4 1 0,1-3-66 16,2-1 41-16,2-1-9 0,2-7 34 0,0-2-44 15,5 0 21-15,-2-6 1 16,2 1-86-16,0-2 48 0,0 0-1 0,12 0-23 16,2-10-29-16,4-5 41 0,-4-1 8 0,5-2-72 15,-4 2 38-15,2-1 27 0,-2 0 3 0,0 3-135 16,-2 3 62-16,-4 4 39 0,-1 1 10 0,-2 3 49 16,-3 0 0-16,1 3-31 0,-2 0 175 0,0 4-84 15,-2 9-38-15,0 5 341 0,-2 1-169 0,-7 1-92 16,0 4-21-16,-1-1 97 0,2-5-41 0,-1 5-47 15,-1-2-24-15,3-4 81 0,1-2-57 16,5-4-23-16,-3 0-1 0,4-4-44 16,0 1 21-16,0-2 8 0,0-3-71 0,2 1 31 15,3-2 0-15,4-2-53 0,3 0 43 0,1 0 28 16,-2 0-23-16,4-6-66 0,-2-1 22 0,-1-3 31 16,1 3-15-16,0-2-335 0,-2 3 151 0,-3 3 97 15,1 0-383-15,-1 2 235 0</inkml:trace>
  <inkml:trace contextRef="#ctx0" brushRef="#br0" timeOffset="-104604.95">19761 8830 1204 0,'-12'9'0'0,"3"-2"0"0,4 1 0 0,1-1 0 0,2-6 0 0,1 1 0 0,1-2 0 0,0 0 217 0,0 0-84 0,0 0-54 0,5 0 174 15,8-3-109-15,0-7-56 0,2-3-28 0,2-3-52 16,2-2-8-16,-2-1 33 0,-1 0-439 0,2 2 220 15,-4 0 109-15</inkml:trace>
  <inkml:trace contextRef="#ctx0" brushRef="#br0" timeOffset="-104429.41">19930 8390 1610 0,'-4'0'0'0,"2"0"0"0,2 0 0 0,0-1 0 0,0-1 0 0,2-2 0 0,4 0 0 0,7-1 0 0,2-1 321 0,2 1-144 16,0 0-72-16,0 0-67 0,1 3-5 16,3-2 7-16,-2 3-7 0,-2-2-415 0,-2 3 208 15,0 0 103-15,-3 0-552 0,-7 3 305 0</inkml:trace>
  <inkml:trace contextRef="#ctx0" brushRef="#br0" timeOffset="-104262.7">19997 8490 912 0,'-9'2'0'0,"2"2"0"0,5-3 0 0,0 3 0 0,0-4 0 0,2 0 0 0,0 0 195 0,0 0-80 16,8 0-34-16,4-2 211 0,4-1-130 0,0-1-64 15,0 0-33-15,0 1-58 0,2-1 34 0,-4 0-8 16,-2 2-155-16,-1-1 77 0,-2 2 40 0,1 0-383 16,-3 0 216-16,-1-4 97 0,-3 1 52 0,-1-2-496 15,-2-5 243-15</inkml:trace>
  <inkml:trace contextRef="#ctx0" brushRef="#br0" timeOffset="-103953.36">20073 8124 609 0,'0'-4'0'0,"0"4"0"0,0 0 0 0,-2 12 0 0,-2 4 0 0,0 10 391 16,2 1-178-16,2 14-91 0,0-1 323 0,0 5-207 16,0-4-94-16,0 12-59 0,2-4 158 0,6-2-105 15,-1 1-53-15,2-3-30 0,0-7 7 0,2 3-29 16,-2-5 0-16,4-3-148 0,-2-2 74 15,0-9 46-15,3-1-9 0,-5-4-236 16,2-5 137-16,-5-5 68 0,2-4-269 0,-3-2 110 16,1-1 36-16,-3-1 27 0,1-19 50 0,-1-3 24 15,-2-1 0-15,-1 1-20 0,0-7 45 0,0 8-1 16,0-1 0-16,0 2 54 0,-6 5-27 0,1 7-8 16,-1-1-19-16,-3 2 204 0,-1 6-89 0,-1 2-55 15,0 0 227-15,-4 2-124 0,-2 16-35 0,-2-2-29 16,0 3-8-16,-3 1-1 0,-1 3-15 0,2-1-257 15,1-1 123-15,7-6 60 16,4-7 32-16,1 1-194 0,2-3 88 0,6-4 60 16,0-2-16-16,0-4-473 0</inkml:trace>
  <inkml:trace contextRef="#ctx0" brushRef="#br0" timeOffset="-103813.52">20312 8148 1355 0,'5'-3'0'0,"1"1"0"0,-3 2 0 0,-1 0 0 0,-2 0 0 0,0 0 0 0,0 0 0 0,0 7 0 0,-2 0 72 0,0 7 1 0,2-4-40 0,0 2-197 15,0-1 99-15</inkml:trace>
  <inkml:trace contextRef="#ctx0" brushRef="#br0" timeOffset="-103638.88">20610 8066 980 0,'3'0'0'0,"1"4"0"0,-1 2 0 0,-1 1 0 0,-2 2 0 0,0 6 0 0,-7 2 239 16,-6 5-107-16,-2 6 266 0,-3-1-182 0,-3 3-92 15,1 2-38-15,-7 5 2 0,4 0-28 0,1 0-1 16,-1-2-26-16,6-5-364 0,0 2 189 0,10-13 84 16,3-5 45-16,2-5-252 0,2-3 149 0,0-6 74 15,9-6-596-15</inkml:trace>
  <inkml:trace contextRef="#ctx0" brushRef="#br0" timeOffset="-103505.23">20523 8324 527 0,'7'-12'0'0,"0"6"0"0,2 0 0 0,-4 5 0 0,4-2 0 0,-2 3 436 0,2 0-202 0,0 0-101 15,1 0 167-15,3 6-138 0,1 2-65 0,-4 0-32 16,1 1 313-16,3 1-173 0,-3-1-77 0,-2 2-188 16,1 0 47-16,-3 0 23 0,-1 3 0 0,-1-3-545 15,-1-1 292-15,1 0 134 0,-5 4 70 0</inkml:trace>
  <inkml:trace contextRef="#ctx0" brushRef="#br0" timeOffset="-103327.2">20469 8507 1466 0,'-13'4'0'0,"5"0"0"0,3 0 0 0,1-3 0 0,4 1 0 0,0 0 0 0,0-2 0 0,0 0 216 0,4 0-91 15,7 0-38-15,4 0 324 0,2 0-189 0,0 0-95 16,1 0-47-16,3 0-80 0,-2 0 8 0,-2 0 25 15,0-2 0-15,-2 0-543 0,-2 1 272 16,-4-1 136-16,-1 2-573 0,-5 0 278 16,-3 0 193-16</inkml:trace>
  <inkml:trace contextRef="#ctx0" brushRef="#br0" timeOffset="-103176.59">20491 8635 1159 0,'-16'7'0'0,"7"-3"0"0,0 2 0 0,4-2 0 0,3-3 0 0,2-1 0 0,0 0 0 0,0 0 124 0,7 0-37 0,9 0-31 0,-1-1 302 15,2-1-162-15,-1-2-82 16,3 0-40-16,-1-2-45 0,-2 3 4 0,0-1 0 16,-5 2 0-16,-1-2-396 0,1 2 198 0,-6-1 107 15,-1 3 42-15,-3 0-526 0,-1 0 273 0,0 0 69 0</inkml:trace>
  <inkml:trace contextRef="#ctx0" brushRef="#br0" timeOffset="-102907.86">20521 8543 1377 0,'-9'0'0'0,"4"0"0"0,1 0 0 0,2 2 0 0,-1 7 0 0,3 6 0 0,-2 2 0 0,2 7 0 0,0 3 247 0,0 3-112 0,0 2 120 16,0 0-112-16,0 1-55 0,0 1-27 0,0-2 181 15,0-1-108-15,0-4-51 0,0-4-25 0,0-1-18 16,0-1-7-16,0-4 7 0,-5-3-191 0,2-6 91 16,-3 0 47-16,-1-4 23 0,0-2-268 0,-4-2 153 15,1 0 18-15,-1-8-146 0,-1-5 59 0,1-6 76 16,-5-2-3-16,5 1-118 0,-1-4 97 0,0 7 44 15,1 0 23-15,-3 3-50 16,3 3 36-16,2 7-9 0,-5-1 46 0,4 5 135 16,-1 0-68-16,-3 2 144 0,3 7-105 0,1 7-62 15,3-5-16-15,-1 4 75 0,5-2-22 0,3 0-27 16,0 0 21-16,0-6-209 0,5 3 106 0,11-9 35 16</inkml:trace>
  <inkml:trace contextRef="#ctx0" brushRef="#br0" timeOffset="-102762.08">20627 8751 1606 0,'5'0'0'0,"5"7"0"0,0-1 0 0,-3-2 0 0,-2 0 0 0,1 0 0 0,-3 1 0 0,1 1 259 0,1 0-114 0,-2 1-56 16,-1-3 74-16,2 5-69 0,-2-1-31 0,1-1-395 16,1-1 182-16,0-2 92 0,1-3 53 0,3-1-616 15,1 0 321-15</inkml:trace>
  <inkml:trace contextRef="#ctx0" brushRef="#br0" timeOffset="-102319.68">20841 8346 1553 0,'2'0'0'0,"0"0"0"0,0 0 0 0,1 0 0 0,-1 0 0 0,0 0 0 0,0 0 0 0,1 0 0 0,1 3 219 0,1 5-97 0,-2 1-45 0,1 2-47 0,0 1 2 0,-3 1 1 16,1-1 8-16,0 0-288 0,-2 1 140 0,0 1 70 15,0 2 35-15,-7-4-146 0,-2 1 93 0,-3 0 38 16,1-1 21-16,-1-4-222 16,1 3 50-16,2-4 74 0,2-1 88 0,-2 1 9 15,4-4-36-15,1 1 205 0,2 0-102 0,2-1-52 16,0 1-23-16,0 2 211 0,0 2-102 0,6-1-14 16,3 0-37-16,-1 3 45 0,1 1-25 0,0 3-7 15,0-3-67-15,-2 2 1 0,-2-2 33 0,-1 2-149 16,-2-3 83-16,-2 3 16 0,0-3 23 15,0 1-164-15,-4-2 83 0,-7-2 21 16,1-3 26-16,-4-1-14 0,3 0-1 0,-3-3 3 16,1 0 21-16,3 0 180 0,3 0-86 0,0 0-43 15,3 0 120-15,1 0-65 0,3 0-43 0,0-3 9 16,0 2 204-16,5-5-105 0,9 1-60 0,11 0-21 16,0-1 1-16,3 2-31 0,2-1-9 0,2 4-76 15,2 0 38-15,-2-1 0 0,-2-1 39 0,-4 2-153 16,4-1 73-16,-8 0 33 0,1 0-314 0,-4 2 147 15,-3 0 87-15,-4 0-176 0,-3 0 123 16,-3 0 52-16,-3 0 31 0,-1 0-272 16,-2-2 152-16,0-4 67 0,0-7 46 0</inkml:trace>
  <inkml:trace contextRef="#ctx0" brushRef="#br0" timeOffset="-102138.16">21070 8282 1219 0,'-7'-2'0'0,"3"2"0"0,2 2 0 0,2 11 0 0,-2 4 0 0,2 9 0 0,0 6 0 0,0 5 529 0,0 13-253 16,0-4-121-16,0 5 330 0,0 2-227 16,0 3-112-16,2 2 34 0,0 10-77 0,0-6-36 15,0 2 1-15,-1-3-205 0,1-11 85 0,0-5 51 16,4 6 12-16,-1-15-449 0,1-1 236 16,-2-11 117-16,2-9 59 0,-3-4-678 0,3-7 344 0,-1-4 133 15,2-5-285-15</inkml:trace>
  <inkml:trace contextRef="#ctx0" brushRef="#br0" timeOffset="-101671.39">21507 8176 1113 0,'7'-13'0'0,"5"7"0"0,3 1 0 0,1-2 0 0,-4 1 0 15,-2 2 0-15,-2 2 310 0,-3 1-139 0,1 1-69 0,-5 0-26 0,3 0 88 16,-1 0-66-16,-3 13-32 0,0 7-14 0,-7 3-60 15,-4-1 8-15,-3 4 33 16,-5 1-197-16,-2 0 98 0,1 1 50 0,-3-3-45 16,6-4 52-16,0 1 16 0,2-6-33 0,6-1-87 15,3-8 18-15,1 3 42 0,3-5-30 0,2-1 140 16,0-2-50-16,0 0 1 0,4-2 20 0,8 0-21 16,-1 0 13-16,5 0-40 0,-4 0 24 15,4 0-8-15,-3 0 15 0,-3 0-39 16,-1 0 2-16,-2 0 24 0,-1 0 1 0,-5 4 26 15,1 2-37-15,-2 3 7 0,0-3-23 0,-2 9 163 16,-9-6-67-16,1 5-34 0,-4-4 147 0,1 3-83 16,-1-1-24-16,4-1 110 0,4-4-75 0,-1 1-37 15,0-3-1-15,6 3-50 0,1-4 20 0,0 1-8 16,0 1-1-16,1-1-42 0,8 1 21 0,0 0 0 16,0-2 30-16,5 3-109 0,-2-1 51 0,-1 1 24 15,1 3-139-15,-5 0 75 0,2 1 17 0,-2 1-19 16,-4 4 17-16,-1-1-1 0,0 0 6 0,-2 1 53 15,0-3-12-15,0 1-17 16,0-5-3-16,0 0-131 0,0-1 64 0,-2-2 32 16,0-6-6-16,1 3-143 0,-4-3 81 0,1 0 44 15,1 0-329-15,-5-3 185 0,3-1 85 0,-7-7-254 16</inkml:trace>
  <inkml:trace contextRef="#ctx0" brushRef="#br0" timeOffset="-101544.22">21303 8695 1318 0,'-13'0'0'0,"3"4"0"0,7 0 0 0,1-3 0 0,0 1 0 0,0 0 0 0,2-2 0 0,0 0 194 0,0 0-80 0,0 2-41 0,0-2 173 16,2 0-111-16,7 0-51 0,0 0-25 0,5 0-245 15,1-2 110-15,2-3 62 0,6-5 20 0,0-1-512 16,6-2 270-16,3-2 134 0</inkml:trace>
  <inkml:trace contextRef="#ctx0" brushRef="#br0" timeOffset="-101311.83">21773 8487 1039 0,'7'0'0'0,"-4"-2"0"0,-1 2 0 0,0 0 0 0,-2 0 0 0,-7 3 0 0,-13 8 0 0,-1 5 181 0,-4-2-65 16,1 3-46-16,-1 0 131 0,1 1-85 0,0 0-41 15,1 1-21-15,0 2-137 0,1-3 53 0,1-1 32 16,0 2 0-16,3-2-297 0,4-2 163 0,4-2 91 16,4-4 33-16,2 1-195 0,3-4 100 0,1-1 4 15,0 1 78-15,0-4-34 0,3 1 22 0,8-3 114 16,0 2-57-16,5-2-28 0,-2 0 0 0,2 0 170 15,0 0-91-15,0 0-13 16,1 0-35-16,-4 0 2 0,-2 0-19 0,-1 2 57 16,-1 2-371-16,-2-1 158 0,-3 5 75 0,-3-2 33 15,-1 5-337-15</inkml:trace>
  <inkml:trace contextRef="#ctx0" brushRef="#br0" timeOffset="-101146.28">21445 8946 1292 0,'-30'15'0'0,"2"-4"0"0,8 2 0 0,4-5 0 0,7-4 0 0,2 0 0 0,2-2 0 0,5 0 0 0,0-2 121 0,3 0-48 0,19-4 97 16,5-5-69-16,4-1-34 0,5-1 9 0,8-2 167 16,-5 1-104-16,-4 3-54 0,4-1-26 0,-4 1-85 15,-1 2 37-15,-6 6-8 0,-8-2-256 0,1 3 142 16,-3 0 73-16,-7 0 35 0,-2 0-529 0,-6 6 265 16,-1-1 73-16,-2 3-251 0,-5-4 207 0</inkml:trace>
  <inkml:trace contextRef="#ctx0" brushRef="#br0" timeOffset="-101002.15">21557 8832 1205 0,'-10'-4'0'0,"2"2"0"0,5 2 0 0,1 0 0 0,2 0 0 0,0 8 0 0,0 9 0 0,0 7 286 0,0 3-127 0,5 4-63 16,3 5-31-16,0 8 374 0,-1-10-194 0,0 14-111 16,2-3-60-16,-6 2-20 0,1 2-1 0,1 0-20 15,-1 2-492-15,1-1 242 0,2-1 125 0,0-1-708 16</inkml:trace>
  <inkml:trace contextRef="#ctx0" brushRef="#br0" timeOffset="-100833.39">21939 9361 2804 0,'-2'-1'0'0,"1"-1"0"0,1 2 0 0,0 0 0 0,0 0 0 0,0 0 0 0,0-2 0 0,0-2 89 16,0-5-27-16,-4-1-1 0,-1-1-20 0,-3-1-987 0</inkml:trace>
  <inkml:trace contextRef="#ctx0" brushRef="#br0" timeOffset="-99102.25">22233 8604 782 0,'-2'0'0'0,"-2"0"0"16,3 0 0-16,-1 0 0 0,2 0 0 0,-2 0 0 0,-1 0 0 0,3 0 0 0,0 0 149 0,0 0-59 0,0 0-20 0,0 0 28 0,0 0-33 15,0 0 1-15,0 0-34 0,0 0 59 0,0 3-21 16,3-2-8-16,1 1-29 0,3 0 160 0,0 2-80 15,0 0-40-15,3 1 92 0,-1 3-70 16,1-1-31-16,0 5 0 0,-1-1 22 0,0 2-26 16,1 3 8-16,1-2-38 0,-2 1 3 0,3-2 0 15,1 2-1-15,-4-1-53 0,3-3 34 0,-2 0-7 16,-2-6 26-16,0 3-134 0,-3-2 61 0,-1-3 36 0,0 0-196 16,-2-3 103-16,-1 0 29 15,-1 0 33-15,0 0-121 0,0 0 62 0,0 0 17 16,0 0-39-16,0 0 42 0,-1-3 21 15,-3 0 1-15,0 3-355 0,2-2 192 0</inkml:trace>
  <inkml:trace contextRef="#ctx0" brushRef="#br0" timeOffset="-98390.66">22576 8460 823 0,'0'-3'0'0,"0"0"0"0,2 2 0 0,-2-1 0 0,0-2 0 0,0 2 0 0,0 0 0 0,0 2 97 16,0 0-32-16,0 0 0 0,0 0 174 0,0 0-107 16,0 2-50-16,0 11 58 0,-2 1-54 0,-3 10-26 15,-1-3 7-15,-4 8 67 16,-1 9-51-16,-3 3-25 0,-3 6 0 0,-4 12 22 15,4-7-16-15,-7 16-8 0,3-4-38 0,6-14 15 16,-2 4 0-16,4-8 0 0,4-12-23 0,-1-1-8 16,4-2 31-16,1-9-85 0,3-1 43 0,0-5 20 15,2-4 9-15,-2-4-247 0,2-5 119 0,0-1 36 16,0-2 38-16,0 0-316 0,0 0 153 0,0 0 73 16,0-11-261-16,0-6 176 0,2-5 89 15</inkml:trace>
  <inkml:trace contextRef="#ctx0" brushRef="#br0" timeOffset="-98192.06">22811 8293 1235 0,'0'-3'0'0,"0"0"0"0,0 1 0 0,0 2 0 0,0 0 0 0,0 0 0 0,0 0 229 0,-1 0-98 0,-1 8-41 15,0 3 58-15,-1 5-57 0,1-2-30 0,-1 6-65 16,-1 3 37-16,1-2 8 0,-1 5-8 0,2-5-276 16,-2 3 138-16,4 4 69 0,-1-3 34 0,-1 4-556 0</inkml:trace>
  <inkml:trace contextRef="#ctx0" brushRef="#br0" timeOffset="-97966.75">22875 8608 1298 0,'0'2'0'0,"-3"4"0"0,-1-1 0 0,-6 3 0 0,3 2 0 0,-4 3 0 0,-1 6 0 0,3 3 286 0,-2 5-127 0,-1 0-63 0,3 5-31 16,0 0 307-16,2 2-174 0,6 0-82 0,1-2 60 16,0-4-71-16,0 0-37 15,8-5-169-15,6 1 63 0,2-5 35 16,0-5 0-16,9-1-396 0,-2-6 216 0,-3-3 116 0,2-3 46 15,1-1-284-15,0 0 76 0,-5-1 107 0,1-9-20 16</inkml:trace>
  <inkml:trace contextRef="#ctx0" brushRef="#br0" timeOffset="-97732.68">23024 8751 1449 0,'0'-9'0'0,"0"4"0"0,0 2 0 0,0 0 0 0,0 1 0 0,3 0 0 0,5 2 0 0,3 0 240 15,2 0-103-15,2 0-52 0,0 7 190 0,0 4-113 16,-1 2-68-16,-2 5-31 0,-1-1-8 0,-1 1 0 16,-2 3-22-16,-5-2 8 0,-1 2-57 0,-2 4 25 15,0-2 0-15,-9 0 23 16,-6-1-126-16,0-5 72 0,-6 4-140 0,-2-8 96 0,1-2-1 0,0-1 39 16,-3-5-227-16,5 0 90 15,-3-4 44-15,2 1 44 0,3-2-234 0,8 0 139 16,1 0 70-16,3 0 26 0,6-10-111 0,0-1 77 15</inkml:trace>
  <inkml:trace contextRef="#ctx0" brushRef="#br0" timeOffset="-97534.22">23275 8703 1607 0,'2'-8'0'0,"0"2"0"0,-2 2 0 0,0 1 0 0,-4-2 0 0,-6 4 0 0,-6 1 0 0,5 0 0 0,-3 1 421 0,0 14-186 0,-2 3-105 15,5 3-49-15,1 2 144 0,5 4-96 0,3 2-49 16,2-5-15-16,0 6-67 0,2-4 1 0,13-3 33 16,2-1-96-16,2-3 48 0,0-6 32 0,1 1-331 15,1-3 174-15,-3-6 87 0,1-1 43 0,-1-4-549 16,-2 0 257-16,-2 0 134 0,-2-4 67 0,-2-8-365 16</inkml:trace>
  <inkml:trace contextRef="#ctx0" brushRef="#br0" timeOffset="-97325.25">23510 8503 1936 0,'8'0'0'0,"5"0"0"0,-1 1 0 0,2 6 0 0,0 1 0 0,4 0 0 0,-4 7 0 0,6 3 197 0,-3 4-83 0,-3 4-40 0,-1 3 293 0,-1 3-172 0,-3 3-81 15,-3 3-40-15,-5 5 72 16,-1 0-56-16,0-5-21 0,-10 9-8 0,-8-6-78 15,0-3 25-15,-3-1 0 0,3-9-202 0,-9 2 122 16,3-5 49-16,-3-6-204 0,3-5 130 0,6-2 34 16,-3-5 44-16,8 0-802 0</inkml:trace>
  <inkml:trace contextRef="#ctx0" brushRef="#br0" timeOffset="-93086.52">17432 8302 292 0,'-2'0'0'0,"0"-2"0"0,0 1 0 0,1-2 0 0,-1 2 0 0,0-1 0 0,0 2 71 0,2 0 7 0,-2-1-45 16,2 1 30-16,0 0 0 0,0 0-30 0,0 0 30 15,0 0-22-15,0 0-8 0,0 0-1 0,0 0-26 16,0 0 27-16,0 0 0 16,0 0 8-16,0 0-38 0,0 0 29 0,0 0 1 15,0 0-37-15,0 0 37 0,0 0 2 0,0 0 23 16,0 0-3-16,0 0-24 0,0 0-7 0,0 0 36 15,-3 0-23-15,3 0-7 0,-1 0 5 0,-1 0 10 16,0 0-13-16,0 0 9 0,0 0-8 0,-1 3-72 16,-1 2 36-16,-1 3-1 0,-1 2-42 0,0-1 41 15,0 4 4-15,-1 0-36 0,0 0 20 0,-1 0 1 16,0 3 12-16,-1-2-18 16,0 3 21-16,-1-1 6 0,1-1-12 0,0-1 4 15,-1 2 1-15,1-6 3 0,0 4 1 0,1-5-6 16,-2 0 5-16,5-3 0 0,-3 2 21 0,3-3-21 15,-1-1 1-15,0 0 30 0,3 0 0 0,-3-3-28 16,2 3 1-16,-1-2 25 0,3 0 0 0,-2 0-23 16,0-1 6-16,0 2-10 0,2-2 11 0,1 2-2 15,-1-1-42-15,2-2 39 0,0 1 3 0,-2-1-1 16,2 0-31-16,0 0 2 16,0 0 20-16,0 0-19 0,0 0-4 0,0 0 24 15,0 0-7-15,0 0 19 0,0 0-17 0,0 0 2 16,0 0-3-16,0 0 6 0,0 0-5 0,0 0 2 15,0 0-49-15,0 0 23 0,0 0 0 0,0 0 24 16,0 0-302-16,2 0 138 0</inkml:trace>
  <inkml:trace contextRef="#ctx0" brushRef="#br0" timeOffset="-92189.9">17425 8314 179 0,'0'0'-74'0,"0"0"37"0,0 0 0 0,0 0 81 16,0 0-36-16,0 0 1 0,0 0 2 0,0 0 88 15,0 0-36-15,0 0-1 0,0-2-36 0,0 0 33 16,0 2 7-16,0-2-33 0,0 2 15 0,0-2-15 16,0 2-1-16,0 0 1 0,0-2 28 0,0 2-29 15,0 0 1-15,0 0 5 0,-2 0-5 0,2 0 0 16,-2 0 8-16,-2 0-39 16,1 0 1-16,0 0 29 0,-1 0 1 0,1 0-31 15,-1 2 36-15,0 0-11 0,1 0 24 0,-1 0-2 16,-1-2-19-16,4 2 3 0,-3-1 27 0,0 2-30 15,-1 0 1-15,1 0-26 0,1 0 0 0,-3 1 35 16,2-1-5-16,-2 1-30 0,2 0 3 0,-1 1 22 16,0 1 0-16,-1-1-52 0,1 1 15 15,0 0 0-15,0-1-16 0,1 1 0 0,-2-1 28 16,3-1 13-16,-1 1-28 0,0-2 21 16,0 3-8-16,0-3 24 0,1 4-19 0,-1-4 3 15,0 1-2-15,1 1 7 0,-1-1-6 0,-1 2 0 16,2 0 2-16,-1-1 3 0,1-1-2 0,-1 2-2 15,0-1-17-15,1-1 17 0,-1 1 0 0,-2-1-14 16,2 2 13-16,0-2 0 0,1 3-2 0,-3-3-10 16,4 1 9-16,-3 1 4 0,3 0-5 0,-2-2 0 15,2 1 0-15,-2 0 1 16,2 0-1-16,-1 1-12 0,1-1 12 0,-2 0 1 16,2 1-23-16,-1 0 22 0,1-1-2 0,-2 2 3 15,0 2-28-15,0-4 0 0,0 1 22 0,1-1-44 16,-1 1 19-16,0-1 0 0,1-1 17 15,-1 0-33-15,1 0 32 0,2-3 2 0,-1 0-7 0,2 2-21 16,0-3-4-16,-2 0 27 0,2 0-171 0,0 2 81 16,0 0 31-16,0-2-174 0,4 0-35 0</inkml:trace>
  <inkml:trace contextRef="#ctx0" brushRef="#br0" timeOffset="-89313.7">25165 8601 91 0,'-2'0'0'0,"-2"-2"0"0,2 0 0 0,-1 0 0 0,1 2 0 0,2-2 0 0,-2 2 150 0,0 0-58 15,-1 0-30-15,3 0 24 0,-2 0-27 0,2 0 9 16,0 0-36-16,0 0 65 0,-1 0-32 0,1 0-1 15,0 0 15-15,0 0-15 0,0 0-8 0,0 0-24 16,0 0 124-16,0 0-61 0,0 0-32 0,0 0 9 16,0 0 49-16,1 0-45 0,11-1-21 0,5-1 85 15,0 0-54-15,6-4-18 16,2 0-5-16,2 1 0 0,-1 1-31 0,1-2 1 16,-1 5-54-16,-1-3 35 0,5 2-8 0,-4 0 27 15,-6 1-34-15,3-2 1 0,0 1 33 0,-5 2 8 16,1 0-144-16,-4 0 47 0,-1-1 40 0,-5 1-206 15,2 0 110-15,-3 0 28 0,-3 0-175 0,-2 0 102 16,0 0 63-16,-1 0 30 0,-1-2-216 16,1 2 116-16,-2-1 69 0,0-2 31 0,0-4-94 15</inkml:trace>
  <inkml:trace contextRef="#ctx0" brushRef="#br0" timeOffset="-89048.41">25520 8349 476 0,'-8'-6'0'0,"4"3"0"0,0 0 0 0,-1-2 0 0,3 2 0 0,-1 1 267 0,1 0-117 0,2 1-58 0,0 1 261 0,0 0-152 0,3 0-88 16,8 3-40-16,5 7 110 0,2 2-74 15,1 2-39-15,-4 0 20 0,6 4-33 16,-6-4 0-16,7 5-24 0,-5-2-53 0,0 0 26 16,-4-2 9-16,2 2 18 0,-3 0-34 0,-3-2 1 15,-2 2 32-15,-3-4-112 0,-2-2 51 0,-2 4 24 16,0-4-101-16,-2 3 57 0,-11-3 30 0,-3 0-17 15,-2 0-95-15,-4 1 61 0,-3-1 19 0,3-2 0 16,-2 2-231-16,-1 3 124 0,-1-1 54 0,-1 2 40 16,2 4-115-16,2 0 73 0,-2 1 37 15,1-1-209-15,7-2 114 0,-2 0 70 16</inkml:trace>
  <inkml:trace contextRef="#ctx0" brushRef="#br0" timeOffset="-88628.73">25276 8944 469 0,'-6'0'0'0,"-2"2"0"0,3 0 0 0,1-2 0 0,0 0 0 0,-1 0 100 0,1 0-38 0,-2 0 0 0,4 0 205 16,2 0-117-16,-2 0-58 0,2 0 223 0,0 0-146 16,0 0-67-16,0 0-35 15,5 4 28-15,9 2-30 0,1-1 7 0,2-1-39 16,1 0 1-16,2 0-2 0,2-3 1 0,1 2-35 16,-3-3 9-16,1 0 25 0,-2 0-90 0,-2 0 46 15,0 0 22-15,-2-3 0 16,-5-1-150-16,2-3 76 0,-3-2 15 0,-1-1 29 0,-4-1-142 0,0 0 77 15,-2-2 10-15,-2-1-13 0,0-1 22 0,0 1-1 16,-8 0 52-16,-2 2-18 0,0-2-8 0,-4 3 9 16,-1 1 33-16,-2 3 1 15,-1 3-35-15,-1 2 1 0,-1 1 144 0,2 1-65 16,-3 0-23-16,2 3-22 0,-3 11 178 0,5-2-91 16,-3 9-28-16,3-2-28 0,4 4 171 0,-1 2-89 15,5-2-23-15,2 0 87 0,-1 7-77 0,6-3-35 16,2 2 43-16,0-3-39 0,0 3 1 0,0-7-31 15,4 8 64-15,4-8-37 0,2 3 1 0,-1-6-36 16,3-2-40-16,3 0 48 0,-1-4-8 0,0-3-117 16,2 0 58-16,-3-4 30 15,4-4-1-15,-3-2-177 0,4 0 94 0,-2 0 51 16,3-5-151-16,-1-9 90 0,2 0 11 0,-5-1-12 16,5-5-302-16,-2 4 180 0,-2 0 90 0,4-3 45 15,-2-1-363-15,-1 3 196 0,-3-7 110 0</inkml:trace>
  <inkml:trace contextRef="#ctx0" brushRef="#br0" timeOffset="-88445.22">25646 8971 1188 0,'0'0'0'0,"0"1"0"0,0 2 0 0,0-2 0 0,-2-1 0 0,2 3 0 0,0-3 0 0,0 0 182 0,4 0-75 0,8 0-37 0,6 0 290 16,-2-3-168-16,3-1-80 0,0-1-20 0,0-1-30 15,0 1 0-15,-3-1-21 0,0 0-85 0,-4 1 38 16,2 1 0-16,-4 1 39 0,0 1-289 0,-2-1 152 15,-2 2 65-15,-3-1-462 0,-1 0 251 0,0 0 55 16,-2 2 86-16,0 0-227 0,0 0 156 16,-9 0 74-16,-3 0-95 0</inkml:trace>
  <inkml:trace contextRef="#ctx0" brushRef="#br0" timeOffset="-88248.75">25798 8933 363 0,'-10'4'0'0,"1"-2"0"0,2 2 0 0,1-4 0 0,1 1 0 0,2 1 0 0,-1-2 145 0,1 2-57 15,1-2-27-15,-2 4 158 0,0 0-98 0,1 5-44 16,-2 5-22-16,0 0 188 0,-1 6-97 0,1 4-61 15,-2 2 154-15,-1 3-104 0,0-2-51 0,3 1-25 16,3-3 49-16,-1 5-41 0,3-11 0 0,0 2-35 16,0-3 32-16,8-3 0 0,4-3-23 0,1-4-57 15,2 0 24-15,-1-1 1 16,4-7-105-16,-1 0 64 0,4 0 41 0,-1-4-8 16,-1-12-310-16,-2 1 138 0,-2 0 89 0,-1-3 7 15,-1-2-211-15,-1 2 105 0,0-3 74 16,-3 2 37-16</inkml:trace>
  <inkml:trace contextRef="#ctx0" brushRef="#br0" timeOffset="-87949.53">26145 8612 1134 0,'0'-11'0'16,"0"3"0"-16,0 3 0 0,0-2 0 0,0 1 0 0,0 0 0 0,0 0 0 0,0 1 0 0,-2 3 111 0,2 0-39 0,0 0 8 0,0 1 177 0,-1 1-112 0,1 0-56 16,-4 5 0-16,2 10-28 15,-2 2 9-15,-2 7-38 0,-1-1 81 0,-1 3-40 16,0 0 0-16,1 2-40 0,-2 1 7 0,0-1-7 16,-2 0-1-16,1 0 1 0,-1 1-65 0,-1-4 33 15,1-3 8-15,2 1-47 0,-3-2 36 0,2-2-1 16,4-5-234-16,2-7 123 0,0 0 46 0,2-3 35 15,2-4-355-15,0 2 178 0,0-2 87 16,0 0 45-16,10-6-280 0,4-3 166 16</inkml:trace>
  <inkml:trace contextRef="#ctx0" brushRef="#br0" timeOffset="-87638.84">26418 8657 1023 0,'1'-7'0'0,"1"5"0"0,-2 0 0 0,0 0 0 0,0-2 0 0,0 1 0 0,0 1 0 0,0 0 414 0,0 0-190 0,-2 2-96 0,1 0-39 0,-3 0 202 15,-5 2-129-15,4 13-65 0,-4 4 26 16,0 3-45-16,-1 1-14 0,-3 7-8 0,0-2 43 16,2 2-33-16,0 2 0 0,-3-2-33 0,1 3 34 15,0-2-35-15,-1 1 1 0,1-2-45 0,-1-2 22 16,3 3 0-16,-1-10 31 0,-1 8-83 0,6-11 38 15,-3 4-1-15,1-8 38 0,7-2-131 0,-4-1 48 16,5-4 30-16,-3-1-110 0,4-3 64 0,-2-3 33 16,2 0-29-16,0 0 11 15,0 0 3-15,-2 0 10 0,-1 0-68 0,3 0 42 16,-2 0 10-16,2-3-5 0,0-3-315 0,0-1 171 16,0-1 85-16,5 0-413 0,3-1 249 15</inkml:trace>
  <inkml:trace contextRef="#ctx0" brushRef="#br0" timeOffset="-87117.4">26859 8558 647 0,'5'-10'0'0,"-3"0"0"0,-2 4 0 0,0 0 0 0,0 0 0 0,0 1 0 0,0 1 136 0,-4-4-52 0,-1 4-18 0,-2-1-7 15,-2 3 199-15,0-2-113 0,1 3-55 0,0-1 168 16,-4 2-104-16,-1 0-65 0,1 0-28 0,-5 7 78 16,1 4-52-16,-4 5-28 0,2-2 71 0,-3 7-52 15,1 0-23-15,1-1 0 0,1 3 10 0,1-1 0 16,6-1-24-16,-3 5-9 15,7-3 42-15,-1 1-42 0,5 0 1 0,1 1 8 0,2-4 0 0,0 9-8 16,0-6 0-16,0 3-28 0,2-2 0 16,5 0 27-16,-3-2-55 0,3 4 24 15,0-4 0-15,0 2 16 0,-1-2-23 0,-1-3-8 16,3 1 41-16,1 0-20 0,-2-2-7 0,1-3 3 16,1-1 12-16,1 0 19 0,1-2-17 0,1-2-9 15,-2-1 4-15,3-1-40 0,1-1 40 0,0 0 3 16,2-1-25-16,-3-1-3 0,6-1 25 0,-3 1-1 15,0-3-64-15,0 0 28 0,0 3-6 0,-2-4 36 16,-2 0-89-16,-3 1 40 16,2-1 12-16,-4-1-6 0,0-1-16 0,-4 2 42 15,-1-2-18-15,-1 0 52 0,2 0-46 0,-3 0 6 16,0 0 102-16,0 0-47 0,0 0-25 0,0 0 1 16,0 0 132-16,0 0-72 0,0 0-20 0,-4 0-23 15,-1-2-432-15,3 1 199 0,-3-1 100 0,5-1 47 16,0 3-373-16</inkml:trace>
  <inkml:trace contextRef="#ctx0" brushRef="#br0" timeOffset="-83330.36">16305 9808 328 0,'0'0'0'0,"0"0"0"0,0 0 0 0,0 0 0 0,0 0 0 0,0 0-164 0,0 0 82 0,0 0 41 0,0 0 41 0,0 0 0 0,0 0 0 0,0 0 0 16,0 0 0-16,0 0 0 0,0 0 0 0,0 0 0 15,0 0 0-15,0 0 0 0,0-1 0 0,0 1-25 16,0 0 25-16,0-2 0 0,0 0 1 0,0 2 26 15,0-2-25-15,0 2 32 0,0 0-30 0,0 0 0 16,0 0 2-16,0 0 0 16,-2 0 0-16,2 0-1 0,-2 0 3 0,2 0 1 15,-1 0-1-15,-1 0-2 0,2 0 3 0,-2 0 25 16,0 0 2-16,2 0-26 0,-2 0 30 0,0 0 0 16,2 0-26-16,-1 0 27 0,1 0 3 0,-2 0-26 15,2 0 3-15,-2 2 20 0,0-2 4 0,2 2-25 16,-2-2 12-16,1 2-11 0,-1 2 6 0,-1-3-4 15,1 3 4-15,0-1-39 0,2 2 6 0,-2-1 28 16,1 1-66-16,-1-1 30 16,2-2-5-16,0 2 35 0,-2-1-45 0,0-1 18 15,2 2-11-15,0-2 6 0,-2 0 15 0,1 2 4 16,1-3-9-16,-2 1 47 0,0 0-2 0,0 0-37 16,2-1-1-16,-2 2 34 0,2-2 5 0,-2-1-36 15,2 0 72-15,-1 0-33 0,1 2-7 0,-2-2 49 16,2 0-22-16,0 0-5 0,0 0-23 0,-3 0 52 15,3 0-23-15,0 0-1 0,0 0-20 0,0 0 32 16,0 0-21-16,0 0 0 16,0 0-21-16,0 0 38 0,0 0-30 0,0 0-8 15,0 0 0-15,0 0 29 0,0 0-29 0,0 0 23 16,0 0-15-16,0 0-8 0,0 0-1 0,0 0 42 16,0 0-41-16,0 0 0 0,0 0 7 0,0 0-26 15,0 0 18-15,0 0 1 0,0 0 0 0,0 0-40 16,0 0 9-16,3 0 31 15,0 0 28-15,3 0 0 0,-2 0-34 0,1 0-22 0,-1 0 3 0,-1 0 17 16,1 0 4-16,1 0-27 16,0 0-4-16,-3 0 28 15,1 0 1-15,1 0-22 0,0 0 19 0,-1 0-1 0,1 0 1 0,1 0-4 16,-4 0 9-16,3 0-11 0,0-2 4 0,-1 2-2 16,3 0 0-16,-3 0 3 0,3-1-6 0,-1 1 5 15,0-3-1-15,0 3 3 0,1 0-24 0,-1-1 0 16,2 1 25-16,-2 0-19 0,1-2 13 0,-1 2-3 15,1-2 3-15,-3 2-24 0,4 0 22 0,-2-2-4 16,-1 2 3-16,1 0-9 16,-1 0 8-16,-1 0 0 0,3-1-33 0,-1 1 29 15,-2 0 2-15,3 0-22 0,-1 0 20 0,1 0 2 16,-1 0-1-16,1 0-7 0,0 0 5 0,-1 0-1 16,1 0 1-16,-3 0-13 0,3 0 13 0,-1 0-3 15,0 0 2-15,-1 0-32 0,-1 0 31 0,1 0-12 16,1 0 11-16,-1 0-1 0,1 0 1 0,0 0-2 15,1 0 1-15,-3 0-1 16,3 0 0-16,-1 0 40 0,2 0-39 0,0 0-1 16,0 0 1-16,0 0 28 0,2 0-2 0,0 0-20 15,-2 0 14-15,0 0-13 0,3 0-1 0,-2-3 7 16,-1 3-19-16,-2-1 16 0,4 1-3 0,-4 0-26 16,0 0-1-16,3 0 27 0,-3 0-1 0,3 0-27 15,-2 0 24-15,1 0-4 0,0 0 3 0,2 0 19 16,0-2-19-16,-2 2-5 15,2-2 17-15,-1 0-12 0,2 0-1 0,-3 2 4 16,0-2-25-16,1 2 23 0,0-2-1 0,-1 2-18 16,-2 0 18-16,4 0 3 0,-2 0-3 0,0 0-39 15,0 0 37-15,0 0-4 0,0 0 3 0,0 0-28 16,1 0 26-16,0 0-5 0,-1 0-8 0,2 0 9 16,0 0 2-16,1 0-3 0,1 0-9 0,-2 0 11 15,2 0 0-15,-1 0-7 16,-1 0 6-16,0 0 0 0,0 0-1 0,-2 0 5 0,2 0-5 0,-1 0 1 15,-1 0 0-15,1 0 12 0,1 0-12 0,-1 0 0 16,-1 0 25-16,2 0 0 16,-2 0-23-16,2 0 29 0,0 0 0 0,-2 0-26 15,0 0 4-15,3 0 14 0,0 0-10 0,-3 0-5 16,3 0 7-16,-3 0-29 16,2 0 27-16,-1 0-3 0,0 0 6 0,-1 0-29 0,0 0-1 0,1 0 23 15,0 0-38-15,-1 0 36 0,0 0-4 0,1 0-8 16,0-1 7-16,-1 1 1 0,2-3-4 0,-1 2 20 15,2 1-19-15,-1-2 2 16,2 0 0-16,-1 0 27 0,-1 0-24 0,0 0-1 16,3 1 4-16,-3-2-10 0,0 3 9 0,1-1-2 15,-1 1-10-15,-2 0 10 0,1-2 2 0,0 2-2 16,-1 0-19-16,-1 0 18 0,1-3-2 0,1 3-11 16,-2-1 11-16,1-1 1 0,0 2-3 0,0-2-1 15,0 0 2-15,0 2 1 0,0-1-2 0,-1 1-1 16,2 0 2-16,-2-3 0 0,-1 3-11 0,1 0 10 15,-1 0 1-15,-1 0 0 0,2 0-13 0,-2 0 12 16,-1 0 0-16,1 0-6 0,0 0 4 0,-1 0 2 16,1 0-2-16,0 0-25 0,0 0 24 0,0 0 1 15,-1 0-2-15,-1 0-14 0,2 0 14 0,-2 0 0 16,0 0-1-16,-1 0-11 0,1 0 9 0,-2 0 2 16,2 0 4-16,-2 0-4 15,0 0-2-15,0 0 31 0,0 0-30 0,0 0 1 16,0 0 1-16,0 0 30 0,0 0-27 0,0 0-2 15,2 0 3-15,0 0 7 0,-1 0-5 0,2 0-3 16,-1 0 33-16,0 0-31 0,2 0 4 16,-3 0-18-16,1 0 16 0,0 0-1 0,0 0 2 0,0 0-27 15,-2 0 25-15,0 0-1 0,0 0 0 0,0 0-11 16,0 0 9-16,0 0 1 0,0 0-2 0,0 0 29 16,0 0-27-16,0 0 0 15,0 0 84-15,0 0-37 0,0 0-21 0,0 0 74 16,0 0-43-16,0 0-14 0,0 0 154 0,0 0-398 15,0 0 186-15,0-1 9 0,0-5 27 0,0 2-767 16,0 2 364-16,0 0 154 0,0 2 105 0</inkml:trace>
  <inkml:trace contextRef="#ctx0" brushRef="#br0" timeOffset="-82700.36">16998 10273 523 0,'2'-5'0'0,"-2"1"0"0,0 1 0 0,0 0 0 0,0 1 0 0,0-2 0 0,0 0 163 15,0 2-69-15,0 0-31 0,0 1 1 0,0-2 214 16,0 3-114-16,0 0-69 0,0 0-32 0,0 0 232 16,0 0-131-16,0-1-66 0,0 1 144 0,0 0-108 15,0 0-51-15,0 0 80 0,0 0-65 0,0 0-33 16,0 0 8-16,0 1-12 16,0 11-28-16,2-1 0 0,0 2-1 0,-2 0 85 15,1 3-34-15,1 0-29 0,0 1 0 0,-2 2 18 16,2 2 0-16,0-1-39 0,-2 1 39 0,0 2-39 15,0 3 0-15,0-2-42 0,0 2 21 0,0-1 0 16,0-3 29-16,0 3-31 0,0-3 0 0,0 1 22 16,0-3 1-16,0-2-37 0,0-5 16 15,0 2-7-15,0-6-1 0,0 0-16 0,0-3 9 16,0-2-1-16,0-4-19 0,0 1 37 16,0-1-6-16,0 0 77 0,0 0 83 0,0 0-168 15,0 0 0-15,0 0 0 0,0 0 0 0,-2 0 0 16,0 0 0-16,2 0 0 0,-2 0 0 0,0 0 0 15,2 0 0-15,-1 0 0 0,1 0-201 0,-2 0 178 16,2-1-717-16,0-3 358 0,3-2 175 0,9 0-772 16</inkml:trace>
  <inkml:trace contextRef="#ctx0" brushRef="#br0" timeOffset="-81102.53">17558 8318 250 0,'0'0'0'0,"0"0"0"0,0 0 0 0,0 0 0 0,0 0 0 0,0 0 0 0,0 0 226 16,0 0-96-16,0 0-49 0,0 0-24 0,0 0 87 16,0 0-47-16,0 0-36 0,0 0 26 0,0 0-27 15,0 0-1-15,0 0-4 16,0 0-14-16,0 0-8 0,0 0 0 0,0 0 22 16,0 0-22-16,0 0 0 0,0 0 8 0,0 0 18 15,0 0-26-15,0 0-1 0,0 2 1 0,0 2 47 16,0-1-16-16,0 1-8 0,0 2-2 0,0-1 0 15,0 0-21-15,0 1 18 0,1 1-19 0,1-1 1 16,0 3 0-16,-2 2-28 0,2-4 28 0,-2 4 8 16,2 2-8-16,-2-2-22 15,0 3 22-15,0-3-1 0,0 2 1 0,0 0-30 16,0-2 18-16,0 3-27 0,0-1 30 0,0-1 3 16,0 2-8-16,0-3 32 0,0 4-28 0,0-2 1 15,0 0-1-15,0 0-4 0,0 1 5 0,0 1 7 16,0-2-5-16,0 0-5 0,0 0 5 0,0 3-1 15,0-4 2-15,-2 2-24 0,0 0 21 16,0-1 1-16,0 2-15 0,2-1 14 0,-1 1-4 0,1-2-23 16,-2 2 22-16,2 0 2 0,0-1-3 15,0 2-30-15,-2 1-1 0,2-1 35 16,0 0-7-16,0-1 14 0,-2 1-15 0,0-2 2 16,2 1-5-16,-1-1 9 0,1-2-8 0,-2 4 2 15,2-5 5-15,-2 4-5 0,2-4 0 0,-2 2 6 16,2 0-5-16,-2 0 0 0,-1 1 1 0,2-2 23 15,-1 2-22-15,0-1 5 0,0 0-5 0,0 0-3 16,1 0 2-16,-1 0 1 0,0 0 0 16,2-1-16-16,-2 1 15 0,0 0 1 0,0 0-24 0,2-2 0 15,-1 2 20-15,1-1-26 16,-2 1-3-16,2-2 24 0,-2 3 2 0,2-3-30 16,-2 2 28-16,2-2-4 0,-2 3 3 0,2-2-25 15,-2-1 23-15,2 3-3 0,0-3 2 0,0 0 3 16,0 5-3-16,0-5-1 0,0 0-8 0,0 1 7 15,0 1 1-15,0-3-13 0,0 6 13 0,0-3-1 16,0 0 0-16,0 2-12 0,0-2 12 0,0 2-1 16,0 0 0-16,0-2-7 15,0 1 7-15,0-1-1 0,2-4-3 0,0 4 3 0,-2-3 0 16,2 0 0-16,0 1 0 0,0 0 0 16,-1-2 0-16,1 0-13 0,0 0 13 0,0 2-1 15,0-1 1-15,0 1-1 0,-1 1 1 0,1 1-2 16,0-2 2-16,0 1 2 15,0-3-3-15,-1 1 0 0,2-1 0 0,-1 0 1 0,0-2-1 0,0 1 0 16,0-1-8-16,-2-1 8 0,0 2 0 0,0-2-36 16,1 1 35-16,-1-2 0 0,0 1-1 0,0 1-11 15,0-4 10-15,0 2-2 0,0-3 2 0,0 2-10 16,0-3 10-16,0-1-4 16,0 2 2-16,0-2-32 0,0 0 0 0,0 0 29 15,0 0-38-15,0 0-4 0,0 0 38 0,0 0-192 16,0 0 91-16,0-5 36 0,0-7 26 0,0-4-578 15,2-3 291-15</inkml:trace>
  <inkml:trace contextRef="#ctx0" brushRef="#br0" timeOffset="-80609.41">17832 9301 405 0,'-2'-4'0'0,"2"-1"0"0,-4 3 0 0,1-3 0 0,1 2 0 0,-2 0 0 0,0 2 125 0,2-2-47 0,0 0 174 15,0 3-109-15,2 0-48 0,0 0-35 0,0 0 190 16,0 0-109-16,0 0-54 0,0 6-27 0,2 1 113 15,4 3-75-15,2-2-32 0,-1 3 0 0,2 1 226 16,3-1-130-16,-3 0-56 0,2 1 88 0,-1 0-81 16,-1 0-40-16,2 1-59 0,-1-2 19 0,-1 2 8 15,0-1-9-15,2-3-154 16,-6-1 77-16,0 2 39 0,1-3-1 0,-1-2-273 16,-1-1 130-16,-2 1 87 0,0-4-10 0,0-1-191 15,-2 0 72-15,0 0 73 0,0 0-330 0,0 0 208 16,0 0 104-16,0 0-263 0,2-10 183 0</inkml:trace>
  <inkml:trace contextRef="#ctx0" brushRef="#br0" timeOffset="-80311.97">18094 9242 1047 0,'0'-6'0'0,"0"4"0"0,0-2 0 0,0 2 0 0,-3 0 0 0,1 0 0 0,2 0 0 0,-2 1 442 0,0 1-209 0,2 0-100 16,0 0-50-16,-2 0 249 0,1 0-141 0,-3 5-83 15,-1 8 31-15,-1 5-53 0,-2 4-26 0,1 2 158 16,-3 6-85-16,1 2-54 0,-1 2-23 0,-1 4 71 16,-1-3-48-16,2 3-22 0,-1-3 7 15,-3 1-46-15,3 0 15 0,0-2 0 0,1 0-1 16,1-4-96-16,2-6 56 0,-2 6 17 16,4-10-50-16,0 3 38 0,1-2-1 0,-2-2-70 15,3-3-40-15,-1-2 33 0,0-3 42 0,0-1-186 16,2-3 102-16,-2-5 30 0,4 1 26 0,-3-3-181 15,1 0 103-15,0 0 56 0,0 0 28 0,1-9-320 16,1 0 166-16,0-6 95 0,0-2-279 0,0 0 183 16,5-2 92-16,4-3 45 0,3 1-141 15</inkml:trace>
  <inkml:trace contextRef="#ctx0" brushRef="#br0" timeOffset="-80105.58">18239 8985 1697 0,'2'-10'0'0,"0"6"0"0,0 2 0 0,1 0 0 0,-2 0 0 0,-1 0 0 0,0 2 0 0,0 0 0 0,0 0 211 16,0 0-89-16,0 0-20 0,4 0-26 0,0 6-9 16,1 4-34-16,-1-1-39 0,-1 6 1 0,-1 0 38 15,0 2 8-15,0 2-327 0,-2-1 159 0,0 3 80 16,0 0 40-16,0 2-534 0,0-3 269 0</inkml:trace>
  <inkml:trace contextRef="#ctx0" brushRef="#br0" timeOffset="-79886.19">18349 9196 734 0,'1'0'0'0,"1"0"0"0,-2 0 0 0,0 0 0 0,0 0 0 0,0 0 110 0,-5 1-30 0,-5 8-8 0,1 2 324 15,1 4-181-15,-1 2-92 0,-1 2-44 0,3 3 260 16,-2 5-157-16,3-1-75 0,2-6-37 0,0 9 129 16,4-9-84-16,0 5-100 15,0-2-9-15,2-2 26 0,8-3 1 0,1-2-325 16,0-2 162-16,3-3 90 0,2-2 32 0,-2-1-214 16,2-4 80-16,0-2 79 0,0-2-48 0,-1 0-499 15,-2 0 293-15</inkml:trace>
  <inkml:trace contextRef="#ctx0" brushRef="#br0" timeOffset="-79650.79">18482 9294 1458 0,'0'-6'0'0,"3"0"0"0,1 3 0 0,0-1 0 0,2 0 0 0,0 2 0 0,-1 2 0 0,2 0 436 0,3 0-202 0,-2 0-93 15,2 10-58-15,-2 3 83 0,-2 2-67 0,0 2-33 16,-5 3 0-16,1 5 10 0,-2 1-8 0,0-2-127 15,-7 5 47-15,-5-5 21 0,-1 3 1 0,0-4-195 16,-5 2 104-16,-2-4 57 0,4-2 28 0,-5-4-320 16,4-4 127-16,-3 0 92 15,-3-1-11-15,2-4-230 0,3-3 153 0,2-3 75 16,5 0 40-16,2 0-108 0,3-3 77 0,4-9 35 16,2-5-250-16</inkml:trace>
  <inkml:trace contextRef="#ctx0" brushRef="#br0" timeOffset="-79442.36">18660 9271 964 0,'2'-7'0'0,"-2"3"0"0,0 1 0 16,0 1 0-16,0 0 0 0,-7 0 0 0,-1 0 510 0,0 2-231 0,1 0-127 0,0 0-59 0,1 0 298 16,-2 9-178-16,4 2-91 0,1 2-36 0,3 5 40 15,0 0-47-15,0 1-69 0,0 4 22 0,2-2 1 16,7-1 8-16,3 0-220 0,0-1 105 0,0-2 54 15,3-2 26-15,-1-2-432 0,0-1 220 0,-1-4 42 16,0-3 82-16,0-2-483 0,-1-3 266 0,-3 0 133 16,-2 0 58-16</inkml:trace>
  <inkml:trace contextRef="#ctx0" brushRef="#br0" timeOffset="-79252.86">18781 9194 1055 0,'1'-7'0'0,"1"1"0"0,0 2 0 0,2 3 0 0,1-1 0 0,3 0 0 0,2 2 141 0,0 0-45 0,6 0 427 16,-1 9-245-16,2 4-122 0,1 5-62 0,-2 2 281 16,0 5-163-16,-2 0-94 0,-2 6-42 0,-4 2 85 15,-2 3-65-15,-4 10-31 16,-2-9 8-16,0 11-88 0,-12-4 23 0,-4-1 1 16,-2-3-341-16,2-2 182 0,-1-10 99 0,-2 3-283 15,-2-5 182-15,2-1 20 0,1-8 68 0</inkml:trace>
  <inkml:trace contextRef="#ctx0" brushRef="#br0" timeOffset="-75619.08">27184 8604 534 0,'-4'0'0'0,"4"0"0"0,-1 0 0 0,-3 0 0 0,3 0 0 0,1 0 0 0,-2 0 0 0,2-1 135 0,0-1-43 0,0 2-33 0,0 0 46 16,0 0-36-16,0 0 0 0,0 0-36 0,0 0 86 15,0 0-47-15,0 0-1 16,0 0-38-16,0 0 44 0,0 0-21 0,0 0 7 16,0 0-68-16,0 0-1 0,0 0 39 0,0 0-37 15,0 0-1-15,0 0 46 0,0 0-8 0,0 0-13 16,2 2 11-16,-1-1 1 0,4 3-22 0,-4 2 39 16,4 0-38-16,-3 3 13 0,-1 2 46 0,-1 6-22 15,0 2-1-15,0 2-14 0,0 4 38 0,0 0-1 16,-1 2-32-16,-3-1-29 0,1 0 0 0,3-3 32 15,0 0-9-15,0 2-36 16,0-4 0-16,0-2 37 0,0-4-1 0,0-2-30 16,0 3 6-16,0-7-1 0,0 2-40 0,0-4 27 15,0 1-15-15,0-3 43 0,0-2-74 0,0 0 32 16,0-1 6-16,0-2-102 0,0 0 53 0,0 0 24 16,0 0 0-16,0 0-171 0,0 0 96 0,0 0 46 15,0 0 10-15,0 0-356 0,3 0 194 0,4 0 94 16,4 0-133-16</inkml:trace>
  <inkml:trace contextRef="#ctx0" brushRef="#br0" timeOffset="-75426.61">27409 8918 1240 0,'7'0'0'0,"-2"0"0"0,1 0 0 0,1 0 0 0,-6 0 0 0,1 0 0 0,0 0 0 0,-1 0 226 0,2 0-100 0,-1 0-47 0,1 2 246 16,-1 4-147-16,0 5-72 0,-2 0-29 0,0 2 76 15,0 2-61-15,-2 4-29 0,-9 4-59 0,-1-1 28 16,-2-2 9-16,1 0-8 16,-1-1-242-16,2 0 121 0,-2-5 60 0,2 1-465 15,4-5 261-15,-3-1 53 0,5-1 88 0</inkml:trace>
  <inkml:trace contextRef="#ctx0" brushRef="#br0" timeOffset="-74863.33">27705 8576 1046 0,'-7'-13'0'0,"3"10"0"0,3-1 0 0,-1 2 0 0,2 0 0 0,-2 1 0 0,2 1 178 0,0 0-73 0,0 0-36 0,0 0 84 0,2 1-60 0,3 8-22 16,9 1-9-16,-1 1 139 16,4 2-85-16,3 2-41 0,-5-4 41 0,5 3-33 15,-5-3-29-15,2 0 0 0,-1 1-47 0,-2-4 26 16,-4 4 0-16,0-6-117 0,-4 2 54 0,0-3 31 16,1 1 0-16,-6-5-106 0,1 4 67 0,0-5 43 15,-1 0-35-15,-1 0-427 0,0 0 177 0,0 0 125 16,0 0-251-16,3 0 178 0</inkml:trace>
  <inkml:trace contextRef="#ctx0" brushRef="#br0" timeOffset="-74608.52">28029 8434 982 0,'2'-4'0'0,"-1"2"0"0,1 0 0 0,0 2 0 0,-2 0 0 0,0-2 0 0,0 2 0 0,0 0 471 0,0 0-220 0,-5 8-109 0,-3 11 195 16,1 2-152-16,-3 8-68 0,-2 5-46 0,-1 7 94 15,-1 3-67-15,-2 1-32 16,0 4 0-16,-4 1 70 0,2 3-55 0,-4 11-24 16,-1-3-66-16,7-11 21 0,-3 5 9 0,4-7-95 15,-1-1 54-15,4-12 26 0,-1 3 1 0,3-6-191 16,1-8 100-16,2-1 12 0,-2-4 42 0,6-8-145 16,1-3 81-16,0-4 40 0,0-3-270 0,2-1 150 15,0 0 70-15,0 0 36 0,0-8-191 0,0-4 113 16,6-2 49-16,3-2-303 0,4-5 184 0</inkml:trace>
  <inkml:trace contextRef="#ctx0" brushRef="#br0" timeOffset="-74334.19">28277 8251 1529 0,'0'-9'0'0,"0"2"0"0,-2 1 0 0,2 1 0 0,0-1 0 0,-3 2 0 0,3 2 0 0,-1 0 238 0,1 0-102 0,0 2-52 16,0 0 80-16,0 0-66 0,0 0-24 0,0 12-10 15,0 1 0-15,0 3-31 0,0 2 0 0,0 5-63 16,0-3 40-16,-5 8-8 0,-2-3 30 15,1-1-336-15,3-2 167 0,-2 1 86 16,0-1-528-16,1 5 242 0,0-7 155 0</inkml:trace>
  <inkml:trace contextRef="#ctx0" brushRef="#br0" timeOffset="-74017.64">28321 8744 379 0,'0'-13'0'0,"0"4"0"0,0 2 0 0,0-2 0 0,0 3 0 0,-6 1 0 0,0 2 384 0,-2 0-180 0,-4 3-86 15,2 0-42-15,-3 3 234 0,-3 9-138 0,3 4-61 16,-1 2 147-16,1 4-112 0,5 3-56 0,0 0-29 15,2 1 93-15,5-1-52 16,1 4-38-16,0-1-8 0,1-2-1 0,5 1-22 16,5-3 0-16,1-3-120 0,-2 2 56 0,6-2 32 15,-2-4 0-15,-2 1-284 0,3-5 131 0,-2 0 94 16,2-5-523-16,-1 0 274 0,1-7 138 0,0-1 67 16,-2 0-306-16,2-1 179 0,-5-15 103 0</inkml:trace>
  <inkml:trace contextRef="#ctx0" brushRef="#br0" timeOffset="-73762.33">28436 8813 598 0,'-2'-6'0'0,"1"3"0"0,-1 1 0 0,0-2 0 0,2 2 253 16,0 0-114-16,0-2-53 0,0 3-27 0,4-1 411 16,6 0-219-16,3 0-101 0,4 2 146 0,-4 0-131 15,6 0-67-15,-3 10-32 0,1 1-59 0,0 0 34 16,-5 4-8-16,0 0-108 0,-1 4 55 0,-4-1 26 15,-2 2 8-15,-3 2-67 16,-2-2 42-16,0 5 23 0,-11-4-1 0,-3-1-173 16,0-3 37-16,-7 3 65 0,3-10-197 0,0 1 116 15,-4-3 35-15,4-2 36 0,0-3-176 0,-1-3 111 16,4 0 51-16,1 0-197 0,5-2 125 0,4-7 61 16,1-2 23-16,4-4-214 0,0-4 127 0,7-2 63 15</inkml:trace>
  <inkml:trace contextRef="#ctx0" brushRef="#br0" timeOffset="-73539.92">28707 8789 1065 0,'5'-8'0'0,"-2"1"0"0,1 1 0 0,-2 1 0 0,-2-1 0 0,0 0 0 0,-6 4 0 0,-7 0 267 0,2 2-117 0,-5 0-58 16,0 10 219-16,-4 7-143 0,4 2-68 0,8-2 61 15,-2 3-63-15,2 3-34 0,8-1 10 0,0 0-20 16,0-1 1-16,0 0-23 0,3-4-66 0,6-1 34 15,2 2 7-15,-2-5 26 0,2 0-101 16,1 0 51-16,-2-2 25 0,-1-1-1 16,0-3-352-16,2-1 141 0,-4-1 100 0,0-1-384 15,2 0 227-15,-2-3 115 0,1-1 48 0,-3 0-298 16,2 0 181-16,-2-10 92 0</inkml:trace>
  <inkml:trace contextRef="#ctx0" brushRef="#br0" timeOffset="-73327.36">28839 8689 1117 0,'0'-9'0'0,"0"5"0"0,6 0 0 0,-1 1 0 0,1-1 0 0,4 2 0 0,2 2 125 15,1 0-47-15,3 0-14 0,-2 8 367 0,2 3-199 16,0 6-99-16,-5-1 99 0,5 9-99 0,-6-5-42 16,0 10-33-16,-4 1-3 0,-5-3-22 0,1 4 0 15,-2 0-1-15,0-1-78 0,-9 1 35 0,-4 0 22 16,-2-3-168-16,-2-3 95 15,-1-2 48-15,4-3 27 0,-8 0-162 0,4-7 36 16,1-2 58-16,-1-3-443 0,3-1 232 0,2-4 109 16,0-3 66-16</inkml:trace>
  <inkml:trace contextRef="#ctx0" brushRef="#br0" timeOffset="-73044.42">29089 8453 841 0,'0'-11'0'0,"0"5"0"0,0 4 0 0,2-2 0 0,3 2 0 0,1 0 0 0,3 2 418 0,3 0-196 0,2 6-95 0,7 11 202 0,-2 3-149 15,3 1-73-15,-1 9 175 0,2 6-129 0,-8 1-60 16,2 5-30-16,-9-1 77 0,-3 4-53 0,0 4-19 15,-5 2-9-15,0 3 120 16,-7 8-74-16,-11-6-35 0,2-7-1 0,-7 6-75 16,0-7 16-16,0 0-1 0,-4-7-292 0,0-4 158 15,0-2 79-15,2-12 47 0,-3 0-819 0,-1-4 397 16,6-4 173-16</inkml:trace>
  <inkml:trace contextRef="#ctx0" brushRef="#br0" timeOffset="-65782.25">29806 8439 197 0,'1'-9'0'0,"2"3"0"0,-3 1 0 0,0 0 0 0,2-2 0 0,-2 2 157 16,0-1-54-16,0 0-39 0,0 3 0 0,0-1 5 15,0-2-1-15,0 3-27 0,0-1 43 0,0 0-26 16,0 1 0-16,0 0-25 0,0 1 51 0,0 1-17 16,0-2-9-16,0 3 4 0,0 0-1 0,0 0-28 15,0 0 0-15,0 12-29 0,-2 9 28 0,-7 3 1 16,-5 3 0-16,-1 5 36 16,-2 1-1-16,-1 3-27 0,-4 7 4 0,2-5-12 15,0 2 0-15,1-1 0 0,-3 0-17 0,6-3 25 16,-1 0-8-16,1-3 0 0,2-1-36 0,-1-3 0 15,3-1 36-15,1-6-63 0,2-1 26 0,-1-4 8 16,3-2 0-16,2-3-84 0,-1-4 48 0,1 0 19 16,-1-4-78-16,5-3 37 0,-1 1 29 0,0-2-2 15,1 0-204-15,1 0 85 0,0 0 65 0,0-2-217 16,6-7 133-16,12-4 66 0,3-2 34 16</inkml:trace>
  <inkml:trace contextRef="#ctx0" brushRef="#br0" timeOffset="-65510.54">29881 8672 1132 0,'3'-9'0'0,"1"3"0"0,-1 1 0 0,-1-1 0 0,-1 2 0 0,-1 2 0 0,0 1 0 0,0-1 0 0,0 2 161 0,0 0-64 0,-3 2-32 0,-9 13 15 0,1 5-16 16,-5 5-7-16,1 5 101 15,-5 7-63-15,2 1-30 0,-1 1-1 0,2-5 16 16,2 4-8-16,-3-3-39 0,3 1-2 0,1-4 1 15,1-2 1-15,3-7 8 0,0 1-40 0,0-4 0 16,4-1 32-16,-1-4-1 0,0-6-28 0,2 1 7 16,1-4 22-16,1-3-72 0,3-1 33 0,-3-2 1 15,1 0 3-15,-1 0-31 0,0 0 15 0,1 0 1 16,-2 0 28-16,3-2-132 16,-1-3 55-16,2-1 33 0,0 0-407 0,0-1 206 15,9 1 103-15,7-1 38 0</inkml:trace>
  <inkml:trace contextRef="#ctx0" brushRef="#br0" timeOffset="-65038.37">30261 8682 489 0,'-9'-8'0'0,"4"5"0"0,0-1 0 0,0 0 0 0,2 1 0 0,-2 0 0 0,0 2 0 0,-2-1 69 0,2 2-1 0,-3 0-35 16,-3 0-1-16,0 11 108 16,0 7-58-16,-3 3-24 0,-1 4 88 0,0 3-56 15,-2 2-29-15,2 2 9 0,2 2 88 0,1 0-62 16,3-4-32-16,4 1 70 0,1-3-50 0,4-5-18 15,0 2-8-15,1 1-16 0,7-9-9 0,6 1 0 16,-1-3-1-16,6-1-44 0,-3-3 18 0,1-2 0 16,1-3-185-16,0-1 106 0,-1-5 51 0,5 0-3 15,2 0-364-15,0 0 156 0,-2-3 106 0,4-8-264 16,-3-2 179-16</inkml:trace>
  <inkml:trace contextRef="#ctx0" brushRef="#br0" timeOffset="-64601.56">30633 8457 954 0,'0'-18'0'0,"0"11"0"0,0 5 0 0,0 0 0 0,0 0 0 0,0 0 0 0,0 2 0 0,0 0 0 0,0 0 172 0,0 14-70 0,0 6-35 0,0 3 109 15,1 3-72-15,1 6-27 0,0 0-9 0,-1 4 21 16,2-1-28-16,-3 0 0 0,0 2-28 0,0-2 25 15,0 1-25-15,0-2 0 0,0 0-23 0,0-5 0 16,0 0 23-16,0-8 8 0,0-1-69 0,0-3 31 16,0-7 0-16,0-1-46 0,0-5 35 0,0-1 6 15,0-3-6-15,-4 0 35 0,-1 0-12 0,-3-5-17 16,2-6 13-16,-1-3-45 0,-1-1 21 16,-3-2-4-16,3-1 25 0,-3-2 2 15,0 0-2-15,-2 3-47 0,2 1-112 0,-3 2 68 16,-1 3 39-16,0 4-41 0,-1 1 30 0,-5 6 11 15,2 0-1-15,-2 7 81 0,-1 8-29 0,5 2-21 16,4 2-18-16,-6 7 210 0,8-1-95 0,3-1-36 16,1 0-27-16,2-3 110 0,5 2-61 0,0-2 2 15,0-3 106-15,0 1-58 0,7-5-43 0,4 2-22 16,1-4 8-16,6-3-29 0,-3-4 0 0,5 1-175 16,1-6 88-16,-2 0 43 15,5 0-336-15,1 0 162 0,1-6 95 0,-3-3 18 16,0-2-375-16,-1-1 208 0,0 1 94 0,3-5 61 15,-4-2-124-15,3-3 88 0</inkml:trace>
  <inkml:trace contextRef="#ctx0" brushRef="#br0" timeOffset="-64360.21">30793 8764 1065 0,'0'-13'0'0,"0"6"0"0,0 3 0 0,0-2 0 0,0-3 0 0,8 4 0 0,0-3 0 0,5 4 0 0,1 0 188 0,2 3-82 0,2-2-36 0,-3 3 247 16,1 0-142-16,3 0-71 0,-6 8-27 0,1 4 91 15,-3-1-68-15,2 2-33 0,-7 3-2 0,-1 2 0 16,-5 2-24-16,0 3-8 0,0-1-39 0,-5 3 39 16,-10-1 0-16,-3-1-69 0,-3-1 42 0,-4 1-7 15,2-4 33-15,-3-5-145 0,-1 1 43 0,1-5 45 16,1-2-239-16,-3-1 130 16,1-1 40-16,7-5 41 0,1 1-243 0,3-2 132 15,5 0 57-15,3 0 41 0,4 0-180 0,2 0 106 16,2-2 54-16,6-3-86 0,13-4 62 0,5-4 42 15</inkml:trace>
  <inkml:trace contextRef="#ctx0" brushRef="#br0" timeOffset="-64118.86">31173 8656 452 0,'12'-17'0'0,"-9"7"0"0,2 2 0 0,-2 1 0 0,-3 0 0 0,0-1 0 0,-8 4 299 0,-6 2-133 0,-2 2-67 16,-3 0 127-16,-6 4-89 0,4 11-56 0,-4 6-24 15,1 2 65-15,2 3-45 0,4 0-22 0,3 3 53 16,3-2-42-16,4 3 1 0,2 0-34 0,5 0 42 16,1-2-20-16,0-3 7 0,1 3-29 0,12-5 28 15,-2 0-1-15,3-7-27 0,0 1-76 0,2-2 46 16,0-2-8-16,3-3 38 16,-3-5-275-16,1 1 134 0,1-2 47 0,1-3-414 15,-6-1 229-15,6 0 111 0,-4 0 26 0,-2 0-120 16,-1 0 99-16,2 0 40 0</inkml:trace>
  <inkml:trace contextRef="#ctx0" brushRef="#br0" timeOffset="-63968.26">31359 8992 844 0,'4'0'0'0,"4"0"0"0,-3 0 0 0,-4 0 0 0,4 0 0 0,-5 0 0 0,3 0 107 16,-3 0-37-16,0 7-1 0,0 4 154 0,0 5-87 15,-9 0-55-15,-4 3-25 0,-3 2 29 0,1 0-26 16,-2-3-1-16,3-1-231 0,-2 2 99 0,1-2 53 15,3-2 27-15,-1-2-390 0,4-3 204 0,1-3 70 16</inkml:trace>
  <inkml:trace contextRef="#ctx0" brushRef="#br0" timeOffset="-63482.14">31846 8379 728 0,'5'-15'0'0,"5"14"0"0,-2 1 0 0,-1 0 0 15,-2 0 0-15,-2 0 61 0,0 3-1 0,3 8-38 0,-4 2 124 0,1 4-61 16,-1 6-26-16,-1 4 143 16,1 1-84-16,-2 2-43 0,0 1-13 0,0 4 96 15,0-2-62-15,0-1-32 0,0 2 1 0,-3 1 68 16,-2-1-41-16,-3 2-34 0,0-2-4 0,-2-2-21 15,4-1 0-15,-5 2-1 0,5-9 0 0,-4 4 1 16,5-9 0-16,-4-2 0 0,7-7-72 0,-1-4 36 16,0-1 8-16,3-3-111 0,0-2 67 0,-5 0 11 15,4 0 24-15,-3-7-78 0,1-2 45 0,-3-6 0 16,3 2-136-16,0-4 72 0,-2-2 42 16,0-1 9-16,0-2-163 0,0 3 94 15,-4 0 43-15,1 2-8 0,0 4 25 0,-3 1 1 16,0 5 17-16,-2 0 63 0,-1 4-27 0,-2 3 0 15,0 0-27-15,2 0 177 0,0 4-97 0,1 6-37 16,0-1 244-16,2 4-132 0,3 1-36 0,-1 0-42 16,4 3 186-16,2-1-104 0,1 2-45 15,2-1-25-15,0 2 33 0,0-2-28 0,2 0 8 16,4-1-37-16,5-3 0 0,0 1-1 16,-1-2 1-16,4-3-78 0,-1-4 47 0,3 1-9 15,1-6-275-15,-1 0 152 0,4 0 54 0,-2 0 49 16,3 0-502-16,-2-4 248 0,3-3 125 0,3-2 61 15,-4-3-157-15</inkml:trace>
  <inkml:trace contextRef="#ctx0" brushRef="#br0" timeOffset="-63300.48">32025 8789 907 0,'-3'-4'0'0,"1"2"0"0,2 2 0 0,-1 0 0 0,-1-2 0 0,2 2 0 0,0 0 0 0,0 0 0 0,2 4 443 16,7 5-209-16,1 1-100 0,2 5 173 0,0 0-137 15,-1 0-68-15,1 2-27 0,1-2-47 0,1 1 4 16,-4 0 1-16,1-3-281 0,-2 0 140 0,-2-2 79 16,3 0 27-16,-6-3-210 0,6-1 123 0,-6-1 60 15,3-2-24-15,-1-2-598 0</inkml:trace>
  <inkml:trace contextRef="#ctx0" brushRef="#br0" timeOffset="-63074.76">32309 8749 804 0,'4'-5'0'0,"-1"3"0"0,-2 0 0 0,1 0 0 0,-2 1 0 0,0 1 0 0,0 0 0 0,-3 1 315 0,-10 18-141 15,-6 3-71-15,-4 9 231 0,-3 4-151 0,-6 5-67 0,0 1-46 16,-4 2 146-16,1 1-92 0,0 0-46 16,-2 2-22-16,1-2 38 0,6-1-34 0,1-1-1 15,5-3-71-15,4-9 23 0,2 1-1 0,3-7 31 16,3-1-208-16,2-5 101 0,1-3 49 0,4-6 25 15,4-2-416-15,1-4 161 0,0 1 121 0,0-4-367 16,0 0 230-16,6 0 115 0,8-2 49 0,1-7-102 16</inkml:trace>
  <inkml:trace contextRef="#ctx0" brushRef="#br0" timeOffset="-62756.74">32473 8569 912 0,'9'-8'0'0,"4"7"0"0,4-3 0 0,-4 2 0 0,1 0 0 0,-4 2 0 0,3 0 0 0,2 0 0 0,3 8 307 0,-5 7-141 16,0 2-66-16,-1 7 140 0,-6 0-104 0,-1 5-52 15,-3 2-17-15,-2 6 101 0,0 5-68 0,-10 1-33 16,-4 3 52-16,0-1-43 0,1-6-14 0,-5 8-7 16,6-13 50-16,-1 4-36 0,-4-4 1 0,6-2-38 15,-4-5-20-15,1-1 21 16,0-4 0-16,0-6-194 0,1-1 97 0,0-3 49 16,-3-3 32-16,2-2-513 0,3 0 248 0,3-3 82 15,1 1 75-15,-2-2-490 0,3 2 266 0</inkml:trace>
  <inkml:trace contextRef="#ctx0" brushRef="#br0" timeOffset="-62584.56">32719 9439 1726 0,'0'-10'0'0,"8"10"0"0,-2 0 0 0,-3 0 0 0,-1 0 0 0,-2 2 0 0,0 4 0 0,0 1 78 0,-7 1-23 16,1 1 0-16,-3-2-468 0</inkml:trace>
  <inkml:trace contextRef="#ctx0" brushRef="#br0" timeOffset="-23094.42">16016 10192 571 0,'0'-4'0'0,"0"2"0"0,0-3 0 0,0 5 0 0,0-5 0 0,0 4 0 0,0-1 0 0,0 0 0 0,0 0 119 16,0 2-44-16,0-2-12 0,0 2 50 0,0 0-40 16,0 0 0-16,0 0-40 0,0 0 72 0,0 0-41 15,0 0 1-15,0 0 4 0,0 0 1 0,0 0-38 16,0 0 9-16,-5 0 57 16,-1 0-33-16,-4 8 0 0,1 1-32 0,-4 4 18 15,-2 0-10-15,-2 6-9 0,0-2 1 0,-2 4 3 16,1-1-3-16,-3 1 0 0,3 1 13 0,-3-1-13 15,0 2 0-15,1-1-1 0,-1 3-37 0,0-3-1 16,4-3 47-16,-4 7-45 0,2-7 10 0,6 0 1 16,-2-4 13-16,4 2-62 0,2-4 28 15,2 0-5-15,-2-4 20 0,4 1-38 16,-1-3 17-16,3-2 0 0,1-1-12 0,0 1 0 16,2-4 24-16,0-1-33 0,0 0-4 0,0 0 41 15,0 0-8-15,0 0-36 0,0 0 16 0,0 0 0 16,0 0 13-16,0 0-165 0,0-7 67 0,4-6 49 15,7 1 6-15,2-1-313 0,2 0 171 0</inkml:trace>
  <inkml:trace contextRef="#ctx0" brushRef="#br0" timeOffset="-22625.09">15973 10214 743 0,'2'0'0'0,"0"0"0"0,0 0 0 0,-2 0 0 16,0 0 0-16,0-2 0 0,0 2 0 0,0-2 275 0,0 2-121 0,0 0-60 0,0 0 111 0,0 0-89 15,0 0-42-15,0 0-2 16,0 0 1-16,0 0-40 0,0 0 8 0,0 0-1 16,0 0-8-16,0 0 1 0,0 0 0 0,0 0 18 15,2 0-18-15,-1 0-1 0,1 0 1 0,0 2 49 16,0 0-24-16,0 2 7 0,1 0-8 0,1 2 0 15,1-1-24-15,-2-1 11 0,1 3-11 0,1 1 8 16,1 1-8-16,-1 1-35 16,2 0 35-16,-4 2-1 0,3 0 1 0,-1 1-29 0,1 1 29 15,-3 1 0-15,4 0 1 0,-2 1-2 16,-1 0-8-16,1 1 1 0,-1 1 0 0,1 2-1 16,-1-1 3-16,2-2-22 0,-2 2-2 0,0 0 28 15,1-3-5-15,-1 3-42 0,-1-3 1 0,-1 0 36 16,5-3 1-16,-5-2-21 0,1-1-4 0,1-1 15 15,-2-1 0-15,1-3-2 0,-1-1 5 0,0-2-6 16,0 1 8-16,0-3-7 0,-1 0 3 16,-1 0 6-16,0 0-6 0,0 0 3 15,0 0-2-15,0 0 9 0,0 0-8 0,0 0 0 16,0 0 0-16,0 0-45 0,0 0 19 0,0 0-1 16,0 0 24-16,0 0-80 0,0 0 38 0,0 0 13 15,0 0-330-15,2 0 150 0,0 0 88 0,4 0 18 16</inkml:trace>
  <inkml:trace contextRef="#ctx0" brushRef="#br0" timeOffset="-361.4">16337 9854 176 0,'0'0'0'0,"0"0"0"0,0 0 0 0,0 0 0 0,0 0 0 0,0 0 0 0,0 0 83 16,0 0-16-16,0 0-1 0,0 0 1 0,0 0-34 16,0 0-1-16,0 0 42 0,0 0-33 0,0 0-8 15,0 0-1-15,0 0 20 0,0 0-19 0,0 0 0 16,0 0 8-16,0 0 4 0,0 0-13 0,0 0 1 15,0 0 35-15,0 0-27 0,0 0-8 0,0 0 24 16,0 0-24-16,0 0 0 0,0 0 0 0,0 0-14 16,0 2-7-16,0-2 20 15,0 0 1-15,0 0-21 0,0 0-1 0,0 1 30 16,0-1-8-16,0 0-29 0,0 0 26 0,0 0 0 16,0 0-27-16,0 0 24 0,0 0-2 0,0 0 14 15,0 0-14-15,0 0-1 0,0 3 0 0,0-3 54 16,0 0-29-16,0 1 4 0,3-1-24 0,-1 0 42 15,-1 0-39-15,1 0 11 0,0 0-10 0,-2 0-27 16,2 0 27-16,0 0-1 0,-1 0-15 0,1 0 24 16,0 0-8-16,-2 0-26 15,2 0 0-15,-2 0 21 0,2 0 3 0,-2 0-22 16,0 0-6-16,2 0 18 0,-2 0 5 0,1 0-42 16,-1 0 39-16,2 0 0 0,0 0-1 0,1 0-27 15,-1 0 25-15,-1 0-3 0,3 0 2 0,-2 0 1 16,1 0-1-16,1 0-30 0,0 0 1 0,-2 0 24 15,1 0 2-15,-1 0-40 0,1 0 38 0,-1 0-4 16,-1 0 3-16,1 0-13 16,0 0 11-16,0 0 0 0,2 0-1 0,-3-1 16 15,1 1-16-15,0 0-2 0,0 0 10 0,0 0-6 16,-1 0-2-16,1 0 31 0,2 0-29 0,-1 0 2 16,0 0-2-16,-1 0-32 0,2 0 32 0,-1 0 2 15,1 0-2-15,2 0-31 0,-3 0 30 0,2 0 1 16,-2 0-2-16,1 0-18 0,0 1 17 0,1-1-3 15,-1 2 10-15,-1-2-7 0,1 2-1 16,-2 0-10-16,3-2 10 0,-2 1-3 16,1 2 2-16,-1-2 19 0,1-1-19 0,0 2 2 15,-1 0-1-15,1-2 14 0,2 2-11 0,-2 0-1 16,0-2-1-16,-1 2 3 0,3-2-2 0,-3 1-1 16,1-1-9-16,1 2 9 0,-2-2 0 0,1 2-15 15,0-2 15-15,-1 2 0 0,1-2 2 0,1 0-14 16,-1 1 11-16,2-1-3 0,0 0 2 0,-3 0-14 15,3 0 14-15,-1 0-1 0,4 0 0 0,-6 0-7 16,5 0 6-16,-5 0 0 0,3 0-1 0,-1 0 1 16,0 0 0-16,0 0 16 0,-1 0-15 0,1 3 0 15,1-3 1-15,-1 0 5 16,3 0-5-16,0 0-1 0,-1 0 0 0,0 0 7 16,2 0-4-16,-2 0-2 0,2 0 2 0,0 0-26 15,-1 0 24-15,1 0 0 0,0 0-30 0,0 0 28 16,0-3-1-16,-2 2-22 0,0-1-2 0,3 2 23 15,-2-2-3-15,-1 2-6 0,0 0 3 0,1 0 3 16,0 0-5-16,1 0 8 0,-2 0-6 0,3 0 1 16,-1 0-2-16,2 0 45 15,1-2-41-15,-1 2-1 0,-2-1 13 0,3 1-11 16,-1-2 3-16,-2 0-9 0,4 0 9 0,-4 0-2 16,0 0 3-16,1 1-2 0,0-2 1 0,-1 3-1 15,1-1 0-15,-3 1 9 0,2 0-9 0,-1 0 0 16,1-2-3-16,-1 2 39 0,1 0-36 0,3 0 1 15,-3 0 26-15,3-2-2 0,2 2-18 0,-1-2 9 16,2 1-9-16,0-2-1 0,2 2 6 0,-2-3-4 16,2 2 0-16,0-2-1 15,0 1 2-15,0-1-16 0,0 2 18 16,0-2-4-16,-2 2-22 0,0 0 0 0,-2 1 19 0,2-2 1 16,0 2-18-16,-1-1 16 0,4-1-3 0,-3 3-2 15,2-1 3-15,0 1 2 0,-1-2-3 0,2 0-16 16,-2 0 16-16,0 1 1 0,-2-2-2 0,-2 2-6 15,1 1 7-15,-2-2 0 0,-1 2 0 0,-3-2-33 16,-1 2 30-16,-3 0 2 16,1 0-15-16,-2 0 13 0,-1 0-3 0,-1 0 15 15,0 0-13-15,0 0-1 0,0 0 0 0,0 0 48 16,0 0-22-16,0 0 1 0,0 0-20 0,0 0 37 16,0 0-35-16,0 0-1 0,0 0 7 0,0 0-20 15,-3-2 22-15,-6 2-4 0,-2-2-332 0,-1 0 158 16,1 0 71-16,2 0-761 0,1 1 410 0</inkml:trace>
  <inkml:trace contextRef="#ctx0" brushRef="#br0" timeOffset="710.98">16356 9885 296 0,'-4'-2'0'0,"1"1"0"0,1-1 0 0,0-2 0 0,0 2 123 16,1-4-45-16,-1 3-23 0,2-2 1 0,0-1-20 15,0 0-4-15,0 1 1 0,2-1 0 0,3 0-195 16,4 3 88-16</inkml:trace>
  <inkml:trace contextRef="#ctx0" brushRef="#br0" timeOffset="1162">17421 9876 460 0,'0'0'0'0,"0"0"0"0,0 0 0 0,0 0 0 0,0 0 0 0,0 0 0 0,0 0 60 16,0 0 8-16,0 0-35 0,0 0 0 0,0 0 31 16,0 0 1-16,2 0-33 0,0 0-13 0,-2 0-9 15,1 0 23-15,-1 0-55 0,0 0 27 0,0 0 1 16,0 0 35-16,0 0-37 0,0 0 1 0,0 0 9 15,0 0 15-15,0 0-122 16,0 0 54-16</inkml:trace>
  <inkml:trace contextRef="#ctx0" brushRef="#br0" timeOffset="8735.7">17531 10421 394 0,'-2'-4'0'0,"1"0"0"0,-1-1 0 0,0 1 0 0,-2 0 126 0,1-2-47 0,-1 2-23 16,0-1 1-16,0 1 30 0,0 1-19 0,0 1-8 15,1-2-45-15,-1 0 18 0,1 3 0 0,-1-2-55 16,-3 3 36-16,2 0-9 0,-2 0 28 0,-1 3-42 16,1 11 38-16,-5 7 0 15,5 3 7-15,-2 7 45 0,1 0-29 0,2 5-1 16,3 0-37-16,1-3 62 0,2-7-18 0,0 9 49 15,0-15-38-15,5 2 1 0,7-6-37 0,-1-3-54 16,2-6 35-16,0-1-8 0,2-6 27 0,1 0-93 16,-2 0 47-16,3-13 22 0,-2-9 9 0,1-8-142 15,0-10 70-15,-2-1 20 0,-3-2-69 0,-1-5 34 16,0 0 32-16,0-5-11 0,-3-1-103 0,1-11 47 16,-1 6 37-16,-1 6-3 0,-1 1 9 15,-1 13 28-15,-2 4 1 0,0 15 102 16,0 8-51-16,-2 3-34 0,0 2 8 0,0 7 192 15,0 9-102-15,-2 23-35 0,-4 10-30 0,1 1 202 16,-1 5-105-16,3 2-26 0,1 4 58 0,0-2-49 16,0 1-32-16,2-8 112 0,0 7-77 0,0-14-34 15,0-1 0-15,2-3-98 0,7-6 32 0,-2-5 7 16,3-4 25-16,-1-5-336 0,2-2 168 0,-2-5 84 16,5-3 42-16,-5-2-561 0,5-2 277 15</inkml:trace>
  <inkml:trace contextRef="#ctx0" brushRef="#br0" timeOffset="8948.44">17839 10390 935 0,'6'-3'0'0,"2"1"0"0,-1 0 0 0,-1 0 0 0,-1 2 0 0,1 0 0 0,0 0 182 0,1 2-75 0,2 8-37 0,-3 2 151 16,2 4-95-16,-2 3-38 15,-1 4-32-15,-3 0 4 0,0 4-1 0,-2-3-26 16,0 2-136-16,-6 3 76 0,-5-6 26 0,-4 3-1 15,0-4-117-15,-2-4 76 0,-2-1 38 0,2-3-112 16,0-3 67-16,-1-2-14 0,8-3 34 0,1-2-244 16,1-3 123-16,7-1 37 0,1 0 45 0,0 0-142 15,10-13 89-15,8-4 44 0</inkml:trace>
  <inkml:trace contextRef="#ctx0" brushRef="#br0" timeOffset="9095.1">18071 10396 605 0,'2'-11'0'0,"-2"7"0"0,0 2 0 0,-2 2 0 0,-8 0 0 0,-3 6 0 0,-2 14 469 16,2 3-218-16,0 6 201 0,1 0-210 0,3 3-105 16,3 0-44-16,6 0-5 0,0-2-28 0,0-3 0 15,13-3-28-15,6-4-164 0,2-5 91 0,8-1 33 16,4-8 20-16,1-6-473 0,2 0 247 0</inkml:trace>
  <inkml:trace contextRef="#ctx0" brushRef="#br0" timeOffset="9661.84">17973 8625 264 0,'-10'-13'0'0,"3"4"0"0,-2-1 0 0,2 1 0 0,-2 1 0 0,0 3 0 0,0 1 113 15,3 2-40-15,-2 2 0 0,3 0 23 0,-1 6-35 16,1 11-1-16,-1 5 25 0,4 1-26 0,-2 1 8 16,2 6-35-16,2-3 54 0,0-7-27 0,0 3 0 15,0-4-27-15,2-2-14 0,4-6-10 0,2-4 25 16,-1-1 0-16,0-2-35 0,2-4 0 0,2 0 43 16,-1-6-75-16,1-15 28 0,-1-5 1 0,0-4-90 15,-1-4 50-15,1-3 18 16,-3-1-2-16,-2-7-105 0,1 4 65 0,-3-3 33 15,2 2-2-15,-3 4-50 0,0-2 36 0,0 4 7 16,-1 13-1-16,-1-1 98 0,0 13-39 0,0 0-13 16,0 6 71-16,0 3-45 0,0 2-24 0,-1 15 174 15,-3 7-90-15,0 5-24 0,4 0-30 0,0 4 174 16,0 1-89-16,0 0-29 0,2 0-28 16,4-2 21-16,1 0-8 0,0-4-40 15,3 0-1-15,-3-5-98 0,3 1 50 0,-1-1 32 16,1-2-103-16,-1-2 60 0,0-4 30 0,1-2-334 15,1-3 166-15,-2-5 59 0,5-3 50 0,-3 0-327 16,-2-5 175-16</inkml:trace>
  <inkml:trace contextRef="#ctx0" brushRef="#br0" timeOffset="9796.48">18207 8479 738 0,'2'-2'0'0,"0"0"0"0,-2 2 0 0,0 0 0 0,2 0 0 0,-2 0 0 0,2 0 0 0,-1 0 262 16,2 0-119-16,1 2-55 0,1 3-28 0,1 1 43 15,-1 2-35-15,1-1 8 0,4 1-343 0,-5 0 149 16,4-3 76-16,1 0-224 0,-2-2 143 0</inkml:trace>
  <inkml:trace contextRef="#ctx0" brushRef="#br0" timeOffset="9930.14">18416 8332 1209 0,'0'-1'0'0,"0"1"0"0,-2 0 0 0,-7 3 0 0,-3 16 0 0,-2 7 0 0,-5 10 0 0,-2 9 0 0,-7 14 430 0,-2-2-199 0,-6 7-99 16,-2 2-50-16,-3 4-46 0,2 0 5 0,3 1-8 16,4-6 0-16,6 0-568 0</inkml:trace>
  <inkml:trace contextRef="#ctx0" brushRef="#br0" timeOffset="14540.73">20221 9681 884 0,'-4'0'0'0,"-3"0"0"0,1 0 0 0,2 0 0 0,3 0 0 0,1 0 0 0,-2 0 0 0,2 0 324 0,0 0-146 0,0 0-65 16,2 0-44-16,9 0 161 0,8 0-99 0,4-2-49 16,4 1-24-16,1-6 134 0,4 1-84 0,0-1-37 15,-2 0-11-15,2-1-1 0,-2 2-26 0,-4 0-65 16,6 1 28-16,-5 1 0 0,-6 1 37 0,-3 1-337 15,-1 0 169-15,-4 0 91 0,-1 0 34 0,-5 1-639 16,-1-2 309-16,-5-2 149 0</inkml:trace>
  <inkml:trace contextRef="#ctx0" brushRef="#br0" timeOffset="14747.17">20560 9318 966 0,'-5'0'0'0,"3"0"0"0,2 0 0 0,0 4 0 0,0 3 0 0,8 0 0 0,3 1 365 15,7 0-166-15,0 5-75 0,5 1 130 0,-2-1-110 16,-1 2-56-16,1 2 148 0,-2-1-102 0,-5 1-42 16,1 0-34-16,-1 2-67 0,-4 0 21 0,-6 0 0 15,1 5 21-15,-5-1-102 0,0 4 47 0,-10-2 27 16,-7 0-171-16,-2-2 99 16,-2-1 50-16,1-5-198 0,-6 1 112 0,3-3 2 15,-2-2 46-15,3-1-494 0,0-1 258 0</inkml:trace>
  <inkml:trace contextRef="#ctx0" brushRef="#br0" timeOffset="15075.63">20334 9955 613 0,'-6'7'0'16,"4"3"0"-16,2-4 0 0,-2-1 0 0,2-3 0 0,0 3 410 0,0 0-188 0,0 4-95 16,6-5-39-16,8 5 400 0,0-1-228 0,2-3-113 15,2 1 112-15,1-2-114 0,-1-1-47 0,3-3-146 16,2 0 40-16,-3 0 0 0,1 0 41 0,0 0-110 15,-1-3 63-15,-3-7 19 0,-2-1 1 0,-3-2-306 16,-3-3 166-16,-4 0 82 0,-3-3-61 0,-2 0-252 16,0-5 159-16,-4 1 86 0,-8 1-52 0,-4 1 70 15,2 4 27-15,-5 2 61 16,-1 6-18-16,-3 3-1 0,-2 4 0 0,2 2 110 16,0 11-64-16,-4 12-18 0,1 9-1 0,3 2 292 15,2 3-121-15,5 3-90 0,5-6 9 0,2 7 286 16,9-4-161-16,0-2-89 0,0-2 94 0,11-3-90 15,5-4-38-15,1-3-128 0,5-2 38 0,1-4 0 16,1-3 36-16,5-2-161 0,-1-6 89 0,2-4 32 16,0-2 0-16,0 0 41 0,-2-4 0 0,-4-12-1 15,-1-1-377-15,-2-7-213 16</inkml:trace>
  <inkml:trace contextRef="#ctx0" brushRef="#br0" timeOffset="15212.76">20715 10046 1306 0,'0'-10'0'0,"0"4"0"0,0 2 0 0,0 3 0 0,0-1 0 0,0 0 0 0,2 0 0 0,2 0 219 0,7 0-92 0,4 0-48 16,0 0 224-16,2-1-135 0,1 2-59 0,2 1-197 16,-1-1 60-16,-1 1 31 0,1-2-1 0,-3 2-447 15,0 0 248-15,-3 0 110 16,-1 0 60-16,-5 0-247 0,-2 0 77 0</inkml:trace>
  <inkml:trace contextRef="#ctx0" brushRef="#br0" timeOffset="15363.42">20859 10013 726 0,'-11'6'0'0,"2"1"0"0,1 4 0 0,1 1 0 0,1 2 0 0,3 9 317 16,-1 2-142-16,4 1-63 0,0 4-44 0,0 4 165 16,0-2-100-16,0 2-50 0,6-4 239 0,-1-4-137 15,4-2-80-15,1-3-174 16,1-2 51-16,0-4 25 0,3-6 1 0,0-3-382 16,2-6 199-16,0 0 104 0,3-12 52 0,0-12-530 15,3-10 233-15</inkml:trace>
  <inkml:trace contextRef="#ctx0" brushRef="#br0" timeOffset="15758.71">21228 9594 1086 0,'3'-1'0'0,"-1"1"0"0,1 0 0 0,-3 0 0 0,0 9 0 0,0 6 0 0,0 2 252 0,-7 4-102 16,-2 5-62-16,0 0 162 0,-3 0-108 0,1-1-55 15,2-1-27-15,-1-5-19 0,1-1-8 0,2-2 0 16,3-8-1-16,1-1-39 0,1-3 1 0,-1-1 46 15,1-3-7-15,2 0-1 0,0 0 1 0,0 0-1 16,0 0 29-16,5-1 8 0,9-9-36 0,2 3 30 16,0-1-30-16,3 1-10 0,1 1 8 0,1 2-61 15,2 1 27-15,2 0 9 16,-3 2 26-16,-1 1-104 0,1 0 49 0,0 0 24 16,-1 0-6-16,-3 0-19 0,0 0 0 0,-5 4 19 15,0-1 44-15,-4 2-19 0,0 1-14 0,-2 0 137 16,-4 2-65-16,1 1-30 0,-2 3-1 0,0 2 216 15,-1 2-119-15,-1 6-55 0,2 2-29 0,-2 1 119 16,2-1-65-16,0 8-45 0,3-2 150 0,-2-2-219 16,3 0 0-16,-1-2 0 15,1-3 0-15,-3 1-174 0,2-1 180 0,-2-3-68 16,-1-2 47-16,0-3 25 0,-2-6 7 0,0-2-301 16,-5 1 146-16,-9-4 34 0,-1-4 50 0,-9 0-379 15,5 0 192-15,-11-9 108 0,1-10-440 0,-3-8 271 16,4-6 134-16,-4-16 68 0</inkml:trace>
  <inkml:trace contextRef="#ctx0" brushRef="#br0" timeOffset="15908.31">21132 9593 1404 0,'-11'-6'0'0,"6"2"0"0,1 2 0 0,1 2 0 0,1 0 0 0,2 0 0 0,0 0 173 16,2 0-71-16,14-2 374 0,5 1-221 0,2 1-112 15,-2-2-46-15,9 2 55 0,-1 0-59 0,1 0-31 16,-2 0 1-16,0 0-246 0,-3 0 116 0,5 5 45 15,-7 7 28-15,-2 1-565 0,-1 2 296 0,-9 4 148 16</inkml:trace>
  <inkml:trace contextRef="#ctx0" brushRef="#br0" timeOffset="16060.9">21116 10025 1283 0,'-16'3'0'0,"9"1"0"0,1-2 0 0,3-2 0 0,3 0 0 0,0 0 0 0,7 0 247 15,16 0-106-15,2 0-55 0,7-4-26 0,3-3 190 16,0-1-100-16,1 0-63 0,1 3-411 0,0-2 179 16,-1 5 88-16,-8-2 54 0</inkml:trace>
  <inkml:trace contextRef="#ctx0" brushRef="#br0" timeOffset="16271.34">21898 9585 1364 0,'-16'0'0'0,"0"0"0"0,6 0 0 0,-4 2 0 0,-1 11 0 0,-2 4 0 0,-3 6 0 0,-1 6 270 16,4 0-118-16,2 6-52 0,3-1 233 0,8 2-151 16,4 0-74-16,0-3-2 0,9 3-37 0,7-2 9 15,5-2-46-15,-1-2-301 0,1 0 151 0,4-4 76 16,-2-1 37-16,0-4-191 0,2-3 110 0,-6-7 60 15,4-2 26-15</inkml:trace>
  <inkml:trace contextRef="#ctx0" brushRef="#br0" timeOffset="16629.88">22201 9425 1537 0,'0'-6'0'0,"0"5"0"0,0-1 0 0,0 2 0 0,0 0 0 0,0 15 0 0,2 10 258 0,1 2-112 16,1 8-57-16,-2 2 265 0,0 10-164 0,-1-2-79 0,1 0-39 0,0 0 49 16,3 0-44-16,-3-9-14 15,-1 3-5-15,3-3 0 0,0-1-25 0,-3-6-57 16,3-7 29-16,0-1 7 0,-2-8 21 0,-1-3-139 16,1-7 69-16,-2 1 34 0,0-4 10 15,0 0-159-15,-2-13 81 0,-5-6 9 0,-2-4-253 0,-3-1 130 16,1 2 69-16,-3-6 42 0,-2 1-45 0,2 5 43 15,-2 9 22-15,-2-1-44 0,-1 7 25 0,-1 5 8 16,2 2 32-16,1 0 199 0,2 13-99 0,0 8-50 16,6-3-33-16,2 9 348 0,3-3-176 0,1 0-59 15,3 3 207-15,0-4-117 16,3-3-68-16,6 1-48 0,2 0-4 0,4-5-1 16,0-1-33-16,0-3-220 0,4-3 118 0,0-3 47 15,2-4 27-15,2-2-620 0,0 0 315 0,2-4 108 16,-4-8 94-16</inkml:trace>
  <inkml:trace contextRef="#ctx0" brushRef="#br0" timeOffset="16822.38">22353 9754 1595 0,'2'-8'0'0,"3"5"0"0,6-3 0 0,3 1 0 0,-3 1 0 0,3 2 0 0,0 2 257 0,2 0-104 0,0 0-65 15,1 9 349-15,-4 8-202 0,3 4-101 0,-7 3 40 16,-4-2-63-16,1 9-43 0,-5-3 0 0,-1 0-120 15,0-2 43-15,-5 3 21 0,-8-3 8 0,-2 0-234 16,0-2 124-16,-4-1 61 16,-2-5-431-16,-1-2 227 0,5-4 50 0,-1-5 89 15,2-3-451-15,7-4 256 0,2 0 128 0</inkml:trace>
  <inkml:trace contextRef="#ctx0" brushRef="#br0" timeOffset="17004.9">22652 9581 863 0,'2'-11'0'0,"-2"5"0"0,0 0 0 0,-2 3 0 0,-14 3 0 0,-4 0 0 0,-2 11 510 15,-1 19-238-15,-2 2-119 0,4 9 365 0,3 5-235 16,4 2-129-16,5 1-60 0,7 2 295 0,2-4-178 16,2-6-89-16,9-7-16 0,12 0-40 0,3-6 0 15,12-2-34-15,-1-9-365 0,5-6 183 0,-5-1 99 16,15-6 38-16</inkml:trace>
  <inkml:trace contextRef="#ctx0" brushRef="#br0" timeOffset="17562.48">22962 10017 1114 0,'0'0'0'0,"0"0"0"0,0 9 0 0,4 5 0 0,1-3 0 0,-1 0 0 15,-3 0 0-15,1 4 0 0,-2 3 120 0,0-1-35 0,-3 3-30 0,-8 0-1 0,-3 3-101 16,-1-1 40-16,-2-2 1 0,3-4-323 0,-6-2 170 16,1-1 87-16,3-8 43 15</inkml:trace>
  <inkml:trace contextRef="#ctx0" brushRef="#br0" timeOffset="17931.49">23350 9444 1340 0,'0'-5'0'0,"0"5"0"0,6 3 0 0,2 12 0 0,-5 2 0 0,1 6 0 0,-2 2 144 16,0 4-56-16,-1 3-27 0,1 11 227 0,2-7-120 16,-2 9-71-16,1-4 7 0,2 0-35 0,-3-6-1 15,0 2-35-15,-2-1-38 0,0-5 14 0,0-2 1 16,0-7 23-16,0 1-68 15,-4-6 34-15,-1-6 8 0,-2-1-170 0,0-4 98 0,-4-6 49 16,-1 0-1-16,-1 0-206 0,-2-12 85 0,-2-7 65 16,0-2-102-16,-1-3 73 0,-1-4 24 15,1-1 23-15,0 1-92 0,1 6 61 0,2 5 27 16,0 0-1-16,0 7 58 0,2 5-1 0,2 3-38 16,0 2 258-16,2 2-126 0,2 13-61 0,2 8-32 15,3-1 304-15,2 1-137 0,0 8-46 0,0-4 63 16,5 1-80-16,6 0-10 0,5-2-29 0,-3-3 32 15,8 2-36-15,-1-7 1 0,7-3-27 0,-2-4-192 16,5-3 96-16,2-8 56 0,3 0-555 0,-1 0 287 16,-1-13 101-16</inkml:trace>
  <inkml:trace contextRef="#ctx0" brushRef="#br0" timeOffset="18076.09">23546 9739 1270 0,'0'0'0'0,"0"0"0"16,0 7 0-16,7-3 0 0,1 6 0 0,2-3 0 0,2 2 202 0,1 3-85 0,3 1-41 0,-4 0 114 0,4 1-82 0,-2-2-38 16,2 2 1-16,0-1-135 15,0-2 48-15,-3-2 33 0,2-1-546 0,-4-2 280 16</inkml:trace>
  <inkml:trace contextRef="#ctx0" brushRef="#br0" timeOffset="18273.57">23840 9547 1424 0,'2'-2'0'0,"0"2"0"0,0 0 0 0,-2 13 0 0,0 8 0 0,0 6 0 0,-7 7 0 0,-6 11 551 0,-5-1-259 0,-1 8-129 16,-4 7-66-16,0-2 136 0,0-7-93 0,-5 16-57 16,1-8 68-16,6-8-59 0,-4 2-30 0,0-3-276 15,7-10 131-15,-1 1 54 0,3-7 31 0,6-10-553 16,4-8 291-16,2-4 147 0,3-4 61 0,1-7-666 15,1 0 343-15</inkml:trace>
  <inkml:trace contextRef="#ctx0" brushRef="#br0" timeOffset="18496.98">23972 9468 1840 0,'6'-11'0'0,"5"10"0"0,8 1 0 0,-1 0 0 0,0 0 0 0,-2 1 0 0,1 14 0 0,0 6 0 0,0 8 256 0,-1 6-112 0,-4 1-47 0,-4 11 189 16,-3 0-127-16,-3-1-63 0,-2 2-32 0,0 0-44 15,-9-6 21-15,-7 8-8 0,0-7-34 0,-3 0 1 16,1-4 33-16,-2-10-226 0,-1 2 121 0,-2-8 48 16,0-5 28-16,2-7-565 0,5-4 278 0,-3-7 76 15,13 0 83-15,-5-3-422 0</inkml:trace>
  <inkml:trace contextRef="#ctx0" brushRef="#br0" timeOffset="18688.47">24338 9651 1622 0,'0'0'0'0,"4"6"0"0,2 2 0 0,-1 2 0 0,1 0 0 0,-5 5 0 0,2 2 0 0,-2 5 324 0,1 0-145 0,-2 5-73 0,0 1 289 16,0 0-180-16,0 2-84 0,0 1-53 0,0-4-87 15,0-4 21-15,0 1 0 0,0-3 21 0,-2-6-417 16,2-4 204-16,-1-3 106 0,1-2-533 16,-4-6 265-16,2 0 173 0,-2-3-17 15,1-15-112-15</inkml:trace>
  <inkml:trace contextRef="#ctx0" brushRef="#br0" timeOffset="19054.59">24280 9429 784 0,'1'-11'0'0,"6"5"0"0,4 4 0 0,3-1 0 0,2 0 0 0,1 0 86 0,1 1-18 16,7 0-9-16,0 0 223 0,5 0-126 0,-2-1-61 16,6 1-31-16,-2 0 103 15,1 0-72-15,-1 0-31 0,-2 1-37 0,-8-1 5 16,3 1 1-16,-4-2 8 0,-5 0 27 0,-4 3-1 16,-1 0-34-16,-8 0 21 0,2 0 0 0,-3 0-13 15,0 0-9-15,-2 0 109 0,0 0-54 0,0 0-27 16,0 0-1-16,0 0 170 0,-4 0-102 0,2 0-48 15,-1 0 7-15,2 0-26 0,-1 0-1 16,2 12-91-16,0 3 28 0,0 4 0 16,0 5 37-16,3 5-21 0,6 3 21 0,-2 5 8 15,2 8-8-15,1-2-62 0,-3 7 31 0,1-2 1 16,1 1-4-16,-2 1-49 0,1-1 16 0,0-4 23 16,-3 0-19-16,0-3 1 0,0-6 26 0,-1 0-33 15,-2-6-1-15,-2-1 39 0,0-8-4 0,0-3-159 16,0-6 70-16,0-4 41 0,-11-3 13 0,1-5-112 15,-3 0 52-15,-3 0 36 0,-2-5-9 0,-3-12-273 16,0-4 155-16,-2-5 78 0,0-8-406 0,1-4 241 16,0-5 113-16</inkml:trace>
  <inkml:trace contextRef="#ctx0" brushRef="#br0" timeOffset="19190.25">24447 9688 1176 0,'-15'-6'0'0,"4"5"0"0,7-1 0 0,2 1 0 0,1-2 0 0,1 0 0 0,0 2 0 0,1-5 0 0,9 1 337 0,3 2-152 0,5-1-76 0,2 0 139 0,1 2-100 0,4-2-61 16,-4 3-27-16,4 1-227 16,-4 0 100-16,2 0 50 0,-4 0 33 0,0 5-286 15,-4 6 151-15</inkml:trace>
  <inkml:trace contextRef="#ctx0" brushRef="#br0" timeOffset="19406.66">24563 9899 1057 0,'-1'0'0'16,"1"0"0"-16,0 0 0 0,0 0 0 0,0 0 0 0,0 0 0 0,0 0 0 0,0 0 304 0,0 0-128 0,1 2-76 15,4-2-33-15,-4 4-68 0,1-3 34 0,0 5 0 16,-2-3 8-16,0 3-109 0,-2 2 50 0,-7-3 26 16,-4-1-180-16,3 0 102 0,0-3 58 0,-2 1 17 15,1-2-193-15,-1 0 57 0,3 0 63 0,1-5-41 16,1-6 43-16,2 0 9 0,4-4 1 0,1 1-27 15,0-3 25-15,0 1-9 16,1-3 35-16</inkml:trace>
  <inkml:trace contextRef="#ctx0" brushRef="#br0" timeOffset="19706.09">25267 9401 1071 0,'16'-4'0'0,"5"2"0"0,-10 2 0 0,-4 0 0 0,-3 0 0 0,-2 0 0 0,-2 0 344 0,0 8-160 0,-6 5-75 16,-8 4-39-16,-4 2 154 16,-1 0-95-16,1 0-40 0,-5 3-33 0,1-2-73 15,-2 3 25-15,-3-4 0 0,4-4-106 0,6-2 73 16,-1 0 25-16,2-4 8 0,7-2 25 0,0 2 0 16,0-4-1-16,3 3 73 0,2-1-41 0,0 2-59 15,4 4 15-15,0 3 120 0,0 3-58 0,0 3-18 16,0 6 103-16,4 2-68 0,4 2-32 0,-2 2-1 15,1 2-160-15,-3-3 72 0,1 3 23 0,0-4-175 16,0-2 104-16,-1-2 51 16,-2-8 26-16,-1 3-584 0,-1-9 285 0,0-5 92 15,0-1 87-15,0-8-358 0,0 0 219 0,-3-4 101 16,-6-17-220-16</inkml:trace>
  <inkml:trace contextRef="#ctx0" brushRef="#br0" timeOffset="19992.92">25009 9678 1208 0,'7'-13'0'0,"7"6"0"0,4 4 0 0,2-5 0 0,9 3 0 0,-1-1 0 0,6 0 0 0,0 0 0 0,3 3 0 0,0 1 132 0,2 0-50 0,-2 0-6 15,1 2-22-15,-1-2 0 0,1 0-13 0,0 1-22 16,-7-2 13-16,-2 3 1 0,-7 0 0 0,-1 0 36 16,-4 0 9-16,-6 0-46 0,0 0 80 0,-6 0-39 15,0 0-1-15,-3 4-39 0,-2 2 142 0,0 3-75 16,0 1-34-16,0 3 154 0,-4 0-93 0,0 4-48 15,4 4-14-15,-3 5 20 0,3-2-25 16,0 5-1-16,0 0-26 0,0 2-45 16,7 1 31-16,0 2-8 0,-1-3-131 0,1 3 76 15,3-4 38-15,-5 0 1 0,0-3-242 0,0-2 130 16,0-1 31-16,-3-6 45 0,-2-5-332 0,0-3 170 16,0-1 77-16,0-5-95 0,-7-4 94 0,-4 0 47 15,-7 0 23-15,-2-2-346 0</inkml:trace>
  <inkml:trace contextRef="#ctx0" brushRef="#br0" timeOffset="20284.87">25290 9782 1193 0,'-7'2'0'0,"3"9"0"0,4 1 0 0,0-5 0 0,0 3 0 0,0 3 0 0,0-2 0 0,0 2 123 0,0 0-46 0,0-2 139 15,0 1-92-15,0-3-45 0,0 0-15 0,0-3-163 16,0-2 66-16,0 0 33 0,0-4 0 0,-1 0-77 15,-3 0 63-15,-3-6 20 0,6-7-147 0,-1-7 87 16,0 2 9-16,2-2 33 16,0-1-166-16,0 4 87 0,0 0-10 0,8 2 192 15,3 2-74-15,2 5-31 0,1 5-9 0,2 0 209 16,1 3-92-16,2 0-54 0,2 14-1 0,-8-1 177 16,4 8-85-16,-4 1-54 0,-7-3 51 0,-1 4-48 15,-3-1-24-15,-2-1 9 0,0-2 7 0,-7-3 0 16,-7-3-39-16,-4-3-110 0,-4-4 55 0,-2-5 35 15,1-1-8-15,3 0-382 0,1-3 197 16,5-11 100-16</inkml:trace>
  <inkml:trace contextRef="#ctx0" brushRef="#br0" timeOffset="28157.57">22564 10758 889 0,'-2'0'0'0,"-6"0"0"0,4 2 0 0,0-2 0 0,2 0 0 0,1 2 0 0,-1-2 207 0,2 0-87 0,0 0-44 0,0 0 206 16,0 0-128-16,9 0-61 0,10 0-30 0,4-2 165 15,1 0-97-15,0-3-41 0,8 1 22 0,-4 1-39 16,2-1 0-16,0 0-40 0,1-2 120 0,-3 3-64 16,0 0-29-16,0 0-55 15,1 1 28-15,-1-1 0 0,-5-2 8 0,6 2-243 16,-8-3 117-16,1-1 59 0,-3 1 30 0,0-4-523 15,-5 2 257-15,-2-2 82 0,-3 1-202 0,0-2 175 16</inkml:trace>
  <inkml:trace contextRef="#ctx0" brushRef="#br0" timeOffset="28379.43">22992 10440 1472 0,'-8'2'0'0,"4"-1"0"0,2 3 0 0,2-1 0 0,0 1 0 0,0 0 0 0,4 1 0 0,10 1 0 0,2 0 504 0,1 2-235 0,3-1-119 16,1 1-58-16,-2-1 193 0,0 1-118 0,-2 2-71 16,-1-2-32-16,-2 2-39 0,-5-1 8 0,0 3 0 15,-1-1-27-15,-4 2-8 0,-2 2 35 0,-2-1-188 16,0 4 93-16,-7 4 48 0,-7-3 31 0,-4 5-290 16,-1-1 145-16,-1-1 11 15,0-3 56-15,-1 2-478 0,2-6 245 0,-4 8 134 16,2-4-369-16,-2-1 248 0</inkml:trace>
  <inkml:trace contextRef="#ctx0" brushRef="#br0" timeOffset="28726.66">22700 11042 863 0,'-7'4'0'0,"3"2"0"0,3-1 0 0,-1-1 0 0,0 2 0 0,2-3 408 0,0 3-191 0,0 1-93 0,2 3 151 0,9 1-121 0,3-1-52 15,2-1-39-15,3-2 243 16,5 3-136-16,-5-4-69 0,3-3-34 0,0 1-25 15,-1-4-9-15,0 0 0 0,-1 0-190 0,-1 0 95 16,-3 0 47-16,-5-2 33 0,0-3-295 0,-6-3 156 16,2-1 46-16,-5-2-86 0,-2-1 22 0,0-1 56 15,-4-2-24-15,-8-1-41 0,-1 2 58 0,-6-5 28 16,3 6 1-16,-3 0 2 0,-2 3 27 16,1 5-1-16,-1 1 100 0,-2 4-50 15,-4 0-25-15,6 12-8 0,-2 10 259 0,0 4-133 16,5 3-40-16,0 4 117 0,6 3-65 0,3-2-54 15,6 1 17-15,3 0 182 0,0-2-118 0,5-3-58 16,9-2-29-16,4-3 83 0,3-5-60 0,2-2-26 16,3-2-137-16,-1-3 55 0,2-3 28 0,-4-5 8 15,7 0-354-15,-5-5 187 0,1 0 75 0,-1 0-565 16,-2-1 291-16,-2-12 153 0,4-4 87 0,-4-4-170 16,-6 0 125-16</inkml:trace>
  <inkml:trace contextRef="#ctx0" brushRef="#br0" timeOffset="28889.23">23095 11189 996 0,'2'-6'0'0,"0"2"0"0,-1 3 0 0,1-1 0 0,0 0 0 0,3 2 0 0,4 0 176 16,2 0-72-16,1 0-36 0,6 0 0 0,-1 0 316 15,1 0-180-15,1 0-86 0,1-2 79 0,-2 0-83 16,1 0-40-16,-3 0 8 0,0-2-349 0,-3 0 150 16,-3 1 75-16,1 1-489 15,-4 0 282-15,-4 0 149 0,-1 2 11 0,-2 0-427 16,0 0 242-16,0 0 120 15</inkml:trace>
  <inkml:trace contextRef="#ctx0" brushRef="#br0" timeOffset="29044.81">23251 11165 915 0,'-11'1'0'0,"1"3"0"0,2 0 0 0,1 1 0 0,0 1 0 0,-1 3 0 0,2 2 0 0,1 5 321 0,1 3-144 0,2 5-72 16,0-2-28-16,2 9 126 0,0-1-86 0,0-2-41 16,0 0 228-16,0-2-135 0,2-3-60 0,6-3-42 15,1 1 31-15,1-4-33 16,2-4 0-16,-1-2-233 0,3-3 108 0,1-6 42 15,0-2 26-15,3 0-406 0,3 0 215 0,0-18 108 16,-1-2 13-16,3-5-343 0,-2-1 187 0</inkml:trace>
  <inkml:trace contextRef="#ctx0" brushRef="#br0" timeOffset="29231.22">23647 10876 1357 0,'2'3'0'0,"-2"1"0"0,2-1 0 0,0 0 0 0,-1 0 0 0,3-1 0 0,2 0 288 0,5-1-132 0,2 2-61 0,3-2 380 16,2 3-221-16,1-4-111 0,2 2-47 0,-1-2-63 15,3 0 0-15,0 0 0 0,-3 0-190 0,-1 0 94 16,2 0 57-16,-5-2 15 0,0 1-540 16,-3 1 283-16,-3 0 139 0</inkml:trace>
  <inkml:trace contextRef="#ctx0" brushRef="#br0" timeOffset="29396.74">23730 11136 1290 0,'-10'4'0'0,"1"3"0"0,5-1 0 0,3-2 0 0,-1-4 0 0,2 1 0 0,0 2 0 0,0 1 607 0,11-1-287 0,11 1-144 16,0-4 316-16,5 2-221 15,3-2-124-15,-2 0-56 0,2 0-35 0,-3 0 0 16,-6 0-23-16,3-2-442 0,-4 0 217 0,-1 0 112 15,-4 2 57-15,0 0-726 0</inkml:trace>
  <inkml:trace contextRef="#ctx0" brushRef="#br0" timeOffset="30775.57">25309 10323 641 0,'0'-8'0'0,"0"6"0"0,0-1 0 0,0 1 0 0,0-1 0 0,0 1 0 0,0 0 207 16,0 0-87-16,0 2-36 0,0 0 49 0,6 0-51 15,1 2-24-15,3 5-1 0,-2 3 22 0,1 1-15 16,0 2-9-16,-1 2-25 0,-1 2 3 0,-1 2 0 15,-1 1 0-15,-1 1 43 0,-3 2-7 0,1-1-36 16,1 0-1-16,-3 1-42 0,0 2 22 0,0-5 7 16,0 1-8-16,0-3-1 0,0-2 22 0,0-1-48 15,0-6 23-15,0-2-5 0,0-1 14 0,0-2-18 16,0-2-11-16,0-2 33 16,0 0-19-16,0 0-24 0,0 0 12 0,-5 0 0 15,-2-6 16-15,0-5-50 0,-2-2 24 0,-1 0-1 16,-1-4-172-16,-1 0 93 0,-2-2 37 0,3 4-77 15,-3 0 44-15,1 5 37 0,-2 3 4 0,-2 3 44 16,0 2 1-16,1 2-22 0,-2 0-8 0,-1 13 172 16,3 2-82-16,1 2-41 0,3 0 0 0,1 0 275 15,6-2-119-15,-2 1-82 16,7-1 174-16,0-3-113 0,0 1-49 0,4 2-31 16,8-1 29-16,2-3-34 0,4-1 0 0,0-2-124 15,3-2 49-15,1 0 25 0,0-2 8 0,1-3-128 16,0-1 72-16,4 0 36 0,-1 0 0 0,1-1-482 15,-3-3 196-15,6-8 138 0,-4 1-403 0</inkml:trace>
  <inkml:trace contextRef="#ctx0" brushRef="#br0" timeOffset="31006.03">25625 10446 1250 0,'2'-8'0'0,"7"2"0"0,1-1 0 0,-1-3 0 0,4 2 0 0,0 1 0 0,3 1 0 0,2 5 356 0,3-2-161 0,-1 3-81 15,1 0-33-15,0 3 43 0,-1 8-46 0,-3 4-23 16,-2 0 1-16,-1 4 7 0,-7-1-22 0,-2 5-8 16,-3 3-97-16,-2 0 49 0,-2 1 23 0,-10 1-151 15,-6-1 95-15,0-3 37 0,-3-3 21 0,-2-3-269 16,0-3 103-16,5-6 35 0,-6-3 55 0,4-2-242 16,2-4 137-16,1 0 69 15,4-2 35-15,6-8-92 0,0-5 68 0,7-7 29 16,0 0-197-16</inkml:trace>
  <inkml:trace contextRef="#ctx0" brushRef="#br0" timeOffset="31179.93">25943 10336 1309 0,'16'-11'0'0,"-7"4"0"16,-1 1 0-16,-2 2 0 0,-4 2 0 0,0 1 0 0,-2 1 0 0,0 0 0 0,-2 0 239 0,-10 3-102 0,-3 12-53 0,0 2 175 15,-1 4-114-15,2 1-47 0,-1 3-37 0,4 1 51 16,5-2-39-16,4 3 0 0,2-1-40 0,0-2-54 15,2 4 23-15,13-4 0 0,2-1-100 0,4-2 66 16,2 0 32-16,-3-6-426 0,4 4 221 0,-1-4 53 16,-6-4 76-16,2 2-503 0</inkml:trace>
  <inkml:trace contextRef="#ctx0" brushRef="#br0" timeOffset="31916.68">24860 10920 1023 0,'0'0'0'0,"0"0"0"0,0 0 0 0,-3 0 0 0,3 0 0 0,-1 0 0 0,0 0 0 0,1 0 0 0,0 0 146 0,-2 0-57 16,2 0-28-16,0 0 58 0,0 0-36 0,0 0-29 15,9 0 1-15,3 0 89 0,1 0-55 0,0 0-29 16,4 0 73-16,-2-2 1 0,3 1-51 0,-2-1-25 16,0 1 98-16,3-2-61 0,0 0-23 0,0 2 70 15,4-1-54-15,1 1-28 0,2-2 0 0,2 2-2 16,4-2 8-16,2 2-33 16,2-1 0-16,6 0 24 0,0 1 0 0,5-1-25 15,1-1 9-15,4 1-22 0,4-2 14 0,10 3 0 16,-6-3-28-16,4 2 1 0,-8 0 35 0,15 0-131 15,-4 1 52-15,2 1 34 0,-3 0 2 0,-3 0-171 16,-10 0 83-16,4 0 46 0,-2 0 8 0,-4 1-63 16,-4 1 27-16,-10-2 25 0,3 0-10 0,-8 0-73 15,-4 0 45-15,-5 0 25 0,-3 0 56 16,-6 0-8-16,-4 0-21 0,-2 0 1 16,-4 0 125-16,-2 0-63 0,0 0-30 0,-2 0 296 15,0 0-138-15,0-2-81 0,0-1-15 0,-4-1 121 16,-2-2-52-16,-1 3-45 0,2-3-10 0,-5 1-199 15,2-1 78-15,1 2 39 0,0 2-666 16,-4 0 340-16,3 2 150 0,0 0-416 0</inkml:trace>
  <inkml:trace contextRef="#ctx0" brushRef="#br0" timeOffset="32566.21">24517 10614 532 0,'0'-6'0'0,"0"5"0"0,-3-3 0 0,0 2 0 0,-2 0 0 0,-5 2 0 0,2 0 160 0,-3 0-67 0,1 2-31 0,-2 9 33 15,1 2-32-15,-5 6 1 16,5 0-23-16,-4 7 75 0,2 0-42 0,-1 6-20 16,2 8-1-16,1-2 87 0,1-3-46 0,0 10-34 15,5-1-1-15,3-1 108 0,2 0-66 0,0 2-35 16,0-4 55-16,9 10-49 0,7-4 1 0,-2-2-30 15,4-2-10-15,0 0-1 0,1-7 9 0,4 9-107 16,-3-5 49-16,1-5 25 0,-3-4 0 0,3 2-324 16,2-1 147-16,0 0 90 0,-2-2 47 0,4 0-511 15</inkml:trace>
  <inkml:trace contextRef="#ctx0" brushRef="#br0" timeOffset="37416.68">25556 11001 703 0,'1'0'0'0,"-1"-2"0"0,0 0 0 0,2 1 0 0,-2-2 0 0,0 3 0 0,0 0 0 0,0 0 0 0,0 0 162 16,0 0-65-16,0 0-32 0,2 0 0 0,0 0 17 15,0 0-9-15,3 10-40 0,1 1 46 0,-3 3-23 16,4 4 0-16,-4 3-15 0,0 8 18 0,0-2-1 15,-1 3-26-15,-2 3 35 0,0 2-1 0,0 2-25 16,0-1-8-16,0-1 45 16,0 0-22-16,0-3-1 0,0-5-22 0,0-4 5 15,0 2-6-15,0-4 1 0,0-4-23 0,0-5 22 16,0-1 9-16,0-6-8 0,0 0-30 0,0-3 30 16,0-2-1-16,0 0-40 0,0 0 7 0,-5 0 21 15,0-2 9-15,2-10-42 0,-5-1 0 0,2-1 28 16,-1-6 14-16,-2 2-213 0,0-3 96 0,-1 3 39 15,-1-1-123-15,-1 4 73 0,-1-1 40 16,-3 7 7-16,0 2 7 0,-1 3-6 0,-1 4 0 16,-3 0 102-16,1 0-48 0,-1 9-2 15,1 6-34-15,2 1 226 0,5-2-107 0,-2 5-37 16,5 0-36-16,0-2 258 0,5 1-128 0,4 0-32 16,1-2 48-16,0 1-62 0,0 0-25 0,1-1-7 15,7-4-67-15,4 2 1 0,4-3 33 0,2-4-100 16,5 1 59-16,2-4 17 0,-1-2-1 0,-4-2-399 15,8 0 204-15,-1-2 69 0,-4-4 10 0,4-7-464 16,-1 2 269-16,0-3 136 0</inkml:trace>
  <inkml:trace contextRef="#ctx0" brushRef="#br0" timeOffset="37784.71">25952 11281 1086 0,'5'-17'0'0,"-1"4"0"0,2-3 0 0,-5 0 0 0,3 1 0 16,-2 0 0-16,-2 0 0 0,0 3 155 0,0-1-66 0,0 4-27 0,-2-1 36 0,-5 5-33 16,-1-1 0-16,-1 5-24 0,-4 1 58 15,0 0-34-15,-4 1 1 0,-2 14-44 0,-2 2 11 16,2 2 8-16,-1 4-8 0,1-2 84 0,6-5-42 16,0 2-21-16,4 2 104 0,1-3-67 0,2-4-29 15,6 0 0-15,0 0 13 0,0-2-21 0,0 1 8 16,10-1-30-16,3-2 42 0,4 3-21 0,3-3 1 15,3 2-18-15,-4-3 5 0,1 3-8 0,0-1 0 16,0 1-65-16,-2-1 33 16,-2 3 0-16,-2 3-32 0,-4-1 26 0,-1 2-1 15,-5-1 11-15,-3 2-9 0,-1 0-1 0,0 2 4 16,-1-4-16-16,-12 1 50 0,-2-2-16 0,-2-4-8 16,-2-1 16-16,0-4-14 0,-2-3-1 0,1-3-1 15,-1 0-181-15,1 0 86 0,1-7 43 0,1-5-393 16,6 1 198-16,1-2 105 15,4 1 41-15,4 3-344 0,3-4 201 0,0 6 93 0,3-4 59 16,13 1-178-16</inkml:trace>
  <inkml:trace contextRef="#ctx0" brushRef="#br0" timeOffset="37991.71">26430 11459 1207 0,'6'0'0'0,"-1"0"0"0,4 0 0 0,-5 0 0 0,1 0 0 0,-2 0 0 0,-1 0 0 0,0 0 511 16,3 0-239-16,-4 0-112 0,1 0-67 0,2 3 168 15,-2 3-115-15,-1 2-56 0,-1 3 221 0,0 3-132 16,0-1-77-16,-1 5-34 0,-13 3-187 16,1-2 76-16,0-5 37 0,0 2-694 0,4-1 363 0,-1-2 184 15,2-9 93-15</inkml:trace>
  <inkml:trace contextRef="#ctx0" brushRef="#br0" timeOffset="39721.83">27770 10212 786 0,'-5'-2'0'0,"0"-1"0"0,3 1 0 0,-1 0 0 0,1-2 0 0,-3 2 0 0,4 1 0 0,-1-2 0 0,0 2 111 15,2-1-43-15,-1 0 0 0,1 2 53 0,0 0-45 16,0 0-21-16,0 0 8 0,0 0-71 0,0 0 0 15,0 9 41-15,0 4 38 0,0 5-38 16,0 2 8-16,1 0-8 0,1 11 36 16,0-4 0-16,-2 8-36 0,1-3 0 0,-1 3 79 15,0 0-43-15,0 2 0 0,0-6-75 0,3 1 38 16,-3-2 1-16,2-8 8 0,0 4-50 0,-1-6 20 16,1-5 1-16,1 2-17 0,1-6 38 15,-4-2 8-15,3-4-8 0,-3-2-69 0,0-1 22 0,2-2 0 16,-2 0 5-16,0 0 4 15,0 0 6-15,0 0 11 0,-2-5 31 0,-6-7-29 0,1-1-1 0,-1-4 4 16,1-1-195-16,-3-1 91 16,1-5 41-16,-2 2-73 0,-1 0 47 0,1 3 30 15,-1-2 2-15,-5 5-123 0,4 1 51 0,-3 5 40 16,0 3 72-16,-2 3-8 0,0 3-25 0,2 1 0 16,-1 0 141-16,1 7-71 15,2 4-35-15,1 1-8 0,1 4 227 0,3 1-116 0,1 2-31 0,7-3 125 16,-1 2-73-16,2 0-45 0,0-1-8 0,2 0-6 15,6-2 0-15,4-2-34 0,1 0-25 0,4-2 9 16,4-1 16-16,0-3-1 0,4-1-141 16,-5-4 70-16,5 0 44 0,-3-2-8 15,1 0-306-15,-3 0 158 0,1 0 50 0,0 0-337 16,-1-2 194-16,-1-3 109 0,1-1 52 0,-4-3-115 16,1-1 82-16</inkml:trace>
  <inkml:trace contextRef="#ctx0" brushRef="#br0" timeOffset="39890.37">27942 10417 1344 0,'2'-2'0'0,"-1"0"0"0,-1 0 0 0,0 2 0 0,0 0 0 0,4 0 0 0,-2 0 0 0,1 0 0 0,4 2 0 0,1 4 199 16,0 3-75-16,4 1-49 0,-2 2 93 0,2 1-67 16,0 3-34-16,-1 1-220 0,1 0 101 0,-3 1 38 15,0 0 23-15,0-4-401 0,1 2 211 0,0-3 106 16,0-6 61-16,-1-1-315 0,2-4 158 0</inkml:trace>
  <inkml:trace contextRef="#ctx0" brushRef="#br0" timeOffset="40076.78">28252 10319 844 0,'0'-11'0'0,"0"6"0"0,0 1 0 0,0 2 0 0,0 1 0 0,0 1 0 0,-2 0 0 0,-5 0 0 0,0 9 305 0,-6 5-136 0,0 9-68 0,-3-1 173 16,-3 8-113-16,-3 8-68 0,-3-1-30 0,0 5 4 15,-5 0 1-15,3-1-35 16,-1 4 8-16,2-3-185 0,-2 0 88 0,3-5 45 16,1 1-127-16,1-2 85 0,2-6 51 0,-2 0 14 15,5-4-451-15,1-5 162 0,4-4 128 0,1-4-232 16</inkml:trace>
  <inkml:trace contextRef="#ctx0" brushRef="#br0" timeOffset="40538.18">27064 11046 850 0,'-14'0'0'0,"3"0"0"0,2 0 0 0,0 0 0 0,3 0 0 0,-2 0 0 0,5 0 0 0,1 0 0 0,0 0 0 0,2 0 163 0,0 0-70 0,0-2-29 15,7 0 61-15,13-3-46 0,3 1-23 0,4-1 102 16,3 1-68-16,3-2-28 0,11 0 0 0,1 2 71 15,4-3-50-15,7 2-17 0,14-5-8 16,-1 3 51-16,8-1-38 0,2 1 0 16,0-1-61-16,3 4 10 0,-1 1 12 0,-8 0 1 15,-4 1-44-15,-2 2 21 0,-12 0 1 0,-2 0-117 16,-5 0 60-16,-12 0 39 0,2 0-12 0,-6 0-169 16,-2 2 73-16,-9-2 54 0,-1 0-76 0,-4 0 58 15,-7 0 8-15,-1 0 20 0,-4-3-19 16,-3-1-10-16,-1-4 48 0,0 2-137 0,0 1 68 15,-12 0 35-15,-1 4-9 0,0-2-153 0,-7 3 97 0,-2 0 49 16,2 6 25-16</inkml:trace>
  <inkml:trace contextRef="#ctx0" brushRef="#br0" timeOffset="41272.71">27624 11146 493 0,'0'-10'0'0,"0"5"0"0,0 0 0 0,0 0 0 0,0 2 0 0,0-1 109 15,-1 0-38-15,1 2 0 0,-2 0 157 0,2 0-102 16,0 2-47-16,0 0 99 0,0 0-73 0,0 0-36 15,0 0 8-15,0 7-8 16,0 5 0-16,0 1-36 0,0 0-1 0,0 3 97 16,0-2-53-16,0 0-21 0,0-2 12 0,0-3 0 15,0 5-34-15,2-4 8 0,-1 3 12 0,2-2 1 16,-1 2-22-16,-2 2 38 0,0 4-37 0,0 0 8 16,0 5-8-16,0-5 29 0,0 3 0 0,-5 1-29 15,4-2 0-15,-1-1-17 0,1-1 17 0,1-2 0 16,0-4-26-16,0 0 1 0,0-3 25 0,0-3 8 15,0-1-76-15,0-1 28 0,0-3-1 16,1-2-67-16,-1 2 47 0,0-2 16 16,0 0-3-16,0 0-19 0,0 0-1 0,0 0 24 15,0 0 13-15,0-2 7 0,-5-7-9 0,-4-1-7 16,3-3-182-16,-4-1 84 0,0-2 47 0,-1-3 12 16,2 0-84-16,-2-1 45 0,0 1 29 0,-2 2-66 15,1 4 25-15,0 2 24 0,-1 4 9 0,-3 3 89 16,0 2-29-16,-2 2 1 0,0 0-30 0,1 8 143 15,-4 7-67-15,3-1-38 16,0 5 224-16,4 2-105 0,0 1-67 0,5-3-4 16,2 3 64-16,2-3-19 0,5 2-38 0,0-2 63 15,0-2-45-15,5 0-14 0,7-2-9 0,2 0-19 16,5-4-3-16,7-1 0 0,-3-6-1 0,0-1-67 16,9-3 29-16,-6 0 1 0,3 0-210 15,-4-3 108-15,2-3 63 0,-5-3 14 0,-1-1-208 0,0 1 89 16,-1 1 69-16,-1 2-9 0,1 3-418 15,-3-1 229-15,3 1 127 0</inkml:trace>
  <inkml:trace contextRef="#ctx0" brushRef="#br0" timeOffset="41634.8">28135 11405 1098 0,'13'-15'0'0,"-3"4"0"0,-1-3 0 0,-4-1 0 0,-2-2 0 0,-1 2 0 0,-2-2 0 0,0 2 171 0,0 2-61 0,0 2-43 15,-5 0 46-15,0 2-40 0,-4 1 0 0,-2 2-81 16,2 4 49-16,-8 2-9 16,1 0 1-16,-3 0-101 0,1 12 51 0,-2 3 24 15,3 0 9-15,-3 3-18 0,6-3 1 0,-2 4 33 16,6-2 46-16,2-2-27 0,6-3-29 0,-1 3-4 16,3-4 106-16,0-1-50 0,3 0-16 15,8 2 25-15,5-3-16 0,0-1-8 0,3 1-26 0,1-2 47 16,0 3-23-16,-1-3 0 15,-3 2-16-15,1 2-34 0,-2-2-1 0,-3 0 27 16,-1 2-75-16,-4-2 37 0,0 1 8 0,-4 1 30 16,-1-1-107-16,-2 1 49 0,0 0 10 0,-5 0 0 15,-7-1-10-15,-3 0 34 0,-4-4-22 0,-3-1-13 16,1-4 15-16,-2-1 11 0,0 0-12 0,2 0-198 16,-4-7 92-16,3-2 53 15,2-3-262-15,4 0 147 0,-2-2 65 0,7-1 46 0,4 0-250 0,4-1 144 16,3 2 70-16,0 1-219 0</inkml:trace>
  <inkml:trace contextRef="#ctx0" brushRef="#br0" timeOffset="41991.85">28732 10528 778 0,'1'-20'0'0,"0"10"0"0,2 4 0 0,-1 0 0 0,0 3 0 0,1-1 0 0,0 3 286 0,3-2-127 0,0 1-55 15,4 2-39-15,2 0 82 0,0 7-57 0,2 9-29 16,3 3 126-16,-5 1-69 0,5 8-47 0,-2 3 1 16,0 4 66-16,0 9-53 0,0-5-25 0,-5 0 85 15,4 10-60-15,-6-2-26 16,0-2 0-16,-1 4 56 0,-3 0-41 0,-1-6-20 0,0 10-1 15,-3-5 24-15,0 1-22 0,0 2 0 16,-12-2-22-16,-2 1 23 0,-5-1-23 0,-5-2 0 16,-2-2-32-16,-6 0 32 0,-4-5 0 0,1-3-168 15,-3-7 80-15,2 1 44 0,0-6 22 0,3-8-1 16,1 2-4-16,9-5-23 0,-3-3-473 0,6-4-259 16,8-3 358-16,1-2 179 0,5 2-154 0,2-2 158 15,2-2 92-15</inkml:trace>
  <inkml:trace contextRef="#ctx0" brushRef="#br0" timeOffset="42184.75">29369 11849 1422 0,'0'0'0'0,"0"0"0"0,3 10 0 0,0-3 0 0,-1-2 0 0,0-5 276 0,-2 1-125 0,0-1-60 15,0 0 227-15,0 0-142 16,0 0-72-16,0 2 231 0,0 0-155 0,-7-2-74 16,2 0-37-16,-4 0-647 0,6 0 313 0</inkml:trace>
  <inkml:trace contextRef="#ctx0" brushRef="#br0" timeOffset="71014.52">24490 12306 345 0,'0'-5'0'0,"0"4"0"0,0-5 0 0,0 3 0 0,0 2 0 0,0-2 98 0,0 2-33 16,0-1 0-16,0 0 95 0,0 2-55 0,0 0-41 15,0 0 1-15,0 0 9 0,0 0-1 0,0 0-40 16,0-2 8-16,0 2 16 16,0 0-1-16,0 0-23 0,4 2-13 0,-1 9 13 15,1 2 8-15,-1 8 48 0,-1-5-29 0,-1 13 1 16,1-1-28-16,0 6 42 0,0 1-13 0,-1 8-8 15,-1-7-22-15,0 4 3 0,3 0-3 0,-2-3 1 16,1-2-29-16,0-5 29 0,0-1-1 0,0-6 1 16,4-1-29-16,-2-1 0 0,-1-5 37 0,1-5-39 15,1-4 1-15,-1 3 15 16,-2-7 9-16,0 0-31 0,0-3-3 0,-1 0 19 16,3 0 8-16,1-17 81 0,0-6-40 0,1-4 3 15,1-5-56-15,-1-4-2 0,2-7 19 0,-3 1 8 16,0 1-100-16,1 4 50 0,-1-3 17 0,2 3-79 15,-4 1 46-15,1 4 18 0,0 10 1 0,-2 5-12 16,-1 1 31-16,1 7-16 0,0 3 12 0,-2 5 113 16,2-1-55-16,0 2-33 0,-1 7 38 15,3 14-24-15,1 3 1 0,0 6-13 0,2 4 47 16,-1 2-8-16,4 9-6 0,-1-4-14 16,0 2-15-16,2 1 5 0,-1-3-4 0,1-9-76 15,3 4 33-15,-3-4 19 0,1-5-1 0,0-2-84 16,-3-12 47-16,-1 1 19 0,0-6 8 0,-1-2 8 15,-4-2 4-15,0-2-20 0,0-2 57 0,-1-4-15 16,2-22-28-16,-1-2 196 0,4-11-92 0,-4-1-36 16,3-3-26-16,-2-8-51 0,3 1-7 0,0-5 63 15,1 2-19-15,1 1-195 0,-1 1 94 16,-2 13 53-16,1-5-229 0,-3 9 117 16,0 8 64-16,-1 1 10 0,1 5-122 0,-1 7 40 15,-1 2 57-15,3 5-222 0,0 2 134 0,1 3 67 16,1 1 34-16,0 0-372 0,4 5 207 0,-2 7 99 15</inkml:trace>
  <inkml:trace contextRef="#ctx0" brushRef="#br0" timeOffset="71194.58">25106 12410 999 0,'0'4'0'0,"0"-1"0"0,2 1 0 0,0 0 0 0,0-3 0 0,-1-1 0 0,8 3 404 0,-2-3-178 0,6 0-100 0,2 0 98 15,2 0-96-15,-2 0-47 0,4 0-25 16,-2-3 78-16,-2 2-55 0,2 1-23 0,-4-2 0 16,0 2-298-16,-2 0 146 0,3 0 60 0,-3 0-498 15,-2 2 284-15,1 7 141 0</inkml:trace>
  <inkml:trace contextRef="#ctx0" brushRef="#br0" timeOffset="71352.16">25206 12708 1295 0,'-10'7'0'0,"7"3"0"0,-3-7 0 0,5-1 0 0,-1-2 0 0,2 0 0 0,0 0 268 0,0 0-118 15,2 0-58-15,8 0-30 0,6 0 35 0,2-5-24 16,1-3-8-16,2-1-402 0,-1 2 185 0,3-3 93 16,4 3 45-16</inkml:trace>
  <inkml:trace contextRef="#ctx0" brushRef="#br0" timeOffset="71763.08">25816 12191 930 0,'0'-24'0'0,"0"4"0"0,0-3 0 0,0-3 0 0,0 5 0 0,-5 1 0 0,-4 1 0 0,1 4 0 0,-2 2 111 0,1 3-39 0,-2 4 0 15,1 3 72-15,-3 1-55 0,4 2-20 16,-6 0 83-16,4 0-60 0,-3 11-30 0,1 0 1 16,2 3 36-16,-2 1-25 0,4 4-8 0,-3-3-33 15,5 5 147-15,-3-1-73 0,3 3-30 0,1 3 111 16,0-1-78-16,5 3-38 0,-4 1-1 0,5 2 88 16,0 5-56-16,0-2-38 0,0 1 46 0,0 3-38 15,0 5-1-15,5-9-39 0,2 3 6 0,3 1-6 16,-1 0-1-16,2-1-22 0,-1-1-1 15,-1 1 23-15,-2-1 9 0,1-3-69 16,-4 2 30-16,0-3 0 0,-2 0-44 0,-2-5 24 16,0-2 11-16,0 3-6 0,-4-6-32 0,-6-2 27 15,-3-2 0-15,-2-2 7 0,0-3-106 0,-2 0 58 16,0-5 20-16,0 0-85 0,1 0 47 0,0-3 30 16,5-1-2-16,0 0-288 0,3 0 152 0,3-2 76 15,1-2-319-15,4 1 198 0,0-1 90 0,0 0 58 16,7 0-402-16,9-3 225 15</inkml:trace>
  <inkml:trace contextRef="#ctx0" brushRef="#br0" timeOffset="72113.25">25954 12652 1475 0,'0'0'0'0,"-2"0"0"0,-1 0 0 0,2 0 0 0,-4 0 0 0,2 0 0 0,-2 5 345 0,5 7-147 0,0 4-87 16,0 3 230-16,0 5-154 0,0 3-77 0,0 3-39 16,0 2 27-16,0 2-38 0,0 0 1 0,0-1-125 15,0 2 48-15,0-6 25 0,0-4 7 0,0 1 17 16,0-5 0-16,-6-3 0 0,-1-5-82 16,0-5 42-16,0-1 7 0,-1-4 33 0,2-3 118 15,-1 0-63-15,2 0-31 0,1 0-34 16,2 0 295-16,-1 0-143 0,3 0 30 0,0 0-205 0,0 0 0 0,0 0 0 15,5 0 0-15,9 0 0 16,2 1 0-16,3 3 0 0,2 2 0 0,1-1 0 16,5 3 0-16,-8-2 0 0,1 1 0 0,1 1 0 15,-4-2 0-15,-4-3 0 0,0 1 0 0,-2-3 0 16,-3 2-194-16,-5-2-187 0,1-1 162 0,-2 0 83 16,-2 0 56-16,0 0-493 0,0-5 269 0,0-6 136 15</inkml:trace>
  <inkml:trace contextRef="#ctx0" brushRef="#br0" timeOffset="73622.57">26519 12203 611 0,'-6'0'0'0,"3"0"0"0,-1 0 0 0,0 0 0 0,-2-2 0 0,1 2 0 0,-1-3 0 0,1 3 0 0,-1-1 75 0,3 1-21 0,-4 0 0 0,2 0 26 16,-1 0-16-16,1 0-8 0,-2 0 7 0,4 0-30 16,-1 0-1-16,2 0 1 15,-1 0-29-15,1 0 29 0,-2 1 0 0,2 8-1 0,-1 2-28 0,1 4-1 16,-3 4 38-16,2 6-15 15,-1 2 7-15,2 4-9 0,-3 2 7 0,5 1 49 16,0 0-16-16,0-1-16 0,0 2 43 0,0-4-29 16,0-1 0-16,0-2-29 0,3-7 10 0,5 4-10 15,2-3 0-15,-1-3 0 0,0 1-35 0,3-3 0 16,-3 0 43-16,0-3-165 0,1 0 78 0,-1 1 28 16,0 2 23-16,-1-3-304 0,0 1 127 15,-3 0 83-15,1-6-275 0,1 3 165 0,-4-5 83 16</inkml:trace>
  <inkml:trace contextRef="#ctx0" brushRef="#br0" timeOffset="74718.2">26759 12201 978 0,'0'0'0'0,"0"-3"0"0,-1 2 0 0,1 0 0 0,-4-2 0 0,4 1 0 0,-2 2 0 0,-1 0 0 0,3 0 161 0,-1 0-56 0,1 5 38 0,0 10-55 16,0 3-28-16,0 5 1 0,0 3 82 0,0 5-47 16,0 2-36-16,1 2 1 0,2 6 77 0,-1 3-53 15,-2 1-26-15,0-4 21 16,0 12-8-16,0-4-39 0,0-2 0 0,0-2-37 15,0-10 0-15,0 5 45 0,0-3-101 0,0-5 47 16,0-9 23-16,0-2 0 0,0-3-162 0,0-6 92 16,0 1 16-16,0-11 29 0,0 3-270 0,0-5 135 15,0 0 40-15,0 0-48 0,-2-9 66 0,-1-14 30 16,2 5 0-16,-1-12-276 0,-2-11 153 0</inkml:trace>
  <inkml:trace contextRef="#ctx0" brushRef="#br0" timeOffset="75006.03">26708 12184 1126 0,'2'-11'0'0,"0"3"0"0,2 3 0 0,2-2 0 0,-1 1 0 0,5-2 0 0,1 4 0 0,2 1 384 0,6 0-175 0,0 2-89 0,3 1 101 16,5 0-98-16,-2 1-46 0,0 9-21 0,-2 1 14 15,1 1-37-15,-7 1 8 16,2 0-8-16,-2 2-47 0,-4 1 23 0,-3 2 1 15,-4-2-8-15,-3 3-8 0,-3 6 39 0,0-5 0 16,-4 5 30-16,-11-3-1 0,-6 1-21 0,1 0 30 16,-5-3-6-16,1 0-34 0,-3-6-9 0,3-1-35 15,5-5 31-15,0-1-7 0,1-1-14 0,8-4 1 16,-3-2 41-16,6 0-7 0,2 0-195 0,0 0 89 16,3-2 38-16,2-8 26 0,0-3-350 15,0-2 173-15,2-1 52 0,6 1-381 16,3 0 241-16,2 1 121 0</inkml:trace>
  <inkml:trace contextRef="#ctx0" brushRef="#br0" timeOffset="76430.97">27462 11961 255 0,'0'-2'0'0,"0"0"0"0,0 0 0 0,0 0 0 0,0 0 0 0,0 0 247 15,0 2-107-15,0 0-53 0,-2-2 41 0,2 2-40 16,0 0-31-16,0 2 0 0,0 10 4 0,0 1 0 16,0 4-28-16,0 3 7 0,0-1 75 0,0 5-42 15,0 4 1-15,2-5-41 0,-2 1 67 0,0 0-26 16,0 3-8-16,0-2-10 0,0-4-1 0,0 0-22 16,0 1-1-16,0-1-18 15,2-5 18-15,-2-1 1 0,2-4-37 0,-2 0 37 16,1-3 0-16,-1-4 7 0,0-2-65 0,2-2 27 15,-2 0-1-15,0 0-34 0,0 0 28 0,0-2 7 16,-7-7-5-16,-3-5-77 0,1-1 46 0,0-1 14 16,-5-1-146-16,3-2 74 0,-2 1 44 0,-2 4 11 15,-1 0-56-15,4 4 26 0,-3 4 23 0,0 4-13 16,-2 2 1-16,2 0-7 0,0 8 30 16,0 11 124-16,2 0-61 0,6 0-40 15,-2 5 8-15,8-2 242 0,-1-2-127 0,2 1-37 16,0-4 104-16,2-2-62 0,4 0-52 0,5-4 10 15,0-1-56-15,3-2 14 0,-2-3-1 0,6-3 8 16,0 0-282-16,1-2 135 0,6 0 67 0,-4-9-515 16,2-3 270-16,-5-1 88 0</inkml:trace>
  <inkml:trace contextRef="#ctx0" brushRef="#br0" timeOffset="76639.45">27570 12160 1362 0,'4'-6'0'0,"3"5"0"0,5-2 0 0,-3 1 0 0,3 2 0 0,1 0 0 0,3 0 0 0,-4 0 0 0,6 0 207 16,-6 6-92-16,1 4-41 0,-1 1 93 0,-3 4-68 16,0 0-24-16,-5 2-9 0,-1 1-64 0,-3 1 31 15,0 0 0-15,0 3-73 0,-11-3 44 0,-5 4-7 16,-3-6 36-16,-1-2-94 0,-1-2 46 0,2-4 25 16,-6-1-250-16,2-1 124 0,1-3 31 15,2-2 42-15,3-1-319 0,3-1 165 16,3 0 73-16,6 0 50 0,5-1-213 0,0-11 127 15</inkml:trace>
  <inkml:trace contextRef="#ctx0" brushRef="#br0" timeOffset="76831.13">27809 12051 1243 0,'1'-7'0'0,"-1"6"0"0,0 1 0 0,0 0 0 0,-6 0 0 0,-7 10 0 0,3 3 0 0,-1 6 0 0,1 1 214 0,1 3-90 16,3-3 227-16,3 3-163 0,1-1-77 0,2-1-40 15,0 2 27-15,2-5-33 0,9 4 9 0,6-5-42 16,-1 1-125-16,3-3 62 0,3-2 32 0,-4-3-109 16,1-1 78-16,-3 0 28 0,-2-1-1 0,-6-2-378 15,2-1 134-15,-3 1 122 0,-4-1-36 0,-1 2-293 16</inkml:trace>
  <inkml:trace contextRef="#ctx0" brushRef="#br0" timeOffset="77085.5">27206 12584 1652 0,'-17'0'0'0,"8"0"0"0,3 0 0 0,4 2 0 0,2-2 0 0,0 2 0 0,0 0 0 0,19-2 0 0,17 0 232 15,4 0-99-15,9 0-51 0,13-6 292 0,-5-3-163 16,15-1-93-16,-7 1-43 0,-1 1 65 0,-11 4-54 15,6 1-27-15,-2 1-103 0,-5 0 35 0,-7 2 20 16,-7 0 1-16,-2 0-284 0,-6 0 152 0,-9 0 85 16,-2 0-183-16,-6 0 67 0,-6 2 80 0,-4-2 39 15,1 2-479-15,-4-2 231 0,-7 0 127 0,-8 2 61 16,-9-1-286-16</inkml:trace>
  <inkml:trace contextRef="#ctx0" brushRef="#br0" timeOffset="77455.87">27512 12618 1675 0,'-5'4'0'16,"3"3"0"-16,2 1 0 0,-3 1 0 0,2 0 0 0,-1 7 0 0,2 0 0 0,0 7 0 0,0 1 157 0,0 3-62 0,0 1-31 0,0 1 159 0,2 4-87 16,-1-4-56-16,4 2-23 0,-4-3-59 15,3-5 35-15,-2-2 0 0,0-1-114 16,1-7 53-16,-3-1 30 0,0-5 1 0,0-5-122 15,0-1 76-15,0-1 35 0,-7 0-69 0,-3-5 20 16,2-11 29-16,-6-4-18 0,1-2-10 0,-1-2-4 16,1-5 6-16,0-1 8 0,-3 0-45 0,1 2 29 15,0 3 0-15,2 9-10 0,-2-1 8 0,2 6 31 16,-1 5 0-16,3 4 136 16,-1 2-65-16,0 0-42 0,1 2 205 0,-2 13-105 15,3 1-54-15,1 8-15 0,2 0 92 0,2-3-37 16,3 9-37-16,2-10 19 0,0 3 112 0,0-1-69 15,0-1-29-15,8-3-59 0,1 0 13 0,2-5 1 16,0-2 0-16,5 0-232 0,-1-3 124 0,2-5 50 16,2 1 29-16,3-4-494 0,2 0 241 0,1 0 83 15,1 0-155-15,4-9 148 0,2-5 70 16</inkml:trace>
  <inkml:trace contextRef="#ctx0" brushRef="#br0" timeOffset="77736.8">27836 12768 1243 0,'0'-9'0'0,"0"1"0"0,0 3 0 0,-13-3 0 0,0 4 0 0,0 2 0 0,-3 2 0 0,0 0 0 0,-2 0 207 0,0 2-87 0,2 10-43 0,1-1 171 15,0 4-99-15,1-2-62 0,6 4 94 0,2-2-74 16,4 0-38-16,2 0 1 0,0 0-14 0,2 2-23 16,9-2 0-16,6 0 0 15,4 0-22-15,-1-2 0 0,-1-2 30 0,6 3-76 16,-7-3 34-16,1-1 0 0,-2 4 34 0,-3 0-100 15,-2-1 31-15,-7 0 27 0,0 2-93 0,-5-2 54 16,0 1 11-16,-8 0-1 0,-6-1 23 0,-5-4 9 16,-1-1-10-16,-3-3 8 0,0 0-59 0,0-5 27 15,0 0-6-15,3 0-70 0,-1 0 45 16,3-3 26-16,4-4-9 0,3-4-282 0,6-1 143 16,5-3 85-16,0 1-327 0,7-5 201 15</inkml:trace>
  <inkml:trace contextRef="#ctx0" brushRef="#br0" timeOffset="77933.81">28200 12600 767 0,'7'-3'0'0,"-1"-1"0"0,1 1 0 0,0-1 0 0,2 0 0 0,0 1 150 0,3-3-59 0,3 2-29 15,7-3 293-15,5 5-165 0,0-2-79 16,1-2 35-16,2 3-57 0,2 0-28 0,-7 2 9 15,1-1-129-15,-3 2 46 0,-4 0 23 0,-2 0 0 16,-5 0-229-16,-2 0 134 0,-5 3 55 0,-1 1-412 16,-4 2 188-16,0 0 124 0,0 1-4 0</inkml:trace>
  <inkml:trace contextRef="#ctx0" brushRef="#br0" timeOffset="78100.52">28404 12319 1705 0,'-7'-2'0'0,"3"0"0"0,1 2 0 0,-1 0 0 0,-1 10 0 0,0 8 0 0,3 9 0 0,2 5 0 0,-2 7 504 0,1-3-227 15,-1 13-126-15,0-4-70 0,2 2-24 0,0 1-1 16,0 3-23-16,0-2-473 0,0 2 233 0,2 1 119 16,5-1-400-16</inkml:trace>
  <inkml:trace contextRef="#ctx0" brushRef="#br0" timeOffset="79051.28">29017 12297 442 0,'-8'-7'0'0,"1"1"0"0,2 2 0 0,-4 2 0 0,1 2 0 0,0 0 0 0,-3 0 122 16,0 0-48-16,3 12-1 0,-3 0 33 0,5 5-37 16,-3 7 0-16,1 1 26 0,-1 5-35 0,5 2-1 15,0 2-26-15,1 0 41 0,2 1-20 0,1 1 8 16,0-2-29-16,0 2 93 16,1-6-47-16,6 1-23 0,3-9 27 0,-2-2-18 15,5-3-7-15,1-4-25 0,1-3-18 0,0-5 18 16,2-3 0-16,0-2 8 0,-3 0-31 0,4-2 1 15,1-9 22-15,-3-6-24 0,-2-4 1 0,0 2 31 16,-1-7-8-16,-1-1-88 0,-4 0 28 0,-1-3 25 16,-2-2-126-16,-3-1 71 0,-1-2 22 0,-1 1 20 15,0-2-58-15,0 1 35 0,-3 1 5 16,-8 0-16-16,1 7 11 0,-4 0-8 16,1 7 29-16,-3 4 51 0,0 3-25 0,1 6-6 15,-2 0-19-15,2 6 33 0,0 1 0 0,1 0-13 16,4 0 12-16,2 6-16 0,-4 5-6 0,9-3 13 15,-4 1-148-15,7 1 66 0,0 5 33 0,0-6-232 16,0 5 127-16,0-2 59 0,0 1 16 0,0 2-211 16,0 2 117-16</inkml:trace>
  <inkml:trace contextRef="#ctx0" brushRef="#br0" timeOffset="79364.45">28712 12779 927 0,'-10'0'0'0,"6"3"0"15,-2-3 0-15,-1 0 0 0,1 0 0 0,2-8 0 0,1-4 0 0,3-2 0 0,0-2 117 0,0 1-42 0,7-1-21 0,6-1 48 0,2-2-27 0,6-2-8 16,2 1-11-16,0 0-1 16,2 2-22-16,0 1-1 0,-3 7 26 0,0-1-25 15,-2 7 0-15,2 3 0 0,-6 1-10 0,3 0 9 16,-4 7 9-16,3 8 16 0,-4 4 0 0,1 1-24 15,-2 1 0-15,1 2 56 0,-3-5-20 0,6 7-8 16,-7-6-29-16,9 1 55 0,-3 0-28 0,3-5 1 16,-3-3-26-16,9 1-1 0,-2-3 0 0,2-4 0 15,-1-3-71-15,3-3 35 0,-5 0 9 16,8 0-242-16,-11 0 130 0,4-3 47 16,-3-6 38-16,-1 1-497 0,-1 1 239 0,-3-3 112 15,0-1 67-15,-3-2-313 0</inkml:trace>
  <inkml:trace contextRef="#ctx0" brushRef="#br0" timeOffset="79852.25">29714 11750 785 0,'0'-15'0'0,"0"3"0"0,0 7 0 0,-2 1 0 0,0-3 0 0,-1 5 0 0,1 0 184 0,-2 0-67 16,1 2-47-16,1 0 196 0,-1 4-116 0,1 11-59 15,-1 6-29-15,3 0 63 0,0 10-51 0,0-1-20 16,0 4 0-16,0 2 8 16,0-3 0-16,0 5-21 0,0-2 3 0,0 0-12 15,0 1 1-15,0-3 0 0,-3-2-31 0,1-6 9 16,1-1 21-16,-3-4-21 0,3-3 0 0,-1-7 22 15,-2-2 0-15,2-5-45 0,2 0 6 0,-1-4 0 16,-1 0 12-16,-1 0-40 0,-2-4 17 0,3-10 4 16,-4-3-169-16,1-7 92 0,-4 3 37 0,2-3 25 15,-2-5-177-15,-3 3 86 0,0-3 35 0,1 4-43 16,-3 7 47-16,-1 2 23 0,-2 4 1 16,1 6 36-16,-4 5-13 0,1 1 0 15,-1 1 155-15,1 15-78 0,3 2-39 0,2-1-7 16,3 4 248-16,4 0-132 0,2 1-34 0,5-1-43 15,0 1 213-15,0-3-105 0,7 2-42 0,4-4-36 16,5 0 21-16,0-2-27 0,3-2-1 0,-1-4-54 16,1 1-8-16,0-3 35 0,3-3 0 0,-3-2-263 15,3-2 131-15,1 0 75 0,0 0-551 16,-1-4 280-16,-1-7 96 0,1-3 85 16,-3 2-316-16,-6-5 190 0</inkml:trace>
  <inkml:trace contextRef="#ctx0" brushRef="#br0" timeOffset="79996.88">29820 11932 1359 0,'2'-7'0'0,"-1"3"0"0,1 2 0 0,2 2 0 0,-4 0 0 0,0 0 0 0,0 0 0 0,0 0 0 0,2 2 217 0,-1 7-93 15,3 1-37-15,2-1 67 0,1 3-60 0,-1-1-31 16,5 2 0-16,-3-2-115 16,2 3 51-16,0-3 13 0,-1 0-374 0,2-2 197 15,1 1 99-15,1-4 50 0,-5-4-528 0</inkml:trace>
  <inkml:trace contextRef="#ctx0" brushRef="#br0" timeOffset="80186.37">30071 11835 1136 0,'4'-13'0'0,"-4"3"0"0,0 4 0 0,0 3 0 0,0-1 0 0,0 2 0 0,0 2 0 0,0 0 0 0,0 2 319 0,-5 13-142 0,0 3-73 15,-4 4 57-15,-2 4-64 0,-3 4-25 0,1 0-7 16,-2 4-61-16,0 0 29 0,-2-2 0 0,4 1-1 15,-3-1-196-15,2-2 94 0,-2 0 51 16,3 1-313-16,-1-5 181 0,3-2 32 0,1-4 66 16,0 1-394-16,-2-2 208 0</inkml:trace>
  <inkml:trace contextRef="#ctx0" brushRef="#br0" timeOffset="80421.73">29412 12441 1791 0,'-13'0'0'0,"-1"0"0"0,4 0 0 0,2 0 0 0,1 0 0 0,2 0 0 0,3 0 0 0,2 0 0 0,0-2 0 0,2 1 263 0,15-3-107 0,8 0-65 0,7 0 157 0,8-1-108 0,2 1-53 16,7 1-28-16,0-1 39 16,5 2-37-16,-2-1 1 0,2 0-57 0,-3 1 0 15,1-2 28-15,-8 2-125 0,6-1 58 0,-3 1 34 16,-12 2-1-16,0-2-277 0,-4 2 153 0,-8 0 29 15,-3 0 53-15,-3 0-441 0,-6 0 226 0,-4 0 112 16,-6 2-273-16,-1 5 185 0,0 2 105 0,-5 1 48 16</inkml:trace>
  <inkml:trace contextRef="#ctx0" brushRef="#br0" timeOffset="80798.39">29718 12453 1278 0,'-6'0'0'0,"1"0"0"0,3 0 0 0,-3 0 0 0,1 4 0 16,3 3 0-16,-6 2 0 0,7 6 0 0,0 2 0 0,0 4 312 0,0 3-140 0,0 3-69 0,0 0 38 0,0 6-45 15,3-1-36-15,1 2 0 16,-1-3-27-16,-1 1-1 0,3-1 1 0,-3-3 8 16,1 1-129-16,-1-6 61 0,0-2 29 0,-1-5-103 15,-1-6 66-15,0-1 42 0,0-5-46 0,0-2-40 16,0-2 16-16,-1 0 30 0,-6 0 37 0,-5-9-13 15,0-5-10-15,0-2 9 0,-2-4-15 16,0-1 17-16,-3 0 4 0,-1-3-4 0,1 0-53 0,-1 2 27 16,-2 2 3-16,0 2-12 0,2 7-2 15,1 2 31-15,-2 3-9 0,1 5 50 0,-2 1-10 16,2 0-33-16,5 5 131 0,-4 8-61 16,4 4-29-16,5 0-1 0,-3 2 128 0,8 0-73 15,0-1-17-15,3 1-26 0,0 1 23 0,0-4-35 16,5 3 29-16,7-4-99 0,1 1 55 0,1 0-7 15,6-3 41-15,1 2-366 0,0-4 152 0,0-2 88 16,1-3-425-16,7-1 242 0,-1-3 116 16</inkml:trace>
  <inkml:trace contextRef="#ctx0" brushRef="#br0" timeOffset="81101.77">30063 12611 971 0,'3'-20'0'0,"-1"6"0"0,-2 4 0 0,0-1 0 0,-5 2 0 0,-6 3 0 0,-2 2 144 0,-3 2-60 0,1 2-26 0,-2 0 74 16,-5 6-50-16,4 7-24 0,-2 2 8 0,0 6 63 15,3 0-49-15,4-4-23 0,1 3 71 16,6-2-48-16,2 1-16 0,0 0-7 16,4-2 50-16,0 0-37 0,6-2 1 0,5-2-10 15,2 0 8-15,5-2-36 0,2 1-1 0,-1-3 8 16,3 1-7-16,-3-1 0 0,-1 2-47 0,-1-1 19 15,-4-2 0-15,1 5 28 0,-7-2-122 0,-1 0 61 16,-6 2 19-16,0 2-8 0,0-3-90 0,-6 5 57 16,-13-3 11-16,1 0-44 0,-4-5 28 0,-7 3 11 15,4-8-1-15,-2 1-131 16,-1-3 74-16,5-2 39 0,-1 0-131 0,2 0 84 16,-1 0 39-16,6-2 0 0,4-7-326 0</inkml:trace>
  <inkml:trace contextRef="#ctx0" brushRef="#br0" timeOffset="81598.75">30515 12115 1227 0,'0'-1'0'0,"0"-2"0"0,0 3 0 0,5 0 0 0,0 0 0 0,1 0 0 0,5 7 0 0,2 3 216 16,3 1-92-16,5 4-45 0,-1 2 129 0,2 3-79 15,-2 3-52-15,0 6-23 0,-7 0 219 0,4 5-120 16,-9 10-61-16,-6-5 87 0,0 15-77 0,-2-1-35 15,-5 1 0-15,-10 0-66 16,-7 1 40-16,2-2-9 0,-3-4-154 0,1-6 77 0,0-4 39 0,6-10-1 16,-5 0-254-16,1-6 139 0,2-8 31 15,1-3 48-15,1-5-194 0,2-3 107 16,1-4 10-16,-1 0-256 0,4-2 171 0,5-10 87 16,4-4 42-16,1-7-314 0</inkml:trace>
  <inkml:trace contextRef="#ctx0" brushRef="#br0" timeOffset="82164.31">31297 11852 1211 0,'0'-20'0'0,"0"6"0"0,0 8 0 0,0 3 0 0,1-3 0 0,2 2 0 0,-3 2 0 0,2 1 122 16,2 1-45-16,-2 0-21 0,1 1 173 0,0 12-102 15,-1 9-47-15,3 3-24 0,-4 4 204 0,1 4-114 16,-2 7-48-16,0 5 75 0,0 2-70 0,0 1-35 15,0 1 0-15,-5 1 194 0,-1 4-107 0,1 0-65 16,-3-1 20-16,4-2-38 0,0-2-1 0,-1-3-38 16,2-7-64-16,-2 1 28 0,2-2-1 0,-3-8-103 15,5-9 70-15,-3 0 43 16,3-9-8-16,1-3-154 0,-2-3 65 0,2-5 53 16,-3-1-17-16,1 0-30 0,-4 0 4 0,3-7 32 15,-6-5-62-15,4-4 39 0,-2-2 15 0,2-3-9 16,-3-5-59-16,-1 0 46 0,4-1 23 0,-4 1-114 15,2 7 69-15,-4-1 26 0,-2 3 8 0,-1 3 68 16,3 5 0-16,-8 5-34 0,1 3 1 0,0 1 55 16,-8 5-23-16,7 11-1 0,-5 5-32 0,5 2 0 15,0 1 1-15,5-1-9 16,0 6 260-16,7-9-57 0,0 4-84 0,2-3 377 16,5-1-211-16,0-1-98 0,0-1-60 0,0-2 46 15,1-1-50-15,3-2-24 0,6-2-1 0,-2-1-131 16,2-1 49-16,4-3 29 0,-1-2-150 0,3-2 89 15,0-2 45-15,3 0 31 0,0 0-685 0,6-2 283 16,2-2 178-16,-2-4-555 0</inkml:trace>
  <inkml:trace contextRef="#ctx0" brushRef="#br0" timeOffset="82528.34">31831 12327 801 0,'0'-23'0'0,"0"9"0"0,0-2 0 0,0-1 0 0,0 3 0 0,0 3-6 0,-4 1 1 0,-4 4-2 16,-3-1 359-16,-2 5-159 0,2 0-80 0,-4 2 69 15,-2 0-74-15,-2 7-30 16,-2 9-7-16,2-1 59 0,-1 1-49 0,2 3-24 16,3-3 9-16,0 5 90 0,1-1-61 0,4 0-31 15,2-3 84-15,3 2-58 16,4-2-20-16,1 0-9 0,0-3 26 0,0 0-27 0,3 0 0 0,8-2-28 15,3-1 74-15,1 0-42 16,5-1 1-16,-2-1-10 0,1 0-22 0,1 3-1 0,-5 1 9 0,4 0-38 16,-5 4-1-16,-4 0 31 0,1 4-36 0,-5 0 35 15,-4 1 9-15,-2 4-8 16,0-3-33-16,-5 1 26 0,-11 0 5 0,-3-1-38 16,-5 0 39-16,-1-4-17 0,-2-1 9 0,-1-5-67 15,-1-2 31-15,3-3-4 0,2-5 37 0,1-3-297 16,-1 0 128-16,5 0 73 0,3-1-483 0,5-9 262 15,4-1 124-15,7-4 74 0,0-1-283 0</inkml:trace>
  <inkml:trace contextRef="#ctx0" brushRef="#br0" timeOffset="85071.9">25163 13709 638 0,'0'0'0'0,"-2"0"0"0,2 0 0 0,0 0 0 0,0 2 0 0,0 0 0 0,0 1 140 0,4 0-54 0,5 2-26 15,3 1 206-15,0-3-117 0,2-1-49 0,0 0-38 16,2 0 129-16,-1-1-79 0,-1-1-40 0,-1 0 24 15,-1 0-23-15,0 0-9 0,-1 0-31 0,-2 0-24 16,-1 0 1-16,-1 0 23 0,-1 0-173 0,-1 0 83 16,1 0 45-16,-2 0 22 15,0 0 0-15,-1 0 23 0,1 7 8 0</inkml:trace>
  <inkml:trace contextRef="#ctx0" brushRef="#br0" timeOffset="85270.6">25212 14045 1485 0,'-14'0'0'0,"7"0"0"0,5 0 0 0,0 0 0 0,2 0 0 0,-1 0 0 0,1 0 0 0,0 0 0 0,1 0 160 16,10 2-64-16,7-2-31 0,-4 0 170 0,3 0-101 16,2 0-43-16,-2 0-33 0,2 0-120 0,-2 0 47 15,0 0 24-15,-1 1-338 0,2 1 188 0,-4 0 84 16,2 0 44-16,-2 2-525 0,-3 1 266 0,-1-4 49 15</inkml:trace>
  <inkml:trace contextRef="#ctx0" brushRef="#br0" timeOffset="85783.7">26064 13616 379 0,'0'-10'0'0,"0"0"0"0,0 3 0 0,0-3 0 0,0 1 0 0,0-2 0 0,0-2 267 15,0-3-117-15,0 4-50 0,-4-2 73 0,3 1-70 16,-5 0-35-16,1 0 0 0,-2 1 21 0,0-1-19 15,0 3-9-15,-4 0-28 0,0 0 26 0,-2 2-1 16,3 2-25-16,-2 1 99 0,-2 0-53 0,-2 3-23 16,2 0-1-16,-2 2 115 15,0 0-68-15,0 2-27 0,-2 7 126 0,1 5-84 16,6-1-42-16,-3 4-21 0,5 1 76 0,2 3-40 16,3 0-33-16,4 5-3 0,0-2 1 0,0 3-23 15,0 3 1-15,2 0 22 0,7 4-22 0,0 1-1 16,3 1 1-16,-1 2 30 0,-1 0-30 0,4-2 8 15,-6 3-13-15,5-3 5 0,-4 1 0 0,1-2-1 16,-3 3-20-16,-1-6-9 16,0 1 30-16,-3-1-1 0,-1 3-36 0,0-6-1 15,-2-2 36-15,0 4-34 0,0-10-8 0,0 0 35 16,-7-4-98-16,-2-2 45 0,2-5 19 0,-4-1-4 16,0-2-168-16,-2-3 90 0,4 0 33 0,-4-2 27 15,3-2-332-15,-1 0 170 16,1 0 81-16,1 0 39 0,0 0-323 0,2 0 181 0,3 0 84 0,2 0-121 15,1 0 110-15,1-2 55 0,0-4-335 0,3-6 194 16</inkml:trace>
  <inkml:trace contextRef="#ctx0" brushRef="#br0" timeOffset="86059.93">26177 14000 1495 0,'7'-7'0'0,"-1"2"0"16,-2 4 0-16,-3 0 0 0,2 1 0 0,-1 0 0 0,-2 0 0 0,0 0 0 0,0 12 213 0,0 5-90 0,0 4-38 0,0 7 50 0,-2-1-51 0,-1 4-26 16,2 0 0-16,-1 2-50 15,-2-6 9-15,2 4 15 0,-3-10-80 0,5 1 40 16,-4-5 0-16,0-3 40 0,1-6-30 0,1 0-9 16,-2-3 40-16,4-4 0 0,-3-1 101 0,3 0-51 15,0 0-34-15,0 0 157 0,0 0-86 0,0 0-44 16,3-1-16-16,8-7 0 0,2 0-19 0,4 1-8 15,-1 1-22-15,4-2 22 0,1 3 0 0,1 1-1 16,-1 2-270-16,1 1 132 0,0 1 69 0,1 0-744 16,2 0 380-16,-3 1 189 15</inkml:trace>
  <inkml:trace contextRef="#ctx0" brushRef="#br0" timeOffset="86540.7">26719 13572 787 0,'0'-11'0'0,"3"5"0"0,-1 2 0 0,-2 3 0 0,0-2 0 0,0 2 0 0,2 1 0 0,-2 0 263 0,0 0-115 0,0 0-58 0,0 4-20 16,0 12 4-16,0 5-20 0,0 4-1 0,0 4 70 16,0 3-46-16,0 4-14 15,0 7-7-15,0-1 28 0,0 0-25 0,0-1-1 16,0 7-63-16,0-8 7 0,3 11 31 0,0-1 0 16,0-1-136-16,-1-5 68 0,-1 2 34 0,1-12 8 15,-2 2-109-15,0-9 44 0,0-4 38 0,0-4-274 16,-3-8 109-16,-3-3 85 15,1-6-3-15,-3-2-116 0,2-5 93 0,1-13 47 16,1-3-173-16,0-10 113 0,-1-6 54 0</inkml:trace>
  <inkml:trace contextRef="#ctx0" brushRef="#br0" timeOffset="86770.09">26657 13686 886 0,'0'-22'0'0,"0"8"0"0,0 1 0 0,3 2 0 0,2-1 0 0,5 0 0 0,2-1 424 0,4 1-195 16,5 3-90-16,7 2-57 0,0-1 262 0,3 5-155 15,2 3-78-15,1 0-3 0,-4 3-29 0,0 12-8 16,-3 4-38-16,-4 3-95 16,-4 3 48-16,-5 3 23 0,-3 2-146 0,-8 2 80 15,-3 0 45-15,0 0 23 0,-11 0-124 0,-8-2 72 16,-5-4-20-16,-4-4 34 0,-1-5-43 0,-1-2 28 16,-3-6-14-16,1-6-10 0,0-1 10 0,2-2 5 15,1 0 25-15,9 0-108 0,-1 0 54 0,6-4 26 16,6 0-270-16,3 1 150 15,6-4 71-15,0 2 35 0</inkml:trace>
  <inkml:trace contextRef="#ctx0" brushRef="#br0" timeOffset="87250.8">27221 13942 641 0,'0'0'0'0,"0"-2"0"0,0-4 0 0,0-5 0 0,0-2 0 0,0-2 0 0,0 2 0 0,0-5 208 0,0 4-87 0,0 0-44 0,0 0 92 16,0 2-60-16,-5-1-42 0,0 5-1 15,-4 1-16-15,1 4-17 0,-2 1 0 0,-2 2 37 16,-1 0-37-16,-2 5-1 0,0 14 1 0,-2 3 89 16,2 6-45-16,0 3-14 0,2 2 37 0,4 2-34 15,-1-2 0-15,6 0-33 0,1-1 77 0,3-4-30 16,0 1-9-16,0-10-38 0,3 2-23 0,8-7 0 15,-1 0 23-15,1-8-105 0,3-3 49 0,1-3 27 16,-3 0 1-16,6-11-150 16,-1-9 73-16,-1-9 27 0,3-6-71 0,-2-2 33 15,0-1 40-15,-3-6-20 0,2-3-123 0,-3-3 60 16,1-12 50-16,-3 1 22 0,1-7-56 0,-2-3 38 16,3-4 0-16,-4 12-22 0,4-15 35 0,-5 28 0 15,-4 7 26-15,-2 11 106 0,1 5-53 16,-3 13-34-16,0 2 140 0,0 9-79 15,-5 3-39-15,-2 9-13 0,-4 13 334 0,2 8-133 0,-1 11-93 16,2 5 2-16,1 4 183 0,2 5-128 0,0 10-63 16,3-10 109-16,-2 14-91 0,3-5-41 15,-1-2-21-15,-1-6 12 0,3-1-32 0,0 0 7 16,0-4-106-16,0-7 49 0,0-1 25 0,0-11 0 16,0-2-390-16,5-8 186 0,0-6 106 0,2-6-8 15,-2-4-541-15,3-6 303 0,0 0 152 0,-4-13 68 16</inkml:trace>
  <inkml:trace contextRef="#ctx0" brushRef="#br0" timeOffset="87447.28">27407 13843 1303 0,'9'-10'0'0,"2"3"0"0,2-1 0 0,-1 3 0 0,2 1 0 0,-2 2 0 0,4 2 0 0,-2 0 0 0,2 0 0 0,-1 11 177 0,-3 4-76 0,2 3-34 0,-5 7 58 15,-2-3-46-15,-4 5-23 0,-1-5-56 0,-2 8-7 16,0-3 39-16,-8-1 1 0,-5 1-39 0,-2-4 0 15,-3 2 47-15,0-5-140 0,-2-2 66 16,3-9 33-16,-3 3 0 0,0-7-239 16,1-3 122-16,5-2 24 0,0 0 43 0,9 0-257 15,-2-2 138-15,7-9 67 0,0-2-225 0</inkml:trace>
  <inkml:trace contextRef="#ctx0" brushRef="#br0" timeOffset="87640.76">27795 13740 1168 0,'0'-5'0'0,"-9"3"0"0,-3 2 0 0,-2 0 0 0,-3 0 0 0,-3 12 0 0,0 7 0 0,0 6 0 0,1 6 389 0,3 0-169 0,2 4-99 16,4 0 101-16,6 3-95 0,4-2-47 0,0-1-24 16,0-1-47-16,12-2-8 0,6-6 32 0,5-2 0 15,-2-5-346-15,6-4 172 0,-3-5 96 0,6-3-233 16,-1-4 116-16,-3-3 90 0</inkml:trace>
  <inkml:trace contextRef="#ctx0" brushRef="#br0" timeOffset="87847.24">27972 13882 909 0,'-1'-5'0'0,"1"4"0"0,0 0 0 0,6-1 0 0,6-2 0 0,1-2 466 0,5 0-209 0,-1 2-116 0,10-3 163 0,-2 1-136 0,-1 2-68 16,-2 1-33-16,3-3-62 16,2 5 28-16,-7-3 0 0,3 2 0 0,-5-2-318 15,0 3 159-15,-5-1 87 0,-3 2-416 0,1 0 232 16,-4 0 117-16,-4 0 58 0,-1 0-398 0,-2 0 199 16,0 0 110-16</inkml:trace>
  <inkml:trace contextRef="#ctx0" brushRef="#br0" timeOffset="87994.15">28194 13512 859 0,'-7'-12'0'0,"1"7"0"0,2 1 0 0,2 3 0 0,1 1 0 0,-1 1 217 0,2 18-92 15,0 5-47-15,0 8 197 0,0 8-126 0,0 4-58 16,0 4 228-16,0 2-143 0,0 7-71 0,0 1-29 16,0 12-112-16,-2-6 35 0,-7 3-1 0,3 1 35 15,-2 1-572-15,3-9 294 0</inkml:trace>
  <inkml:trace contextRef="#ctx0" brushRef="#br0" timeOffset="88505.1">28803 13629 517 0,'-4'-15'0'0,"-2"7"0"0,1 6 0 0,3 0 0 0,-3 0 0 0,-2 2 0 0,-3 0 262 0,-1 15-119 16,-3 5-55-16,1 9 84 0,-4 7-69 0,4 1-35 15,1-1 8-15,-1 13 76 0,6-3-60 0,2 1-29 16,-2 3 196-16,7-1-112 0,0-6-50 0,0 5-36 16,0-14 104-16,14 0-66 0,0-7-34 0,5-9 1 15,1-7 26-15,7-4-34 0,-1-7 0 0,1-3-54 16,5-17 0-16,-2-9 29 0,-5-3 8 0,2-13-173 15,-3 2 83-15,-6-5 41 0,-3 2-167 16,-2-5 79-16,-4-4 62 0,-1 1-22 16,-4-9-98-16,-4 5 47 0,0 4 43 0,0 2-7 15,-5 13-24-15,-9-1 36 0,-4 11-1 0,4 9 46 16,-2 8-19-16,-5 7 0 0,-2 5-7 0,-4 6 37 16,-1 22-29-16,3 6-1 0,2 6-117 0,4 5 59 15,1 4 20-15,-1 6 9 0,6 6-271 0,-1-2 151 16,1 1 74-16</inkml:trace>
  <inkml:trace contextRef="#ctx0" brushRef="#br0" timeOffset="88749.57">28485 14259 1162 0,'-16'-6'0'0,"6"-1"0"0,1-3 0 0,2-6 0 0,0-3 0 0,4-2 0 0,3-3 0 0,0 4 0 0,10-7 0 0,8 2 359 0,4 1-163 0,7 0-81 16,-1 3 18-16,2 4-42 0,-3 5-33 0,3 1 0 15,-5 8-20-15,-5 3-5 16,4 0 0-16,-5 3 8 0,3 19-3 0,-5 0-6 16,-2 6 1-16,-1 4 25 0,-4 0 1 0,3 0-18 15,2-1-8-15,0-4 35 0,2-2 1 0,5-5-37 16,-1-3-75-16,1-7 46 0,8-3-8 0,1-5 38 16,-1-2-368-16,2-2 174 0,-1-13 74 0,-1-4 50 15,1 0-581-15,-4-6 292 0,-4 0 147 0</inkml:trace>
  <inkml:trace contextRef="#ctx0" brushRef="#br0" timeOffset="89112.6">29374 13435 1087 0,'1'-15'0'15,"-1"9"0"-15,0 2 0 0,0 3 0 0,2 1 0 0,-2 0 0 0,2 3 225 0,-1 20-100 0,4 3-46 0,-2 8 318 0,-1 7-182 16,0 0-91-16,-1-2-37 0,3 15 90 0,-2-9-72 15,-2 1-36-15,3-2 3 0,-3-3-40 16,2-5 9-16,-2 1-8 0,0-1-35 16,0-5 1-16,0-8 33 0,0-2-90 0,0-8 53 15,0-2 15-15,0-2 0 0,0-8-99 0,-5 1 58 16,-1-2-8-16,1-2 31 0,-3-8-102 0,2-4 54 16,-1-5 8-16,-3-5-177 0,1 2 91 0,-2-6 55 15,0 2 13-15,0 2-88 0,1 7 61 0,-7-2 30 16,1 8-110-16,0 5 75 0,-7 5 32 15,-1 1 1-15,3 8 131 0,-3 12-50 0,4 4-32 16,2 2 8-16,4 4 268 0,4-2-147 16,4 1-72-16,4-1 353 0,2-6-166 0,0 7-65 15,8-9-67-15,8-2 20 0,3-4-41 0,4-5-21 16,0-4-103-16,9-2 36 0,-2-3 24 0,3 0-1 16,-1-5-475-16,0-9 242 0,1-1 135 15,-2-2-6-15</inkml:trace>
  <inkml:trace contextRef="#ctx0" brushRef="#br0" timeOffset="89241.26">29608 13788 1351 0,'-5'-4'0'0,"1"2"0"0,1 2 0 0,3 0 0 0,0 0 0 0,0 6 0 0,0 0 0 0,0 2 0 0,3 3 201 0,6 3-88 0,1-1-41 0,3 2 38 16,-1 3-39-16,1 0 0 0,0 1-206 0,6 1 80 15,-6 1 44-15</inkml:trace>
  <inkml:trace contextRef="#ctx0" brushRef="#br0" timeOffset="89468.67">30009 13557 1785 0,'-1'-10'0'0,"-1"9"0"0,0 1 0 0,-3 0 0 0,-4 5 0 0,-10 19 0 0,-6 16 0 0,-9 15 262 15,-6 7-114-15,-7 16-58 0,-1 2 114 0,1-5-77 16,-17 28-51-16,-1 8-22 0,3-8 154 0,7-13-88 16,-3 7-44-16,11-15-101 0,-4 11 25 0,19-23-1 15,2-5 34-15,14-13-372 0,2-6 186 0,7-12 101 16,1-8-567-16,4-4 261 0,2-9 171 0,0-5 32 16</inkml:trace>
  <inkml:trace contextRef="#ctx0" brushRef="#br0" timeOffset="89638.22">30098 14336 2105 0,'-2'-41'0'0,"-1"26"0"0,3 12 0 0,0 2 0 0,0 0 0 0,0-4 305 0,0 3-128 0,0-5-76 0,0 1-477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26:36.5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2743 9722 465 0,'-5'-4'0'0,"-1"1"0"15,2 1 0-15,3 0 0 0,-4 1 0 0,4 1 0 0,-2 0 69 0,1-3-8 0,0 3-28 0,2 0 24 0,0 0 1 0,0 0-17 16,0 0-8-16,0 0-38 15,0 0 38-15,0 0-1 0,0 0 1 0,0 0-33 16,0 0 12-16,0 0 0 0,0-1 21 0,0 1 11 16,0 0-14-16,0 0-2 0,0 0 32 0,0 0-42 15,2 0 10-15,0 0 28 0,1 0-1 0,-2 0-20 16,1 0-6-16,1 0 27 0,0 0-24 0,-1 0 3 16,-1 0-2-16,1 0 42 0,3 0-42 0,-4 0-1 15,1 0 23-15,-1 0-22 16,1 0 0-16,0 0 8 0,3 0 8 0,-1 0-16 15,-1 0 0-15,2 0-8 0,0 0 8 0,0 0 8 16,1 0-8-16,-1 0-11 0,-1 0 11 0,1 0 0 16,2 0 0-16,-3 0 14 0,3 1-14 0,-4-1 0 15,3 3 0-15,-1-3 10 0,3 1-11 0,-3-1 39 16,0 2-38-16,2-2 0 0,0 2 0 0,-1-2-1 16,1 2 0-16,-1-1 9 0,2-1-8 0,0 2-15 15,-4 0 15-15,5 0 0 0,-2 0-1 16,0-2-27-16,1 2 27 0,-2-1-1 15,2-1-29-15,-2 3 26 0,4-3 1 0,-1 0 3 16,-1 0-25-16,0 0 15 0,-1 0 5 0,1 0-24 16,-1 0 22-16,0 0 2 0,1 0-3 0,-3 0-18 15,4 0 17-15,-4 0-1 0,3 0 1 0,-4 0 18 16,3 0-19-16,0 0 0 0,0 0 0 0,-1 0 30 16,1 0-28-16,1 0 6 0,1 0 5 0,-1 0-8 15,2 0-3-15,-1 0-5 16,1 0 6-16,-2 0 9 0,6 0-8 0,-5 0-25 15,4 0 24-15,-3 0 1 0,2 0-1 0,-3 0-16 16,5 0 15-16,-3 0-3 0,1 0-26 0,-2 0 26 16,3 0 5-16,-4 0-7 0,4 0-10 0,-3 0 10 15,2 0 1-15,-2 0-8 0,1 0 12 0,0 0-6 16,2 0 1-16,-1 0-19 0,1 0 18 0,0 0 154 16,1 0-172-16,-1 0 0 0,1-3 0 0,-1 3 0 15,4 0 0-15,-6 0 0 16,7-1 0-16,-4 1 0 0,2 0 0 0,-2 0 0 15,5 0 0-15,-4 0 0 0,2 0 0 0,-1 0 0 16,0 0 0-16,1 0 0 0,2 4 0 0,-2-1 0 16,3 2 0-16,-1-1 0 0,-1 0 0 0,5 2 0 15,-2-2 0-15,6 1 0 0,-5-1 0 0,4 2 0 16,-1 0 0-16,2-3 0 0,-2 3 0 0,2-2 0 16,-3-1 0-16,5 3 0 0,-4-2 0 15,2-1 0-15,1 3 0 0,1-2 0 0,0 0 0 16,1-1 0-16,3 1 0 0,-1-2 0 15,0 0 0-15,1 0 0 0,-1-2 0 0,3 0 0 16,1 0 0-16,-1 0 0 0,0 0 0 0,0 0 0 16,0 0 0-16,0 0 0 0,-3 0 0 0,1 0 0 15,2 0 0-15,-2 0 0 0,2 0 0 0,0 0 0 16,0 0 0-16,0 0 0 0,-2 0 0 0,2 0 0 16,2 0 0-16,0 2 0 15,-1 0 0-15,2 3 0 0,0 1 0 0,-1 0 0 0,0-1 0 0,1 2 0 16,1 1 0-16,4-1 0 15,-1-1 0-15,0 2 0 0,-1-2 0 0,5-1 0 16,-3 0 0-16,3 0 0 0,-3-2 0 0,3-3 0 16,-6 0 0-16,12 2 0 0,-9-2 0 0,1 0 0 15,1 0 0-15,-4 0 0 0,8 0 0 0,-4-2 0 16,-2 0 0-16,0-2 0 0,1 1 0 0,-6 1 0 16,11 0 0-16,-8-1 0 15,1 1 0-15,2-2 0 0,-1 2 0 0,-6 0 0 0,11-3 0 16,-4 2 0-16,2-1 0 0,0-1 0 15,-2 1 0-15,-3 1 0 0,8-3 0 0,-4 2 0 16,1-1 0-16,-2 1 0 0,1 0 0 0,-2 2 0 16,5-1 0-16,-4 0 0 15,0 2 0-15,4-1 0 0,-3 0 0 0,-1 0 0 0,8 0 0 0,-6 0 0 16,2 2 0-16,1-1 0 0,0-2 0 0,1 2 0 16,0-1 0-16,-2-1 0 0,3 2 0 0,3-3 0 15,-3 1 0-15,3 0 0 0,-4 0 0 16,3-1 0-16,-2 2 0 0,1-2 0 15,2 2 0-15,-5 1 0 0,2-2 0 0,-3 3 0 16,1 0 0-16,0 0 0 0,1 0 0 0,-6 0 0 16,10 0 0-16,-5 0 0 0,0 0 0 0,0 0 0 15,0 0 0-15,-4 0 0 0,7 0 0 0,-2 0 0 16,-2 0 0-16,3 0 0 0,2-1 0 0,-3-1 0 16,3-2 0-16,-2-2 0 0,1 3 0 0,1-1 0 15,0-2 0-15,-2 3 0 0,2-2 0 16,0 2 0-16,-1-1 0 0,5 0 0 15,-3 0 0-15,3 1 0 0,-2 1 0 0,-2-1 0 16,6 0 0-16,-5 2 0 0,3-1 0 0,-2 0 0 16,-2 0 0-16,2 2 0 0,1 0 0 0,1 0 0 15,-1 0 0-15,1 0 0 0,7 0 0 0,-12 0 0 16,13 0 0-16,-5 0 0 0,1 0 0 0,-9-2 0 16,14 0 0-16,-4 1 0 0,-2-1 0 15,-7 2 0-15,4-2 0 0,-4 2 0 16,-2 0 0-16,-3 0 0 0,-5 0 0 0,-8-2 0 15,1 2 0-15,-4 0-167 0,-10 0 159 0,1 0-6 16,-5 0 5-16,-6 0-24 0,-1 0 19 0,-5 0-2 16,-2 0 4-16,-2 0-132 0,-2 0 62 0,0 0 27 15,0 0-196-15,0 0 113 0,0 0 53 0,0 0 26 16,7-1-197-16,8-8 112 0,8-2 47 0,10-4-559 16,7-3 312-16</inkml:trace>
  <inkml:trace contextRef="#ctx0" brushRef="#br0" timeOffset="1534.66">12063 9871 310 0,'-8'-10'0'0,"0"1"0"0,3 3 0 0,1 0 0 15,2 3 0-15,1 1 0 0,-1 0 63 0,0 0-21 0,2 0-3 0,0 1 0 0,0-3-20 0,0-1 0 16,4 2 0-16,3-2-36 0,2-1 33 0,1 0 0 16,-1 2 0-16,0-2 25 0,3 3-1 0,-3-1-18 15,2 1 27-15,-1 0 0 0,-1 2-30 0,0-1 7 16,0 2 51-16,0 0-17 15,-2 0-7-15,2 0 40 0,-1 0-30 0,0 0 1 16,-1 0-31-16,2 0 48 0,1 3-7 0,-1 3-42 16,2-2 1-16,1 2 37 0,1-3-1 0,-1 5-28 15,4-3 5-15,1 1-14 0,0-1 1 0,0 4 0 16,1-4-13-16,1 2 12 0,-1-1 1 0,3 0-21 16,-1 2 0-16,0-3 20 0,1-2 9 15,0 3-39-15,-1 0 0 0,1-3 18 16,0 1 10-16,0-2-38 0,2 2 40 0,0-2-16 15,3-2-10-15,-1 2 14 0,-3 0 2 0,2-2-3 16,-1 2-15-16,4-2 15 0,-1 2 1 0,-2 0-23 16,0 1-1-16,5-1 20 0,-7 0 7 0,7-1-43 15,-1 4 36-15,-3-4-4 0,2 3 3 0,1-2-40 16,-3 2 40-16,5-2-7 0,-4 1-37 0,3-1 37 16,-3 2 1-16,2-2-3 0,-4 1-5 15,6-1 5-15,-2 4 1 0,0-4-13 16,-1 0 12-16,1-1-2 0,-3 3 3 0,3 1 20 15,-3-4-22-15,4 3 0 0,-1-1 28 0,0 0 2 16,-1 0-26-16,5 1 2 0,-4 0 33 0,4-3-31 16,0 3-2-16,0-3 5 0,1-1-4 0,1 3 1 15,1-3 0-15,4 0 7 0,0 0-6 0,4 0 10 16,-7 0 2-16,11 0-41 0,-3 0 0 0,-2 0 22 16,3 0-23-16,1 0-5 0,-5-3 28 15,10 1 0-15,-5-2-12 0,3-2 12 16,1 4-1-16,0-4-1 0,2 3-18 0,0-2 19 15,-1 0-1-15,2 0-2 0,2-1 2 0,-1 2 1 16,0-1 0-16,3 1 11 0,-2-2-13 0,1 3 1 16,8-1-4-16,-14 2 29 0,10-2-22 0,6 3-2 15,-6-4 36-15,2 4-34 0,0-1 2 0,3-2-2 16,-12 3 3-16,19-1-1 16,-6 0 2-16,1 0-21 0,-1-2 20 0,-6 2 1 15,15-1-1-15,-7 2-37 0,2-1 33 0,-3 0 1 16,0 0-3-16,-3 1-18 0,14-1 16 0,-9 0 3 15,2 0 13-15,3 0-14 0,-3 0-3 0,-7 2 3 16,15-1 33-16,-6 1-32 0,1 0 1 0,-2-3 27 16,3 2-25-16,1-1 1 0,-2 2 2 0,4-2 0 15,-4 0 1-15,4 1-3 0,-2-2-1 0,2 2 4 16,0-1-1-16,2-2-1 0,-4 2-29 0,3 0 28 16,-2-1-2-16,4 0 5 15,-2 0-45-15,2 1 40 0,-2-2-3 0,1 2-30 16,1-2 29-16,-4 1 2 0,4-1-5 0,0 0-8 15,-1 1 8-15,1-1 2 0,0 0-6 0,-2 0-6 16,0 0 8-16,-2 1 2 0,4 0-5 0,-5 0 3 16,2 1 0-16,-2 0 1 0,0 2 0 0,-1 0 0 15,-2 0 0-15,-2 0 0 0,2 0 0 0,-9 0 0 16,15 0 0-16,-9 0 31 0,-1 0-30 0,-1 4 0 16,0-2 0-16,-8-1 12 0,13-1-11 15,-6 3 2-15,2-3-8 0,-4 0 7 16,-1 0 1-16,-7 0 2 0,12 0-38 0,-16 1 0 15,2-1 34-15,0 2-25 0,-2 2-2 16,-9-2 19-16,9 0 3 0,-10 2 8 0,-5 0-10 0,-2-1-4 16,0 1 3-16,-10 0 27 0,4-1-26 0,-10 1-2 15,1 0 49-15,-2-2-20 0,-6 2 0 0,-1-3-13 16,-3 2-2-16,-2-2 3 0,-1 1-6 0,-5 0-40 16,1-2 0-16,0 2 42 0,-2-2-3 0,0 0-186 15,0 0 87-15,0 0 36 16,0 0-147-16,0 0 72 0,0 0 56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26:59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5510 10274 535 0,'0'0'0'0,"0"2"0"0,-3 0 0 0,0 2 0 0,1-3 0 0,0 2 0 0,2-1 0 0,-1-1 0 0,1-1 64 16,-3 0 1-16,3 0-1 0,0 0-9 0,0 0-22 16,0 0 0-16,0 0 22 0,0 0 1 0,0 0-15 15,0 0-9-15,0 0 17 0,4 0-17 0,4 0 1 16,-1 0 0-16,1 0 38 0,1 0-9 0,1 0-29 16,-2 0 15-16,0 0-16 15,0 0 1-15,-2 0 10 0,-1 0-11 0,3 0 1 16,-2 0 0-16,-1 0-2 0,3 0 1 0,0 0 9 15,2 0-8-15,3 0-1 0,-1 0 0 0,2 0 1 16,-1 0 0-16,-1 2-30 0,3 0 29 0,-2-1-3 16,-1-1-38-16,-2 3 37 0,0-2 2 0,2-1 3 15,-1 2 24-15,-2-1-31 0,1 2 2 0,-2-2 15 16,2-1-15-16,-1 2 6 0,-1-2-6 0,1 2 2 16,1-2-1-16,-1 0 1 15,4 0-1-15,-3 1-4 0,4-1 4 0,-2 0 4 16,1 0-4-16,4 0 1 0,0 2 0 0,2 0 20 15,7 0-20-15,-6 3-2 0,3-1 1 0,3 3 1 16,-4-2-1-16,-1-1 6 0,1 0-4 0,-2 0-35 16,0 0 0-16,0-2 32 0,1-1 7 0,-3 1-46 15,2-2-5-15,-5 0 40 0,5 0-8 0,-1 0-18 16,-1 0 21-16,-1 0-14 0,1 0 10 16,1 0 2-16,1-2-5 0,-2 1-5 15,1-1 11-15,0-2-3 0,0 4 1 0,0-1-6 16,-1-2 7-16,2 2-1 0,-3-2 5 0,4 2-35 15,0-2 28-15,-1 0 1 0,1 1-36 0,0 0 33 16,-1 0 1-16,3-1-1 0,-2 3-7 0,2 0 6 16,1 0-4-16,0 0 12 0,-3 0-8 0,7 0-1 15,0 0-2-15,-2 0 13 0,1 5-11 0,0-1 0 16,-5 2 5-16,6-4-29 0,-2 1 0 0,-4 1 24 16,1 0-27-16,2-1 25 15,-3-1 0-15,0-1-1 0,4 1 22 0,-1 2 1 16,2-2-26-16,-3 0 33 0,-2 1 3 0,7-1-31 15,-5-1 2-15,2 3-21 0,0-2 23 0,-2 0-2 16,-4 2 10-16,8-3-37 0,-7 2 32 0,0-2-3 16,1 1-24-16,-1-1-1 0,0-1 23 0,-5 0-1 15,5 0-24-15,-4 0 21 0,1 0-7 0,0 0 47 16,0 0-41-16,-1 0 0 0,1 0-3 0,4 0 36 16,-3 2-30-16,1 0-1 0,1 0 6 15,1 0-18-15,-2-1 18 0,1-1-5 16,0 1-21-16,-2-1 1 0,0 0 23 0,-1 0-48 15,-1 0 20-15,-1 0-1 0,0 0 18 0,0 0-20 16,-2-1 18-16,-1-2 2 0,4-3-10 0,-2 3 23 16,2-1-18-16,1 1 2 0,1-1-4 0,-3 0 22 15,3 1-18-15,-1 1 0 0,2-1 13 0,-1-1-9 16,1 0-2-16,-4 2 0 16,3-1 9-16,0 0-8 0,0-1 4 0,-2 0 5 15,1 1-8-15,1 1 0 0,2-4 1 0,-2 4-6 16,2-2 5-16,1 1-1 0,-2-1 1 0,3 2 7 15,-1 1-7-15,-3-1 0 0,2 0-4 0,2 0 5 16,-5 2-1-16,3-2 1 0,0 1-11 0,-1-1 10 16,-1 0 0-16,4 1 17 0,-3-2-17 0,1 2-1 15,0-2 1-15,2 0 28 0,-1 0-27 16,0-2 1-16,3 1 0 16,-5-1-7-16,3 2 7 0,0-3 2 0,-1 1-12 0,0 1 13 15,1 0-2-15,0-1 2 0,3 1-32 0,-1 0 28 16,-1 2 1-16,-2-2-18 0,5 3 16 0,-3 1-4 15,3-2 3-15,-4-1 35 0,2 3-34 0,-2 0-1 16,7 0 0-16,-4 0-3 0,3 0 4 0,-4 0 2 16,3 0-12-16,-1 0 12 0,4 0-2 0,-2 0 2 15,-1 0-8-15,1 0 7 0,1-2-1 0,-2 2-5 16,4-2 5-16,1 0-2 0,-1 1 2 0,2 1 27 16,2 0-27-16,-3 0 0 0,4 0-1 15,-3 0 3-15,1 0-1 0,1 0 1 16,-3 0-26-16,3 0 26 0,1 0-2 0,2 0 2 15,-2 0-9-15,2 0 7 0,5 0 0 0,-3 0 48 16,8 0-24-16,-3 0-1 0,2 0-21 0,-2 0 39 16,5 0 1-16,-2 0-30 0,2 0-5 0,-2 0-31 15,1 3 1-15,-1 6 37 0,0 2-61 0,0-1 29 16,2 4-3-16,-3-2 26 16,0 0-33-16,-2-1 24 0,0-2 6 0,-7-2 29 15,8-3-33-15,-11-1-13 0,8-1 11 0,-8-2 69 16,2 0-32-16,0-2 2 0,-1-2-35 0,6-4 177 15,-10 2-179-15,6 1 0 16,-2 1 0-16,0 1 0 0,1 2 0 0,-3-2 0 0,2 3 0 0,-3 0 0 16,-1 0-166-16,-1 3 140 0,-2 0 0 0,-2 4 17 15,1 0 13-15,-3 0-40 0,-4-3 19 0,1 6 11 16,-2-3 0-16,-1 0 21 16,-1 2-22-16,0 0-7 0,-1-1 45 0,0 2-37 15,-2 0-1-15,0-1 6 0,-2 2-30 0,0-3 30 16,-5-1 1-16,2 4-2 0,-3-5-38 0,-2-1 1 15,-3 0 30-15,-1-1-130 0,0-2 52 0,0 1 37 16,-2 4 6-16,0 2-240 0,0 6 125 0,-8 6 64 16,-4 3-697-16,0 0 383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27:21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19021 8620 366 0,'-8'0'0'0,"1"0"0"0,3 0 0 0,-1 0 0 0,-1 0 0 0,0 0 0 0,4 0 0 0,-4 0 66 0,6 0 1 0,-1 0-1 15,-1 0 0-15,2 0-34 0,0 0 9 0,0 0 9 16,0 0-17-16,0 0 0 16,0 0 0-16,0 0-10 0,0 0 18 0,0 2-8 15,0 5 0-15,0-1 48 0,0-2-24 0,0 1 1 16,2 3 19-16,1-4-8 0,3 1-37 0,0-1 41 15,0 2 0-15,-1-3-41 0,2 0 9 0,-1 3 13 16,2-2-1-16,-1 2-20 0,1-2 0 0,-1 2 34 16,1-1 7-16,-1 1-41 0,3 1 30 0,0 1 0 15,-3-3-30-15,2 3 0 0,0-3 32 0,3 2-32 16,-3 2 0-16,2-4-6 0,1 1 6 16,-3 1 0-16,2-3 8 0,1 1-29 15,-1-1 20-15,1 2 1 0,0-4 0 0,-1 0-6 16,-1 1 13-16,3 1-7 0,0-2 0 0,0 2-25 15,-2-2-7-15,3 0 29 0,-1-1-35 0,0-1 32 16,2 2-6-16,-4-2 5 0,1 0-29 0,-1 2 27 16,-2-2 4-16,1 0-30 0,-1 0-2 0,-2 0 25 15,3 0-2-15,-2 2-10 0,1-2 13 16,-2 0-2-16,3 0-3 0,-1 0-22 16,2 0-6-16,1 0 27 0,-3 0 9 0,4 0-11 15,-1 0-4-15,-1 0 2 0,0 0 1 0,-1 0 4 16,0 0-4-16,1 0 15 0,-1 0-13 0,-2 0-1 15,1 0 5-15,1 0 11 0,-3 0-14 0,2 0 0 16,3-2 2-16,-1 0-23 0,0 0 19 0,1 1 5 16,1-3 20-16,0 2-23 0,0-2-1 0,-2 3-28 15,-1-2 0-15,-1 0 31 0,0 3-3 0,-1 0-33 16,0 0-2-16,-1-2 31 16,-2 2-3-16,4 0-5 0,-2 0 6 0,0 0-1 15,1 0 23-15,2 0 0 0,-1 0-25 0,0 0-2 16,4 0 37-16,-2 0-32 0,0-2 1 0,1 2 30 15,-1-2-26-15,0 0 7 0,3 0-8 0,-2 1-11 16,0-2 12-16,1 2 4 0,-2-1-4 0,1 0-25 16,1 2 24-16,-1-2 0 0,-2 2 1 0,1-2-28 15,5 2 26-15,-3-2 1 0,4 1-37 16,-1 1 29-16,3-2 4 0,2 0 6 16,3 0-7-16,-3 0-1 0,5 0 0 0,-1-2 1 15,0 0-1-15,-5 2 0 0,3 1 0 0,-1-2-17 16,-2 2 16-16,1-1 2 0,-1 0-1 0,-2 2-18 15,-1 0 17-15,1-2 1 0,1 2 6 0,1 0-9 16,0-2 2-16,1 1 28 0,1-1-28 0,2 0 0 16,-1 0 0-16,3-2-8 0,-3 1 8 0,2 1 2 15,-2-2-1-15,0 0-6 16,4 1 6-16,-5-1 1 0,0 2-1 0,1-2-32 16,0 2 31-16,0 0 0 0,-3-2-13 0,1 3 9 15,-2-1 2-15,-1 0-17 0,1 2 16 0,-1-2-2 16,0 2 1-16,-2 0-7 0,1 0 7 0,2 0-2 15,-2 0 1-15,2 0-6 0,-3 0 6 0,4 0-1 16,-1 0-26-16,-3 0-1 0,3 0 26 0,-2 0 0 16,0 0-22-16,-3 4 20 0,2 2 0 0,-3-3-9 15,0 3 7-15,2 0-3 0,-1 1 3 16,-2-1 28-16,3 1-28 0,-1 0-2 16,0-1 0-16,2 1 19 0,0-1-16 0,1-2 0 15,-2 0-40-15,1 0 40 0,-2-2-2 0,0-1 6 16,-1 1-6-16,-3-2 1 0,1 0 0 0,-2 0 0 15,-1 0 9-15,-1 0-11 0,0 0 2 0,1 0 29 16,-1 0-1-16,1 0-28 0,1 0-1 0,2 0 30 16,5 0 1-16,0 0-20 0,1 0-5 0,4 0 7 15,3 0-4-15,3 0 5 16,1 0-28-16,0 0 1 0,2 0 22 0,0 0-32 16,2-2 29-16,-2 1 1 0,2-3 0 0,0 0-23 15,-2 2 21-15,0-2-8 0,-3 3-3 0,4-2 27 16,0 1-19-16,-5 1-4 0,2-2 4 0,2 3 32 15,-3-1-31-15,5 1 0 0,-4-2 42 0,2 0-39 16,2 2-1-16,0-2 7 0,1 0 22 0,-1 1-25 16,2-1 2-16,-2 0-7 0,2-1 7 0,-1 0-1 15,-1 1 4-15,0-1-20 0,2 1 17 0,-2 0-2 16,1-1-12-16,-1 2 13 16,0 1-1-16,-2 0 0 0,0 0-15 0,0 0 14 15,-1 0-2-15,-1 0-6 0,2 0 7 0,0 0 0 16,0 0-2-16,0 0 19 0,0 0-17 0,2 0 0 15,-2 0 1-15,0 0 8 0,2 0-8 0,0 0-1 16,0 0 2-16,0-1 6 0,0-1-4 0,0-1-3 16,-2 2 2-16,2-1-1 0,-2 0 1 0,0 0-1 15,-4 2-13-15,8 0 13 0,-4 0-1 16,0 0-11-16,2 0 10 0,-2 0 1 16,0 0 0-16,0 0-16 0,0 4 13 0,0-1 2 15,-1 0-2-15,3 0-35 0,-2-2 33 0,0 4 2 16,1-3-12-16,2 0 10 0,-2-1-2 0,1 1 1 15,0-2 14-15,-2 4-14 0,0-2 0 0,0 0 27 16,2 0-26-16,0 1 0 0,-2-1 1 16,4 2 29-16,-2-3-25 0,2 3-3 15,2-2 36-15,-2 1 0 0,1-2-27 0,1 1-4 16,1 0 0-16,-1 0 1 0,2 0 5 0,0 0-2 16,-3 0-29-16,2-2 0 0,7 2 27 0,-10-1-43 15,9 1 39-15,-10-2 1 0,7 2-5 0,-4 0-3 16,1 0-1-16,-1 0 6 0,0-1-7 0,1 2 4 15,-2-2-2-15,2 1 3 0,-2 0 23 0,1 0 0 16,-1 0-20-16,3 0-3 0,0-2 26 0,5 3 0 16,-2 0-17-16,1-3-8 0,1 0 6 0,-8 0 0 15,13 1 3-15,-7-1-3 0,0 0 4 0,-5 0-4 16,7 0-25-16,-7 2 26 16,2-2-2-16,1 2 1 0,-2-2-19 0,1 2 17 15,-1 0-7-15,2 0-17 0,1-2-19 0,-2 1 39 16,1-1-3-16,5 2-18 0,-9-2 18 0,4 0-1 15,4 0 2-15,-1 0 12 0,-3 0-13 0,3 0 0 16,-3 0 8-16,-4 0-9 0,5 0 1 0,6 0-1 16,-11 0 34-16,3 0-30 0,1 0-1 0,-3 0 4 15,-2 0 28-15,2 0-26 0,-5 4-4 16,3 2 16-16,-3-2-14 0,4 3 4 16,0-1-4-16,-1 0-10 0,4 1 11 0,-2-2 1 15,1 1-26-15,2 0-11 0,7 0 34 0,-6-1-2 16,2-2-19-16,2-1 16 0,-8 1 3 0,13 0-7 15,-9-3-1-15,2 1 1 0,-1 2 4 0,0-3 33 16,-3 3-1-16,9-3-32 0,-6 1 1 0,0-1 32 16,5 0 0-16,-3 2-24 0,-1-2 16 0,8 0-14 15,-5 2-3-15,0-2 8 0,1 0-19 0,-3 0 18 16,-1 0-3-16,8 0-26 16,-4 0 25-16,0 0-2 0,-1 0 1 0,2 0-30 15,-3 0 29-15,9-2-6 0,-7 0 4 0,-3 1-16 16,0-5 14-16,-7 5-2 0,6 0 20 0,-4-1-19 15,-1-1 1-15,2 1-1 0,-2 1 29 0,-1-1-26 16,2 2-1-16,-3-2 2 0,6 2 39 0,-3 0-36 16,1 0-2-16,-3 0-12 0,2 0 14 0,-1 0 2 15,-2 0-2-15,-2 0-23 0,2 0 1 16,-3 0 21-16,0 0-24 0,-2 0 8 16,0 0 13-16,-2 0-6 0,-1 0-4 0,3 0 4 15,-4 2 3-15,2-2-5 0,1 0 18 0,-5 2-17 16,5-2 3-16,-1 1 23 0,1-1-1 0,1 2-18 15,0 1-3-15,2-3 6 0,0 2-4 0,-2-1 4 16,2-1-19-16,-2 1 17 0,2 2-1 0,-4-3 1 16,2 0-26-16,-3 3-1 0,0-3 24 0,2 0-2 15,-1 0-3-15,-1 0-1 16,-3 0 5-16,3 0 1 0,0 0-6 16,5 0 3-16,-2 0-1 0,0 0 26 0,0 0-1 0,0 0-22 15,-1 0 8-15,1-3-7 0,0 0 3 0,0 2-3 16,-3 0-5-16,2-1 8 0,-4-1 1 0,1 0-2 15,1 1-7-15,-2 0 6 0,2 0 1 0,-5 1-3 16,7 1 1-16,-5-2 0 0,1 2-3 0,2 0 185 16,0 0-183-16,-5 0 0 0,8 0 0 0,-7 0 0 15,4 0 0-15,-5 0 0 0,2 0-169 0,-1 0 148 16,-3 0 22-16,0 0-9 16,2 0 7-16,-4 0 1 0,-1 0-2 0,1 0 2 15,1 0-4-15,1 0 3 0,-5 0-6 0,5 0 39 16,-2 0-34-16,1 0 1 0,1 0 184 0,-2 0-183 15,3 0 0-15,-3 0 0 0,2 0 0 16,0 0 0-16,1 0 0 0,-5 0-170 16,0 0 173-16,1-3-1 0,-4 2 163 0,0 1-333 0,0-2 169 15,-1 2 0-15,-4-2-3 0,3 2 170 16,0 0-333-16,-3 0 165 0,2 0 165 0,-2 0-165 16,4 0 0-16,-2 0 0 0,2 0 0 0,-3 0 0 15,2 0 0-15,-3 0 0 0,3 0 0 0,-2 0 0 16,-2 0 0-16,2 0 0 0,-3 0 0 0,-1 0 0 15,0 0 0-15,-2 0 0 0,-1 0 0 0,1 0 0 16,-1 0 0-16,2 0 0 0,-2 0 0 0,-1 0-164 16,1 0 328-16,0 0-164 0,-1 0 0 0,2 0 0 15,-3 0 0-15,2 0 0 16,-2 0 0-16,0 0 0 0,0 0 0 0,0 0 0 16,0 0 0-16,0 0 0 0,0 0 0 0,0 0 0 15,0 0-232-15,0-2 148 0,0-5 35 0,-10-3 21 16,-12 5-750-16,-16 5 364 0</inkml:trace>
  <inkml:trace contextRef="#ctx0" brushRef="#br0" timeOffset="6326.94">12757 2810 616 0,'-2'-3'0'0,"2"1"0"0,0 1 0 0,0 1 0 0,0 0 0 0,-1 0 0 0,1-2 0 0,0 2 120 0,0 0-44 0,0 0-22 16,0 0 0-16,0 0 22 0,0 0-43 0,0 0-1 15,0 0 1-15,0 0 8 0,0 0 0 0,1 2-8 16,1 4 0-16,2 0 29 0,-1 3 0 0,2-1 0 15,-1 3 9-15,1 1-38 0,-1 1 0 0,-2 5 29 16,3-2 1-16,-1 5-31 16,0-1 9-16,2 7 27 0,-1-3-35 0,3 2 0 15,-1 1-1-15,1-1 17 0,-2-4-8 0,3 6-8 16,-2-3-26-16,-1-4 0 0,2-1 25 0,-1 0-24 16,0-6 33-16,-1 0-8 0,0-7 0 0,-1 2-42 15,1-3 39-15,-2-2-9 0,-1-2 14 0,1-2-33 16,-1 0-1-16,2 0 19 0,2-4 4 0,-1-13 36 15,1-2-31-15,3-7-5 16,-3 0 0-16,3-4-48 0,-3-4 24 0,1 0-78 16,-1 0 52-16,-1 1 16 0,-1-1 0 0,1 2-1 15,-2 3-1-15,-2 8 11 0,2-3 12 0,-2 7-26 16,-1 6 19-16,1 1-13 0,0 4 9 0,0 1 89 16,-2 4-42-16,0-1-6 0,2 2 3 0,1 0 5 15,3 8-39-15,0 6 55 0,1 6-19 0,1 6 6 16,1-1-31-16,-1 6-5 0,3 3 9 0,0 7 10 15,-1-6-2-15,3 9-40 0,-4-11-1 16,3 3 31-16,-1-2 1 0,0-1-50 16,-1-12 27-16,1 4-15 0,-2-2 31 0,1-7 13 15,-3-4-15-15,0-1 52 0,-1-4-20 0,-2-3-7 16,0-2-24-16,0-2 37 0,-1 0-34 0,1-7 7 16,1-18 11-16,-1-2 100 0,2-12-53 0,-2 1-19 15,1-8 0-15,-1-3-126 0,2-1 55 0,-1-5 15 16,0 1 0-16,2-1-183 0,-3 2 98 0,-1 4-198 15,-1 13 125-15,0-5 72 16,0 8 13-16,-2 5-188 0,0 9 109 0,0-2 47 16,0 10 36-16,0 1-98 0,0 7 63 0,1 1 31 15,3 0 0-15,6 2-345 0,1 0 192 0,2 11 92 16,1-1-299-16</inkml:trace>
  <inkml:trace contextRef="#ctx0" brushRef="#br0" timeOffset="6492.7">13552 2774 930 0,'2'3'0'0,"1"3"0"0,3-4 0 0,-2 0 0 0,2 0 0 0,-1-2 383 15,4 0-176-15,3 0-78 0,1 0-53 0,2 0 170 16,2 0-106-16,2 0-54 0,-1 0-27 0,1 0-39 16,0 0-8-16,0 0 20 0,-2 0-353 0,-2 0 177 15,-2 0 89-15,-4 7-486 0,2 1 277 0</inkml:trace>
  <inkml:trace contextRef="#ctx0" brushRef="#br0" timeOffset="6653.27">13633 3068 719 0,'-12'10'0'0,"7"-2"0"0,-1 0 0 0,3-6 0 0,1 1 480 0,2-2-224 0,0 1-111 15,0-2-56-15,5 0 253 0,12 0-159 0,0 0-75 16,8 0-42-16,-3-2 0 0,2-2-33 0,-1 2-405 15,5-5 198-15,-2 3 104 16,3 2 51-16</inkml:trace>
  <inkml:trace contextRef="#ctx0" brushRef="#br0" timeOffset="7303.45">14506 2518 764 0,'-2'-13'0'0,"2"2"0"0,-2-1 0 0,2-1 0 0,-1-2 0 0,-1-4 0 0,0 3 88 0,0-1-19 0,0 0-9 0,1 1 13 16,1-2-32-16,-5 4-8 16,3-2-1-16,-2 5 35 0,1 3-34 0,-3 0-1 15,1 0 9-15,-2 2 28 0,-2 2-36 0,0 3 0 16,-2 1 27-16,-1 0 0 0,0 0-19 0,0 5 36 16,-3 4-22-16,3 4 1 0,-2 0-24 0,-1 0 55 15,3 4-32-15,0-3 0 0,0 0-22 0,3 1 106 16,0 1-53-16,0 0-18 0,0 3-9 15,4 1 80-15,-1-1-53 0,3 6-27 16,-1 0 84-16,2 2-48 0,0 3-34 0,2 1 63 16,0 2-46-16,0 1-22 0,0 4-1 0,0 0 13 15,0 7-8-15,4-4-27 0,0 2-1 0,1 0 27 16,1 3-1-16,-3-7-17 0,1 11-8 0,1-9-25 16,-4 3 1-16,1 0 24 0,-2-1-48 0,0-6 32 15,0 8-8-15,0-3-40 0,-6-3 23 0,-3 0 0 16,0-7 17-16,-1 3-17 0,-1-4-1 15,-2-2 1-15,3-9-1 0,-3 1-145 16,2-5 67-16,1-6 42 0,1-3 8 0,2-2-382 16,1-2 189-16,0-3-449 0,4 0 323 0,0 0 153 15</inkml:trace>
  <inkml:trace contextRef="#ctx0" brushRef="#br0" timeOffset="8504.62">14557 3288 898 0,'0'-1'0'0,"0"-1"0"0,0-1 0 0,0 2 0 0,0 1 0 0,0 0 0 0,0 0 0 0,0 0 105 0,-2 0-36 0,2 0 38 16,0 6-38-16,0 3 9 0,0 4-45 0,0-1 33 15,0 6 0-15,0-1-33 0,0 3 0 0,0 0 39 16,0 2-40-16,-6-2 1 0,-1 8 0 0,-1-7 27 16,1-2 0-16,-3 3 2 0,-1-2-29 0,2-4 0 15,-1 1 0-15,-1-3 42 0,4-6-13 0,-1 2-9 16,2-2-20-16,1-3 81 0,3-1-41 15,0-2 0-15,0-2-32 0,2 0 58 16,0 0-34-16,0 0 1 0,0 0-33 0,4 0 0 16,8 0 8-16,2 0 53 0,4 0-30 0,0 0-1 15,3 0-30-15,-1 0-39 0,1-2 8 0,0 0 31 16,0 0-1-16,-1 0-115 0,-1 1 57 0,-1-1 30 16,-2-1 8-16,-2 2-262 0,0 0 129 0,-7-2 47 15,2 1 38-15,-1 1-216 16,0-1 111-16,-3-1 18 0,1-2-391 0,-1 0 241 0</inkml:trace>
  <inkml:trace contextRef="#ctx0" brushRef="#br0" timeOffset="9131.19">14987 2667 647 0,'-8'0'0'0,"1"0"0"0,1 0 0 0,3 0 0 16,-1 0 0-16,0-1 0 0,3-2 0 0,-2 0 0 0,3 2 262 0,0 1-114 0,0 0-57 15,0-2-30-15,6 2 165 0,11-2-101 0,4-2 166 16,3-1-129-16,3-1-64 0,3 1-33 0,-7-2 111 16,11 3-75-16,-6-2-35 0,1 0 1 0,-7 4-11 15,1-2 0-15,-3 3-15 0,-1-1-8 0,-1 0-26 16,-4 2 0-16,-5 0 26 0,3 0 0 0,-3 0-159 16,-1 0 76-16,-5 0-409 0,4 0 213 0,-4 0 125 15,3 0 20-15,-3 0-415 0,1-3 245 0,0-4 120 16,-3-4 59-16,1 2-136 0</inkml:trace>
  <inkml:trace contextRef="#ctx0" brushRef="#br0" timeOffset="9337.78">15297 2404 833 0,'0'0'0'0,"0"0"0"0,0 0 0 0,0 0 0 0,0 0 0 0,2 0 0 0,5 0 205 0,6 0-86 0,1 0-43 15,2 0-13-15,0 0 295 0,0 0-163 0,-1 0-81 16,0 0 80-16,-1 1-81 0,-2 7-32 0,-1-1-82 15,-2 4 1-15,-2-3 32 16,-4 6 1-16,-1-1-134 0,-2 3 75 0,0 4 25 16,-5-2 1-16,-8 5-84 0,-2-3 59 0,-2 2 28 15,0-4-17-15,-4 3-344 0,6-6 124 0,-7 3-207 16,7-2 204-16,-4-2 102 0,1 0 43 0,-5 1-242 16</inkml:trace>
  <inkml:trace contextRef="#ctx0" brushRef="#br0" timeOffset="9524.28">15062 2838 1186 0,'-15'3'0'0,"4"2"0"0,3 0 0 0,1-2 0 0,3-1 0 0,0 1 0 0,4-3 0 0,0 0 229 0,0 1-98 0,13-1-49 0,10 0 312 15,1 0-172-15,6 0-99 0,0 0-45 0,2-6 131 16,0 1-89-16,1 0-43 0,-10 0-14 0,9-2-54 16,-5 6 0-16,-6-4-233 0,0 4 129 0,-3-1 63 15,-6 2 41-15,-1 0-450 0,-4 0 236 0,-5 0 51 16,0 3 80-16,-2 3-471 0,0 0 248 15,-6 2 136-15,-5-2 64 0,-4 1-208 16</inkml:trace>
  <inkml:trace contextRef="#ctx0" brushRef="#br0" timeOffset="9701.6">15118 2854 980 0,'-15'5'0'0,"6"3"0"0,0 2 0 0,2 1 0 0,0 2 0 0,5 4 0 0,2 4 0 0,0 7 0 0,0 3 381 0,2 2-175 0,6 9 56 16,0-1-115-16,-1-4-49 0,4 15-37 15,-3-4 82-15,1-1-56 0,-2 0-27 16,2-3 0-16,-4-3-249 0,2 0 107 0,1-5 57 16,-3-1 29-16,2-13-373 0,-2 1 201 0,-1-8 101 15,-3-6-431-15,3-4 206 0,-2-5 130 0,-2-3-66 16,0-15 98-16</inkml:trace>
  <inkml:trace contextRef="#ctx0" brushRef="#br0" timeOffset="9854.2">15118 3282 1306 0,'-9'-13'0'0,"3"6"0"0,0 1 0 0,5 2 0 0,-1 3 0 0,0-1 0 0,2-1 0 0,0 2 255 0,9 0-115 0,5-4 119 16,2 4-114-16,2-1-55 0,3 0-29 0,-3 0 110 15,3 2-72-15,2 0-34 0,-3 0 1 0,0 0-383 16,3 0 174-16,-3 0 97 0,1 0 35 0,0 0-582 16,-3 0 313-16</inkml:trace>
  <inkml:trace contextRef="#ctx0" brushRef="#br0" timeOffset="10010.34">15565 3092 747 0,'0'0'0'0,"0"0"0"0,0 0 0 0,0 0 0 0,-2 0 0 0,2 0 0 0,0 0 602 0,0 0-288 0,0 0-141 16,0 0-70-16,0 0 176 0,2 0-123 0,3 0-53 15,2 0-40-15,0 3-260 0,2 1 115 0,0-1 57 16,0 1-558-16,2 2 306 15,0-2 145-15</inkml:trace>
  <inkml:trace contextRef="#ctx0" brushRef="#br0" timeOffset="10242.76">15855 2727 1479 0,'0'-11'0'0,"0"1"0"0,0 6 0 0,0 3 0 0,0-5 0 0,2 0 0 0,5 0 0 0,4 1 414 16,4 0-190-16,6 0-96 0,1 0-39 0,5 1 55 15,-1 0-56-15,2 2-28 0,1 0 1 0,-1 0-90 16,-4 2 40-16,7 0-9 0,-11 0-292 0,4 0 162 16,-3 0 81-16,-3 0-429 0,1 0 215 0,-4 0 134 15,-3 0-14-15,-3 0-368 0,0 0 239 0</inkml:trace>
  <inkml:trace contextRef="#ctx0" brushRef="#br0" timeOffset="10452.2">16174 2498 1255 0,'-13'0'0'0,"8"0"0"0,-2 0 0 0,7 0 0 0,0 0 0 0,0 0 0 0,10 0 0 0,7 0 0 0,5 0 225 0,1 0-88 0,5 2-57 15,-4 3-23-15,1 0 213 0,-1 5-119 0,-4-2-59 16,0 7-20-16,-3-3-8 0,-3 0-31 0,0-1-121 15,-5 2 61-15,-2 1 29 16,-5 1 9-16,-2 0-152 0,0-1 87 0,-7 4 44 16,-9-2 21-16,-2-1-262 0,-8 3 124 0,-1-2 19 15,-1 1 45-15,0 3-143 0,1-4 86 0,-3 6-304 16,1 2 199-16</inkml:trace>
  <inkml:trace contextRef="#ctx0" brushRef="#br0" timeOffset="10804.26">15960 3121 944 0,'3'2'0'0,"1"2"0"0,1-4 0 0,-2 1 0 0,-1-1 0 0,0 0 0 0,3 0 401 15,3 0-185-15,3 0-91 0,4 0-46 0,0-1 193 16,4-2-124-16,0 2-57 0,2-1-30 0,-1-2-75 16,-1 3 24-16,-1-1-85 0,0 0 49 0,-4-3 30 15,2 4 0-15,-7-3-239 0,3 1 133 0,-7-1 76 16,-1-2 25-16,-1-2-312 15,-3-2 152-15,0-2 12 0,0-2 58 0,-5-1-16 16,-7-1 41-16,-1 0 0 0,-1-2 43 0,-2 4 19 16,-3 3-1-16,1 0 25 0,-1 4-22 0,-3 5-1 15,-3 2-30-15,2 0 264 0,1 9-128 0,-3 10-38 16,3 3-38-16,-1 5 303 0,4 6-155 0,5-2-43 16,3 0-51-16,4 4 124 0,5-1-90 15,2 0-41-15,0-3 89 0,4-1-65 0,10 0-33 16,0-3-49-16,4 2-8 0,0-4 25 0,5-4-1 15,-1-2-114-15,3-4 58 0,-3-6 36 16,8 0-8-16,-4-7-372 0,3-2 195 0,-3 0 59 16,1-9 62-16,-1-7-582 0,0-4 305 0,-2-1 148 15</inkml:trace>
  <inkml:trace contextRef="#ctx0" brushRef="#br0" timeOffset="10951.88">16358 3177 1375 0,'0'-6'0'0,"0"5"0"0,-2 0 0 0,2 1 0 0,0 0 0 0,0 0 0 0,0 0 0 0,6 0 0 0,9 0 220 0,1 0-85 0,4-3 158 16,1 1-130-16,-3 2-65 0,5-2-33 0,-2 1-58 16,-1 1 9-16,-1-2 16 0,-3 0 1 0,1 0-339 15,-4 2 169-15,-1-2 85 0,-1 0 51 0,-4 2-528 16,-2-2 209-16</inkml:trace>
  <inkml:trace contextRef="#ctx0" brushRef="#br0" timeOffset="11110.5">16485 3171 1342 0,'-5'10'0'0,"0"4"0"0,3-2 0 0,-4 2 0 0,3 1 0 0,-2 1 0 0,1 5 0 0,3 2 0 0,-1 1 196 0,2 1-81 15,0-1-41-15,0-2 31 0,0 1-28 0,0 0-8 16,0-5-37-16,5 1-73 0,3-6 36 0,2 0 0 16,0-6 46-16,8-2-350 0,0-5 171 0,5 0 85 15,1-7-483-15</inkml:trace>
  <inkml:trace contextRef="#ctx0" brushRef="#br0" timeOffset="11577.83">16929 3117 359 0,'2'-13'0'16,"0"-2"0"-16,0 0 0 0,-2-2 0 0,0-3 282 0,0 1-116 0,0-1-71 0,0-1-31 0,0 0 129 15,-6 4-80-15,-2-1-40 0,-1 10 8 0,-2-4 3 16,-1 9-25-16,-1-1 0 15,1 4 27-15,-6 0-18 0,4 9-8 0,-2 12 1 16,4 3 1-16,0-1-29 0,4 5 0 0,1 3 81 16,3-2-45-16,3-1 0 15,1 1-36-15,0-5-22 0,0-3 21 0,1 2 9 0,5-7-8 0,3 3-35 16,0-6 0-16,3-4 35 0,-1-1-168 0,-2-6 90 16,7-2 25-16,-6 0-199 0,4-2 101 0,1-13 61 15,-2-9 3-15,0-5-115 0,1-3 73 16,-1-11 35-16,-3 3 0 0,2-8-16 15,-3-4 22-15,0-7-8 0,3-10 30 0,-3-3-69 16,2 1 34-16,-3-3 0 0,1 4-25 0,-3 17 22 16,-3-4 8-16,-1 15 100 0,-2 6-36 0,0 11 1 15,0 2-35-15,0 10 354 0,-2 5-170 0,-1 3-73 16,1 4-49-16,-3 1 424 0,1 3-213 0,0 16-82 16,1 9-67-16,2 4 116 0,1 11-86 0,0 4-45 15,0 2 66-15,0 5-46 16,0-1-36-16,0 4 92 0,0 8-59 0,0-12-30 15,0 12 0-15,-4-12-88 0,0 1 24 0,-3-3 1 16,2-2 33-16,-1-12-270 0,2 1 136 0,2-10 74 16,2-1 27-16,0-9-491 0,0-6 242 0,0-4 69 15,8-7-159-15,5-1-73 0,4-6 194 0,1-9-117 16,0-3 151-16</inkml:trace>
  <inkml:trace contextRef="#ctx0" brushRef="#br0" timeOffset="11905.11">17393 2839 669 0,'9'-23'0'0,"-2"0"0"0,1-1 0 0,-2 0 0 0,-3-1 0 0,-1 3 0 0,0 4 0 0,-2-2 248 15,0 8-99-15,0 1-62 0,0 0-27 0,-5 5 153 16,-6 2-90-16,-1 2-45 0,-1 2 34 0,-6 4-43 16,0 13-1-16,-1 1-2 0,-1 7-33 0,-2 1 0 15,5 0 8-15,0 1 47 0,7-1-27 0,1 1-1 16,5-9-27-16,3 6 79 15,2-3-31-15,0-1-9 0,2-4-39 0,8 1 54 16,3-2-27-16,4 0 0 0,-1-1-65 0,4-2 15 16,-4 1 0-16,3 1-111 0,-4-2 66 0,0 2 35 15,-2-1 7-15,-1 0-66 0,-5 0 43 0,0 0 2 16,-3 0 0-16,-2-1-90 0,-2-1 53 0,0 0-1 16,-4 3 22-16,-8-5-22 15,-8 0 0-15,-2 1 9 0,2-8-19 0,-9 4 6 16,3-5 30-16,1-1-169 0,5 0 80 0,-4 0 42 15,4 0-9-15,4 0-87 0,6-1 67 0,5-5 35 16,5-1 0-16,0 0-273 0</inkml:trace>
  <inkml:trace contextRef="#ctx0" brushRef="#br0" timeOffset="12136.51">17723 2859 1272 0,'-4'-14'0'0,"0"8"0"0,2 5 0 0,2-5 0 0,0 2 0 0,0 1 238 15,0 1-94-15,2-4-60 0,10 2-25 0,5 1 240 16,5-2-133-16,-1 4-58 0,7-4 26 0,-4 4-51 16,3 1-25-16,-1 0-169 0,-1 0 72 0,-5 0 44 15,3 0-9-15,-4 0-346 0,-1 0 191 0,-3 4 96 16,0 1 44-16,-7 4-328 15,-1-2 102-15</inkml:trace>
  <inkml:trace contextRef="#ctx0" brushRef="#br0" timeOffset="12321.02">17747 3046 1607 0,'-2'-1'0'0,"2"-2"0"0,2-1 0 0,10-2 0 0,1 1 0 0,2-1 0 0,2 1 0 0,4 0 435 0,5-3-204 0,-2 0-100 16,2 1-49-16,1 2 0 0,-1 0-25 0,-3 4 8 15,0-1-411-15,2 2 189 0,-4 0 96 0</inkml:trace>
  <inkml:trace contextRef="#ctx0" brushRef="#br0" timeOffset="13761.63">18698 2541 576 0,'2'-4'0'0,"-1"-2"0"0,5-1 0 0,-2-1 0 0,0-1 0 0,0 0 0 0,-1-1 0 0,-1 0 0 0,0 1 125 0,2-1-46 0,-3 0-23 16,1-1 8-16,0-1-3 0,0 2 0 0,0-2-38 15,0 1 10-15,0-1 0 0,-2 1 8 0,0-2-32 16,0 1 1-16,0 1 23 0,0 0 0 0,0 2-34 16,0-1 9-16,-2 1 25 15,-4 2-1-15,-1-1-35 0,-2 3-1 0,0-2 15 16,-3 6 19-16,-1-2-37 0,-1 3 0 0,0 0 19 15,-4 0 16-15,4 0-13 0,-2 4 7 0,0 4 45 16,2-1-24-16,0 1 2 0,2 2-24 0,-1-1 85 16,2 2-33-16,-1 0-21 0,3 5 0 0,0 2 37 15,-3 3-29-15,5 2 1 0,1-1-20 0,1 6 63 16,3-1-35-16,0 2-1 0,2-1 39 16,0 5-38-16,0-2 9 0,0 1-19 0,0 3 0 15,0 4-27-15,2-4 1 0,4 10 24 16,-5-8 8-16,5 7-32 0,-4-3 0 0,1 0-24 15,-1 1-1-15,0-6 25 0,0 5 8 0,0-3-54 16,-2-3 23-16,0 0 1 0,0-3-15 0,0-2 11 16,0-3 6-16,-8 3-25 0,3-5 35 0,-4 2-18 15,2-9 15-15,-5 2-43 0,1-2 3 0,-3-4 26 16,1-1 7-16,1-3-139 0,-4-3 66 0,3-1 27 16,3-1 2-16,-3-5-287 0,6 0 149 15,-1 0-283-15,3 0 210 0,3 0 97 16,2-5 60-16,0-5-356 0,2-3 204 0,13-3 103 15,1-3 50-15</inkml:trace>
  <inkml:trace contextRef="#ctx0" brushRef="#br0" timeOffset="14038.43">18694 3020 984 0,'2'-2'0'0,"0"0"0"0,0 2 0 0,-2 0 0 0,0 0 0 0,0 5 0 0,0 11 0 0,0 2 386 0,0 5-176 0,0 1-88 15,0 4 159-15,0-3-116 0,0 9-71 0,0-4-15 16,0-3-24-16,0 2 1 0,0-3-24 0,0-1-24 16,0-5-8-16,0 3 32 0,0-7 1 0,-2 0-68 15,0-8 34-15,-2 1 8 0,1-3 26 0,-1-3-31 16,0 0-5-16,0-2 35 0,2-1 123 16,0 0-57-16,0 0-50 0,2 0 156 0,0 0-86 15,0 0-42-15,0 0-22 0,0 4-43 16,12-4-9-16,3 2 31 0,4-2 0 0,5 0-38 15,-2 0-1-15,1 0 47 0,5 0-8 0,-3 0-442 16,0 0 196-16,-4 0-658 0,6 0 420 0,-6 3 201 16</inkml:trace>
  <inkml:trace contextRef="#ctx0" brushRef="#br0" timeOffset="14454.34">19188 2516 1159 0,'-9'-14'0'0,"3"8"0"0,2 3 0 0,0 0 0 0,2 1 0 0,1 1 0 0,-1 1 0 16,0 0 0-16,2 11 194 0,0 11-80 0,0 7 182 0,0 2-123 0,4 13-75 16,3-2-32-16,3 2 144 15,-1 5-89-15,-2-1-44 0,2 5-14 0,-6 0-6 16,1 0-1-16,-2 1-23 0,-2-1 0 0,0-3-184 15,0-9 100-15,0 8 38 0,-4-17-279 0,-4 1 154 16,4-10 82-16,-3-3-1 0,3-7-136 0,1-8 41 16,-3-5 66-16,2 0-173 0,-2-5 114 0,4-18 56 15,2-1 20-15,0-9-214 0,0-8 125 0,0-3 63 16,0-8 31-16</inkml:trace>
  <inkml:trace contextRef="#ctx0" brushRef="#br0" timeOffset="14654.82">19149 2601 850 0,'-6'-19'0'0,"5"6"0"0,1 6 0 0,0 0 0 0,7-2 0 0,11 0 0 0,5 3 0 0,1 3 304 0,5 1-127 0,3 2-77 16,-2 0-33-16,0 0 187 0,-4 9-111 0,1 5-72 15,-9-1 7-15,5 5-45 0,-11 0 0 0,-2 4-61 16,-2 0 30-16,-7 2 9 0,-1 4 21 16,0-5-151-16,-15 4 75 0,-5-1 39 15,-3-3 0-15,-3-3-129 0,-1-1 75 0,-1-6-9 16,8-6-117-16,-3 1 63 0,2-5 50 0,3 0-182 15,3-3 114-15,5 0 54 0,3 0 27 0,5 0-106 16,2 0 67-16</inkml:trace>
  <inkml:trace contextRef="#ctx0" brushRef="#br0" timeOffset="14906.99">19763 2603 934 0,'-14'0'0'0,"0"0"0"0,-4 0 0 0,2 0 0 0,-3 3 0 0,-6 7 0 0,5 6 288 0,-1 5-127 0,2 4-56 15,5 1-41-15,0 4 67 0,5 5-49 0,3-2-24 16,5 3-1-16,1-3 97 0,0 2-64 0,3-2-29 16,8-2-28-16,5-3 0 15,0-2-1-15,-2-5-153 0,9 0 72 0,-7-1 41 16,1-7 1-16,1-2-332 0,2-4 159 0,-2-1 101 15,-1-6 1-15,0 0-197 0,0 0 90 0,-3-2 75 16,-2-9 39-16</inkml:trace>
  <inkml:trace contextRef="#ctx0" brushRef="#br0" timeOffset="15129.96">19823 2793 881 0,'-2'-10'0'0,"2"4"0"0,0 3 0 0,0-2 0 0,6 0 0 0,7 1 0 0,2 3 218 0,1 1-84 0,2 0-55 15,-2 0 202-15,2 5-125 0,-4 7-61 0,2 3 11 16,-4 1-29-16,-2 2-7 0,-4 2-38 0,-2 1-66 16,-3 3 34-16,-1-1-1 0,0-1 42 0,-11 5-71 15,-6-6 31-15,1 1 0 0,-3-3 32 0,1-6-166 16,-2-1 62-16,3-4 44 16,0-2-206-16,2-3 114 0,0-3 19 0,2 0-170 15,2 0 111-15,2 0 66 0,2-3 31 0,2-11-153 16,5 3 91-16,0-3 45 0,0-5 16 0</inkml:trace>
  <inkml:trace contextRef="#ctx0" brushRef="#br0" timeOffset="15295.02">20039 2704 1032 0,'2'0'0'0,"-2"6"0"0,0 5 0 0,-2 0 0 0,-10 5 0 0,1-1 0 0,-6 7 134 15,8-3-43-15,-2 8-33 0,6-9 299 0,-2 6-163 16,7-1-80-16,0-3 32 0,0 3-49 0,4-3-36 15,10-1 0-15,0-2-245 0,3 0 108 0,3-2 54 16,-2-2 36-16,3-4-465 0,-3 1 241 0,3-3 97 16,-6-7-271-16</inkml:trace>
  <inkml:trace contextRef="#ctx0" brushRef="#br0" timeOffset="15447.74">20257 2955 913 0,'2'-6'0'0,"0"5"0"0,-1-3 0 0,1 4 0 0,0 0 0 0,0 0 0 0,-2 4 0 0,0 5 98 0,0 5-33 0,0 0 192 16,0 6-117-16,0-1-53 0,-6 2-27 0,-3 5 1 16,1-8-29-16,-1 0 9 0,0 2-8 0,2-5-298 15,0-2 148-15,4-4 76 0,-1-2-475 0</inkml:trace>
  <inkml:trace contextRef="#ctx0" brushRef="#br0" timeOffset="15607.32">20317 2777 1052 0,'2'0'0'0,"2"0"0"0,1 1 0 0,2 4 0 0,3 5 0 0,0-4 0 0,0 5 0 0,2-1 309 0,-1 3-138 16,0-1-61-16,1 2-43 0,-3-2-88 0,0 4 27 0,1-3 0 16,-2-3-416-16,-1 0 221 15,0-2 104-15,1 1 53 0</inkml:trace>
  <inkml:trace contextRef="#ctx0" brushRef="#br0" timeOffset="15788.83">20572 2730 802 0,'0'-10'0'16,"0"0"0"-16,0 6 0 0,0 2 0 0,0 0 0 0,0 2 0 0,0 2 197 0,-3 17-86 0,-3 6-39 0,1 4 0 0,-7 10 279 16,3 1-159-16,-3 0-71 15,-1 12-49-15,0-7 115 0,0 0-77 0,-2 0-39 16,1 0 0-16,4-4-182 0,-6 7 68 0,1-6-342 15,6-8 209-15,-3-3 105 0,5-9 51 0,2-5-230 16,-1-4 65-16,5-5 93 0,1-7-64 0</inkml:trace>
  <inkml:trace contextRef="#ctx0" brushRef="#br0" timeOffset="15987.3">20661 2524 1361 0,'21'-2'0'0,"2"2"0"0,7 0 0 0,-3 0 0 0,1 0 0 0,-3 13 263 0,-1 8-115 16,-4 5-50-16,0 4 219 0,-6 11-143 0,-4 1-70 15,-4 5-36-15,-5 4 54 0,-1 1-36 0,-3 3-31 16,-18 7 0-16,1-13-43 0,-7-1 21 16,-1-3-1-16,3-9-249 0,-1 0 120 15,-2-7 65-15,1-3-585 0,4-6 280 0</inkml:trace>
  <inkml:trace contextRef="#ctx0" brushRef="#br0" timeOffset="16913.22">21362 2218 942 0,'0'-16'0'0,"0"7"0"0,0 8 0 0,0 1 0 0,1 0 0 0,1 10 0 0,0 8 0 0,0 7 0 0,0 8 128 0,-1 12-52 16,1 1-21-16,-2 2 49 0,0 4-35 0,0 5-1 15,0-1-27-15,0 1 60 0,0 0-34 0,0 0 0 16,0-5-34-16,-2-1 3 0,1-11 5 16,-1-1-8-16,0-4 14 0,2-10-15 15,0-2 1-15,-2-10-22 0,2-2 9 0,0-5 12 16,0-3 1-16,0-3-39 0,-2 0-1 0,-1 0 39 15,-2-13-8-15,0-4-16 0,-1-6 10 0,1-2 7 16,-1-4-10-16,-2-1-220 0,1 1 99 0,-2 0 56 16,0 8-195-16,-5 3 115 0,-1 3 39 0,0 7 44 15,-2 7-1-15,-2 1 15 0,-2 0 1 16,3 17 132-16,-1 4-66 0,4 2-34 0,5 0-8 16,1 7 86-16,6-4-45 0,3 0-30 15,0 0 21-15,0-5 190 0,3 0-75 0,10-2-64 16,2-2 8-16,3-2-27 0,-2-1 13 0,5-6-297 15,1-2 135-15,4-5 56 0,-1-1 29 0,-2 0-479 16,1-5 223-16,-2-5 123 0,-3-4 18 0</inkml:trace>
  <inkml:trace contextRef="#ctx0" brushRef="#br0" timeOffset="17114.27">21449 2833 393 0,'3'-8'0'0,"-1"2"0"0,5 4 0 0,4 1 0 0,1-5 287 16,2 6-126-16,-1-3-65 0,4 3-31 0,1 0 124 15,-2 3-70-15,0 4-47 0,-4 7 155 0,-1 0-98 16,-1 4-48-16,-1 4 9 0,-5-1-21 0,-2 4 0 16,-2-1-36-16,0 1-85 0,-6 1 43 0,-11 0 29 15,-1 3-9-15,-5-3 22 0,-2 1 0 0,2-5 0 16,0-3-177-16,4-5 62 16,-1-2 50-16,1-3-42 0,3-1-376 0,7-6 192 15,2-2 112-15,5 0-187 0,2-4 154 0</inkml:trace>
  <inkml:trace contextRef="#ctx0" brushRef="#br0" timeOffset="17303.4">21763 2727 615 0,'-3'-6'0'0,"-11"5"0"0,1 1 0 0,-4 0 0 0,-1 1 0 0,-5 14 413 0,0 6-190 0,0 5-95 15,0 7-47-15,5-4 251 0,1 3-154 0,4 1-72 16,6 1 21-16,3-1-47 0,4-4-24 0,0-3-36 15,8 5-9-15,8-5 22 0,3-1-1 0,6-5-233 16,0 1 117-16,5-5 67 0,1-2 20 0,1-3-464 16,2-4 237-16,0-3 56 0,-2-4 79 0</inkml:trace>
  <inkml:trace contextRef="#ctx0" brushRef="#br0" timeOffset="17579.66">21953 2896 751 0,'-9'-8'0'0,"6"7"0"0,3-1 0 0,0-1 0 0,0 3 0 0,0 0 333 0,10 0-142 0,5-1-83 15,8 1-38-15,1 0 220 0,6-3-128 0,2 2-65 16,0-1-24-16,4 0 8 0,-3 0-24 0,-1 0 0 16,-4 0-223-16,1-2 100 0,-7 3 57 0,0-1-340 15,-3 2 190-15,1 0 96 0,-8 0 47 0,-3 0-297 16,0 0 96-16</inkml:trace>
  <inkml:trace contextRef="#ctx0" brushRef="#br0" timeOffset="17764.18">22173 2621 1206 0,'-6'5'0'0,"-1"1"0"0,7 10 0 0,0-4 0 0,0 3 0 0,0 4 0 0,0 1 0 0,0 4 197 0,2 4-74 0,0 0 235 16,-1 4-163-16,3 1-81 0,-2 1-40 0,0 1 5 15,-1 0-14-15,1 1-9 0,0 0-23 0,0-3-241 16,2 1 121-16,-1-2 60 0,4-7 38 0,0 5-504 15,0-12 255-15</inkml:trace>
  <inkml:trace contextRef="#ctx0" brushRef="#br0" timeOffset="18105.36">22679 2544 1272 0,'-3'0'0'0,"-1"0"0"0,2 0 0 0,0 11 0 0,-3 3 0 0,-4 7 0 0,-1 7 0 0,-1 3 0 0,2 14 139 0,2-11-45 0,0 15-34 0,3-3 53 15,4-2-40-15,0-1 0 0,0-5-41 0,4-3-45 16,8 0 18-16,1-7 1 16,1-3 27-16,5-4-41 0,-1-7 1 0,0-4 48 15,3-5-8-15,0-5-34 0,1 0 1 0,-1-9 32 16,-2-14-101-16,-3-3 51 0,0-6-9 0,-2-9-9 15,-5 1 13-15,0-3 1 0,-4-2 15 0,-1-1-56 16,-2-6 30-16,-1 0 1 0,-1-1 23 0,0 2-91 16,0 5 39-16,-9 10 16 0,-4 0 3 0,-4 9-2 15,0 10 25-15,-3 6 1 0,-1 7 1 16,0 4-23-16,-6 2 16 0,7 18-96 16,1 5 44-16,5 6 23 0,0 3-9 0,3 3-201 15,-1 10 119-15</inkml:trace>
  <inkml:trace contextRef="#ctx0" brushRef="#br0" timeOffset="18357.68">22373 3221 747 0,'-9'-11'0'0,"4"-12"0"0,5 0 0 0,0-5 0 0,3-6 0 0,15-5 99 0,-2 11-25 15,9-12-9-15,1 8 165 0,0 2-98 0,-1 6-50 16,2 2-25-16,-2 8 141 0,0 1-87 0,-3 7-39 15,-2 4-1-15,-1 2-4 0,-3 0 0 0,0 10-26 16,0 10-9-16,-2 4 33 0,2-2-1 0,-3 5-31 16,3 0 33-16,0-3-34 0,3 1 1 0,1-3-54 15,1-1 27-15,3-3 0 0,-4-8 35 0,10 2-169 16,1-9 79-16,-3-3 21 16,2 0 26-16,0 0-377 0,0-5 184 0,-2-7 70 15,1-1 55-15</inkml:trace>
  <inkml:trace contextRef="#ctx0" brushRef="#br0" timeOffset="19474.86">23380 2443 514 0,'-7'-10'0'0,"3"5"0"0,-1 3 0 0,0 2 0 0,0 0 0 0,-3 0 0 0,-2 12 201 0,-2 6-84 0,1 7-42 15,-2 3-13-15,3 4 136 0,1 0-82 0,2 3-42 16,3 2 61-16,4-7-51 0,0-1-18 0,0 6-39 16,2-5 6-16,5-5 0 0,6 1-1 15,4-1-32-15,-2-4 8 0,7 1 25 0,-1-4 0 0,-1-4-204 16,1-3 103-16,2-3 50 16,-3-3-2-16,3-5-384 0,-2 0 198 0,0 0 56 15</inkml:trace>
  <inkml:trace contextRef="#ctx0" brushRef="#br0" timeOffset="19705.57">23511 2580 1067 0,'0'0'0'0,"10"0"0"0,10 0 0 0,3 0 0 0,3 0 0 0,1 0 0 0,-6 0 0 0,1 4 156 15,1 5-62-15,-2 3-23 0,-7 1-7 0,2 1 108 16,-7 5-70-16,-2 3-34 0,-3-1-51 0,-4 1 24 15,0 0-8-15,0 3-119 0,-13-3 60 0,-4 0 29 16,-3 2 1-16,-5-4-157 0,-1 0 87 0,-3-3 49 16,3-2-11-16,6-5-120 0,-5-3 39 15,6-3 49-15,6-4-27 0,2 0-177 16,3 0 115-16,8-10 59 0,0-10-149 0</inkml:trace>
  <inkml:trace contextRef="#ctx0" brushRef="#br0" timeOffset="19871.71">23895 2449 966 0,'2'0'0'15,"-2"0"0"-15,0 4 0 0,-4 5 0 0,-8 6 0 0,-6 4 0 0,-1 3 0 0,-1 3 308 0,1 3-142 0,1-1-66 0,4 1-34 0,3-5 150 16,3 3-92-16,4-3-38 16,4 6-30-16,0-5-47 0,0 1 1 0,7-3 23 15,9-1-280-15,0-2 149 0,9-1 61 0,1-1-460 16,1-5 226-16</inkml:trace>
  <inkml:trace contextRef="#ctx0" brushRef="#br0" timeOffset="20038.95">24132 2810 1037 0,'-3'0'0'0,"3"0"0"0,0 6 0 0,-2-2 0 0,1 2 0 0,-5 1 0 0,1 5 0 0,-3 2 327 16,-2-2-146-16,0 5-75 0,-1 1 15 0,-1 0-49 15,-1-1 1-15,2 1-92 0,1 0-120 0,1-2 85 16,3-4 52-16,3-3-489 0,1 1 249 0</inkml:trace>
  <inkml:trace contextRef="#ctx0" brushRef="#br0" timeOffset="20213.84">24171 2606 1075 0,'0'0'0'0,"2"0"0"0,11 0 0 0,2 2 0 0,0 0 0 0,-1 2 211 0,-3 0-88 0,6 2 71 16,-3-2-80-16,2 7-41 0,-3-4 9 0,-3 2-97 15,2 2 24-15,-3-2 0 0,1 2 24 0,-2-1-429 16,-3 0 221-16,0 1 99 16,-2-1 53-16</inkml:trace>
  <inkml:trace contextRef="#ctx0" brushRef="#br0" timeOffset="20423.46">24464 2520 909 0,'0'-4'0'0,"-2"4"0"0,2 0 0 0,-6 0 0 0,1 6 0 0,-2 9 0 0,-3 5 99 0,1 5-34 0,-2 5 9 0,-1 0 252 16,1 6-147-16,-2 6-73 0,-1-3-37 0,0 1 120 15,-2 0-69-15,-2 14-49 0,-1-8 1 0,-4 0-145 16,0 1 52-16,2 1 36 0,0-7-304 0,4-7 162 15,2-2 79-15,6-9-326 0,0-2 194 0,6-11 58 16,1 0-1-16,2-7-78 0,0-3 83 0,0-2 44 16,5-14 20-16</inkml:trace>
  <inkml:trace contextRef="#ctx0" brushRef="#br0" timeOffset="20649.05">24488 2425 1111 0,'12'-15'0'0,"5"3"0"0,4 8 0 0,3 3 0 0,-2-1 0 0,1 2 0 0,-6 0 213 0,1 3-82 0,2 15-54 0,-4 3 64 15,-4 6-54-15,-1 3-27 16,-6 4 0-16,-1 4 68 0,-4 6-52 0,0-1-21 16,-7-1-1-16,-4-1-121 0,-9 1 49 0,3-6 34 15,-8 8-142-15,2-5 80 0,-2-4 39 0,6-8-263 16,-3-2 123-16,3-7 80 0,1-4-4 0,0-5-302 15,9-6 170-15,-1-3 85 0,3 0 42 0</inkml:trace>
  <inkml:trace contextRef="#ctx0" brushRef="#br0" timeOffset="21085.59">25148 2205 1254 0,'-3'-6'0'15,"3"2"0"-15,0 2 0 0,0 2 0 0,0 0 0 0,0 2 0 0,0 11 0 0,0 5 0 0,3 8 0 0,-1 2 139 0,0 11-57 0,-2 1-25 0,0 6 82 0,0 3-52 0,0-1-28 16,0-6 9-16,0 13-10 15,-2-9-26-15,0-4 1 0,-3-6 27 0,2 1-27 16,1-1 8-16,-2-4-9 0,0-8-49 0,-1-1 25 16,2-5 0-16,1-8-17 0,-2 0-13 0,1-7 17 15,0-3 0-15,-3 0-83 0,1-2 51 0,-1-9 26 16,1-4-1-16,-3-4-151 0,0-6 80 0,1 1 23 16,0-3 26-16,-1-2-105 0,-1-1 50 0,1 4 24 15,-4 7-16-15,0 3 24 16,-6 2 0-16,0 6 87 0,-5 6-40 0,-3 2 8 15,2 0-31-15,0 14 136 0,3 3-67 0,3 1-28 16,7 1-8-16,-1 8 207 0,7-5-107 0,5 5-32 16,0-3-34-16,0 3 106 0,7-9-54 0,9 8-10 15,1-5-58-15,4-2 21 0,1-3-6 0,3-3-322 16,-3-3 162-16,7-2 66 0,-6-5 41 0,-3-3-659 16</inkml:trace>
  <inkml:trace contextRef="#ctx0" brushRef="#br0" timeOffset="21401.86">25545 2477 1251 0,'3'-24'0'0,"-3"4"0"0,0 6 0 0,-3-1 0 0,-7 4 0 0,-5 1 0 0,-11 3 0 0,-3 4 0 0,-1 3 98 0,0 0-36 0,-4 10-1 15,4 6-28-15,4 4 86 16,3 0-42-16,10 0-14 0,1-1-9 0,5 3 2 15,4 0-23-15,3-1 0 0,0-2 0 0,7 1 82 16,10 1-44-16,1 0-1 0,2 0-9 0,4-3 0 16,-1 0-28-16,-1 2-17 0,1 0-8 0,-4-2 25 15,-3 3-1-15,-4-3-62 0,-3 3 31 0,-3 0 8 16,-6 0 24-16,0 4-86 0,0-3 40 0,-10 0 9 16,-7-1 0-16,-5 0-51 0,-2-2 31 0,-5-2 0 15,1-5-88-15,-2 0 48 16,0-3 30-16,4-5-196 0,-3-2 103 15,11-2 52-15,-1 0 27 0,3 0-166 0,6 0 90 0,6-7 38 16,4-4 30-16,0 0-358 0</inkml:trace>
  <inkml:trace contextRef="#ctx0" brushRef="#br0" timeOffset="21564.44">25674 3107 10 0,'0'0'0'0,"2"0"0"0,1 0 0 0,1 3 0 0,-3-3 0 0,-1 0 0 0,0 0 0 0,-10 0 0 0</inkml:trace>
  <inkml:trace contextRef="#ctx0" brushRef="#br0" timeOffset="31522.4">15802 3990 556 0,'0'0'0'0,"0"0"0"0,-2 0 0 0,0 0 0 0,1 0 0 0,-3 0 0 0,2 0 76 0,0 0-8 0,0 0-35 0,2 0 90 16,0-2-46-16,0 2-21 0,0-1 7 0,0 1 14 15,0 0-22-15,0 0-1 0,0 0-21 0,0 0 28 16,0 0-20-16,0 0-8 0,0 0 26 0,0 0 1 16,0 0-27-16,0 0 48 0,0 0-16 15,0 0-9-15,0 0-23 0,0 0 27 16,0 0-27-16,0 0 0 0,0 0 8 0,0 0 16 16,0 0 0-16,0 0-25 0,0 0 1 0,0 0 46 15,0 0-15-15,0 0-8 0,0 0 16 0,0 0 1 16,0 0-40-16,0 0 34 0,0 0-26 0,0 0-8 15,0 0 0-15,0 0 31 0,0 0 0 0,0-2-31 16,0 2 8-16,0-1-57 0,0-2 25 0,2 2-1 16,0 1 25-16,0-3 21 15,0 3-13-15,0 0-9 0,-1-2 1 0,-1 2-8 16,0 0 3-16,0 0 12 0,2 0-13 0,0 0-5 16,0 0 7-16,1-1 10 0,1 1-10 0,3-3 0 15,-2 1 15-15,2 1 20 0,-1 0 2 0,1-2-33 16,1 1-4-16,-2 2-44 0,1-1 31 0,-2 1-8 15,1-2 0-15,0 2 0 0,0 0 19 0,-1 0-16 16,1 0 13-16,1 0 2 0,1 0-4 0,-1 0 21 16,1 0-21-16,1 0 8 15,1 0-10-15,1 0 16 0,-2 0-17 0,1 0 3 16,3 0 156-16,-3 0-178 0,2 0 0 0,-1 3 0 16,1-3 0-16,1 2 0 0,-2 1 0 0,1-1 0 15,1 0 0-15,2 1 0 0,-2-2 0 0,2-1 0 16,0 0 0-16,0 2 0 0,0-2 0 0,1 0 0 15,-2 0 0-15,2 0 0 0,-2 0 0 0,2 0 0 16,-4 0 0-16,3 0 0 0,-1 0 0 0,0 0 0 16,0 0 0-16,0 0 0 15,0 0 0-15,1 0 0 0,0 0 0 0,0 0 0 16,0 3 0-16,0-2 0 0,0-1 0 0,0 3 0 16,-1-2 0-16,0 2 0 0,-1-1 0 0,2 3 0 15,-2-4 0-15,-1 3 0 0,1-2 0 0,-3-1 0 16,1 2 0-16,-2 0 0 0,0-3 0 0,1 2 0 15,-3 1 0-15,-1-3 0 0,1 0 0 0,-2 0 0 16,2 0 0-16,-3 0 0 0,-1 0 0 0,3 0 0 16,-3 0 0-16,-1 0 0 0,0 0 0 15,1 0 0-15,-1 0 0 0,-2 0 0 16,0 0 0-16,0 0 0 0,0 0 0 0,0 0 0 16,0 0 0-16,0 0 0 0,0 0 0 0,0 0 0 15,0 0 0-15,0 0 0 0,0 0 0 0,0 0 0 16,0 0 0-16,0 0 0 0,0 0 0 0,0 0 0 15,0-3-177-15,0-6 81 0,0-1 43 0,-2 3-923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28:52.7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12164 9054 287 0,'0'0'0'0,"0"0"0"0,0 0 0 0,0 0 0 0,0 0 0 0,0 0 0 0,0 0 0 0,0 0 4 0,2-2 23 15,0 0-1-15,-1 0-4 0,1 1 3 0,0-2 6 16,0 3-6-16,0-2 11 0,-2 2-10 0,1 0 0 15,-1 0-34-15,0 0 39 0,0 0-6 0,0 0-13 16,0 0 12-16,0 0-3 16,0 0 2-16,0 0 26 0,0-2-25 0,3 2-1 0,-1 0 0 15,0-1 35-15,0 1-33 0,1-2 4 0,3 0-4 16,-3 0 26-16,3 0-25 0,-1 0 4 0,4 0-29 16,-4 1 34-16,1-1-4 0,1 2-21 15,-1-3 17-15,0 3 0 0,1-2 0 0,0 2-2 16,-1-1-3-16,2-1 4 0,-1 0-6 0,-1 2 34 15,1-1-31-15,-2-2 8 0,4 3-8 0,-4-2 10 16,2 2-6-16,1-1-1 0,-2 1-18 16,1 0 24-16,-1-2-4 0,1 2-2 15,0 0-17-15,2-2 17 0,0 2-2 0,-2 0 0 16,3-2-1-16,-1 0 1 0,0 0-5 0,0 0-12 16,3 0 13-16,-3 1 8 0,3-1-8 0,-1 0 8 15,0 0-6-15,-1 1 0 0,1-2-13 0,-2 2 18 16,3-1-5-16,-3-1 0 0,0 2-1 0,3-2 0 15,-1 0 0-15,-2 1-9 0,3 0 9 0,-1 0 0 0,0 0-1 16,1 2-10-16,-1-1 9 0,-2 1 6 16,3-2-8-16,-3 2-32 0,3 0 31 15,-2 0 2-15,3-2-17 0,-3 2 20 0,3 0-6 16,-2-2 7-16,3 2-7 0,-2 0 0 0,2-2 3 16,1 2 22-16,-2-2-24 0,0 2 0 0,2-2 0 15,-2 2 12-15,2-2-6 0,0 2-4 0,0-2 2 16,2 2-1-16,-2-1 2 0,0 0-3 0,2-2 8 15,-2 1 6-15,0 0-11 0,0 2-2 0,0-2-7 16,0 1 8-16,0-1 4 16,-1 2-9-16,0-3 4 0,2 3 0 0,-4-1 0 15,4-1 3-15,-3 2 2 0,2-2-5 0,-2 0 0 16,0 0-10-16,0 2 10 0,0-1-1 0,-1 1 3 16,3-2-2-16,-2 0-1 0,0 2 0 0,0 0 3 15,-1 0-3-15,0 0 5 0,0 0-31 0,-1 0 25 16,0 0 1-16,1 0-1 15,-1 0-23-15,0 0 2 0,1 0 20 0,-1 0-3 16,1 0-21-16,0 2 19 0,-1 0 2 0,3-1 0 0,-1 3-5 16,2-4 3-16,0 2 0 0,2 0 42 15,1-1-42-15,0-1 3 0,3 3 0 0,-3-3-2 16,1 0 1-16,1 0 3 0,-1 2-27 0,2-2 5 16,-1 1 20-16,3-1-1 0,-2 2-23 0,3-2-2 15,0 2 22-15,-1-2-4 0,7 0-2 0,0 0 4 16,2 0-10-16,0 0-8 0,-2 0 12 0,2 0 4 15,0 0-18-15,0 0 16 0,-2-2-1 0,2 2 1 16,-1-2 13-16,1 2-12 0,0 0 0 0,0 0-1 16,0 0-16-16,0 0 16 15,3 0-2-15,-4 0 12 0,3 0-12 0,0 0 1 16,0 0 1-16,3 0 27 0,-3 0-25 0,-1 0 0 16,3 0-21-16,2 0 20 0,0 0 0 0,4 0 0 15,-4 0-22-15,9 0 21 0,-2-1-1 0,2-7 1 16,1 2-15-16,-2-1 14 0,5-1-1 0,-1 0-5 15,1 1 3-15,0 0 2 0,-1-2-4 0,1 6 1 16,1-2 1-16,-2 2 1 0,1-1-3 16,-1 1 3-16,1 2 0 0,0-1-1 15,1 0-2-15,2-1 3 0,1 3-1 0,0-1 1 16,0-1-4-16,0 1 4 0,3-3-2 0,-1 2 2 16,1-2-1-16,1 0 0 0,-1 2 0 0,9-2 0 15,-12 3 0-15,11-3 0 0,-6 2 6 0,2 0-6 16,-2 0 1-16,0 1-1 0,-3-2 26 0,10 0-25 15,-7 3 1-15,4 0 0 0,0 0 38 0,-1-2-37 16,-6 2 4-16,12 0-7 16,-5 0 6-16,-1 0-1 0,1-2 2 15,2 0-13-15,-6 0 14 16,16 0-2-16,-9 1-12 0,-3-2 11 0,3 2-1 0,-1-1 1 0,-8 0-12 0,16 0 11 16,-10 2-4-16,1 0 3 0,3 0 9 0,-3 0-9 15,-6 0-1-15,14 0 22 0,-7 0-19 0,2 0-2 16,-3 0 3-16,3 0-12 0,-6 0 12 0,15 0-1 15,-8 0 1-15,-1 0-13 0,-1 0 12 0,1 4-1 16,-8-1-19-16,16 5 17 16,-11-4 2-16,4 4-1 0,3-3-17 0,0 2 16 15,-11-1-2-15,18 2-3 0,-7-5 4 0,1 3-1 16,1-2 0-16,-2 0-2 0,3 0 2 0,3 0 1 16,-5-3-1-16,0 1 0 0,0 0 0 0,2 0 0 15,-8-1 3-15,11 1-3 0,-2-2 1 0,-2 1-1 16,-1-1 32-16,1 0-30 0,-10 0 0 0,16 0 22 15,-4 0 1-15,-3 0-19 0,4 0-2 0,3 0 37 16,0 0-2-16,-1 0-28 0,-1 0-17 16,2 0 19-16,0 0-4 0,-1 0 10 15,13 0-67-15,-17 0 27 0,4 0 1 0,1-1 25 16,0-1-40-16,-4 2 16 0,0-1-1 0,0 1-11 16,0 0 29-16,-1 0-9 0,-3 0 6 0,-9 0 14 15,14 0-15-15,-10 0-7 0,2 0 33 0,-2 3 1 16,2-2-25-16,-7 4 4 0,13-1 17 0,-5 0-13 15,-2-1-5-15,-1-1 7 0,-1 2 11 0,-4-3-12 16,10 4-3-16,-5-2-7 0,0-2 8 16,-1 5 2-16,-4-5-2 0,-7 3-20 15,5-2 19-15,-2 1 0 0,1 1-18 0,-6-2 16 16,0 2 1-16,2-2-3 0,-4 1 1 0,-1-1-1 16,-2 3 2-16,-4-4-4 0,-6 0 7 0,2 3-5 15,-3-2 1-15,-3 0 30 0,-2 0-29 0,-4 0 1 16,-3 0-1-16,-4 0 34 0,2-2-1 0,-4 1-26 15,-2-1 4-15,-2 2-4 0,-4-2-2 0,-1 2 6 16,-1-2-17-16,-4 2 14 16,1-2-1-16,-2 2 3 0,-2-2-29 0,-1 0 2 15,-1 2 23-15,0-2-71 0,0 0 32 0,0 0-7 16,0 0 39-16,0 0-33 0,0 0 28 0,0 0-10 16,0 0 26-16,0 0-21 0,0 0 2 0,0 0-9 15,0 0-45-15,0 0 24 0,0 0 0 16,0 0 24-16,-7 0-57 0,-5-2 22 0,-4-4 5 0,-6-3-444 15,-2 1 227-15,-7 1 115 16</inkml:trace>
  <inkml:trace contextRef="#ctx0" brushRef="#br0" timeOffset="12440.22">2748 9468 467 0,'-5'0'0'0,"2"0"0"0,1 3 0 0,-1-3 0 0,3 1 0 0,-2-1 192 0,2 0-83 0,-1 0-38 16,1 0-1-16,0 0 162 16,0 0-100-16,0 0 47 0,0 0-77 0,0 0-35 15,0 0 0-15,0 0 82 0,0 0-57 0,0 0-22 16,0 0-8-16,0 0 15 0,0 0-22 0,0 0 0 15,0 0-22-15,1 2-30 0,7 0 30 0,4 0 0 16,0 1 20-16,-2-2-17 0,1-1-3 0,0 1 8 16,0 1 12-16,0 0-21 0,0 0 1 0,-3-1 25 15,4 4-25-15,-3-3 8 0,0 1-8 0,4 2 33 16,0-4 1-16,0 3-35 16,1-2 9-16,2-1 52 0,3 1-30 0,-1 1 0 15,0-2-30-15,6-1 38 0,-2 3 8 0,5-3-47 16,-3 0 40-16,1 0-40 0,6 0 1 0,-1 0 10 15,3 0-2-15,4 0-9 0,4-3 1 0,-2-1 16 16,3 1-17-16,-1-3 1 0,-1 0 8 0,12 1-5 16,-4 0 146-16,1 0-182 0,2 2 0 15,0 2 0-15,1 1 0 0,-1 0 0 0,3 0 0 16,3 0 0-16,5 2 0 0,-4 4 0 16,0-5 0-16,15 4 0 0,-5-3 0 0,2-2 0 15,1 0 0-15,2 0 0 0,2-2 0 0,-3-3 0 16,2 0 0-16,-1 3 0 0,-3 0 0 0,-3-1 0 15,-12 1 0-15,6 0 0 0,-3 2 0 0,-2 0 0 16,1 0 0-16,-5 0 0 0,-1 0 0 0,0 0 0 16,0 0 0-16,-2 0 0 0,-3 0 0 0,-2-2 0 15,-7 1 0-15,0-2 0 0,2 0 0 0,-6 1 0 16,-3 0 0-16,-4-2 0 16,-5 3 0-16,2 1 0 0,-5 0 0 0,-1 0 0 15,-2 0 0-15,-3 0 0 0,-2 0 0 0,1 0 0 16,-2 0 0-16,-2 0 0 0,-2 0 0 0,1 0 0 15,-2 0 0-15,0 0 0 0,-2 1 0 0,1-1 0 16,-2 0 0-16,1 3 0 0,-1-3 0 0,-1 0 0 16,0 0 0-16,0 0 0 0,0 0 0 0,0 0-321 15,0 0 146-15,0 0 81 0,0 0 29 16,0 0-602-16,0 0 317 0,0-3 159 0,0-4 71 16,0-4-331-16</inkml:trace>
  <inkml:trace contextRef="#ctx0" brushRef="#br0" timeOffset="12673.17">5825 9164 1933 0,'-2'0'0'0,"2"2"0"0,0 0 0 0,0 1 0 0,5 0 0 0,9 0 0 0,2 5 0 0,9 0 306 0,-1 5-137 0,1-2-68 0,3 6 195 15,0 0-131-15,2 1-58 0,-1 1-42 0,-2 3-2 16,3-3-30-16,-5 2-1 0,0 0-65 0,-7-2 41 15,3 4-9-15,-6-1-41 0,-4-5 38 0,-2 3-1 16,-9-2 38-16,0 4-46 0,0-2 18 0,-13 3-7 16,-9-2-1-16,-3 1-135 0,-10 1 55 0,3-2 24 15,-15 2 29-15,-7 4-555 0,-1 1 276 16,-2 2 139-16</inkml:trace>
  <inkml:trace contextRef="#ctx0" brushRef="#br0" timeOffset="13455.92">3759 7082 743 0,'0'-8'0'0,"0"2"0"0,0 3 0 0,0 2 0 0,0-4 0 0,0 4 0 0,0-1 86 0,0-1-19 15,0 3 64-15,0-1-48 0,0 1-26 0,0 0 0 16,0 0 36-16,0 6-22 0,0 4-8 0,0 6-30 16,0-1 66-16,0 6-33 0,0 2 75 0,0 2-46 0,0 5-35 15,0 4-1-15,0 2 60 0,0 7-43 16,0 2-22-16,0 2 8 0,0 6 37 0,0 8-34 15,-2 0 1-15,2 0-34 0,-1 4 23 0,1-2 7 16,0 16-29-16,0-5 0 0,0 2-30 16,0 4 30-16,0 11 0 0,0-9-3 0,0 20 3 15,0-10-1-15,0 0-57 0,0-15 28 16,0 10 9-16,0 7 21 0,0-5-32 16,0 4 13-16,0 0 13 0,0-3-22 0,-5-9 82 15,-2 20-38-15,0-12 0 0,-1-12-23 0,0 4-23 16,1-5-3-16,0-7 30 0,0 10-61 0,2-8 26 15,1-4 2-15,2 1-60 0,2 0 39 0,-3-10 3 16,3 2 30-16,-2-5-127 0,0-3 53 0,1-5 33 16,-3-8 1-16,-1 1-33 0,1-5 14 0,0-1 0 15,-1-6 10-15,0-5-144 0,-1-5 67 16,3-5 35-16,-4-1-250 0,2-6 150 16,-1-4 75-16,1-2-293 0,-1-8 183 0,0-17 85 15,2-12 53-15</inkml:trace>
  <inkml:trace contextRef="#ctx0" brushRef="#br0" timeOffset="13707.4">3767 7114 680 0,'0'-8'0'0,"0"6"0"0,0 2 0 15,0 0 0-15,-3 11 0 0,-4 3 0 0,-4 4 148 0,-3 9-57 0,1 3-29 0,-7 1 13 0,3 4-21 0,0-4 8 16,3 1-29-16,-2 0-133 16,5-6 67-16,3-3 33 0,2-2-1 0,2-6-293 15,1-4 147-15,3-5 74 0</inkml:trace>
  <inkml:trace contextRef="#ctx0" brushRef="#br0" timeOffset="13849.06">3764 7101 999 0,'10'0'0'0,"2"0"0"0,-4 3 0 0,0 5 0 0,3 5 0 0,-5 0 148 0,4 0-58 16,-1 4-28-16,2 0 239 0,2 2-126 0,4 1-76 15,1 1-32-15,1-1-186 0,5 3 76 0,3 0 38 16,3 2 9-16</inkml:trace>
  <inkml:trace contextRef="#ctx0" brushRef="#br0" timeOffset="14475.46">4950 7861 956 0,'-6'2'0'0,"2"2"0"0,3-2 0 0,-4 1 0 0,3-1 0 0,1 1 285 16,1 2-126-16,0-2-63 0,0 4-32 0,0-4 304 16,0 3-171-16,0-1 32 0,3 1-97 0,3-3-50 15,2 3-25-15,0-3-41 0,-3 0-8 0,3-1 25 16,-2 1 0-16,-3-3-228 16,3 2 114-16,-2 0 65 0,-3-2 21 0,1 3-176 15,1-3 95-15,-1 0 53 0,4 0-61 0,0 0-468 16,1 0 262-16,1 0-231 0</inkml:trace>
  <inkml:trace contextRef="#ctx0" brushRef="#br0" timeOffset="14731.87">5366 7543 1075 0,'-9'-9'0'0,"2"6"0"0,-3-1 0 0,-1 1 0 0,-2 0 0 0,-1 3 0 0,0 0 0 0,0 10 242 0,4 5-96 0,-4 6 141 16,4 1-128-16,5 2-63 0,4 6-31 0,1 1 85 15,0-2-51-15,1 3-37 16,8 0 0-16,5-4-16 0,2 1-14 0,2-3 1 16,-1-7 8-16,5 4-208 0,0-7 101 0,-6-4-138 15,4-1 118-15,-1-2 54 0,-1-3 39 0,-2-1-571 16,-2-3 268-16,0-2 119 0,-7 0 72 0</inkml:trace>
  <inkml:trace contextRef="#ctx0" brushRef="#br0" timeOffset="14948.34">5526 7600 1075 0,'4'-5'0'0,"4"3"0"0,1-2 0 0,0 0 0 0,4 0 0 0,-2 2 0 0,3 2 0 0,1 0 394 16,0 0-181-16,3 2-90 0,-2 7 23 0,-2 5-57 15,2 1-20-15,-5 4-8 0,0-1-62 0,-3 5 34 16,-3 2 0-16,-5 0-158 0,0-1 87 0,0 5 32 16,-13-3-1-16,-4 1-124 0,1-3 82 0,-3-3 30 15,0-4 31-15,1-2-276 16,-3-2 126-16,1-6 20 0,6-3-140 0,3-4 113 16,1 0 48-16,4-2-79 0,5-8 73 0,1-13 34 0</inkml:trace>
  <inkml:trace contextRef="#ctx0" brushRef="#br0" timeOffset="15124.92">5825 7448 1340 0,'0'2'0'0,"0"9"0"0,-7 0 0 0,-1 3 0 0,-6 9 0 0,2 0 0 0,0 5 0 0,-1 1 0 0,4 1 399 0,-1-2-183 0,6 0-23 0,2 0-79 15,2-5-33-15,0 5-8 0,2-5-305 0,8-1 132 0,2-5 67 16,2 0 32-16,5-1-193 0,-2-4 109 15,1-1 59-15,2-3 30 0,-2-3-614 16</inkml:trace>
  <inkml:trace contextRef="#ctx0" brushRef="#br0" timeOffset="15288.6">6034 7713 1429 0,'0'-2'0'0,"0"0"0"0,0 0 0 0,0-1 0 0,0 3 0 0,0 0 0 0,0 5 0 0,0 6 229 15,0 4-102-15,-2 1 117 0,0 2-106 0,-4 3-52 16,2-1-27-16,-2 3-72 0,1-2 19 0,1 2 0 16,0-5 27-16,3-1-424 0,1-2 212 0,0-8 114 15,0-2 45-15</inkml:trace>
  <inkml:trace contextRef="#ctx0" brushRef="#br0" timeOffset="15449.17">6096 7622 960 0,'0'-3'0'0,"0"1"0"0,1 2 0 0,3 0 0 0,-1 0 0 16,3 0 354-16,2 0-160 0,0 0-81 0,2 0-32 0,0 4 65 15,2 1-56-15,-2 2-29 16,0 3 0-16,0 0-134 0,-2-1 61 0,0 3 19 16,0-4-452-16,-3-2 239 0,3 3 119 0</inkml:trace>
  <inkml:trace contextRef="#ctx0" brushRef="#br0" timeOffset="15631.68">6313 7524 912 0,'-1'-4'0'0,"-1"1"0"0,0 1 0 0,-2 1 0 0,0 1 0 0,0 1 0 0,2 13 317 0,-2 4-142 0,1 5-63 0,-1 7 242 16,-2 0-161-16,-2 6-80 0,-1 7-40 0,0-6 117 15,0-1-71-15,-5 9-47 0,2-3-1 0,-2-2-77 16,3 0-1-16,-2 0-296 0,1-7 176 0,4 3 76 15,-2-2 42-15,4-6-520 0,3-3 269 0,0-7 134 16,3-3-11-16,-3-3-358 0</inkml:trace>
  <inkml:trace contextRef="#ctx0" brushRef="#br0" timeOffset="15851.1">6423 7410 915 0,'12'-2'0'0,"6"2"0"16,0 0 0-16,-1 0 0 0,0 0 0 0,1 10 430 0,1 4-199 0,-2 6-99 15,1 6-41-15,-6 2 212 0,-3 4-136 0,0 4-66 16,-6 9-35-16,-1-8 125 0,-2 14-83 0,-4-5-37 16,-11 0-1-16,-1-1-82 0,-5-3 22 0,1-1 8 15,-6 6-93-15,1-4 53 0,-6 3 28 16,0-5-505-16,-10 11 265 0,4-11 77 0</inkml:trace>
  <inkml:trace contextRef="#ctx0" brushRef="#br0" timeOffset="16999.98">3714 9589 248 0,'0'0'0'0,"0"0"0"0,0 0 0 0,0 0 0 0,0-2 172 0,0-2-70 16,0 0-35-16,0-1 9 0,0 1-4 0,0 0-1 0,0 2-38 15,0 1 53-15,0-1-27 16,0 2 9-16,0-3-19 0,0 3-16 0,0 0 0 16,0 0-1-16,0 0 5 0,0-1 4 0,0-1-8 15,0-4-1-15,2 2 7 0,3-3-6 0,-2 1 0 16,0-1 8-16,0 0-10 0,4-1 1 0,-5 1 1 15,3-1-14-15,-1 2 14 0,-1-1 8 0,2-1-32 16,-2 2 21-16,2 1 1 0,0-1-1 0,-2 1-27 16,6-1 4-16,-4 0 19 15,0 1 2-15,3-1-29 0,1-2-4 0,1 0 30 16,-2-1 1-16,2 0-27 0,-1 0 0 0,0-2 17 16,4-1 4-16,-5-1-1 0,3 2-1 0,1-2 0 15,-2-2 0-15,0 1-3 0,2-1 1 0,1 1 22 16,-2-1-16-16,2-2-3 0,-2 0-2 0,3 2-28 15,1-2 29-15,-2-2 6 0,4 0-6 0,-2-1-39 16,2-1 0-16,0 0 34 16,1-3-32-16,2 1 31 0,0-3 0 0,-2 2-9 0,3-3-16 15,-2 1-7-15,0 0 27 0,3 0-36 16,-4-1 33-16,1 1-6 0,-1-2 4 0,0 5-20 16,1-4 19-16,-4 2-1 0,5 0 1 0,-4-2-41 15,3 4 0-15,-3-4 35 0,0 1 3 0,1 1-28 16,-1 1 1-16,0-1 15 0,-2 1-22 0,4 0-7 15,-4 2 33-15,0 1 17 0,2-4 4 0,2 3-28 16,-4 1 4-16,2 0 59 0,-3 3-27 0,0-1 0 16,0-1-27-16,-1 1 27 0,2-1 0 0,-4 2-13 15,3-1-7-15,-1 0-30 16,1 2 1-16,-2 0 35 0,2 2-26 0,-1-2-1 16,-2 5 21-16,1-1-26 0,1 1 2 0,-2-1 12 15,0 2 6-15,0 0-6 0,2-1 4 0,-4 0-10 16,2 3 8-16,2-2 25 0,-6 2 0 15,4 0-22-15,-2-1 14 0,-1 2-13 0,-1-1 0 0,1 1 6 16,-1 1-5-16,-2 1 4 0,0 1-3 0,-3 2 16 16,2-2-15-16,-2 3 3 15,1 1-3-15,0-1 50 0,-2 0-23 0,0 2 1 16,0 0-25-16,0 0 70 0,0 0-31 0,0 0 8 16,0 0-14-16,0 0 9 0,0 0-28 0,0 0 11 15,0 0-30-15,0 0 6 0,0-2 16 0,0 2-50 16,0 0 23-16,0 0-1 0,0 0 27 0,0 0-303 15,0 0 142-15,0 0 52 0,0 0 19 0</inkml:trace>
  <inkml:trace contextRef="#ctx0" brushRef="#br0" timeOffset="17660.24">4723 7957 532 0,'-5'0'0'0,"3"2"0"0,1-1 0 0,-1-1 0 0,0 0 0 0,2 0 0 0,-1 0 0 0,1 0 0 0,-3 0 185 0,3 0-76 0,0 0-39 15,0 0 124-15,0 0-81 0,0 0-32 0,0 0 39 16,0 0-43-16,0 0-23 0,0 0 1 0,0 0 54 15,3-1-29-15,2-4-9 0,3 2-38 0,-2-2 25 16,5-2 1-16,-3-3-27 0,4 2 72 0,1-4-40 16,0 2 0-16,3-4-4 0,-2 3-1 15,4-2-26-15,-4 1 8 0,3-1-43 16,1 2 35-16,-4 0-1 0,2 4 1 0,-2-1-55 16,-1 3 24-16,3-1-1 0,-6 2 32 0,2 2-49 15,-2 1 13-15,1-2 5 0,-4 2-97 0,0-1 55 16,-2 2 12-16,-2 0 5 0,-1 0-11 0,1 0 22 15,-3 0 10-15,0 0 70 0,0 0-34 0,0 0-2 16,0 0-32-16,0 0 130 0,0 0-61 16,0 0-21-16,0 0 0 0,0 0 8 15,0 0 0-15,0 0 8 0,0 0-66 0,0 0 31 16,0 0 19-16,0 0-15 0,0 0-39 0,0 0 47 16,0 0-8-16,0 0-40 0,0 0-3 0,0 0 39 15,0 0-10-15,0 6-26 0,0-1-6 0,0 3 25 16,0 1 8-16,-5 2-20 0,3 2 15 0,1 0 4 15,-3 4 31-15,3 0-35 0,-4 4 1 16,-1 4 16-16,3-3-14 0,-2 0 4 0,0 9-5 16,0-2-248-16,-1 1 119 0,3 2 55 15,0 4 30-15,3 1-853 0</inkml:trace>
  <inkml:trace contextRef="#ctx0" brushRef="#br0" timeOffset="19008.87">4267 7198 429 0,'0'-5'51'16,"0"2"-26"-16,0-1 1 0,0 0 125 15,0-3-59-15,0 2-29 0,3-1-1 0,7-1 202 16,4 1-107-16,2 1-66 0,0-1-29 0,3 0 124 16,6 1-77-16,-5 1-38 0,2 0 17 0,1 3-32 15,-2-4 1-15,0 4-25 0,-1-1-106 0,-1 2 54 16,-3 0 34-16,-2 0-257 0,-3 0 138 0,1 0 69 15,-3 0 34-15,-4 0-226 0,1 0 76 0,-1-2 73 16,-3-2 37-16,1-6-368 0</inkml:trace>
  <inkml:trace contextRef="#ctx0" brushRef="#br0" timeOffset="19206.06">4504 6881 499 0,'0'-2'0'0,"0"2"0"0,3 0 0 0,4 0 0 0,0 0 0 0,6 4 0 0,4 1 297 0,1 1-132 0,2 3 171 15,5 1-152-15,-8-1-67 0,3 4-46 16,-1 0 87-16,-3 2-62 0,-2 0-32 0,-1-2 1 16,-6 5-48-16,-1-3-9 0,-3 3 25 0,-3 1 0 15,0 4-107-15,-11-1 54 0,-2 3 34 0,-7-3-7 0,-3-1-240 16,4 0 118-16,-6-1-332 0,0 0 190 16,1-1 111-16,1 1 37 0,0-3-191 15,0 0 133-15</inkml:trace>
  <inkml:trace contextRef="#ctx0" brushRef="#br0" timeOffset="19550.91">4390 7345 800 0,'4'2'0'0,"1"-1"0"0,-1 3 0 0,0-2 0 0,1 4 0 0,1 1 0 0,0 4 214 0,2 4-90 16,-1 6-38-16,2 3-30 0,2 5 254 0,-5-1-139 15,3 6 43-15,-1-1-90 0,-1 3-38 0,-2-2-30 16,-2-2-65-16,2-2 20 15,0-2 1-15,-4-8 21 0,1-5-108 0,1-1 50 16,-2-4 29-16,-1-7 0 0,0-1-47 0,0-2 38 16,0 0 9-16,-6-12-6 0,0-16 12 0,4-1-25 15,2-11 1-15,0 1-76 0,0 5 42 16,4-6 10-16,8 5 8 0,3 1-3 0,2 4 23 16,1 3 0-16,2 9 97 0,4-3-43 0,-3 8-24 15,-3 5 8-15,5 5 90 0,-2 0-53 0,-3 3-22 16,1 0-2-16,-2 10 25 0,0 1-15 0,-4 6-1 15,0-2 101-15,-4 0-52 0,-3 1-37 16,-1-7 19-16,-3 0-24 0,1-1 0 16,-2-5-16-16,-1-2-57 0,0-1 25 0,0 0 0 15,-1 0 23-15,-4-2-351 0,-2-11 171 0,6-1 69 16,1 0-356-16,0-2 183 0</inkml:trace>
  <inkml:trace contextRef="#ctx0" brushRef="#br0" timeOffset="23838.51">15067 9207 518 0,'-5'-18'0'0,"1"3"0"0,-1 1 0 0,1 1 0 0,-2 0 0 0,0-2 110 15,3 4-43-15,-1 2 174 0,0 2-105 0,3 2-51 16,1 3-26-16,0 0 171 0,-2 1-102 0,2 1-48 16,0 0-24-16,0 13 1 0,2 7 0 0,1 7-16 15,3 7-9-15,-3 12 47 0,3 4-24 0,-2 14 1 16,0-3 22-16,-2-4-14 0,0 14-9 15,-2-11-55-15,0-8 32 0,0 1 1 16,0-6 0-16,0-9-19 0,0-5-8 0,0-6 27 16,2-2 0-16,-1-7-32 0,1-6 0 0,-2-5 40 15,0-1-82-15,2-6 27 0,-2 0 0 0,0 0 23 16,0-6-74-16,-2-15 31 0,-3 1 22 0,-3-5-85 16,-2-1 51-16,-1 0 16 0,2 1 0 0,-6-3-128 15,2 5 71-15,-2 8 22 16,0-1 22-16,-2 7-18 0,0 4-8 0,-2 5 29 0,2 0 7 15,0 5 112-15,0 10-56 0,3 7-28 16,6-5 239-16,-4 9-122 0,11-9-63 0,-1 2-12 16,2-3 91-16,0 0-34 0,2 1 2 0,8-5 1 15,4 0-32-15,4-3 7 0,0-2-39 0,8-1-102 16,-5-4 59-16,7 0 17 0,-2-2 0 0,0 0-351 16,1-6 179-16,-1-5 68 0,1-2-492 0,-1-2 282 15,-4-2 138-15,1 0-121 0</inkml:trace>
  <inkml:trace contextRef="#ctx0" brushRef="#br0" timeOffset="24022.02">15289 9397 824 0,'0'-7'0'0,"0"3"0"0,0 0 0 0,0 0 0 0,0-2 0 0,0 1 0 0,0-1 651 0,4 1-301 0,11-1-163 15,2 0 243-15,2 1-199 0,2-1-100 0,5 2-48 16,-6 1-113-16,8 1 28 0,-3 0-1 0,-4 0-419 15,2 0 228-15,-5 2 113 16,1 0 65-16,-4 0-250 16,-4 0 150-16,0 0 74 0,-2 0-102 0,-3 0-485 0</inkml:trace>
  <inkml:trace contextRef="#ctx0" brushRef="#br0" timeOffset="24213.51">15528 9185 1128 0,'-9'-6'0'0,"3"3"0"0,1 1 0 0,2 0 0 0,3 2 0 0,0-1 0 0,0 1 0 0,12 0 0 0,6 0 354 0,3 0-161 0,0 0-72 0,5 0 161 16,-2 6-124-16,1 4-63 0,-6-3-45 16,2 5-18-16,-5-1 9 0,-3 0-8 0,-1 4-137 15,-9 2 68-15,-1 2 34 0,-2 3 1 0,-5 3-80 16,-13-1 53-16,-2-2 30 0,-2 1 1 0,-1-2-409 16,-2-2 146-16,5-4 117 0,-4 3-273 0,1-4 192 15,5-6 96-15,-5 2-204 0</inkml:trace>
  <inkml:trace contextRef="#ctx0" brushRef="#br0" timeOffset="24482.3">15386 9538 1208 0,'0'2'0'0,"0"1"0"0,0 3 0 0,0 0 0 0,0 2 0 0,0 3 0 0,1 4 0 0,5 1 224 0,-1 5-87 16,3 6-57-16,-1 1 281 0,1 1-165 0,-2 0-81 16,1 1-41-16,-4-6 38 0,3 7-43 0,-1-11 0 15,-2 3-36-15,-1-5-31 0,0-6 1 0,-2-1 38 16,0-6-92-16,0 0 42 15,0-5 21-15,0 0-81 0,-2-3 52 0,-2-13 32 16,3-7-7-16,1-1-172 0,0-3 86 0,0 1 11 16,3 0 31-16,6 5-18 0,6-7 4 0,0 7 20 15,3 0 60-15,-4 7-7 0,4-1-41 0,-2 5-10 16,-1 1 151-16,-2 3-59 0,0 2-36 0,-1 2 34 16,-1 1-30-16,-2-1-1 0,3 2-3 0,-5 0-230 15,2 0 102-15,1 0 56 0,-1 0 23 16,0 2-550-16,3-1 274 0,-1-1 131 0</inkml:trace>
  <inkml:trace contextRef="#ctx0" brushRef="#br0" timeOffset="24655.85">15956 9495 1215 0,'5'0'0'0,"4"0"0"0,-2 0 0 0,2 0 0 0,-3 0 0 0,4 0 0 0,-1-5 618 0,2 2-284 16,2-1-155-16,4 2-73 0,-2-3 278 0,2 3-176 15,0-1-88-15,1 0-35 0,-1 0-328 0,1 1 138 16,-2 0 69-16,-3 2-666 0,1 0 367 16,-7 0 192-16,5 10-303 0</inkml:trace>
  <inkml:trace contextRef="#ctx0" brushRef="#br0" timeOffset="24794.1">16065 9658 1520 0,'-17'11'0'0,"4"1"0"0,5-5 0 0,-1-1 0 0,3-2 0 0,3-2 0 0,1-2 325 0,2 1-138 0,0-1-81 0,7 0-37 16,8 0 236-16,4 0-137 0,2 0-67 0,4 0-26 16,0 0-241-16,2-3 100 0,-3-3 49 0,3 1-632 15,-3-1 338-15,-2 4 176 0</inkml:trace>
  <inkml:trace contextRef="#ctx0" brushRef="#br0" timeOffset="25019.51">16660 9260 1675 0,'-15'-2'0'0,"-1"2"0"0,-4 0 0 0,-3 8 0 0,0 6 0 0,-2 7 0 0,-1 10 0 0,8-2 294 16,-5 13-135-16,7-1 259 0,5 2-192 0,6-1-97 15,5-7-48-15,0 6 68 0,2-4-62 0,12-1-27 16,6-7 0-16,1-1-78 15,4-3 25-15,1-3 9 0,3-5 17 0,-1-2-325 16,2-4 162-16,-2-3 81 0,1-6 42 0,-3-2-641 16,4 0 240-16,-5-7 192 0</inkml:trace>
  <inkml:trace contextRef="#ctx0" brushRef="#br0" timeOffset="25361.59">16977 9140 1350 0,'0'-6'0'0,"0"3"0"0,0 1 0 0,0 2 0 0,0 0 0 0,0 8 0 0,0 10 492 0,0 3-229 0,0 5-108 0,2 4-64 16,2 4 90-16,0 1-74 0,0 10-37 0,-1-3 70 15,-1-6-11-15,0 3-52 0,0-2-23 0,2-3-53 16,-3-5 0-16,3-9 32 0,0 2-101 16,0-10 46-16,-2-1 28 0,0-5-1 0,0-3-189 15,0-3 108-15,-2 0 62 16,0-6-35-16,0-10-27 0,0-5-2 0,-8-3 35 15,-2 1-35-15,-1 1-117 0,-4-8 85 0,0 6 38 16,-2 3-40-16,-3 4 39 0,3 8 0 0,-6 3 134 16,0 4-42-16,0 2-26 0,2 8-1 0,1 10 299 15,1 7-156-15,6 1-65 0,1 0-40 0,5 2 349 16,3-1-177-16,4-1-69 0,0-5 2 0,0 1-43 16,6-2-34-16,6-1-124 0,6-3 49 0,-2-4 25 15,7-5 8-15,3-2-487 0,2-5 252 0,3 0 123 16,-3-4 64-16,2-13-868 15,-6-3 426-15</inkml:trace>
  <inkml:trace contextRef="#ctx0" brushRef="#br0" timeOffset="25558.07">17179 9369 968 0,'7'-4'0'0,"6"4"0"0,0 0 0 0,0-2 0 0,1 2 0 0,-2 0 494 0,4 0-230 0,0 4-116 15,3 8 149-15,-2 1-136 0,0 2-65 16,-2 2-31-16,-2 1 218 0,-3 3-125 0,-3-2-54 15,-1 2-51-15,-4-2 1 0,-2 1-22 16,0 4 1-16,-14-5-166 0,2 1 91 0,-9-3 33 16,0-2 21-16,-3-3-360 0,-1-3 191 0,1-2 52 15,1-3 66-15,1-4-515 0,3 0 260 0,3 0-53 16,6-1 158-16,6-14 77 0,2-4 32 0</inkml:trace>
  <inkml:trace contextRef="#ctx0" brushRef="#br0" timeOffset="25734.59">17443 9272 1114 0,'10'-12'0'0,"-5"7"0"0,1 1 0 0,-4 0 0 0,-1 2 0 0,-1 2 0 0,0 0 0 0,-3 0 0 0,-6 10 537 15,-3 4-243-15,-3 9-136 0,1 2-62 0,2 4 318 16,3 3-191-16,0-2-96 0,6-3 61 0,3 6-82 16,0-4-37-16,0-1 1 0,8-4-260 0,7-1 112 15,2-5 63-15,7 2-220 0,0-6 134 0,4-2 66 16,3-5 35-16,-1-1-753 15,0-6 307-15</inkml:trace>
  <inkml:trace contextRef="#ctx0" brushRef="#br0" timeOffset="25894.71">17813 9557 1551 0,'0'0'0'0,"0"0"0"0,0 0 0 0,0 0 0 0,0 1 0 0,0 4 0 0,-2 0 280 0,-4 3-124 0,5 3 207 16,-3 2-165-16,0 4-74 15,-1 0-50-15,-3 6-19 0,4-8-22 0,-1 7-1 16,-1-3 1-16,3 0-414 0,-3-3 202 0,4-3 107 16,-1-1 52-16,3-3-657 0</inkml:trace>
  <inkml:trace contextRef="#ctx0" brushRef="#br0" timeOffset="26259.5">18106 9003 1762 0,'2'0'0'0,"4"0"0"0,1 7 0 0,1 1 0 0,-1 0 0 0,1 3 0 0,-1 6 0 0,1 3 305 15,-1 11-141-15,-1 2-65 0,-3 8-33 0,-1 1 280 16,0 3-157-16,0-5-70 0,0 10 58 0,0-7-72 16,2-9-37-16,0 4-61 0,-1-6 0 0,-1-7 34 15,2-4-9-15,0-2-93 0,-3-8 47 16,1-3 23-16,0-5 0 0,-2-3-169 15,0 0 91-15,0 0 50 0,-7-9-24 0,-4-8-90 16,-3-4 29-16,0 0 46 0,-6-4-231 0,2-4 128 16,-3 0 64-16,-2 2-162 0,1 5 105 0,-2 4 65 15,3 9 28-15,0 4 95 0,-1 3-33 0,3 2 0 16,5 0-42-16,0 9 300 0,3 5-146 0,4 4-72 16,4 1-38-16,3 2 161 15,0-1-64-15,0 1 7 0,10-2 245 0,4-1-161 0,6 1-75 16,2-4-133-16,-2-6 34 0,9 1-9 15,1-6 25-15,0-4-554 0,2 0 277 0,-2 0 138 16,0-4 73-16,-2-7-844 0,-7 1 422 0</inkml:trace>
  <inkml:trace contextRef="#ctx0" brushRef="#br0" timeOffset="26386.16">18319 9401 1000 0,'0'-8'0'0,"0"5"0"0,0-1 0 0,1 2 0 0,1 0 0 0,-2 1 427 0,2-1-197 0,2 2-98 0,1 0-50 0,5 0 328 16,-1 0-180-16,2 7-103 15,1 0-20-15,-1 3-37 0,2-1-1 0,-1 3-490 16,-1-1 235-16,0-2 105 0,0-1 57 0,2 0-724 0</inkml:trace>
  <inkml:trace contextRef="#ctx0" brushRef="#br0" timeOffset="26567.01">18675 9222 1321 0,'-7'-1'0'0,"1"1"0"0,1 0 0 0,-5 1 0 0,-3 16 0 0,-2 6 0 0,0 9 0 0,-4 6 0 0,0 5 553 16,-3 3-252-16,-1 4-138 0,1 4 179 0,-4 6-154 16,-1-2-78-16,1 2 169 0,-3-3-115 0,-6 12-69 15,3-8-32-15,2 0-331 0,9-14 150 0,6-9 76 16,6-8 45-16,1-6-600 0,4-8 316 0,4-7 156 16,0-9 79-16</inkml:trace>
  <inkml:trace contextRef="#ctx0" brushRef="#br0" timeOffset="26770.49">18743 9092 2072 0,'17'-3'0'0,"7"1"0"0,8 2 0 0,-2 0 0 0,0 0 0 0,-1 0 0 0,-1 6 0 0,2 9 0 0,-2 6 0 0,-6 3 381 0,-3 4-173 0,-6 6-88 0,-3 9-44 16,-8-6 120-16,-2 14-86 0,-2-2-38 0,-17 12-106 15,-6-7 34-15,-3 0 0 0,0-7-356 16,-6 4 191-16,-2-6 99 0,6-8 49 0,9-10-296 16,3-9 95-16,1 0 109 0</inkml:trace>
  <inkml:trace contextRef="#ctx0" brushRef="#br0" timeOffset="26911.12">19259 9668 1888 0,'-7'0'0'0,"7"0"0"0,0 0 0 0,0 0 0 0,0 0 0 0,0 0 0 0,-2-3 0 0,-5-5 179 0,-1-4-73 15,-2-2-36-15</inkml:trace>
  <inkml:trace contextRef="#ctx0" brushRef="#br0" timeOffset="37204.82">17067 15533 850 0,'-12'0'0'0,"1"-2"0"0,6 0 0 0,1 2 0 0,4-2 0 0,-1 2 0 0,1 0 308 0,0-2-137 0,0 0-69 0,10 1-27 16,11-2 190-16,4 0-116 0,7-1-58 0,5-4 73 15,3 3-65-15,-2-1-26 0,8-3-7 0,-2 1 50 16,-3 0-41-16,-7 1-21 16,1 4-35-16,1-3 22 0,-6 4-8 0,-7-1 0 15,0 2-158-15,-7-1 79 0,-2 2 39 0,-3 0 9 16,-4 0-405-16,-4 0 208 0,0 0 57 0,-3 0-360 16,0-1 233-16,0-3 108 0,-12-1 66 0,0-3-152 15</inkml:trace>
  <inkml:trace contextRef="#ctx0" brushRef="#br0" timeOffset="37406.32">17462 15213 637 0,'-4'-6'0'0,"2"3"0"0,2 3 0 0,0 0 0 0,0 0 240 15,6 6-103-15,8 0-53 0,11 6 394 0,2-1-214 16,3 1-120-16,2 3-55 0,-1 0 278 0,-1 4-168 16,2 1-82-16,-3 1-35 0,-1 1-15 0,-2 1-35 15,-5 0 1-15,-3-1-155 0,-6-1 85 0,-1 8 31 16,-9-3 0-16,-2 1-57 0,0 5 48 0,-15 4 24 15,-5-6-238-15,-9 8 61 0,-1-4 85 0,-2-6 42 16,0 0-363-16,6-8 185 0,-6 1 85 16,4-4 55-16,1-4-301 0,6-5 173 15</inkml:trace>
  <inkml:trace contextRef="#ctx0" brushRef="#br0" timeOffset="37580.97">17384 15762 1715 0,'-7'1'0'0,"4"4"0"0,1-1 0 0,0 1 0 0,2-4 0 0,0 1 0 0,2-2 0 0,15 0 0 0,7 0 560 0,4 0-264 0,4 0-131 16,4 0 42-16,-2-2-92 0,0 2-41 0,-1 0-20 15,-4 0-20-15,-1 0-1 0,-6 0 8 0,1 6-8 16,-4-2-388-16,-3 2 195 0,-6-2 96 0,-2 2-599 16,-7-1 345-16,1 1 66 0,-2 1 118 0,-9 2-418 15</inkml:trace>
  <inkml:trace contextRef="#ctx0" brushRef="#br0" timeOffset="37748.51">17419 15865 1439 0,'-17'2'0'0,"4"5"0"0,3 3 0 0,3 0 0 0,5 2 0 0,2 5 0 0,0 4 0 0,0 7 254 16,4 4-110-16,5 9-56 0,1-2 164 0,-3 5-110 16,-2-7-46-16,4 13-36 0,0-8 158 0,-2 1-93 15,0-2-46-15,-1-1-287 0,0-2 129 16,0-1 51-16,-3 0 31 0,1-8-506 0,0-6 268 0,-3-10 134 15,1-2-563-15,0-10 302 0</inkml:trace>
  <inkml:trace contextRef="#ctx0" brushRef="#br0" timeOffset="37884.67">17404 16218 1467 0,'-9'-13'0'0,"3"7"0"0,4 4 0 0,-2 1 0 0,4-1 0 0,0 2 0 0,0 0 0 0,10 0 493 0,6 0-222 16,5 0-124-16,4 0-56 0,-4 0 86 0,6 0-72 0,1 0-37 0,-1 2-248 15,5-1 103-15,-2-1 54 0,-2 0 28 16,2 0-672-16,-4 0 346 0</inkml:trace>
  <inkml:trace contextRef="#ctx0" brushRef="#br0" timeOffset="38042.33">18087 15964 1950 0,'7'-9'0'0,"-4"2"0"0,3 3 0 0,3 0 0 0,0 0 0 0,5 1 0 0,-2-1 0 0,4 2 0 0,2 0 527 0,1 0-248 0,0 2-123 0,1-1-83 0,1 1-8 16,-2 0-32-16,-2-3 0 0,2 3-476 15,-8 0 238-15,2 0 127 0,-5 0-769 0</inkml:trace>
  <inkml:trace contextRef="#ctx0" brushRef="#br0" timeOffset="38183.99">18196 16157 1446 0,'-7'11'0'0,"3"-4"0"0,0 1 0 0,2-5 0 0,0 1 0 0,2 0 0 0,0-1 0 0,2-3 386 0,10 2-177 15,3-2-80-15,4 0-110 0,-1 0 14 16,7-2 0-16,-4-4-481 0,3-2 240 0,-4 0 129 0</inkml:trace>
  <inkml:trace contextRef="#ctx0" brushRef="#br0" timeOffset="38391.47">18739 15786 2051 0,'-13'0'0'0,"0"0"0"0,0 5 0 0,-6 10 0 0,2 3 0 0,0 6 0 0,2 2 0 0,2 7 306 0,3 4-137 0,3 0 56 15,3 8-96-15,4-9-40 0,0 2-33 0,9 5 56 16,7-11-40-16,4 0 0 15,3-2-39-15,5-2-271 0,6-2 131 0,-4-10 70 0,4 0 35 0,1-3-525 16,-1-5 279-16,1-6 91 0,-4-2-602 16</inkml:trace>
  <inkml:trace contextRef="#ctx0" brushRef="#br0" timeOffset="38614.87">19113 15772 1092 0,'-8'-7'0'0,"4"4"0"0,3 1 0 0,-3-1 0 0,2 3 0 0,2 0 0 0,0 15 684 0,0 7-330 16,0 2-161-16,6 6-80 0,-1 11 338 0,1 3-209 15,0 4-97-15,-1 1 17 0,-1 0-64 0,1 1-33 16,-1-3-276-16,0 1 121 0,0-10 70 0,0 2 23 16,0-4-187-16,-1-5 108 0,-1-7 55 0,0-2 35 15,0-12-611-15,-2 1 202 0,0-6 181 16,0-5 91-16,0 0-356 0,-2-12 215 15,-5-15-193-15</inkml:trace>
  <inkml:trace contextRef="#ctx0" brushRef="#br0" timeOffset="38802.37">19039 15747 1458 0,'0'-28'0'0,"4"9"0"0,8 1 0 0,1 8 0 0,2 0 0 0,3 4 0 0,5 4 160 0,2 2-64 0,1 0 328 0,-4 2-187 15,6 14-107-15,-1 0-48 0,-3 4 120 0,-1 1-85 16,-5 6-42-16,-6-6-13 0,-1 8-15 0,-7-2-15 15,-4 1 1-15,0-2 0 16,-7 2-75-16,-13-3 46 0,0-1-203 0,-4-4 117 16,1 0 57-16,-2-9 29 0,-1-1-421 0,6-6 175 15,-5-4 119-15,2 0-3 0,5 0-504 0,3-7 299 16</inkml:trace>
  <inkml:trace contextRef="#ctx0" brushRef="#br0" timeOffset="39319.21">19636 16145 618 0,'1'-11'0'0,"-1"-1"0"0,2 10 0 0,0 1 0 0,0 1 0 0,0 0 208 0,-1 0-88 16,1 0-35-16,-2 0-31 0,0 1 123 0,0 7-72 16,0 4-36-16,0 0 0 0,0 4-1 0,-3-1-8 15,-1 3-28-15,-3-1-172 0,0-2 86 0,2 1 44 16,1-8-132-16,1 0 84 0,1-1 45 0,2-6 23 16,0-1-464-16</inkml:trace>
  <inkml:trace contextRef="#ctx0" brushRef="#br0" timeOffset="39600.6">20013 15732 1135 0,'2'0'0'0,"-1"0"0"0,-1 11 0 0,0 15 0 0,0 3 0 0,0 2 0 0,-7 12 0 0,2-1 147 0,0-2-49 0,3 10 162 0,2-5-114 15,0-4-57-15,2-6-28 0,12-3 39 0,4-5-26 16,3-4-8-16,4-6-33 0,1-7-31 0,0-6 0 15,3-4 31-15,-7 0 8 0,6-1-78 0,-5-17 35 16,-2-2 0-16,-7-6-70 16,-3-4 52-16,-3-5 33 0,-4-1-160 0,-2-5 64 15,-2-1 44-15,-4 2-2 0,-10 3-23 0,-2 5 7 16,-7-9 3-16,2 14 9 0,-4-1-68 0,0 6 34 16,-1 4 25-16,3 10-68 0,-5 0 49 0,3 8 0 15,3 0 40-15,1 15-141 0,7 10 71 0,2 2 26 16,3 7-262-16</inkml:trace>
  <inkml:trace contextRef="#ctx0" brushRef="#br0" timeOffset="39866.11">19861 16367 1096 0,'-14'-13'0'0,"8"5"0"0,5 0 0 0,1-7 0 0,0-6 0 0,13-2 0 0,11-11 0 0,16-6 243 0,5-2-104 0,2-2-54 0,3 2 65 15,-6 10-58-15,-5 6-22 16,2 2-15-16,-3 6-1 0,-6 11-21 0,-10 5 0 16,3 2-40-16,-6 4 8 0,-1 17 32 0,-4 3-1 15,-3 4 51-15,-4 4-25 0,1-1 0 0,0 2-17 16,-1-4 133-16,0-2-71 0,3-2-34 0,1-7 48 16,2 1-34-16,4-5-29 0,2-3 0 0,0-8-162 15,7-3 70-15,-3 0 35 0,0-1-481 0,2-12 249 16,0-8 126-16,-3 2 35 0,-1-3-614 0,-4-3 327 15</inkml:trace>
  <inkml:trace contextRef="#ctx0" brushRef="#br0" timeOffset="40089.57">20702 15583 1924 0,'3'-9'0'0,"7"7"0"0,3 0 0 0,5 0 0 0,-2 2 0 0,3 0 0 0,4 0 0 0,2 11 0 0,4 5 537 0,1 1-256 0,0 2-125 0,0 4-61 16,0 2 175-16,-4 1-118 16,-3 3-52-16,-5 0-8 0,-6 6-30 0,-6 1 1 15,-5 8-31-15,-1 1 39 0,-10 4 9 0,-11 4 100 16,-10 5-382-16,0-7 190 0,-3-1 23 0,2-9 0 16,-4 3-415-16,3-9 214 0,-2-5 59 0,11-8 73 15,0-3-840-15,6-4 433 0</inkml:trace>
  <inkml:trace contextRef="#ctx0" brushRef="#br0" timeOffset="41444.3">22194 15271 522 0,'0'-15'0'0,"0"2"0"0,-4 3 0 0,1 2 0 0,0-1 0 0,1 3 0 0,0-2 154 0,-2 1-61 16,2 3-30-16,2-1 119 0,0 5-75 0,0-3-29 15,0 3-8-15,0 0-3 0,0 0 1 0,0 3-35 16,0 15 36-16,2 6 8 0,0 14-44 0,2 3 0 16,-2 10 140-16,-1 2-69 0,-1 2-36 0,0 10 8 15,0 6 28-15,0-3-36 0,0-4 0 0,0-8 16 16,0 0-26-16,0-9 9 0,0 4-35 0,0-15-30 15,5-3 30-15,-1-8 1 16,-1-3-22-16,1-9 8 0,-2-2 14 0,0-7 0 16,-1 1-97-16,1-5 48 0,-2 0 24 0,0-9 9 15,-3-11-99-15,-7-1 50 0,-1-5 5 0,-2-4-235 16,-3-1 115-16,0 0 65 0,-3 0 20 0,-1 4-137 16,-3 6 80-16,-2 6 44 0,-1 6 69 0,3 6-35 15,-4 3 8-15,2 0 0 0,1 15 170 0,3 7-84 16,2 2-44-16,6-2-28 0,0 9 319 15,9-10-158-15,3 2-54 0,1 2 164 0,0-4-89 16,10-1-50-16,8-1-45 0,2-4-60 16,3-4-1-16,3-1 26 0,4-4-130 0,2-5 73 15,0-1 24-15,0 0 0 0,0-5-458 0,0-8 203 16,-4-2 128-16,-2-5-2 0,-4 1-428 0,1-1 262 16</inkml:trace>
  <inkml:trace contextRef="#ctx0" brushRef="#br0" timeOffset="41604.87">22378 15563 755 0,'2'-5'0'0,"-1"4"0"0,1-1 0 0,4 2 0 0,1-1 0 0,7-2 404 0,0 2-186 0,9-1-93 16,-2 0 123-16,6 0-111 0,1 0-52 0,3 0-27 16,-1 0-70-16,2 2 22 0,-6 0 9 0,4 0 13 15,-7 0-371-15,1-2 185 0,-5 0 94 0,0 2-490 16,-8-1 264-16</inkml:trace>
  <inkml:trace contextRef="#ctx0" brushRef="#br0" timeOffset="41814.31">22721 15368 1511 0,'-12'-12'0'0,"7"6"0"0,-1 0 0 0,3 1 0 0,1 3 0 0,2-1 0 0,0 1 0 15,5 0 0-15,16 0 0 0,1 0 326 0,8 2-151 0,0 0-71 0,0 0-35 0,1 0 80 0,-3 4-58 16,-5 5-21-16,1-1-8 0,-4 3-62 0,-2 0 1 15,-7 0 32-15,-3 2-149 16,-6 3 82-16,-2 1 30 0,-4 4-1 0,-13 4-239 16,-6-4 138-16,-2 2 31 0,-2 1-388 0,-1 0 221 15,-1-1 105-15,-1 0 47 0,2-4-236 0,0 1 147 16,5-9 65-16,-5 4 45 0,3-9-87 16</inkml:trace>
  <inkml:trace contextRef="#ctx0" brushRef="#br0" timeOffset="42058.47">22589 15684 462 0,'-2'-2'0'0,"2"1"0"0,0 1 0 0,0 0 0 0,0 0 0 0,0 6 340 0,5 7-153 16,2 6-70-16,2 5-45 0,-1 2 259 0,2 4-149 16,-3 4-74-16,0 5 74 0,-1 1-78 0,-3 2-36 15,2-3 32-15,-3-6-34 0,-1 5 1 0,-1-7-27 16,0 0-69-16,0-10 31 0,0-8 0 0,0 0 31 16,0-6-92-16,-1-3 54 0,-6-4 14 0,2 0 1 15,-3-8-20-15,5-8 0 16,-1-10 8-16,4 5-12 0,0-12-11 0,0 4-1 15,2-3 30-15,5 2-1 0,4 0-3 0,5 1 3 16,-2 5 55-16,4 2-26 0,-4 5 7 0,4 2-31 16,-4 1 36-16,2 7-28 0,-2 1 4 0,-2 3-6 15,-1 0-234-15,1 3 112 0,-1 0 52 0,-4 0-215 16,2 10 118-16,-1-1 68 0,1 5 10 0</inkml:trace>
  <inkml:trace contextRef="#ctx0" brushRef="#br0" timeOffset="42490.84">23410 15466 1172 0,'-5'-7'0'0,"1"2"0"0,-1 1 0 0,-4 0 0 0,0 1 0 0,-3-1 0 0,-2 3 170 0,1 1-61 0,-2 0-42 16,-5 14 79-16,0 2-57 0,-1 5-28 0,3 6-1 16,-1 7 136-16,-2 7-85 0,8-1-40 0,2 1 1 15,6-2 118-15,5-3-78 0,0 3-32 0,0 0 107 16,5-1-78-16,10-2-38 0,4-2 0 0,1-6-126 16,3 0 53-16,0-6 13 0,3-2-121 0,1-2 71 15,-2-5 36-15,2-2 0 0,-3-4-437 0,1 0 183 16,-2-4 130-16,0-3-6 0,0 0-527 0,-2 0 314 15</inkml:trace>
  <inkml:trace contextRef="#ctx0" brushRef="#br0" timeOffset="43132.86">23778 15799 560 0,'0'-13'0'0,"0"-3"0"0,0 3 0 0,0-1 0 0,0-1 0 0,0-5 0 0,0 5 0 0,-1-5 118 16,-5 5-47-16,2 2 1 0,-4 1 96 0,3 5-68 15,-3 1-33-15,-1 2 8 0,-4 3 92 16,0 1-68-16,-3 1-32 0,2 16-1 15,-3 4 15-15,2 6-16 0,1 3-9 0,3 3 108 16,4 1-65-16,2 3-34 0,5-4 40 0,0 0-28 16,0-5-9-16,3-1-35 0,8-4-50 0,1-6 25 15,3 0 0-15,-1-6 32 0,2-4-153 0,-2-1 73 16,2-6 36-16,-2 0 0 0,3-6-223 0,-2-10 121 16,3-11 26-16,-3-1-60 0,0-5 33 0,-1-1 43 15,0-8-128-15,-3 6 72 0,1-10 47 0,-5 1 1 16,2-3-39-16,-2-6 39 15,3-8 0-15,0 6 31 0,-1-14-69 0,1 18 39 16,-5-1 0-16,-1 17 38 0,-2 8 109 0,-2 8-63 16,0 2-18-16,0 8 142 0,0 5-85 0,0 4-42 15,-4 1-21-15,-1 13 406 0,-4 9-162 0,6 6-110 16,-1 2 193-16,0 12-142 0,0 0-70 0,4-1-28 16,-1 11 117-16,1-4-80 0,-2 4-40 0,2 0-2 15,0-1 0-15,0-7-30 0,0 10-9 0,0-10-289 16,2-11 145-16,2 2 73 15,5-3-224-15,-1-9 156 0,1-3 38 0,0-2 47 16,3-9-626-16,-3-4 308 0</inkml:trace>
  <inkml:trace contextRef="#ctx0" brushRef="#br0" timeOffset="43570.8">22883 15863 986 0,'-6'0'0'0,"4"0"0"0,2 0 0 0,0 0 0 0,0 0 0 0,0 0 0 0,6 0 0 0,6 0 210 0,6 0-88 0,1 0-37 0,3 0-30 16,2 0 233-16,-3-2-128 0,1 0-63 0,1 0 21 15,-4-1-56-15,-1 1-29 0,0 0 0 0,-4 0-264 16,0 0 133-16,-3 0 73 0,-1 2-497 0,-5 0 251 16,-1 0 144-16</inkml:trace>
  <inkml:trace contextRef="#ctx0" brushRef="#br0" timeOffset="43713.42">22934 16054 936 0,'-10'5'0'0,"2"0"0"0,6 3 0 0,1-3 0 0,-1 1 0 0,2-5 0 0,0 3 161 0,3-2-63 16,13 1-34-16,2-2 277 0,9-1-158 0,1 0-75 16,2 0-38-16,4-4-167 0,-1-3 65 0,3-3 41 15,-1 1-600-15</inkml:trace>
  <inkml:trace contextRef="#ctx0" brushRef="#br0" timeOffset="44085.23">24126 15570 1438 0,'-10'-15'0'0,"5"10"0"0,3 3 0 0,2 0 0 0,0 0 0 0,0 0 0 0,0 0 134 0,2 0-42 0,7 0 297 0,7 0-178 16,7 2-89-16,2 0-44 0,-3 0 69 0,9 0-61 15,-5 8-26-15,-1 7-1 0,-5 0-157 0,-3 4 65 16,-6 2 42-16,-4 6-158 15,-4 2 90-15,-3-2 47 0,-4 6 22 0,-13-1-58 16,-6-1 29-16,-8 5 20 0,-1-6-108 0,-4 0 51 16,-3-3-15-16,-1-3 27 0,6-6-34 0,-1 0 29 15,4-8-12-15,10-4 32 0,9-6-154 0,1 0 75 16,6 0 29-16,5-6-302 0,7-14 173 0,14 0 89 16,14-9 42-16,-1 3-164 0,5-6 96 15,-2 0 60-15</inkml:trace>
  <inkml:trace contextRef="#ctx0" brushRef="#br0" timeOffset="44251.56">24534 15529 1462 0,'9'-16'0'0,"-5"10"0"0,-2 0 0 0,-2 2 0 0,0-2 0 0,-10 4 0 0,-7 2 0 0,-5 0 158 0,-1 13-62 16,1 8-32-16,-3 2 371 0,3 5-205 0,3 3-99 0,3 2-49 16,9 1 178-16,5-1-114 15,2 1-48-15,0-1-119 0,4 0 26 0,13-5 1 0,6 0 27 16,1-3-386-16,4-5 201 0,2-3 88 15,2-2-261-15,0-5 178 0,-2-3 44 0,0-1 61 16</inkml:trace>
  <inkml:trace contextRef="#ctx0" brushRef="#br0" timeOffset="44418.68">24871 15876 1443 0,'3'0'0'0,"-1"0"0"0,1 0 0 0,3 0 0 0,-1 0 0 0,-3 8 0 0,0 1 0 0,-2 4 0 0,0 3 470 16,0 2-211-16,-4 3-117 0,-7 1-42 0,-1 0-34 16,0 2 1-16,1-8-26 0,-3 3-341 0,1-3 166 15,0 2 84-15,0-5 41 0</inkml:trace>
  <inkml:trace contextRef="#ctx0" brushRef="#br0" timeOffset="45224.14">25225 15724 648 0,'0'0'0'0,"0"0"0"0,0 0 0 0,5 0 0 0,0 0 0 0,2 0 0 0,-2-2 0 0,-1-5 92 0,2-4-30 16,-1-4 9-16,-1 3 26 0,-3-5-32 0,2 2 0 15,-2-1 8-15,-1 0 1 0,0 0-33 0,0 2-9 16,-4 3-2-16,-6 2 2 0,0 3 1 0,-2 4 0 16,-4 2 39-16,-3 3-7 0,-2 18-32 15,-4 10-1-15,1 0 39 0,4 7-1 16,5-4-29-16,1 3 24 0,5-1 1 0,4 0-33 15,5-4 76-15,0-6-38 0,1-5 9 0,9-4-48 16,5-2-44-16,2-6 23 0,3-5-1 0,4-4 23 16,-4 0-132-16,6-12 63 0,0-10 33 0,-3-4-229 15,2-12 112-15,-5 2 66 0,-1 1 8 0,0-13-99 16,-4 6 39-16,0-4 43 0,-4-3-99 0,0 1 65 16,-4-5 24-16,2-1 8 0,-4-5 38 15,1-4-6-15,-3 12 0 0,-1 0 1 0,0 15 41 16,-2 9-17-16,0 4 1 0,0 12 196 15,-4 3-101-15,-5 8-58 0,2 0-11 0,-5 23 104 16,2 9-38-16,2 9-42 0,2 4 119 0,4 8 72 16,2 1-84-16,0 4-63 0,0 1 184 0,4-1-120 15,5-5-58-15,4 1-31 0,-1-10 40 0,4 8-39 16,2-14 0-16,-6-5-327 0,6 0 148 0,-4-4 75 16,-3-9 44-16,3 0-466 0,-5-4 218 0,-1-6 129 15,1-7-278-15,-1-3 167 16,-3 0 102-16,-2-3 45 0</inkml:trace>
  <inkml:trace contextRef="#ctx0" brushRef="#br0" timeOffset="45361.78">25605 15605 1041 0,'5'-6'0'0,"4"4"0"0,-1 2 0 0,5 0 0 0,-5 0 0 0,2 3 0 0,0 4 0 0,0 2 0 0,1 4 322 0,2-3-144 0,0 5-73 0,2-1-56 15,-2-1-16-15,0 0 8 16,3 0-8-16,-2-4-438 0,0-1 217 0,0-3 109 15,2-2-445-15</inkml:trace>
  <inkml:trace contextRef="#ctx0" brushRef="#br0" timeOffset="45556.25">25976 15484 893 0,'-6'-3'0'15,"1"0"0"-15,-3 3 0 0,-1 6 0 0,-4 12 0 0,-2 7 156 0,-2 11-62 0,-4 3-30 0,-1 6 8 0,-5 2 336 16,1 6-187-16,-6 5-94 0,8-11 172 15,-8 13-133-15,10-11-59 0,-1 5-33 0,0-5-122 16,2-2 40-16,7-9 1 0,-2-3-357 0,7-8 207 16,2-4 90-16,2-8 50 0,4-5-217 0,-1-4 96 15,2-6 78-15,0 0-74 0,0-15-420 0,2-16 261 16</inkml:trace>
  <inkml:trace contextRef="#ctx0" brushRef="#br0" timeOffset="45771.7">26048 15199 1570 0,'16'-16'0'0,"1"9"0"0,5 7 0 0,8 1 0 0,1 11 0 0,-1 5 0 0,-1 3 0 0,2 15 199 0,-3 6-83 0,0 11-42 16,-9 5 203-16,-2 7-122 0,-9-6-53 0,-5 19-39 16,-3-5 96-16,0 2-64 0,-15 1-31 0,-5 0 52 15,-6-1-34-15,-5-5-28 0,0-5-1 16,-3-8-83-16,4-8 32 0,-7-3-1 15,6-13-318-15,-9 1 170 0,8-14 90 0,2-6 45 16,6-5-742-16,2-7 333 0,3-1 186 0,-1-6 105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30:21.0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9861 6235 594 0,'-5'0'0'0,"-2"0"0"0,-1 1 0 0,2 2 0 0,0-2 0 0,1-1 0 0,-1 2 0 0,2-2 189 0,-2 0-78 0,2 0-39 0,4 0 0 16,-1 0 103-16,1 0-75 0,0 0-34 16,0 0 71-16,0 0-52 0,0 0-26 0,0 0 13 15,0 3-40-15,1-3 1 0,10 0 0 0,3 0 67 16,2 0-34-16,0 0 8 0,3 0-41 0,-1 0 44 16,1 0-21-16,-1 0-1 0,0 0-23 0,1-3 36 15,-2 3-35-15,2 0 0 0,-2 0-31 0,1 0 0 16,1 0 31-16,-2 0-68 0,-2 0 30 0,0 3 0 15,0-2 38-15,-2 0-61 16,1 2 12-16,-5-3 6 0,2 0 1 0,-1 0-81 16,-3 0 36-16,-1 0 29 0,1 0-4 0,-3 0-169 15,2 0 80-15,-2-4 49 0,-3-6-304 0,1-1 169 16,0 0 78-16,-2-4-364 0</inkml:trace>
  <inkml:trace contextRef="#ctx0" brushRef="#br0" timeOffset="265.7">10174 6062 1038 0,'-7'4'0'0,"4"0"0"0,-1-1 0 0,2-1 0 0,1 0 0 0,1 0 194 0,0 0-80 0,0 0-41 16,7 3 8-16,8-3 319 0,3 2-184 0,7 1-92 16,-1-1 111-16,3 2-101 0,-5-2-43 0,8 4-88 15,-2-6 1-15,-7 4 29 0,4 0-1 0,-3 1-135 16,-2 0 76-16,-2 0 26 0,-4 2 0 0,-3 0-37 15,-2 1 35-15,-4 1 0 0,-3 1 31 0,0 2-124 16,-2 0 9-16,0 3 43 16,-11-1-2-16,-7 5 1 0,2-2 2 0,-5 4-49 15,-2-5 34-15,0 1-1 0,2-4 42 0,-2 0-305 16,4-6 137-16,0 1 80 0,0-3 36 0,-2 0-352 16,3-4 195-16</inkml:trace>
  <inkml:trace contextRef="#ctx0" brushRef="#br0" timeOffset="477.72">9990 6532 1406 0,'-5'2'0'0,"3"2"0"0,0-1 0 0,0-3 0 0,2 2 0 0,0 0 0 0,4-2 0 0,12 0 433 0,5 0-199 0,2 0-101 16,2 0-51-16,1 0 174 0,-1 0-103 0,5-2-64 15,-5 0-29-15,-2 0-84 0,0 1 28 0,0-2 9 16,-7 3 20-16,2 0-109 0,-8 0 54 0,0 0 28 15,-2 0-323-15,-5 4 184 0,-1 2 78 16,-2-1-494-16,0 2 260 0,-2 1 121 16,-9-1 68-16,-2-1-282 0,-3 0 179 0,0-2 85 15</inkml:trace>
  <inkml:trace contextRef="#ctx0" brushRef="#br0" timeOffset="692.63">10010 6583 489 0,'-11'3'0'0,"2"2"0"0,4 1 0 0,-1 1 0 0,3 3 0 0,-1 1 420 0,4 2-193 0,0 2-89 16,0 4-57-16,0 4 308 0,2 2-178 0,3 3-89 16,3 1 93-16,0 4-82 0,0 0-55 0,-3 1 85 15,2 3-66-15,0 0-31 0,2 5-1 0,-4-10-122 16,0 4 41-16,1-2 24 0,-1-2 0 0,0-3-277 16,-1-8 150-16,-1 0 85 0,1-4 29 0,-1-8-447 15,-1 1 222-15,0-6-242 0,0-3 220 0,-2-1 101 16,0 0 64-16,0-9-81 0,0-14 68 0,0-1 33 15,0-2 0-15</inkml:trace>
  <inkml:trace contextRef="#ctx0" brushRef="#br0" timeOffset="876.51">10031 6947 731 0,'-4'-12'0'0,"-3"5"0"0,6 1 0 0,-1 4 0 0,0 0 0 0,2 0 221 0,0 2-94 0,0 0-47 16,0 0-23-16,5 0 317 0,9 0-174 0,1 0-84 15,2 0-42-15,1 0 293 0,3 0-167 0,0 0-75 16,2 0-51-16,-3 0 84 15,1 2-63-15,0 0-31 0,-5 0-55 0,2 0 9 0,-4 1 15 16,-5-2-51-16,1-1 26 0,-2 1-1 16,-5-1 34-16,-1 3-166 0,0-3 78 0,0 0 40 15,-2 0-3-15,0 0-250 0,0 0 91 0,0 0 80 16,0-4-8-16,0-6-418 0</inkml:trace>
  <inkml:trace contextRef="#ctx0" brushRef="#br0" timeOffset="7363.06">10956 6338 355 0,'-11'-13'0'0,"0"4"0"0,2 3 0 0,-2 2 0 0,1 2 0 0,-5 0 251 16,-1 2-110-16,2 0-45 16,-5 14-36-16,3 8 73 0,2 6-49 0,-1 10-26 15,3 3 0-15,7-2 65 0,-1 16-48 0,5-8-22 16,1 0 1-16,0-4 27 0,5-9-7 0,8 4-33 15,4-4-29-15,1-5 20 0,5-5 1 0,0 0-129 16,0-8 64-16,-3-3 41 0,6 0-9 0,-7-5-286 16,1-3 151-16,1-1 48 0,-3-4 46 0,-8 0-362 15,6 0 189-15,-11-9 91 0</inkml:trace>
  <inkml:trace contextRef="#ctx0" brushRef="#br0" timeOffset="7577.65">10958 6556 496 0,'-7'-13'0'0,"2"5"0"0,2 2 0 0,1 0 0 0,2 4 0 0,0-3 327 16,0 2-147-16,8-1-66 0,9 2 144 0,5 1-112 16,3 1-57-16,-1 0 30 0,0 0-34 0,6 9-31 15,-5 2 1-15,-4 2-39 0,-5 0 16 0,2 3 1 16,-6 4 8-16,-3 1-97 0,-2 3 45 0,-5 1 22 16,-2-1-1-16,0 0-94 0,-10-3 66 15,-9 3 21-15,0-5-169 0,-2-4 68 16,-1-2 53-16,-2-5-102 0,5-7 41 0,-1-1 45 15,0 0-5-15,6 0-162 0,0-4 98 0,5-10 48 16,5-4 17-16,3-5-204 0</inkml:trace>
  <inkml:trace contextRef="#ctx0" brushRef="#br0" timeOffset="7763.98">11217 6391 847 0,'7'-10'0'0,"2"2"0"0,-6 5 0 0,-1 1 0 0,-2 0 0 0,0 2 0 0,-4 0 0 0,-8 7 421 0,2 9-185 0,-3 2-106 15,1 6 43-15,3-1 21 0,2 6-80 0,1-1 17 16,3-1-40-16,3 3-34 0,0-1 1 0,0-3-56 16,9-2 1-16,5-1 30 0,2-4 7 0,5 2-200 15,2-4 96-15,4-3 49 0,-1 1 23 0,1-7-434 16,-4-1 163-16,5-1 130 0,-5-4-398 0,0-2 249 16</inkml:trace>
  <inkml:trace contextRef="#ctx0" brushRef="#br0" timeOffset="7933.67">11516 6642 1196 0,'0'-7'0'0,"2"3"0"0,-2 2 0 0,2 0 0 0,-2 0 0 0,0 2 0 0,0 0 0 0,0 0 199 0,1 0-87 15,3 4-40-15,-2 9 171 0,2 3-105 0,0 2-45 16,-2 2-34-16,0 5 14 0,-2 0 0 0,0-3-40 16,0-1 0-16,0 0-201 0,-2-3 96 15,-4-3 53-15,4-7-380 0,-2 0 215 16,2-5 87-16,0-3-428 0,1 0 228 0</inkml:trace>
  <inkml:trace contextRef="#ctx0" brushRef="#br0" timeOffset="8089.98">11629 6456 1414 0,'7'-2'0'15,"1"1"0"-15,-1 1 0 0,1 0 0 0,1 0 0 0,-3 0 0 0,5 0 0 0,-3 3 402 0,1 3-184 0,2 2-93 16,1 1-46-16,-3 2 30 0,2-1-41 0,-1 6-1 15,1-3-238-15,-2 1 102 0,1-1 51 0,-3-6-484 16,2 2 260-16,0-3 132 0,3-4 66 0,-3-2-522 16</inkml:trace>
  <inkml:trace contextRef="#ctx0" brushRef="#br0" timeOffset="8259.68">11932 6291 1141 0,'0'-9'0'0,"0"3"0"0,0 4 0 0,0 1 0 0,0 1 0 15,0 3 0-15,0 16 0 0,0 7 0 0,-5 6 454 0,-1 10-211 0,-3 2-105 0,-4 8-53 0,-2 6 263 16,-4 7-162-16,1-3-77 0,-3-2-2 0,3-8-38 16,0 1 1-16,1 2-160 0,2-4 57 0,3-5 34 15,3-1-1-15,2-7-435 0,2-2 234 0,1-14 125 16,4-5 51-16,0-7-707 0,0-7 349 16</inkml:trace>
  <inkml:trace contextRef="#ctx0" brushRef="#br0" timeOffset="8397.84">12023 6741 1238 0,'6'-5'0'0,"0"3"0"0,-3 2 0 0,-1 0 0 0,-2 0 0 0,0 12 0 0,-4-1 0 0,-3 3 0 0,-3 3 240 0,1-1-96 0,2-2-64 16,-2 3-24-16,4-3 0 0,1-4-23 0,2-4-419 16,2 1 218-16,0-6 96 0</inkml:trace>
  <inkml:trace contextRef="#ctx0" brushRef="#br0" timeOffset="8729.99">12177 6464 1528 0,'13'-4'0'0,"2"0"0"0,0-2 0 0,0 1 0 0,1-2 0 0,2 0 0 0,3-3 0 0,0-1 0 0,-5 1 189 0,5 2-70 0,-6 1 8 15,-4 5-48-15,-1-2-23 0,-3 2 1 0,-1 2-61 16,-4 0 10-16,0 2 26 0,-2 17 1 0,-4 5-39 15,-8 7-1-15,-4 6 40 0,2-6 8 0,0 4-40 16,-2 0-1-16,3 1-32 0,0-2 32 0,2-2 0 16,4-8-4-16,-3 2-18 0,4-3-8 0,1-4 41 15,3-6 0-15,0-1-3 0,2-4 4 0,0-2-2 16,0 1-3-16,0-4 41 0,0-2-45 0,5 2 5 16,5-2-2-16,1-1 112 15,2 0-47-15,3 0-27 0,0 0 55 0,1 0-37 16,2 0-2-16,-2 0-180 0,2-1 75 0,-4-2 36 15,0 0 4-15,-2-1-151 0,-2 0 78 0,-1 1 47 16,-1 0 8-16,-5 0-482 0,1 1 225 0,-3 0 115 16,0 1 70-16,-2-2-283 0,0-1 173 0,-8-4-129 15</inkml:trace>
  <inkml:trace contextRef="#ctx0" brushRef="#br0" timeOffset="8863.62">12277 6667 999 0,'-23'-6'0'0,"4"4"0"0,3 2 0 0,2 0 0 0,3 0 0 0,2 0 0 0,5 0 0 0,0 0 0 0,4 0 337 0,0 0-144 0,4 0-84 0,11 0 86 16,2 0-81-16,1 0-41 0,3 0 0 0,2 0-83 16,-1 0 17-16,1 0 0 0,0 2 26 0,-2-2-380 15,2 4 190-15,-2-1 103 0</inkml:trace>
  <inkml:trace contextRef="#ctx0" brushRef="#br0" timeOffset="9073.34">12545 6398 1664 0,'0'-15'0'0,"0"8"0"0,0-3 0 0,3 4 0 15,6 2 0-15,2 1 0 0,1 3 0 0,4 0 0 0,1 4 231 0,1 10-99 0,2 4-50 0,-2 6 169 0,-1 2-113 0,-2 7-53 16,-3 2-26-16,-3 7 13 16,-6-1-40-16,-1-4 9 0,-2 14-64 0,-2-6 28 15,-9 0 0-15,-4-2-251 0,-2-1 139 0,2-9 78 16,-3 1 27-16,-3-3-408 0,2-5 168 0,4-10 118 15,-2 0-7-15,4-9-329 0,2-5 217 0,1-2 106 16</inkml:trace>
  <inkml:trace contextRef="#ctx0" brushRef="#br0" timeOffset="9249.04">13042 6500 1300 0,'0'0'0'0,"3"0"0"0,4 3 0 0,1 1 0 0,-3-2 0 0,2 0 0 0,2 2 0 0,2-3 407 16,0 4-187-16,4-4-93 0,0-1-39 0,4 1 0 16,2-1-28-16,2 0 0 0,-2 0-27 0,2 0-342 15,-2 0 179-15,-3 0 77 0,0 0 43 0,-6 0-657 16</inkml:trace>
  <inkml:trace contextRef="#ctx0" brushRef="#br0" timeOffset="9396.77">13052 6759 1392 0,'-15'9'0'0,"6"0"0"0,5-1 0 0,1-1 0 0,3-3 0 0,0-2 0 15,3-2 273-15,15 0-120 0,5 0-52 0,5 0 316 0,3 0-192 0,-1-2-96 16,0-2-48-16,2 0-222 0,-1-2 96 0,0 1 34 16,-5 3 22-16,-5 0-780 0</inkml:trace>
  <inkml:trace contextRef="#ctx0" brushRef="#br0" timeOffset="10279.94">14157 6116 1022 0,'-17'-9'0'0,"2"2"0"0,0 6 0 0,0-1 0 0,-4 1 0 0,0 1 0 0,-5 0 0 0,3 0 162 0,-2 14-65 16,0 5-32-16,4 8 167 0,-1 1-92 0,0 13-57 15,5 1-26-15,-2 7 123 0,6 5-73 0,0 10-38 16,5-12 9-16,4 5 34 0,2-3-40 0,0-4 0 16,8-4-87-16,6-5 24 0,4-11 9 0,3 2-76 15,0-5 45-15,4-5 23 0,1-2 1 16,1-4-267-16,-5-3 148 0,6-4 30 16,-3-3 47-16,-4-4-470 0,1-2 234 0,0 0 118 15,-1-2 49-15,0-15-274 0</inkml:trace>
  <inkml:trace contextRef="#ctx0" brushRef="#br0" timeOffset="10511.71">14386 6233 942 0,'0'-8'0'0,"0"6"0"0,0 0 0 0,0 2 0 0,0 0 0 0,0 0 0 0,0 10 438 15,0 6-206-15,3 10-100 0,1 1-49 0,2 8 317 16,0 6-184-16,-2-4-84 0,1 14-53 0,0-4 126 15,-1 2-86-15,0 0-44 0,2-2-128 0,-4-7 50 16,3 7 14-16,-1-8-305 0,2-3 164 0,-5-3 81 16,3-3 41-16,-2-8-179 0,1-1 106 0,-3-10 4 15,0-1 46-15,0-7-518 16,0-3 258-16,0 0 120 0,-5-16 74 0,0-10-258 16,-3-15 162-16</inkml:trace>
  <inkml:trace contextRef="#ctx0" brushRef="#br0" timeOffset="10713.75">14331 6259 1595 0,'-2'-28'0'0,"2"13"0"0,0 2 0 0,6 0 0 0,9 0 0 0,8 1 0 0,5 3 0 0,4 3 0 0,2 2 271 0,1 3-123 0,-1 1 134 15,-2 0-124-15,-2 12-63 0,-5 8-31 0,-7-2 15 16,3 10-46-16,-10-1-1 0,-5 1 1 16,-4 2-68-16,-2-2 33 0,-4 4 9 15,-13-3 26-15,-4-2-136 0,-3-2 68 0,-4-6 34 16,-2-4-206-16,-2-4 121 0,0-8 0 0,2-3-235 15,0 0 128-15,9 0 80 0,0 0 37 0,10-3-273 16,0-7 162-16,7 1 78 0,4-4 37 0,3 1-138 16</inkml:trace>
  <inkml:trace contextRef="#ctx0" brushRef="#br0" timeOffset="11121.56">14995 6227 904 0,'0'-7'0'0,"0"3"0"0,0-1 0 0,-2 1 0 0,-4 0 0 0,0 0 0 0,-1 2 0 0,-3 2 0 0,0 0 261 0,-4 6-106 0,-3 12-66 15,0 6-27-15,0 1 193 0,-1 7-112 0,0 8-54 16,7-6 59-16,0 8-61 0,5-7-28 0,2 3 98 15,4 0-62-15,0 0-32 0,2-5 9 0,8 2-103 16,5-3 31-16,2-4 1 0,3-3 32 0,3-4-333 16,2-1 175-16,-1-6 75 0,3-1 41 0,0-6-549 15,-1-2 269-15,1-5 99 0,-3 0-121 0</inkml:trace>
  <inkml:trace contextRef="#ctx0" brushRef="#br0" timeOffset="11363.18">15109 6317 815 0,'-4'-6'0'0,"2"5"0"0,2-1 0 0,0 0 0 0,2 2 0 0,6 0 448 0,5 0-211 0,4 0-102 16,5 2-52-16,-1 7 154 0,0 5-102 0,-3 3-43 16,5 3-34-16,-4 4-37 15,-4 1 12-15,-2-1-64 0,-4 3 32 0,-5-5 8 16,0 6 23-16,-4-1-118 0,0-1 59 0,-4-1 30 15,-9-3 0-15,0-5-119 0,-6-2 67 0,0-2-14 16,-4-4 34-16,-3-3-175 0,4-5 93 0,1-1 16 16,-5 0-195-16,8-1 129 0,0-10 64 0,6-6-100 15,3-6 82-15,9-4 34 0</inkml:trace>
  <inkml:trace contextRef="#ctx0" brushRef="#br0" timeOffset="11553.8">15425 6146 268 0,'7'0'-30'0,"-3"0"0"0,-3 0 30 0,-1 6 314 16,0 5-141-16,-10 3-70 0,-6 6-35 0,5-1 384 16,-3 11-214-16,-2 0-102 0,3 4-52 0,0 2 242 15,5 1-146-15,3 1-66 16,5-3 66-16,0-1-73 0,0-1-37 0,11-2-122 16,6-2 43-16,5-5 28 0,4-4-7 0,1-1-150 15,3-4 86-15,0-4 42 0,-2-4 21 0,-3-2-541 16,5-3 205-16,-10-2 159 0,3 0 79 0</inkml:trace>
  <inkml:trace contextRef="#ctx0" brushRef="#br0" timeOffset="11712.38">15703 6488 1022 0,'0'-4'0'0,"0"3"0"0,0 1 0 0,0 0 0 0,-2 0 0 0,-2 5 0 0,2 7 230 15,1 4-99-15,-1 3 237 0,-3 2-159 0,1 3-93 16,-1 0-41-16,0 3 26 0,-1-2-35 0,2-2 1 15,-2-3-26-15,1 1-232 0,1-7 112 0,2-2 55 16,-2-5 29-16,4-1-469 0,0-6 256 0</inkml:trace>
  <inkml:trace contextRef="#ctx0" brushRef="#br0" timeOffset="11889.94">15797 6259 1129 0,'0'0'0'0,"0"0"0"0,5 0 0 0,0 0 0 0,4 4 0 0,-2 3 496 16,2 3-231-16,-2 1-117 0,5 0-49 0,-1 4 135 16,-2 3-101-16,3-3-50 15,-1 5-26-15,0-1-94 0,1 2 43 0,-3-5-8 0,0 1-486 0,1-4 260 16,1-1 131-16,-2-3 64 16,-1-5-571-16</inkml:trace>
  <inkml:trace contextRef="#ctx0" brushRef="#br0" timeOffset="12060.49">16065 6135 514 0,'0'-9'0'0,"0"4"0"0,0 2 0 0,0 3 0 0,0 0 0 0,0 11 437 15,0 12-202-15,-1 2-101 0,-6 7-42 0,-2 9 311 0,-2 2-185 0,-4 7-93 16,-5 11-46-16,0-9 103 16,-2 15-79-16,-3-4-35 0,1-3 45 0,3 2-41 15,2-11 1-15,-1 1-257 0,3-4 104 0,6-13 56 16,-1-2 29-16,7-9-543 0,1-10 285 0,4-1 89 15,0-7 87-15</inkml:trace>
  <inkml:trace contextRef="#ctx0" brushRef="#br0" timeOffset="12216.56">16157 6532 1546 0,'10'-4'0'0,"-3"2"0"0,-2 2 0 0,-1 0 0 0,-1 9 0 0,-3 6 0 0,0 2 0 0,-3 6 0 0,-3 1 152 0,-1 0-59 0,0-1 138 15,-5 7-103-15,7-10-48 0,-1 3-23 0,2-1-269 16,3-8 122-16,1-5 70 0,0-3 22 0,0-3-594 16</inkml:trace>
  <inkml:trace contextRef="#ctx0" brushRef="#br0" timeOffset="12551.51">16367 6223 1378 0,'6'0'0'0,"5"-3"0"0,7 1 0 0,0 0 0 0,1-2 0 0,-1-1 0 0,1 1 0 0,4-2 149 0,-1 1-58 16,-1-1-29-16,2 0 154 0,-5 3-91 0,1-2-39 15,-3 3-30-15,-5-1-50 0,-1 3 0 0,-4 0 27 16,0 0 0-16,-4 0-81 16,-2 10 37-16,0 5 22 0,-3 2-8 0,-13 5 30 15,1 0 0-15,0 5-1 0,-1-1 0 0,-2 3-42 16,2-1 34-16,-1 1 18 0,1 1-3 0,1-2-22 15,3 1 12-15,2-2-6 0,4-10-1 0,3 5 17 16,3-5 16-16,0-2-15 0,0-2-7 0,0-6-3 16,1 0-28-16,7-1 1 0,2-4 28 0,1 0-60 15,0-2 25-15,2 0-1 16,0 0 20-16,1 0-62 0,-2-5 32 0,1-4-5 16,-1 2 26-16,-1 0-301 0,1-1 130 0,-5 2 78 15,2 1 6-15,-2-2-319 0,2 1 184 0,-4 1 91 16,-1-1-290-16,-1-2 190 0</inkml:trace>
  <inkml:trace contextRef="#ctx0" brushRef="#br0" timeOffset="12704.61">16429 6415 1178 0,'-18'2'0'0,"4"2"0"0,5 1 0 0,3 0 0 0,3-4 0 0,1-1 0 0,2 0 0 0,0 0 245 15,7 0-98-15,12 0-61 0,7 0-27 0,-1 0 251 16,1 0-138-16,0 0-70 0,-1 0-180 0,5 0 52 15,-8 0 29-15,3 0 0 0,-3 0-523 0,1 2 276 16,-1-1 147-16</inkml:trace>
  <inkml:trace contextRef="#ctx0" brushRef="#br0" timeOffset="12894.37">16818 6152 1312 0,'2'-2'0'0,"3"2"0"0,5 0 0 0,0 0 0 0,2 6 0 0,0 5 0 0,1 4 0 0,2 6 285 0,-4 1-126 0,-2 6-63 16,0 5-23-16,-4-1 332 0,-3 7-187 0,-2 4-92 16,0-2-12-16,-4-5-33 0,-11 10-8 0,0-6-299 15,-4 0 130-15,-2-3 64 16,1-1 33-16,-1-6-450 0,-2 0 238 0,-2-4 121 16,2-5 23-16,-2-4-610 0,11-7 323 0</inkml:trace>
  <inkml:trace contextRef="#ctx0" brushRef="#br0" timeOffset="13049.5">17131 6528 1934 0,'2'0'0'0,"6"0"0"0,-1 7 0 0,-1-1 0 0,-4-1 0 0,0 1 0 0,-2 4 0 0,0 0 0 0,-11 4 161 0,-7 4-64 0,4-1 60 15,-9 4-67-15,6-2-28 0,2-4-1 0,-4 4-501 16,3-3 236-16,-5 4 127 0</inkml:trace>
  <inkml:trace contextRef="#ctx0" brushRef="#br0" timeOffset="13819.94">17804 5929 614 0,'-11'-13'0'0,"1"2"0"0,1 6 0 0,1 3 0 0,-4 0 0 0,2 2 142 0,-5 6-54 0,1 19-28 16,0 13 0-16,-2 4 178 0,2 9-94 0,0 1-60 15,3 5 85-15,4-3 30 0,3-2-84 0,4-11-32 16,0 2 54-16,2-8-53 0,9-5-25 0,4-3 7 15,5-8 0-15,0-6-25 0,8-4-8 0,-2-8-23 16,0-1-1-16,0 0 24 0,2-8 0 0,1-15-26 16,-1-6-7-16,-3-5 33 0,-3-4-128 0,-5-3 64 15,-4 1 7-15,-5 4-159 16,-5-9 81-16,-1 10 53 0,-2-4 4 0,-2 4-126 16,-11 3 64-16,-2 10 36 0,-8-3 5 0,0 8-27 15,-2 9 30-15,-1 3 0 0,-3 5 30 0,-1 0-45 16,2 10 9-16,2 8 36 0,3 8-144 0,5 1 72 15,0 3 36-15,5 2-9 0,2 0-230 0</inkml:trace>
  <inkml:trace contextRef="#ctx0" brushRef="#br0" timeOffset="14072.52">17471 6516 1112 0,'-20'2'0'0,"-1"-2"0"0,4 0 0 0,2 0 0 0,4 0 0 0,1-11 0 0,7-6 0 0,3-7 0 0,0-1 249 0,7-3-108 0,16-8-54 15,5 2-27-15,6 2 105 0,3 1-70 0,3 1-31 16,-1 5 5-16,-7 11-37 0,0-2 1 0,-7 9 17 16,1 5-17-16,-2 2 0 15,-3 0 0-15,0 11 51 0,-7 8-26 0,0 0 9 16,0 9-34-16,0-2 124 0,1 2-62 0,0-2-31 16,2 1 0-16,2-2-4 0,3-5-27 0,4-3 0 15,2-2-60-15,2-6 30 0,2-1 0 0,2-6-256 16,3-2 140-16,-4 0 58 0,1 0 41 0,0-10-582 15,-1-3 285-15,-3 1 114 0,1-2 87 0,-10 1-426 16</inkml:trace>
  <inkml:trace contextRef="#ctx0" brushRef="#br0" timeOffset="14296.14">18391 5973 1242 0,'0'-10'0'0,"-10"2"0"0,2 3 0 0,-7 5 0 0,0-3 0 0,-2 3 0 0,-4 0 0 16,-1 16 155-16,1 6-62 0,-2 6 274 0,3 2-158 0,-4 8-93 16,10-6-42-16,1 4 192 0,4 1-117 15,4-3-58-15,5-1-21 0,0 0-48 16,5-3 10-16,8-3 1 0,6 1-220 0,3-2 109 16,4-5 64-16,1-1-185 0,3-4 116 0,2-2 57 15,0-5 30-15,-1-3-576 0,1-6 269 0,0 0 113 16,-3 0 78-16</inkml:trace>
  <inkml:trace contextRef="#ctx0" brushRef="#br0" timeOffset="14533.45">18538 6045 1219 0,'-9'0'0'0,"3"0"0"0,2 0 0 0,0 0 0 0,3 0 0 0,-1 0 0 0,0-2 241 15,2 2-97-15,0 0-59 0,0 0-26 0,0 0 144 16,5 0-85-16,4 6-42 0,2 1-14 0,-1 3 51 16,4-1-40-16,-3 0 0 15,2 3-105-15,2-1 32 0,-2-2 9 0,3 3-47 16,-2-2 35-16,0 1 0 0,0-3 36 0,-2 2-82 16,-1 0 28-16,-2-1 25 0,0-2-32 0,0 0-383 15,-4 2 173-15,1-4 105 0</inkml:trace>
  <inkml:trace contextRef="#ctx0" brushRef="#br0" timeOffset="15033.75">18570 6043 1094 0,'-9'0'0'0,"4"0"0"0,-2 0 0 0,2 0 0 0,-1 0 0 0,3 0 0 0,-1 0 0 0,2 0 0 0,2 0 100 0,0 0-34 0,0 0 157 16,0 0-100-16,2 0-45 0,9 2-22 0,0 3 121 15,4 3-72-15,0 2-27 0,0-1-9 0,2 4 9 16,0 2-22-16,2 3 0 0,-6-2-23 0,4 7 0 15,-4-3 0-15,-2 5-66 0,-3-1 34 0,-2 1-1 16,-5-1 41-16,-1 7-96 0,0-2 44 0,-3-3 22 16,-11 0 0-16,0 0-175 0,-4-6 90 15,-2 2 20-15,1-9 29 0,-2-2-180 16,-1-4 94-16,1-2 28 0,0-5-71 0,5 0 61 16,0 0 29-16,7-10 1 0,4-6 30 0,3-9 1 15,2-2-9-15</inkml:trace>
  <inkml:trace contextRef="#ctx0" brushRef="#br0" timeOffset="15236.72">19013 5970 797 0,'0'0'0'0,"0"0"0"0,0 0 0 0,-9 0 0 0,-7 0 0 0,-11 11 440 0,2 10-203 0,-5 7-103 15,4-2 269-15,-6 10-190 0,6-2-90 0,7-4 59 16,2 4-75-16,4-1-37 0,5-4 8 0,6 3-23 15,2-6-1-15,2 0-21 0,12-3 0 0,4-3-206 16,5-2 111-16,3-4 43 0,4-1 26 16,0-3-471-16,0-3 248 0,1-3 55 15,-5-4-559-15,6 0 347 0</inkml:trace>
  <inkml:trace contextRef="#ctx0" brushRef="#br0" timeOffset="15408.37">19163 6314 1130 0,'-3'0'0'0,"1"0"0"0,0 0 0 0,0 0 0 0,2 0 0 0,-2 0 0 0,2 0 0 0,-1 3 478 0,1 5-227 0,-2 5-109 15,-2-1-54-15,1 4 177 16,-4 3-116-16,0 0-50 0,0 1-247 0,-1-1 91 16,2-2 45-16,2-2-489 0,2-4 267 0,2-1 141 15,0-3 59-15,0-3-339 0</inkml:trace>
  <inkml:trace contextRef="#ctx0" brushRef="#br0" timeOffset="15579.97">19296 6071 1689 0,'0'2'0'0,"0"2"0"0,3 2 0 0,3-5 0 0,3 3 0 0,0 0 0 0,3 1 0 0,0 1 0 0,4 1 261 16,-3 4-113-16,4-3 42 0,-2 5-78 0,0-3-32 0,-2 3-8 0,1 0-425 15,-2 2 192-15,-3 1 97 0,0-2 49 0,-2 2-300 16,-2-3 170-16</inkml:trace>
  <inkml:trace contextRef="#ctx0" brushRef="#br0" timeOffset="15775.44">19562 6004 1581 0,'0'-9'0'0,"0"5"0"0,0 2 0 0,0-1 0 0,0 3 0 0,0 0 0 0,0 11 0 0,0 7 0 0,0 6 252 0,-2 8-102 0,-9 7-63 0,-3 5 223 16,0 1-139-16,-4 3-69 0,0 5-35 0,-3 3 17 15,-3 6-29-15,1-5-1 0,3-10-21 0,-3 5-84 16,4-9 50-16,-3 5 12 0,6-14-410 0,2-2 215 16,4-10 109-16,6-7-581 0,4-1 266 0,0-11 185 15</inkml:trace>
  <inkml:trace contextRef="#ctx0" brushRef="#br0" timeOffset="15939.01">19634 6400 1245 0,'2'0'0'0,"3"0"0"0,0 4 0 0,1 5 0 0,-4 0 0 0,-2 4 0 0,0 6 0 0,0 4 215 0,-8-4-84 0,-2 7-52 15,-1-7 165-15,2 2-106 0,0-3-52 0,1-2-286 16,6-5 125-16,-1-1 49 0,3-6 30 0,0-2-653 15,0-2 320-15</inkml:trace>
  <inkml:trace contextRef="#ctx0" brushRef="#br0" timeOffset="16251.17">19813 6060 1249 0,'8'2'0'0,"5"2"0"0,6-2 0 0,-2-2 0 0,2 0 0 0,-1 0 0 0,1 0 0 15,4 0 129-15,-3 0-48 0,3 0 175 0,0-2-103 0,-2 0-65 16,-3 2-27-16,-1 0 23 0,-2 0-25 0,-8 0-1 16,3 0-17-16,-6 4-65 15,-3 3 29-15,-1 8-1 0,-1 2 29 0,-13 4 50 16,-4 3-18-16,-3 2-7 0,-4 3-3 0,-3 4-23 16,2-3 1-16,0 4-40 0,3-5 47 0,0 3-7 15,7-5 0-15,2-1-72 0,9-6 34 0,-1 1 11 16,6-5 23-16,0 0-66 0,0-1 31 0,6-5-10 15,5-3-23-15,4-1 23 0,3-1-3 0,2-4 9 16,-1-1-178-16,-1 0 86 0,3 0 47 16,-4 0-153-16,0 0 96 0,-2-1 31 15,-2-5 29-15,-4 1-335 0,1 0 177 0,-3 0 81 16,-3-2 52-16,-2-3-292 0</inkml:trace>
  <inkml:trace contextRef="#ctx0" brushRef="#br0" timeOffset="16408.79">19883 6257 704 0,'-22'0'0'0,"2"0"0"0,9 0 0 0,4 0 0 0,1 0 0 0,0 0 0 0,5 0 412 0,1 0-194 0,0 0-92 15,11 0 173-15,4 0-133 0,4 0-66 0,1 2-26 16,7 5-41-16,-3 0-1 0,3-2 1 0,-3 1-223 16,-4-1 112-16,3 2 63 0,0-1 20 0,-5 0-630 15</inkml:trace>
  <inkml:trace contextRef="#ctx0" brushRef="#br0" timeOffset="16582.84">20223 6070 998 0,'4'-10'0'0,"1"3"0"0,4 3 0 0,3 2 0 0,-3 0 0 0,2 2 0 0,1 0 0 0,1 5 430 0,4 13-198 16,-4 6-100-16,1 5-42 0,-3 2-32 0,-2 3 0 15,-6 3-26-15,-1 8 331 0,-2 1-165 0,0-7-74 16,-11 12-50-16,-10-2-181 0,0 1 70 0,-11 7 35 15,0-7 0-15,-1-4-406 0,-10 9 217 0</inkml:trace>
  <inkml:trace contextRef="#ctx0" brushRef="#br0" timeOffset="17272.96">20675 6526 1018 0,'0'-15'0'0,"0"11"0"0,0 3 0 0,0-2 0 0,0 3 0 0,0 0 0 0,0 0 0 0,-3 0 265 15,-3 8-116-15,-1 3-50 0,0 5-37 0,-5-4 53 16,3 5-41-16,-2 0-21 0,1 2-269 0,2-4 132 16,1 0 54-16,5-3-226 0,-1-1 140 0</inkml:trace>
  <inkml:trace contextRef="#ctx0" brushRef="#br0" timeOffset="18373.82">20983 6073 643 0,'0'-15'0'0,"0"10"0"0,0 1 0 0,0 2 0 0,0 2 0 0,0 0 0 0,0 0 373 16,0 11-170-16,0 10-86 0,0 5-33 0,0 3 291 15,0 4-171-15,0 0-86 0,0 6-43 0,0-4 110 16,0 2-67-16,0 1-48 0,0 1-55 0,0 4 17 15,0-2 1-15,0-2-93 16,-2-5 54-16,2-1 16 0,0-7-1 0,0-1-341 16,0-7 179-16,0-7 91 0,0-2-31 0,0-8-433 15,0-1 246-15,0-1 124 0,0-20 61 0,2-7-244 16,0-6 144-16</inkml:trace>
  <inkml:trace contextRef="#ctx0" brushRef="#br0" timeOffset="18665.12">20942 6064 1003 0,'0'-25'0'0,"0"8"0"0,0 6 0 0,9 2 0 0,9 2 0 0,5 3 0 0,5-1 0 0,1 4 157 0,6 1-63 16,0 0-30-16,-1 10 120 0,-4 2-68 0,-2 7-46 15,-3 2 1-15,-7 2-70 0,-2 1 32 0,-7 0 0 16,-4 0 8-16,-5 5-112 0,0-3 53 0,-7 4 25 16,-16 2-92-16,-3-3 59 0,-3-3 38 0,-10 2-9 15,2-7-55-15,-1-3 35 0,8-7-16 0,-5-1 119 16,2-2-48-16,4-7-1 0,6 1-48 0,0-2 234 15,6 0-98-15,8 0-53 16,3 0-4-16,3 0 101 0,3 0-68 0,0 0-34 16,7 2 36-16,14 4-35 0,5-1 8 0,3 1-43 15,3 1 23-15,-1 1 0 0,3-1-24 0,0 3-187 16,0 1 102-16,-3 0 39 0,0 0 23 0,-5 1-448 16,0 0 205-16,-6-4 120 0,3 4 12 0,-2-4-250 15,-3-1 160-15,0-1 79 0,-4-5-356 0</inkml:trace>
  <inkml:trace contextRef="#ctx0" brushRef="#br0" timeOffset="18874.59">21567 5968 983 0,'-20'-2'0'0,"5"2"0"0,-3 0 0 0,-3 13 0 0,2 5 0 0,-1 3 535 0,0 8-251 0,-1 8-118 16,3 7-70-16,3-1 343 0,6-2-203 0,7-6-102 15,2 7 58-15,0-2-71 0,7-4-48 0,9-1-1 16,2-4-149-16,5-3 55 16,-1-4 27-16,-2-7-452 0,9 5 235 0,-5-9 123 15,-1-3 61-15,-3-5-667 0,-1-1 340 0,0-4 116 16,0 0 107-16,-4-4-318 0</inkml:trace>
  <inkml:trace contextRef="#ctx0" brushRef="#br0" timeOffset="19095">21703 6116 1413 0,'-10'-22'0'0,"3"9"0"0,5 0 0 0,0 5 0 0,2-3 0 0,0 5 0 0,2-2 0 0,9 6 255 0,8-1-115 0,6 3 93 15,-1 0-101-15,3 0-49 0,-3 8-25 0,-3 7 105 16,5 3-70-16,-3 1-30 0,-5 1 1 0,-3 4-123 16,-4-2 46-16,-5-1 31 0,-3 6-8 0,-3-2-154 15,0-1 89-15,-7 1 44 0,-7-3-243 0,-7 1 117 16,-4-4 74-16,0-1-146 0,-3-2 96 0,-2-3 1 15,0-2 32-15,1-4-174 16,4-4 111-16,4-2 55 0,4-1 28 0,6-1-185 16,9-14 98-16,2-9 61 0</inkml:trace>
  <inkml:trace contextRef="#ctx0" brushRef="#br0" timeOffset="19280.82">22001 5920 1417 0,'12'-11'0'0,"-8"2"0"0,1 7 0 0,-3-1 0 0,0 1 0 0,-2 2 0 0,0 0 0 0,-6 12 0 0,-6 12 229 0,0 4-99 16,-6 7 120-16,2 3 47 0,2 3-132 16,2-5-59-16,4 6 68 0,3-3-71 0,5-4-35 15,0 1 0-15,0-6-62 0,11-1 35 0,4-1-9 16,4-4 1-16,3-5-350 0,1-2 175 0,0-5 87 16,-3-2-580-16,5-4 320 0,-3-2 87 0,0-4-360 15,-1 0 278-15</inkml:trace>
  <inkml:trace contextRef="#ctx0" brushRef="#br0" timeOffset="19440.39">22235 6257 790 0,'0'-5'0'0,"0"0"0"0,0 4 0 0,0 0 0 0,0-2 0 0,3 3 291 16,1 0-128-16,0 0-66 0,-1 10-32 0,0 4 120 16,-1 2-69-16,-2 1-45 0,0 7 0 0,-8 2 129 15,-2 1-83-15,-2-3-42 0,0-3-237 0,1-1 94 16,0 1 50-16,1-4-457 0,1-2 254 0,5-6 127 15,-1-1 63-15</inkml:trace>
  <inkml:trace contextRef="#ctx0" brushRef="#br0" timeOffset="19655.82">22334 6026 1396 0,'-4'0'0'0,"4"0"0"0,0 0 0 0,0 0 0 0,0 0 0 0,4 0 0 0,3 0 253 16,3 7-109-16,3-2 354 0,3 4-232 0,0 0-109 16,1 3-66-16,1 1 17 0,0 0-38 0,1 0 1 15,-3-2-39-15,0 2-297 0,-3-2 144 0,-4-1 77 16,1 0 39-16,-3-5-199 0,-2 5 119 0,-1-7 66 16,-2 3-636-16,0-4 321 0,0 0 97 0,-2-2-228 15,0 0 217-15</inkml:trace>
  <inkml:trace contextRef="#ctx0" brushRef="#br0" timeOffset="19842.36">22619 5916 825 0,'3'-6'0'0,"-1"1"0"0,-2 4 0 0,2-1 0 0,-2 2 0 0,0 0 0 0,0 7 336 16,-4 9-151-16,-4 5-77 0,-1 4-37 0,-2 6 352 16,-5 10-200-16,0 0-94 0,-3 6-49 0,-1 0 219 15,2 0-133-15,-1 1-58 0,1-3-9 0,1 3-33 16,1-3 0-16,3 0-262 0,1-4 115 15,2-6 65-15,-1 0 20 0,2-3-387 0,0-2 208 16,2-9 104-16,3-1 52 0,3-4-605 16,1-3 300-16,0-6 146 0</inkml:trace>
  <inkml:trace contextRef="#ctx0" brushRef="#br0" timeOffset="20027.29">22709 6370 1231 0,'0'-4'0'0,"0"3"0"0,0 1 0 0,0 0 0 0,0 0 0 0,0 0 0 0,0 0 359 0,0 5-163 0,0 4-81 15,0 3-33-15,-3 1 145 0,-3 1-97 0,1 2-48 16,-2 0-25-16,0 0-236 0,3-5 115 0,-1 0 44 16,1-3-527-16,3-4 290 0,1 2 145 0,0-5-232 15</inkml:trace>
  <inkml:trace contextRef="#ctx0" brushRef="#br0" timeOffset="20376.25">22879 6009 1124 0,'9'-4'0'0,"7"1"0"0,0-2 0 0,1-1 0 0,1 1 0 0,0 3 0 0,1-1 392 15,-1 1-171-15,1 2-98 0,-2 0 186 0,-2 0-138 16,0 0-69-16,-2 7-29 0,-2 4 9 0,0-3-50 15,-1 2 1-15,-2-3-5 0,-3 4 5 0,-1-1 0 16,-2 1 8-16,-1 3 25 16,-1-1 1-16,0 0-34 0,-1 3-1 0,-10 3 42 15,-4-2 8-15,-4 8-50 0,0-3 7 0,-3 1-6 16,1 1 0-16,-2 2-60 0,7-8 39 0,-5 8-9 16,12-11 30-16,-1 2-34 0,6-6 1 0,2 1 32 15,2-4-5-15,0 2-75 0,0-4 25 0,2 0 21 16,10-3-46-16,-3 1 32 0,4 0-1 0,0-3 1 15,2 2 0-15,0-3 18 16,-2 0-5-16,3 0-187 0,-2 0 89 0,0 0 47 16,-5 0 16-16,2 0-189 0,1 0 90 0,-5 0 47 15,0 0 15-15,-1 0-365 0,-2 0 203 0,-3 0 103 16,1 0 50-16,-2 0-377 0</inkml:trace>
  <inkml:trace contextRef="#ctx0" brushRef="#br0" timeOffset="20534">22892 6195 1291 0,'-8'0'0'0,"5"0"0"0,3 0 0 0,0 0 0 0,0 0 0 0,11 0 241 0,8-3-104 0,7-1-53 0,3 0 299 16,-1 0-176-16,-5 2-78 0,11 1-53 0,-6 1-15 16,1 0-1-16,-7 0-27 0,3 0 0 0,-4 0-426 15,-3 3 208-15,1 5 109 0</inkml:trace>
  <inkml:trace contextRef="#ctx0" brushRef="#br0" timeOffset="20749.46">23352 6000 1168 0,'2'0'0'0,"0"0"0"0,4 0 0 0,1 0 0 0,-1 0 0 0,1 9 0 0,-2 7 461 0,2 4-215 0,0 3-106 16,-1 3 99-16,-1-2-95 0,-1 8-60 0,-1-2-26 15,0 1 109-15,-1-2-67 16,0-1-34-16,-2-3-107 0,0 5 33 0,-4-5 0 16,-6-2 41-16,-1 1-328 0,-3-8 173 0,-2 5 72 15,-1-6 42-15,-1-2-590 0,0-3 292 0,4-3 146 16,2-5-203-16</inkml:trace>
  <inkml:trace contextRef="#ctx0" brushRef="#br0" timeOffset="20948.8">23525 5853 1630 0,'4'0'0'16,"5"0"0"-16,12 2 0 0,0 6 0 0,-1 3 0 0,-1 6 0 0,-3 3 0 0,5 9 0 0,-2 8 447 0,-8 4-206 0,-3 5-105 0,-5 5 80 0,-3 1-96 15,0 2-44-15,-9 9-21 0,-9-5-55 0,-7 0-1 16,3-5 42-16,-11 10-264 0,7-16 127 15,-4 7 65-15,-2-8 32 0,0-5-526 16,4-7 280-16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32:38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12329 1696 223 0,'0'-12'0'0,"0"1"0"0,0 1 0 0,0 2 0 0,0-6 0 0,0 1 151 16,0-1-59-16,0 3-22 0,0-4-7 0,0 5 16 16,0-4-23-16,0 2-1 0,0-1-39 0,0 5 25 15,0-6-8-15,0 5-16 0,0-1 15 0,0 1 1 16,-2 2 0-16,-2 1 24 15,-1-1-24-15,-1 2 0 0,1 3 0 0,-5-3 17 16,3 3-9-16,-1 1-8 0,-2-2 0 0,1 3 4 16,2 0-4-16,-4 0 0 0,1 0 1 0,-1 0-1 15,0 6 0-15,-1 1 7 0,1 1-7 0,2 2-1 16,-3-1 9-16,3 1 16 0,0 1-24 0,1 0 0 16,1 0-1-16,1 2 34 0,3 4 7 0,-3 0-40 15,3 2 0-15,1 6 23 0,1-1-1 16,1 0-22-16,0 6 49 0,0 2-9 15,0 4-40-15,0 0 10 0,0-1-10 0,0 3-1 16,1-3 9-16,1 3 3 0,3-3-12 0,-1 4 1 16,-1-6 0-16,1 1-30 0,-1 0 38 0,1 0-9 15,-2-1 1-15,0-1-37 0,0 1-1 0,-1 2 38 16,2-4-83-16,-3 3 34 0,0 0 12 0,0-2-42 16,0 2 26-16,0-4 1 0,0 2 23 0,-4-4-19 15,-2-1-14-15,2-1 34 0,-1-3-17 16,0-3-8-16,-1 1 11 0,0-2 8 15,-2-3-12-15,1-2 27 0,0-3-19 0,0-4 3 16,-2 1-46-16,2-2 23 0,0-3-1 0,-3-3-152 16,2 0 79-16,-1 0 42 0,0 0 9 0,-1-2-306 15,5-8 160-15,-3-1 81 0,5 0 40 0,1-4-135 16,2-1 80-16,0-2 51 0,0-2 23 0</inkml:trace>
  <inkml:trace contextRef="#ctx0" brushRef="#br0" timeOffset="499.7">12534 2549 549 0,'0'1'0'0,"0"-1"0"0,2 0 0 0,0 0 0 0,-2-1 0 0,0-11 131 0,0 1-50 0,0-6-15 16,0 2-9-16,0-4 73 0,0 0-49 0,0 1-78 15,0-1-1-15,0 2 39 16,0-2-8-16,-2 2-68 0,-6 4 33 0,1-1 0 16,-5 5 33-16,3 4 8 0,-5-1-13 0,2 4 1 15,-6 2 0-15,2 0 40 0,-5 4-10 0,3 9-44 16,-5 4 74-16,2 3-29 0,3 2 0 16,-3 1 102-16,4-1-64 0,4-1-23 0,-3 4-9 15,9-6 50-15,0 4-42 0,3-3 1 16,4 0-40-16,0-2-24 0,0-1 24 0,2-2 0 15,5-3 0-15,5 0-111 0,3-4 55 0,0-1-51 16,0-3 49-16,4-4 29 0,-3 0 0 0,2 0-209 16,-2-2 106-16,0-7 24 0,0-4 36 0,-2-6-108 15,-3 1 61-15,2-5 10 0,-4 4 22 0,-1-2 47 16,-1 2-26-16,-4-1 0 16,2 5 1-16,-3 5 139 0,0 2-69 0,0 5 93 0,-2-1-73 0,0 2-24 15,0 2-25-15,0 0 262 0,0 0-128 0,0 15-33 16,0 6-47-16,-2-4 108 15,0 4-68-15,2 0-36 0,0 1 0 0,0-3-63 16,0-1 29-16,4 0 0 0,6-5 0 0,1-3-260 16,1 1 129-16,1-3-349 0,1-1 226 0,-2-1 91 15,2-1 63-15,-5-4-184 0,2-1 109 0,-1 0 46 16,1 0 36-16,-4-1-259 0,1-11 142 0,-2-3 73 16</inkml:trace>
  <inkml:trace contextRef="#ctx0" brushRef="#br0" timeOffset="983.22">12506 1345 542 0,'-8'-15'0'0,"3"5"0"0,1 2 0 0,0-1 0 0,0 3 0 0,0-1 300 0,4 3-126 0,-1 1 139 16,1 1-140-16,0-1-71 0,0 3-34 0,0 0 26 16,3 0-22-16,4 12-8 0,2 7-32 0,-2 5 28 15,-2 7-1-15,-1 1-26 0,0 5 8 0,-2 0-33 16,-1 1 25-16,2-2 0 0,-3 0 0 0,0-3-45 16,0-1 30-16,0-4-7 0,0 1-8 0,0-7 0 15,0-2 13-15,0 0 2 0,-3-7 7 0,2-3-1 16,-1-2-12-16,2-4 23 15,-2-1-23-15,2-3 8 0,0 0 2 0,0 0 22 16,0 0 5-16,0-3-27 0,2-6 10 0,8-3-46 16,1 1 48-16,4 1-9 0,2-1-33 15,2 3 0-15,-1 5 29 0,1-1-15 0,2 4 17 0,-3 0-3 16,1 0-7-16,-4 7-27 0,-1 7 28 0,-3 3 2 16,-2 1-2-16,-1 5 14 0,-6 2-18 0,-2-1 4 15,0 0-2-15,0 3 39 0,-12-7 9 0,-3 7 20 16,2-13-28-16,-4 3 1 0,-2-3-26 15,-1-4 5-15,-3-5-2 0,2-5-3 16,-1 0 9-16,2 0-230 0,-1-11 107 0,6-4 57 16,-1-8 20-16,7-1-209 0,6-1 98 0,3 1 60 15,0-2 4-15,2 6-523 0,10-3 278 0</inkml:trace>
  <inkml:trace contextRef="#ctx0" brushRef="#br0" timeOffset="1910.16">13545 1686 663 0,'0'-17'0'0,"0"3"0"0,0-1 0 0,-2-3 0 0,0-1 0 0,-3-1 0 0,0-1 0 0,1 0 68 0,1 3-1 0,-1-2-34 16,-1 0 0-16,-3 4-24 0,0 0 32 0,1 2-9 16,-2 5 1-16,-1-2 9 0,-1 6-10 0,0 1 1 15,-1 3 8-15,-3 1 56 0,2 0-32 0,-2 0 0 16,2 8 46-16,-2 7-39 0,2-3 8 0,-1 5 66 16,3 1-57-16,2 8-28 0,1-3 1 0,3 6 36 15,-1 3-37-15,3 8 0 16,1-2-28-16,2 5 108 0,0 1-54 0,0-4-20 15,0 14-7-15,0-5 6 0,0 4 0 0,2-2-58 16,3 3 1-16,0-2 32 0,1 0-9 0,0-1-141 16,0-4 71-16,-1-1 35 0,1-3 1 0,-3-9-65 15,-1 7 20-15,0-4 35 0,-2 0-21 0,0-6-196 16,-2-4 83-16,-5-5 60 0,0-4-1 0,-3-3-138 16,-1-5 97-16,0-6 47 0,-1-4-214 0,-1 0 122 15,2-10 75-15,-4-12-281 16,2-4 174-16</inkml:trace>
  <inkml:trace contextRef="#ctx0" brushRef="#br0" timeOffset="2079.17">13005 2156 695 0,'-4'-7'0'0,"3"4"0"0,1-1 0 0,0 3 0 0,0-2 400 0,1 2-188 0,15-1-90 16,4 0-44-16,5 0 170 0,1 1-108 0,-1-3-45 15,8 2-36-15,-3-2 222 16,2 2-124-16,0 0-199 0,-2 1 37 0,-3-2 8 15,5 1 30-15,-8 1-452 0,-2 1 227 0,1 0 112 16,-4 0 56-16,-4 0-557 0,0 1 242 0,-8 4 159 16</inkml:trace>
  <inkml:trace contextRef="#ctx0" brushRef="#br0" timeOffset="2250.05">13575 1891 1436 0,'0'10'0'0,"0"2"0"0,-6 7 0 0,-4 4 0 0,-1 0 0 0,2 1 0 0,-3 2 0 0,5-3 249 0,0 7-112 0,3-9-53 0,2 1 113 16,2 0-82-16,0-1-42 0,0 0-11 0,2-3-248 15,7 2 109-15,0-6 56 0,5 1 26 0,-1-2-464 16,2-1 254-16,0-4 115 0,-3-2 61 16</inkml:trace>
  <inkml:trace contextRef="#ctx0" brushRef="#br0" timeOffset="2458.77">13642 1988 983 0,'2'-5'0'0,"0"2"0"0,5 1 0 0,3 0 0 0,-1 2 0 0,4 0 0 0,1 0 363 0,0 0-165 0,4 7-82 16,-6 6-34-16,4 3 116 0,-5 0-83 0,2 9-41 16,-5-3-21-16,-3 3-49 0,-3-3 7 0,0 2 22 15,-2 3 0-15,0-2-177 0,-8-3 88 0,-3 0 44 16,0-5-71-16,-6 0 54 15,0-2 30-15,-2-4-323 0,-1-1 159 0,1-5 25 16,-1-3 54-16,4-2-171 0,1 0 111 0,5 0 56 16,3-4 27-16,7-9-168 0</inkml:trace>
  <inkml:trace contextRef="#ctx0" brushRef="#br0" timeOffset="2658.89">13901 1919 1756 0,'2'-2'0'0,"1"0"0"0,-3 2 0 0,0 0 0 0,-12 8 0 0,-1 2 0 0,-6 10 0 0,6-3 0 0,-3 7 147 0,2 1-57 0,2 1 71 16,3 2-63-16,2 2-25 0,5 0-8 0,2-1 90 15,0-1-61-15,2-3-31 0,10-1 0 0,6-8-108 16,6 4 35-16,0-6 21 0,2-5 0 16,1-1-335-16,-1-2 178 0,-3-4-418 15,1-2 243-15,-3 0 150 0,0 0 42 0,-5 0-314 16,-2-10 205-16</inkml:trace>
  <inkml:trace contextRef="#ctx0" brushRef="#br0" timeOffset="2885.6">14060 1787 1699 0,'3'-3'0'0,"6"1"0"0,0 0 0 0,3 2 0 0,-1 0 0 0,2 0 0 0,1 10 0 0,-2 1 0 0,4 3 249 0,0 10-108 0,-2-6 108 16,-1 10-112-16,-1 0-52 15,-5 1-26-15,-2 2-65 0,-3 0 0 0,-2 2 47 16,0 1-9-16,0 0-41 0,-11-1 21 0,-3 2-1 16,-2-3 22-16,-1-2-110 0,0-2 51 0,-2-3 29 15,-2-5-311-15,7-7 159 0,-5-2 34 0,6-5-331 16,-1 0 211-16,3-5 101 0,4-1 51 0,5 0-324 16,0-1 187-16</inkml:trace>
  <inkml:trace contextRef="#ctx0" brushRef="#br0" timeOffset="3370.4">14641 2128 659 0,'0'-16'0'0,"0"-2"0"0,0 1 0 0,0-1 0 0,0 0 0 0,-2 0 0 0,-2 1 154 16,-3-1-52-16,0 1-39 0,0 3 0 0,-2 1 41 15,0 2-35-15,-2 8-1 0,1-1-27 0,-2 3 53 16,-2 1-30-16,1 5-1 0,-4 16-30 0,4 4 46 16,0 3-15-16,0 3 79 0,4 3-55 0,-1 2-27 15,4 0-1-15,4 0 53 0,2-3-33 0,0-3-7 16,0-2-40-16,2-2 0 0,4-6-1 0,4-2 1 16,0-2 8-16,4-5-109 15,-3-4 50-15,2-3 26 0,0-4-83 0,0 0 55 16,3-1 34-16,-2-17-228 0,0-7 110 0,-1-3 32 15,-1-6 34-15,0-6-152 0,-3 1 76 0,3-9 27 16,-3-1 27-16,-1-6-23 0,-1-8 25 0,-1 1 0 16,-2 2 17-16,2-17-43 0,1 9 26 0,-2 5 0 15,1 11 25-15,-2 3 33 0,-2 16-41 0,0 7 233 16,0 3-112-16,-2 12-57 0,0 4-27 0,0 3 445 16,0 4-215-16,0 6-80 15,0 20-65-15,0 10 276 0,-4 2-162 0,0 13-81 16,-4 5-32-16,1-1 270 0,2 13-159 0,-1-2-81 15,2 0 52-15,0-1-65 0,2-8-26 0,-2 12-146 16,4-17 53-16,0 4 26 0,0-5 1 0,0-3-369 16,0-15 206-16,2-3 90 0,5-9 49 0,-2-8-635 15,1-4 318-15,3-4 111 0,0-5 87 0,1-2-452 16,1-20 278-16</inkml:trace>
  <inkml:trace contextRef="#ctx0" brushRef="#br0" timeOffset="3600.86">14827 1945 1829 0,'3'-7'0'0,"2"5"0"0,2-1 0 0,2 2 0 0,-1 1 0 0,4 0 0 0,-3 0 0 0,4 0 279 0,0 6-123 15,0 5-62-15,-1 3 89 0,0 3-80 0,-1 1-34 16,-1 4-1-16,-2 0 34 0,-3 1-35 0,-3 0 9 16,0 5-44-16,-2 2-102 0,0-3 51 0,0 5 25 15,-9-2-188-15,-4-1 115 16,-4 1 46-16,-2-7-242 0,-2-2 143 0,1-2 28 15,-3-5 48-15,3-2-167 0,-7-2 79 0,8-5 50 16,-1-4 24-16,1-1-145 0,4 0 85 0,3 0 35 16,7-8 29-16,3-7-197 0,2-8 109 0,2 0 55 15,9-5 27-15</inkml:trace>
  <inkml:trace contextRef="#ctx0" brushRef="#br0" timeOffset="3821.52">15201 1867 1201 0,'8'-10'0'0,"-3"4"0"0,-1 1 0 0,-2 1 0 0,-2-1 0 0,0 1 0 0,-4 2 0 0,-9 2 327 16,-2 0-151-16,-3 0-72 0,-2 13-35 0,-2 7 72 15,-1 4-54-15,3 7-18 0,-3 5-10 0,4 1 134 16,6 1-80-16,4-3-40 0,5 3-1 0,3 1 124 16,1-1-86-16,1 0 27 15,12-4-53-15,6 0-25 0,1-5 0 0,5-2-92 16,1-3 29-16,3-5-1 0,-1-2 38 0,0-6-118 15,0-1 59-15,-6-5 38 0,8-1-9 0,-7-4-507 16,0 0 213-16,0 0 143 0</inkml:trace>
  <inkml:trace contextRef="#ctx0" brushRef="#br0" timeOffset="4777.84">15719 2071 1059 0,'-2'-9'0'0,"0"1"0"0,1 7 0 0,1-1 0 0,0 0 0 0,0-2 0 0,0 1 0 0,0 1 0 0,0-1 312 0,10-1-139 0,4 1-70 16,7 0-36-16,1-1 115 0,1 1-67 0,5 0-45 15,-3 0 0-15,-3 2-17 0,2 1-20 0,-1 0-154 16,-2 0 85-16,-1 0 30 0,-3 0 0 0,1 0-284 16,-6 0 153-16,-3 0 83 15,3 0-3-15,-4 1-190 0,-5 4 67 0,-1 1 79 16</inkml:trace>
  <inkml:trace contextRef="#ctx0" brushRef="#br0" timeOffset="4952.67">15848 2198 1764 0,'0'1'0'0,"0"-1"0"0,0 2 0 0,0-2 0 0,1 1 0 0,1 2 0 0,5-2 0 0,3 1 0 0,3 2 159 0,2-1-63 0,0 0 207 16,2 0-135-16,0 2-68 0,1-4-25 0,0 3-233 15,1 0 95-15,-1 0 48 0,1-1 24 0,-1 3-210 16,1-1 126-16,1 1 49 0,0-1-623 0</inkml:trace>
  <inkml:trace contextRef="#ctx0" brushRef="#br0" timeOffset="5188.13">16454 2069 1425 0,'-8'-1'0'16,"6"-2"0"-16,1 1 0 0,1 2 0 0,0 0 0 0,0 0 0 0,0 0 432 0,0 0-204 0,5 0-97 16,11 0-49-16,2 0-25 0,6 0 0 0,-1 0-16 15,7 2-8-15,0-2 228 0,-1 0-114 0,-2 0-57 16,1 0-29-16,-7 0-302 0,4 0 133 0,-4 0 70 15,-1 0-237-15,-3 0 155 0,-2 0 75 0,-3 0-761 16</inkml:trace>
  <inkml:trace contextRef="#ctx0" brushRef="#br0" timeOffset="5694.62">17559 1663 684 0,'-1'-15'0'0,"-3"0"0"0,2 1 0 0,0-2 0 0,-1 0 0 0,-1-1 0 0,-1 0 102 0,0 0-39 0,0-2 0 15,-1 0-30-15,1 1 124 0,-3 0-62 0,-2 0-23 16,3 4-8-16,-2 1 22 0,1 3-26 0,-1-1-1 16,-1 7-26-16,0-1 56 0,1 2-32 0,0 1-1 15,0 2 27-15,-1 0-25 0,1 0 8 0,0 5 76 16,-1 4-55-16,3 5-27 16,-1 2 0-16,1 0 48 0,1 5-30 0,-2 4-7 15,3-3-39-15,1 4 188 0,1 2-94 0,-1 2-47 16,2 4-15-16,0 6 138 0,2 1-85 0,0 2-42 15,0 4 68-15,0 2-56 0,4 1-18 0,3 5-6 16,0-1 0-16,-1 1 106 0,2-1-169 0,-2 3 0 16,-3-3 0-16,1-1 0 0,-2-3 0 0,0-2 0 15,-1-3 0-15,-1-9 0 0,0-1 0 0,0-3 0 16,0-3 0-16,0-7 0 0,-5 0 0 16,-2-5 0-16,-3-6-178 0,-1-1-24 15,0-5 90-15,-5-2 52 0,3-3 12 0,-2 0-143 16,0 0 59-16,3-3 55 0,2-2 12 0,0-5-382 15,5 3 208-15,-1-7 94 0,6 6 53 0,0-8-434 16,0 5 247-16,6-4-321 0</inkml:trace>
  <inkml:trace contextRef="#ctx0" brushRef="#br0" timeOffset="6113.6">17633 2122 812 0,'0'-12'0'0,"0"9"0"0,0 1 0 0,0 0 0 0,0 1 244 0,0 1-106 0,0 0-52 16,0 0-19-16,0 0 363 0,0 5-199 0,4 10-99 15,3 5 59-15,0 5-79 0,-1 6-31 0,0 2-21 16,-2 3-28-16,0-1 1 16,-3 2 0-16,-1 0-47 0,0-1 32 0,0-3-8 15,0-3 23-15,0-3-68 0,0-7 33 0,-3-1 9 16,1-9 26-16,-2 1 36 0,4-7-63 0,-4-3 86 15,2-1-39-15,-4 0-12 0,1 0-20 0,1-8 93 16,4-2-42-16,0-4 1 0,0-3-37 0,0 1-46 16,9-2 17-16,5 0 1 0,3 5 25 0,0-1-75 15,1 6 38-15,1 2 8 0,2 4 29 0,-3 2-78 16,2 0 36-16,-2 2-6 0,-3 11-103 16,0 3 43-16,-1 1 38 0,-4 8-57 15,-2-3 40-15,-4 3 14 0,-2-2-1 0,-2-1 44 16,0 4 5-16,-8-1-32 0,-5-7 5 0,-1-1 81 15,-2-2-38-15,-3-6 0 0,1-1-18 0,-3-6-10 16,-2-2-3-16,-3 0 13 0,4-4-95 0,1-9 44 16,-2-8 1-16,5-1-329 0,0-6 172 15,9-4 74 1,4-1 47-16,3-4-460 0,2 1 257 0,0-1 125 0</inkml:trace>
  <inkml:trace contextRef="#ctx0" brushRef="#br0" timeOffset="6566.9">17905 1653 734 0,'0'-13'0'0,"0"0"0"0,0 0 0 0,2 1 0 0,-1-3 0 0,2 0 0 0,-1-4 0 0,-2 0 0 0,2-2 169 0,-2 0-68 0,0 1 30 15,0-3-49-15,-7 4-16 0,-2-3-9 0,-3 6 6 16,-4 2 0-16,0 3-30 0,-3 3 8 0,0 7 105 16,-7 1-56-16,3 0-29 0,-3 15 0 0,-1 6 82 15,1 5-47-15,2 2-36 0,5 0 96 0,2 4-62 16,4-2-30-16,6 0-1 0,3-4 54 0,4 7-47 16,0-7 1-16,0-2-59 15,5-3 21-15,8-2-1 0,5-3 9 0,-2-5-115 16,5-3 53-16,0-3 26 0,3-5 1 0,-2 0-161 15,-2-5 78-15,4-14 46 0,-4-2-11 0,-3-3-224 16,0-1 97-16,-3-1 74 0,-5 6-68 16,-2-5 69-16,-1 5 31 15,-4 1 113-15,0 4-41 0,-2 7-21 0,0-1-8 0,0 3 130 0,0 4-71 0,0 1-36 16,-6 1 0-16,-2 0 302 0,3 13-124 16,-1 1-89-16,5 6 12 0,-1-1 61 15,2 3-67-15,0 5-136 0,0-12 43 0,5 8-8 16,4 0 36-16,7-1-391 0,-2-2 188 0,2-1 98 15,0-6 30-15,2 2-292 0,0-2 118 0,1-4 96 16,2 0 9-16</inkml:trace>
  <inkml:trace contextRef="#ctx0" brushRef="#br0" timeOffset="7211.04">18493 1708 625 0,'2'-18'0'0,"2"4"0"0,2-6 0 0,-3 1 0 0,1-4 0 0,-1 5 0 0,-1-6 0 0,-2 1 151 0,0 0-59 0,0 3-22 15,0-1-8-15,-2 3 50 0,-5 0-40 0,-2 4 1 16,-3 0-40-16,1 3 53 16,-1 3-30-16,0 2 0 0,-1 5-3 0,-1 0 1 15,1 1-21-15,0 0 41 0,2 5-7 0,-2 6-35 16,1 5 1-16,3 0 94 0,-2 6-47 0,5-3-16 15,-3 11-7-15,3-2 94 0,3 4-60 16,-1 9-28-16,2 1-1 0,2 4 145 0,0 5-91 0,0 3-42 16,0 9-20-16,0-3 48 0,2 4-34 0,0-7 0 15,1 14-7-15,1-3-28 0,-2-5 0 0,-2 3-183 16,0-9 91-16,0-1 54 0,0-4 15 0,0-12-226 16,0-1 121-16,0-7 60 15,0-9-7-15,0-2-173 0,-2-11 101 0,-2-2 9 16,-1-6 36-16,-3-2-54 0,-1 0 45 0,-2-11-175 15,-1-6 115-15,-1-9 52 0,0-1 27 0,-4-10-271 16,1-1 149-16,4 1 66 0,-7-13 45 0,4 3-262 16,-4-3 149-16,3 1 76 0,-2 6 36 0,2 8-11 15,-2 0 82-15,0 4 0 0,-1 7 0 0,6 4 108 16,-2 6-66-16,4 0 170 0,3 2-118 0,0 5-64 16,5 4-31-16,1 1 521 15,2 0-252-15,0 1-67 0,7-1-84 0,14 0 122 16,4 2-103-16,5-3-52 0,4 3-17 0,3 0 79 15,0 0-56-15,2 0-29 0,-2 0-243 0,-1 0 108 16,-3 0 61-16,-3 3-220 0,-1-3 133 0,-1 0 66 16,-4 0 34-16,-4 0-654 0</inkml:trace>
  <inkml:trace contextRef="#ctx0" brushRef="#br0" timeOffset="7388.56">18604 1818 992 0,'-11'0'0'0,"-3"0"0"0,5 0 0 0,-2 2 0 0,-3 8 0 0,4 4 0 0,-4 6 0 0,3 5 372 0,2 1-170 0,3 1-84 16,2 2 205-16,4-1-145 0,0 0-64 0,0 1-193 15,2-1 55-15,8-3 29 0,2-3 0 0,4 1-173 16,-3-8 108-16,2 1 43 16,0-2 25-16,0-3-482 0,0-6 254 0,0-2 49 15</inkml:trace>
  <inkml:trace contextRef="#ctx0" brushRef="#br0" timeOffset="7603.99">18664 1964 1052 0,'-2'-7'0'0,"2"1"0"0,0 4 0 0,6-2 0 0,7 1 0 0,0 0 0 0,3 3 211 0,2 0-81 0,1 0 162 16,-3 10-130-16,2 4-65 0,-4 1-32 0,2 6 19 15,-7-3-18-15,0 5-8 0,-4-1-25 0,-4 0-92 16,-1 3 45-16,0-1 24 0,-8-3 8 0,-8 5-163 15,-3-4 90-15,-1-3 43 0,-3 0-271 0,4-7 153 16,-1-4 16-16,-1 0-186 0,3-6 126 0,4-2 70 16,0 0 36-16,5-2-156 0,3-7 100 0,6-8 45 15,0-4 24-15</inkml:trace>
  <inkml:trace contextRef="#ctx0" brushRef="#br0" timeOffset="7786.5">18880 1888 979 0,'5'-3'0'0,"-1"3"0"0,0 0 0 0,-1 0 0 0,-2 0 0 0,-1 0 0 0,0 10 164 0,0 1-66 0,-4 4-32 16,0 0 346-16,0 4-181 0,1-1-103 0,1 3 124 15,2 2-109-15,0 1-56 0,0-3-27 16,0 1-131-16,7 3 48 0,3-6 27 16,3 2 1-16,3-5-355 0,0-1 191 0,-1-2 105 15,0-4 38-15,2-3-236 0,-2-4 71 0,0-2 94 16,-4 0-487-16</inkml:trace>
  <inkml:trace contextRef="#ctx0" brushRef="#br0" timeOffset="7986.96">19094 1792 1082 0,'2'-8'0'0,"3"2"0"0,7 3 0 0,-3-1 0 0,2 2 0 0,3 2 0 0,1 0 362 15,0 6-168-15,3 11-81 0,-2 1-40 0,-2 7 214 16,-2 4-127-16,-3 3-55 0,-1 5-40 0,-7 10 53 15,-1-7-43-15,0 2-21 0,-1 1-44 0,-12-7 9 16,-4 8 14-16,-2-3-192 0,-2-7 95 0,2-5 49 16,-1 1 24-16,1-10-424 0,2 0 214 0,0-8 53 15,8-5 73-15,-1-2-465 16,3-5 246-16</inkml:trace>
  <inkml:trace contextRef="#ctx0" brushRef="#br0" timeOffset="8461.1">19556 2185 815 0,'13'-12'0'0,"1"-5"0"0,0-4 0 0,-2-2 0 0,-5-1 0 0,-3-1 58 0,0-3-25 0,-3 6 8 0,1-8 245 16,-2 4-126-16,0 5-64 16,-3 0-31-16,-6 4 163 0,-2 4-89 0,-1 4-57 15,-1 5-25-15,-4 2 98 0,-3 2-61 0,0 12-30 16,-1 10 21-16,1 4-30 0,3 1 0 0,3 4 9 15,2 4 1-15,4-2-32 0,5-1 8 0,1 0 56 16,2 0-33-16,0-6 1 0,2-2-32 0,5-5-47 16,2-1 32-16,5-4-9 0,-3-4 24 0,2-3-132 15,0-4 65-15,0-3 34 16,2 0-195-16,0-6 93 0,1-13 56 0,-4-2-187 16,2-4 110-16,-3-2 36 0,0-6 0 0,-1 0-42 15,-1-11 48-15,0 2 25 0,-1-5-1 0,3-14-135 16,-4 6 71-16,4-18 49 0,-1 4-1 0,1 0-136 15,1 1 88-15,-4 18 45 0,-1 7 13 0,-2-1-6 16,-3 15 37-16,0 6 339 0,-2 7-170 0,0 5-85 16,0 8-50-16,0 0 197 0,0 3-86 0,0 6-68 15,-2 18 29-15,-3 4 294 0,-1 6-158 16,-1 11-92-16,1 4-43 0,0 4 294 16,2 9-168-16,-1-5-76 0,1 13 194 0,1-6-144 15,1-2-71-15,0-11 1 0,2 5-36 0,0-11 140 16,0 8-209-16,0-7 0 0,0-12-164 0,4-1 328 15,-1-4-164-15,5-6-526 0,-3-2 347 0,1-10 105 16,4-1 43-16,0-7-788 0,1-3 393 0,1-2 188 16,3-18-461-16</inkml:trace>
  <inkml:trace contextRef="#ctx0" brushRef="#br0" timeOffset="8654.59">19829 1870 1661 0,'-4'-7'0'0,"4"4"0"0,0 3 0 0,2 0 0 0,7 0 0 0,5 0 0 0,0 3 0 0,7 11 228 0,-4 3-89 0,4 6-58 0,-5-1 186 16,-1 9-117-16,-2-3-59 0,1 4-29 0,-5 0 10 16,-4-2-39-16,-3 2 0 0,-2-4 0 0,0 2-108 15,-12 2 54-15,-9-1 35 0,-6 0-221 16,3-9 120-16,-4 1 60 0,2-6-365 16,3-10 166-16,2-1 110 0,1-6-10 0,3 0-222 15,6 0 157-15,3-13 80 0,7-6 39 0,1-2-285 16</inkml:trace>
  <inkml:trace contextRef="#ctx0" brushRef="#br0" timeOffset="8877.99">20253 1753 1344 0,'4'-18'0'0,"-2"3"0"0,-2 7 0 0,0-1 0 0,-7 4 0 0,-16 3 0 0,-4 2 0 0,-1 7 191 0,-2 14-71 16,-7 7-47-16,3 6 254 0,6 6-148 0,5 1-72 15,10-4-30-15,1 12 186 0,10-14-116 0,2 12-56 16,0-7-30-16,16-3 27 0,4-5-20 0,10 8-7 16,5-9 21-16,0-1-24 0,4-7 0 0,2-5-251 15,-2-8 121-15,7 0 48 0,-3-10 29 0,-6 0-615 16,5 0 310-16,-8-2 103 16,2-7 91-16</inkml:trace>
  <inkml:trace contextRef="#ctx0" brushRef="#br0" timeOffset="9046.54">20893 2252 2365 0,'0'0'0'0,"0"0"0"0,8 3 0 0,-2 1 0 0,-3-4 0 0,-1 1 0 0,-2-1 0 0,0 0 0 0,2 0 190 16,-2 0-78-16,0 0-40 0,0 0 0 0,-5-1-632 15</inkml:trace>
  <inkml:trace contextRef="#ctx0" brushRef="#br0" timeOffset="29038.24">9093 10853 213 0,'-8'0'0'0,"3"5"0"0,0-1 0 0,-2 2 0 0,3-1 0 0,-1 1 121 16,0-2-36-16,1-1-31 0,0 2 1 0,4-4 13 0,-2 1-35 15,2 0 0-15,0-2 30 0,0 0-7 16,0 0-24-16,0 0-10 0,0 0 11 15,0 0 0-15,0 0 8 0,0 0-4 16,0 0-5-16,0 0 1 0,0 0 0 0,0 0-32 0,0 0 39 16,0 0-7-16,0 0 0 0,0 0-27 0,0 0 25 15,0 0-8-15,0 0-25 0,0 1 26 16,0-1 3-16,0 0 23 0,0 0 0 0,2 3-24 16,2-3 8-16,0 1 11 0,-1-1-17 0,1 3 2 0,1-3-2 15,0 1 3-15,0 1 6 0,1-1-4 0,-1 2-3 16,1-3-38-16,-1 3 38 15,2-2-1-15,-2 1 4 0,2-1-5 0,1 1 1 16,0-2-21-16,-1 0 18 0,4 3-1 0,-2-3 7 16,5 0 9-16,-3 0-15 0,2 0-2 0,-2 0 2 15,2 0 16-15,1 0-9 0,-1 0-4 0,-2 0-3 16,2 0-7-16,-4 0 9 0,1 0 0 0,1 0-12 16,-2 0 11-16,1 0 1 0,-2 0-24 0,1-3 22 15,-2 3-2-15,1 0 9 16,0 0-20-16,-1-2 11 0,-2 2-3 0,4 0 2 0,-4 0-8 15,2 0 14-15,-1 0-8 0,1 0-23 16,1 0 24-16,0 0 0 0,-1 0 5 0,0 0-33 16,1 0 26-16,1 0 1 0,-1 0-13 0,0 0 11 15,1 0 2-15,0 0-2 0,-2 0-22 0,3 0 20 16,0 0-2-16,-1 0 1 0,1 0-27 0,1-1 26 16,-2-1-2-16,3 2-13 0,-1-1 4 0,0-2 10 15,-1 0 1-15,2 2-1 0,2 1-2 0,1-2 1 16,-3 1-12-16,4-3 11 15,-4 1-1-15,4 0 0 0,-1 0-25 0,2-2 24 16,-2 3 0-16,2-3 0 0,-3-1-30 0,4 1 29 16,-4-1-2-16,5 0-20 0,-3 1 19 0,2 0 1 15,-1-1-2-15,0 0 9 0,0 0-10 0,0 3 2 16,0-3 5-16,-1 2-5 0,2 0-1 0,1 0 0 16,-3 2 35-16,3-2-32 0,0 1-1 0,1-1 0 15,0 1 41-15,1 1-35 0,0-2-3 0,3-1-22 16,2 1 22-16,-1-2 1 0,-2 3 4 0,5-6-45 15,-1 4 40-15,-1-1-2 16,2 1-15-16,1-3 13 0,-1 0 3 0,2 3-7 16,0-3 27-16,0 3-26 0,2 0 3 0,0-1-6 15,-2 0 16-15,2 2-11 0,0 3 1 0,0-4 1 16,-2 4-7-16,2-3 9 0,1 2 0 0,1 1-29 16,2-1 26-16,-3-1 0 15,3 2-26-15,-1-3 24 0,2-1 2 0,-2 4-6 0,6-4-3 16,-7 1 3-16,3 0 2 0,4 1-3 15,-4-1 12-15,0 0-11 0,1 0 2 0,0 0 2 16,-1 1-2-16,2 0 0 0,-1 2 0 0,0-2-7 16,0 2 7-16,-3-1 0 0,1 0 0 0,-3 2-9 15,3-2 9-15,-1 2-1 0,-2-1-3 0,3 1 2 16,-3 0 2-16,1 0-4 0,0 0-1 0,0 0 2 16,-3 0 2-16,3 0-3 0,0 0 20 0,1 0-17 15,0 0-1-15,1 0 18 0,-3 0-16 0,1 0 0 16,0 0 0-16,0 0-4 15,-1 1 4-15,1-1 1 0,-2 0-11 0,2 2 11 16,0-2-1-16,-2 0 1 0,2 2-6 0,-2-2 4 16,0 0 1-16,0 2-10 0,1-2 9 0,1 1-2 15,1 2 1-15,-3-2 38 0,4 2-37 0,-2-3 0 16,0 2 12-16,0-1-5 0,3 2-6 0,-1-2 3 16,-1 1-4-16,3-2 4 0,0 2-1 0,-1 0 3 15,1-2-12-15,-3 2 11 0,3-2-2 0,4 0-21 16,-3 2 21-16,-4-2 0 15,5 2-1-15,3-2-18 0,-9 2 17 0,5-2-5 16,7 1 2-16,-9-1 1 0,8 0 0 0,-3 0 0 16,1 0 12-16,0 0-12 0,0 0 1 0,-5 0 0 15,13 0 4-15,-7 0-4 0,2 0 0 0,-3 0 3 16,2 0-3-16,-6 0 2 0,12 0 0 0,-6 0-9 16,2-1 7-16,0-1 1 0,0 0 1 0,-6 0-1 15,10 0-1-15,-2 0 0 0,4 0 3 0,-5-1-2 16,3-1-1-16,0 2 0 0,1-2 14 0,1 0-13 15,0 0 0-15,1-1-2 16,0 1 3-16,-1-3 0 0,2 3 1 0,1-2 2 16,1 2-3-16,-2-2 0 0,2 3 3 0,-1-3-2 15,2 3-1-15,-1-3 0 0,1 2-9 0,1 1 9 16,-4-2 0-16,4 2 0 0,6-3-3 0,-12 2 2 16,5 2 1-16,1-3-2 0,-1 1 1 0,2 1 1 15,4-3-1-15,-4 0-8 0,-10 5 7 0,17-5 1 16,-14 2-9-16,15 0 9 15,-15 2-2-15,5-1 1 0,0 1 0 0,8-1 0 16,-11 2 0-16,9 0 0 0,-10-2 16 0,10 1-16 16,-2 0 0-16,-2 2 20 0,-7 0-18 0,6 0-1 15,7 0 2-15,-7 0 1 0,2 0-1 0,-1 0 0 16,-6 0-13-16,12 0 12 0,-2 0 2 0,0 0-2 16,-2 0-9-16,0 0 9 0,-6 0 1 15,11 0-1-15,-5 0-16 0,3 0 15 16,-5 0-3-16,2 0-4 0,-4 0 5 0,12 0 1 15,-8 0-1-15,0 0-1 0,0 2 0 0,0-2 2 16,-6 0-3-16,12 0 3 0,-14 0-2 0,14 0 2 16,-4 0-2-16,-2 2 1 0,-6-2 0 0,12 3 0 15,-6-3 0-15,0 1 0 0,-1 0 0 0,0 4 3 16,-7-4-3-16,14 3 0 0,-4-2 0 0,-2 2 9 16,-1-2-8-16,1 1-1 0,-5 0 1 0,12 0 13 15,-9 1-12-15,2-2-1 0,-2 2 19 0,4-1-18 16,-7 1 2-16,10 1-2 0,-7 1-8 0,1 0 9 15,-1-1 1-15,0 1-15 16,-5 0 15-16,2 1-2 0,1-1 0 0,11 2-11 16,-7-1 10-16,0-3 1 0,-9 0-5 0,16 3 2 15,-7-1 2-15,0-3 0 0,0 1 10 0,-2 0-10 16,-5 0-1-16,16 2 1 0,-8-1 7 0,-1 1-6 16,0-1-1-16,0 3 4 0,-7-5-2 0,14 5-1 15,-7 0 0-15,0-3-3 16,0 2 3-16,4 1 0 0,-8-1 11 0,13 1-10 15,-7-1-1-15,1 1 0 0,1 1 11 0,2-1-10 16,-9 0 1-16,15-1 0 0,-2 0-5 0,0 1 5 16,-1-2-1-16,-8-1-9 0,19 1 9 0,-10 0 0 15,1-3 1-15,1 3-16 0,3-2 15 0,0-1-2 16,-2 1-4-16,1 0 2 0,0 0 3 0,2-1-4 16,-2 1-16-16,2 0 17 0,0 0 1 0,3-2-2 15,-1 2 2-15,0-2-2 0,1-1 2 0,1 2 14 16,1-2-15-16,9 1 1 15,-6-2-1-15,1 0 8 0,-11 0-7 0,11 0 1 16,9 2-1-16,-10-2 0 0,3 0 1 0,1 2 1 16,0-1-3-16,-10-1 3 0,19 2-1 0,-6 0 0 15,-3-2-5-15,6 0 4 0,0 0 1 0,-12 0-4 16,22 0 3-16,-11 0-1 0,1 0 1 0,2 0-2 16,1-2 2-16,-11-1-1 0,22-3 1 0,-11 2-40 15,0-1 39-15,-1-1-2 0,4 0 4 0,-14 5-5 16,18-5 2-16,-9 2-3 0,-2 0 3 0,-3 3-2 15,4-4 0-15,-14 4 26 16,17-2-25-16,-15 0 0 0,-9-1 1 0,4 1 31 16,-4-1-30-16,-8 2 2 0,8-4 3 0,-10 5-2 15,-11-3-1-15,0 2 3 0,-3 0-43 0,-10 0 40 16,0 1-1-16,-6 1 1 0,-6 0-23 16,-3 0-3-16,-5 0 23 0,-7 0-98 15,-3 0 47-15,-4 3 17 0,-2-1 0 16,-3 0-316-16,-1 0 160 0,-1-2 68 0,0 0 50 0</inkml:trace>
  <inkml:trace contextRef="#ctx0" brushRef="#br0" timeOffset="62929.45">12545 14318 786 0,'-4'0'0'0,"1"0"0"0,1 0 0 0,0 0 0 0,2 0 0 0,-4 0 0 0,2-4 0 0,-1-2 184 0,1 0-80 0,-3-3-36 0,2 0 60 16,1 0-48-16,-2-5-23 0,2 1 7 0,-1 1-36 15,-1-3 5-15,1 1 0 0,-1 1-34 16,-3-4 34-16,0 4 8 0,0-3-8 0,0 4-33 0,-3-2 33 15,-3 1-1-15,2 2 9 0,-3 0 25 0,0 1-33 16,-2 4-1-16,2 1 56 16,-4-1-27-16,2 4 8 0,-1 1-37 0,0 1 74 15,2 0-37-15,0 0 1 0,1 0-5 0,5 3 8 16,0 3-40-16,-1 5-1 0,5-1 41 0,-1 1 0 16,4 6-41-16,2 5 9 0,0 9 25 0,0 1-34 15,0 11 1-15,0 4 72 0,2 3-36 0,6 4 8 16,-3 10-44-16,3-6 90 0,-2 3-37 15,-1 1-30-15,2 0 10 0,-1-8 8 16,-1 5-42-16,4-5 1 0,-4-2-33 0,0-4 0 16,-1-2 33-16,-2-8 7 0,-2 1-63 0,0-1 28 15,0-4-1-15,0-2-41 0,-6-1 34 0,-3-3 6 16,-2 0-92-16,-2-1 43 0,-2-4 28 0,0-1 0 16,-4-4-216-16,4-2 102 0,-2-5 61 0,0-1 17 15,0-5-183-15,6-3 94 0,0-2 55 0,1 0 19 16,5-2-396-16,3-13 217 0,2-7 107 15,2-5-433-15,13-3 270 0</inkml:trace>
  <inkml:trace contextRef="#ctx0" brushRef="#br0" timeOffset="63216.68">12479 14900 1478 0,'6'-3'0'0,"2"3"0"0,-4 0 0 0,-3 0 0 0,1 12 0 0,0 3 0 0,-2 2 0 0,0 5 251 0,0 4-113 0,0 1-53 15,0 3 55-15,0-1-53 0,0 3-28 0,0-2 9 16,0-1-68-16,0-3 0 0,-2-3 32 0,-3 0-68 16,-1-5 42-16,-2-1-8 0,3-2 131 0,-1-6-47 15,1-1-25-15,1-2 0 0,2-4 253 0,-1 0-143 16,3-1-67-16,0-1-34 0,0 0 175 0,0 0-104 16,0 0-44-16,3 0-34 0,8 0 12 0,4 0-38 15,4 0 154-15,0 0-187 0,1 0 0 0,1 0 0 16,2 0 0-16,0 0 0 15,0 0 0-15,-2 0 0 0,0 0-598 0,-4 0 381 16,0 0 67-16,-3 0 76 0,-3 0-601 0,1 3 321 16,-3-3 153-16,-1 0 88 0,0 0-222 0,-4 0 152 15</inkml:trace>
  <inkml:trace contextRef="#ctx0" brushRef="#br0" timeOffset="63502.66">12994 14541 1535 0,'-2'-13'0'0,"-1"7"0"0,1 0 0 0,0 3 0 0,0-1 0 0,-1 0 0 0,3 2 0 0,0 2 578 0,0-2-273 0,0 2-136 0,0 0 24 16,0 0-72-16,0 2-48 0,7 13 0 0,2 8-19 15,-2 2-1-15,3 9-20 0,-2 0 17 0,-1 13-17 16,-2-7-1-16,1 4 1 0,-3 3-78 0,0-3 39 15,-1-3 8-15,0 8 30 16,-2-2-144-16,0-3 73 0,0 0-3 0,0-9-200 16,-2 4 103-16,0-5 67 0,-2-4-119 0,2-11 83 15,0-1 17-15,0-6 29 0,0-5-241 0,2-3 139 16,-3-4 66-16,1 0 32 0,-2-15-289 0,1-10 153 16,1-4 89-16</inkml:trace>
  <inkml:trace contextRef="#ctx0" brushRef="#br0" timeOffset="63740.16">12960 14553 484 0,'0'-19'0'0,"2"1"0"0,0 5 0 0,2 0 0 0,-1 4 0 0,3-1 573 0,4 3-271 15,1 1-134-15,4 0 333 0,2 2-238 0,4 3-116 16,-1 1 64-16,2 0-90 0,1 5-44 0,-6 9-14 16,5 4 42-16,-6 3-36 0,-3 2 0 0,-4 2-36 15,-3 2-132-15,-4-3 74 0,-2 6 25 0,0-1 0 16,0-5-85-16,-10 0 60 0,-3-1 28 0,0-7-80 15,-4 0 45-15,0 0-16 16,-3-7-119-16,1-2 81 0,-2-5 18 0,2-2 2 16,4 0-108-16,0 0 64 0,6 0 39 0,-1-6 0 15,7-5-265-15,3-2 143 0,0 1 84 0,1-1 38 16</inkml:trace>
  <inkml:trace contextRef="#ctx0" brushRef="#br0" timeOffset="64811.02">13567 14513 442 0,'-19'0'0'0,"4"0"0"0,2 0 0 0,0 2 0 0,0 3 0 0,0 5 0 0,1 1 292 0,1 4-131 16,4 6-63-16,-2 3 86 0,6 2-76 0,1 2-29 15,2 7-9-15,0 0 53 0,0 0-46 0,2 2-22 16,4-3 7-16,5-4-29 0,0-3 0 0,3-2 0 16,-3-7-27-16,4 2 1 0,0-6 34 0,0 0-9 15,2-7-212-15,-2-1 106 0,2-5 53 0,-2-1-373 16,1 0 193-16,-2-7 64 15,-1-14 60-15,-4-5-245 0,-4-2 144 0,-2-4 73 16</inkml:trace>
  <inkml:trace contextRef="#ctx0" brushRef="#br0" timeOffset="65007.49">13633 14676 992 0,'-12'-28'0'0,"5"13"0"0,1-2 0 0,1 6 0 0,1-1 0 0,4 5 0 0,0 0 0 0,0-1 0 0,4 2 0 0,12 3 137 0,3 0-52 0,4 2 123 0,7 1-92 15,-4 0-41-15,2 6-21 0,-1 7 18 0,-3 0 1 16,-5 2-32-16,1 6-9 15,-4-1-21-15,-7 3-1 0,-5 3 23 0,-4 4-58 16,0 0 37-16,-6 1-8 0,-8-1 28 0,-6 1-51 16,-1-5 25-16,-1-3-4 0,3-6-98 0,-7-2 42 15,5-6 34-15,1-2-2 0,1-5-239 0,8 0 116 16,1-2 63-16,4 0 21 0,6-9-143 0,0-12 76 16,9-1 48-16</inkml:trace>
  <inkml:trace contextRef="#ctx0" brushRef="#br0" timeOffset="65176.07">13926 14456 1076 0,'0'-8'0'0,"0"7"0"0,-8-1 0 0,-7 2 0 0,-2 0 0 0,0 13 0 0,1 0 0 0,0 6 436 0,7 0-202 0,0 8-100 16,5-5 94-16,1 6-102 0,3 0-47 0,0 0-22 16,3 0-103-16,10 0 39 0,3-1 9 0,4-2 31 15,1-2-293-15,1 1 147 0,0-6 73 16,-1-1 44-16,6 2-229 0,-5-6 124 0,-3-4-40 15,2-3-395-15</inkml:trace>
  <inkml:trace contextRef="#ctx0" brushRef="#br0" timeOffset="65337.73">14219 14725 1090 0,'2'-6'0'0,"-2"3"0"0,0 3 0 0,0 0 0 0,-4 3 0 15,-4 9 0-15,-1 2 253 0,0 6-110 0,1 1-55 0,-2 3 194 0,5-3-116 16,-4 4-71-16,3-4-31 15,0 2-78-15,1-3 24 0,-1-3-1 0,2-6-305 16,1 0 161-16,-1-2 83 0,1-6 43 0,0-2-205 16,-1-1 123-16,4 0 68 0,-2-13-529 0</inkml:trace>
  <inkml:trace contextRef="#ctx0" brushRef="#br0" timeOffset="65505">14209 14586 895 0,'8'-7'0'0,"-2"5"0"0,-3-1 0 0,1 3 0 0,0 0 0 0,-1 0 0 0,3 0 450 0,2 0-201 16,-1 8-112-16,4 2-52 0,-1 2 186 0,1 0-120 16,0 1-58-16,1 2-186 0,1 2 59 0,-2-2 33 15,0-1 0-15,0-2-181 0,-1 0 107 0,-1-5 62 16,1-3-450-16,-1-2 247 0,1-2 44 0,-3 0 89 16,2-11-366-16</inkml:trace>
  <inkml:trace contextRef="#ctx0" brushRef="#br0" timeOffset="65676.55">14463 14484 666 0,'0'-20'0'0,"0"4"0"0,0 8 0 0,0 0 0 0,0 4 0 0,0 2 101 0,0 2-34 0,0 0-1 16,0 5 266-16,0 14-154 0,0 7-72 0,-3 3-37 15,-6 12 286-15,-2 5-162 0,-2 4-71 0,-2 3 91 16,-2 10-90-16,2-6-45 0,0-6-23 0,0 3-97 16,0-2 45-16,0-3-8 0,1-2-96 0,0-11 66 15,-1-2 35-15,0-4-1 0,4-9-354 0,-1-4 142 16,3-4 115-16,2-7-35 0,1-3-364 15,3-3 232-15</inkml:trace>
  <inkml:trace contextRef="#ctx0" brushRef="#br0" timeOffset="65930.95">14538 14291 1055 0,'-6'-14'0'0,"5"13"0"0,1 0 0 0,0 1 0 0,0 0 0 0,0 0 0 0,7 0 0 0,8 0 326 0,2 5-147 16,0 8-65-16,7 8 92 0,-1 5-87 0,1 7-43 15,-5 2-21-15,0 2-12 0,-8-3-2 0,2 5-8 16,-4 7-68-16,-5-6 34 0,-4 0 0 0,0 2 33 16,0-3-24-16,-13 6-8 0,-2-5 32 0,-2-11 1 15,-2 3-124-15,-1-6 32 0,-1-7 44 16,0 1-313-16,3-10 160 0,2-4 53 15,6-2 48-15,2-4-354 0,2 0 186 0</inkml:trace>
  <inkml:trace contextRef="#ctx0" brushRef="#br0" timeOffset="66344.86">15019 14766 1069 0,'13'-12'0'0,"-2"2"0"0,-3-2 0 0,-4-4 0 0,-2-2 0 0,-1-3 0 0,-1-2 0 0,0-2 0 0,0 3 118 0,0 1-34 0,-1-1-29 0,-7 1 39 16,0 0-31-16,-1 8 0 0,-2 5-30 0,-1 3-24 16,-1 5-8-16,-2 0 32 0,-2 15-60 0,0 10 31 15,-1 12-1-15,4-3 38 0,0 14 28 0,2-2-36 16,3-2 0-16,3 0-15 0,4-8 62 0,2 1-4 16,0-7-55-16,2-9 25 0,6 0-14 0,3-9-3 15,2-2 17-15,0-7-78 16,2-3 34-16,0 0-1 0,4-13-87 0,-3-11 55 15,-2-11 23-15,-1 0 6 0,4-13-140 0,-4 1 74 16,1-3 21-16,-3-5 24 0,2-2-120 0,-2-1 59 16,0-11 18-16,1 1 0 0,-3-1 6 0,0-3-1 15,-1 8 20-15,-4 14-27 0,-2 12 8 0,-2 11 28 16,0 11 150-16,0 0-75 0,0 11-38 0,0 5-8 16,-7 11 245-16,-3 15-126 0,-1 16-43 0,3 1-38 15,-2 7 262-15,3 4-128 16,2 0-60-16,-1 4 61 0,4-3-68 0,1 0-35 15,-1 0 0-15,2-1 40 0,0-6-42 0,0 2 1 16,3-4-254-16,8-4 111 0,0-5 55 0,1-4 35 16,-1-2-520-16,0-11 262 0,3-1 91 0,-4-8 78 15,-2-7-523-15</inkml:trace>
  <inkml:trace contextRef="#ctx0" brushRef="#br0" timeOffset="66542.34">15246 14566 1213 0,'7'-15'0'0,"-1"7"0"0,2 2 0 0,-1 3 0 0,1 1 0 0,2 2 0 0,1 0 0 0,-1 4 170 0,6 5-69 0,-1 5-26 0,2 4 68 16,-3 2-55-16,2 3-28 0,-3 3 63 0,-4 3-46 15,-3 0-13-15,-2 1-9 0,-4 2-104 0,0-1 41 16,0-3 0-16,-12-2 40 16,-1-6-119-16,-6 3 55 0,-1-6 33 0,-1-4-227 0,-4-1 100 0,7-7 70 15,-5-2-8-15,4-3-295 0,5 0 149 0,5-3 89 16,2-16-88-16,7-7 88 0</inkml:trace>
  <inkml:trace contextRef="#ctx0" brushRef="#br0" timeOffset="66720.86">15515 14422 1491 0,'5'-7'0'0,"-3"6"0"0,0-1 0 0,-2 2 0 0,-5 0 0 0,-11 14 0 0,1 5 0 0,2 5 0 0,-2 3 0 0,3 2 426 0,0 5-202 0,3 0-95 0,3 4 145 16,6-3-121-16,0 3-60 0,0-4-22 15,7 0-82-15,11 0 22 0,0-4 0 16,5-4-101-16,1-2 61 0,3-6 39 0,-2-2-7 16,2-5-401-16,-3-1 204 0,-1-7 112 0,-1-3-42 15,1 0-518-15</inkml:trace>
  <inkml:trace contextRef="#ctx0" brushRef="#br0" timeOffset="66886.42">15733 14600 1047 0,'-2'-5'0'0,"2"5"0"0,0 0 0 0,0 0 0 0,0-2 0 0,5 1 0 0,10-1 395 16,2 2-181-16,4-3-91 0,1 3 86 0,3 0-80 15,3 0-52-15,-2-1-22 0,3 1-102 0,-3-2 41 16,1 0-1-16,-7-1 48 0,0-2-437 0,0 0 214 16,-6 1 107-16,-5 1 54 0</inkml:trace>
  <inkml:trace contextRef="#ctx0" brushRef="#br0" timeOffset="67029.42">15913 14321 561 0,'-8'-2'0'0,"2"1"0"0,6 1 0 0,-1 0 0 0,-1 11 0 0,2 8 427 0,0 6-197 0,0 16-99 16,0 0 352-16,0 7-217 0,0 5-121 0,0 11-56 16,0-2 58-16,0 1-57 0,0 2-29 0,0-9 9 15,3 14-244-15,8-6 104 0,-4-3 52 16</inkml:trace>
  <inkml:trace contextRef="#ctx0" brushRef="#br0" timeOffset="67727.13">16597 14426 658 0,'0'0'0'0,"0"-1"0"0,0-2 0 0,-4 3 0 0,2 0 0 0,-1 0 0 0,-4 12 0 0,2 6 126 0,-1 6-46 0,1 5-16 0,-1 3-8 15,1 11 72-15,0-2-48 0,2 4-23 0,3 3 49 16,0-8-28-16,0 0-8 0,0-3-15 0,8-6 0 16,5-5-22-16,3-3 0 0,1-10 16 0,4-3-16 15,3-7 0-15,2-3-1 0,-3 0 8 0,2-13-8 16,-4-9 9-16,-3-4-8 0,-1-9-39 0,-2-4 0 16,-6-3 39-16,-1-2-148 0,-4-3 70 0,-2-2 22 15,-2 0 21-15,0-4-122 16,-4 1 64-16,-12 1 18 0,0 2-28 0,-7 4 17 15,1 6 21-15,0 10-13 0,-5 6-66 0,3 11 20 16,-6 7 34-16,1 5 2 0,1 7-9 0,-2 21 0 16,4 11 32-16,7-3-81 0,-2 13 44 0,10-3 0 15,3-4-57-15,5-6-70 0</inkml:trace>
  <inkml:trace contextRef="#ctx0" brushRef="#br0" timeOffset="67968.48">16313 14989 951 0,'-12'4'0'0,"5"-4"0"0,2 0 0 0,3 0 0 0,2-7 0 0,0-20 0 0,14-4 194 0,15-3-72 0,4-4-49 0,7-2 0 15,3 3 111-15,0 3-76 0,-1 5-38 0,-8 15 48 16,1 3-47-16,-3 6 1 0,-2 5-102 0,-3 0 32 16,-4 11 0-16,-5 6 39 0,3 7 4 0,-9 3-12 15,2 1-1-15,-1 2 1 0,-4-2 36 16,1-3-28-16,3 3-8 0,0-10 0 15,4 3-32-15,2-8 6 0,1-1 0 0,5-9-151 16,3-2 78-16,0-1 39 0,2 0 22 0,0-10-413 16,0-8 203-16,0-2 78 0,0-4-365 0,-4-5 235 15</inkml:trace>
  <inkml:trace contextRef="#ctx0" brushRef="#br0" timeOffset="68135.03">17173 14334 1029 0,'-19'11'0'0,"3"7"0"0,-2 6 0 0,1 3 0 0,0 2 0 0,4 5 169 0,5 2-68 16,3 2-26-16,5 1 307 0,0-3-175 0,2-1-87 15,9-3 1-15,6 0-44 0,4-6-14 0,5-1-8 16,0-4-346-16,0-6 161 0,3-4 82 0,-1-2 40 16,-5-5-558-16,7-2 284 0</inkml:trace>
  <inkml:trace contextRef="#ctx0" brushRef="#br0" timeOffset="68362.42">17377 14458 993 0,'0'0'0'0,"0"2"0"0,0 2 0 0,6 0 0 0,2 1 0 0,3 3 0 0,0 0 197 0,2 4-74 0,0 3-50 0,1 3 92 15,-1 1-66-15,-3 5-34 0,-1 0 1 16,-6 1-39-16,-1 4 6 0,-2 2 0 0,0-3-38 15,-9 0 1-15,-6-2 37 0,-5 0 8 0,2-4-34 16,-5-2 0-16,1-5 26 0,0-2-147 0,3-6 73 16,-4-1 11-16,5-6 22 0,0 0-308 0,7-1 154 15,6-13 54-15,3-10 45 0,2-4-327 0,4-5 183 16</inkml:trace>
  <inkml:trace contextRef="#ctx0" brushRef="#br0" timeOffset="68528.98">17554 14381 616 0,'2'0'0'0,"-2"5"0"0,0 7 0 0,0 5 0 0,-7 0 0 0,-7 9 447 0,1-1-206 16,0 5-97-16,0 0 303 0,2 0-207 0,1 1-103 15,6-2 53-15,4-4-70 0,0 4-48 0,0-2 0 16,8-3-93-16,9-2 28 0,2 0-1 16,1-7 35-16,8 2-371 0,-1-6 182 0,1-2 90 0,0-4 45 15,-5-3-592-15,3-2 307 16</inkml:trace>
  <inkml:trace contextRef="#ctx0" brushRef="#br0" timeOffset="68686.56">17819 14721 1134 0,'0'-7'0'16,"0"3"0"-16,-4 2 0 0,-2 1 0 0,1 1 0 0,-4 0 0 0,3 1 274 0,0 12-125 0,-2 8-58 0,3 2 79 0,-4 3-69 15,1 3-34-15,0 3 8 16,1-1-17-16,2-1 0 0,3-7-26 0,0 0-332 15,0-5 167-15,2-8 90 0,0 0 35 0,0-7-566 16</inkml:trace>
  <inkml:trace contextRef="#ctx0" brushRef="#br0" timeOffset="68862.64">17965 14441 1257 0,'0'4'0'0,"0"1"0"0,2 3 0 0,0-2 0 0,0-1 0 0,4 2 0 0,-1 0 0 0,4-1 382 0,0 1-174 16,3 2-88-16,-1 1-43 0,1-1 79 0,-1 1-54 16,0 1-38-16,1-3-306 0,-3 3 138 0,0-4 68 15,-1 1 34-15,1-3-513 0,1 1 269 0,-1-4 140 16</inkml:trace>
  <inkml:trace contextRef="#ctx0" brushRef="#br0" timeOffset="69047.16">18258 14252 724 0,'2'0'0'0,"0"0"0"0,0 3 0 0,-2 12 0 0,0 8 0 0,0 3 262 0,-9 14-115 0,-3-1-57 0,-3 8 366 15,-4-1-204-15,1 8-113 0,-5 8-54 0,0-4 193 16,3 2-123-16,-2 4-61 0,2-5-92 0,-4 15 31 16,4-9-1-16,1 0 1 0,4-16-355 0,0-10 178 15,4-9 96-15,3-3 36 16,4-12-514-16,2-8 265 0,2-7 133 0,0-3-24 15,4-21-171-15</inkml:trace>
  <inkml:trace contextRef="#ctx0" brushRef="#br0" timeOffset="69252.2">18384 14125 1143 0,'11'-12'0'0,"10"6"0"0,2 4 0 0,2 0 0 0,-4 2 0 0,4 0 0 0,0 10 310 0,1 7-139 15,-2 5-61-15,-3 6-43 0,-2 12 122 0,-6-1-79 16,-6 7-38-16,-5 6-4 0,-2-1 8 0,0 1-43 16,-11-1 0-16,-6 2-64 0,-5-3 32 0,-7-3 0 15,-1 0-174-15,-3-7 99 0,-1-6 53 0,6-10 27 16,-3-4-487-16,10-8 238 0,-1-7 63 0,9-5 82 16</inkml:trace>
  <inkml:trace contextRef="#ctx0" brushRef="#br0" timeOffset="69728.92">19117 14541 725 0,'-4'-25'0'0,"0"5"0"0,0 1 0 0,0-2 0 0,-1 1 0 0,-4 2 0 0,-1 1 139 0,1 3-53 0,-4 3-27 0,3 1 150 15,-3 3-92-15,2 3-43 0,-1 2-20 0,1 2 71 16,-2 0-46-16,-2 13-15 0,-2 8-8 0,0 2-5 16,2 5-18-16,-1 2 0 0,0 3 65 0,0 3-24 15,2 0-8-15,1-1-33 0,6-1 16 0,-1-1-17 16,6-4 1-16,2-6 8 0,0 0-30 0,0-3-1 16,0-4 23-16,6-2-86 0,5-7 44 0,0-2 28 15,5-5-82-15,2-2 34 16,3-17 26-16,5-12 0 0,1-4-189 0,-1-7 79 15,1-2 55-15,-4-3 3 0,0-4-287 0,0-1 155 16,-1-11 77-16,-5 9-93 0,2-17 89 0,-4 0 41 16,0 0-1-16,-2 3 1 0,-6 15 0 0,2 6 32 15,-8 2 90-15,1 9-42 0,-2 13 1 0,0 4-40 16,0 8 373-16,-8 4-195 0,-3 7-85 16,-4 3 11-16,0 20-45 0,-4 11 70 15,2 6-48-15,0 7 381 0,1 16-203 0,0 1-97 16,5 6-48-16,4 5 289 0,-1 0-168 0,4 2-78 15,4-7-28-15,0-3-32 0,0-14 0 0,7-5-32 16,7-5-246-16,-1-13 131 0,4 1 54 0,-4-12 30 16,4-3-448-16,1-7 193 0,-4-6 131 0,3-3-520 15,0-6 305-15,-2-15 151 0</inkml:trace>
  <inkml:trace contextRef="#ctx0" brushRef="#br0" timeOffset="69869.55">19296 14441 766 0,'0'-5'0'0,"0"3"0"0,-3 2 0 0,3 0 0 0,0 0 0 0,0 0 340 16,0 6-146-16,0 1-84 0,6 6 284 0,5 0-180 16,6 4-91-16,-2 0-45 0,1-2-110 0,4 4 29 15,-5-4-1-15,3 2 37 0,0-4-237 0,-2 1 119 16,1-3 67-16,1-2 21 0</inkml:trace>
  <inkml:trace contextRef="#ctx0" brushRef="#br0" timeOffset="70047.08">19714 14239 1604 0,'0'-9'0'0,"0"6"0"0,0 2 0 0,0 1 0 0,-11 7 0 0,-6 21 0 0,-3 13 0 0,-9 16 277 0,-9 18-122 0,-3 2-61 16,4-1 446-16,-16 30-258 0,-4 8-125 0,5-3-62 16,-4 8 74-16,1-1-69 0,8-11-25 0,-7 20-210 15,12-35 84-15,7-16 42 16,-1-1 21-16,11-19-593 0,4-8 315 0,0-6 145 15,5-9-727-15</inkml:trace>
  <inkml:trace contextRef="#ctx0" brushRef="#br0" timeOffset="70240.57">19742 15363 2436 0,'-14'-1'0'0,"11"-1"0"0,3 2 0 0,0 0 0 16,0 0 0-16,3 0 0 0,-3 0 0 0,0 0 0 0,0 0-65 0,0 0 58 0,0-13 15 0</inkml:trace>
  <inkml:trace contextRef="#ctx0" brushRef="#br0" timeOffset="81245.34">15135 18544 156 0,'0'-10'0'0,"0"2"0"0,3 3 0 0,-2 0 0 0,1 2 0 0,0-1 0 0,-2 0 7 0,0 1-6 0,0 1 0 15,0-2 39-15,0 2-1 0,0 0-33 0,0 0 1 16,0 2 86-16,0 0-37 0,0-2 4 0,0 2-42 16,0 0 38-16,0 0-35 0,0 0 0 0,0 0 28 15,0 0-19-15,0 0-6 0,2 0 18 0,0 4 27 16,1 0 1-16,1 3-29 0,1-2 7 0,1 0 10 15,0-2 0-15,2 2-26 0,-3-2 28 0,1-1 0 16,-1-2-19-16,0 2-8 0,-2-2 21 0,1 0 0 16,0 0-22-16,-3 2 38 15,3-2 8-15,-2 0-45 0,0 0-1 0,1 0 24 16,-1 0-24-16,0 0 1 0,1 0 49 0,0 0-49 16,1 0-1-16,0 0 1 0,-1 0 35 0,3 0-1 15,-1-2-26-15,2-2-8 0,-2 1 2 0,0-2-2 16,3 4 0-16,-1-4-10 0,1 4 18 0,1 0-9 15,0-2 1-15,3 1-37 0,-4 1 37 0,1-1 0 16,0-1-26-16,1 2 26 16,-1-1-9-16,-2 0 8 0,0 0 12 0,0 0-9 15,0 1-13-15,1-2-24 0,-1 2-1 0,1-1 0 16,-1 2 25-16,4-2-1 0,-1 0 1 0,3 1 2 16,-2-1-2-16,3-1-36 0,-2 0 33 0,2-1 7 15,-1 1-26-15,-1 1 19 0,-1-1-3 0,-2 2 3 16,3-1-34-16,-3 0 36 0,2 0-12 0,-1 2-25 15,-1 0 0-15,2 0 30 0,-2 0-3 0,3 0-32 16,0 4-7-16,0 2 37 0,1-4-5 16,-2 3-28-16,3-2 24 0,-3 2 6 15,2-2-26-15,0 1-1 0,-2-2 15 0,1-1 6 16,1 2-5-16,-3-2 3 0,2 1-4 0,-1 0 4 16,-1-2 29-16,1 2-1 0,-2-2-25 0,1 2 34 15,1-2-32-15,0 0-1 0,-1 1 5 0,3-1 11 16,-2 0-9-16,3 0-4 0,0 0 29 0,2 0-27 15,0 0 4-15,3 0-4 0,0 0 14 0,3 0-9 16,1-1-3-16,2-3 0 0,-1 0 7 16,0 0-7-16,-5 1 2 0,6 1-8 15,-2 0 7-15,-2 1-1 0,6 1 1 0,-4 0-2 16,-1 0 1-16,0 0 2 0,1 0 5 0,0 0-7 16,0 0 1-16,-2 0-1 0,2 0-4 0,0 0 7 15,0 0-3-15,2 0 8 0,0 0-7 0,0 0 0 16,-1 0-1-16,-2 0-21 0,6 0 21 0,-1 0 0 15,-1 0 0-15,1 0-4 0,-1-2 3 0,-1-1 1 16,5 1 9-16,-3 1-11 16,-1-1 1-16,4 0-2 0,-3-1 33 0,-1 2-27 15,4 0-3-15,-2-2 6 0,0 3-5 0,1 0 2 16,-3-1 1-16,6 1-24 0,-2 0 21 0,0-2 3 16,0 0-2-16,2 2-41 0,0-2 42 0,2 1-6 15,-2-2 2-15,1 2-22 16,1-2 21-16,0 2-7 0,1-1-16 0,1-1 16 15,2 0 4-15,-2 1-7 0,-1 0 8 0,3 1-3 0,-3 1 1 0,-1-3-3 16,4 3 2-16,3-2 0 16,-2 1 0-16,3-1-20 0,-3 0 20 0,10-4-1 15,-4 1-8-15,0 1 8 0,4-1 0 0,0-1-1 16,-6 0-6-16,8 0 5 0,-10 0 1 0,-5 5-3 16,1-2 27-16,-3 0-25 0,-8 2 0 0,4 1 38 15,-7 0-35-15,0 0 1 0,-1 0-1 0,-1 0-5 16,-2 6 7-16,1-4 2 0,1 4-24 0,-2-1 22 15,3-2-1-15,3 1 1 16,-4-3-9-16,5 1 7 0,0-2 1 0,0 0 2 0,-2 0-3 16,3 0-3-16,-4 0 2 0,5 0 23 15,-3 0-1-15,-4 0-20 0,2 0-1 0,0-2 23 16,-1 2-19-16,-1 0 2 0,0 0 14 0,2 0-14 16,-3 0-2-16,2 0 4 0,-1 0 9 0,5 0-9 15,-3 0-2-15,1 0 12 0,1-1-11 0,1 1 1 16,-4-3 1-16,8 2 4 0,-3 1-6 0,1 0 1 15,0 0 0-15,-1 0-35 0,-5 0 36 16,6 0-1-16,-2 0-34 0,-1 0 31 0,-1 0 0 16,1 0-3-16,-3 0-6 0,6 0 7 15,-3 1 0-15,1-1-3 0,-1 3 3 0,1-3-4 16,-4 0 0-16,8 0 6 0,-3 0-4 0,-1 0 1 16,0 1-1-16,1-1-34 0,-4 0 36 0,4 2-2 15,-2 1-63-15,-4 0 28 0,3-1 0 0,-4 2 25 16,3 0-44-16,-2-1 21 0,-1 1-9 0,-1 0 26 15,2-1-8-15,-3 0 5 0,1 0-13 0,-2 1 50 16,2-3-42-16,-2 2 5 16,2-1-6-16,0-1 44 0,-1 2-14 0,3-3 0 15,0 1 14-15,3-1 0 0,0 3-21 0,-3-3-10 16,7 0 7-16,-3 0-2 0,0 0 4 0,-5 0 11 16,8 0-13-16,-7 0-1 0,7 0 2 15,-8 0 19-15,3 0-20 0,0 0 1 0,-1 0-2 16,-2 0 41-16,3-3-37 0,-2 2-1 15,-1-2 20-15,1 2-18 0,0-1 3 0,-1-2-2 0,1 2-36 0,0-2 36 16,-1 3 1-16,3-2-1 0,-2 0-40 16,2 1 0-16,0 0 33 0,2 0-34 15,2 2 28-15,-1-2 7 0,2 0-13 0,-3 2 31 16,9-1-28-16,-3-3 6 0,3 4-10 0,-2-2 64 16,-2 2-26-16,-5-2-1 0,0 2-20 0,-2 0-4 15,-2 0 15-15,-5 0-13 0,0 0 5 0,-7 0-1 16,3 0 7-16,-5 0-33 0,-1 2 28 0,-1 0-1 15,-3-2-4-15,1 4-17 0,-1-3 12 0,-2-1 5 16,0 0 61-16,0 0-29 16,0 0-2-16,0 0-28 0,0 0 36 0,0 0-33 15,0 0 7-15,0 0-5 0,0 0-196 0,0 0 94 16,0 0 47-16,0 4-788 0,0 9 403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35:30.4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7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11T08:40:04.362"/>
    </inkml:context>
  </inkml:definitions>
  <inkml:trace contextRef="#ctx0" brushRef="#br0">2968 10088 519 0,'-4'0'0'0,"0"0"0"0,3 0 0 0,-1 0 0 0,2 0 0 0,-1 0 0 0,1 0 0 0,-2 0 96 0,2 0-32 0,0 0 0 15,0 0-23-15,0 0 16 0,0 0-24 0,0 0 0 16,0 0-1-16,0 0 11 16,0 0-2-16,0 0-9 0,0 0 41 0,0 0-40 15,0 0 0-15,0 0 0 0,0 0 37 0,0 0-8 16,0 0-30-16,2 0 34 0,-1 0-1 0,1 0-33 15,3 0 9-15,0 0 50 0,2 0-30 0,-2 0 1 16,0 0-29-16,0 0 24 0,1 0 9 0,-1 0-34 16,-1 0 1-16,1 0 31 0,1 0-32 0,-2 0 32 15,-1 0-23-15,3 0-8 16,0 0 0-16,-1 0 7 0,3 0-8 0,-1 0 1 16,2 0 8-16,-1 0-24 0,-2 0 15 0,1 0 1 15,4 0 0-15,-5 0-2 0,2 0 10 0,-1 0-8 16,3 0 0-16,0 0 0 0,-2 0 0 0,0 0-11 15,3 0 19-15,0 0-10 0,-1 0 1 0,4 0-2 16,-4 0 2-16,4 0-2 0,-3 0 9 0,2 0-38 16,1 0 30-16,0 0-2 0,-1 0 2 0,0 0-35 15,4 0 41-15,-6 0-11 16,5 0-28-16,-3 0-3 0,1 0 31 0,-4 0-31 16,3 0 6-16,2 0 16 0,-2 0 5 0,3 0-25 15,0 0 22-15,1 0-8 0,2 0 10 0,0 0 22 16,2 0-27-16,0-2-2 0,1-2 2 0,-3 0-5 15,0-3 10-15,0 2-4 0,0 1-31 0,-3 0 0 16,3 1 30-16,-3 1-32 0,3 0-2 0,-6 2 30 16,4 0 1-16,-1 0-31 0,0 0 28 0,0 0-8 15,-2 0-7-15,3 0 49 0,1 0-37 16,-2 2-7-16,1 2 5 0,0-3 52 16,1 1-24-16,1 0 1 0,-1-1 28 0,1 2-21 15,1-1 0-15,-2-2 6 0,4 1 0 0,-2-1-25 16,0 2 10-16,2 0-22 0,5 0 14 0,-8 1 16 15,7-3 131-15,-1 3-171 0,-3-3 0 0,3 4 0 16,-1-4 0-16,-2 1 0 0,5 3 0 0,-6-2 0 16,6 0-167-16,-3 2 155 0,0-3 16 0,-2 1-27 15,8 0 29-15,-5 1 2 0,1-2-5 0,1-1-13 16,-2 0 13-16,-1 0 4 16,4 0-5-16,-4 0-21 0,2 0 21 0,-5 0 3 15,5 0-5-15,-3 0-33 0,2 0 32 0,-2 0 2 16,-2 0-40-16,5 1 38 0,-1 4-4 0,-2-3 10 15,2 0-9-15,2-2 2 0,0 0-4 0,0 0 27 16,0 0-24-16,-5 0-1 0,8 0 1 0,-4 0 11 16,1 0-9-16,-3 0-1 0,1 0 3 15,-4 0 7-15,1 0-6 0,1 0-2 0,-3 0 4 16,2 0-3-16,-1 0 0 0,2 0 0 16,1 0 39-16,0 0-38 0,1-2 0 0,1 0 196 15,-3-3-198-15,0 3 0 0,4-3 0 0,-5 2 0 16,0-1 0-16,1 0 0 0,-1 2 0 0,1 0 0 15,-1 1 0-15,-2-2 0 0,3 3 0 0,0 0 0 16,-2 0 0-16,1 0 0 0,1 0 0 0,-2 0 0 16,0 3 0-16,1-2 0 0,-2 3 0 0,0-4 0 15,2 2 0-15,-2 0 0 0,3-2 0 0,-3 0 0 16,3 0 0-16,-1 0 0 16,-1 0 0-16,-2 0 0 0,0 0 0 0,-3 2 0 15,1-2 0-15,0 0 0 0,-2 2 0 0,0-2 0 16,0 0 0-16,1 0 0 0,-2 0 0 0,3 0 0 15,-2 0 0-15,2 0 0 0,0 0 0 0,-2 0 0 16,1 0 0-16,-2-2 0 0,2 0 0 0,-3 2 0 16,-5 0 0-16,4 0 0 0,-1 0 0 0,-4 0-173 15,4 0 132-15,-3 0 33 0,-2 0 3 0,1 2 24 16,-1 0-1-16,0-1-28 0,-1 3 3 16,-2-4 47-16,0 3 127 0,-1-2-167 15,0-1 0-15,1 0 0 0,-3 0 0 0,0 0 0 16,0 0-205-16,0 0 177 0,0 0-1 0,0 0-246 15,0 0 129-15,0 0 55 0,0 0 34 0,0-8-531 16,0 1 269-16,0-3 148 0,0-1 68 0,0-2-557 16,0 1 313-16</inkml:trace>
  <inkml:trace contextRef="#ctx0" brushRef="#br0" timeOffset="244.07">6386 9843 1274 0,'0'1'0'16,"0"-1"0"-16,2 0 0 0,2 0 0 0,0 0 0 0,2 0 0 0,1 0 144 0,2 0-56 0,5 2-28 0,1 2 258 0,0 3-135 0,-1 3-78 15,4 1-37-15,0 1 67 0,1 6-52 0,-4-3-24 16,2 0 7-16,0 0-55 16,-2 2 22-16,0-2 0 0,-4 0-39 0,1-2 39 15,-5 2 7-15,-1 0-7 16,-4 0-24-16,0 2 24 0,-2 0-1 0,0 2 30 0,-11 3-30 0,-7-1 1 15,-2 1 0-15,-4 1-147 0,-3 0 69 0,-3-2 32 16,-2-1-5-16,-8 2-536 0,1-1 270 0,-4-2 113 16</inkml:trace>
  <inkml:trace contextRef="#ctx0" brushRef="#br0" timeOffset="1271.77">4385 8175 376 0,'1'-8'0'0,"1"2"0"0,0 1 0 0,-2-1 0 0,2 2 0 0,-2 3 0 0,0-2 0 0,0 0 111 0,0 0-31 0,0 3-8 16,0 0-39-16,0 0 45 15,0 0-23-15,0 0 1 0,0 0 65 0,0 0-48 16,0 0 0-16,2 0 9 0,1 0-24 0,-3 3 0 16,2 3-17-16,-2-1 63 0,0 4-36 0,0 3 1 15,0-1-37-15,0 4 63 0,0 0-23 0,0 4-9 16,0 0-30-16,0 5 41 0,0 1-21 0,0 1 1 16,0 2 8-16,0 2-8 0,0 2-21 0,0 2 34 15,0 2 1-15,0 1-35 0,0 1 8 0,0-1 7 16,0 6-15-16,0-1 0 15,0-2 0-15,0 2-7 0,0-2 15 0,0 9-8 16,0-2 0-16,0-1-2 0,0 1 1 0,0 0 1 16,0-4 13-16,0 11-13 0,0-10 0 0,0 1 24 15,0-2 0-15,0-2-16 0,0 7-9 0,0-3 3 16,0 2-2-16,0 0 0 0,0-1-1 0,0-2-14 16,0 9 15-16,0-5-1 0,0 1 1 0,0 0-38 15,0 0 1-15,0 1 41 16,0 1-58-16,0 2 21 0,0 1 0 0,0 1-11 15,0-3 1-15,0 1 23 0,0-2 6 0,0 3-52 16,0-1 23-16,3-1-10 0,-2 3 30 0,1 3-28 16,0-2-2-16,-1 3 17 0,-1-3 8 0,2 0-28 15,-2 1 25-15,2-1-4 0,-2-2 8 0,0-1-7 16,3-2 1-16,-3-2-8 0,0-1 8 0,0-7 1 16,0 11-1-16,0-9-29 0,0-2 28 0,0-6 0 15,-3 4 0-15,-1-2-43 16,3-2 19-16,-3-5 1 0,4-1 19 0,-1-8-91 15,-2 2 42-15,3-5-139 0,0-5 82 0,-2-2 43 16,2-6 11-16,-3-1-114 0,3-3 69 0,-2-1 27 16,0 0 8-16,-3-10-236 0,0-14 135 0,2-15 68 15,-1-6 33-15,1-10-422 0</inkml:trace>
  <inkml:trace contextRef="#ctx0" brushRef="#br0" timeOffset="1669.99">4380 8197 594 0,'0'-7'0'0,"0"1"0"0,0 3 0 0,-2-2 0 0,-1 3 0 0,0-1 0 0,-2 1 172 0,-2 0-66 0,1 2-36 15,0 0 7-15,3 0-7 0,-5 2 1 0,3 10-38 16,-3 2 31-16,0 7 1 0,2-1-24 15,-4 7 10-15,2-3-19 0,-1 4 1 16,-2 0 0-16,1 1-28 0,1-5 8 0,-1 8 20 16,-2-6 0-16,2 1-84 0,2-7 41 0,-3 3 22 15,3-2-6-15,1-8-86 0,6-4 37 0,-2-4 30 16,3-2-300-16,0-3 153 0,0 0 50 0,8-19 50 16</inkml:trace>
  <inkml:trace contextRef="#ctx0" brushRef="#br0" timeOffset="1836.53">4346 8139 1103 0,'7'0'0'0,"0"0"0"0,3 0 0 0,-3 4 0 0,2 7 0 0,4 4 0 0,-2 4 0 0,8 1 416 16,-3 3-193-16,0 2-94 0,3-1-41 0,1 2 169 16,1-1-112-16,0-2-56 0,1 0-78 0,0 0 0 15,0-2 30-15,2 0-479 0,-2-1 235 16,4 3 118-16,0-5 59 0</inkml:trace>
  <inkml:trace contextRef="#ctx0" brushRef="#br0" timeOffset="7017.41">3399 10108 274 0,'0'0'0'0,"-3"0"0"0,1 0 0 0,0 3 0 0,1-3 0 0,-1 0 0 0,2 0 58 0,-2 0-20 0,1 0-7 0,1 0 40 15,0 0-38-15,-3 0 0 0,3 0 0 0,0 0 15 16,0 0-15-16,0 0 0 0,0 0 0 0,0 0-1 16,0 0 1-16,0 0 13 0,0 0-12 0,-2 0-1 15,2 0 0-15,0 0-12 0,0 0 12 0,0 0 8 16,-3-3-8-16,3 2-35 0,-2-5-3 0,0 1 36 16,2-1-4-16,-1 1-29 15,-3-2 26-15,4 0 4 0,0 2-7 0,-2-3-25 16,-1 3-7-16,1-2 17 0,0 1 11 0,1 0 2 15,-1 0-7-15,1-1-12 0,-1 1 14 0,2-1 7 16,-3 3-8-16,3-2-17 0,-3 1 19 0,3-3 0 16,-2 2 1-16,2-1-39 0,-2-1 36 0,2 2 1 15,0-3-3-15,-1 2-24 0,1-3 21 0,0 1-33 16,0-1 32-16,0 3 2 0,0-2-6 0,0 1-19 16,0 1 20-16,0-1-1 15,0-1 2-15,0 1-2 0,0 1-1 0,0 0 2 16,1-1-3-16,1-2 23 0,0 3-21 0,1-3 2 15,-3 3-1-15,3-1 12 0,-1-1-11 0,-1 1 17 16,1-1-17-16,-2 0 3 0,1-1-2 0,1 2-2 16,0 0 3-16,1-2 3 0,-1 1-3 0,-2-1-28 15,4-1 27-15,-1 0 0 0,2-1 0 0,-5 3-19 16,5-4 18-16,-2 0-3 0,0 1 3 0,1 1 12 16,0-2-13-16,-2 4-1 15,2-4 0-15,1 1 12 0,-5 1-12 0,5 0 22 16,-4 0-20-16,3 2 3 0,-3-3-3 0,3 2 8 15,0-3-7-15,-3 4 3 0,6-2 0 0,-2 0-24 16,-2-1 22-16,2 1 0 0,-2-1 0 0,4 3-32 16,-4 0 31-16,3-1-3 0,-1-1-13 0,-1 4 12 15,1-1 1-15,2 1-18 0,-1-1 17 0,-1-1-3 16,3 2 2-16,-2-1-7 0,2-2 6 0,0 2-1 16,-3-1 1-16,4 0 9 0,1-1-9 0,-1 3 0 15,1-2 0-15,-5 1 15 16,4 1-14-16,-1-1-1 0,-2 1 1 0,1-1 2 15,1 1-2-15,1 1-5 0,-3-2 6 0,-1 3 0 16,3-1 0-16,0-1-5 0,0 1 4 0,-2-1 1 16,3-1-1-16,0-2 17 0,-1 3-17 15,0-1 0-15,0-1 22 0,3 0-21 0,-5 2 1 0,4-3 1 16,-3 2 27-16,0 1-26 0,1-1-1 16,0 3 8-16,-1-1-6 0,0 0 2 15,-1 1-2-15,1-1-2 0,1 3 2 0,3-1 2 16,-5 1 1-16,4-2-14 0,-1 2 11 0,1-1 0 15,0-2 1-15,0 3-7 0,0-4 7 0,3 4-3 16,-4-3-14-16,2 1 14 0,-1 1 0 0,-3-2-10 16,2 3 11-16,0-1-2 0,-1 1 1 15,2-1-9-15,-2-1 9 0,-2 4-2 0,2-2 0 0,0 2 6 16,-3-1-5-16,3 0-2 0,0-2 2 0,-3 2 17 16,4 1-16-16,-3-1 25 15,1-2-25-15,-1 2 1 0,2 0-1 0,-2 0-14 16,1 0 17-16,1 0-1 0,-3 2 0 0,4 0-13 15,-3 0 12-15,1 0 1 0,2 0 0 0,-1 0-10 16,1 0 8-16,1 0 0 0,1 0 2 0,-1 0-1 16,3 0-4-16,-1 0 2 0,-4 0 10 0,3 0-9 15,0 0-1-15,-4-1 1 0,2 0 0 0,-1 1 0 16,0 0 2-16,-2 0-9 0,1 0 8 0,0 0 0 16,0 0 0-16,-1 0 12 0,1 0-14 15,3 0 2-15,-3 0-2 0,1 0 34 16,-1 0-31-16,1 1 20 0,1-1-19 0,-3 1 0 15,1-1 2-15,2 0 0 0,-1 0 0 0,0 0-1 16,0 0 3-16,-1 0-22 16,2 0 21-16,-1 2 1 15,1-2-2-15,-1 0-22 0,0 0-4 0,-1 0 24 0,2 0-33 0,-1 0 31 0,0 0-5 0,-2 0 8 16,2 0-7-16,0 0 2 0,0 0-4 16,-3 2 16-16,3-2-13 0,-1 0 0 15,0 2 0-15,1 0 14 0,2-2-12 0,-3 2 0 16,0 0 1-16,1-2 4 0,1 2-3 0,-1 0-2 15,2-1 8-15,-4 1-6 0,5 0 0 0,-3 0 10 16,0 0-10-16,-1 1 0 0,3 0 0 0,0-2 27 16,-4 4-26-16,2-4 0 0,0 3 1 0,2-2 26 15,-4 0-25-15,2 1 1 0,0-1 2 0,0 0 4 16,0 0-4-16,0 2-2 0,0-2-7 0,1 1 10 16,-2-1 0-16,3 2-27 15,-2-2 25-15,-1 1-1 0,3 2 0 0,-3-3-33 16,0 1 30-16,1 1 1 0,0 0-3 0,-2-2 9 15,-1 1-8-15,3 3 2 0,-3-2-4 0,3 0 23 16,-3 1-21-16,2 1 0 0,-1-2 12 0,-1 1-9 16,3 2-2-16,0-1 0 0,-3 0 16 0,3-1-15 15,0 3 4-15,-1-2-23 0,0-1 20 0,-1-2 1 16,1 4 0-16,-1-2-37 0,2 1 36 0,-3-3-3 16,1 3 1-16,1-2-18 15,2 1 16-15,-4 1-2 0,3-2-5 0,-2 2 3 16,2-3 3-16,-2 3 13 0,1-2-14 0,1-1 0 15,0 1 1-15,-2 2 15 0,2-2-15 0,-4 2 2 16,3-3-2-16,-1 3-10 0,2-1 12 0,-2 3 0 16,-1-2-1-16,0 1-8 0,2 1 8 0,-4 1 0 15,3-2-10-15,-1 2 9 0,-1 0 0 0,3-2-4 16,-5 0 4-16,4 2-3 0,0-2 3 0,-1 0 3 16,-3 1-4-16,4-1 0 15,-3-2 0-15,4 3 4 0,-4-2-3 0,1 1 0 16,1 0 0-16,-3 2-15 0,2-2 14 0,0 0 0 15,-1 1 10-15,2-1-10 0,-2 2 0 0,1 0 1 16,0-2-1-16,0 0 0 0,-1 3 0 0,1-2-10 16,-1-1 10-16,2 0-1 0,-2 2 1 0,1-2-13 15,3 2 13-15,-5-2-1 0,2 2 0 0,0-2 3 16,-1 3-3-16,2-2-1 16,0 1 1-16,-1 0 19 0,1-1-19 0,-2 2-5 0,0-1 6 0,2-1-1 15,-3-1 1-15,2 3-10 16,1-1 10-16,-2-2 0 0,2 3 0 0,-3-1-38 15,2 1 36-15,0-2 0 0,-3 1 0 0,4 0-33 16,-2 0 31-16,1-1-3 0,-2 0 2 0,3-1-8 16,-3 0 7-16,1 2-3 0,-2-1 8 0,3-1-7 15,-1 3 0-15,-3-3 10 0,2 3-9 0,1 0 1 16,-2-2-1-16,1 2 19 0,1-1-17 0,-2 5 0 16,1-5 0-16,0 3 15 15,1-3-14-15,-2 2 2 0,1 2 2 0,-2-2-3 16,1 1 1-16,1-1-1 0,-2 2 1 0,2 0-1 15,0 0 0-15,-2 0 0 0,1 3 0 0,-1-1 0 16,0-2 0-16,0-2 0 0,0 2 0 0,0-3 0 16,0 1-1-16,2-2 3 0,-2 0-2 15,0 0 0-15,3-5 0 0,-2 2 0 0,-1 0 0 0,2-2 2 16,1-1-2-16,-2 2 0 0,-1-3 0 16,2 3 7-16,0-1-7 0,1 0 1 15,-3-2-1-15,1-1 0 0,-1 1 1 0,0 0 0 16,1-2 0-16,-1 0-4 0,0 0 4 0,0 0 0 15,0 0-3-15,0 0 2 0,0 0 1 0,0 0-59 16,0 0 28-16,0-7-1 0,0-6 26 0,0-1-149 16,0-2 66-16,0-4 38 0,0-2 9 0,0 1-434 15</inkml:trace>
  <inkml:trace contextRef="#ctx0" brushRef="#br0" timeOffset="14438.78">3405 10086 134 0,'0'0'0'0,"0"0"0"0,-3 0 0 0,1 0 0 0,-2 0 0 0,2 0 0 0,0 0 150 0,1 0-59 15,-1 0-29-15,2 0 2 0,-2 0 7 16,2 0-38-16,0 0 18 0,0 0-19 0,0 0 1 16,0 0 0-16,0 0 21 0,-1 0-21 0,1 0-1 15,0 0 1-15,0 0-32 0,-3 0 32 0,1 0 8 16,2 6-38-16,0 1 30 0,-3 2 0 0,3 1-1 15,0-2-2-15,0-1 9 0,0-1-13 0,0-2-27 16,0-3-2-16,0 1 30 0,3-2-4 0,2 0-26 16,0 0 25-16,-2 0 2 15,2-6-4-15,-2-2-22 0,1-3-2 0,-2 3 30 0,-2-4-41 16,0 3 34-16,0 2-5 0,0 0 4 0,0-2-39 16,0 3 3-16,-3 1 25 0,-2 4 5 0,1-3-23 15,-1 2 21-15,1 2-6 0,0 0 41 0,-1 0-38 16,1 0 2-16,-1 0 25 15,3 6-25-15,-5 5 1 0,6-1 2 0,-2 0 40 16,3 0 0-16,-2 0-36 0,2-1-2 16,0-3 6-16,0-1-1 0,0-1-2 15,0-3-44-15,3-1 22 0,4 0 0 0,2 0 21 0,-1-1-77 16,0-7 34-16,-1-3 0 0,2-3 30 0,-3 0-87 16,-4-2 38-16,1 4 13 0,-2 2-1 0,-1-1-1 15,0 1 15-15,0 1 32 0,-4 3-37 0,-1 2 1 16,-3 1 7-16,-1 1 85 0,-1 2-41 0,3 0 1 15,-3 0-39-15,2 4 114 0,0 7-52 16,0 0-15-16,2 3 64 0,2 2-38 0,1 1-19 16,1 0 16-16,2-2-65 0,0 1 36 15,0-6-5-15,0 0 12 0,2-1-53 0,3-3 21 16,3-2 0-16,3-4-184 0,0 0 96 0,3 0 38 16,-1-6 29-16,0-10-294 0,2 0 146 0,-1-2 49 15,1 2 44-15</inkml:trace>
  <inkml:trace contextRef="#ctx0" brushRef="#br0" timeOffset="15192.52">5357 10051 245 0,'-1'0'0'0,"-1"-2"0"0,-2 0 0 0,0 1 0 0,0-2 0 0,1 0 219 16,-2 0-93-16,5 2-47 0,-3-1-22 0,-1 2 89 15,3 0-48-15,1 0-37 0,-3 3 1 0,3 11-59 16,0-2 30-16,0 3 0 0,0-1 8 0,0 1-38 16,0-4 0-16,0 3 0 0,4-7 29 0,0 1 1 15,4-1 8-15,-2-3-65 0,2-2 29 0,-4-2-2 16,2 0 0-16,1 0-70 0,-1-4 45 0,1-9 5 15,-5-2 0-15,2 0-91 0,0-2 55 0,-1 2 20 16,-3 0-57-16,0 6 34 16,0-1 23-16,0 3 8 0,0 1 9 0,0 4-22 15,0 0 18-15,0 2 112 0,-3 0-55 0,-2 0-27 16,1 6-1-16,-2 5 95 0,3 2-53 0,-2-2-16 16,4 3-1-16,-2-5-5 0,3 0-21 0,0-1 32 15,0-2-305-15,0-2 135 0</inkml:trace>
  <inkml:trace contextRef="#ctx0" brushRef="#br0" timeOffset="16509.74">3592 8942 183 0,'-3'0'0'0,"-2"0"0"0,1 1 0 0,0-1 0 0,1 0 0 0,0 0 52 0,-2 0 0 0,2 0 30 16,0 0-28-16,0 0-1 0,1 0-20 0,1 0 33 15,-2 0 1-15,1 0-26 0,2 0-8 0,0 0 23 16,0 0 0-16,0 0-24 16,0 0 1-16,0 0 44 0,0 0-45 0,0 0 30 15,0 0-29-15,0 0-1 0,0 0 1 0,0 0 44 16,0 0-45-16,0 0 1 0,0 1 0 0,2 1 33 16,1 0 0-16,0 0-25 0,1 0-8 0,1 0 21 15,0-2 1-15,0 2-23 0,0-2 1 0,-1 2 35 16,2-2-35-16,-2 2 35 0,2-2-35 15,-3 0 0-15,2 0 0 0,2 0 27 16,-2 0-27-16,2 0-1 0,-1 0 1 0,1 0-6 0,1 0 6 16,0 0 8-16,1 0-8 0,-2 0-22 15,3 0 0-15,2 0 22 0,-2 0 0 0,2 0-37 16,2 0 10-16,0 1 0 0,-1 1 11 0,2-2-26 16,0 0 0-16,3 0-1 0,-4 0-10 0,2 0 37 15,-2 0-7-15,1 0-8 0,0 0 13 0,-3 0-4 16,2 0-5-16,-3 0-12 0,1 0 14 0,-3 0 2 15,0 0-2-15,-1 0-30 16,-2 0 29-16,-2 0 1 0,2 0-25 0,-4 0 23 16,-1 0-1-16,1 0 31 0,-1 0-30 0,-1 0 0 15,0 0 0-15,0 0 4 0,0 0-4 0,0 0 2 16,0 0-1-16,0 0 12 0,0 0-10 0,0 0-1 16,0 0 4-16,2 0-38 0,-2 0 35 0,2 0 9 15,1 0-11-15,-3 0 0 0,1 0-1 0,1 0 27 16,1 0-26-16,-3 0 0 0,1 0-1 0,1 0 7 15,-2 0-4-15,0 0 0 0,0 0 1 16,0 0 31-16,0 0-29 0,0 0-2 16,0 0 10-16,0 0 32 0,0 0-35 0,0 0 23 15,0 0 2-15,0 0-26 0,0 0 6 0,0 0 14 16,0 0-15-16,0 0-2 0,0 0 4 0,0 2-26 16,0 0 6-16,0 0 17 0,0 1 1 0,0 0-34 15,0 3 30-15,0-2 2 0,0 3-38 0,0 0-3 16,0 2 30-16,0 2-12 0,-3 3 1 0,-3 3 13 15,-1 4-6-15,-2 5-31 0,-4 4-4 0,-4 6 36 16,3 1-5-16,-4 2-425 16,5-3 191-16,-1 11 110 0,11-8 38 0</inkml:trace>
  <inkml:trace contextRef="#ctx0" brushRef="#br0" timeOffset="24254.78">10123 7372 726 0,'-9'0'0'0,"4"0"0"0,-1 0 0 0,3 0 0 0,1 0 0 0,0 0 0 0,0 0 300 0,0 0-134 0,2 0-66 15,0 0 17-15,0 0-43 0,0 3-12 0,0 6 11 16,2 2 0-16,2 2-41 0,1 1 1 0,1 0-20 16,1 4 28-16,-1 0-8 0,-2 3 0 0,0-2-42 15,-1 0 1-15,-1-1 41 16,0 0 8-16,0-4-179 0,0-2 83 0,-2-1 20 15,0-4 27-15,0-1-158 0,0-2 85 0,0-4-257 16,0 0 156-16,0 0 62 0,0-4 43 0,0-15-214 16,0-4 133-16,0 1 62 0</inkml:trace>
  <inkml:trace contextRef="#ctx0" brushRef="#br0" timeOffset="24599.43">10107 7286 419 0,'-7'-15'0'0,"1"4"0"0,1 4 0 0,0 1 0 0,3 2 0 0,-1 2 363 16,3-1-170-16,0 0-80 0,0 0-40 0,0-1 239 15,10 0-139-15,4-3-63 0,9 1-42 0,0 1 166 16,7-3-101-16,2 3-17 16,3 1-41-16,3-2-13 0,5 2-9 0,-1-1-59 15,-1 1-1-15,-2 0 40 0,-4 0 0 0,4 1-141 16,-6 0 67-16,-1 0 37 0,-4 1-1 16,-9 2-78-16,2 0 56 0,-9 0-6 0,0 0 13 15,-3 0-5-15,-3 0 0 0,-3 0 169 0,-1 2-72 16,1 1-40-16,-3-2 0 0,0 1 168 0,2 0-93 15,-2 1-33-15,0-1-26 0,0 2 58 0,2-2-41 16,-2 0 0-16,2 6-32 0,-1 0 1 0,1 4-1 16,0 1 8-16,0 2-35 0,0 2 27 0,-2 4 0 15,1-1-84-15,-1 3 42 0,2 1 29 0,-2 4-8 16,2-3-207-16,0-5 107 0,-2 1 40 16,2 0 31-16,-2 0-162 0,0-3 88 0,0 1 18 15,0-2 30-15,0-2-356 0,0-2 183 0,0-2 83 16,-4-1-270-16,-1-3 186 0,-3-3 92 15,-4 0-244-15,2-4 169 0,-3 0 75 0</inkml:trace>
  <inkml:trace contextRef="#ctx0" brushRef="#br0" timeOffset="24823.45">10273 7444 1610 0,'-25'0'0'0,"8"0"0"0,1 0 0 0,2 0 0 0,3 0 0 0,2 0 0 0,2 0 0 0,4 0 143 0,3 0-55 0,0 0 87 15,3 0-70-15,15-4-29 0,6 0-7 0,5 0-37 0,2-1 184 16,0 2-92-16,2-1-39 0,-1 2-18 16,-2 0-8-16,0 0-27 0,-3 2-121 0,-5 0 61 15,2 0 30-15,-3 0 9 0,-4 0-259 0,-2 0 140 16,-6 0 71-16,0 0-208 0,-4 2 126 0,-1 0 12 16,-3-2 50-16,-1 0-360 15,0 0 193-15,-3 0 95 0,-11 0 49 0,1 0-267 16,-6-4 161-16</inkml:trace>
  <inkml:trace contextRef="#ctx0" brushRef="#br0" timeOffset="25057.89">10248 7036 1034 0,'-10'-12'0'0,"5"4"0"0,-1 2 0 0,1 3 0 0,1 0 0 0,1 2 0 0,-1 1 517 0,-2 0-243 0,2 9-120 15,0 8-61-15,1 0 257 0,1 2-151 16,-2 5-87-16,4 4-40 0,0 4 18 0,0 1-28 15,0-2-51-15,2 1 30 0,5-2-8 0,2 2-1 16,3-3 1-16,-1 0-233 0,1-3 117 16,-3-1-264-16,0 3 186 0,-2-7 74 0,3 0 55 0,-6 2-360 15,0-1 181-15,-2-4 79 0,-1-3 54 0,-1 0-208 16,0-5 127-16,0-3 63 0,0-1-67 0,0-4 57 0,0-2 40 16,0 0 1-1,0-8-149-15</inkml:trace>
  <inkml:trace contextRef="#ctx0" brushRef="#br0" timeOffset="25426.9">10431 6872 1674 0,'7'-2'0'0,"-2"2"0"0,1 0 0 0,-4 5 0 0,-1 10 0 0,-1 2 0 0,0 8 0 0,0-1 0 0,0 4 180 0,0 4-73 0,2 4-29 0,1-2-21 16,1 5-1-16,-1-2-23 0,-1 1 0 0,2 0-164 15,-2-2 90-15,-1-2 33 0,1 1-245 0,-2-1 143 16,0-1 72-16,0-3-285 0,-9 1 135 0,0-3 91 16,-5-3-23-16,0-3 44 0,-2-4-29 0,0-4 37 0,-3-3 80 15,-2-2-18-15,3-1 0 16,-3-5-26-16,1 1 116 0,4-2-57 16,-1 0-39-16,4 0 9 0,2 0 382 0,3-1-195 15,2-1-59-15,3 2 350 0,1-2-212 0,2 0-120 16,0 2-54-16,2 2 133 0,12-2-95 0,4 2-46 15,4-2-17-15,5 1 122 0,-4-1-77 0,6 2-53 16,-1-2 0-16,-2 2-24 0,1-1 9 0,3 1-8 0,-5 0-206 16,-2 0 103-16,-2-1 51 0,2 1 26 15,-5 0-448-15,1-2 228 0,-3-1 62 0,-2-1-449 16,0 0 283-16,-1 0 142 0,-2-3-304 16,1-10 227-16,-3-4 109 0</inkml:trace>
  <inkml:trace contextRef="#ctx0" brushRef="#br0" timeOffset="25702">10804 7067 991 0,'7'-14'0'0,"-1"9"0"0,-1-1 0 0,0 2 0 0,-3 2 0 0,1 2 243 0,1 0-105 0,-2 0-53 16,0 2 142-16,0 12-101 0,-2 1-47 0,0 2-23 16,0 3 0-16,0 5-44 15,-8-7 29-15,1 3-102 0,-1-3 47 16,-1 0 23-16,0-4 0 15,0 0-18-15,2-5 29 0,2-1-9 0,-1-3 22 0,3-1 61 0,1-2-40 16,0 0-1-16,2-2 19 0,0 0-28 0,0 0-12 16,0 0-11-16,0 0-6 15,2 0 13-15,5 0 26 0,4 0-23 0,1 0-122 0,-1 0 60 0,1 0 37 0,2-2-360 16,-3 0 175 0,3 1 91-16,-5-3 26 0,2 2-199 0,-1 0 87 15,-1-2 70-15,0-2 27 0,-2-1 8 0,3-4 37 16,-4-3-485-16,-1-4 242 0</inkml:trace>
  <inkml:trace contextRef="#ctx0" brushRef="#br0" timeOffset="25932.9">10976 7046 789 0,'5'-13'0'0,"-1"1"0"0,-1 3 0 0,1 1 0 0,-2 3 0 0,0 3 0 0,-1 1 0 0,1 1 168 0,0 0-67 0,-2 1-34 0,0 14 183 0,0 6-109 16,0 5-46-16,-5 1 42 0,-5 7-52 16,-3-5-26-16,2 4 0 15,-5-6-70-15,4-2 31 0,-6 1-9 0,7-7 22 16,-3 0-28-16,0-6 28 0,3-2-1 0,4-4 77 0,-1-1-43 15,4-2 1-15,0 0-34 16,4-4 48-16,-1 0-24 0,1 0 9 0,0 0-34 16,1 0-32-16,8 0 33 0,7 0 0 0,-3 0-27 0,4-2-9 0,-1-3 36 15,2 2 0-15,1-1-268 0,-4 1 126 0,-3 1 73 16,6 0 12 0,-9 0-549-16,3 2 253 0,-3 0 145 0,-2 0-162 0,-5 6 143 15</inkml:trace>
  <inkml:trace contextRef="#ctx0" brushRef="#br0" timeOffset="26082.52">10909 7474 1030 0,'-11'8'0'0,"4"-1"0"0,-3-1 0 0,2 0 0 0,3-5 0 0,1 1 299 0,3-2-134 16,1 0-65-16,0 2-26 0,1-2 240 0,10 0-141 0,7 0-32 16,-2 0-54-16,3 0-27 15,-1 0 8-15,2 0-475 0,0-4 220 0,0 1 110 16,0-5 55-16,-1 1 27 0,-1-1-662 0</inkml:trace>
  <inkml:trace contextRef="#ctx0" brushRef="#br0" timeOffset="26266.02">11135 7115 1976 0,'0'0'0'0,"0"0"0"0,2-1 0 0,2-1 0 0,3-2 0 0,0 0 0 0,7-1 0 0,0-1 178 0,4-1-64 0,-2 5 136 15,3-2-109-15,-1 0-54 0,2 2-27 0,-1 0 0 0,-1 1-331 16,-1-2 147-16,-2 3 79 16,0 0-554-16,-2 0 316 0,-3 0 158 0,-1 4-247 0,-5 4 191 0</inkml:trace>
  <inkml:trace contextRef="#ctx0" brushRef="#br0" timeOffset="26436.57">11165 7226 885 0,'-17'6'0'0,"-1"3"0"0,8-1 0 0,2-4 0 0,1 0 0 0,2-3 0 0,4 1 61 0,1 0 358 16,0 0-198-16,8-1 105 0,3 4-147 0,6-4-73 16,-1 2-36-16,2-3-14 0,0 1-23 0,1-1-1 15,-1 0 1-15,0 0-322 16,-1 0 161-16,-6 0 88 0,2 0 33 0,-1 0-423 16,-5 0 194-16,0 0 125 0,-1 0-247 0,-2 0 155 15,0-5 88-15</inkml:trace>
  <inkml:trace contextRef="#ctx0" brushRef="#br0" timeOffset="26747.83">11259 6828 2005 0,'-6'0'0'0,"0"10"0"0,1 5 0 0,1 9 0 0,0 0 0 0,1 7 0 0,3 9 0 0,0 2 0 0,0 5 246 0,0 0-106 0,0-2-46 0,3 9 82 15,6-4-72-15,1-4-36 0,1-2 1 0,0-9-70 0,3 1 9 16,1-6 25-16,-3-4-200 0,2-5 100 15,1-4 49-15,-2 0 26 0,-2-6-264 0,-2-4 140 16,1-1 36-16,-4-3-152 0,-3-3 77 16,1 0 63-16,-2-3 9 0,0-12 82 0,-2-2-32 15,0-3 0-15,0-7 1 0,-2 1 49 0,-4 3-33 16,-1-7 9-16,0 12-26 0,-1-3 30 0,-1 6 0 16,3 7-30-16,-3 3 12 0,-3 1 207 15,-1 4-80-15,0 2-57 0,-4 15 152 0,0 3-94 16,1 3-23-16,-2 3-37 0,2 0 14 0,-1 0-31 15,4-5 13-15,1-2-361 0,3-2 167 0,5-6 85 16,1-3 39-16,3-5-281 0,0-3 132 0,0 0 81 16</inkml:trace>
  <inkml:trace contextRef="#ctx0" brushRef="#br0" timeOffset="26900.02">11418 6862 1487 0,'6'-8'0'0,"3"3"0"0,1 5 0 0,1 0 0 0,-4 0 0 0,1 0 0 0,2 2 0 0,-3 6 326 0,2 3-147 0,1 2-73 0,-1 1-88 16,2 5-9-16,1 1 23 0,-1 4 1 0,2 0-524 15,0-1 261-15,-4-1 140 0</inkml:trace>
  <inkml:trace contextRef="#ctx0" brushRef="#br0" timeOffset="27070.57">11736 7091 1692 0,'0'2'0'0,"0"0"0"0,0-1 0 0,1 2 0 0,1-1 0 0,4 1 0 0,0 3 0 0,3-1 0 0,2 1 459 0,3 4-217 0,-1-1-105 16,-1 4-52-16,2 0-177 16,-1 3 63-16,0-2 39 0,-2 1-9 0,1 0-515 15,-1 0 273-15,-2-2 137 0,0 1-255 0</inkml:trace>
  <inkml:trace contextRef="#ctx0" brushRef="#br0" timeOffset="27289.81">12066 6862 1725 0,'2'-13'0'0,"-2"7"0"0,2 2 0 0,-2 3 0 0,0-2 0 0,0 3 0 0,0 8 0 0,0 14 288 0,-4 9-119 0,-7 9-72 16,-2 10-33-16,-5 12 275 0,2 2-153 0,-3 6-24 15,3 1-57-15,-4 4-40 0,2 1 0 0,-1 2-72 16,-2 0-1-16,3 0 41 0,1-13 8 0,-3 10-325 16,8-18 159-16,1 0 78 0,-1-10 41 0,6-11-441 15,3-5 230-15,-1-1 29 0,2-12 85 0,2-4-384 16,0-11 227-16,0-3-291 0</inkml:trace>
  <inkml:trace contextRef="#ctx0" brushRef="#br0" timeOffset="27467.34">12290 7110 1129 0,'1'-8'0'0,"9"5"0"0,1-1 0 0,2 0 0 0,-3-2 0 0,1 3 0 0,-2-1 446 16,3 0-199-16,1 1-111 0,0-3-51 0,4 2 21 15,-1 1-37-15,2-2 1 0,1 4-382 0,-1 0 168 16,-2 1 89-16,-2 0-644 0,0 0 333 0</inkml:trace>
  <inkml:trace contextRef="#ctx0" brushRef="#br0" timeOffset="27614.03">12320 7274 1414 0,'-6'5'0'0,"4"1"0"0,2-3 0 0,0 0 0 0,0 0 0 0,4-1 0 0,11-2 0 0,7 0 0 0,3 0 571 0,2-2-269 0,-3-2-64 15,8-3-107-15,-7 2-48 0,2-2-26 0,-4 4-613 16,3-1 295-16,-3 2 154 0</inkml:trace>
  <inkml:trace contextRef="#ctx0" brushRef="#br0" timeOffset="28555.82">13131 6642 850 0,'-9'3'0'0,"3"-2"0"0,4-1 0 0,1 1 0 0,-1-1 0 0,2 0 0 0,0 0 0 0,0 0 276 16,2 0-122-16,14 0-53 0,9 0-38 0,7 0 155 15,8-7-93-15,6-2-46 0,7-1-23 16,1-1 128-16,12-2-80 0,-4 4-35 16,0-1 77-16,2 3-56 0,-4-1-29 0,-8 2 1 15,8 3-8-15,-1 1-22 0,-7 0 1 0,-2 1-35 16,-2-2 34-16,-11 2 9 0,5-1-8 0,-8 0-68 15,-6 0 34-15,-6 1 0 0,-3-2 34 0,-6 3-114 16,-1 0 30-16,-5-1-88 0,-3 1 63 0,-2 0 39 16,-1 0 3-16,-1 0-76 0,0 0 41 0,0-2 27 15,-1-1-1-15,-9 2-61 16,-3-1 27-16,-4 2 17 0,0 0 5 0,-3 0-357 16,-5 0 190-16,1 8 94 0,-4 3 48 0</inkml:trace>
  <inkml:trace contextRef="#ctx0" brushRef="#br0" timeOffset="28990.79">13173 6633 517 0,'-21'0'0'0,"8"0"0"0,1 5 0 0,7 4 0 0,-1-3 0 0,1 2 0 0,-1 1 0 0,2 3 0 0,0 2 557 0,4 4-267 0,0 8 2 15,0-2-130-15,0 4-65 0,2 3-32 0,6 0 28 16,-1 5-34-16,1 1 0 0,-1-1-26 16,-2 2-22-16,2-1 1 0,-2 1 29 15,-1 0-9-15,0-5-48 0,-3-1 24 0,1-2 0 0,0-1 24 16,-2-5-13-16,0-1 14 0,0-1-35 16,0-5 17-16,-4-2 12 0,1-6-19 0,-1 0-21 15,-1-5 32-15,-1 2-3 0,0-6 2 0,-3 0-78 16,0 0 39-16,-3-2-5 0,1-11 40 0,-2-4-216 15,-1-4 101-15,3 1 49 0,1 4-76 0,-1-4 44 16,2 1 32-16,2 6-10 0,-1 5 31 0,2 1-1 16,1 3-13-16,1 3 216 0,1-1-100 0,-3 2-54 15,0 0-23-15,-1 7 222 16,1 6-113-16,-1 2-30 0,1 4-36 0,-2 1 103 16,3 0-57-16,-1-1-9 0,1-1-60 0,-1 1 19 15,2-2-1-15,-2-2-176 0,1-2 89 0,1 0 42 16,-1-5 30-16,-1 1-361 0,2-2 172 0,2-3 57 15,0-1 52-15,0-2-341 0,2-1 177 0,0 0 101 16,2-1 47-16,10-15-312 0</inkml:trace>
  <inkml:trace contextRef="#ctx0" brushRef="#br0" timeOffset="29297.56">13349 6914 1110 0,'8'-15'0'0,"-3"8"0"0,-1 1 0 0,0 3 0 0,-3 1 0 0,-1 0 0 0,0 2 142 0,0 0-54 0,0 0-20 0,-1 7 154 16,-7 6-94-16,-1 6-48 0,-1 2-23 0,-1 1-57 16,2 0 7-16,-5 5 26 0,4-4 0 0,-2-4-115 15,1 1 57-15,2-6 29 0,1 1 9 0,0-4-15 16,4-2 1-16,1-5 108 16,1 0-38-16,0-2-32 0,2-2-10 0,0 2 45 15,0-2-26-15,9 0-1 0,7 0-26 0,2 0 196 16,7 0-95-16,-3 0-44 0,5 0-22 0,-1-2 48 15,0-2-34-15,-5 1 8 0,3 0-111 0,-1-1 35 16,-1 2-1-16,-3 1-248 16,-1-1 141-16,-8 2 79 0,5 0 27 0,-5 0-253 0,-1 0 133 15,-2 0 32-15,-3 0 44 0,0 0-477 0,-3 0 250 16,2 0 119-16,-3-2 61 0,0 0-237 16,0-7 148-16,-10-4 66 0</inkml:trace>
  <inkml:trace contextRef="#ctx0" brushRef="#br0" timeOffset="29468.6">13462 6903 1121 0,'-9'-7'0'0,"3"5"0"0,0 0 0 0,2 2 0 0,0 0 0 0,1 0 0 0,-3 11 0 0,4 4 0 0,2 3 0 0,0 6 362 0,0 2-164 0,0 2 184 15,0 2-174-15,0 4-80 16,0 0-51-16,0 1 2 0,0 0-23 0,0 0 0 16,0-1-23-16,0 0-75 0,0-1 34 0,0 1 20 15,0-2 0-15,2 0-358 0,0-4 190 0,4-7 103 16,-1-1 38-16,3-4-620 0,0-5 269 0</inkml:trace>
  <inkml:trace contextRef="#ctx0" brushRef="#br0" timeOffset="29634.68">13629 7254 1414 0,'4'0'0'0,"0"0"0"0,-1 0 0 0,1 0 0 0,0 0 0 0,1 0 0 0,3 0 0 0,0 0 447 16,4 0-212-16,0 0-100 0,3 0-52 0,0 0 20 15,2 0-35-15,2 0 9 0,-1 0-261 0,1 0 109 16,0-1 53-16,-1 1-505 0,0-2 288 0,-4 2 132 16,2 0 70-16,-7-2-545 0</inkml:trace>
  <inkml:trace contextRef="#ctx0" brushRef="#br0" timeOffset="29865.06">13853 7099 895 0,'-8'-14'0'0,"4"5"0"0,0 0 0 0,4 1 0 0,0-3 0 0,0 5 0 0,0-3 444 0,12 1-205 0,3 4-104 16,6 1-51-16,0 1 237 0,0 2-136 0,6 0-80 16,-4 5-4-16,-2 9-34 0,-1 2 0 0,-3 1-75 15,-4 0 9-15,0 8 31 16,-4-2 1-16,-5 3-142 0,-2 0 72 0,-2 2 34 16,0 0 9-16,-11 1-137 15,-6-3 82-15,-2-2 3 0,-2-3 32 0,-1-5-182 0,-1-2 63 0,-5-3 27 16,2-3-34-16,2-5 53 0,3-1 27 0,1-2-165 15,4 0 87-15,3 0 57 0,5 0 25 0,4-2-227 16,4-9 125-16,0-3 63 0</inkml:trace>
  <inkml:trace contextRef="#ctx0" brushRef="#br0" timeOffset="30093.45">14183 7016 666 0,'4'-9'0'0,"-2"3"0"0,-2 2 0 0,0 3 0 0,-4-2 0 0,-9 3 499 15,2 0-225-15,-1 3-124 0,1 10 229 0,0 7-174 16,1 3-85-16,3 7 68 0,1 2-69 0,4 0-48 16,2 1 1-16,0-1 53 0,0 0-46 0,8-1-23 15,5-4 8-15,2 0-93 16,2-3 31-16,1-4 0 0,2 1 31 0,-6-6-272 16,5-1 132-16,0-4 70 0,-2 1-404 0,0-6 190 15,-4-3 123-15,1 0-190 0,-2-2 148 16,-1 0 68-16,-1-9 34 0,1-10-333 15,-4-3 184-15</inkml:trace>
  <inkml:trace contextRef="#ctx0" brushRef="#br0" timeOffset="30374.7">14320 6811 827 0,'0'-1'0'0,"0"-2"0"0,0 2 0 0,2-2 0 0,3-2 0 0,5 2 415 0,3 0-196 0,-2 1 67 16,3 2-127-16,-3 0-63 0,2 0-32 0,-3 5-104 15,0 4 32-15,-2 4 1 0,-2 4 39 0,-4 2-114 16,0 0 57-16,-2 3 37 0,0 2-8 0,-6-6-165 16,-6 2 97-16,0-1 48 0,-2-4-107 0,3-2 37 15,-2-4-10-15,3-3 37 16,3 0 211-16,0-5-87 0,1 1-44 0,2 0 352 16,4-2-175-16,-2 0-95 0,2 0-18 0,0 0 114 15,0 0-83-15,2 0-33 0,11-5-30 0,0-1 43 16,4-2-31-16,0 1 4 0,4 1-91 15,-2 0 36-15,1 3-9 0,3 1-378 0,-2 2 203 0,-1 0 101 16,1 0 51-16,-2 2-739 0,-1 7 349 16,-2 6 188-16</inkml:trace>
  <inkml:trace contextRef="#ctx0" brushRef="#br0" timeOffset="30548.75">14777 7375 2783 0,'0'0'0'0,"0"0"0"0,0 0 0 0,0 0 0 0,0 0 0 0,0 0 0 0,0 0 0 0,0 0 257 15,0 0-104-15,0 0 90 0,0 0-105 0,0 0-53 16,0 0-26-16,0 0-740 0,0 0 365 0,2 0 170 16</inkml:trace>
  <inkml:trace contextRef="#ctx0" brushRef="#br0" timeOffset="57549.42">15839 6991 400 0,'0'-1'0'0,"-2"-1"0"0,1 0 0 15,-3 0 0-15,0 1 0 0,1-2 0 0,-3 1 0 0,3-1 181 0,-2-1-74 0,1 0-37 0,3-2 24 0,-1-1-31 16,2-2 9-16,0-1 22 0,0-1-30 15,0 3 0-15,0-1-32 0,0-1 62 16,0 1-23-16,3 2-7 0,6-1-32 0,0 0 39 16,3 2 1-16,2 0-32 0,3-2-7 0,2 2 35 15,4 2-35-15,-3 3 0 0,6-1-8 0,-5 2 16 16,5 0-8-16,-4 3-12 0,1 9 11 0,-2 3 1 16,-3 2 0-16,-4 1-37 0,2 9 15 0,-4 0-1 15,-5 2 23-15,-3 3-77 0,-2 2 35 0,-2 0 15 16,0 0-6-16,-4-2-4 0,-7-1 0 0,-4-2 9 15,-2-1 44-15,-2-4 1 16,-2-3-36-16,1-2-5 0,-3-4 6 0,1-4-1 16,2-6 1-16,-5-1-84 0,2-4 39 0,2 0 1 15,3 0 42-15,1 0-316 0,6-13 148 0,2 1 59 16,4-2 44-16,5-5-332 0,0-3 175 0,5-1 89 16,7-1-234-16</inkml:trace>
  <inkml:trace contextRef="#ctx0" brushRef="#br0" timeOffset="57769.96">16213 6875 470 0,'5'-13'0'0,"-4"4"0"0,1-3 0 0,-2 3 0 0,0 0 301 0,0 3-133 0,-2 0-68 0,-4 5 66 16,-1-2-70-16,-2 3-32 0,-2 0 0 0,-3 14 75 16,-1 6-53-16,0 7-19 0,2 1-7 0,1 5 58 15,3-1-42-15,4 3-22 0,5-4 85 0,0 1-45 16,0-2-35-16,9 1-48 0,5-5 0 15,4-2 21-15,1-1 1 0,-1-7-70 16,7 5 31-16,-3-6 0 0,3-2 38 0,-3-3-300 16,-1-3 146-16,2 1 53 0,-5-5 2 0,1 1-448 15,0-4 238-15,-6 0 121 0</inkml:trace>
  <inkml:trace contextRef="#ctx0" brushRef="#br0" timeOffset="58011.54">16657 6604 943 0,'-4'0'0'0,"1"5"0"0,3 4 0 0,-2 2 0 0,-3 0 0 0,3 7 0 0,-3 6 351 0,3 2-159 0,0 4-79 16,-1 0 198-16,1 5-143 0,0-4-68 0,-2 3-33 15,2 1 1-15,-4 1-35 0,-1 2 8 16,-2-3-135-16,0 1 63 0,-3-2 32 0,1-2 0 15,0-5-69-15,-1-6 59 0,-1 0 17 16,1-8-1-16,5-3-386 0,0-7 133 0,1-1 118 16,5-2-324-16,-1-2 213 0,2-11 103 0</inkml:trace>
  <inkml:trace contextRef="#ctx0" brushRef="#br0" timeOffset="58136.21">16581 6983 1001 0,'7'-5'0'0,"0"4"0"0,0 1 0 0,-1 0 0 0,-1 0 0 0,1 0 0 0,0 6 176 0,1 1-71 0,-1 2-28 0,-1 2 135 16,3 0-89-16,-2 1-46 0,-1 3-22 0,-1-4-238 16,1 2 116-16,-1-1 46 0,2-1 26 0,-2-2-237 15</inkml:trace>
  <inkml:trace contextRef="#ctx0" brushRef="#br0" timeOffset="58358.75">16850 6661 1591 0,'0'0'0'0,"0"0"0"0,0 0 0 0,0 0 0 0,0 0 0 0,0 2 0 0,0 7 0 0,0 7 0 0,0 2 372 16,0 9-173-16,0 1-84 0,0 6-40 0,-7 6 70 0,-2 0-57 0,-1-2-19 16,-3 6-8-16,-1 0-63 0,1-3 1 0,-1 1-122 15,-2-2 78-15,4-8 47 0,-6-2-9 0,-1 1-307 16,3-7 173-16,0-7 37 15,3-1 59-15,3-7-475 0,-1-4 248 0,4-2 120 16,2-3 59-16</inkml:trace>
  <inkml:trace contextRef="#ctx0" brushRef="#br0" timeOffset="58512.44">16765 7082 1197 0,'5'0'0'0,"2"0"0"0,-1 2 0 0,-3 5 0 0,3 3 0 0,1 1 286 0,1 4-126 0,1-1 139 15,0 2-133-15,3 2-58 0,3 3-42 0,0-4 136 16,0 2-85-16,4 0-42 0,-1 0-21 0,0-4-288 16,3 3 129-16,-6-4 69 0,6-2 35 0,-2 0-572 15</inkml:trace>
  <inkml:trace contextRef="#ctx0" brushRef="#br0" timeOffset="58791.25">17186 7048 1111 0,'0'-6'0'0,"0"2"0"0,2 2 0 0,5-3 0 0,3 1 0 0,1 1 0 0,0-3 228 0,4 2-98 0,0-1-49 15,4-1-15-15,0 0 143 0,-1 2-87 0,0 1-45 16,-2-1-23-16,1 2 13 0,-2 1 8 0,1-2-43 16,-6 1-88-16,4-1 45 0,-3 0 21 0,-2 2-223 15,1-2 131-15,-3 2 53 0,-1-1 31 0,-1 0-290 16,1 2 100-16,0-2 92 0</inkml:trace>
  <inkml:trace contextRef="#ctx0" brushRef="#br0" timeOffset="59160.68">17505 6770 893 0,'-6'0'0'0,"4"0"0"0,2 0 0 0,0-4 0 0,0-5 0 0,0 0 0 0,10-1 479 16,11-1-224-16,0 4-111 0,-1-2 197 0,6 2-159 16,-1 3-74-16,-4 3-24 0,3 1-26 0,3 0 0 15,-7 1-17-15,2 10-56 0,-3 1 23 0,-4 3 1 16,0 4 24-16,-3 3-95 0,-7-3 55 0,-1 9 17 15,-3-1-112-15,-1 1 67 16,0 2 2-16,-9 2-65 0,-4 0 30 0,-4 0 33 16,-4-3-10-16,1 2-5 0,-4-3 25 0,-1-3 9 15,-3-4-13-15,1-1 55 0,-1-6-20 0,0 0-1 16,1-7-19-16,6 3 91 0,-2-5-35 0,2-1-25 16,6-2 301-16,3 2-151 0,5-4-59 0,3 0 276 15,1 0-179-15,3 0-87 0,0 3-42 16,0-3 42-16,14 4-42 0,7 0-14 15,8-2-8-15,1 2 113 0,3-4-167 0,3 3 0 16,-1-3 0-16,2 2 0 0,-1-2 0 0,-3 2 0 16,-1-2 0-16,0 0 0 0,-2 0 0 0,-5 2-590 15,3-2 335-15,-8 4 129 0,1-1 7 0,-2 3-734 16,-6 2 410-16</inkml:trace>
  <inkml:trace contextRef="#ctx0" brushRef="#br0" timeOffset="59747.1">18216 6620 1225 0,'-12'0'0'0,"3"0"0"0,7 3 0 0,2 3 0 0,0-4 0 0,0 2 0 0,3-1 0 0,12-3 371 0,8 0-170 0,5 0-75 16,2 0-51-16,2-7 71 0,0-1-49 15,-2 2-36-15,0-2 0 0,-7 2-64 0,-1 2 35 0,-3-2 1 16,-2 3-252-16,-6 1 122 15,0 0 64-15,-6 0 34 0,2 2-498 0,-5 0 258 16,-2 0 64-16,0 0-341 0,-4 0 241 0</inkml:trace>
  <inkml:trace contextRef="#ctx0" brushRef="#br0" timeOffset="60005.55">18350 6577 781 0,'0'0'0'0,"0"0"0"0,0 0 0 0,0 0 0 0,0 0 0 0,0 0 0 0,0 0 0 0,0 7 273 0,0 2-113 0,0 5-67 15,0 0-31-15,-1 5 34 0,-5 0-32 0,-2 1 8 16,-3 1-90-16,-2 4 25 0,0-7 1 0,-2 3 25 16,0-6-108-16,-2 2 62 0,2-3 19 0,-2-6-34 15,4 2 30-15,2-6 0 0,1-1 14 0,2 0 146 16,5-3-87-16,1 0-27 0,2 0-34 0,0 0 137 16,0 0-62-16,13 0-26 0,4-3 100 0,6-1-64 15,1-3-34-15,0 1 27 16,2 1-29-16,-3 3 8 0,2-2-39 0,-2 3-152 15,0-1 76-15,-4 2 39 0,0 0-1 0,-2 0-433 16,-1 0 225-16,-4 0 115 0,-3 0 15 0,1 0-277 16,-2 0 136-16,-3 0 88 0</inkml:trace>
  <inkml:trace contextRef="#ctx0" brushRef="#br0" timeOffset="60161.15">18501 6693 796 0,'-4'0'0'0,"2"0"0"0,0 0 0 0,2 0 0 0,-2 2 0 0,2 3 0 0,0 3 214 15,0-1-90-15,0 5 273 0,0-3-182 0,2 4-83 16,4-1-54-16,-2 0 17 0,1 0-31 0,-1 1 0 16,1 0-31-16,-3-1-333 0,0 3 162 0,0-4 86 15,-1 4 42-15,-1-2-494 0,0 2 263 0,-3-1 73 16</inkml:trace>
  <inkml:trace contextRef="#ctx0" brushRef="#br0" timeOffset="60325.71">18225 7038 1000 0,'-14'4'0'0,"7"0"0"0,1-2 0 0,3 1 0 0,1-2 0 0,2-1 227 0,0 0-97 0,0 0 86 16,5 0-92-16,10 0-37 0,4 0-32 0,0 0 241 15,1-1-132-15,1-2-66 0,2-3-24 0,-1 2-121 16,-3-1 40-16,0 1 0 0,-4-1 40 0,0 1-382 16,-4 2 200-16,-2 0 86 0,1 0-485 0,-6 0 241 15,0 0 150-15,-3 1-5 16,-1-5-95-16</inkml:trace>
  <inkml:trace contextRef="#ctx0" brushRef="#br0" timeOffset="60629.97">18365 6907 885 0,'-5'0'0'0,"-1"0"0"0,4 6 0 0,-1 5 0 16,-1 4 0-16,0 3 0 0,0 3 0 0,2 8 75 0,2-3-20 0,0 2 251 0,0 0-136 0,0 0-69 16,0-5-25-16,0-1 53 0,0-2-48 0,0-6-24 15,4-1 0-15,4-5-100 16,1-4 46-16,2-4-8 0,3 0 37 0,4-4-211 15,1-15 106-15,0-5-307 0,1-4 173 0,1-4 105 16,4-6 52-16,-7 0-194 0,3 1 107 0,-2-3 49 16,-3 8 19-16,0-3-124 0,-2 1 80 15,0 6 40-15,-5 7 73 0,0 2 2 16,-3 10-6-16,-2 1 8 0,-2 3 342 0,0 3-189 0,0 2-95 0,-2 2 436 16,0 13-214-16,0 0-135 0,0 2-26 0,0 1 78 15,0 1-83-15,0 0-44 16,0-2-11-16,0 0 62 0,0-4-45 0,2 1-24 15,0-3 0-15,-1-2-272 0,1-2 133 0,0 0 54 16,0-4-433-16,1 1 247 0,1-4 84 0,0 0-407 16,2 0 240-16,0-4 137 0</inkml:trace>
  <inkml:trace contextRef="#ctx0" brushRef="#br0" timeOffset="60885.12">18831 6445 919 0,'3'-10'0'0,"-2"9"0"0,1-1 0 16,-2 2 0-16,0 0 0 0,0 13 241 0,0 4-104 0,-2 5-52 0,1 3-27 0,-2 5 452 16,3 2-243-16,0 9-117 0,0 0 204 0,0 2-161 15,3 4-80-15,-2-5-3 0,5 8-42 0,-3 0-1 16,-1-6-34-16,2 4-54 0,-2-5 26 0,0-5 9 16,-2 0 19-16,0-1-61 0,0-4 30 0,0-4 0 15,-8-7 31-15,-1-4-105 16,-5-2 42-16,2-7 31 0,-6-4-176 0,0 0 89 15,-3-5 15-15,2 0-190 0,1-2 109 0,-1-12 62 16,2-5 15-16,4-3-336 0,4-2 190 0,5-6 85 16,4 0 56-16,0-3-451 0,4 4 249 0</inkml:trace>
  <inkml:trace contextRef="#ctx0" brushRef="#br0" timeOffset="61279.15">19083 6720 1378 0,'0'-3'0'0,"0"-3"0"0,0-3 0 0,0-4 0 0,0-2 0 0,2-1 0 0,3-2 0 0,6 1 410 15,7-3-189-15,-2 5-86 0,7-5-55 0,0 4 99 16,1 3-73-16,2 3-37 0,2 4 0 0,-3 5-89 16,5 0 23-16,-4 1-1 0,1 1-6 0,-3 12 0 15,-2 4 37-15,-3 2-59 16,-1 7 26-16,-6 0-1 0,-4 4 34 0,-3 3-30 15,-3 1 0-15,-2 3-19 0,-4 4 33 0,-10-1 26 16,-7 1 1-16,-2 0-39 0,-4 2 8 0,-3-3 39 16,-5-1-36-16,-3-3 11 0,1-4-41 0,-4-4 41 15,1-7-1-15,-8-1-38 0,6-6-1 0,6-7 34 16,3-1-2-16,8-5 73 0,5-1-31 0,6 0-10 16,5 0-32-16,4 0 214 0,3 0-100 0,2-1-50 15,3-5-17-15,18 2 44 16,3-2-39-16,6 2 1 0,10 1 108 0,1-1-180 15,-3 0 0-15,11 3 0 0,-4-3 0 0,0 0 0 16,-2 2 0-16,0 0 0 0,-9 1 0 0,4-1 0 16,-6 2 0-16,-2 0-531 0,-2 0 308 0,0 0 75 15,-6 3 65-15,5 5-569 0,-5 1 309 0,-1 2 156 16</inkml:trace>
  <inkml:trace contextRef="#ctx0" brushRef="#br0" timeOffset="61443.81">20096 7339 2182 0,'0'0'0'0,"0"-3"0"0,0 3 0 0,2-1 0 0,-1 1 0 0,-1 0 0 0,0 0 0 0,0 0 0 0,0 0 533 0,0 0-250 0,0 0-125 15,0 0-552-15,0-2 214 0,0 2 114 0</inkml:trace>
  <inkml:trace contextRef="#ctx0" brushRef="#br0" timeOffset="74252">18967 2348 783 0,'0'-10'0'0,"0"4"0"0,1-1 0 0,-1-1 0 0,2 1 0 0,-2 1 0 0,0-2 0 0,0 3 0 0,0 0 0 0,0-1 140 16,0 2-53-16,0-2-27 0,0 3 78 0,0-1-53 16,0 0-17-16,2 2 50 0,-2-2-43 0,2 3-21 15,-2-2 0-15,2 2 22 0,-2-1-9 0,0 1-34 16,1 1 0-16,-1 0 49 0,0 0-24 0,0 0 8 15,0 0-33-15,0 0 22 0,0 0 0 16,0 0-22-16,0 0 19 0,0 0-11 16,2 0-8-16,0 0 35 0,0 0 1 0,0 3-37 15,1 2 1-15,-2 2 47 0,1 6-47 0,0-3-1 16,-2 3 1-16,2 3 36 0,-2-2 0 0,2 5-28 16,-2 0-8-16,0 2 30 0,0 6 1 0,0-4-22 15,1 4-9-15,-1-2 8 0,2 6-8 0,-2 0-37 16,2 0 36-16,-2-1 1 0,0 2 0 0,2-6-27 15,0 7 27-15,-2-6-1 0,2 0 1 16,-1-1-54-16,1-5 17 0,0 2 7 16,0-2 4-16,1-1-29 0,-2-1 14 0,1-1 0 15,0-7-9-15,0 3 4 0,0-1 19 0,0-4-40 16,-2 0 19-16,1 2-1 0,-1-6 15 0,0 0-21 16,2 0-4-16,-2-2 27 0,0 0-5 0,0-1-40 15,0-2 16-15,0 0 0 0,0 0 12 0,0 0-91 16,0 0 40-16,0 0 27 0,0 0-158 0,0 0 77 15,0 0 38-15,-3 0-334 16,-3 0 193-16,2-3 95 0,0-5 48 0,2-1-418 16,2-7 236-16,0 0 116 0</inkml:trace>
  <inkml:trace contextRef="#ctx0" brushRef="#br0" timeOffset="74600.12">18942 2328 831 0,'-4'-14'0'0,"-1"2"0"0,-1 4 0 0,5-3 0 0,-4 1 0 0,1 0 0 0,4 0 300 0,-2 2-134 0,2-2-66 16,0 1-34-16,2-3 168 0,7 0-93 0,1 3-58 16,5 0-25-16,4 0 52 0,0 1-38 0,1 3-1 15,1 0 31-15,6 4-38 0,-1-1 0 0,0 2 10 16,0 0-21-16,-1 0 0 0,-2 2-12 0,-1 6-24 15,2 3 16-15,-7-1-1 16,6 7 1-16,-8-4-36 0,-2 7 8 0,0-2 28 16,-4 7-1-16,-2-2-24 0,-4 1 25 0,-3 2-5 15,0 1-16-15,-3 2-22 0,-13-1 37 0,-3-1-60 16,-1-1 26-16,-3-4-10 0,4-4 40 0,-6-2-54 16,0-3 22-16,0-3-6 15,2-6 27-15,-3-2-113 0,8-2 53 0,-3 0 18 0,2-2 0 0,4-6-208 16,4-4 111-16,3 2 40 0,4-3-137 15,4 1 100-15,0-1 46 0,0 3-464 0</inkml:trace>
  <inkml:trace contextRef="#ctx0" brushRef="#br0" timeOffset="75659.98">23399 2531 740 0,'0'-7'0'0,"-2"-1"0"0,1 1 0 0,-1 0 0 0,0-2 0 0,-1-2 0 0,1 2 0 0,1-1 0 0,-1 1 166 16,0 0-67-16,2 2-33 0,-2 0 8 0,2-1 76 15,-2 1-59-15,0 1-29 0,1 1 26 0,-1 4-28 16,0-1 8-16,0-1 51 0,-1 3-43 0,-7 0-22 16,-1 11 1-16,-4 7 33 0,0 3-19 0,-3 3-8 15,2 6-28-15,-3 10 79 0,4-3-39 0,1 3-1 16,7-9-31-16,0 7 33 0,5-2-20 0,2-2-1 15,0-4-12-15,0-2-8 16,4-4 8-16,7-2-9 0,4 2-31 0,1-8 0 16,0-3 32-16,9-1-36 0,-7-1 8 0,8-6 27 15,1-5 1-15,-3 0-54 0,3 0 24 0,-2-13-21 16,2-5 47-16,1-7-81 0,2-7 34 0,-2-1 9 16,-3-3-87-16,1-6 47 0,-8 5 27 0,5-14-62 15,-7 2 40-15,-5-3 12 0,-6 1 0 16,-3 2-153-16,-2 12 76 0,0-1 31 15,-13 6 25-15,-8 8-5 0,-3 7 25 0,-6 7-8 16,-4 8 8-16,-7 2-2 0,0 0 2 0,1 14 0 16,1 4-71-16,7-2 27 0,0 4 9 0,4 1-54 15,5 1 45-15,5 2 22 0,0-2 0 0,7 0-283 16,-2 5 156-16,3-1 75 0</inkml:trace>
  <inkml:trace contextRef="#ctx0" brushRef="#br0" timeOffset="75986.52">22927 3035 947 0,'-20'0'0'0,"3"0"0"0,2 0 0 0,0 0 0 0,2-3 0 0,-1-8 0 0,5-1 138 0,2-2-53 16,3-3-26-16,4 2 106 0,0-4-70 0,0-4-31 15,9 3 0-15,9 1 79 0,2-1-56 0,8 2-18 16,6-3-9-16,1 3 4 0,7 2-1 0,1 1-30 15,3 1 45-15,-7 7-15 16,10-2-8-16,-12 4 8 0,3 4 0 0,-5 1-30 16,-3 0 0-16,-6 0 44 0,-1 10-44 0,-4 1 0 15,-5 4 0-15,2 4 24 0,-6 1-25 0,1 5 9 16,-1-3-8-16,1 3 76 0,1-1-39 0,0 0 1 16,3 0-13-16,2-1 9 0,3-4-34 0,5 0-1 15,1-5-29-15,4 0 0 0,0-5 29 0,3-1-183 16,1-5 87-16,-1-3 48 0,4 0 15 15,-2 0-239-15,-2-11 126 0,-2-2 43 16,-3 1-2-16,-4-2-676 0</inkml:trace>
  <inkml:trace contextRef="#ctx0" brushRef="#br0" timeOffset="77043.35">10199 8304 575 0,'-11'0'0'0,"4"0"0"0,-1 0 0 0,2 0 0 0,1 0 141 16,0-2-55-16,1 0-26 0,2 1 8 0,0 1 274 16,-1 0-154-16,3 0-78 0,0 0-38 0,0 0 223 15,0 0-123-15,0 0-73 0,7 0 121 0,4 0-94 16,4 0-46-16,1 0 120 0,5 0-75 0,6 0-51 16,-4 0-20-16,6 0 2 0,-1 0 0 0,4 0-24 15,0-3 9-15,0-1 22 0,0-5-30 0,-1 3-1 16,-2 0 1-16,-1-2-63 15,-5 2 40-15,0 3-9 0,-3-2-101 0,-1 2 67 16,-5-1 21-16,-4 4-198 0,1-3 95 0,-3 0 59 16,-5 3 5-16,2 0-237 0,-3 0 118 0,-1 0 68 15,1 0 27-15,-2 0-143 0,0-1 92 0,0-1 47 16,0-6 23-16,0-1-412 0,0-3 209 0</inkml:trace>
  <inkml:trace contextRef="#ctx0" brushRef="#br0" timeOffset="77284.73">10622 8015 1074 0,'-6'4'0'0,"5"-2"0"0,-1 1 0 0,2-1 0 0,-2-2 0 0,2 4 0 0,0-1 507 15,4 2-230-15,8 0-125 0,4 3-60 0,0-1 328 16,3 1-194-16,1 2-96 0,1 0-41 0,0 0 100 16,-1 1-78-16,0-1-40 0,1 0 1 0,-3-1-60 15,1 3 8-15,-3-3 13 0,-2 3-1 0,-3-3-134 16,-1 1 68-16,-6 2-138 0,-3 0 111 0,-1 3 42 15,0 2 27-15,-5 1-201 16,-12 0 70-16,-3 1 61 0,-1 0-25 0,-4 0-210 16,-3 1 132-16,1-2 66 0,-1 2 33 0,2-1-144 15,-3-3 92-15,4 3 43 0,-2-2-333 0,1-2 188 16,1-2 93-16,1-6-275 0</inkml:trace>
  <inkml:trace contextRef="#ctx0" brushRef="#br0" timeOffset="77495.12">10360 8515 1330 0,'0'0'0'0,"0"2"0"0,0 0 0 0,0-2 0 0,0 1 0 0,0-1 0 0,0 0 0 0,0 0 0 0,9 0 513 0,3 0-240 0,6 0-112 15,-2 0-68-15,5 0 363 0,5 0-212 0,-1 0-106 16,1-1-52-16,-5-1 110 0,3 0-86 0,1 0-39 16,-3 0-18-16,-1 1-21 0,-2-2 1 0,-3 0-219 15,0 3 106-15,-5 0 56 16,-2 0 28-16,-1 0-424 0,-4 0 226 0,-3 0 68 0,1 0 68 0,-2 0-568 15,0 0 296-15,0 0 149 16,-9 0 74-16,-6 0-362 0,-3 0 223 0,0 6-62 16</inkml:trace>
  <inkml:trace contextRef="#ctx0" brushRef="#br0" timeOffset="77736.89">10454 8529 1556 0,'-9'4'0'0,"4"-2"0"0,-1 5 0 0,1-6 0 0,-2 2 0 0,4 2 0 0,1-4 0 0,0 3 0 0,2 1 142 0,0 6-55 0,0 3 156 15,0 1-110-15,0 4-49 0,0 7-26 0,0-1 285 16,2 3-155-16,0 4-70 0,1 1-46 0,-1 3 150 16,1 7-95-16,-1-1-47 0,1 3-23 0,-1-6-19 15,0 13-6-15,0-5-115 0,0 3 58 0,-1-5 29 16,1-11 0-16,0 3-82 0,0-11 51 0,0-1 30 16,0-7 0-16,-1-7-402 0,1-3 202 0,1-4 44 15,-1-2 69-15,0-2-422 0,-1-2 237 0,-1-11 118 16,0-6 51-16,0-6-328 15,0 1 197-15,0-2 100 0,0-4-191 0,-5-1 144 16,-5 0 65-16,3 1 37 0</inkml:trace>
  <inkml:trace contextRef="#ctx0" brushRef="#br0" timeOffset="77886.03">10415 9003 740 0,'-9'-17'0'0,"2"3"0"0,0 7 0 0,0-2 0 0,3 3 0 0,1 2 0 0,1 1 0 0,0 2 421 0,2-2-194 0,0-1-97 16,2 1 317-16,11-3-207 0,2 0-95 0,3 1 268 15,7 0-190-15,-6-1-95 16,4 4-48-16,-1 0 35 0,1-3-33 0,-1 4-28 15,0-1-1-15,-1 2-154 0,-2 0 67 0,-1 0 33 16,0 0 9-16,-2 0-470 0,0 0 248 0,-4 0-572 16,-1 0 347-16,-2 0 203 0,0-2 93 0</inkml:trace>
  <inkml:trace contextRef="#ctx0" brushRef="#br0" timeOffset="78161.1">11093 8501 1528 0,'-11'-4'0'0,"4"3"0"0,-3 1 0 0,1 0 0 0,0 0 0 0,-1 1 0 0,2 12 0 0,-3 1 246 16,1 8-107-16,3 3-53 0,2 3-19 0,1 4 185 15,4 2-109-15,0 0 28 0,0-1-69 0,0-1-27 16,2 0-7-16,3-4-65 0,4-1 1 0,3-6 29 16,-3-1 0-16,5-1-287 0,-3-4 140 0,0-2 73 15,1-4 37-15,-1-1-535 0,0-4 235 0,-1-4 142 16,2 0 16-16,-3 0-176 0</inkml:trace>
  <inkml:trace contextRef="#ctx0" brushRef="#br0" timeOffset="78393.59">11162 8639 1707 0,'0'-6'0'0,"3"4"0"0,-1 0 0 0,3 0 0 0,1 0 0 0,3-1 0 0,1 3 0 0,5 0 303 0,0 0-135 0,0 0-68 0,2 9 229 16,-1 2-151-16,0 3-74 0,-3 2-35 0,-1 7-14 16,-2-3-22-16,-4 2 8 0,-2 5-9 0,-3-1-66 15,-1 1 33-15,0 1 1 16,-3-2-139-16,-8-3 94 0,-7 1 34 0,2-5-260 15,-5-4 146-15,0-4 10 0,1-3 56 0,-3-3-335 16,2-2 185-16,0-3 88 0,5 0 44 0,2-3-221 16,3-4 133-16,6-8 58 0,5-2 41 0,0-9-247 15,2 0 140-15</inkml:trace>
  <inkml:trace contextRef="#ctx0" brushRef="#br0" timeOffset="78563.31">11392 8556 1307 0,'5'-8'0'0,"-1"5"0"0,-2 1 0 0,0 1 0 0,-2 1 0 0,0 0 0 0,-2 12 0 0,-7 3 114 16,-2 9-45-16,1 1 385 0,3-1-210 0,-3 5-106 16,7-3-52-16,1-3 178 0,2 1-120 0,0 0-55 15,0-2-29-15,2-1-102 0,9 0 46 0,1-2-8 16,4-2-350-16,-1-3 194 0,4-1 96 0,0-5 49 16,-1-1-631-16,1-6 273 0,1-1 179 0,-2 0-200 15</inkml:trace>
  <inkml:trace contextRef="#ctx0" brushRef="#br0" timeOffset="78718.05">11621 8722 856 0,'2'-2'0'0,"-1"0"0"0,-1-1 0 0,0 3 0 0,0 0 121 0,0 5-44 0,0 7-13 0,-3 1 398 16,-1 6-214-16,-1 0-108 0,-3 5-53 0,-2 3 178 16,3-4-108-16,-2 7-67 0,0-6-64 0,2-3-98 15,-2-1 53-15,4-1-448 0,-1-5 258 16,3-4 117-16,1-2 63 0,0-4-309 15,-1-4 182-15</inkml:trace>
  <inkml:trace contextRef="#ctx0" brushRef="#br0" timeOffset="78878.73">11753 8522 2154 0,'7'0'0'0,"4"0"0"0,-5 2 0 0,2 1 0 0,-5-1 0 0,3 2 0 0,-1 2 0 0,3 0 0 0,-2 0 291 15,1 4-130-15,1 0-64 0,-1 1-120 0,1 2 24 16,-1 0 0-16,-1 0-585 0,1-1 306 0,-1 1 152 16,2-5 84-16,-1 1-400 0</inkml:trace>
  <inkml:trace contextRef="#ctx0" brushRef="#br0" timeOffset="79070.23">11994 8442 1116 0,'-1'-3'0'0,"1"2"0"0,-2 1 0 0,0 0 0 0,-2 0 0 0,2 4 0 0,-1 8 0 0,-1 9 488 0,-1 3-228 0,-2 6 245 16,-2 8-241-16,-2 2-116 0,-1 1-57 0,1 4 70 15,-1 0-64-15,-2 6-24 0,0-2-9 0,0 0-209 16,-1 1 89-16,0-1 44 0,0-4 23 0,1-9-202 16,4-3 109-16,2-11 56 0,1-1 30 15,5-11-615-15,-1-3 219 0,2-7-323 0</inkml:trace>
  <inkml:trace contextRef="#ctx0" brushRef="#br0" timeOffset="79295.75">12024 8332 1715 0,'14'-8'0'0,"4"2"0"0,2 0 0 0,-1 0 0 0,-3 4 0 0,3 2 0 0,-2 0 0 0,0 10 550 0,4 13-263 16,-7 3-127-16,2 11-64 0,-3 2 126 15,-6 9-94-15,-2 0-40 0,-2 3 140 0,-1 0-98 16,-2 1-48-16,0-1-75 0,-5-4 26 0,-2-6 8 16,-4 6-8-16,2-15-273 0,-5 3 137 0,0-10 68 15,-2-6 34-15,0-2-523 0,0-10 265 0,2-4 68 16,-2-3 86-16,6-3-266 0,-1-14 169 0,6-7-509 16</inkml:trace>
  <inkml:trace contextRef="#ctx0" brushRef="#br0" timeOffset="79439.53">12470 8472 1723 0,'23'0'0'0,"-1"0"0"0,1 0 0 0,-4 0 0 0,-1 0 0 0,1 0 0 0,0 0 0 0,-1 0 554 16,3 0-261-16,-1 0-130 0,1 0-57 0,0 0-192 16,-1 0 60-16,0 0 29 0,-3 3-777 0,-3 4 392 15</inkml:trace>
  <inkml:trace contextRef="#ctx0" brushRef="#br0" timeOffset="79593.12">12536 8793 1820 0,'0'-3'0'0,"2"2"0"0,17-3 0 0,-3 0 0 0,1 1 0 0,2-1 724 15,3 0-345-15,3 0-173 0,0-2-79 0,1 3 181 16,0-3-138-16,-5 4-69 0,3 0-34 0,-1 2-837 15</inkml:trace>
  <inkml:trace contextRef="#ctx0" brushRef="#br0" timeOffset="80503.45">13651 8250 610 0,'-7'0'0'0,"1"-1"0"0,3-4 0 0,-3 3 0 0,0-5 0 0,2 1 0 0,1 1 0 0,-1-1 0 0,0 0 106 0,3 1-37 0,-1 1 0 16,-2 1-36-16,2 0 101 0,-1 1-42 0,0 0-34 15,-1 2 0-15,-1 0 90 0,-2 2-57 0,-5 15-30 16,1 7 123-16,-4 11-79 0,0 2-37 0,0 6 68 16,3 1-51-16,3 0-27 0,2-11 9 0,3 10 58 15,4 3-46-15,0-12-23 0,0 4 0 16,2-4 107-16,7-2-57 0,4-2-41 15,2-2 1-15,2-4-194 0,4-1 81 0,0-1 39 16,-1-6-482-16,6 0 237 0,1-6 139 0,-1-6-322 16,0-4 209-16,1 0 65 0</inkml:trace>
  <inkml:trace contextRef="#ctx0" brushRef="#br0" timeOffset="80832.78">13802 8471 1168 0,'-13'0'0'0,"5"0"0"0,2 0 0 0,1 0 0 0,-1-1 0 0,4 0 0 0,1-2 310 0,-1-1-138 0,2-1-61 16,0-3-44-16,3-2 9 0,10 1-22 0,8-2 0 16,0-1-21-16,-1 3 35 15,8 0-9-15,-3 1-26 0,1 4 0 0,-5 2-7 16,3 2 6-16,-1 0 9 0,-2 0-32 0,-5 12 23 15,2 1 1-15,-8 4 22 0,4 5-23 0,-7-1 9 16,-1 7-8-16,-4-1-4 0,0 1 4 0,-2 0-1 16,0 0-6-16,0-5 3 0,-8 7 2 0,-3-8 1 15,1-3 1-15,-4 0-73 0,-2-4 32 0,2-2 6 16,-6-2 25-16,2-2-204 0,-1-3 90 0,0-4-250 16,-1 0 154-16,1-2 80 0,4 0 25 0,2 0-150 15,3 0 100-15,3-6 50 16,4-7 24-16,3 0-308 0</inkml:trace>
  <inkml:trace contextRef="#ctx0" brushRef="#br0" timeOffset="81086.37">14239 8370 1259 0,'4'-13'0'0,"-2"3"0"0,0 1 0 0,-2 0 0 0,-2-2 0 0,-8 5 0 0,3 2 0 0,-4 0 0 0,-3 2 167 0,5 2-59 0,-4 0-41 0,-2 13 86 15,2 6-60-15,0 7-30 0,0 4 0 0,1 4 98 16,5 2-68-16,0 0-30 0,5 0 0 0,2-1 75 16,0-3-45-16,0-2-34 0,9-2 128 0,2-2-77 15,6-3-39-15,0-2-39 0,-2-4 9 0,8-1-8 16,-3 0 0-16,-1-9-252 0,4 3 126 16,-3-5 63-16,-1-1 39 0,0-4-459 0,-3 0 207 15,2-2 123-15,-2-5 12 0,-2-8-217 16,-1-3 139-16,2-2-310 0,-4-5 231 0</inkml:trace>
  <inkml:trace contextRef="#ctx0" brushRef="#br0" timeOffset="81385.83">14407 8068 829 0,'0'-14'0'0,"0"7"0"0,0 2 0 0,0-1 0 0,5-2 0 0,6 2 415 0,1 3-192 0,3-1-94 16,0 2-41-16,1 0 203 0,0 2-130 0,0 0-64 15,0 4-32-15,-3 7-67 0,-2 5 9 0,-1-1 26 16,-3 4-121-16,-4 1 60 0,-1 3 30 0,-2 3-199 16,0-6 123-16,-7 7 49 0,-4-11 29 0,-1 3-186 15,-2-4 93-15,0-3-15 0,3-4 39 0,-3-1 120 16,3-2-43-16,2-3-7 0,2-1-38 0,3-1 408 16,0 0-195-16,2 0-70 0,2 0 164 0,0 0-88 15,0 0-78-15,0 0 83 16,8 0-71-16,7 0-48 0,4 0 0 0,-1 0-8 15,1-1 1-15,2-4-33 0,-1 1 9 0,-1-1-229 16,1 0 111-16,-2 2 54 0,-3-1 28 0,0 3-613 16,-1 1 311-16,0 0 89 0,-3 0-290 0</inkml:trace>
  <inkml:trace contextRef="#ctx0" brushRef="#br0" timeOffset="81597.95">14763 8522 1097 0,'2'2'0'0,"1"3"0"0,-2 1 0 0,1 1 0 0,0-1 0 0,0 4 0 0,0 1 428 0,0 1-202 0,-1 0 117 16,1 3-155-16,-2-1-78 0,0 1-38 0,0 0 2 16,0-2-41-16,0 2 0 0,0-2-1 15,-5-2-164-15,-4-1 82 0,-3-2 50 16,1 2 12-16,-5-4-378 0,2 0 199 0,-2-3 100 15,0 1 50-15,-3-2-666 0</inkml:trace>
  <inkml:trace contextRef="#ctx0" brushRef="#br0" timeOffset="81830.89">14995 8387 907 0,'-4'0'0'0,"4"0"0"0,0 0 0 0,0 0 0 0,0 0 0 0,0 0 0 0,0 0 504 16,4 0-239-16,10-1 265 0,3-6-249 0,3 2-124 15,1-1-62-15,0 1 88 0,4-1-80 0,-3 2-35 16,1 0 1-16,-2 1-189 0,0 0 76 0,-1 2 47 16,-3-1-9-16,-1 2-145 0,0 0 91 0,-5 0 47 15,-2 0 23-15,3 0-567 16,-5 0 197-16,0 0-411 0</inkml:trace>
  <inkml:trace contextRef="#ctx0" brushRef="#br0" timeOffset="82104.62">15355 8167 1055 0,'6'0'0'0,"5"0"0"0,1-6 0 0,-3 2 0 0,2-1 0 0,1 1 194 0,2 2-80 0,4 1-41 15,0-1 8-15,4 2 305 0,3 0-176 0,-3 2-89 16,1 5 50-16,0 6-69 0,-7 0-27 0,7 6-73 16,-6 2-1-16,-4 3 32 0,-1 1 0 0,-7 3-101 15,-1 2 59-15,-4-1 17 0,0 3-1 0,-9-3-97 16,-9-1 61-16,-1-1 31 0,-3-5-21 16,-2 1-33-16,-5-5-4 0,-1-3-144 0,-2-2 79 15,-1-3 52-15,-3-2 1 0,3-3-196 16,1-1 116-16,3-2 57 0,10-2 30 0,0 0-236 15,10 0 124-15,2 0 74 0,3-4 33 0</inkml:trace>
  <inkml:trace contextRef="#ctx0" brushRef="#br0" timeOffset="82360.2">15864 8142 795 0,'2'-20'0'0,"-2"5"0"0,0 0 0 0,0 2 0 0,-9 2 0 0,-2 3 0 0,-5 5 0 0,2 3 278 0,-7 0-127 0,0 9-59 16,1 11-30-16,-1 7 174 0,3 2-102 0,2 0-42 15,0 4-34-15,7 2 182 0,2 0-104 0,3-1 50 16,4 1-77-16,0-3-29 0,0 0-9 0,2-3 78 16,9-3-57-16,0-1-30 15,5-5 0-15,-4-3-86 0,4 1 24 0,0-4 0 16,0-3 33-16,0-2-303 0,3-1 151 0,-1-4 85 15,0-2-549-15,-1-2 260 0,1 0 154 0,0-2-230 16,3-14 183-16</inkml:trace>
  <inkml:trace contextRef="#ctx0" brushRef="#br0" timeOffset="82537.86">16012 8246 510 0,'0'-4'0'0,"0"4"0"0,0-3 0 0,0 3 0 0,0-3 0 0,0 3 520 15,0 0-248-15,2 3-119 0,7 4-60 0,1 4 372 16,1 1-217-16,2 1-99 0,-1 0 36 0,1 0-77 16,0 3-37-16,-3-6-329 0,0 3 145 0,1-2 82 15,-4 1 27-15,0-5-237 0,0 2 137 0,0-5 68 16,-2 1 34-16,3-5-713 0</inkml:trace>
  <inkml:trace contextRef="#ctx0" brushRef="#br0" timeOffset="82770.84">16269 8148 1823 0,'0'-13'0'0,"-1"7"0"0,-1 1 0 0,2 0 0 0,-2 1 0 0,0 2 0 0,2 0 0 0,0 2 0 0,0 0 0 0,0 0 276 0,0 4-122 0,0 16 228 16,-2 2-167-16,-5 14-95 16,-3 4-43-16,-3 4 48 0,1 4-46 0,-6 2-23 15,1 3 8-15,-1 0-23 0,-3-1-8 0,-2 3 0 16,-1 3 0-16,1-9-99 0,1 3 58 0,2-3 17 15,0-2-223-15,8-5 124 0,0-9 61 0,1 1-322 16,4-10 147-16,-2 1 98 0,4-7-6 0,1-6-288 16,1-4 183-16,3-5 93 0,-2-3 37 0,2 0-149 15,0-3 102-15,0-12 50 0</inkml:trace>
  <inkml:trace contextRef="#ctx0" brushRef="#br0" timeOffset="83056.73">16363 8049 1058 0,'4'-10'0'0,"6"4"0"0,1 5 0 0,-2-3 0 0,3 4 507 0,-1 0-237 0,3 0-119 16,2 0-59-16,1 2 235 15,5 7-139-15,5 3 295 0,-3 1-225 0,3 6-113 16,-1 2-56-16,-3 4 97 0,-1 3-69 0,-5 3 107 15,-2 5-224-15,-4 5 0 0,-7 0 0 0,-2 4 0 16,-2-6 0-16,-4 14 0 0,-13-6 0 0,-1-2 0 16,-5-1 0-16,0-5 0 0,0-7 0 15,-7 7 0-15,2-8 0 0,3-7 0 0,-4 0 0 16,1-2-673-16,5-5 326 0,0-2 164 0,5-3 60 16,5-1-556-16,5-5 324 0,1 1 160 15</inkml:trace>
  <inkml:trace contextRef="#ctx0" brushRef="#br0" timeOffset="83214.39">16953 8854 2208 0,'0'0'0'0,"3"0"0"0,6 0 0 0,-6 0 0 0,-1 0 0 0,-2 0 0 0,0 0 0 0,0 0 0 0,0 0-337 15</inkml:trace>
  <inkml:trace contextRef="#ctx0" brushRef="#br0" timeOffset="90214.53">18228 8021 588 0,'0'0'0'16,"0"0"0"-16,0 0 0 0,0 0 0 0,0-2 0 0,0 0 0 0,0 2 0 0,0 0 33 0,0-2 8 0,0 2-8 0,0 0 21 15,0 0 0-15,0 0-22 0,0 0 1 0,0 0 24 16,0 0-25-16,0 0 1 0,0 0 0 0,0 0 21 16,0 0 8-16,0 0-29 0,0 0 25 0,0 0-1 15,0 0-24-15,0 0 23 0,0 0 8 0,0 0-31 16,0 0-1-16,0 0 14 0,0 0-13 0,0 0 0 15,0 0 8-15,0 0-34 0,0 0 26 0,0 0-1 16,0 0 1-16,0 0-25 0,0 0 9 0,0 0 16 16,0 0-51-16,0 0 24 15,0 0 0-15,0 0-31 0,0 0 26 0,0 0-6 16,0 0 15-16,0 0-14 0,0 0 21 0,0 0-11 16,0 0 0-16,0 0-17 0,0 0 18 0,0 0 4 15,0 0-8-15,0 0 9 0,0 0-3 0,0 0-1 16,0 0 10-16,0 0-9 0,0 0 1 0,0 0 19 15,0 0-16-15,0 0-3 0,0 0 1 0,0 0-4 16,0 0 4-16,0 0 0 0,0 0 3 0,0 0-7 16,0 0 5-16,0 0-1 0,0 0 0 0,0 0-15 15,0 0 16-15,0 0-1 16,0 0 17-16,0 0-17 0,0 0-1 0,0-2 6 16,0 0-3-16,0 0-2 0,0 0 0 0,0 1-30 15,0-1 1-15,0 0 28 0,0 2 1 0,0-1-25 16,0-2 21-16,0 0 1 0,0-2-3 0,0 1-36 15,0 1 33-15,0 0 3 0,0-2-27 0,0 0 25 16,0 3-6-16,0-2 5 0,0 0-2 0,0 3 0 16,0-1-2-16,0-1 28 15,0 2 0-15,0-1-24 0,0 0 2 0,0 0 5 16,0 1-4-16,0-2-2 0,0 2 4 0,0-1-19 16,0 1 20-16,0-4-4 0,0 3-19 0,-1-1 19 15,1-1 0-15,0 0-17 0,-2 1 15 0,2-1 1 16,-2 2-3-16,0-2 37 0,2 2-2 0,0 0-31 15,-2 0-2-15,2 2 66 0,0 0-28 0,0 0-1 16,0 0-24-16,0 0 24 0,0 0-18 16,0 0-8-16,0 0-34 0,0 0 36 15,0 0 10-15,0 0-46 0,0 0-1 0,0 0 38 16,0 0-1-16,0 4 23 0,2 11-29 0,2 3 6 16,3 3-14-16,-2 4 169 0,3 3-76 0,0 2-37 15,-1 12 66-15,1-7-32 0,3 10-35 0,-1-3-2 16,-1-3 31-16,-2-3-27 0,5 2 1 0,-3-4-86 15,0-2 26-15,-1-4 0 0,-1-8 33 0,1 4-79 16,-3-3 40-16,-1-3 8 0,2 0 31 0,-4-9-107 16,0 0 46-16,0-4 8 15,-2-1 0-15,0-4-7 0,0 0-1 0,0 0-5 16,0 0 97-16,0 0-35 0,0-16 0 0,2-6 7 16,1-5-2-16,4-5-21 0,5-11-5 0,-3-2-155 15,2-4 74-15,-1-3 39 0,1-4-1 0,-2 1-184 16,3 0 101-16,-3 8 40 0,-1 10-22 0,-1 6 27 15,-1 2 7-15,0 4 34 0,-2 12 45 0,-3 2-23 16,1 6 0-16,0-1 164 0,0 5-88 0,-2 1-50 16,2 0-23-16,1 17 160 0,3 8-82 15,0 2-12-15,1 12-29 0,1 1 222 16,-1 6-111-16,3 1-42 0,1 2-26 0,-2-6 8 16,5 11-47-16,-2-11-1 0,0-5-34 0,3-2 1 15,-2-4 33-15,0-8-81 0,0 0 36 0,-1-8 23 16,-3-5 0-16,0-4-74 0,-2-3 43 0,-2-4 11 15,0 0-5-15,-1-3 49 0,2-16 0 0,-1-9-44 16,3-5 103-16,-2-8-44 0,1-2 0 0,-2-5-30 16,3-5-99-16,0-2 50 15,1 0 25-15,0 5-83 0,1 1 49 0,-1 4 28 16,-1 7 1-16,-1 0-167 0,-2 11 85 0,0 1 29 16,-1 5 26-16,-3 8-199 0,1-1 102 0,2 7 51 15,-2 3 16-15,1 2-248 16,6 2 141-16,-2 0 71 0,2 13-441 0,2 1 256 0,3 2 120 0</inkml:trace>
  <inkml:trace contextRef="#ctx0" brushRef="#br0" timeOffset="90400.03">19062 8054 1706 0,'0'6'0'0,"0"-2"0"0,0-2 0 0,0 0 0 0,0-2 0 0,0 0 0 0,0 0 0 0,6 0 0 0,7 0 0 0,2 0 445 15,4 0-207-15,-1 0-102 0,1 0 55 0,2 0-79 16,-2-2-31-16,2 2-319 0,-5 0 135 0,1 0 68 16,-2 0 34-16,-1 0-244 0,-4 0 146 0,2 10 62 15,-6 0 35-15,-3 3-754 16</inkml:trace>
  <inkml:trace contextRef="#ctx0" brushRef="#br0" timeOffset="90553.37">19137 8426 1681 0,'-7'4'0'0,"5"0"0"0,0-2 0 0,0 0 0 0,0-2 0 0,2 0 0 0,0 0 0 0,4 0 0 0,9-2 155 0,6-2-61 16,0-2-31-16,3-1-101 0,3-1 31 0,1 1 0 16,0 1 40-16,-1-2-531 0</inkml:trace>
  <inkml:trace contextRef="#ctx0" brushRef="#br0" timeOffset="90893.29">19719 7753 866 0,'0'-40'0'0,"0"9"0"0,0 3 0 0,-5-2 0 0,-2 10 0 0,-4 1 207 0,-1 6-87 0,1 3-44 0,1 5 285 15,-3 4-168-15,0 1-80 0,0 0-41 0,-4 16 87 16,0 5-63-16,2 5-24 0,0 2 118 0,2 6-78 15,1-1-40-15,3 6 0 0,4 3 93 0,1-6-58 16,4 10-42-16,0-3 54 0,0-1-43 0,0 3-22 16,0 1 0-16,0-7 20 15,0 12-9-15,2-6-32 0,1 2 0 0,-1-5-24 16,2 5 0-16,-2-11 32 0,0 4-8 0,-1-1-35 16,-1 1 0-16,0-4 35 0,0 0-73 0,0-5 34 15,0 1 13-15,-3 0-70 0,-6-2 32 0,0-2 24 16,-3-1-4-16,-1-5-103 0,-1-1 57 0,0-1 29 15,0-4 2-15,1-2-257 0,4-2 121 0,1-5 49 16,2-1 46-16,3-4-145 16,1 0 90-16,0-2 45 0,2 0-417 0,0 0 223 15,2-2 123-15,7-15-394 0</inkml:trace>
  <inkml:trace contextRef="#ctx0" brushRef="#br0" timeOffset="91205.64">19779 8354 1565 0,'2'0'0'0,"0"0"0"0,0 0 0 0,1 0 0 0,-3 4 0 0,0 10 0 0,0 1 0 0,0 4 249 0,0 5-108 0,0 3-55 16,0-3 67-16,-3 8-64 0,-1-2-28 0,1-1 29 16,-3 2-29-16,-1-1 1 0,0-7-21 0,-3 6-65 15,4-10 28-15,-1 2 0 0,0-6 29 0,-2-2 25 16,6-6 8-16,-3-1-33 0,3-2 135 0,-1-2-68 15,2 0-33-15,2-2-1 0,0 0 93 0,-2 0-67 16,2 0-30-16,0 0 159 16,0 0-95-16,2 0-46 0,11 0 102 0,4 0-182 15,3 0 0-15,3 0 0 0,0 0 0 0,0 0 0 16,-2-2 0-16,2 2 0 0,0-2 0 0,-5 2-184 16,0 0 125-16,-4 0 46 0,-4 0-450 0,1 0 199 15,-2 0 125-15,-2 0-249 0,-4 0 177 16,-1 0 90-16,0 0 35 0</inkml:trace>
  <inkml:trace contextRef="#ctx0" brushRef="#br0" timeOffset="93125.85">20135 8032 452 0,'-6'0'0'0,"2"-2"0"0,0 0 0 0,1 0 0 16,1 0 0-16,0 0 357 0,2 1-161 0,0-5-83 0,0 0 59 0,11 1-74 15,6-1-32-15,2 1 92 0,3 2-63 0,-1 2-31 16,2 1 9-16,0 0-1 16,-5 4 0-16,1 7-39 0,-1 2 0 0,-2 2 1 15,-5 2-1-15,1 2 0 0,-7-1 0 0,-1 7-57 16,-4-4 29-16,0 6 8 0,-4-2-31 0,-11 1 25 16,-2-1 0-16,-4-1-12 0,-3-1 0 0,-1-5 9 15,1 0 16-15,-2-5-82 0,-1-2 37 0,6-4 9 16,0-2 0-16,1-2-157 0,3-3 84 0,6 0 33 15,2 0 25-15,1 0-266 0,6 0 134 16,2-8 51-16,0-3-216 0,6-2 148 16,11-4 73-16</inkml:trace>
  <inkml:trace contextRef="#ctx0" brushRef="#br0" timeOffset="93358.23">20478 7943 555 0,'2'-14'0'0,"-2"5"0"0,0-2 0 0,0 3 0 0,-2-1 0 0,-1 0 0 0,-4 3 411 0,-2 1-194 0,0 4-92 16,0 1-46-16,-3 0 175 0,1 6-111 0,-3 18-46 15,-2 0 77-15,4 8-71 0,-2 0-34 0,5 3 90 16,3-1-63-16,4 2-24 0,2-3-7 0,0-1-9 16,2-1 0-16,13-3-23 0,2-4 0 0,1-1-69 15,5-3 31-15,0-3 0 0,2-1 38 0,0-5-273 16,1-3 129-16,-3-5 78 0,0-1-471 0,-1-2 243 15,-1 0 80-15,-4 0-288 16,0-5 218-16,-4-7 101 0</inkml:trace>
  <inkml:trace contextRef="#ctx0" brushRef="#br0" timeOffset="93645.04">20622 7643 648 0,'1'-11'0'0,"3"3"0"0,3 5 0 0,2-3 0 0,3 2 0 0,1 1 0 0,1 3 363 0,-2 0-157 16,3 0-91-16,-1 1 101 0,-2 12-92 16,0 3-45-16,-3 2-100 0,-1 1 35 0,-5 2-8 15,-3 2 27-15,0 3-116 0,-2-4 58 0,-10 1 29 16,0-5 8-16,-4-1-17 0,-2 0-1 0,2-7 39 16,-2-1-61-16,2-3 25 0,6-1-28 0,-1-5-3 15,4 2 187-15,3-2-73 0,1 0-39 0,3 0 177 16,-2 0-81-16,2 0-58 0,0 0-11 0,7 0-74 15,8 0 39-15,0 0-1 16,1-2 9-16,2-1-153 0,-2 1 73 0,3 0 36 16,1 2-1-16,-2 0-137 0,-1 0 77 0,1 2 42 15,0 8-616-15,1 2 305 0</inkml:trace>
  <inkml:trace contextRef="#ctx0" brushRef="#br0" timeOffset="94098.83">21104 8126 684 0,'-6'0'0'0,"3"0"0"0,-3-2 0 0,-1-7 0 0,-1-2 0 0,2-3 403 15,1 1-185-15,1 0-93 0,-1 0 12 0,-2 1-52 16,3 3-17-16,-1 0-9 0,-2 1-1 0,-2 2-25 16,-3 5 0-16,-1 1-1 0,-3 0-34 0,-4 15 14 15,1 7-1-15,-2 5 47 0,0 7-25 0,5-3 0 16,0 5 8-16,4 0 71 0,3-1-39 0,3-1-1 15,6-2-39-15,0-6 72 16,0-2-41-16,2-1 1 0,9-4-54 0,3-5 0 16,2-4 22-16,0-4-112 0,0-2 52 0,3-4 30 15,1 0-1-15,-1-15-198 0,2-6 108 0,-4-5 38 16,0-6 30-16,-1-8-302 0,0-1 151 0,-2 0 40 16,0-3 49-16,-5 2-104 0,5-13 81 0,-5 2 36 15,0-1-10-15,2-12 23 0,-1 4 1 0,-3 6-27 16,2-4 50-16,0 5-1 0,-4 16 0 0,-3 11 114 15,0 7-57-15,0 6-37 0,-2 7 9 16,0 6 348-16,0 2-181 0,-6 17-57 16,-4 12 274-16,1 8-150 0,0 8-103 0,3 2-47 15,3 4 200-15,0 1-123 0,3 1-63 0,0 1-22 16,0-2-8-16,0 0-32 0,3-2 1 16,0 1 83-16,3-6-41 0,1-5-13 0,0 1-9 0,2-1-403 15,-2-7 191-15,2-5 96 0,-2-5 48 0,2-4-641 16,-4-8 324-16,4-3 88 0,-2-6-320 0,2-2 266 15,-4-2 133-15</inkml:trace>
  <inkml:trace contextRef="#ctx0" brushRef="#br0" timeOffset="94308.27">21273 8124 1418 0,'6'-23'0'0,"-1"5"0"0,2 1 0 0,2 4 0 0,0-1 0 0,0 3 0 15,4 2 0-15,2 3 0 0,2 4 147 0,0 0-57 0,2 2-29 0,-3 0 241 0,2 10-134 0,-6 4-60 16,2 10-42-16,-5-2 89 0,-2 3-62 0,-5 0-29 15,-2 3-1-15,0 3-14 16,-2 2-16-16,-10 0 0 0,-4 0-105 0,-2-5 53 16,-3 0 26-16,3-7-211 0,-7 2 115 0,4-6 61 15,2-6-3-15,-3-2-180 0,3-3 69 0,-2-4 68 16,5-2-20-16,2 0-262 0,3-2 162 16,6-11 80-16,1-4-232 0,4-8 160 0,0 1 77 0</inkml:trace>
  <inkml:trace contextRef="#ctx0" brushRef="#br0" timeOffset="94535.7">21564 7962 1202 0,'7'-8'0'0,"0"5"0"0,-4 1 0 0,-1 0 0 0,-2 1 0 0,0 1 0 0,0 0 236 0,-9 0-102 0,-3 1-50 0,-3 14 104 16,0 4-69-16,0 6-47 0,0 2 0 0,2 4 178 15,3 1-108-15,3 1-55 0,5 1-19 0,2 0 69 16,0-2-53-16,0 1-25 0,5-3 25 0,7-2-26 15,-3-6 8-15,4 0-157 16,1 0 61-16,-1-6 32 0,-2-1 0 0,2-2-241 16,-4-4 141-16,3 1 61 0,-3-5-6 0,0-1-208 15,0-2 82-15,0 0 77 0,0-2-26 0,-2 0-368 16,5 0 226-16,1-2 114 0</inkml:trace>
  <inkml:trace contextRef="#ctx0" brushRef="#br0" timeOffset="94722.2">21769 8207 865 0,'-7'0'0'0,"2"0"0"0,1 1 0 0,3-1 0 0,-1 0 0 0,2 0 587 0,0 0-269 0,2 0-146 16,15 2-70-16,-3-2 271 0,7 0-169 0,-1 0-78 16,1 2-37-16,0 0-28 0,2 0 0 0,-3-2-28 15,1 2-276-15,-2-2 145 0,0 0 62 0,-4 2-483 16,-2-1 276-16,-1 2 138 15,-3-2 69-15,-4 3-701 0</inkml:trace>
  <inkml:trace contextRef="#ctx0" brushRef="#br0" timeOffset="95074.57">22182 8030 1104 0,'3'0'0'0,"4"0"0"0,-2 0 0 0,3 0 0 0,-1 0 0 0,3 0 0 0,1 0 0 0,2 0 0 0,2 0 355 0,3 2-165 0,1 5-78 16,1 3-40-16,-2 1 101 0,1 3-70 0,-3 0-27 15,0 2-68-15,-5 4 1 16,-1-1 23-16,-5 1 1 0,-1 3-30 0,-4-1 38 16,0 5-9-16,-2-3-52 0,-12 0 27 0,-4 1-1 15,-3-2 27-15,-3-1-48 0,-3-1 19 0,2-2-18 16,-5-5 1-16,1 1-92 0,-1-1 57 0,7-5 18 16,-1 0 0-16,7-3-315 0,6-2 164 0,3 1 65 15,5-5-324-15,3 0 196 0,1 0 109 0</inkml:trace>
  <inkml:trace contextRef="#ctx0" brushRef="#br0" timeOffset="95290.3">22565 8001 711 0,'2'-16'0'0,"0"6"0"0,-2 3 0 0,0 1 0 0,0 3 0 0,-4 1 0 0,-7 2 505 15,1 0-227-15,-2 11-128 0,-2 7 184 0,1 9-151 16,1 5-75-16,0 2 66 0,3 4-63 0,-2 6-43 15,6-4 0-15,1-6-38 16,4 3 3-16,0-1 0 0,0-2 8 0,9-6-52 16,5-2 21-16,3-3 1 0,0-4 22 0,-1-8-264 15,3 0 141-15,1-2 56 0,0-7-526 0,-1-2 271 16,2 0 93-16,-3 0 82 0,-1-2-403 0</inkml:trace>
  <inkml:trace contextRef="#ctx0" brushRef="#br0" timeOffset="95463.59">22750 8143 1140 0,'-7'-7'0'0,"3"4"0"0,3 2 0 0,-1-2 0 0,2 3 0 0,0 0 0 0,0 0 259 0,0 0-114 0,5 4-56 16,7 6-28-16,-3-1 296 0,2 4-154 0,1 0-89 16,-1 2-41-16,-1 0-112 15,-1 1 36-15,0-1 0 0,-2-3-404 0,2 2 216 0,-2-3 112 0,-2 0-528 16,3-5 300-16,0 0 150 15</inkml:trace>
  <inkml:trace contextRef="#ctx0" brushRef="#br0" timeOffset="95653.45">22992 7962 961 0,'0'-8'0'0,"0"5"0"15,0 1 0-15,0 0 0 0,0 2 0 0,0 0 0 0,-5 10 252 0,0 10-113 0,-4 5-54 0,-2 6-26 0,-5 10 371 16,-3 2-199-16,1 3-91 0,-3 3 154 15,-4 11-131-15,4-5-65 0,-4 1-104 16,2 4 0-16,0-7 47 0,-2 12-9 0,0-5-345 16,4-10 173-16,0 0 86 0,5-5 44 0,5-11-270 15,1 0 151-15,4-11-31 0,5-3 79 0,1-7-448 16</inkml:trace>
  <inkml:trace contextRef="#ctx0" brushRef="#br0" timeOffset="96136.51">23277 8236 1323 0,'0'-22'0'0,"0"5"0"0,0 4 0 0,0-2 0 0,-3 2 0 0,-8 2 0 0,2 1 0 0,-3 4 179 0,-2 3-73 0,3 1-36 0,-3 2 147 16,2 0-92-16,-3 15-38 0,-2 7-31 0,-1 3 18 15,4 3-20-15,-2 4-1 16,5-1-20-16,2 2 48 0,4-3-7 0,3-2-41 16,2-6-26-16,0-1 25 0,0-2 1 0,2-6 8 15,5 1-41-15,4-7 0 0,1-2 33 0,1-5-122 16,1 0 60-16,0-3 21 0,5-12-7 0,-4-8-181 16,2-1 101-16,-3-5 35 0,4-4 29 0,-5-3-223 15,2-5 115-15,-4 0 33 0,0-2 37 0,-1-3-105 16,-1-3 63-16,0-4 43 0,0-8-34 15,1 1 34-15,-1 0 1 0,1 9-27 16,0-4 22-16,-3 6 9 0,-2 14 30 0,-1 1 125 16,-2 14-62-16,0 7-32 0,-2 1-7 0,0 7 349 15,0 2-183-15,0 3-59 0,0 6 256 0,0 19-141 16,-2 1-83-16,-4 12-46 0,3 1 100 0,-1 6-75 16,0 5-38-16,1 0 174 0,3 0-97 0,-2 0-62 15,2 2-27-15,0-4 80 16,0-1-53-16,0-2-27 0,0-7 8 0,0 3-212 15,2-4 88-15,3-6 46 0,1-3-415 0,-1-7 230 16,1-5 83-16,0-2-514 0,-1-7 293 0,3 0 151 16,-1-7 75-16,0 0-177 0,2-3 118 0,0-12 72 15</inkml:trace>
  <inkml:trace contextRef="#ctx0" brushRef="#br0" timeOffset="96286.11">23495 8068 1031 0,'-2'-11'0'0,"2"3"0"0,0 4 0 0,0 1 0 0,0 0 0 0,0 3 0 0,0 0 0 0,2 0 394 0,5 4-180 0,4 6-91 16,-1 1-37-16,1 4 155 0,1 0-104 0,-1 2-52 16,0-1-114-16,1 2-183 0,-2-4 131 0,2 1 52 15,-2-3-489-15,1-1 274 0,-1-1 137 0</inkml:trace>
  <inkml:trace contextRef="#ctx0" brushRef="#br0" timeOffset="96493.56">23799 7852 760 0,'4'-19'0'0,"-2"6"0"0,1 1 0 0,-1 5 0 0,0 1 0 0,-2 5 230 16,0 1-98-16,0 0-42 0,0 18-33 0,-7 12 395 15,-4 10-210-15,-8 7-105 0,-4 13 321 0,3-4-205 16,-10 21-114-16,-2 8 144 0,2-2-126 0,-2 2-62 16,0 2-31-16,4-11-55 0,-7 15 24 0,8-8-1 15,4-12 1-15,-2 8-147 0,3-6 73 0,3-13 45 16,4-1-8-16,0-10-368 0,5-15 202 0,3-8 102 15,2-2-525-15,-1-14 272 16,4 0 148-16,1-7 70 0,1-3-349 0,0-4 209 16</inkml:trace>
  <inkml:trace contextRef="#ctx0" brushRef="#br0" timeOffset="96685.04">23819 8186 2066 0,'2'-10'0'0,"5"5"0"0,9 3 0 0,1-4 0 0,-2 0 0 0,2 3 0 0,-2-1 0 0,4 0 0 0,0 1 0 0,7-1 228 0,-5 0-97 0,1 1-50 0,-2 0-102 16,1 1 22-16,-1 2 1 0,-4 0 31 0,-1 0-456 16,-4 0 228-16,0 0 122 0,-4 0 49 0,-2 9-247 15</inkml:trace>
  <inkml:trace contextRef="#ctx0" brushRef="#br0" timeOffset="96845.12">23818 8447 2028 0,'8'0'0'0,"14"0"0"0,8 0 0 0,-2-4 0 0,-2-3 0 0,-1-1 0 0,0 2 0 0,3-2 0 0,0 0 491 0,-6 2-220 0,3-1-124 16,-4 1-57-16,-1 2-337 0,-1 2 140 15,-2 2 70-15</inkml:trace>
  <inkml:trace contextRef="#ctx0" brushRef="#br0" timeOffset="98104.37">25028 7771 226 0,'0'-17'0'0,"0"5"0"15,0-4 0-15,0 3 0 0,0-4 0 0,0 0 158 0,0 2-54 0,0-2-40 0,0 2 20 0,-3 0-26 16,2 0 0-16,-3 1 32 15,0 0-20-15,-1 0-8 0,3 3-30 0,-4 2 38 16,1 1 0-16,-4 1-37 0,2 2 8 0,-2 0 61 16,-1 2-34-16,-1 0-1 0,0 2-34 0,-1 1 68 15,0 0-26-15,-1 0-8 0,-3 4 11 0,4 5-23 16,-4 2 0-16,0 8 48 0,2-3-27 0,0 7-9 16,2 2-34-16,1 5 100 0,3 2-50 0,1 4-25 15,1-1 8-15,2 11 80 16,4-5-56-16,0 1-29 0,0 2 72 0,0 1-50 15,2-4-17-15,8 12-8 0,-3-4-23 0,1 1-2 16,-3 1 0-16,3 1-32 0,-2-6 32 0,-3 3 0 16,1-4-1-16,-3-2-43 0,-1 0 21 0,0-7 9 15,0 1 13-15,0-3-48 0,0-2 23 0,-6-3-5 16,-1-9 0-16,-2 3-23 0,2-4 18 0,-2-5-21 16,-3-2-63-16,3-5 44 0,-2 0 24 0,1-2-115 15,-3-4 66-15,4 1 25 0,-1-2 0 16,2 0-404-16,1 0 207 0,4-2 95 15,1-8 60-15,2-2-415 0,2-5 233 0,9-2 117 16</inkml:trace>
  <inkml:trace contextRef="#ctx0" brushRef="#br0" timeOffset="98412.66">25050 8242 1617 0,'4'-6'0'0,"-2"3"0"0,0 1 0 0,0 2 0 0,-2 0 0 0,0 0 0 0,0 4 250 0,0 12-109 0,0 7-54 0,0 2 92 16,-2 3-73-16,-2 5-28 0,0 2-9 0,-2 0 24 16,1 1-30-16,-2-3 0 0,-1 0-96 0,2-11 40 15,-1 5-7-15,1-9 33 0,1 1-45 0,-4-4 23 16,4-6-1-16,1 1 111 0,1-5-48 0,-1-2-1 16,2 0-39-16,0-3 99 0,2 0-49 0,-1 0-17 15,1 0-9-15,0 0 186 16,0 0-105-16,0 0-53 0,0 0-26 0,0 0 112 15,9 2-171-15,6-2 0 0,2 0 0 0,2 0 0 16,1 0 0-16,-2 0 0 0,2 0 0 0,-2 0 0 16,1 0 0-16,-2 0-314 0,0 0 162 0,-4 0 88 15,1-2-5-15,-2 0-225 0,0 1 94 0,-5-3 83 16,2 2 34-16,0 0-512 0</inkml:trace>
  <inkml:trace contextRef="#ctx0" brushRef="#br0" timeOffset="99020.38">25514 7713 1027 0,'0'-2'0'0,"-6"0"0"0,1 0 0 0,-1-1 0 0,1 2 0 0,-1-3 0 0,2 2 0 0,0 1 0 0,2-1 195 0,2 2-81 16,0 0-40-16,0 0 269 0,7 0-154 0,14 0-71 0,5 0-46 0,3 0 279 15,1 0-159-15,0 0-80 0,2 2 93 16,-5 1-78-16,6 1-52 0,-4 0-14 15,-1 0-28-15,-1-1 0 0,-2 0 0 0,-2-1-174 16,-1-2 84-16,-1 1 44 0,-2-1 23 0,-2 0-453 16,-4 0 237-16,-2 0 72 0,-1 0-563 0,-3 0 332 15,-2 0 167-15,-3-3 82 0</inkml:trace>
  <inkml:trace contextRef="#ctx0" brushRef="#br0" timeOffset="99233.81">25918 7480 998 0,'0'-4'0'0,"0"0"0"0,0 3 0 0,2-2 0 0,7 2 0 0,4-1 0 0,2 1 0 0,4 1 464 0,2 0-219 0,-2 0-106 15,-1 3-54-15,1 6 273 0,-5 0-162 0,2 5-74 16,-3-1-49-16,-1 0 28 0,-5 0-35 0,0 2 1 16,-3 0-160-16,-2 0 71 0,-2 0 23 0,0 2-93 15,-2 0 63-15,-13 2 31 16,0-2-1-16,-3 0-214 0,-6 1 58 0,0-2 82 15,-1 0-41-15,-1 2-317 0,-1-2 199 0,-1 1 92 16,-2 1 57-16</inkml:trace>
  <inkml:trace contextRef="#ctx0" brushRef="#br0" timeOffset="99429.32">25554 7951 634 0,'2'0'0'0,"-1"0"0"0,3 0 0 0,0 0 0 0,-1 0 0 0,1 0 492 0,2 0-234 0,0 0-113 0,5-2 383 15,4 2-247-15,2-2-124 0,5 2-55 0,3 0 127 16,0 0-99-16,2 0-48 0,1-1-25 0,-1 1 70 16,-3-3-40-16,6 2-30 0,-9-1-189 0,3 1 82 15,-4-2 42-15,-2 1 20 0,-5 0-444 0,-1 1 229 16,-3 1 117-16,-4-2-532 0,-3 2 268 0,0 0 159 16,-2 0 71-16,0 0-372 0</inkml:trace>
  <inkml:trace contextRef="#ctx0" brushRef="#br0" timeOffset="99635.8">25563 7942 1405 0,'-4'4'0'0,"2"-1"0"0,1 1 0 0,1 2 0 0,-2 3 0 0,2 3 0 0,0 3 0 0,0 5 0 0,0 4 0 0,0 5 558 0,0 2-267 0,0 2-129 0,0 2 232 15,0 2-180-15,0 1-91 16,0 2-37-16,0-2-78 0,0 0-1 0,0 2 26 15,0-2 0-15,0-3-377 0,0-2 197 0,0-2 86 16,0-6-216-16,0-3 155 0,0-5 77 0,0-6 39 16,2-1-672-16,-1-8 326 0,3-2 160 0,-2 0-288 15</inkml:trace>
  <inkml:trace contextRef="#ctx0" brushRef="#br0" timeOffset="99795.14">25497 8257 554 0,'0'-7'0'0,"0"3"0"0,0 2 0 0,0 0 0 0,0 2 0 0,2-3 406 16,7 0-186-16,5 2-94 0,0-1-46 0,7 0 355 16,0-2-205-16,1 2-98 0,1 1-50 0,5-2 58 15,-3 3-53-15,-5 0-19 0,3 0-238 0,-1 0 102 16,1 3 50-16,-3 4-539 0,1 4 295 0,-2-3 156 16</inkml:trace>
  <inkml:trace contextRef="#ctx0" brushRef="#br0" timeOffset="99997.13">26122 8145 1543 0,'0'0'0'0,"0"0"0"0,0-2 0 0,0 2 0 0,0 0 0 0,0 0 0 0,0 0 175 0,0 0-71 0,0 0 454 15,4 5-262-15,2 1-124 16,0 1-74-16,-1 1 14 0,3-1-40 0,-3 1 0 15,0 0-39-15,2-3-344 0,0 1 168 0,-1 1 88 16,-1-1-530-16,1 2 309 0,2-3 155 0,-3-1 29 16</inkml:trace>
  <inkml:trace contextRef="#ctx0" brushRef="#br0" timeOffset="100214.58">26471 7820 1911 0,'-4'-12'0'0,"4"7"0"0,0 3 0 0,0-2 0 0,7-1 0 0,2-1 0 16,6 1 0-16,9-2 0 0,5 0 363 0,1 1-166 0,5 2-81 0,1 1-39 0,2 2-14 0,-2-1-8 16,-1 2-22-16,-1 0-226 15,-5 0 113-15,0 0 56 0,-4 0 37 0,-3 0-424 0,-1 3 223 16,-2 0 110-16,-5 1-638 0,-4-2 342 15</inkml:trace>
  <inkml:trace contextRef="#ctx0" brushRef="#br0" timeOffset="100458.97">26844 7622 1601 0,'6'-1'0'0,"1"-1"0"0,6 0 0 0,0 0 0 0,2 0 0 0,0 0 0 0,1 2 0 0,2 0 0 0,3 0 0 0,-1 0 193 0,-1 10-73 0,-2 1-47 16,-1 2-9-16,-2 4 1 0,-1 0-33 0,-3 0-80 15,-4 1 48-15,-1 1-8 0,-3 2 41 0,-2 0-78 16,0-2 38-16,-3 3 1 0,-9-5 47 0,-9 4-59 16,1-3 12-16,-7 2 0 15,1-4-135-15,-4 0 72 0,-2-1 11 0,-2-1 27 16,-5 3-337-16,1-2 169 0,-3-2 73 0</inkml:trace>
  <inkml:trace contextRef="#ctx0" brushRef="#br0" timeOffset="100827.2">26549 8251 1212 0,'0'3'0'0,"0"0"0"0,0 2 0 0,0-2 0 0,2-1 0 0,3-2 0 0,11 2 0 0,-2-2 249 15,7 0-112-15,0 0-52 0,1 0 111 0,3-2-82 16,-1-6-41-16,-4 3-122 0,3-3 37 0,-3 1 22 16,-2-1 1-16,-3 1-203 0,-2-1 112 0,-3 2 65 15,-1-1 20-15,-6-1-250 0,1-3 130 0,-4 2 14 16,0-5-5-16,0 1-13 0,-5 0 47 0,-6 0 0 16,-1-2 72-16,-3 4 0 0,-2 0-33 15,-1 3 132-15,-3 5-62 0,-6 0-35 16,2 3 0-16,-1 0 295 0,3 10-152 0,-4 5-49 15,3 6-46-15,3 1 268 0,1 4-143 0,4 2-71 16,5 4 51-16,4 2-53 0,5 2-38 0,2 1 215 16,0-3-122-16,0 2-63 0,4-4-30 0,7 0 130 15,4-4-85-15,0-3-38 0,6-5 0 0,-1-1-171 16,1-5 67-16,1-4 41 0,3-2-8 0,2-5-376 16,-4-3 204-16,2 0 103 0,-1 0-659 15,-3-3 322-15,5-11 190 0,-3 1 92 16,-2-2-246-16</inkml:trace>
  <inkml:trace contextRef="#ctx0" brushRef="#br0" timeOffset="100996.76">26938 8331 1202 0,'0'0'0'0,"0"0"0"0,0 0 0 0,0 0 0 0,0 0 0 0,2 0 0 0,5 0 0 0,8 0 0 0,1 0 507 0,4 0-228 15,0 0-128-15,1 0-59 0,0 0 80 16,-3 0-70-16,3 0-34 0,-2 0-335 0,-2 0 146 15,0 1 77-15,0-1 38 0,-5 0-237 0,0 2 137 16,-3 1 78-16,-3-3-618 0,-3 1 318 0,-3 1 90 16</inkml:trace>
  <inkml:trace contextRef="#ctx0" brushRef="#br0" timeOffset="101150.86">27122 8334 664 0,'-10'0'0'0,"5"3"0"0,-1 2 0 0,1 6 0 0,1 0 0 0,2 4 0 0,0 2 0 0,2 4 257 0,0 1-104 0,0 5-64 15,0-3-28-15,0-3 212 0,2 0-119 0,4 1-61 16,-1-4 71-16,2 0-70 0,1-4-31 0,2 0 1 16,1-5-203-16,4-1 86 0,2-6 51 0,5-2-211 15,5 0 124-15,-2-6 60 0,5-9 31 16</inkml:trace>
  <inkml:trace contextRef="#ctx0" brushRef="#br0" timeOffset="101651.62">27735 8136 842 0,'0'-17'0'0,"0"-3"0"0,0 4 0 0,0-4 0 0,0-1 0 0,-3 0 0 0,-1 1 113 0,0 0-40 0,-1 3 0 0,-2 2 47 0,-1 5-47 0,-2 0 0 15,-1 5-41-15,-3 2 123 16,0 3-61-16,-4 0-23 0,-1 11 20 0,-2 8-30 15,-1 2 0-15,5 3 71 0,-2 4-51 0,4 2-15 16,1 1-9-16,5 1 76 0,5-1-51 0,3 3-24 16,1-4-1-16,0 2 37 0,0-4-36 0,3-1 1 15,5-5-26-15,1-1 36 0,1-5-36 0,1 0 8 16,2-7-83-16,-2-3 37 0,3-6 1 0,2 0 36 16,0-2-168-16,1-13 93 15,2-10 16-15,0-1-199 0,-1-5 99 0,0-10 63 16,-3 0 1-16,0 2-155 0,2-13 85 0,-1-1 50 15,1-9 26-15,2 0-56 0,1-6 40 0,-1-1-8 16,2-5 48-16,-1-1-127 0,-3 6 63 0,-2 15 32 16,-2 1-20-16,-4 13 18 0,-1 4 8 0,-5 11 302 15,0 4-138-15,1 6-69 0,-2 7-34 0,-2 3 389 16,0 3-198-16,0 2-100 0,0 0-4 0,0 7 123 16,0 14-67-16,-9 7-48 15,-1 10 73-15,0 3-68 0,-2 4-35 0,-1 6 43 16,2 5-39-16,-2 2 8 0,-1 10-46 0,3-8 29 15,0 0-1-15,1 1-28 0,1-11 0 0,0 6-151 16,4-3 71-16,1-6 40 0,1-2 0 16,3-12-147-16,0 5 92 0,0-15 19 0,3-1-541 15,6-5 251-15,4-7 151 0,4-6-429 0,1-4 290 0</inkml:trace>
  <inkml:trace contextRef="#ctx0" brushRef="#br0" timeOffset="102003.98">28369 7861 787 0,'8'-28'0'0,"5"-1"0"0,-2 2 0 0,-1-4 0 0,-3 4 0 0,-2 4 0 0,-3 2 0 0,-2 2 404 0,0 8-178 0,0-1-101 16,-5 5 134-16,-11 5-113 0,-4 2-57 0,-2 0 139 16,-5 9-89-16,-1 7-57 0,1 5-25 0,-1-1 93 15,3 3-59-15,3-1-29 16,7-1 8-16,2 1 10 0,3-1-23 0,3 0-1 15,5-1-23-15,2-1 26 0,0-1 8 0,2 2-34 16,5-2-26-16,9 6 1 0,1-6 25 0,1-1-1 16,0-1-42-16,5 3 17 0,-5 0 0 0,1 0-131 15,-6-2 75-15,2 2 20 0,-4-1 29 0,-4 1-132 16,2 3 68-16,-9-5 12 0,0 5 24 0,0-3 10 16,-6-1 2-16,-10 3-24 15,-4-4 109-15,-4-4-44 0,-2-2 0 0,1-4 1 16,0-1-27-16,-7-4-6 0,6-2 27 0,-2 0-143 15,8 0 57-15,-1-2 37 0,2-6 10 0,4-1-385 16,7 2 177-16,2 0 97 0,6-4 49 0,0 4-454 16</inkml:trace>
  <inkml:trace contextRef="#ctx0" brushRef="#br0" timeOffset="102161.56">28617 8357 1318 0,'0'0'0'0,"3"3"0"0,9 7 0 0,-5-3 0 0,-3-1 0 0,-2-2 0 0,0-1 658 0,0 3-312 0,-2-2-157 15,1-2-78-15,-1-2 191 0,0 0-139 0,0 0-65 16,2 0-797-16</inkml:trace>
  <inkml:trace contextRef="#ctx0" brushRef="#br0" timeOffset="110149.78">4897 9018 168 0,'0'0'0'0,"0"0"0"0,0 0 0 0,0 0 0 0,0 0 0 0,0 0 0 0,0 0 53 0,0 0 7 0,0 0-35 0,0 0 8 16,0 0-7-16,0 0 1 0,0-2-1 0,0 0-15 16,0 1 14-16,-2-2 0 15,2 1-1-15,0 1 40 0,0-1-1 0,0 0-28 16,-1 0 54-16,-2 2-28 0,3 0 0 0,0 0-2 16,-3 0 0-16,1 0-18 0,2 0-8 0,-2 0 47 15,1 0-23-15,-2 0-1 0,1 0-23 0,-2 2 41 16,2 5-41-16,-1 1 0 0,1 1 0 0,-1 1 26 15,0 0 0-15,2-1-18 0,1 0-2 0,0-2-6 16,0 1-1-16,0-3-20 0,0-1 0 16,0 0 29-16,1-2-8 0,3 0-81 15,1-2 40-15,3 0 13 0,2 0 0 0,-4-4-97 16,1-7 53-16,0 1 16 0,-2-1-75 0,-2 4 41 16,-1-3 30-16,1 3-4 0,-2 1 3 0,-1 1-13 15,0 3 29-15,0-1 66 0,0 1-33 0,0 2-5 16,-1 0-28-16,-6 0 42 0,3 0 1 0,-2 8-31 15,3 0-7-15,-3 1 98 0,5 1-35 0,-2-3-24 16,3 0 0-16,0-1 58 16,0-3-36-16,0 2 0 0,0-2-78 0,0-3 23 15,3 0 6-15,4 0-87 0,-1 0 52 0,0 0 20 16,2 0-9-16,-3-2-23 0,0-1 17 0,-2-5-1 16,2 3 4-16,-4-1-61 0,1 1 23 0,0 1 23 15,-2 0-10-15,0 0 47 0,0 0-39 0,0 3 17 16,0-1 104-16,0 2-49 0,0 0-21 0,-4 0 105 15,0 0-57-15,0 0-31 0,1 0-4 0,1 7 15 16,1-3-4-16,-2 4 0 0,3-3 15 0,0 1-113 16,0-2 47-16,0-1 0 15,8 0 45-15,3 0-435 0,0-3 185 0</inkml:trace>
  <inkml:trace contextRef="#ctx0" brushRef="#br0" timeOffset="111351.71">4918 9027 368 0,'0'0'0'0,"0"0"0"0,0 0 0 0,0 0 0 0,0 0 0 0,0 0 0 0,-2 0 136 0,2 0-52 0,-2 0-25 15,2 0 37-15,-1 0-23 0,1 0-9 0,0 0 61 16,0 0-47-16,0 0-22 0,0 0-1 0,0 0 27 16,0 0-28-16,0 0-1 0,0 0-20 0,0 0-27 15,0 0-1-15,0 0 36 0,0 0-8 0,0 0-2 16,0 0 2-16,0 2 0 0,1-2-32 0,-1 2 8 15,2 0 24-15,-2-2 0 0,0 0-26 0,2 2-17 16,-2-2 37-16,0 0-32 16,0 0-5-16,0 0 25 0,0 0 5 0,0 0-4 15,0 0 3-15,0 0 1 0,0 0-3 0,0 0 23 16,0 0 0-16,0 0-23 0,0 0 36 0,0 0 7 16,0 0-38-16,0 0 23 0,0 0-21 0,0 0 6 15,0 0-5-15,0 0 1 0,0 0 1 0,0 0 5 16,0 0-4-16,0 0-33 0,0 0 0 0,0 0 37 15,3 2-5-15,-3-2-26 0,1 2 0 0,0-2 16 16,-1 1 16-16,3-1-20 16,-2 2 7-16,-1-2-17 0,2 0 15 0,0 2-2 15,-1-2 1-15,1 0-2 0,0 3 2 0,1-3 1 16,-2 0 0-16,3 0-23 0,0 1 22 0,-2-1 5 16,1 0-5-16,0 2-25 0,0 0 23 0,2-2-3 15,-5 2-21-15,5 0 25 0,-4 2-3 0,4-3-26 16,-2 3 25-16,-1-2-1 0,2-1 3 0,0 3-17 15,-1-2 13-15,-1 0-2 0,1 2 2 16,2-2-35-16,-2-1 36 0,3-1-6 16,-2 4 3-16,1-4-4 0,2 2 3 0,-2 1-3 15,1-2-1-15,-1 1 2 0,1-2 1 0,-1 2-25 16,0 0 24-16,-1-1 0 0,2 2 0 0,1 0-8 16,-2-1 7-16,-2 0 0 0,0 2 0 0,4 0 24 15,-4-3-23-15,3 2-1 0,-1 2 0 0,-1-1 30 16,3-1-29-16,-5 1 1 0,4 0 23 0,0-1-22 15,0 1 2-15,-1-2-17 0,0 2 16 0,2-1 1 16,-2 2 4-16,-1-4-15 0,1 1 11 0,-1 3-1 16,0-4-1-16,1 3-34 15,-1-1 33-15,2 1 0 0,-2 0-4 0,2-1-6 16,1 3 6-16,-1-2 2 0,0 2 22 0,2 0-22 16,-2-3-1-16,1 3 15 0,3-1-13 0,-1 3 0 15,-1-4 3-15,3 3-16 0,0-1 14 0,-1 0 0 16,-1-1 1-16,3 1-14 0,0-3 15 0,0 4-3 15,-1-3 1-15,1 2-29 0,2 0 26 0,-4 0 0 16,-1 0-18-16,4-1 17 16,-2 1-3-16,1-1-5 0,0 1 6 0,-1 2 1 15,0-5-2-15,0 4 13 0,0-1-12 0,2 0 1 16,-3 1-1-16,2-1 2 0,1 2-1 0,-3-3 0 16,4 3 1-16,0-3-10 0,-2 2 9 0,1 1 0 15,0-2-32-15,0 0 31 0,0-1-1 0,-1 1-12 16,1-1 11-16,-2-1 1 0,1 2-4 0,0-2-26 15,-2 2 27-15,0-3 0 0,0 1-2 16,-2 0-31-16,3-1 29 0,-3 1 2 16,0 0-3-16,-1 1-8 0,0-3 8 0,-2 2 0 15,0-2-15-15,-2 2 16 0,2-3-4 0,-4-1-17 16,1 3 17-16,0-3-1 0,-2 0 0 0,0 0 32 16,0 0-30-16,0 0 0 0,0 0 1 0,0 0 27 15,0 0 4-15,0 0-29 0,0-3 2 0,-2 0-118 16,-4-1 55-16,1-2 26 0,1 1-464 0,-1 1 238 15,1 2 118-15,-1 0-453 0</inkml:trace>
  <inkml:trace contextRef="#ctx0" brushRef="#br0" timeOffset="111817.04">5415 9602 798 0,'-5'0'0'0,"1"0"0"0,0 3 0 0,-2-3 0 0,1 0 0 0,2 0 0 0,0 0 0 0,1 0 0 0,-1 0 257 0,3 0-112 0,0 0-56 0,0 0-29 0,0 0 114 16,0 0-74-16,0 0-34 16,0 0 0-16,8 0-3 0,2 0-30 0,0 0 8 15,5 0 32-15,-1-3 0 0,2 1-40 0,1 2 38 16,1-2-39-16,1 2 9 0,0 0-8 0,2 0 32 16,1 0 1-16,0 0-34 0,-1 0 9 0,6 0-22 15,-4 2 13-15,-2 3 1 0,2-3 0 0,0 1-58 16,-2-2 38-16,-1-1-9 0,-1 0-77 0,-2 0 45 15,-2 0 27-15,-5 0-48 0,1 0 37 0,-3 0-1 16,-3 0-1-16,-2 0-25 16,-1 0 20-16,1 0-21 0,-2 0 38 0,-1 0 20 15,0-1 0-15,0-2-31 0,0 2 7 0,0-3 39 16,0 0-1-16,-4 0-28 0,2 0-231 0,-5 1 109 16,3 1 53-16,2-2-197 0,-3 2 112 0,2 1 54 15,0-1 34-15,0 0-458 0</inkml:trace>
  <inkml:trace contextRef="#ctx0" brushRef="#br0" timeOffset="112227.61">5635 9181 821 0,'0'-5'0'0,"0"1"0"0,0 0 0 0,0 0 0 0,0 3 0 0,0-2 0 0,-1 1 151 0,-2 1-64 0,3-1-27 0,-1 2 80 16,1 0-54-16,0 0-27 0,0 0 9 0,0 0 21 15,1 0-28-15,3 8 0 0,3 1-28 0,1 0 72 16,0 4-40-16,3 0 0 0,-2 4-2 0,1 1 9 15,1 4 0-15,-1-1 6 16,1 5-8-16,-2 2-37 0,-2 0 0 0,3 2 17 16,-2 1-17-16,-1-2 8 0,2-1-8 0,-1-1-16 15,-1-7 16-15,4-1 0 0,-5-2-1 0,2-6-26 16,-2 0-9-16,-1-3 36 0,-1-4 0 0,-3 0-54 16,1-4 18-16,1 1-21 0,-2-1 16 0,-1 0 0 15,0 0 14-15,0 0 52 0,0 0-3 0,0-1-34 16,0-5-7-16,0-1-127 0,-1-1 59 0,-2 1 33 15,3-1-5-15,0 1-570 0</inkml:trace>
  <inkml:trace contextRef="#ctx0" brushRef="#br0" timeOffset="116186.56">11311 9799 559 0,'-4'0'0'0,"2"2"0"0,1 0 0 0,-3 0 0 0,2 0 0 0,-1-1 0 0,1-1 104 0,2 3-35 0,-2-3-1 15,2 0-27-15,0 0 124 0,0 1-67 0,0-1-32 16,0 0-1-16,0 0 65 15,0 0-41-15,0 0-32 0,0 0 39 0,0 0-31 16,0 0-1-16,0 0 74 0,0 0-45 0,2 0-34 16,3 0 0-16,1 0 42 0,1 0-34 0,1 0 0 15,1 0-27-15,2 0-13 0,3 0 6 0,0 0-1 16,6 0 1-16,0 0 15 0,1 0-7 0,5 0-8 16,-5 0-51-16,6 0 25 0,-2-1 0 0,1-2-42 15,-3 3 40-15,7-1-8 0,-3-1 11 16,-1 2-57-16,1-2 26 0,2 0 1 0,-5 0 21 15,3 2-23-15,-1-2 7 0,-5 0 0 16,-1 0-2-16,-1 1-8 0,-6-2-13 0,1 3 36 16,-5-1 5-16,-2-1-7 0,-3 2-4 0,-1 0-4 15,0-2 5-15,-1 2 2 0,-2 0-1 0,0 0-46 16,0-2 21-16,0-1 1 0,0-3 20 0,0 2-154 16,-5 0 71-16,2 0 38 0,-1 1 9 0,0-1-490 15</inkml:trace>
  <inkml:trace contextRef="#ctx0" brushRef="#br0" timeOffset="116453.85">11798 9600 828 0,'-4'0'0'0,"2"0"0"0,0 2 0 0,0-2 0 0,2 0 398 0,0 3-183 0,0-1-83 15,6 2-54-15,7 2 283 0,4 1-164 0,2 0-82 16,3 2-41-16,-3 0 60 15,4 0-55-15,-3 1-23 0,1 0-20 0,-2-1-3 16,-1-2-1-16,0 2-68 0,-2-1 30 0,-2 1 0 16,-3-1 38-16,-4-1-111 0,-2 1 55 0,2-1 37 15,-5 1-8-15,-2 3-84 0,0-1 47 0,0 0 24 16,-9 2-26-16,-3-1-78 0,-1 2 52 0,-4-1 15 16,0-1-97-16,-2 1 54 15,0-1 33-15,1 0-369 0,-2 2 199 0,0 4 97 0,1 0 47 16,-2 3-353-16</inkml:trace>
  <inkml:trace contextRef="#ctx0" brushRef="#br0" timeOffset="116869.73">11531 10181 1791 0,'-10'3'0'0,"3"1"0"0,0 0 0 0,-1 0 0 0,2-3 0 0,4 1 0 0,-1-2 0 16,3 4 0-16,0 1 116 0,5 1-41 0,11-1 211 15,2 4-131-15,3-4-61 0,5 1-31 0,-1-2 42 16,0-1-36-16,0-1 8 0,5-2-44 0,-3 0-57 16,-1 0 28-16,-5 0 0 0,-1 0 37 0,-3-2-153 15,-2 0 73-15,-5-3-153 0,-1-1 113 0,-4 1 27 16,-1-4 39-16,-2 2-103 0,-2-2 56 0,0-1-12 16,0-2 27-16,-9 2-105 0,0-1 50 0,-5-2 38 15,1 3 0-15,-2-1-9 0,0 0 0 16,-4-1 38-16,3 3-8 0,-5 1 34 15,2 3-26-15,-1 2 1 0,0 3 85 0,-1 0-42 16,3 4-31-16,-3 12 89 0,3 3-51 0,-1 3-11 16,3 4-1-16,2 1 200 0,1 3-105 0,3 2-28 15,5-1-34-15,1 2 210 0,4-4-110 0,0 2-43 16,0-5-24-16,2 6 88 0,7-8-64 0,5 1-32 16,0-3 30-16,3-1-30 0,-2-6 7 0,4 0-131 15,2 0 47-15,-3-6 23 0,3 1-1 16,-3-5-90-16,3-1 66 0,-1-2 19 15,-2-2 0-15,1 0-384 0,-3 0 193 0,2-9 59 16,-1-1 3-16,-2-3-418 0,0 0 255 0,0-4 128 16</inkml:trace>
  <inkml:trace contextRef="#ctx0" brushRef="#br0" timeOffset="117047.26">11882 10346 1026 0,'-1'3'0'0,"1"3"0"0,0 0 0 0,0-3 0 0,0 1 0 0,0-2 0 0,1 0 482 15,7 0-224-15,4-2-113 0,2 0-56 0,2 0 125 16,2 0-82-16,1 0-54 0,-1 0-23 0,3 0 61 16,-2-2-42-16,1-3-21 0,-2-1 9 0,0 0-337 15,-1 0 154-15,-2 0 76 0,-2 1-474 0,-4 1 276 16,1-1 95-16,-4 2-437 0,-2 0 276 0,-4-1 138 16</inkml:trace>
  <inkml:trace contextRef="#ctx0" brushRef="#br0" timeOffset="117236.76">12070 10342 879 0,'-14'9'0'0,"5"2"0"0,0-1 0 0,2-1 0 0,-1 3 0 0,2-3 0 0,3 4 0 0,-1 0 359 0,4 2-167 0,0 4-80 15,0-1-39-15,0 2 103 0,0 3-71 0,2-3-29 16,1 0-7-16,5 1 114 0,0-2-75 0,-1-3-38 16,0 0-19-16,4-5-10 0,1 0-8 0,1-3-113 15,1-5 56-15,0-3 29 0,4 0-1 16,-2 0-223-16,5-13 122 0,0-5 65 15,-1-4-4-15,-1 0-214 0,2 0 77 0,1-3 77 16,1-1-372-16,-2 2 218 0</inkml:trace>
  <inkml:trace contextRef="#ctx0" brushRef="#br0" timeOffset="117510.59">12701 9701 1361 0,'0'-6'0'0,"0"5"0"0,0-1 0 0,0 0 0 0,0 0 0 0,0 2 0 0,0 0 0 0,0 0 412 16,-2 0-190-16,0 2-86 0,0 8-56 0,0 5 22 15,1 5-35-15,-3 5 10 0,0 3-22 0,-1 2 9 16,-2 4-31-16,-2 1-68 0,0 7 33 0,-2-1 1 16,-1 0 34-16,0-3-67 0,-6 9 29 0,2-4 0 15,-1-1 38-15,-3-4-109 16,4-5 48-16,-1 2 1 0,0-7 17 0,2-1-97 15,6-8 53-15,0-4 11 0,3-6-29 0,2-1 23 16,2-5 1-16,2-1-279 0,0-2 147 0,0 0 73 16,2-11 30-16,10-8-344 0,0-2 194 0</inkml:trace>
  <inkml:trace contextRef="#ctx0" brushRef="#br0" timeOffset="117812.3">12968 9803 1552 0,'5'-6'0'0,"1"4"0"0,-5-1 0 0,2 0 0 0,-3 3 0 0,0 0 0 0,0 0 0 0,0 0 296 0,0 0-132 0,0 4-57 0,-6 10 300 16,0 3-187-16,-1 5-94 0,0 3-46 0,-1 3 150 16,-2 2-90-16,1 5-58 0,0 1 3 0,-3 7-21 15,1-1 0-15,-2-1-105 16,2 0 45-16,-7 8-8 0,2-4 37 0,-1 0-70 15,-1-4 36-15,0-3-1 0,4-6 43 0,-4 0-138 16,6-2 65-16,-2-5-7 0,7-6 30 0,-2-3-173 16,3-6 87-16,0-1 18 0,2-4-41 0,0-3-57 15,3 0 71-15,-1-2-208 0,0 0 131 0,2 0 79 16,0-2 34-16,0-5-202 16,2-5 119-16,7 3 59 15,6-5 21-15,-2-1-412 0</inkml:trace>
  <inkml:trace contextRef="#ctx0" brushRef="#br0" timeOffset="118153.95">13552 9726 1352 0,'0'-6'0'0,"0"-1"0"0,0 1 0 0,-4-1 0 0,-1 2 0 0,-2 4 0 0,-4-1 0 0,-3 0 0 0,2 2 0 0,-3 0 300 0,-2 13-133 0,-1 6 86 16,-1 3-114-16,0 3-53 0,0 3-27 0,2 3 101 15,-1 1-64-15,2 1-23 0,0 8-8 0,2-3 57 16,5-3-44-16,0 4-23 0,1-4 1 0,6 1 130 16,0-6-81-16,2 4-36 0,0-7 0 0,2 2 30 15,6-5-33-15,1-4 8 16,4 2-85-16,3-4 22 0,-2-1 0 15,4-4-96-15,0 0 59 0,-1-3 38 0,0-3-9 0,0 0-264 16,0-2 122-16,1-2 77 0,0-1 3 0,-2-2-159 16,0 0 66-16,0 0 64 0,-1 0-357 0,0 0 207 15,1 0 102-15,-4 0 43 0,2-2-444 0,-3-4 252 16</inkml:trace>
  <inkml:trace contextRef="#ctx0" brushRef="#br0" timeOffset="118544.82">13895 9672 1300 0,'-3'0'0'0,"-1"0"0"0,2-1 0 0,2-1 0 0,0 2 0 0,-1 0 0 0,1 0 186 0,0 0-81 0,0 0-36 16,-2 0 255-16,2 0-147 0,0 3-71 15,0 7-29-15,0 3 193 0,0 3-119 0,0 1-59 16,0-2 43-16,0 3-51 0,0 0-17 0,0 0 156 16,2 3-95-16,-1 0-47 0,3 0-25 0,-2 4 35 15,0 0-22-15,-1 7-7 0,-1 0-29 0,0 1-34 16,0 3 34-16,0 2 144 0,-1 2-177 0,-5-3 0 16,3 2 0-16,-1-3 0 15,2-2 0-15,2-4 0 0,0-6 0 0,0 1 0 16,0-4 0-16,0-5-170 0,0-5 153 0,0 0-42 15,0-3 35-15,0-2 4 0,0-4 0 0,0 0-75 16,0 0 44-16,0-2 18 0,0 0-2 0,0 0-71 16,0 0 44-16,0 0 13 0,-4 1 1 0,0 1-229 15,0-1 114-15,1 2 69 0,-1-1-129 0,2 0 95 16,0 0 48-16,2 2-484 0,0-3 257 0,0 2 142 16</inkml:trace>
  <inkml:trace contextRef="#ctx0" brushRef="#br0" timeOffset="118756.26">14245 10306 1040 0,'2'0'0'0,"2"0"0"0,3 0 0 0,0 0 0 0,-3 0 0 0,0 0 175 0,0 0-71 15,0 0 542-15,0 2-299 0,-1 5-161 0,1 3-77 0,-2 3 368 16,0 2-222-16,-2 4-103 15,0 2-64-15,-2 3 3 0,-9 1-29 0,-3-4 0 16,0 2-502-16,-2-2 244 0,-4 3 111 0,-1-2 58 16,-5 4-990-16</inkml:trace>
  <inkml:trace contextRef="#ctx0" brushRef="#br0" timeOffset="122247.52">14837 9258 666 0,'0'-7'0'0,"-2"1"0"0,0 3 0 0,0 0 0 0,1 2 0 0,1-1 0 0,-3 0 0 0,3 0 0 0,-2 2 203 15,2 0-78-15,0 0-50 0,0 0-7 0,0 7-1 16,2 7-35-16,2 5 105 0,2 4-44 0,-1 8-34 15,1 1 0-15,-1 2 28 0,4 3-27 0,-6 1 0 16,3 1-19-16,-3-2 5 0,3 1-13 0,-3 0-1 16,1-4 1-16,1-2-7 0,-2-7 15 15,1 0-8-15,-1-5-39 0,1-2 39 0,0-7 0 16,-2-2-46-16,-1-3 19 0,1-2 0 0,-2-4 15 0,2 0-50 16,-2 0 21-16,0 0 5 15,0-2 10-15,-4-11 52 0,-1-2-11 0,-2 0-30 16,-2-8-13-16,-1 6-231 0,-1-7 103 0,-3 1 62 15,-1 3-214-15,-2 0 127 0,-1 2 44 0,0 7-32 16,0 2 56-16,-1 1 24 0,-2 6-1 0,3 2 122 16,-3 4-48-16,6 9-34 0,-4 8 9 0,4 5 194 15,2-4-110-15,4 4-54 0,5-6-12 16,2 2 145-16,2-4-50 0,0 0-55 0,4-3 31 16,9-2 188-16,4-3-116 0,0-3-52 15,7-1 20-15,3-2-44 0,-1-4-22 0,0 0-147 16,2 0 62-16,-4-6 40 0,6-8-9 0,-5 1-342 15,-2-1 172-15,0 0 98 0,-5-3 13 0,-1 4-253 16,0-4 102-16,0 0 94 0,-4 1-323 0,0-3 203 16</inkml:trace>
  <inkml:trace contextRef="#ctx0" brushRef="#br0" timeOffset="122384.16">15078 9493 1235 0,'0'-11'0'0,"0"5"0"0,0 2 0 0,0 3 0 0,0-2 0 0,0 2 0 0,0 1 0 0,0 0 0 0,1 0 129 16,3 0-48-16,0 1 217 0,3 7-137 0,-2 3-64 15,4 2-32-15,-2 5-61 0,0 1 0 0,2 2 36 16,1 4-7-16,-2-2-425 0,-1-7 212 0,4 4 106 16,1-7 54-16,-1-3-534 0</inkml:trace>
  <inkml:trace contextRef="#ctx0" brushRef="#br0" timeOffset="122561.68">15345 9320 1000 0,'2'-10'0'0,"2"3"0"0,-1 4 0 0,-2 0 0 0,-1 1 0 0,0 2 0 0,0 0 240 0,0 16-104 0,-1 5-51 0,-8 1 271 16,-2 6-153-16,-2 8-89 0,2-4-41 0,-6 11 41 15,2-5-41-15,0-1 1 0,2-5-33 16,2 4-249-16,-3-3 120 0,5-1 60 0,0-1-438 0,-1-3 248 16,1-4 134-16,0 6-311 15,-3-4 191-15</inkml:trace>
  <inkml:trace contextRef="#ctx0" brushRef="#br0" timeOffset="122811.01">14673 10062 955 0,'-15'-5'0'0,"3"-1"0"0,0 2 0 0,3-1 0 0,1 0 0 0,5 2 0 0,-2 1 564 15,3 0-265-15,2 0-134 0,4-3 254 0,19-3-193 16,9 0-88-16,9-4 153 0,4 4-129 0,4-4-65 15,5 5-32-15,-1-4 4 0,0 3 8 0,2-1-45 16,-4 3 1-16,0 1-41 0,-2 1 20 0,-5 2 0 16,-9 0 29-16,1 0-246 15,-5 2 120-15,-6 0 58 0,0 0-359 0,-9 0 163 0,0 0 65 16,-7 0 74-16,-4 0-385 0,-3 0 218 16,0 0 110-16,-2 0-165 0,0 0 129 0,-7 0 76 15,-8 4 34-15</inkml:trace>
  <inkml:trace contextRef="#ctx0" brushRef="#br0" timeOffset="123174.06">14970 10002 963 0,'-9'2'0'0,"-1"2"0"0,1 1 0 0,3 3 0 0,1-1 0 0,1 7 0 0,2 2 0 0,2 4 399 0,0 8-188 0,0-1 100 15,0 3-140-15,0 3-69 0,2 2-34 0,2 1 17 16,-1 0-30-16,1-3 0 0,-2-1-22 0,0-2-34 15,1-7 0-15,-1 2 42 0,0-5-8 0,-2-3-51 16,0-6 26-16,0-1 0 16,0-6-30-16,0 1 35 0,0-5-7 0,0 2 0 15,0-2 1-15,-9 0 14 0,0-2-28 0,-3-6-139 0,-1-5 70 16,0 0 41-16,-2-4 14 0,-1-2-97 16,-2-1 50-16,1 1 29 0,-3-4 4 0,1 6-151 15,4 6 65-15,-2 1 45 0,0 5 17 0,0 1 18 16,2 4 8-16,0 0 203 0,2 6-101 0,1 9-51 15,3 2-25-15,2 4 290 0,2-3-131 0,2 0-78 16,3 0-9-16,0 4 79 0,0-5-25 0,3-2-37 16,7 1-18-16,3-2-60 0,3-2-1 0,2-2 30 15,6 0-358-15,-3-6 187 16,10-2 81-16,-5-2-552 0,2 0 273 0,1-2 156 16,-2-7 51-16,-3-3-326 0</inkml:trace>
  <inkml:trace contextRef="#ctx0" brushRef="#br0" timeOffset="123396.01">15066 10261 1384 0,'1'-15'0'0,"5"6"0"0,0 0 0 0,0 3 0 0,3-2 0 0,0 2 0 0,5 5 0 0,-2-1 0 0,4 2 346 15,2 0-149-15,1 3-86 0,-1 8-39 0,-2 3 48 16,1 3-43-16,-4 0-23 16,0 1 9-16,-3 2-59 0,-5 0 28 0,-3 1-119 15,0 0 59-15,-2-1 31 0,-2-2 7 0,-12 5-88 16,-4-4 56-16,-3-3 27 0,-1-1 0 0,-2-3-148 15,1-2 52-15,-9 1 14 0,4-5 34 0,1 1-185 16,7-3 99-16,1-3 50 0,10 1-102 0,-1-2 78 16,5 0 35-16,5 0 0 0,0-5-202 0,9-13 119 15,12 0 51-15</inkml:trace>
  <inkml:trace contextRef="#ctx0" brushRef="#br0" timeOffset="123604.45">15375 10144 982 0,'11'-12'0'0,"-8"6"0"0,-1 3 0 0,-2-2 0 0,0 4 0 0,-7-1 0 0,-5 2 0 0,-1 0 350 0,-1 11-150 0,0 3-88 16,-2 8-39-16,4-3 204 0,1 8-122 0,2 2-61 15,4-5 58-15,3 5-63 0,2 0-29 0,0-5 69 16,2 0-48-16,9-3-24 16,4-4 8-16,5 3-87 0,0-5 28 0,-1-5 0 15,5 2 26-15,-5-5-253 0,3-3 135 0,1 1 55 16,-1-5 32-16,-1 0-504 0,2 0 247 0,-2-9 72 15,-3-2-336-15,1-1 247 0,-1-8 121 0</inkml:trace>
  <inkml:trace contextRef="#ctx0" brushRef="#br0" timeOffset="123847.8">15757 9495 1353 0,'0'-12'0'0,"0"10"0"0,0-1 0 0,0 1 0 0,0 0 0 0,4 0 0 0,5 2 542 16,4 0-255-16,1 0-119 0,7 17 256 0,-3 4-195 16,4 9-99-16,1 6 113 0,-3 5-105 0,-1 5-44 15,-2 6-35-15,-3-2 16 0,-5 4-22 16,-4 10 1-16,-3-2-21 0,-2-7 180 16,-2 14-213-16,-12-5 0 0,-6-4 0 0,0 1 0 15,-6-5 0-15,-1-8 0 0,-8 9-295 0,-1-9 180 16,3-6 74-16,-7 2-695 0,0-3 357 0,3-3 150 15,5-5 103-15,6-7-303 0</inkml:trace>
  <inkml:trace contextRef="#ctx0" brushRef="#br0" timeOffset="128182.78">5192 11146 92 0,'-7'0'0'0,"2"0"0"0,-3 0 0 0,4 0 0 0,-4 0 0 0,3-2 0 0,-5 0 174 0,4 0-70 0,-3-2-28 16,3-2 39-16,0 2-41 15,-1-1-21-15,3 2 89 0,-1-1-55 0,-1 0-19 16,4 0-8-16,1 2 29 0,1 1-28 0,0 1-1 16,0 0-27-16,0 0 128 0,0 0-69 0,0 8-29 15,5 7-1-15,7 6 89 0,-2 0-59 0,2 0 98 16,4 4-82-16,0 1-38 0,0-4 0 0,0 2-3 15,0-1-35-15,-2-6 9 0,2 5-8 0,-4-5-72 16,1 0 36-16,0 0 0 0,-2-4 36 0,-5-3-69 16,1-1 31-16,-1-1-1 15,-2-4 39-15,0-1-271 0,-1-1 93 0,-2-2 77 16,-1 0-362-16,0 0 198 0,0 0 100 0,0-4-219 16,1-9 159-16,2-2 72 0,-2-4 47 0</inkml:trace>
  <inkml:trace contextRef="#ctx0" brushRef="#br0" timeOffset="128450.11">5380 11099 515 0,'0'-6'0'0,"-2"2"0"0,2 1 0 0,-2 0 0 0,1 1 0 0,-2 1 405 16,1-1-186-16,2 2-93 0,-1 0-47 0,1 5 109 16,-3 13-69-16,0 4 146 0,1 6-116 0,-3 6-58 15,-1 11-30-15,-2 1 139 0,0 7-75 0,-3 10-51 16,-2-1-20-16,2 1 74 0,-2 3-47 0,-1 4-25 15,0 0 9-15,-2 3 4 0,4-5-37 0,-2-7 1 16,5-10-26-16,-2 2 0 16,3-15 34-16,0 2-94 0,3-6 43 0,-1-10 21 15,4-1 0-15,-3-6-182 0,1-6 88 0,2 1 24 16,-1-8 36-16,0-1-341 0,0-3 172 0,-1 0 56 16,3 0 44-16,-2-2-282 0,3-7 170 0,0-4 86 15,3-8-308-15,5-2 196 0,9-8 91 0</inkml:trace>
  <inkml:trace contextRef="#ctx0" brushRef="#br0" timeOffset="128651.1">5618 10780 1386 0,'0'-4'0'15,"0"4"0"-15,0 0 0 0,-2 0 0 0,1 0 0 0,-2 9 0 0,-2 6 0 0,2 2 0 0,-1 2 313 0,0 3-131 0,0 6-41 0,3 0-54 0,-4-3-27 16,4 3 0-16,-2-2-132 0,3-3 60 0,-2 5 18 16,2-4 0-16,0-1-319 15,0 4 173-15,0-5 94 0,0 4 36 0,0 1-616 16</inkml:trace>
  <inkml:trace contextRef="#ctx0" brushRef="#br0" timeOffset="128866.53">5696 11228 1039 0,'0'6'0'0,"-4"3"0"0,-5 5 0 0,-2-2 0 0,1 4 0 0,-4 4 167 0,5 3-67 16,1 3-34-16,3 0 331 0,3 1-182 0,2-3-75 16,0 7-62-16,0-1 122 0,11-3-84 0,2-2-42 15,6-1-125-15,-3-6 51 0,5 3 12 0,2-3-299 16,0-3 160-16,-4-6 80 0,1-1 40 0,-1-4-451 15,-1-1 198-15,-2-3 127 0,0 0-5 16,-4 0-126-16,-1-7 115 0</inkml:trace>
  <inkml:trace contextRef="#ctx0" brushRef="#br0" timeOffset="129101.68">5878 11266 1016 0,'0'-6'0'0,"2"3"0"0,3-3 0 0,3 2 0 0,1 3 0 0,2-2 0 0,2 3 222 15,1 0-98-15,2 4 106 0,0 7-99 0,0 2-49 16,1 6-25-16,-5-4 25 16,-1 9-29-16,-4-1 1 0,0 1-22 0,-7 3-34 0,0-1 35 15,0 2 8-15,-5 2-8 0,-10-2 33 16,-2 1-33-16,-2-3 0 0,-3 0 0 0,3-7-42 16,-3 4 16-16,-1-8-238 0,8-2 114 0,-2-3 68 15,7-1 16-15,-2-3-335 0,4-3 161 0,2-3 92 16,5 0 21-16,1 0-206 0,0 0 125 0,6-12 75 15,7-9 34-15,3-2-90 0</inkml:trace>
  <inkml:trace contextRef="#ctx0" brushRef="#br0" timeOffset="129302.45">6083 11204 922 0,'0'-8'0'0,"0"3"0"0,0 3 0 0,-5-1 0 0,-4 3 0 0,2 3 223 0,-2 12-100 0,-2 6-44 16,4 2 215-16,0 4-130 0,-1 3-66 0,5 2-24 15,3-2 100-15,0 2-70 0,0-2-36 0,0 0 0 0,7-3-72 16,3-4 7-16,4 2 30 16,1-2 0-16,-4-6-184 0,6 2 91 0,-4-5 47 15,1-1 31-15,-1-1-140 0,1-6 78 0,-4-1 38 16,3-5-459-16,-1 0 223 0,-1 0 58 0,2-3-238 16,-2-12 195-16</inkml:trace>
  <inkml:trace contextRef="#ctx0" brushRef="#br0" timeOffset="129508.92">6272 11125 1018 0,'6'-14'0'0,"1"7"0"0,7 0 0 0,-5 1 0 0,0 2 0 0,2 3 0 0,3 1 0 0,-1 0 365 16,2 3-166-16,3 12-84 0,-4 2-32 0,2 8 72 16,-2 1-62-16,-2 2-29 0,-2 6 93 0,-2 1-62 15,-4 1-23-15,-3 2-46 0,-1 1 7 0,0-1 0 16,0-1 0-16,-6 0-105 0,-8-2 60 0,1-5 19 15,-3-3 0-15,-2-2-241 0,0-4 132 0,2-6 30 16,-3-2 42-16,2-4-422 0,2-5 210 16,2-4-40-16,1 0 125 0,5-2 53 0</inkml:trace>
  <inkml:trace contextRef="#ctx0" brushRef="#br0" timeOffset="129656.56">6512 11298 644 0,'17'-2'0'16,"0"0"0"-16,0 0 0 0,0 0 0 0,1-2 0 0,0 1 408 0,2-1-192 0,3-2-92 16,1 2-45-16,-3-1 112 0,3 1-79 0,-3 1-32 15,2 0-313-15,-2 2 133 0,0-1 66 0,-1 2 34 16,-6 0-282-16</inkml:trace>
  <inkml:trace contextRef="#ctx0" brushRef="#br0" timeOffset="129806.16">6607 11544 1576 0,'-9'7'0'0,"9"3"0"0,0-4 0 0,0-3 0 0,3-1 0 0,8 0 0 0,5 0 0 0,2 0 0 0,6-1 494 16,0-1-232-16,-1 0-191 0,7 0-38 16,-2 0 0-16,1 0-724 0,2 0 355 0,1 0 177 15</inkml:trace>
  <inkml:trace contextRef="#ctx0" brushRef="#br0" timeOffset="130786.23">7285 11328 699 0,'-10'0'0'0,"2"1"0"0,3 1 0 0,-1 0 0 0,2 0 0 0,0 0 0 0,2-1 338 16,0-1-153-16,2 0-67 0,0 0 70 0,0 3-78 15,1-3-38-15,10 2 106 0,6-2-73 0,4 1-27 16,8-1-9-16,0 0 113 0,5 0-75 0,10 0-37 15,0 0 0-15,7 0 45 0,1 0-45 16,15-3 0-16,-5-7 12 0,6 1-24 16,5-4-1-16,-3 0-16 0,6-2-2 0,0-2-6 15,4 1 0-15,0 2-23 0,0-1 1 0,4 3 30 16,-6-1-8-16,2 4-65 0,-6 0 32 0,2-2 1 16,-6 3 31-16,-11-2-110 0,9 1 47 0,-8 1 12 15,-7-1 1-15,-5 2-47 0,-1-1 36 0,-9 1 5 16,-1-1-23-16,-5 0 13 0,-4 3-1 0,-7 0 50 15,-2 0-25-15,-6 2-7 0,-4 0 8 16,-2 2-7-16,-3-2 6 0,-1 2 0 16,-1-1-3-16,-2 2-63 0,0-1 31 0,0-1-1 15,-10-1-294-15,-1 3 150 0,0 0 67 0,-3 0-500 16,0 0 296-16,-6 0 146 0</inkml:trace>
  <inkml:trace contextRef="#ctx0" brushRef="#br0" timeOffset="131309.03">7406 11668 2 0,'-15'-8'0'0,"6"5"0"0,1-1 0 0,1 0 0 0,1-1 0 0,3 2 0 0,3-2 289 0,0-2-127 0,0-2-65 16,1-1-24-16,20-2 87 0,3-1-63 0,5 2-33 15,4 2 1-15,2-1 52 0,-2 4-35 16,1 1-20-16,0 5-1 0,-6 0-29 0,-2 0 1 0,-2 5-38 15,-5 7 9-15,0 3 29 16,-4 5 0-16,-6 3-35 0,-4 2 0 0,-2 6 35 16,-3 1 8-16,0 2-91 0,-15 0 24 0,-2 0 25 15,0-4-70-15,-4-3-3 0,-1-2 25 0,-2-2-11 16,-3-7 23-16,1 0 0 0,-1-7 16 0,4-2 46 16,-2-3-4-16,2-2-29 0,4-2-8 0,3 0 173 15,4 0-76-15,1 0-40 0,6 0-13 0,-1 0 105 16,6-2-47-16,0 0-35 0,0 0 168 0,2 1-85 15,12-1-54-15,6 0 39 0,4 0-43 16,0 2-22-16,3 0 0 0,2 0 9 16,1 0-8-16,2 0-22 0,1 0 0 0,-2 0-196 15,1 0 98-15,0 0 57 0,1 0 17 0,-1 2-178 16,-5 2 72-16,1-1 60 0,-1-1-580 0,-5 0 282 16,7-2 155-16,-8 0 74 0,4 0-339 0</inkml:trace>
  <inkml:trace contextRef="#ctx0" brushRef="#br0" timeOffset="131685.18">8106 11462 505 0,'-12'0'0'0,"3"0"0"0,1 0 0 0,2 0 0 0,-1 3 0 0,3-3 0 0,1 0 0 0,1 0 346 0,-1 0-156 0,3 0-70 16,0 0-48-16,8 0 137 0,9 0-88 0,4-4-44 15,5-2 63-15,2-1-46 0,6 0-34 0,7-3 62 16,-2 1-44-16,4 1-23 0,3-1 1 0,3-3 49 16,-3 5-40-16,3-3 0 0,-1 3-32 0,0 2 21 15,1-1 9-15,0 0-30 0,0 2 0 0,-3 0-42 16,2 3 20-16,-4-4 1 0,-3 4-78 0,3-1 46 15,-8 0 26-15,-1 0-75 0,-5 2 47 16,-1-2 5-16,-8 2 4 0,-1 0-132 0,-3 0 72 16,-5 0 17-16,-3-1 24 0,-2 1-160 15,-3-2 77-15,-2 0 28 0,-1 0 27 0,-1 0-124 16,0-1 75-16,0-3 38 0,-3 2-240 0,-8 1 143 16,-3 0 68-16,1 1 33 0,-4 2-164 0,-5 0 100 15</inkml:trace>
  <inkml:trace contextRef="#ctx0" brushRef="#br0" timeOffset="132086.15">8099 11526 731 0,'-14'-2'0'0,"6"1"0"0,2 1 0 0,4 0 0 0,0 0 0 0,2 0 0 0,0 0 132 0,0 6-49 0,0 9-17 15,4 6 21-15,3 3-27 0,5 4 0 0,-3 4 57 16,4 10-42-16,-3-7-13 16,1 12-8-16,-2-4-21 0,-2 5 2 0,0-6-2 15,-3 1-15-15,-1-5 23 0,2 0-8 0,-4-3-62 16,0-3 31-16,-1-9 0 0,0-2 30 0,0-4 9 16,0-5-8-16,-1-2-45 0,-7-5 21 0,-1-5-112 15,-1 0 60-15,-3 0 19 0,4-9-2 0,-5-6-144 0,-4-6 82 16,3 1 29-1,2-1-103-15,-4-9 64 0,2 2 35 0,1 0 3 0,1-1-11 16,0 9-1-16,2 1 31 0,4 8 90 16,3 1-42-16,-4 6 1 0,3 3-41 0,-1 1 62 15,3 5-40-15,-3 16 9 0,1 0-31 0,-2 5 152 16,3 2-69-16,-3 0-14 0,2-4-28 16,-2 7 30-16,2-9 0 0,-1 2-8 0,3-3-241 0,1-2 108 15,0-6 50-15,2-1-302 0,0-5 178 16,0-4 85-16,2-3 92 0</inkml:trace>
  <inkml:trace contextRef="#ctx0" brushRef="#br0" timeOffset="132386.34">8400 11596 513 0,'0'-2'0'0,"0"2"0"0,0 2 0 0,-7 12 0 0,-5-1 0 0,-3 7 0 0,0 3 105 0,0 2-29 0,-2 1-7 0,1 1-1 15,-2 2 1-15,1-3-36 0,2-2-1 16,3-4 2-16,0-4-1 16,3-1 0-16,1-5 22 0,5-3-22 0,0-4-1 0,1-1 9 15,2 1 67-15,0-1-38 0,5-2 0 0,7 0 8 16,1 0-23-16,6 0 8 0,-1-5 39 16,2 0-35-16,3 1 0 0,-1-1-34 0,5 1-11 15,-7 2 19-15,6 0-9 0,-5 0 1 0,1 1-51 16,-1 1 25-16,-4 0 0 0,0 0-238 15,-2 0 126-15,-6 0 51 0,0 0 37 0,0 0-420 16,-4 0 209-16,-1 0 61 0,-1 0 72 0,-1 0-279 16,-2-4 180-16,0 3 97 15</inkml:trace>
  <inkml:trace contextRef="#ctx0" brushRef="#br0" timeOffset="132558.9">8415 11640 465 0,'-9'-2'0'0,"3"2"0"0,2 0 0 0,3 0 0 0,-4 5 0 0,3 6 0 0,2 4 0 0,0 2 324 16,0 7-145-16,0 3-66 0,0 3-44 0,0 2 102 16,2 2-70-16,1 4-34 0,-3 0 92 0,0-1-55 15,0-1-40-15,0-3 0 0,0 1-166 0,0-4 67 16,0-2 34-16,0-6-336 0,2-1 181 0,-1-4 94 16,1-7-443-16,4-5 251 0,1-3 84 0,4-2 66 0,1-2 10 15</inkml:trace>
  <inkml:trace contextRef="#ctx0" brushRef="#br0" timeOffset="132723.53">8520 11788 232 0,'2'-6'-48'0,"1"0"24"0,2 3 0 0,0-5 170 16,2 3-48-16,2-5-37 0,0 3 0 0,3 1 296 16,2 1-162-16,3 2-81 0,0 2-33 0,1-1 6 15,1 2-27-15,3 0 0 0,-7 0-27 0,5 2-363 16,-4 5 189-16,1 1-371 15,1-1 256-15</inkml:trace>
  <inkml:trace contextRef="#ctx0" brushRef="#br0" timeOffset="132958.59">8763 11605 328 0,'0'-7'0'0,"0"0"0"0,0-1-164 0,3 1 82 0,3 3 41 0,6 0 41 0,-1 3 336 0,1 1-131 0,6 0-78 16,-2 0-51-16,2 9 157 0,0 8-100 0,1 1-51 15,-3 3-24-15,-2 0 35 16,2 5-35-16,-2 0-60 0,-5 1-1 0,-3 1 36 16,-3 0 0-16,-1 2-83 0,-2-1 37 0,0 2 23 15,-11-3 0-15,-3-2-47 0,-2-3 27 0,0-4 8 16,-9 1-13-16,0-4-153 0,1-3 60 0,-2-3 52 16,-3 0-4-16,7-4-176 0,-2-2 92 0,2-3 55 15,3-1-136-15,1 0 96 0,9 0 48 0,4-10 11 16,5-4 70-16</inkml:trace>
  <inkml:trace contextRef="#ctx0" brushRef="#br0" timeOffset="133173.15">9064 11634 415 0,'0'-8'0'16,"0"7"0"-16,0-1 0 0,-7 2 0 0,-6 0 0 0,-6 11 0 0,0 8 0 0,1 3 364 0,1 6-170 0,0 4 188 0,3 4-174 15,4 2-88-15,2-1-43 0,7-1 126 16,1-1-89-16,0-3-40 0,1-2-1 0,10-4-107 16,5-2 33-16,-2-6 9 0,10 1 25 0,-2-6-112 15,-4-4 56-15,3-1 28 0,-3-3 0 0,3-5-357 16,-2 0 146-16,-2 0 113 0,-2-2-535 0,0-5 297 16,-3-6 150-16</inkml:trace>
  <inkml:trace contextRef="#ctx0" brushRef="#br0" timeOffset="133475.34">9177 11494 285 0,'4'-7'0'0,"2"0"0"0,2 1 0 0,-3 0 0 0,3 3 0 0,-1 0 438 0,3 2-203 0,-1 1-101 16,4 0 36-16,0 0-73 0,-2 7-32 0,2 5 0 15,-3 2-38-15,1 2 6 0,-4 0 8 0,2 2-189 16,-6-1 90-16,-1 0 45 0,-2-1 23 0,0 1-164 15,0 1 98-15,-9-4 39 16,-3 0 23-16,-1-3-127 0,2 0 58 0,-4-4 29 16,6 1-39-16,-1-4 95 0,1-3-24 0,1 1-31 15,5 0 344-15,-2-2-146 0,3 0-84 0,2 0 274 16,0 0-162-16,0 0-80 0,5 0-40 0,9 0 42 16,6 0-33-16,-2 0-9 0,3 0-40 0,2 0-73 15,0 0 36-15,0 0 1 0,0 2 44 0,0 0-163 16,-3 0 77-16,-1-2 39 0,-3 1-548 0,2 4 232 15,-1-2 153-15</inkml:trace>
  <inkml:trace contextRef="#ctx0" brushRef="#br0" timeOffset="136328.07">7526 10801 670 0,'-1'0'0'0,"-2"3"0"0,3-3 0 0,-1 0 0 0,1 0 0 0,0 0 128 16,0 0-52-16,0 1 106 0,0 1 6 0,5 1-77 15,8-2-40-15,0 2 193 0,1-3-120 0,1 0-56 16,2 0-27-16,0 0 79 0,-2 0-53 16,0 0-19-16,0 0-8 0,0 0-26 0,-2 1-1 15,0 1-1-15,0-2-72 0,-3 0 44 0,1 2-7 16,1-2 35-16,-3 0-78 0,0 0 40 0,0 0-1 16,-1 0 48-16,-2-2-342 0,1-1 155 0,-3-4-384 15,1 1 248-15,0 1 125 16,-2 2 54-16,1-3-341 0</inkml:trace>
  <inkml:trace contextRef="#ctx0" brushRef="#br0" timeOffset="136708.37">7924 10580 922 0,'2'-6'0'0,"0"3"0"0,1 1 0 0,-1-2 0 0,-2 1 0 0,0-3 0 0,1 2 0 0,1-4 404 0,6 1-185 0,5-1 98 15,2 2-142-15,1-2-71 0,5 1-28 0,6 6 3 16,-3-1-23-16,1 2 0 0,-4 0-24 0,4 3-46 16,-6 9 31-16,1-1-8 0,0 8 24 0,-4 0-61 15,-4 4 30-15,-5 0 0 0,-3 3 39 0,-2 6-47 16,-2-1 0-16,-2 3 39 0,-10 0-129 0,-6-1 59 16,1 2 2-16,-7-4-75 0,1-1 46 0,-1-3 30 15,0-5-12-15,-3-3-4 16,1-4 31-16,7-6 5 0,-6-1-13 0,5-6 116 15,3 0-52-15,2 0-30 0,3-2 2 0,3 0 91 16,4 0-49-16,2 0-28 0,0 0-2 0,3 0 300 16,0 0-130-16,3 0-82 0,12 0 2 0,8 0-39 15,2-2-1-15,4 0-30 0,2 0 42 0,3 0-25 16,-2 0-178-16,1 2 76 0,-1-1 39 0,2-2 8 16,-4 3-186-16,0-1 108 15,-2-1 43-15,-1 0 30 0,1-2-683 0,-5 0 318 0,2-3 171 16,-2-1 82-16,-2-1-457 0</inkml:trace>
  <inkml:trace contextRef="#ctx0" brushRef="#br0" timeOffset="136967.69">8434 10608 1325 0,'-6'-14'0'15,"6"7"0"-15,-3-1 0 0,3-2 0 0,0-1 0 0,3 2 0 0,5 3 0 0,6-2 358 0,5 2-154 0,4 5 149 0,2-1-160 0,-2 2-80 16,0 0-41-16,-4 2 25 15,3 7-24-15,1 7-9 0,-6 2-31 0,-2 3-30 16,-3 1 30-16,-4 7 0 0,-5-1 8 0,-3 4-70 16,0 1 31-16,-6-1-53 0,-9 1 42 0,-2 0 21 15,-4-5 8-15,-1 1-180 0,0-9 91 0,-3 0 23 16,1-5 29-16,-3-1-327 0,4-5 145 0,-5-2 89 16,4-1 25-16,3-6-93 0,4 0 73 0,6 0 28 15,3 0 8-15,2-2-203 16,6-7 119-16,0-8 61 15,11-2-254-15</inkml:trace>
  <inkml:trace contextRef="#ctx0" brushRef="#br0" timeOffset="137201.07">8839 10454 1195 0,'4'-12'0'0,"0"2"0"0,-3 1 0 0,1 1 0 0,-2 1 0 0,0 4 0 0,0 0 217 0,-2-1-93 16,-5 4-45-16,-1 0 111 0,-3 0-78 0,0 10-32 15,-2 10-7-15,-1 2 121 0,-2 7-81 0,3 3-40 16,2 3 105-16,3 1-65 0,2-3-44 0,6 0 0 16,0-1 81-16,3-2-59 0,8-6-29 0,1-5-43 15,9 2 14-15,0-6 0 0,1 0-1 0,1-5-127 16,-2-2 64-16,-1 0 40 0,3-2-8 0,0-2-113 16,-2-2 73-16,-1-2-487 0,-1 0 238 0,0 0 132 15,-3 0 26-15,0 0-452 16,-3 0 276-16</inkml:trace>
  <inkml:trace contextRef="#ctx0" brushRef="#br0" timeOffset="137704.12">7924 10323 1040 0,'0'-4'0'0,"0"3"0"0,0-2 0 0,0 1 0 0,0 2 0 0,0 0 0 0,0 0 0 0,0 0 105 0,4 2-39 16,6 13 202-16,4 4-118 0,-3 6-58 0,1 1-30 0,3 3 8 0,-1 2 114 15,0 5-76-15,4 3 13 0,-2 2-44 16,1 1-23-16,-1-3 9 0,0 12-121 0,0-2 45 0,0-1 23 16,0 3-151-16,0 0-116 15,1 0 154-15,0-2 63 0,2-1 37 0,-3 0-616 16,2-4 297-16</inkml:trace>
  <inkml:trace contextRef="#ctx0" brushRef="#br0" timeOffset="138199.26">7552 11462 706 0,'-3'-7'0'0,"1"1"0"0,0 5 0 0,1-1 0 0,1 0 0 0,0 2 324 0,0-1-145 16,0 1-73-16,0 1-37 0,1 16 63 0,10 8-54 15,1 3-23-15,1 9 251 0,-1 5-137 0,-1 5-68 16,1 5-26-16,2 10-8 0,-3 0 31 0,3 2-33 0,-2 2-341 16,3-2 155-16,1-3 85 15,4 16 30-15,-1-9-579 0,2 2 271 16,0-3 162-16</inkml:trace>
  <inkml:trace contextRef="#ctx0" brushRef="#br0" timeOffset="140831.97">16664 9493 655 0,'0'0'0'0,"0"-3"0"16,0 3 0-16,0-1 0 0,0 1 0 0,-2 0 0 0,0 0 145 0,2 0-48 0,0-2-37 0,0 2 148 16,0 0-88-16,-1 0-43 0,-1 0-14 0,-2 8-9 15,1 7-21-15,-6 4 0 0,0 3 71 0,-2 3-36 16,-1 4 9-16,-4 3-44 0,-1 9 96 0,-3-2-49 15,-1 2-23-15,-2 4-19 0,2 2 2 0,-1 2-7 16,1-1 0-16,2 0-14 0,1 0 14 0,0-5 0 16,6-8 8-16,-4 0-40 0,5-1 0 0,0-5 32 15,1-2-68-15,1-6 26 0,2-1 6 0,0-2 15 16,2-8-139-16,0 0 64 0,3-3 37 16,0-3-117-16,0-2 72 0,2-2 21 15,0 0 23-15,0 0-334 0,0 0 164 0,0-4 83 16,9-9 32-16,9-5-306 0</inkml:trace>
  <inkml:trace contextRef="#ctx0" brushRef="#br0" timeOffset="141147.13">16820 9718 1155 0,'2'-8'0'0,"0"4"0"0,-1 1 0 0,-1 1 0 0,0 1 0 0,0 1 0 0,0 0 211 0,0 0-93 0,0 0-43 0,0 0 71 15,0 3-57-15,-1 11-28 0,-3 1 8 0,-3 3 106 16,-1 7-71-16,0-1-35 0,-3 2-1 0,-2 6 21 16,-2 1-20-16,-3 9 37 0,-1 1-36 0,-2 5-1 15,1 0-36-15,-5 5 33 0,2-4 8 0,0 0-41 16,3-7 0-16,-1 0 9 16,7-10-9-16,0 0-1 0,3-8 9 0,-1 1-21 15,5-4 13-15,2-7-1 0,1 0-53 0,2-4 35 16,0-3-9-16,2-2-76 0,0-3 42 0,0 0 27 15,0-2-17-15,0 0 45 0,0 0-176 0,0 0 78 16,0 0 23-16,0 0-180 16,0 0 97-16,0 0 50 0,0 0 14 0,0 0-147 15,0 0 90-15,2 0 47 0,9 0 22 0</inkml:trace>
  <inkml:trace contextRef="#ctx0" brushRef="#br0" timeOffset="142369.43">17549 9593 612 0,'-8'-8'0'0,"0"4"0"0,3 1 0 0,-3 1 0 0,-1 0 0 0,-1 0 0 0,-1 2 0 0,-3 0 168 16,4 0-67-16,-1 2-35 0,-3 7 86 0,1 2-52 15,-1 2-38-15,2 6 64 0,1 2-47 0,-3 1-23 16,5 7 0-16,0 1 86 0,3 2-58 0,-2 0-26 16,6 4 0-16,1-1 19 0,1-1-23 15,0 1 9-15,0 0-30 0,0-2 58 0,1-1-29 16,7-2 0-16,2 0-15 0,-1-5-6 16,2 4-8-16,3-4-51 0,-2-3 26 0,0-5-1 15,1 2 26-15,1-4-78 0,4-2 34 0,-3-3 22 16,2-1-17-16,-2-2-63 0,3-1 31 0,-2-2 24 15,-2-1-12-15,2-2-331 0,-1-1 148 0,-2 0 94 16,0 0-336-16,0 0 213 0,-1 0 103 0</inkml:trace>
  <inkml:trace contextRef="#ctx0" brushRef="#br0" timeOffset="142646.56">17819 9622 1517 0,'0'-7'0'0,"0"3"0"0,0 3 0 15,0-2 0-15,0 3 0 0,0-1 0 0,0 1 0 0,-2 1 256 0,2 18-115 0,0 4-55 0,0 0 165 0,2 8-109 0,5 3-55 16,1 4-19-16,-1 5 76 16,-2-1-55-16,2-1-28 0,-3 1-1 0,-1 2-2 15,1-6-17-15,-1 8-8 0,1-10 0 0,-2 1-24 16,0-2 0-16,0-4-48 0,0-6 45 0,0-3-9 15,-2-1 36-15,0-10-137 0,0 1 67 0,0-7 6 16,0-1 29-16,0-2-229 0,0-2 113 0,0 0 35 16,0 0 35-16,0 0-375 0,0 0 187 0,0-2 106 15,0-2-480-15</inkml:trace>
  <inkml:trace contextRef="#ctx0" brushRef="#br0" timeOffset="142882.23">18165 10103 1455 0,'0'0'0'0,"0"0"0"0,0 0 0 0,0 0 0 0,0 0 0 0,0 0 0 0,0 0 0 0,0 0 238 0,1 0-103 0,1 0 209 15,0 4-160-15,2 4-76 0,-3 5-37 0,1-1 44 16,0 4-42-16,-2 3 9 0,0 2-49 0,0 2-63 15,-5-2 31-15,-1-3 0 0,-3 4 32 0,1-3-291 16,2-3 141-16,-1-2 75 0,2-1 37 0,1-4-591 16,0 1 297-16,2-4 60 0</inkml:trace>
  <inkml:trace contextRef="#ctx0" brushRef="#br0" timeOffset="143524.01">18713 9590 1104 0,'-17'0'0'0,"4"0"0"0,3 0 0 0,3 0 0 0,0 0 0 0,1 0 0 0,4 0 0 0,0 0 464 0,0 0-207 0,2 0-117 15,4 0-53-15,16 0 230 0,5 0-142 0,3-1-71 16,2-1-27-16,2 0 112 0,0 0-77 0,-2 0-45 15,0 2 1-15,-2-2-35 0,-5 1 8 0,5 1-174 16,-8 0 83-16,0-2 42 0,-2 2 20 0,-3-2-406 16,-6 2 221-16,2 0 60 0,-4-2 65 0,-4 2-637 15,1 0 326-15,-2 0 163 0</inkml:trace>
  <inkml:trace contextRef="#ctx0" brushRef="#br0" timeOffset="143798.81">19346 9236 1346 0,'0'-17'0'0,"0"11"0"0,0 0 0 0,12-1 0 0,-2 0 0 0,5-1 0 0,2 0 0 0,4 5 470 16,1 0-219-16,3 0-100 0,5 3-64 0,-2 0 141 15,0 6-98-15,-1 7-48 0,-3 4-87 0,-2 3 45 16,-4 3-7-16,-6 2-53 0,0 3 27 0,-8 1-1 15,-2 2 27-15,-2 1-125 0,0-3 59 0,-18 4 33 16,0-5-1-16,-5-2-171 0,-3-3 95 0,-1-3-3 16,-1-3 39-16,-2-4-228 0,0-4 120 0,0-1-146 15,5-8 131-15,4 0 58 16,0 0 40-16,6 0-113 0,3-4 73 0,8-7 37 16,4-2 0-16,0-4-269 0</inkml:trace>
  <inkml:trace contextRef="#ctx0" brushRef="#br0" timeOffset="144026.53">19808 9212 903 0,'7'-8'0'0,"-5"4"0"0,1 1 0 0,-2 2 0 0,-1-1 0 0,0 1 417 0,-4 1-196 0,-7 0-94 0,0 0-47 16,-1 13 217-16,1 0-132 0,0 4-58 0,-1 5 105 15,5 0-91-15,2 4-43 0,1-6-23 0,4 2 13 16,0 1 8-16,0-1-44 0,9 3 1 0,4-8-55 15,4 2 28-15,-1-6-1 0,2 2 36 0,3-2-252 16,-1-3 122-16,3 0 61 0,-2-3 30 0,-3 0-458 16,1-2 225-16,-2-1 64 0,0-2-324 15,-4 1 230-15,-3-1 114 0,-1 0-136 0,-6 0 129 16</inkml:trace>
  <inkml:trace contextRef="#ctx0" brushRef="#br0" timeOffset="144381.6">19278 9752 1053 0,'-17'2'0'0,"6"-1"0"0,2 4 0 0,2-5 0 0,-2 1 0 0,6-1 0 0,1 0 113 15,2 0-39-15,0 0 303 0,0 0-164 0,2 0-95 0,10 2-42 16,4 0 277-16,10-2-160 0,4 0-80 0,6 2 166 16,7-2-127-16,2 0-59 0,5 0-31 0,12-2 1 15,-5-5 47-15,1 1-31 16,14-3-8-16,-8 1-31 0,0 2-7 0,0 1 0 16,-14 1-1-16,4 2-104 0,-4 1 48 0,-4-1 29 15,-7 2-189-15,0 0 108 0,-6 0 55 0,1 0 18 0,-6 0-278 16,-5 0 113-16,-5 0 79 0,-4 0-6 0,-3 0-140 15,-4 0 93-15,-3 0 59 0,-1 0 25 0,-3 2-112 16,0-1 69-16,-9 3-334 0,-5 0 194 16,-3 3 107-16,-5 0 51 0</inkml:trace>
  <inkml:trace contextRef="#ctx0" brushRef="#br0" timeOffset="144664.84">19443 10023 1545 0,'-14'0'0'0,"2"0"0"0,4 0 0 0,1 0 0 0,0 0 0 0,3 0 0 0,2 0 0 0,1 0 259 0,1 0-112 0,7-2-58 16,19 0 236-16,12-2-146 16,8-3-65-16,16-1 177 0,0 1-129 0,6-1-65 0,-4 1-32 15,0-1 33-15,-10 5-24 16,4-2-9-16,-3 1-32 0,-4 1-82 0,-7 1 42 15,0 0-1-15,-10-2-52 0,1 2 42 0,-4 0 26 16,-9-1-1-16,-2 1-279 0,-2-2 148 0,-7 2 32 0,-4 1-256 16,-1-1 139-16,-4 1 88 15,0 1 45-15,-2-3-185 0,-4 1 106 16,-9 0 66-16,-6 2 27 0,-5 0-435 0,-3 0 232 0,-5 4 116 0</inkml:trace>
  <inkml:trace contextRef="#ctx0" brushRef="#br0" timeOffset="145054.51">19438 10049 715 0,'-11'0'0'0,"-1"0"0"0,5 0 0 0,-1 0 0 0,-1 4 359 0,-1 6-162 16,3 5-83-16,-2 5-40 0,5 3 326 16,1 0-175-16,-2 8-101 0,5-1-45 0,-2 4 136 15,2 0-92-15,0 3-36 0,0 0-21 0,0 1-34 16,0 0 1-16,0-1 0 0,0-1-34 0,0-3 8 15,-2 1 26-15,0-4-125 0,1-4 63 0,-5-4 30 16,3-2 1-16,-3-5-101 0,-2-2 47 16,1-5 39-16,-3-4-27 0,0-2-122 15,-2-2 58-15,1 0 42 0,-3-7-1 0,3-8-123 16,-2-1 76-16,0-6 38 0,2-3-15 0,-3-1 19 16,3-3 8-16,0 1 27 0,1 1-35 0,3 9-1 0,-2-1 37 15,3 8 92-15,0 0-42 0,-1 5-26 16,1 3 1-16,-1 1 183 0,-1 2-94 0,0 2-42 0,-3 11-28 15,2 0 171-15,-4 6-89 0,2 1-16 0,-1 1-26 16,1-1 26-16,-4 5-48 0,5-6-97 16,1-1 50-16,0 2 25 0,3-7 0 15,2-2-399-15,2-2 198 0,0-3 76 16,2-2 58-16,0-2-420 16,2-2 223-16,10 0 104 0</inkml:trace>
  <inkml:trace contextRef="#ctx0" brushRef="#br0" timeOffset="145339.74">19545 10246 589 0,'6'0'130'0,"3"0"-64"0,-2 0-34 0,-5 0 101 16,0 0-50-16,-2 2-26 0,0 7 1 0,-8 1-17 0,-2 3 241 16,0 3-125-16,-3 0-62 0,0 1 13 0,-3 0-37 15,4-1-26-15,-2 0-12 0,1-4-1 0,4 0 1 16,-1-6 0-16,5 5 53 0,-1-5-19 0,3-3-8 15,1 1-26-15,2-4 24 0,0 4 0 0,0 0-16 16,5-4 31-16,8 2 1 0,2-2-40 0,2 1 86 16,2 2-44-1,0-3-12-15,1 0-9 0,3 0-21 0,-2 0-28 16,1 0 0-16,-1 0 27 0,0 0-137 0,-3 1 64 16,-1-1 37-16,1 0-319 0,-7 0 168 0,-1 0 71 15,1 2 47-15,-6-2-219 0,-1 0 119 0,-3 0 19 16,1 0 43-16,0 0 17 0,-2 0-371 0,0 0 201 15,0 0-194-15</inkml:trace>
  <inkml:trace contextRef="#ctx0" brushRef="#br0" timeOffset="145530.23">19620 10246 1117 0,'-4'-3'0'0,"1"0"0"0,3 3 0 0,-2 0 0 0,0 0 0 0,2 3 0 0,-2 8 0 0,2 3 188 0,0 3-77 0,0 4 209 16,0 5-143-16,0-1-73 0,0-3-27 0,-2 10 63 15,1-3-53-15,-2-6-28 0,-1 6 1 0,2-8-62 16,-1 5 8-16,-1-3 27 16,2-3 0-16,0-3-287 0,1-4 143 0,1-3 72 15,0-1-459-15,0-5 253 0,0-2 65 0,0-2-305 16,1 0 225-16</inkml:trace>
  <inkml:trace contextRef="#ctx0" brushRef="#br0" timeOffset="145678.84">19703 10296 1500 0,'2'-3'0'0,"0"0"0"0,-1 2 0 0,3 1 0 0,0-2 0 0,1 0 0 0,2 0 0 0,2 2 143 0,2-2-59 0,0 1 13 0,0-1-33 0,4 2 1 16,-1 0-24-16,-2 0-252 0,2 0 122 16,-1 0 61-16,0 0 30 0,0 0-589 0</inkml:trace>
  <inkml:trace contextRef="#ctx0" brushRef="#br0" timeOffset="145900.24">19926 10132 913 0,'0'-8'0'0,"0"2"0"0,2 3 0 0,3-1 0 0,4 0 0 0,2 3 63 0,0 1 357 0,4 0-199 0,0 0-93 16,0 9-48-16,1 4 135 0,2 5-91 0,-5-1-37 15,2 8-32-15,-6-3 88 0,0 3-55 0,-5-6-124 16,-1 5 35-16,-1-1 8 0,-2 1 25 0,0-2-182 15,-12 1 92-15,-3-3 45 0,-2-3 23 0,0-1-218 16,-7 1 81-16,5-8-225 16,-4-1 152-16,1-2 87 0,1-1 32 0,0-5-96 15,6 0 76-15,5 0 35 0,1 0-1 0,4-10-206 0,5-2 119 16</inkml:trace>
  <inkml:trace contextRef="#ctx0" brushRef="#br0" timeOffset="146123.65">20217 10124 738 0,'6'-1'0'0,"-2"-1"0"0,-2-1 0 0,-2 3 0 0,0 0 0 0,-4 3 436 0,-10 9-205 15,-2 7-100-15,2 2 308 0,0 5-203 16,-2 3-101-16,5 1 166 0,4 1-138 0,2-1-66 16,5 0-31-16,0-3-6 0,0-5-19 0,1 5-9 15,12-5 1-15,0-3-158 0,2-2 79 0,3-2 39 16,-2-2 8-16,1-4-348 0,2-1 190 0,-2-5 94 15,-2-1 49-15,2-2-618 0,-6 0 292 0,4 0-60 16,-4-2 184 0,-2-6 91-16</inkml:trace>
  <inkml:trace contextRef="#ctx0" brushRef="#br0" timeOffset="146408.59">20349 10068 1395 0,'0'-11'0'0,"0"5"0"16,2 1 0-16,2-1 0 0,1 2 0 0,2 0 0 0,0 2 0 0,2 2 217 0,0 0-92 0,0 0-47 0,1 6 119 0,-3 5-83 0,-1 4-32 16,-3 1-9-16,1 0-151 0,-2 3 56 15,-2 0 27-15,0-4 0 0,0 5-157 16,-2-3 88-16,-7 0 49 0,-2-4-74 0,-3 2 61 16,0-5 30-16,0-1-86 0,1-3 12 15,4-3 35-15,-1-2-34 0,1 2 245 0,4-3-105 16,-1 0-48-16,4 0-9 0,1 0 279 0,1 0-131 15,0-3-74-15,0 1 81 0,9-2-59 0,3-2-42 16,6 3-57-16,-2-1 23 0,3 0 1 0,2 2 0 16,-3 0 8-16,2 0-273 0,-1 2 132 15,-1 0 66-15,-1 0-513 0,0 0 251 16,-2 0 97-16,0 0 91 0,-2 2 42 0</inkml:trace>
  <inkml:trace contextRef="#ctx0" brushRef="#br0" timeOffset="146913.37">20728 9278 750 0,'0'-10'0'0,"0"4"0"0,4 4 0 0,1 0 0 0,4 2 0 0,-2 0 355 0,2 0-160 16,0 4-82-16,5 5-32 0,0 5 343 0,5 4-196 0,1 1-98 15,-2 5 245-15,3 11-171 0,-7-3-78 0,5 16 77 16,-6 1-85-16,-3 5-43 0,-1 10-21 15,-7-2 28-15,0-4-17 0,-2 16-8 0,-2-7-24 16,-12 5-26-16,-6-3 0 16,-2 2 25-16,2-12 9 0,-9 10-230 0,7-18 111 15,-5 1 56-15,1-5-451 0,1-7 210 0,-7 1 130 16,2-5 11-16,0-8-556 0,5-3 322 0</inkml:trace>
  <inkml:trace contextRef="#ctx0" brushRef="#br0" timeOffset="181013.84">22206 9570 845 0,'-9'0'0'0,"2"0"0"0,1 0 0 0,4 0 0 0,2 0 0 0,-2 0 356 0,2 0-162 0,0 0-81 0,2 0-40 15,13 2 123-15,10 2-85 0,0-4-40 0,9 0 1 16,1 0 4-16,0 0-22 15,1 0 9-15,-2 0-63 0,-4 0 0 16,-2-2 33-16,-2 0 0 0,-6 0-120 0,3-2 68 16,-4 2 21-16,-2-1-373 0,-2 0 176 0,-4 0 107 0,-2-1-2 15,-2 0-520-15</inkml:trace>
  <inkml:trace contextRef="#ctx0" brushRef="#br0" timeOffset="181235.54">22537 9348 1411 0,'2'-4'0'0,"0"3"0"0,1-2 0 0,3 2 0 0,-1-1 0 0,5 2 184 0,5 0-75 0,1 0-39 15,5 3 450-15,0 5-235 0,4 4-130 0,-2 0 79 16,-7 0-101-16,5 3-50 0,-3-1-25 0,-2 4-115 16,-3-1 40-16,-3 0 26 0,-3 1-1 0,-3 2-127 15,-4-1 77-15,0 1 45 0,-8 4-76 0,-9-1 54 0,-3-1 25 16,-7-2-364-16,1 0 175 15,-4-2 29-15,-2 1 67 0,2-1-422 0,0-4 238 16,-2 1 119-16</inkml:trace>
  <inkml:trace contextRef="#ctx0" brushRef="#br0" timeOffset="181588.65">22261 9958 1695 0,'-2'4'0'0,"2"2"0"0,0 0 0 0,0-2 0 0,6-1 0 0,6 3 0 0,9 1 0 0,2-1 607 16,4 0-287-16,-4-4-144 0,0 1 54 0,7-1-102 16,-3 0-48-16,-5-2-69 0,0 0 22 0,1 0 0 15,-4 0 8-15,-1 0-265 0,-2 0 128 0,-3-4 65 16,-3-1 31-16,-3-6-307 0,-3 1 177 0,-3-3 42 16,-1-2-210-16,0-2 100 0,0-2 83 0,-12-1 40 15,0 1-15-15,-5-2 33 0,0 8-1 0,-1 0 37 16,-5 3-12-16,-3 7 1 0,1 3-9 15,-5 0 177-15,0 11-85 0,-4 12-41 16,4 4-22-16,0 5 374 0,9 0-150 0,-3 10-105 16,11-3 241-16,4 2-156 0,5 1-79 0,4-3 43 15,0-3-54-15,5 7-38 0,8-11-1 0,6 0 28 16,2-2-29-16,4-4-1 0,-1-1-20 0,0-6-136 16,3-4 64-16,-3-2 32 0,-6-5-1 0,5 1-310 0,-2-5 156 15,-1-4 85-15,-2 0-579 0,1 0 308 16,-3-8 153-16,1-11 77 0,-2 2-525 15</inkml:trace>
  <inkml:trace contextRef="#ctx0" brushRef="#br0" timeOffset="181749.22">22676 10117 1303 0,'1'0'0'0,"6"0"0"0,-2 0 0 0,3 0 0 0,1 0 0 0,3 1 179 0,0-1-65 0,6 0-45 15,-2 3 484-15,3-3-260 0,-1 2-130 0,0-2-65 16,1 1-62-16,-1-1-3 15,-1 0 0-15,-2 0-569 0,-1 0 285 0,-3 0 142 16,-4 2-622-16,-2 0 354 0,-3 2 173 0,-2 1 87 16</inkml:trace>
  <inkml:trace contextRef="#ctx0" brushRef="#br0" timeOffset="181880.87">22845 10181 985 0,'-17'3'0'0,"4"5"0"15,-1-1 0-15,4 2 0 0,-1 1 0 0,2 0 0 0,2 2 0 0,2 4 461 0,1 1-214 0,2 0-107 0,2 5 295 16,0 4-201-16,0-6-92 0,0 7-59 0,0-7 44 15,4 3-47-15,5-2-24 0,1-4 0 16,3-3-275-16,-1-2 122 0,4-4 65 0,-2-4-561 16,6-4 313-16,-1 0 156 0,-1-12-302 0</inkml:trace>
  <inkml:trace contextRef="#ctx0" brushRef="#br0" timeOffset="182319.7">23290 9694 1340 0,'4'-4'0'0,"-3"4"0"0,1 0 0 0,1 0 0 0,-3 4 0 0,0 8 521 0,0 0-245 16,-6 3-121-16,-2 4-61 0,1 2 78 0,-2-1-74 15,-1 3-33-15,1-2-20 0,0-2-13 0,0-4 1 16,4-4-80-16,-2 0 36 0,3-3 21 0,0-1 1 16,3-5-20-16,1 0 21 0,-2-1 8 0,2-1 12 15,0 0 40-15,0 0 0 16,2 0-39-16,8 0-38 0,6 0 66 0,2-1-30 15,1-1-12-15,6-3 17 0,-3 1-11 0,1 0 25 16,5-3-22-16,-4 4-127 0,-4 1 63 16,3 0 36-16,-2 1-100 0,-1 1 57 0,-1 0 27 0,-1 0 2 15,-4 0 1-15,0 0 2 0,-5 0 10 0,0 1-33 16,-2 5 106-16,0 0-40 0,-3-2 1 0,-1 2 190 16,1-1-107-16,-3 4-34 0,1 1 211 0,2 1-129 15,-2 2 12-15,2 2-176 0,2 2 0 16,-2 2 0-16,3 3 0 0,-2 3 0 0,1-3 0 15,-1 4 0-15,2-1 0 0,-2-3 0 16,2 7 0-16,-1-3 0 0,-2-5 0 0,-1 1 0 16,2-2 0-16,-3-1 0 0,-1-1 0 0,-1-7 0 15,0 0 0-15,0-4 0 0,0-1-327 0,-10-4 220 16,-2 0 38-16,-6-2 25 0,-2 0-304 0,-5-6 158 16,-1-7 78-16,-2-3 32 0,-4-11-506 0,0-3 277 15,2-6 138-15,-2-7-260 0</inkml:trace>
  <inkml:trace contextRef="#ctx0" brushRef="#br0" timeOffset="182471.29">23100 9663 1505 0,'2'0'0'0,"4"2"0"0,6 4 0 0,-5-5 0 0,7 5 0 0,4-5 173 0,4 2-70 0,7 2-35 16,3-2 463-16,1-1-241 0,3 0-133 0,-1-1-61 15,1 4 26-15,-4-4-45 0,-2 4-22 0,-5-1 8 16,-1-1-527-16,-1 2 249 15,-7 3 123-15,-2 3-776 0</inkml:trace>
  <inkml:trace contextRef="#ctx0" brushRef="#br0" timeOffset="182619.89">23132 10133 1726 0,'-3'2'0'0,"3"0"0"0,0 0 0 0,3-2 0 0,8 0 0 0,8-2 0 0,6-6 0 0,10-3 0 0,5-1 708 0,2-2-337 0,-5 3-161 0,9-2-93 16,-9 3-63-16,-2 3-1 0,-3 2-20 0,-2 2-945 16</inkml:trace>
  <inkml:trace contextRef="#ctx0" brushRef="#br0" timeOffset="183337.36">24373 9545 607 0,'0'-11'0'0,"-1"6"0"0,-3-2 0 0,0 4 0 0,-3 2 0 0,2-2 273 0,-4 1-125 0,2 2-57 16,-4 0 232-16,2 9-145 0,-5 12-72 0,2 6-29 16,-4 8 181-16,2 2-113 0,0 6-55 0,-1 4-29 15,3 2 158-15,5 1-85 0,4 1-54 0,3-2-24 16,0-2 153-16,1-4-88 0,15-2-44 0,2-9 4 16,9 6-48-16,4-10 0 15,3-7-265-15,8-3 133 0,1-5 66 0,-2-6 41 0,11-4-653 16,-7-3 327-16,-1 0 110 0,-8-4 99 15</inkml:trace>
  <inkml:trace contextRef="#ctx0" brushRef="#br0" timeOffset="183665.54">24681 9493 910 0,'-13'-3'0'0,"7"2"0"0,4 1 0 0,2 0 0 0,0 0 0 0,0 0 374 0,3 0-171 15,15 0-77-15,11 0 412 0,15 1-252 0,2-1-127 16,9 0 62-16,12 0-94 0,-13 0-39 0,20 0-32 16,-12-1 109-16,1-1-66 0,-1 0-33 15,0-1 0-15,-3 2-68 0,11-2 13 16,-6-1 0-16,-13 1 22 0,6-1-211 0,-4-2 106 15,-10 1 61-15,6-1-202 0,-13 0 100 0,1 1 67 16,-5-1-119-16,-9 2 79 0,1 0-17 0,-6 3 42 16,-6-2-44-16,-4 1 35 0,-3 2 1 0,-3 0 36 15,-2 0-125-15,-4 0 66 0,-12 5 30 0,-7 4-290 16,-3 0 160-16,-4 5 79 0,-1-2 32 0</inkml:trace>
  <inkml:trace contextRef="#ctx0" brushRef="#br0" timeOffset="184047.52">24768 9570 1463 0,'-16'-6'0'0,"4"6"0"0,5 0 0 0,1 0 0 0,1 0 0 0,0 8 0 0,1 7 0 0,3 5 581 0,-1 1-265 0,2 11-147 0,0 0 177 0,0 4-157 0,2 7-78 16,3 0 4-16,1-1-33 15,0 8-29-15,-1-3 0 0,1 0-53 0,-3 0-1 16,2-4 34-16,-3-7 8 0,0 3-154 0,-2-3 73 16,0-4 36-16,0-7 1 15,0-2-105-15,-2-3 40 0,-6-8 42 0,0-4-154 0,-3-3 85 0,0-5 12 16,0 0-82-16,-2-1 51 0,-1-12 45 0,0-10 0 16,0-2-37-16,1-4 36 0,-1-3 1 15,2-4 28-15,1 1-88 0,-1-1 48 16,3 6 25-16,2 10 14 0,-3 0 9 0,4 9-8 15,1 3 8-15,-1 3 231 0,1 5-116 0,-4 0-57 16,4 5 224-16,-3 14-121 0,1 4-68 0,1 1 1 16,-1 1 74-16,-1 1-35 0,1 2-35 0,2-5-2 15,-4 5-98-15,6-8 34 0,-1 1-1 0,2-2 35 16,2-4 0-16,0-6 8 0,0 0-1142 0,2-8 535 16,10-1 266-16</inkml:trace>
  <inkml:trace contextRef="#ctx0" brushRef="#br0" timeOffset="184330.76">25063 9685 1276 0,'9'0'0'0,"-3"0"0"0,-4 2 0 0,-2 6 0 16,0 3 0-16,-9 0 0 0,-12 4 421 0,4 1-193 0,-5 3-98 0,0 2-49 0,3 2 37 0,-2-1-47 15,-1-1 0-15,10-4-57 0,-1-1 19 16,3 0 0-16,5-7-13 15,3 0-9-15,2 1 22 0,0-3 0 0,0-2 21 0,11 1-1 16,4-4-12-16,3 0-8 16,3 0 111-16,8-2-56 0,-5 0-28 0,5 0 40 0,-7 0-26 15,7 0-8-15,-8 0-33 0,5 0 27 0,-2 0 0 16,-4 0-27-16,-1 0-120 0,-4 0 56 0,-1 0 32 16,-4-2 0-16,-2 2-386 0,-1-2 201 0,-3 0 78 15,-2 2 57-15,0 0-601 0,0-2 308 16,-2 0 155-16,0-3 77 0,0-3-199 0</inkml:trace>
  <inkml:trace contextRef="#ctx0" brushRef="#br0" timeOffset="184509.29">25138 9728 1358 0,'-5'7'0'0,"1"4"0"0,2 4 0 0,-1-1 0 0,1 0 0 0,-3 5 0 0,4 4 0 0,-2 2 187 0,2 1-76 0,-1 2 464 0,2 2-276 15,0-2-132-15,0 2-68 16,0 0 159-16,0-1-113 0,0-8-48 0,0 7-36 15,0-6-254-15,0 0 113 0,0-1 57 0,0-4-535 16,2-4 303-16,-1-2 140 0,6-4 74 16,0-1-346-16,2-6 94 0</inkml:trace>
  <inkml:trace contextRef="#ctx0" brushRef="#br0" timeOffset="184663.87">25322 9890 1174 0,'-3'0'0'0,"1"0"0"0,0 0 0 0,2 0 0 0,0 0 0 0,0 0 0 0,2 0 660 0,9 0-313 16,2 0-157-16,-4 0 50 0,7 0-141 0,-3 0-33 15,-1 0 0-15,2 0-561 0,-1 0 264 16,-1 0 140-16,0 0-404 0,-4 0 244 0</inkml:trace>
  <inkml:trace contextRef="#ctx0" brushRef="#br0" timeOffset="184866.34">25456 9797 1249 0,'2'-8'0'0,"3"1"0"0,5 1 0 0,-1 3 0 0,3-3 0 0,0 4 0 0,6 0 0 0,-4 2 0 0,4 0 532 0,-4 8-249 0,5 7-125 0,-8 2 164 16,3 8-149-16,-7-3-70 0,-1 6-35 0,-6 0-67 16,0 0 1-16,0 0 39 0,-6 3-68 0,-10-1 30 15,-2-2-1-15,-4-1 31 16,0-2-259-16,-3-4 138 0,1-2 56 0,-1-4 33 15,0-4-419-15,5-5 144 0,-2-5 124 0,2-1-311 16,6 0 218-16,4-3 106 0,6-12 51 0</inkml:trace>
  <inkml:trace contextRef="#ctx0" brushRef="#br0" timeOffset="185072.79">25749 9788 1258 0,'3'0'0'0,"1"0"0"0,-2 0 0 0,-2 0 0 0,-4 5 0 0,-7 7 235 0,-4 5-93 16,-2 4-58-16,3 1-26 0,0 3 442 0,3 3-234 16,5-4-108-16,-2 8 128 0,7-4-126 15,1 0-64-15,0 0-99 0,1-1-1 0,11-5 45 0,5 3-8 16,-2-10-397-16,5 3 199 0,-1-7 99 0,-1-1 49 16,4-6-558-16,-3-2 241 0,-1-2 164 15,-1 0 7-15,-4-4-165 0,1-9 148 16</inkml:trace>
  <inkml:trace contextRef="#ctx0" brushRef="#br0" timeOffset="185317.13">25890 9668 525 0,'0'-5'0'0,"0"4"0"0,2 1 0 0,9 0 0 0,1 0 0 0,0 0 490 0,3 0-221 0,-1 0-122 0,-2 0 295 15,2 6-205-15,-5 4-102 0,-3-1-52 0,-1 4 9 16,-3-2-34-16,-1 4 0 15,-1-2-26-15,0 0-129 0,-8 0 65 0,-2-2 41 16,-3 1-27-16,0-3 25 0,-2 1 1 0,2-3 64 0,4-3-39 16,0 2 8-16,6-5-8 0,-1 2 85 0,2-3-45 15,2 1-23-15,0 1-32 16,9-2 4-16,11 0 5 0,4 0 23 0,3 0-18 0,1 0-245 16,-2 0 126-16,-2 0 68 0,8-2-298 15,-12 2 151-15,6 0 85 0,-7 0-685 0</inkml:trace>
  <inkml:trace contextRef="#ctx0" brushRef="#br0" timeOffset="185489.67">26322 10025 1149 0,'2'3'0'0,"1"3"0"0,1 2 0 0,-2-3 0 0,-2 1 0 0,0 3 648 0,0 4-299 16,0 0-162-16,-6 2 224 0,-8 5-189 15,0-3-95-15,-7 5-165 0,3-3 43 0,-5 7-8 16,0-4 36-16,1 3-666 0,0-3 333 0</inkml:trace>
  <inkml:trace contextRef="#ctx0" brushRef="#br0" timeOffset="185814.04">26521 9856 2135 0,'-5'-6'0'0,"5"4"0"0,0 0 0 0,3-1 0 0,4-1 0 0,5 0 0 0,1 0 0 0,1 1 0 0,11-3 319 0,-2 2-143 15,5-2-72-15,-5 2 148 0,5 1-114 0,-7-1-52 16,3 0-83-16,-2 2 0 0,-2-1 30 0,-4 0 7 16,-1 2-422-16,-1-1 208 15,-2 0 103-15,0 2 51 0</inkml:trace>
  <inkml:trace contextRef="#ctx0" brushRef="#br0" timeOffset="186037.45">26864 9600 1729 0,'14'0'0'0,"2"0"0"0,9 0 0 0,-2 0 0 0,-3 0 0 0,4 0 269 16,-2 0-119-16,5 0-58 0,-2 11 407 0,-5 4-233 15,-3 2-109-15,0 5-66 16,-5 3 9-16,-3 2-34 0,-6 0 0 0,-3 0-33 15,0 1-131-15,-6 2 61 0,-12-2 35 0,-4 2-221 16,-8 1 128-16,-2-6 64 0,2-4 40 0,-10 2-318 16,1-6 167-16,9-4-16 0,-2-4-247 0,2-7 186 15,9-2 85-15,2 0 55 0,5-2-123 0,11-7 85 16,3-8 42-16,0-4 21 0</inkml:trace>
  <inkml:trace contextRef="#ctx0" brushRef="#br0" timeOffset="186241">27286 9626 1739 0,'5'-5'0'0,"-4"-1"0"0,1 4 0 0,-2 0 0 0,0 1 0 16,-5-2 0-16,-11 3 0 0,-7 0 0 0,-4 15 261 0,-2 5-114 0,0 0 168 0,2 6-141 0,3 3-63 0,4 0-43 16,4 4 174-16,7-4-105 0,9 2-52 15,0-3-26-15,1 0 45 0,16-2-40 16,3-4 1-16,5-1-32 0,4-4-82 0,1-3 41 15,0-2-444-15,2-4 238 0,-2-4 123 0,-1-2 63 16,-3-2-843-16,1 0 419 0,-9 0 201 0</inkml:trace>
  <inkml:trace contextRef="#ctx0" brushRef="#br0" timeOffset="186435.76">27489 9512 1861 0,'8'-9'0'0,"5"1"0"0,3 3 0 0,2 2 0 0,-1 1 0 0,-3 2 0 0,4 0 151 0,0 2-52 0,2 14-36 0,-3 3 635 16,-3 2-332-16,-3 6-167 0,-2 1 146 0,-5 4-32 15,-1 1-313-15,-3 2 0 0,-6 6 0 0,-13-5 0 16,-2 1 0-16,-6-3 0 0,-8 5-354 0,4-5 210 16,-7 0 88-16,3 0-381 0,-5-4 230 15</inkml:trace>
  <inkml:trace contextRef="#ctx0" brushRef="#br0" timeOffset="187035.42">28043 9324 1567 0,'0'-2'0'0,"0"2"0"0,0 2 0 0,0 14 0 0,0 2 0 0,0 2 0 0,0-1 0 0,-3 12 297 0,0 1-133 0,2 1-57 0,-1 2 373 15,2 0-224-15,0 2-112 16,0 0-55-16,0 1 80 0,0 0-59 0,0-3-43 15,0-1-184-15,0-2 76 0,0-2 36 0,0-2 1 16,0-5-365-16,0-3 197 0,0-3 102 16,0-6 52-16,-2 1-214 0,2-6 43 0,0-5 93 0,-3-1-73 15,1 0-278-15,2-7 207 0,-2-14 104 0,0-5-286 16</inkml:trace>
  <inkml:trace contextRef="#ctx0" brushRef="#br0" timeOffset="187438.96">27988 9206 1018 0,'0'-19'0'0,"-4"6"0"0,1 5 0 0,3 2 0 0,0 3 0 0,0-3 230 16,12 0-99-16,8 3-41 0,7-2 357 0,6 2-208 15,11 0-103-15,0-1-51 0,5 2 120 0,3-1-77 16,0 2-52-16,3 1-22 0,-4 0-54 16,-5 0 33-16,-7 0-1 0,0 0-76 0,-8 0 34 15,-6 0 21-15,-2 4 1 0,-3 0-51 16,-4-1 35-16,-8 2 9 0,2-2 56 0,-5 0 1 15,-2 1-31-15,1-2-43 0,-2 0 198 0,-2 0-81 16,0 2-41-16,0 2 0 0,0-1 62 0,0 3-47 16,0 3-23-16,0 2 127 0,-2 4 72 0,2 2-255 15,-4 5 0-15,4 3 0 0,0 4 0 0,0 3 0 16,0 9 0-16,0 1 0 0,0 0 0 0,4 5 0 16,-1 0 0-16,3 0 0 15,3 2 0-15,-2-4 0 0,0 0 0 0,5-4 0 16,-3 0 0-16,2-9 0 0,-2 3 0 0,0-2 0 15,-3-4-263-15,0-4 196 0,-1-6 16 0,-3-7-5 16,-1-1-3-16,1-4-1 0,-2-5 21 0,0-2 11 16,0-2-24-16,-3 0 11 0,-6-6 7 0,-5-7 2 15,0-3-105-15,-5-3 53 0,0-4 25 0,0-1-136 16,0-5 85-16,-5 0 38 0,0-7 1 0,-1 4-430 16,-2 0 234-16,1 6 109 15,-8-6-459-15,2 4 293 0</inkml:trace>
  <inkml:trace contextRef="#ctx0" brushRef="#br0" timeOffset="187593.89">28170 9574 1251 0,'-14'-6'0'0,"6"2"0"0,6 3 0 0,-1-1 0 16,3-1 0-16,0 2 0 0,3-1 0 0,9 0 0 0,5 0 418 0,2 0-196 0,2 0-95 0,1 0-47 16,0 2 120-16,3-2-84 0,-2 2-33 0,-1-1-73 15,0 1-1-15,-6 0 24 0,0 0-176 0,-8 0-141 16,0 3 166-16,-5 7 72 0,-1 1-605 0,-2 2 324 15,-2 2 96-15</inkml:trace>
  <inkml:trace contextRef="#ctx0" brushRef="#br0" timeOffset="187839.23">28289 9685 13 0,'-9'7'0'0,"0"-4"0"0,0 3 0 0,4-1 0 0,-2 0 0 0,2 1 0 0,3-3 403 0,-2 1-185 0,2-2-93 0,1 1-46 16,-1 3 206-16,2-2-131 0,-2 1-60 15,2-1-31-15,-2 0 160 0,2-1-96 16,0 0-38-16,0-1-13 0,0-2-21 0,0 1 0 15,0-1-37-15,0 0 14 0,0 0 9 0,0 0-8 16,0 0-65-16,0 0 33 0,0 0-1 0,0 0 33 16,2 0 37-16,-2 0-8 0,2 0-30 0,-2 0-12 15,0 0 28-15,0 0-17 0,0 4-14 0,0 2-14 16,-4 2 0-16,-6-3 27 0,-1 3-223 0,-1-3 103 16,3-1 58-16,2 0 20 15,0-2-157-15,0-2 74 0,1 0 48 0,3 0-7 16,3 0-389-16,0-10 209 0,2-5 101 0,12-6 50 15</inkml:trace>
  <inkml:trace contextRef="#ctx0" brushRef="#br0" timeOffset="188175.33">29196 9164 1100 0,'27'-11'0'0,"-2"1"0"0,-4 4 0 0,-2 0 0 0,-6 0 0 0,-4 3 0 0,-5 2 78 15,-3-1-22-15,-1 2 7 0,-1 0 329 0,-18 13-179 16,-1 4-91-16,-5 5-44 0,-2-3 86 0,0 4-58 16,2 0-40-16,0-1-20 0,2-1-13 0,2 0-1 15,4-4 1-15,1 2 39 0,2-3-7 0,4-1-33 16,2 0 98-16,0-2-49 0,2 0-24 0,3 0 8 16,1 3 55-16,1-1-43 0,1 0-22 0,0 1 163 15,0 4-92-15,0-1-39 16,0 4-31-16,0 2 216 0,0-2-272 0,0-3 0 15,0 4 0-15,0-1 0 0,0-1 0 0,0 2 0 16,0-4 0-16,0-2-184 0,0-1 181 0,-4-3 8 16,0 0-168-16,1-4 63 0,-1-2 60 0,2-3-32 15,-1-1-517-15,-1-2 269 16,1-2 148-16,1 0-393 0,1-6 266 0,1-9 133 16,0-7-374-16,0-7 246 0,0-4 134 0</inkml:trace>
  <inkml:trace contextRef="#ctx0" brushRef="#br0" timeOffset="188513.25">28997 9431 1341 0,'-9'-15'0'0,"6"3"0"0,1 7 0 0,-1 1 0 0,3-1 0 0,0 1 0 0,5 0 0 0,10 1 169 16,8-1-72-16,4 0-32 0,5 0 193 0,4-2-112 15,6 1-57-15,-7 3-20 0,9-4-2 0,-1 4-34 16,-10 0 0-16,7 1-35 0,-5 1 0 0,-2 0 43 16,-2 0-8-16,-10 0-68 15,2 0 34-15,-6 5 0 0,-4 3 76 0,-4 1-7 16,-4-2-35-16,-1 3-1 0,-3-2 125 0,3 1-63 15,-4-1-27-15,0 1-8 0,0 0 119 0,0 3-73 16,-4-3-36-16,3 5 49 0,-1-2-35 0,2 3-29 16,0 3 0-16,0-1 75 0,0 4-48 0,0 6-25 15,0-4 127-15,3 6-183 0,3 2 0 0,-3-2 0 16,1 4 0-16,0 0 0 16,1 0 0-16,0 0 0 0,1-1 0 0,0-2 0 15,-1 0 0-15,0-4 0 0,0-3-354 0,-2 0 226 16,-1-3 37-16,0-5-62 0,-1-3 37 0,-1-5 45 15,0-2-174-15,0 0 111 0,-3-5 50 0,-8 0 26 16,1 0-171-16,-4-2 98 0,-1-6 40 0,0-5 34 16,-2-4-402-16,4-2 213 0,-2-3 107 0</inkml:trace>
  <inkml:trace contextRef="#ctx0" brushRef="#br0" timeOffset="188822.07">29204 9634 1142 0,'-5'3'0'0,"2"3"0"0,3 2 0 16,0-2 0-16,-1-1 0 0,1 1 0 0,0-2 0 0,0 5 285 0,0-3-126 0,0-1-63 0,0 1 140 0,0-3-101 15,0-1-43-15,0 1-34 0,0-2-99 0,0-1 37 16,0 0 0-16,0 0 37 0,0-6-140 0,0-7 66 16,0-3 37-16,0 1-240 15,1-6 122-15,9-2 72 0,-1 4-65 0,-1-1 57 16,2 3-36-16,0 2 37 0,-3 5 76 0,1 3-26 15,2 1-8-15,0 5-18 0,-1-2 279 0,0 3-133 16,2 0-55-16,-3 14 196 0,0-1-107 0,-3 6-66 16,-2-1 0-16,1 3 73 0,-4 1-60 0,0-1-23 15,0-1 2-15,-9-1-41 0,-3-3 1 0,-2-3 0 16,-3-2-50-16,-1-5 33 16,-2-2-7-16,0-4 23 0,1 0-315 0,1 0 158 15,1-8 51-15,4-5 17 0</inkml:trace>
  <inkml:trace contextRef="#ctx0" brushRef="#br0" timeOffset="189967.65">12479 11181 664 0,'-12'0'0'0,"0"0"0"0,4 0 0 0,-1 0 0 0,4 0 0 0,1 0 0 0,1 0 0 0,2 0 319 0,1 0-143 15,0 0-72-15,0 0-35 0,8 0 204 0,8 0-112 16,9-2-68-16,-1-5 239 0,5-3-150 16,3 3-75-16,1-2 170 0,3-1-114 0,1 3-69 0,-1-3-31 15,0 2 12-15,-2 1-21 16,-2 0 0-16,-9 1-13 0,4 1-41 0,-3 0 12 16,-1 0 0-16,-6 3 21 0,-2 1-237 0,-4-2 126 15,-3 1 52-15,-2 1-490 0,-4 1 259 0,-1 0 76 16,1 0 81-16,-2-2-466 0,0-1 271 15,0-4 130-15,-9-2-298 0</inkml:trace>
  <inkml:trace contextRef="#ctx0" brushRef="#br0" timeOffset="190183.23">12840 10851 867 0,'0'-5'0'0,"0"1"0"0,0 2 0 0,0 0 0 0,0 2 0 0,2 0 400 0,3 0-183 0,7 0-85 15,8 4-53-15,1 3 166 0,2 2-106 0,1 2-53 0,0 0-26 16,-3 3 262-16,6 3-148 0,-5-4-71 0,-1 4-9 15,-4-4-31-15,-3 4 0 0,0-2-113 0,-3 0 38 16,-4 0 22-16,-3 0 0 0,-2 0-77 16,-2 0 51-16,0 2 32 0,-9-2-8 0,-8 3-98 15,-2-3 37-15,-2 1 37 0,-2-1-26 16,3-4-105-16,-6 4 40 0,3-4 47 0,1 5-424 16,-2-3 226-16,3 4 113 0,2-3-182 15,-3 5-62-15</inkml:trace>
  <inkml:trace contextRef="#ctx0" brushRef="#br0" timeOffset="190602.81">12587 11517 1291 0,'-16'0'0'0,"2"0"0"0,2 2 0 0,-3 0 0 0,6 0 0 0,-1-2 0 0,5 1 0 0,1-1 0 0,2 0 266 0,2 6-120 15,0 0-57-15,11 2 142 0,8 1-99 0,4 0-50 16,1 1 90-16,6 0-74 0,0-3-32 0,2 0-1 15,-2-1-69-15,0-1 0 0,-5-1 45 0,-1-1-9 16,-1-2-92-16,-3 1 46 0,-4-2 24 0,-6 0-1 16,2 0-126-16,-4 0 69 0,-5 0 6 0,1-6-47 15,-2-3 25-15,-2-2 32 16,0-2-26-16,0 0-22 0,-8-3 15 16,-1 1 22-16,-3-2-34 0,2 4 17 0,-6-4-7 0,1 4 35 15,-2-2-32-15,1 5 31 0,-3 2 0 0,2 4-8 16,-2 2 45-16,-4 2 0 0,5 4-37 0,-3 11 66 15,0 3-30-15,3 3-6 0,1 3-23 0,0 3 195 16,3-1-80-16,2 3-50 0,0 2 175 0,5-1-99 16,3 4-33-16,2-2-32 0,2 2 149 0,0-2-83 15,2-1-41-15,5 0-13 0,3-1 39 0,3-4-34 16,0 0 0-16,0-1-44 16,2-4 9-16,1-5 9 0,-2-2-8 0,3 0-92 15,2-4 46-15,-4-3 23 0,4-6-267 0,-2-1 148 16,4 0 39-16,0-1 44 0,0-10-553 0,2-6 273 15,0-2 137-15,-1-1 60 0,-1-3-440 0</inkml:trace>
  <inkml:trace contextRef="#ctx0" brushRef="#br0" timeOffset="190961.25">12971 11760 1526 0,'0'-2'0'0,"0"2"0"0,0 0 0 0,0-2 0 0,2 2 0 0,2 0 0 0,6-2 0 0,3 1 277 16,2-2-114-16,1 1-69 0,4 1 152 0,0-3-106 15,-1 2-54-15,-2-2 146 0,1 2-91 0,-2 0-58 0,0-2-26 16,0 3-215-16,-3-4 95 0,0 4 48 0,-4-1 32 16,-1 0-462-1,-3 1 238-15,-1-1 121 0,0 2-484 0,-2 0 225 0,-2 0 148 16,0 0-126-16,-6 0 145 0,-3 2 73 16,-4 1 36-16,1 3-43 0,1-4 31 0,-4 3 9 0,2-3 39 15,2 2 40-15,-1 0-7 0,3 1 0 0,2 1 0 16,-3 0 191-16,2 1-123 0,3-1-50 15,1 3 348-15,2 1-159 0,-1 3-51 0,1 2-73 0,2 2 302 16,0 3-176-16,0 3-88 0,0 0 108 0,0 4-102 16,0-2-47-16,0 2-24 0,0-4 189 0,0 1-106 15,0-4-45-15,2-2-34 0,0 0 19 16,5-5-23-16,0-2 1 0,3-4-194 0,-1-1 94 16,4-4 33-16,3-2-339 0,0 0 190 15,3-2 96-15,6-9 9 0,-7-1-239 0,6-2 82 16,1-2 92-16,-4 0 18 0,-3-1-382 0</inkml:trace>
  <inkml:trace contextRef="#ctx0" brushRef="#br0" timeOffset="191458.98">13556 11446 873 0,'0'0'0'0,"-2"0"0"0,2 0 0 0,0 0 0 0,0 0 0 0,0 0 0 16,0 0 206-16,0 0-87 0,2 0-43 0,9 0 417 0,4 0-234 16,-1 0-113-16,6 0 281 0,1-2-197 0,-1-1-99 0,1-1-41 15,0-2 80-15,-3 3-69 16,1 1-34-16,0-2-1 0,-2 2-186 0,0 0 84 16,-3 2 30-16,2 0 1 0,-2 0-316 0,-3 0 176 15,-1 0 90-15,-2 0-240 0,-1 0 79 16,-1 2 107-16,-4 6-59 0,0 1-441 0</inkml:trace>
  <inkml:trace contextRef="#ctx0" brushRef="#br0" timeOffset="191643.81">13584 11803 1495 0,'-7'6'0'0,"1"-3"0"0,4 1 0 0,0-4 0 0,2 2 0 0,0-2 0 0,8 0 0 0,13 0 696 0,4 0-331 0,5 0-167 0,2 0 157 15,4-2-165-15,0 0-79 0,0 0 145 0,-3 2-112 16,-3 0-55-16,-3 0 107 0,-1 0-548 0,-4 0 255 16,-1 0 66-16,-6 4 31 0,-3-2-609 0,-3 2 317 15,-4 0 163-15</inkml:trace>
  <inkml:trace contextRef="#ctx0" brushRef="#br0" timeOffset="194402.61">14752 11068 539 0,'0'-3'0'0,"-2"-1"0"0,0 1 0 0,1 0 0 0,-1-3 0 0,-2 1 0 0,2 0 135 0,-2 1-51 0,2-2-25 15,-2 2 7-15,2 3 13 0,1-3-23 0,-1 2-1 16,0 0-22-16,-2 2 81 0,1 0-45 0,-1 0 0 16,-2 0 1-16,0 0 1 15,1 8-38-15,-2-1 61 0,-1 4-34 0,-2 1-1 16,3 1-26-16,-2 1 81 0,-1 2-40 0,2-2 8 16,-1 4-49-16,0 0 29 0,-1 0 0 0,1 0-29 15,2 1 0-15,-3-2 59 0,2 2-34 0,1 0 0 16,2 0 9-16,-1 3-1 0,0 0-34 0,0-1 59 15,3 5-33-15,-1-1-1 0,2 3-24 0,0-2 55 16,1 2-27-16,1-1 7 0,0 4-35 0,0-1 40 16,0 1-1-16,0 1-39 0,0 0 0 15,1 0 30-15,1-1-30 0,4 3 0 16,1-2 4-16,1 0-4 0,3-3 0 0,0 4-31 16,3-4 31-16,0-2 0 0,4-2-1 0,-4-1-58 0,4 1 30 15,-6-9 7-15,4 2 10 0,-2-1-91 0,2-1 39 16,-3-5 26-16,0 0-18 0,-5-3 15 0,1 0-22 15,-4-3 40-15,-1-1-64 0,-1-2 28 16,-2-2 4-16,1 0-21 0,-2 0 37 0,0 0 1 16,0 0-12-16,0 0 69 0,0 0-29 15,0 0 2-15,0-2-30 0,0 0-477 0,0-5 229 16,0-1 114-16</inkml:trace>
  <inkml:trace contextRef="#ctx0" brushRef="#br0" timeOffset="196322.05">15368 10879 499 0,'0'0'0'0,"0"0"0"0,0 0 0 0,-2 0 0 0,2 0 0 0,-1-3 0 0,1 2 0 0,-2-1 0 0,2 0 69 16,0 2 9-16,0 0-45 0,0 0 45 0,0 0-22 0,0 0 0 15,0 0-24-15,0 0 74 0,0 0-40 0,0 0-1 16,0 0 44-16,0 0-38 0,0 0 0 0,0 0-30 16,0 0 59-16,0 0-33 15,0 0 0-15,0 0 0 0,0 0 1 0,0 0-27 16,0-2-9-16,0 1 50 0,0-1-24 0,0 0-1 16,2-2-24-16,1 2 29 0,3 0-29 0,-3 0 0 15,4 1 0-15,-2-1-1 0,1 0 1 0,-1 2 8 16,2 0 14-16,3-2 0 0,0 2-23 0,0-1 38 15,2 1-37-15,3-3 8 0,0 2-9 0,2-1 41 16,2 0-40-16,1-2 0 16,5-2-1-16,-3 0 39 0,7-1-38 0,1 2 0 15,2-4-5-15,3 4 4 0,1 2 1 0,3-1 8 16,6 0-20-16,-2 2 11 0,5-1 1 0,-2 2-24 16,3 0 24-16,1-3 8 0,-2 2-8 0,3 0-49 15,-3 0 20-15,3-1 0 0,-8-2 26 0,8 2-38 16,-5 1-7-16,-11-2 39 0,3 2-10 0,-3-1-51 15,-5-1 25-15,2 0-3 0,-6 2-53 0,-1-4 37 16,-5 2 11-16,1 1-43 0,-4-2 25 16,-2 0 0-16,-1 0 21 0,-5 1 22 0,-2 1-18 15,-1 0 3-15,-3 1-10 0,-1-1 43 0,1 1-39 16,-3 2 5-16,0 0-26 0,0 0-1 16,0 0 24-16,-5 0 3 0,-4 0-397 0,-4 5 188 15,-6 5 90-15,3 5-513 0,-3 2 297 0,-6 2 161 0</inkml:trace>
  <inkml:trace contextRef="#ctx0" brushRef="#br0" timeOffset="196829.34">15393 10923 881 0,'-6'-6'0'0,"3"3"0"0,-2 0 0 0,0-1 0 0,1 2 0 0,-1 1 0 0,1-2 0 0,0 2 165 16,1 1-70-16,0 0-32 0,3 0 157 0,0 4-94 15,0 9-46-15,0 3-16 0,0 9 75 0,0-1-54 16,6 4-26-16,2 4 57 0,-1 2-42 15,2 4-12-15,1 3-9 0,-1 0-16 0,-3 1-5 0,1-1 1 16,-3-3-27-16,0-1 27 16,0 2 0-16,-2-4 0 0,-1-4-28 0,-1-3 1 15,0-5 35-15,0-1-8 0,0-5-35 0,0-4 35 16,-3-3-10-16,-3-3-25 0,-2-3-1 0,1-4 28 16,-4 0-11-16,-1 0-18 0,-1-7-5 0,2-8 29 15,-4-2-186-15,0-8 86 0,1-1 37 0,2-2 24 16,-4-4-177-16,5-1 91 0,-1 4 26 15,2 2 32-15,2 9-51 0,1 6 33 0,2-1-1 16,0 6 33-16,1 2 138 0,2 2-64 16,-1 3-38-16,1 3 73 0,0 13-48 15,0 5-28-15,2 0 108 0,-1 4-58 0,1 2-6 0,-2 0-22 16,2-7 1-16,-2 5-13 0,0-3 35 0,2-1-29 16,0-5-267-16,0-2 128 0,0-3 54 0,0-1 36 15,0-5-431-15,0-3 220 0,2-2 106 0,7 0-227 16</inkml:trace>
  <inkml:trace contextRef="#ctx0" brushRef="#br0" timeOffset="197137.29">15665 11005 1079 0,'2'-9'0'0,"0"5"0"0,0 2 0 0,-2 0 0 0,0 2 0 0,-6 0 0 0,-6 8 0 0,1 4 371 16,-2 4-169-16,0 2-85 0,0 1 33 0,0 0-50 0,0 5-38 15,-1-3 0-15,5-2-92 0,0-2 32 16,2-2 0-16,0-5 2 16,2 0-8-16,3-4 36 0,0-1 1 0,0-2-38 15,2-2-1-15,0 2 47 0,0-3-18 0,2 0 2 0,11 3-39 16,2-3 32-16,2 0 163 0,7 0-81 16,1 0-33-16,3 0 0 0,-1 0 87 0,1 0-61 15,-6 0-21-15,8 0-2 0,-9 0-38 0,4 0 1 16,-4 0 0-16,-3 0-85 0,-1 0 51 0,-4 0 13 15,-1 0-1-15,-1 0-298 0,-2 2 139 16,-2 0 85-16,-2 0 1 0,-2-2-515 16,1 0 270-16,-2 0 137 0,-1 0-289 0,-1-2 213 15,0-9 99-15</inkml:trace>
  <inkml:trace contextRef="#ctx0" brushRef="#br0" timeOffset="197318.8">15754 10990 689 0,'-10'0'0'15,"4"0"0"-15,1 0 0 0,-1 0 0 0,3 2 0 0,0 3 282 0,1 1-125 0,0 3-62 0,2 3-31 0,0 3 110 16,0 3-63-16,0 6-43 16,0 1 0-16,0 5 188 0,0 0-112 0,0 2-55 15,0 0 19-15,0 2-42 16,0-2 0-16,0-4-197 0,0 2 82 0,0-8 41 0,0 1 8 16,0-2-316-16,2-4 174 0,3-6 88 0,0-4 13 0,2-1-452 15,2-5 201-15,5-1 134 0,-5 0 62 0</inkml:trace>
  <inkml:trace contextRef="#ctx0" brushRef="#br0" timeOffset="197476.37">15875 11125 1406 0,'3'-4'0'0,"2"1"0"0,1 0 0 0,-3-1 0 0,4 1 0 0,2-2 0 0,0 1 0 0,2 2 235 0,-2-2-94 0,6 2-57 15,-2 0 64-15,1 2-58 0,-1 0-28 0,0 0 0 16,-2 0-345-16,5 4 154 0,-5 2 81 0,1-1 40 15,0 1-542-15,-1-2 279 0</inkml:trace>
  <inkml:trace contextRef="#ctx0" brushRef="#br0" timeOffset="197704.81">16078 10984 979 0,'0'-5'0'0,"0"-1"0"0,0 2 0 0,2-1 0 0,7 3 0 0,5 0 0 0,4 2 235 0,1 0-93 0,6 0-59 0,-2 11 211 15,-4 4-131-15,2 4-65 0,-1 4-33 16,-8-3 91-16,3 8-65 0,-5 0-29 0,-6-1-1 16,-3 3-49-16,-1 0 0 0,-3 0 29 0,-11 0-41 15,-4-5-1-15,-1 0 34 0,-1-2-119 16,-3-6 59-16,4-4 38 0,-8-2-8 0,4-1-269 0,2-6 138 16,0-1 35-16,1-3 46 0,2 0-336 0,7 0 180 15,1 0 85-15,5-2 43 0,5-9-261 0,0 0 152 16,2-4 68-16</inkml:trace>
  <inkml:trace contextRef="#ctx0" brushRef="#br0" timeOffset="197929.34">16402 10982 810 0,'3'-15'0'0,"-1"8"0"0,0-1 0 0,-2 0 0 0,0 3 143 0,0 1-48 0,-7 2-34 15,-7 2 340-15,5 0-185 0,-3 10-91 0,-3 11-46 16,3 5 147-16,-2 4-101 15,3 4-46-15,1 1-23 0,3 1 64 0,3 1-36 16,4 1-30-16,0-3 42 0,0-2-32 16,4-2 0-16,9-2-61 0,0-9 9 0,5 4 21 15,-2-6 0-15,5-3-204 0,-5-4 101 0,3-1 52 0,-1-5 34 16,0-3-484-16,-3-2 234 0,0 0 75 0,1 0 72 16,-2-4-433-16,0-7 240 0,-5-4 128 0</inkml:trace>
  <inkml:trace contextRef="#ctx0" brushRef="#br0" timeOffset="198221.57">16570 10911 747 0,'2'-10'0'0,"2"5"0"0,-1-2 0 0,4-2 0 0,-2 2 287 0,1 0-127 16,1 1-64-16,2 0-23 0,1 3 326 0,1 3-183 15,0 0-91-15,1 0-47 0,-1 2 71 0,-1 9-50 16,-3 1-37-16,-1 8-115 0,-3-2 42 15,-1 3 23-15,-2 0-168 0,0-1 103 0,-4 3 39 16,-5-4 23-16,-4 0-67 0,0-2 41 16,-3-4 24-16,2-2-72 0,0-2-27 0,1-3 2 15,2-2 37-15,3-2-23 0,1 0 241 0,3-2-101 16,2 0-39-16,1 0 336 0,1 0-175 16,0 0-61-16,1 0 27 0,14 0-51 0,0 0-39 0,6-2 1 15,-2 0-153-15,3 1 61 16,1-2 31-16,-3 3 8 0,3 0-187 0,-2 0 104 0,-3 0 53 15,1 6 27-15,1 1-830 0</inkml:trace>
  <inkml:trace contextRef="#ctx0" brushRef="#br0" timeOffset="207432.71">15451 11739 229 0,'-10'-4'0'0,"3"2"0"0,0-2 0 0,-1 1 0 0,2-1 0 0,-1-1 0 0,3 2 202 0,0-1-76 0,1 3-50 0,1-3-22 16,0 2 48-16,2 0-35 15,-2 0 1-15,2 1-27 0,0 1 64 0,0 0-37 16,0 0 1-16,0 0 42 0,0 0-39 15,0 0 8-15,0 0-15 0,0 0 0 0,0 0-32 0,0 0-1 16,4 0 63-16,5 0-24 0,2 3-7 0,3-1-31 16,0 0 90-16,7 0-45 0,2-2-22 0,1 0 93 15,5 0-61-15,-2 0-28 0,3 0 0 0,7 0 27 16,4 0-27-16,-4 0 8 16,10-2 6-16,2 0-20 0,2-2 0 15,5 1-21-15,-2-1 7 0,6 1 1 0,7-4-8 0,-15 7 0 16,6-6-44-16,7 3 22 0,-12-1 1 0,2 1 28 15,-3-2-100-15,-3 4 42 0,-3-2 24 0,-9 0-156 16,-1 2 82-16,-8-1 26 0,-2 0-69 0,-4 0 44 16,-4-1 30-16,-8 2-3 0,-1-1-19 0,-4 1 9 15,-3 1 0-15,-2-2-1 0,0-4-23 0,-4-1 15 16,-8-1-8-16,-2 2-234 0,-3 2 135 16,0 1 66-16,-2 1 34 0,-2 2-445 0</inkml:trace>
  <inkml:trace contextRef="#ctx0" brushRef="#br0" timeOffset="207805.84">16043 11872 1080 0,'-14'0'0'0,"8"0"0"0,5 0 0 0,-1 0 0 0,2 0 0 0,0 0 0 0,0 0 210 0,3 0-89 16,11 0-44-16,4 0 190 0,1 2-109 15,2 2-67-15,-1 2 0 0,1 3-29 0,0 1 0 0,-4 2-30 16,0 2-68-16,-4 1 30 0,-1 0 1 0,-3 4 37 16,-6-3-56-16,-1 5 28 0,-2-3 9 0,0 3-85 15,-5-2 52-15,-9-2 6 0,0 0 0 0,-6-2-17 16,0-4 2-16,-1-1-11 16,0-3 174-16,3-1-69 0,1-2-31 0,1 0 2 15,4-1 201-15,3-1-101 0,1 0-56 0,6 0-7 16,-2-2 139-16,4 0-90 0,0 0-36 0,0 2-31 15,4 1 8-15,9-1 0 0,5-2-31 0,2 0 65 16,1 0-23-16,1 0-9 0,0 0-54 0,-1 0 22 16,2 0 0-16,-3 0-1 0,3 0-97 15,-4 0 44-15,-1 0 27 0,1 0 0 0,-1 0-412 16,-2 0 207-16,0 0 78 0,0 0-283 0,1 0 169 16,0 0 101-16,0-2 51 0,1-1-580 15</inkml:trace>
  <inkml:trace contextRef="#ctx0" brushRef="#br0" timeOffset="207974.73">16745 11992 1341 0,'6'6'0'0,"-1"0"0"0,2 7 0 0,0-7 0 0,-4 3 0 0,3-1 0 0,-1 3 669 0,-1-2-318 16,1 2-159-16,-1 3-80 0,-2-1 415 0,1 3-239 15,-3-1-132-15,0 4-91 0,-9 4-32 0,-5-1 0 16,-3 1-1-16,-2 0-279 0,0-1 136 15,3 3 72-15,0-2-876 0</inkml:trace>
  <inkml:trace contextRef="#ctx0" brushRef="#br0" timeOffset="210276.3">17342 11660 781 0,'-11'0'0'0,"2"0"0"0,6 0 0 0,-1 0 0 0,2 0 0 0,1 0 0 0,1 0 226 0,-2 0-100 15,2 0-47-15,0 0-23 0,0 0 224 0,0 0-124 16,0 0-53-16,2 0 60 0,5 0-65 0,5 0-32 16,2-1 23-16,4-1-27 0,-2 2 7 0,5 0-36 15,-2 0 55-15,3 0-28 16,-1 0 0-16,2 0-27 0,-1 2-20 0,0 0 20 16,-2 5 0-16,-2-4-1 0,-1 1-57 0,-2 0 29 15,-4-1 8-15,0-3-65 0,-2 0 39 16,-2 0 22-16,-2 0-6 0,-3 0-45 0,0 0 17 15,0 0 19-15,-2 0-86 0,0 0 47 0,0 0 11 0,0-7-1 16,0 0-117-16,0 0 72 0,0 0 20 0,0 4 22 16,0-4-303-16,0 4 154 0,0 0 70 0,2 1-329 15,5 0 206-15,3 0 105 16</inkml:trace>
  <inkml:trace contextRef="#ctx0" brushRef="#br0" timeOffset="210484.01">17919 11589 1189 0,'0'2'0'0,"1"1"0"0,3-3 0 0,3 0 0 0,2 0 0 0,3 0 0 0,7 0 0 0,7-1 524 0,2-6-245 0,6 0-124 0,8-2-60 0,-3 0 296 0,-4 3-171 16,3-2-97-16,0 5 33 16,-4-1-61-16,0 1-31 0,-4 2 0 0,-6-1-161 15,6 2 61-15,-10 0 34 0,1-2-147 0,-1 2 91 16,-6 0 45-16,-5 0 31 0,1 0-552 0,-4 0 195 15,-3 0 164-15,-3 4-1 0,0 4-405 0,-3 3 266 16</inkml:trace>
  <inkml:trace contextRef="#ctx0" brushRef="#br0" timeOffset="210829.34">18133 11760 1315 0,'-21'5'0'0,"4"-1"0"0,4 2 0 0,5-5 0 0,-1 1 0 0,5 0 0 0,0-2 0 0,4 0 249 0,0 0-112 0,10 2-53 15,12-2 224-15,3 0-138 0,1 4-69 0,-1-2-26 16,6 3 28-16,-4 1-36 0,-7 4 1 0,1 1-35 16,-2 2-58-16,-4 3 38 0,-6 1-9 0,-1 4-152 15,-6 6 91-15,-2-1 44 16,0 0-195-16,-7 2 121 0,-9 3 54 0,-5-5-29 16,1 0-56-16,-5-5 26 0,1-4 35 0,-1-4-25 15,-5-2 164-15,4-2-62 0,2-3-26 0,3-3 101 16,2 2-69-16,4-5-15 0,4 3-1 15,3-3 377-15,4 2-188 0,1-2-60 0,3 0 204 0,0 0-159 16,3 2-76-16,15 0-37 0,8 0 63 0,0-2-51 16,6 0-16-16,-1 0-9 0,6 0-15 0,-3 0-10 15,-1 0-1-15,-1 0 1 16,-7 0-42-16,7 0 17 0,-14 0 0 0,5 0-324 16,-6-2 174-16,-2 0 77 0,-6 0-622 0,1 0 331 15,-5 1 161-15,1-1 82 0,-3-4-437 0,-1-3 258 16,0-3 122-16</inkml:trace>
  <inkml:trace contextRef="#ctx0" brushRef="#br0" timeOffset="211108.68">17958 11114 1152 0,'-18'-23'0'0,"11"12"0"0,5 5 0 0,2 0 0 0,0 0 0 0,0 1 0 0,10-3 444 0,5 5-205 0,2-1-95 0,7 3-60 16,0-1 132-16,5 2-92 16,-1 0-46-16,0 2-22 0,1 11-56 0,-5 0 33 0,-4 6 0 0,-4-4-62 15,0 9 31-15,-8-2 0 16,-4 1-94-16,-4 5 59 0,0-1 32 0,-8-1 1 16,-9-1-129-16,-4-2 74 0,-5-4-12 0,0-4 35 15,-4-4-110-15,0-1 62 0,-2-6 11 0,4-2-112 16,3-2 66-16,-1 0 46 0,3 0-1 0,7 0-74 15,6 0 55-15,6-4 28 0,4-5-249 0,2-5 142 16</inkml:trace>
  <inkml:trace contextRef="#ctx0" brushRef="#br0" timeOffset="211315.98">18420 10986 620 0,'3'-15'0'0,"-1"2"0"0,-2 4 0 0,-2-5 0 0,-10 4 0 0,-6 5 357 0,2 2-162 15,-1 3-81-15,-2 0 94 0,0 3 20 16,-2 12-98-16,3 8-49 0,1 3 104 0,2 2-76 16,1 4-30-16,5 0 4 0,4 0-25 0,3 0-1 0,2-2-24 15,0-2 40-15,2-5 7 16,11 3-47-16,2-4 0 0,3-5-143 0,3-2 72 16,4-1 35-16,-3-5-429 0,8-2 223 0,-4-3 113 15,1-2 12-15,1-2-545 0</inkml:trace>
  <inkml:trace contextRef="#ctx0" brushRef="#br0" timeOffset="211560.19">18735 11076 1668 0,'0'-3'0'0,"0"0"0"15,0 3 0-15,2 0 0 0,6 0 0 0,1 0 0 0,2 3 0 0,5 5 639 0,2 8-303 0,-1 1-144 0,6 5 233 0,-3 3-197 16,1 3-97-16,2 8-49 0,-7 1 36 0,-2-3-35 16,-1 11 110-16,-6-2-193 15,-3 2 0-15,-4 4 0 0,0 2 0 0,-8 2 0 16,-10 6 0-16,-3-4 0 0,-4-1 0 0,4-7-326 16,-8 3 204-16,1-3 63 0,-4-4-851 0,4-6 436 15,0-3 221-15</inkml:trace>
  <inkml:trace contextRef="#ctx0" brushRef="#br0" timeOffset="-205495.96">10845 12457 523 0,'0'0'0'0,"0"0"0"0,-2 0 0 0,2 0 0 0,0 0 26 0,0 0 83 0,0 0-37 16,0 0-1-16,0 0-39 0,0 0 122 0,0-3-53 0,0-1-38 0,0-3-7 15,0 2 0 1,-1-3-23-16,-1-1 0 0,0-1 8 0,-2 1-8 0,1-2-1 15,-4-1 13-15,2 1-12 0,-3-2 0 16,1 1 8-16,-2-1-4 0,1 2-5 0,-1 2 1 0,0 0 24 16,-3 1-24-16,5 2 8 0,-3 3-9 15,0-1 55-15,3 2-27 0,-2 1-1 0,4 1-26 0,-4 0 49 16,2 0-9-16,0 0-40 0,-1 7 15 16,3 3-15-16,-3 5-1 0,2-2 9 15,1 1 28-15,1 3-36 0,1 2-1 0,-1 2 32 16,4 0 0-16,0 3-23 0,0 4-8 15,0 0 36-15,0 4-36 0,0 2-1 0,2 2 1 0,1 1 64 16,3 8-36-16,1-6 0 0,0 5 3 16,2-3-1-16,-4 0-30 0,1-5-25 15,1 9-8-15,-2-4 33 0,2-2-106 0,-5-3 98 16,-1 2 8-16,1-1 8 0,-2-1-40 0,0-2-3 16,0-1 34-16,0-4-17 0,-7-3-48 0,-3-3 25 15,1-3-5-15,-4-3 9 0,1-2-138 16,-1-5 66-16,0-3 39 0,4-3 7 0,-1-2 1 0,2-2-332 15,3 0 167-15,1 0-319 0,4 0 232 16,0-6 128-16,0-8 60 0,7-5 30 0,11-1-209 16,1-3 120-16</inkml:trace>
  <inkml:trace contextRef="#ctx0" brushRef="#br0" timeOffset="-205189.81">10919 12951 1379 0,'2'-3'0'0,"0"3"0"0,0 0 0 0,-1 0 0 16,1 0 0-16,0 14 0 0,-2-1 226 0,2 3-96 0,0 4-49 0,1 4-24 0,-1-2 111 0,0 8-72 0,0-2-97 15,-2 1 34-15,0 1 0 0,0-4 0 0,0-2 7 0,0-1-44 16,0-1-1 0,-4-5 38-16,-1-2-36 0,-1-5 0 15,1-1 44-15,1-2-8 0,-2-2 121 0,2-4-60 0,2 0 168 16,0-1-115-16,2 0-49 0,0 0-37 0,0 0 46 15,0 0-37-15,0 3 0 0,0-1-37 0,9 2 32 16,5-2-32-16,3 1 0 0,2 1 0 0,0-2-1 0,1 2-16 16,1-1 25-16,0 1-218 0,-3-1 105 15,1-2 53-15,-2 1 25 0,0-2-521 0,-4 0 230 16,4 0 138-16,-6 0 22 0,1 0 50 16,-1 0-519-16,0-2 281 0,-1-7-357 0</inkml:trace>
  <inkml:trace contextRef="#ctx0" brushRef="#br0" timeOffset="-204891.61">11304 12811 1550 0,'-18'-7'0'0,"11"5"0"0,2 0 0 0,-1-1 0 0,6 2 0 0,-2 1 0 0,2 0 433 0,0 0-200 15,8 0-58-15,11 0-71 0,3 0-27 16,6 0-8-16,0 4-37 0,0 10-42 0,1-1 21 0,-3 5-151 16,-7-4 95-16,5 12 35 0,-9-6 21 0,-4 5 0 15,-3-1 22-15,-4 1-83 0,-4 3 36 0,0 0 6 16,-6-1-8-16,-7 1 22 0,-6-6 32 16,-1-1 1-16,-1-6-40 0,-9 2 2 0,5-6-5 15,-1-4-35-15,6-1 16 16,-3-5 28-16,4-1 39 0,4 0-419 0,8 0 179 0,0-3 92 15,7-8-431-15,0-8 251 0,12-2 117 0</inkml:trace>
  <inkml:trace contextRef="#ctx0" brushRef="#br0" timeOffset="-204697.13">11629 12746 1493 0,'5'-11'0'0,"-1"8"0"0,0 1 0 0,-4 0 0 0,0 2 0 0,-2 0 0 0,-7 4 0 0,-3 10 468 16,3 5-209-16,-2 5-118 0,1 2-54 0,1 2 116 15,3 4-85-15,4 0-43 0,2 0 84 0,0 0-68 16,0-2-28-16,2-2-163 0,11-2 67 0,4-3 33 0,-2-8 8 16,8 2 24-16,-2-6-358 15,-3-4 179-15,5-1 90 0,-2-6-461 0,-3 0 207 0,1 0 146 16,-3-6-300-16,-2-8 216 16,1-3 108-16,-3-2-107 0,-3-5 112 0</inkml:trace>
  <inkml:trace contextRef="#ctx0" brushRef="#br0" timeOffset="-204416.69">11771 12500 1385 0,'0'-8'0'0,"0"6"0"0,0-1 0 0,0-1 0 0,7 1 0 0,3 2 0 0,1-1 0 0,3 2 383 0,2 0-175 0,0 0-88 0,0 8-43 0,0 5-15 0,-3 0 57 16,-1 2-44-16,0 0-160 0,-5 3 58 15,-1-2 30-15,-2 2 9 0,-3 1-155 16,-1 1 88-16,0-2 44 0,-7-2 22 15,-6 0-53-15,-4-1 15 0,3-4 22 0,-4-2-1 0,2-1 12 16,0-1-10-16,2-4 265 16,4 0-133-16,2-3-64 0,3 2-32 0,1-2-8 0,2 0 264 0,2 0-121 15,0 0-59-15,0 0-41 0,10 0-128 16,9 0 47-16,1 0-48 0,3-5 47 0,-4 0 32 0,4 2-8 16,0-2 24-16,0 2-463 15,2 1 228-15,-4 0 75 0,2 2-652 16,0 0 378-16,-4 0 183 0</inkml:trace>
  <inkml:trace contextRef="#ctx0" brushRef="#br0" timeOffset="-203985.55">12275 12802 1348 0,'4'0'0'0,"-1"0"0"0,-1 0 0 0,0 0 0 0,-2 0 0 0,0-6 0 0,0-5 200 16,0 2-75-16,-4-5-50 0,-1 5 45 0,0 0-44 0,0-1-21 0,-1 3 14 15,-1 1-37-15,-2 0 1 16,-1 6 0-16,-1 0-52 0,-3 2 26 0,0 13 9 0,-1 10 16 0,0 3 52 16,2 4-26-16,-1 3 0 15,3 3 75-15,4 0-41 0,2-4-34 0,4 1 0 0,1-3-26 16,0-6 34-16,0-4 0 0,8-2-25 0,3-5-38 16,2-4-1-16,0-6 31 15,0-3-195-15,3-2 97 0,0-3 57 0,1-18 17 16,-2-6-275-16,2-9 126 0,-2-4 73 0,-3-1 7 15,-2-1-256-15,1-11 139 0,-1 4 72 0,-4 0-81 16,1-5 76-16,-3-9 38 0,-1 4-38 0,2-12 43 16,-1 3-1-16,-1 16 36 0,-1-2-1 0,0 18 0 15,0 8-8-15,0 10 8 16,-2 1 1-16,0 8 353 0,1 6-177 0,-1 3-89 16,0 3 336-16,0 22-168 0,0 4-107 0,0 13 288 0,0 4-185 15,-1 4-93-15,-3 3 61 0,0 1-81 16,1 3-36-16,1-3-1 0,-2-1-36 0,4-5 115 0,0-9-49 15,0 3-37-15,0-5-257 0,0-1 114 16,6-7-1054-16,3-1 1146 0,0-8 8 0,1-1 0 16,-1-3 10-16,2-5-56 0,3-6-731 15,-2-5 363-15</inkml:trace>
  <inkml:trace contextRef="#ctx0" brushRef="#br0" timeOffset="-203785.07">12539 12629 1206 0,'4'-4'0'0,"6"4"0"0,-3-1 0 0,1 1 0 0,1 0 0 0,3 0 345 0,0 0-160 16,6 4-76-16,0 8-38 0,-1 5 276 0,0 3-157 0,-4 3-71 15,4 4-18-15,-5 1-34 0,-3 0 0 0,-4 3-35 0,-3-2-142 16,-2 1 79-16,0 2-225 16,-6-4 144-16,-8 1 73 0,-2-5 35 15,-5-3-173-15,3-4 107 0,-6-1-28 0,1-4 48 16,5-6-62-16,-2 1-337 0,10-7 208 0</inkml:trace>
  <inkml:trace contextRef="#ctx0" brushRef="#br0" timeOffset="-203559.67">12817 12559 1257 0,'0'-12'0'0,"0"6"0"0,0 0 0 0,-11 3 0 0,-2 0 255 0,-5 3-112 0,-5 3 565 15,2 15-647-15,3 5 7 0,-2 7-35 0,2 10 100 0,4 1-51 16,5 0-24-16,6-5 88 0,1 3-48 0,2-1-36 0,0-3-1 16,9-1-59-16,7-4 0 0,4-2 30 0,2-3 9 0,3-4-338 15,0-4 164-15,2-5 83 0,-1-4 42 16,3-4-575-16,-5-4 293 0,8 0 105 16,-5 0 84-16,-1-4-4 0,-6-1-258 15</inkml:trace>
  <inkml:trace contextRef="#ctx0" brushRef="#br0" timeOffset="-203387.13">13058 12850 2450 0,'-6'-3'0'0,"5"1"0"0,1 0 0 0,0 0 0 0,0 2 0 0,5-2 0 0,4 2 0 0,5 0 0 0,0 0 380 0,6 0-174 0,0 0 11 16,2 0-93-16,1-1-37 0,6-2-194 15,-5 2 70-15,0-3 34 0,0 1 1 0,-1-1 35 0,0 2-745 16</inkml:trace>
  <inkml:trace contextRef="#ctx0" brushRef="#br0" timeOffset="-202743.53">13649 12722 1058 0,'-3'0'0'0,"3"0"0"0,2-3 0 0,11-4 0 0,5-4 0 0,3 0 0 0,2 3 81 0,1 3 182 15,2 1-115-15,1 3-58 0,-3 1 61 0,1 1-59 0,-5 13-21 16,3 3 4-16,-6 4-21 16,-4 2 0-16,-6 3-21 0,-3 0-18 0,-4 4 26 0,0 2-8 15,-4 2-22-15,-16 4-1 0,-3-1 23 0,-1-5-141 16,-3-5 79-16,-3 1 27 0,2-4 0 15,-2-6-325-15,2-6 166 0,6-6 69 16,-1-5 44-16,7-1-2 0,7-1-189 0,8-14 92 16,1-10 56-16,10-5-298 0</inkml:trace>
  <inkml:trace contextRef="#ctx0" brushRef="#br0" timeOffset="-202554.72">14131 12612 1406 0,'1'0'0'0,"-1"0"0"0,0 0 0 0,-15 0 0 0,-1 2 0 0,-7 8 0 0,2 3 0 0,-1 5 480 0,3 5-228 16,-2 5-110-16,3 1-54 0,2 5 225 16,3 1-132-16,6 0-78 0,5-1 4 15,2-2-36-15,0-3-1 0,4-1-103 0,12-4 41 0,5-1-8 0,4-7 32 16,3-1 1 0,2-3-385-16,2-6 192 0,2-2 105 0,-2-4-606 15,0 0 281-15,-4 0 179 0,0-7-451 0</inkml:trace>
  <inkml:trace contextRef="#ctx0" brushRef="#br0" timeOffset="-202387.16">14329 12646 1321 0,'0'4'0'0,"0"5"0"0,0-2 0 0,0 0 0 0,0 2 0 0,0 0 61 0,2 1 9 0,6 1 433 15,3 2-235-15,0 0-118 0,1 2 1 0,1-2-60 16,0 3-20-16,0-2-308 0,2-1 135 0,-2 1 68 15,0-3-559-15,1-4 304 0,-3-1 157 0,3-1-465 16,-5-5 282-16</inkml:trace>
  <inkml:trace contextRef="#ctx0" brushRef="#br0" timeOffset="-202209.63">14604 12509 864 0,'3'-8'0'0,"4"5"0"0,-4 1 0 0,-1 2 0 0,0 0 0 0,-2 15 68 0,0 9-35 0,-2 6 0 0,-10 12 624 15,-4 4-313-15,-7 13-155 0,0-6-70 0,-7 16-47 16,0-5 240-16,2 0-139 0,1-1-71 0,0-1-57 16,6-9-4-16,2 2-8 15,3-9-437-15,2-9 219 0,5-3 109 0,2-9-532 0,1-2 314 0,4-8 110 16,2-6-954-16,0-4 1061 0</inkml:trace>
  <inkml:trace contextRef="#ctx0" brushRef="#br0" timeOffset="-201762.83">14936 12858 941 0,'0'-20'0'0,"0"0"0"0,0 4 0 0,0-4 0 0,0 0 0 0,0 4 0 0,0 0 304 0,-5 1-136 15,-4 3-68-15,0 0-33 0,-2 5 114 0,2 3-66 16,-4 2-45-16,-2 2 20 0,0 0-28 15,-4 16 0-15,2 9 23 0,0 2-17 0,2 3-9 0,4 3-26 0,-1-1 60 16,5 0-31-16,5-1 1 0,2-7-38 16,0-1 7-16,0-3 1 0,4-3 0 15,5-2-104-15,3-6 52 0,-1-4 34 0,4-2-8 0,0-3 26 0,2 0-201 16,1-16 85-16,0-5 52 16,-4-2-118-16,2-7 77 0,-2-6 9 15,2-6-153-15,-5 4 77 0,-2-4 54 0,1 0-6 16,-1-10 34-16,-2-1-1 0,2-1 43 15,-4-2-18-15,2 1 0 0,-3 12-8 0,0-2 197 16,-3 9-94-16,-1 15-48 0,0 8-23 0,0 2 0 0,0 4 196 0,0 3-76 16,0 4-61-16,0 6 9 0,0 22 319 15,0 8-171-15,-1-1 200 0,-3 14-191 16,4 2-92-16,0 1-46 0,0-1 107 16,0 0-77-16,0-8-29 0,2 10-208 15,5-9 81-15,1-8 40 0,1 1 1 0,2-3-180 0,1-4 106 16,1-4 57-16,-2-6-628 0,1-2 297 0,0-8 174 0,0-9 19 15,1-1 69-15,-2 0-543 0,-1-12 301 16</inkml:trace>
  <inkml:trace contextRef="#ctx0" brushRef="#br0" timeOffset="-201641.15">15179 12655 1199 0,'1'-9'0'0,"3"6"0"0,2 0 0 0,-1 3 0 0,0 0 0 0,-2 0 0 0,3 6 0 0,1 3 476 0,0 2-214 0,2 3-119 16,0 0-42-16,0 2-34 0,0-1 0 0,1 4-971 15,1-2 875-15,-2-1 26 0,3 1 1 16,0-2-309-16,2-1 172 0</inkml:trace>
  <inkml:trace contextRef="#ctx0" brushRef="#br0" timeOffset="-201450.66">15547 12376 562 0,'2'-8'117'0,"-2"2"-59"0,0 3 191 16,0 3-109-16,0 0-53 0,0 18-28 0,-2 10 611 15,-7 18-310-15,-7 12-168 0,-5 6 375 0,-1 9-267 16,-4 3-134-16,-4 17 9 0,3-18-138 16,-4 23-4-16,2-8 0 0,1-2-420 0,3-2 210 0,7-16 105 0,3-12 60 15,2 0 19-15,8-16-331 0,0-12 179 16,5-4 88-16,0-7-745 16,0-8 333-16</inkml:trace>
  <inkml:trace contextRef="#ctx0" brushRef="#br0" timeOffset="-201259.95">15779 12750 2094 0,'0'-8'0'0,"2"4"0"0,14 1 0 0,0 2 0 0,-1-1 0 0,0-2 0 0,-1 3 0 0,0 1 0 0,4 0 167 16,-2 0-66-16,-1 0-18 0,6 0-25 15,-2 0 9-15,-2 0-485 0,1 0 226 0,-1 1 112 0,-2 3 56 0,-1 4-779 16</inkml:trace>
  <inkml:trace contextRef="#ctx0" brushRef="#br0" timeOffset="-201105.07">15761 13077 2686 0,'-4'0'0'0,"4"0"0"0,2 0 0 0,11 0 0 0,2 0 0 0,2-2 65 0,2-2 0 0,4-1-32 0,0 1 0 0,6 0 221 16,-5 1-103-16,6 0-63 0,-3-1-229 16,-1 1 87-16,2-2 43 0,-2 3 22 0,0-1-848 15</inkml:trace>
  <inkml:trace contextRef="#ctx0" brushRef="#br0" timeOffset="-189425.75">17069 12586 652 0,'0'0'0'0,"2"0"0"0,0-2 0 0,0-2 0 0,2 1 0 0,-2-1 0 0,0-2 0 0,0 1 92 0,1 2-34 0,-1-2 0 0,2 1 9 15,-1-2 1-15,1 1-36 0,-2-1 74 0,0 1-40 16,-1-1-1-16,2-1-32 0,-1-1 24 0,-2 1 1 16,0-1-17-16,0 1-8 0,0-1-11 0,0-2 11 15,0 3 0-15,0-2-31 0,-2-1 9 0,-2 1 21 16,-4 0-8-16,3 0 8 0,-1 0 1 0,-1 4 0 16,-3-1 13-16,1 3-15 0,-2 1-13 0,1 2 11 15,-1 0 24-15,0 0 1 0,-2 4-20 16,2 7-5-16,-1 0 36 0,1 4 0 15,2-1-30-15,-1 4-3 0,3-1 37 0,0 2-9 16,3 1-28-16,0-1 25 0,1 4-24 16,1 3 0-16,2-3 34 0,0 5-8 0,0 0-26 0,0 1 0 15,0 5 55-15,0 0-27 0,0 1 8 0,0 3-36 16,2 7 60-16,1-5-31 0,3 0 1 0,-3-4-30 16,3-2 30-16,-1 2-8 0,2-2-22 0,-2-1-32 15,0-1 0-15,-1-2 32 16,-1-1-25-16,-1 1-8 0,0-1 33 15,-2-3 0-15,0-3-60 0,0 0 17 0,0 1 6 16,0-3-2-16,-4-5-24 0,-3 1 14 0,0-2-1 0,-3-5-95 16,3 1 58-16,-4-2 19 0,1-3 0 0,-1-3-190 15,-2-3 103-15,3 0 40 0,-1 0-238 0,1 0 147 16,-1-2 71-16,4-3 34 0,0-4-122 0,1-4 78 16,5 3 32-16,1-5 8 0,0 0-241 15,0-2 141-15,0 2 69 0,9-3-277 0</inkml:trace>
  <inkml:trace contextRef="#ctx0" brushRef="#br0" timeOffset="-183448.08">18369 12920 530 0,'0'0'0'0,"0"0"0"0,0 0 0 0,0 0 0 0,0 0 0 0,1 0 0 0,6 0 265 0,0 0-109 0,0 0-65 0,1 0 91 15,2 0-75-15,-3 0-37 0,0 0 65 0,1-2-43 16,-2 2-34-16,1-2 0 0,-1 2 49 0,-1 0-37 15,4 0-1-15,-2 0-28 0,0-2 15 0,4 2-1 16,-1-2-22-16,1 2 0 0,2-1 30 0,-1-1 9 16,0 0-39-16,2 0-2 0,-1-2 2 15,0 3-1-15,-2-3 1 0,-2 2-10 0,3 2 10 0,-1 0 0 16,-2 0-36-16,1 0 36 0,0 0 0 0,-1 0 8 16,4 0-33-16,-2 6 15 15,2-2 7-15,1 1-25 0,0-2 0 0,5 1 23 16,2-4-3-16,3 2-26 0,-1-2 24 0,3 0-3 15,1 0-11-15,-4 0 17 0,4 0-4 0,-1 0-2 16,-5 0-31-16,7 0-1 0,-7 0 36 0,7 0-7 16,-4 4-26-16,1 0 24 0,0 0 1 0,1-2-3 15,-4-1 6-15,6 0-5 0,-1 2 1 0,1-3 2 16,0 0-3-16,0 0-4 16,2 0 15-16,-1 0-11 0,1 0-1 0,2 0 2 15,-2-3 20-15,2 1-18 0,-2-2 4 0,3 0-5 16,1 0-19-16,-2-2 20 0,2 3-1 0,-1-1 0 15,1 1-3-15,0-1 2 0,1 2 0 0,-2 0 2 16,1 0-2-16,0 0 0 0,-1 2 2 16,3 0-10-16,-2 0 5 0,1 0 2 0,3 0 17 15,0 0-17-15,1 0 5 0,5-2-5 0,-3 1 1 0,0-3 0 16,1 2 2-16,-1-4-35 0,-6 4 3 16,4-4 28-16,2 4-1 0,-4 1-30 15,2 1 27-15,-3 0 2 0,-1 0-33 0,2 0 30 16,-4 0-6-16,-1 0 5 0,2 3 25 0,-2 0-26 15,-2-2-2-15,2 1 1 0,-2-2 29 0,2 0-28 16,0 0 2-16,1 0-1 0,-3 0 5 0,2 0-4 16,0-2 5-16,-2-2-25 0,0 2 23 0,0-1-1 15,-5-2-22-15,3 4 20 0,-4 0-2 0,1-2 2 16,-3 1-14-16,1 1 12 0,-1 0-2 16,3-2 2-16,-1 3 31 0,1-2-31 15,0 0-2-15,0 0 2 0,-4 0-9 0,7 1 9 16,-1-2 3-16,-5 2-30 0,0 1 2 0,1 0 24 15,0 0-41-15,-2 0-2 0,1 0 36 0,1 0 3 16,1 0-24-16,1 0-1 0,-5 0 13 0,6 0 7 16,-1 0 12-16,1 0-14 0,-1 0-7 0,0 0 6 15,-2 0 20-15,5 0-19 0,-3 0 1 0,-5 0-53 16,3 0 27-16,-4 0-1 0,-1 0-9 0,1 0 3 16,-3 0 26-16,-2 0 2 15,-1 0 37-15,-1 0-43 0,3 0-3 0,-4 0 5 16,0 0 55-16,0 0-26 0,3 0-3 0,-3 0 40 15,3 0-26-15,-2 0-1 0,-3 0-21 0,3 0 31 16,-3-2 9-16,-1 0-39 0,0 1 20 0,-3-1-43 16,-1 0 13-16,-2 0 15 0,0 0-184 0,-1 2 87 15,-1-3 38-15,0 3 23 0,0-1-417 0,0-1 205 16,-3 1 103-16,-6-2 43 16,-3 1-694-16,-3 2 377 0</inkml:trace>
  <inkml:trace contextRef="#ctx0" brushRef="#br0" timeOffset="-182806.57">20245 13296 527 0,'-2'0'0'0,"-1"-2"0"0,1 0 0 0,0-1 0 0,0-1 0 0,-1-1 0 0,1 3 0 0,0-3 166 0,0 1-70 0,2 0-32 0,0 3 0 0,0-1 50 0,0 2-41 16,0-2 8-16,0 2 91 0,0-2-69 0,2 2-35 16,7-1 0-16,7-2 51 15,2 1-34-15,6 0-31 0,1-5 50 0,5 1-36 16,0 3 0-16,2-1-35 0,0 1-1 0,2 0 1 15,-2 2 0-15,-1 1-1 0,0 0-25 0,-5 0 0 16,-3 6 34-16,0 8-8 0,-7 0-68 0,2 7 34 16,-8-5 0-16,-1 8-60 0,-5-3 49 0,-2 5-6 15,-2-2 1-15,0 3-25 0,-11 0 25 16,-7 1 0-16,-2 1-17 0,-4-4 30 16,-4 0 4-16,-1-3-8 0,-3-3 72 0,1-1-30 15,-1-3 0-15,3-4 15 0,1-1-22 0,5-3 8 16,3-1-27-16,1-2 189 0,10-1-70 0,-1 0-55 15,6-1 187-15,1-2-113 0,3 0-57 0,0 3-28 16,7 3 33-16,10-2-34 0,8 2-1 0,1-5-26 16,6 4 80-16,9-5-40 0,-5 0 8 15,11 0-79-15,-4 0 30 0,1 0 1 0,-3-3 0 16,-6 1-224-16,4-3 121 0,-3-1 47 0,-1 2-641 0,-3-1 327 16,-5-1 118-16,-4 2 95 15,0 2-590-15,-3-2 344 0</inkml:trace>
  <inkml:trace contextRef="#ctx0" brushRef="#br0" timeOffset="-182164.79">18600 12404 353 0,'-7'-6'0'0,"1"2"0"0,2 3 0 0,2-3 0 0,0-2 0 0,2 2 0 0,0-3 298 0,0-1-133 0,4 3-58 0,13-3 84 15,1 5-80-15,3-3-38 0,4 6 24 16,1 0-32-16,-3 0 8 0,7 6-40 0,-6 7-14 15,1 2 13-15,-4 0 1 0,-7-1 0 0,2 6-33 16,-4-2-8-16,-3 1 41 0,-4-1 0 0,-3 2-44 16,-2 0 22-16,0 1 9 0,-14 0-52 0,-4-3 28 0,-3-1 0 15,-4-2-14-15,-1-2 8 16,-4-1 3-16,3-3 6 0,0-2-121 0,1 1 57 16,5-4 33-16,0 2 8 0,6-5-181 0,4 0 84 15,1 3 51-15,7-4-156 0,3 0 96 16,0 0 49-16,5 0-170 0,16-4 113 0</inkml:trace>
  <inkml:trace contextRef="#ctx0" brushRef="#br0" timeOffset="-181918.76">19100 12300 696 0,'-2'-10'0'0,"-9"2"0"0,-3 4 0 0,-2 0 0 0,-2 4 0 0,2 0 0 0,-3 0 125 0,0 6-50 0,-1 8-21 15,2 4 100-15,4 2-61 0,-2 3-30 0,5-1 114 16,1 9-76-16,1-3-34 0,7 0-1 0,2 0 102 16,0-2-67-16,0-3-26 0,14 3-9 0,1-2 42 15,4-3-38-15,3-1 0 16,0-4-37-16,1-2-27 0,6 2-8 0,-5-3 35 16,0-3-209-16,0-3 105 0,-3-1 51 0,0-1-373 15,-1-5 180-15,0 0 109 0,-2 0 14 0,-3 0-384 16,-2-9 212-16</inkml:trace>
  <inkml:trace contextRef="#ctx0" brushRef="#br0" timeOffset="-181612.01">19199 12044 1094 0,'0'-6'0'0,"0"-2"0"0,2 4 0 0,6-1 0 0,3-5 0 0,0 1 0 0,4 1 126 16,0 1-38-16,2 2-32 0,-2 1 176 0,0 2-100 15,0 2-49-15,-1 0-83 0,-5 0 9 0,0 9 23 16,-3 4 1-16,-4 1-193 0,-2 6 96 0,0 2 49 16,-8-3 32-16,-5 6-163 0,-2-5 88 0,0-5 0 15,0 2-31-15,-2-5-2 0,0-3 37 0,2-2 54 16,2-3-27-16,0 0-29 16,2-2 24-16,1 0 232 0,4-1-114 0,3-1-38 15,-1 0-32-15,4 0 288 0,0 0-143 0,0 0-46 16,0 2-38-16,11 2 14 0,4-3-29 0,5 2-1 15,-2-1-26-15,8-2-2 0,-3 2 8 0,5-2-79 16,1 0 35-16,-4 0 0 0,1 0 36 0,1 0-369 16,-3 0 186-16,7 0 53 0,-5 0 55 0,2 0-570 15</inkml:trace>
  <inkml:trace contextRef="#ctx0" brushRef="#br0" timeOffset="-181186.86">19742 11854 1297 0,'-13'-5'0'0,"3"3"0"0,5 2 0 0,-2 0 0 0,1 0 0 0,2 0 0 0,0 0 0 0,2-1 0 0,2 1 0 0,0 0 370 0,2 0-169 0,13 0-84 0,8 0 123 15,5-2-96-15,4 1-60 0,9-3-25 16,2-2 123-16,3 2-74 0,2-2-38 16,3 3 53-16,0-5-49 0,1 5-20 15,3-5-1-15,1 0 1 0,-1 3-1 0,1-1-12 16,-2-1-8-16,1-1-109 0,0 3 54 0,-1-3 28 15,-4-2-199-15,-8 3 121 0,7-2 25 0,-14 1-149 16,3-2 82-16,-4 3 54 0,-6 2-7 0,-6 3-17 16,-3-2 9-16,-6 3 21 0,1-1 0 0,-9 2-19 15,-1 0 0-15,-2 0 32 16,-2 0 9-16,0 0-150 0,-9 0 75 0,-7 3 37 16,-2 3-231-16,-1 1 126 0,-6 3 75 0,-2-2-290 15,-3 4 178-15</inkml:trace>
  <inkml:trace contextRef="#ctx0" brushRef="#br0" timeOffset="-180762.85">19829 11861 1239 0,'-18'-2'0'0,"7"0"0"0,2 0 0 0,-1 1 0 0,1-1 0 0,4-1 0 0,1 1 0 0,2 2 218 16,2 0-93-16,-2 0 132 0,2 8-113 0,0 8-55 15,0 4-20-15,0 8 107 0,4 4-71 0,3 2-36 16,1 10-1-16,-3-4 2 0,2-2 7 0,-2 9-44 16,-1-4 0-16,-1 0 38 0,-1-1-38 0,0 1 0 15,-2-7-25-15,0 3 25 0,0-3 0 0,0-5-41 16,0-2 0-16,0-7 41 16,-6-1 8-16,1-4-65 0,-2-6 25 0,-2-3 1 15,2-3 5-15,-6-3-106 0,3-2 56 0,-2 0 26 16,-2-3 3-16,1-11-102 0,0-3 46 0,-2-5-165 15,4 1 93-15,-3-7 63 0,3 2 8 0,2 1-61 16,1 7 50-16,3-1 24 0,-1 7-8 0,3 3 125 16,1 3-47-16,2 5-22 0,-2-1 0 0,0 2 191 15,-2 2-115-15,0 13-45 0,0 2-17 16,-1 1 95-16,1 5-27 0,-1-3-41 16,-1 5 164-16,0-3-61 0,-2 1-51 0,1-3-126 15,2-2 44-15,-3 0 0 0,0-1 40 0,3-3-316 16,-1-5 147-16,1 0 55 0,3-5 43 0,0 0-366 15,0-2 156-15,2-2 101 0,0 0 54 0,2-7-280 16,13-13 167-16,2-2 82 0</inkml:trace>
  <inkml:trace contextRef="#ctx0" brushRef="#br0" timeOffset="-180440.51">19953 12129 1018 0,'5'-11'0'0,"1"4"0"0,-3 3 0 0,-1 1 0 0,0 0 0 0,1 1 0 0,-3 2 0 0,0 0 363 0,0 0-165 0,0 0-82 16,-7 8-42-16,-4 7 71 0,-1 4-61 0,0 2-25 16,-3-3 0-16,3-1-68 0,-1 2 21 0,0-2-6 15,2-3-9-15,2 0 36 0,1-4 0 0,2-3 21 16,2-3 0-16,3 0-13 16,-1-3-9-16,2-1 56 0,0 0-28 0,0 0 1 15,0 0-29-15,3 0 41 0,11 0-8 0,4 0-33 16,1 0 126-16,8 0-62 0,-1 0-32 0,-4-1 8 15,8-1-14-15,-3 0-1 0,-1 0-24 0,-3 0-33 16,2 1 0-16,-5-2 41 0,1 3-9 0,-2 0-194 16,-5 0 97-16,-3 0 49 0,1 0 25 0,-5 0-439 15,-1 0 214-15,-3 0-317 16,-1 0 250-16,0 0 125 0,-2 0 63 0,0 0-270 16,0 0 170-16,0 0 81 0,-9-3 41 0,0-7 0 0</inkml:trace>
  <inkml:trace contextRef="#ctx0" brushRef="#br0" timeOffset="-180246.77">20086 12077 1031 0,'-6'-2'0'0,"4"0"0"0,-1 2 0 0,1 0 0 0,0 0 0 0,0 0 0 0,2 0 82 15,0 0-16-15,0 6 272 0,0 7-153 0,0 4-76 0,0 2-38 16,2 6 315-16,0-3-169 16,3 10-96-16,-3-2-44 0,2-1 148 0,-2 2-96 0,-1 1-48 15,1-8-16-15,0 8-111 16,0-6 39-16,1-3 0 15,0 0-279-15,1-3 160 0,0-3 88 0,-1-4 31 0,3-4-193 0,-1-1 83 16,2-4 69-16,-2-3-64 0,1-1-432 0,1 0 255 16,0-7 128-16,1-8-292 0</inkml:trace>
  <inkml:trace contextRef="#ctx0" brushRef="#br0" timeOffset="-180011.36">20221 12147 1205 0,'2'0'0'0,"-2"-3"0"0,0 3 0 0,0-1 0 0,0-1 0 0,0 2 0 0,0-2 584 16,0 2-275-16,0 0-139 0,0 0-60 0,2-3 129 15,7 2-104-15,4-1-51 0,2 1 127 0,0-2-90 16,2 2-35-16,1-1-31 16,-2 0-107-16,3-2 42 0,-2 2 22 0,-2 0-342 15,-4 1 189-15,3 0 83 0,-5-2 46 0,0 3-533 16,-2 0 225-16,0 0 155 0,-4 0 6 0,1 0-149 15,-2 0 138-15,0 0 68 0,-1 0 35 0</inkml:trace>
  <inkml:trace contextRef="#ctx0" brushRef="#br0" timeOffset="-179779.22">20445 12015 769 0,'0'-7'0'0,"0"1"0"0,0 2 0 0,0 0 0 0,0 1 0 0,2-1 0 0,5 2 203 0,2 0-77 0,6 1 255 0,0 1-173 0,1 0-88 0,3 0-44 0,-3 3 164 16,1 6-96-16,0 5-60 0,-2 1-25 15,-2 2-7-15,-2 2-19 16,-1 1-1-16,-3 0-51 0,-3 7 21 0,-4-3 1 0,0 3-24 16,0 1 28-16,-11-1-1 0,-5 0 35 0,-2 1-149 15,-3-3 70-15,-1-1 36 16,-3-1-25-16,-1-3-188 0,0-1 105 0,-2-2 28 16,-1-3 33-16,-1-2-191 0,4-3 100 0,1-2 46 15,2-4 35-15,2 1-185 0,3-4 106 0,7 0 52 16,2 0-59-16,6 0 48 0,3-2 36 0,0-7 0 15,2-3-146-15</inkml:trace>
  <inkml:trace contextRef="#ctx0" brushRef="#br0" timeOffset="-179493.83">20753 12032 576 0,'9'-9'0'0,"-4"-2"0"15,2 4 0-15,-4-4 0 0,-1 4 0 0,0 2 389 0,-2-1-179 0,0 2-88 0,0 2 202 0,0 0-137 16,-4 2-82-16,-6 0 22 0,-1 4-47 0,-6 13-24 16,3 4 0-16,-6 2 67 0,2 5-49 0,-1 3-20 15,3 3-1-15,0-3 116 0,5 2-68 0,1-1-26 16,5-2-8-16,3-2 96 16,2 1-65-16,0-6-33 0,0 0 2 0,3-1 9 15,8-1-43-15,-1-2-51 0,3-2 25 0,1-1 1 16,-1-4 25-16,2-1-260 0,0-1 127 0,0-3 66 15,0-1 33-15,-1-4-522 0,2-2 254 0,-1 0 72 16,0 0 88-16,-1-2-369 0,0-6 223 0,-1-1-265 16,1-1 244-16,-5-2 113 0</inkml:trace>
  <inkml:trace contextRef="#ctx0" brushRef="#br0" timeOffset="-179133.79">20914 12004 968 0,'0'-4'0'0,"0"0"0"0,0 2 0 0,0-1 0 0,0-3 0 0,0 0 0 0,0 1 425 0,7-5-189 0,3 3-105 0,5 1-49 15,0 1 224-15,0-1-137 0,1 3-68 0,-2 2-38 16,0 1-8-16,-1 0-22 0,-4 0-160 16,1 10 80-16,-5 1 40 0,-3 2 8 0,0 4-45 15,-2 1 39-15,0 2-1 0,-6 2 39 0,-6 0-156 16,0-4 21-16,-4 0 52 0,0-1 10 0,0-3-9 15,2-2-1-15,0-4 201 0,5-2-89 0,-2-1-36 16,4-3-15-16,0 0 323 16,4-2-161-16,1 0-66 0,0 0-12 0,2 0 100 15,0 0-81-15,0 0-40 0,0 0-1 0,4 0 38 16,9 0-32-16,0 0-7 0,3 2-40 0,0 0 49 16,1 0-25-16,-2-1 1 0,2 1-16 0,0 0-93 15,-4 0 42-15,0 2-198 0,-2-4 120 0,1 2 61 16,-3-1 21-16,-2 1-319 0,0 1 139 0,-4-3 87 15,1 1 9-15,-2-1-159 0,0 1 101 0,-1-1 61 16,1 3-652-16</inkml:trace>
  <inkml:trace contextRef="#ctx0" brushRef="#br0" timeOffset="-177935.55">21404 12310 1166 0,'0'0'0'0,"0"0"0"0,0 0 0 0,-1 0 0 0,1 0 0 0,0 0 0 0,0 0 0 0,0 0 0 0,12 0 177 0,6 0-64 0,4 0-44 15,2 0 106-15,2-1-72 0,1 1-34 0,-1 0-1 16,-3 0 127-16,2 0-86 0,-3 0-38 0,0 0 3 16,-2 3-21-16,0 2 0 15,-3 0-166-15,-1 0 68 0,-2 0 39 0,-3-1 1 16,-2 0-325-16,-1-1 175 0,-4 2 99 0,-2-5-11 16,0 2-443-16,-1-2 230 0,-1 0 124 0,0 0 61 15</inkml:trace>
  <inkml:trace contextRef="#ctx0" brushRef="#br0" timeOffset="-177734.69">21615 12038 938 0,'-12'-6'0'0,"5"3"0"0,1 0 0 0,1 2 0 0,-1 1 0 0,3 0 0 0,-2 0 0 0,3 0 447 16,2 8-207-16,0 8-104 0,0 2-51 0,0 7-27 15,0-2 9-15,0 6-34 0,2 2 237 0,3-1-118 16,-3 4-60-16,1-1-30 0,-1 5 3 0,0-5-9 15,0 3-23-15,-1-1-306 0,1-6 153 0,0-3 84 16,-2-1 31-16,2-3-482 0,0-3 179 0,-2-4 143 16,2-5-290-16,-1-3 203 15,-1-3 113-15</inkml:trace>
  <inkml:trace contextRef="#ctx0" brushRef="#br0" timeOffset="-177453.85">21815 12049 1099 0,'2'-6'0'0,"0"3"0"0,6-4 0 0,0 6 0 0,-1-5 0 0,5 5 0 0,0-3 410 0,4 2-181 0,-2 2-102 16,4 0-47-16,-2 2 145 0,0 9-96 0,-2 1-49 15,-1 5-15-15,3 5-7 0,-9 2-25 0,-2 1 0 16,0 3-34-16,-3 0 1 0,-2 3 41 0,0 2-9 15,-10 1-103-15,-3-1 51 0,-1-1 27 0,-2-4-124 16,2-3 82-16,-6 1-19 0,1-6 34 0,3-8-203 16,-4-1 106-16,1-1 27 0,1-6 31 15,-1-3-201-15,3-1 114 0,0 0 56 0,5 0-81 16,1 0-40-16,3-1 81 0,3-9 52 0,4-1-89 16</inkml:trace>
  <inkml:trace contextRef="#ctx0" brushRef="#br0" timeOffset="-177201.33">22155 12057 1238 0,'0'-8'0'0,"0"0"0"0,0 3 0 0,-3-2 0 0,-6-3 0 0,-2 3 0 0,2 5 0 0,0 0 0 0,-3-1 169 15,-2 3-72-15,1 6 40 0,-4 13-51 0,2 5-27 16,2 5 0-16,2 3 16 0,2 1-8 0,2 3-35 15,5-2 1-15,2 3 83 0,0-2-42 0,2-3-12 16,12-1-8-16,-1-2 18 16,4-3 0-16,-1-2-39 0,3-2-141 0,-1-5 78 15,-2 0 28-15,3-4-353 0,-2-3 176 0,0-3 98 16,-1-3 23-16,0-4-224 0,-2 0 100 0,2 0 77 16,-1-6 16-16</inkml:trace>
  <inkml:trace contextRef="#ctx0" brushRef="#br0" timeOffset="-176879.09">22307 11767 1143 0,'-3'-11'0'0,"3"5"0"0,0 0 0 0,0 1 0 0,5-1 0 0,5-1 0 0,1 1 351 15,0 4-163-15,3-1-78 0,-1 3-38 0,2 0 25 0,-2 0-32 16,1 2 9-16,-5 9-42 0,0 4-59 0,-4 4 30 15,0 1-140-15,-5 4 85 16,0-4 51-16,0 9 12 0,-10-4-132 0,-3-1 76 16,-2-3 40-16,2-4-21 0,-5-2-37 0,6-2 6 15,-1-4 25-15,1-1-24 0,3-4 99 0,0-1-24 16,2-1-45-16,4-2-4 0,1 0 310 0,0 0-127 16,2 0-74-16,0 0 239 0,0 0-147 15,2 0-69-15,12 0-17 0,0 0-26 0,4 0 0 16,-2 0-18-16,1 0-138 0,0 0 65 0,0 0 32 15,-2 2 0-15,-2 4-134 0,-2-2 92 0,3 0 33 16,-3 5 21-16,-4-1-699 0,0 3 284 16</inkml:trace>
  <inkml:trace contextRef="#ctx0" brushRef="#br0" timeOffset="-176692.59">22392 12207 1691 0,'-7'0'0'0,"3"4"0"0,1-3 0 0,1-1 0 0,2 0 0 0,0 2 0 0,0 2 0 0,4 2 0 0,8-1 424 0,2 3-188 0,2-1-106 0,2 1-49 15,-2 2 7-15,1 0-28 0,0 2-265 0,-2-2 128 16,-4 2 50-16,0-1 30 0,-1 1-520 16,-3-3 275-16,1-1 138 0,-3-3 76 0,0 3-626 0</inkml:trace>
  <inkml:trace contextRef="#ctx0" brushRef="#br0" timeOffset="-176423.14">22721 11998 1980 0,'2'-7'0'0,"0"1"0"0,-2 3 0 0,0 0 0 0,0 2 0 0,0-1 0 0,0 0 0 0,0 0 0 0,0 2 214 15,0 0-90-15,-4 11 278 0,-6 11-185 0,-1 5-92 16,-1 5-38-16,-4 8 167 0,0-1-111 0,-2 4-55 15,-1 4-28-15,1 2 36 0,-1 4-36 0,-1 1 1 16,-5 7 123-16,2-6-424 16,4-7 212-16,1-8 39 0,-1 11-87 0,10-17 55 15,-2-2 26-15,4-4-162 0,2-7 91 0,1-3 6 16,3-6 35-16,-1-4-190 0,0-3 99 0,2-1 21 16,0-4 28-16,-2 0-64 0,-2 0 53 0,1 0 23 15,-2 0 0-15,2-2-329 0,-1-2 176 0,2 0 80 16</inkml:trace>
  <inkml:trace contextRef="#ctx0" brushRef="#br0" timeOffset="-175501.86">23419 12053 772 0,'0'-13'0'0,"0"5"0"0,0 1 0 0,0-3 0 0,0 3 0 0,0-1 130 16,-2 0-52-16,2 5-23 0,0-1 149 0,0 2-85 15,0 1-43-15,0 1-14 0,0 0 20 0,0 0-25 16,0 0 0-16,2 7 27 0,1 4-26 0,1 4 9 16,-2 6-34-16,-1 3 112 0,-1 4-56 15,0 2-28-15,0 2 101 0,0 4-57 0,0 10-40 0,-5-6 0 16,-3 5 53-16,2 2-42 0,-1 4-22 0,0 0 8 15,-2 1-2-15,4-3-28 0,-1-2 1 16,1 0 0-16,1-11 24 0,3 2 8 16,-3-1-32-16,1-7-15 0,1-7 15 0,-1-1-1 15,3-5-32-15,-2-6 41 0,0-3-8 0,2-2 0 16,0-5-68-16,0-1 30 0,0 0 9 0,-4 0 10 16,1 0-6-16,-1 0 8 0,-3-7 6 0,0-4-113 15,2-2 57-15,0-3 13 0,-1-2 0 0,1-5-185 16,1 0 100-16,-2-1 38 0,0 4-208 15,1-1 126-15,-4 1 58 0,-2 4 30 0,2 4 20 16,-5 3 10-16,-2 4-9 0,0 3 8 16,-7 2 201-16,0 2-101 0,-1 11-49 0,0 2 124 15,-1 6-84-15,1-1-40 0,1 5 13 0,3-2 375 16,3 2-150-16,4-1-113 0,3-3 101 0,4 2-109 16,3 0 86-16,3-1-221 0,0-1 0 0,0-1 0 15,5-1 0-15,9 0 0 0,0-4 0 0,6-4 0 16,3-1 0-16,2-8 0 0,3-2-468 0,0 0 258 15,3-8 73-15,0-8-352 16,-2-4 204-16,1 2 126 0,-4 1-610 0,2 0 373 16</inkml:trace>
  <inkml:trace contextRef="#ctx0" brushRef="#br0" timeOffset="-175099.78">23849 12565 942 0,'0'-12'0'0,"-1"2"0"0,-3-1 0 0,-1-3 0 0,-3 3 0 0,-4-4 149 0,1 3-58 15,2-1-29-15,-3 5 252 0,2-1-144 0,-3 2-69 16,-1 3-34-16,-2 3 113 0,-2 1-74 0,-1 0-29 16,-4 5-7-16,0 9 72 0,-2 0-55 0,2 3-26 15,3 2 152-15,7-6-82 0,0 4-53 0,4-1 107 16,1-2-77-16,4-1-37 0,4 0 8 0,0 1-9 15,0-1 0-15,5-1-37 0,9-1 0 0,1-2-26 16,4 0 34-16,0-1-8 0,3 0 0 16,-1-1-48-16,0 0 24 0,-1 2-1 15,-1-1-41-15,0 1 29 0,-3 2 0 0,-3 3 37 0,1 1-104 16,-5 4 44-16,-2-1 9 0,-2 5-3 16,-3 1 3-16,-2 2-1 0,0-7 4 0,-4 7 67 15,-9-10-28-15,-2 4 0 0,-3-8-25 0,-6 1 184 0,2-6 21 16,-4-1-204-16,3-4 0 0,-7-2 0 0,3 0 0 15,1 0 0-15,6-2 0 0,-1-5 0 0,2-3 0 16,4-1-235-16,3 0 148 16,7 1 51-16,1 1 6 0,4-1-584 0,0 1 282 15,4 0 154-15,15 3 72 0,6 2-617 0</inkml:trace>
  <inkml:trace contextRef="#ctx1" brushRef="#br0">28732 18817 0,'0'0'0,"0"0"16,0 0-1,0 0-15,0 0 16,0 0 0,326-680-16,-468 1219 15,127-525 1</inkml:trace>
  <inkml:trace contextRef="#ctx0" brushRef="#br0" timeOffset="-154827.99">17573 12986 525 0,'-4'-4'0'0,"2"1"0"0,0 1 0 0,0-2 0 0,0 2 0 0,-1 0 344 0,1 0-155 0,2 0-78 15,-2 2 107-15,2 0-84 0,0 0-55 0,0 0-23 16,0 0 35-16,0 0-28 0,0 0-1 0,-2 0-21 15,0 0 24-15,2 4-32 16,-1 2 0-16,1 2 40 0,0 2 0 0,0 4-32 16,-2-1-8-16,0 4 38 0,0 3 1 0,-3 5-39 15,0-1 44-15,0 0-13 0,-3 7-9 0,1-3-22 16,-3 2 47-16,3-4-23 0,-1 2-1 0,3-7-15 16,-3 3 13-16,2-3 0 0,1 0-21 0,-1-4 7 15,1-1-7-15,-2 0 8 0,2-3-8 0,-1-2 13 16,3 0-13-16,-3 0 0 0,3-4 32 0,-1 2-24 15,-1-2-9-15,4-3 1 0,-1-1 33 16,0-1 1-16,2-2-34 0,0 0 8 16,0 3 28-16,0-3-36 0,0 0 0 0,0 0 24 15,0 0 165-15,0 0-222 0,2 0 0 0,10 1 0 16,0 1 0-16,4 5 0 0,2-5 0 0,5 8 0 16,0-4 0-16,0 1 0 0,0-2 0 0,2 1 0 15,-2-2 0-15,-2 0 0 0,4-1 0 0,-4 0 0 16,-2-2 0-16,-1 3 0 0,-6-2 0 0,-1 0 0 15,-2 2 0-15,-1-2 0 0,-4-1 0 16,-2 1 0-16,0-2 0 0,0 2 0 16,-2-2 0-16,0 2 0 0,0-2 0 0,0 0 0 15,0 0 0-15,0 0 0 0,0 0 0 0,0 0 0 16,0 0 0-16,0-4 0 0,0-1 0 0,2-1 0 16</inkml:trace>
  <inkml:trace contextRef="#ctx0" brushRef="#br0" timeOffset="-141278.86">10496 14600 448 0,'-5'0'0'0,"3"0"0"0,2 0 0 0,-2 0 0 0,2 0 0 0,0 0 287 0,0 0-132 16,0 0-52-16,7 0 20 0,6 0-45 16,3 4-22-16,0 0 159 0,1 1-90 0,2 0-39 0,2-2-30 15,-2 3 82-15,-1-4-53 16,1 2-26-16,2-3 0 0,-5 1-27 0,4-2 1 16,-4 0 0-16,-1 0 0 0,-2 0-120 0,-1 0 68 15,1 0 22-15,-2 0-276 0,1-3 133 16,-5-3 81-16,0-1-212 0,-1 0 130 0,-3 1 27 0,4 0 46 15,-6 5-338-15</inkml:trace>
  <inkml:trace contextRef="#ctx0" brushRef="#br0" timeOffset="-141067.42">10643 14877 1727 0,'-8'2'0'0,"6"2"0"0,0-1 0 0,-2-3 0 0,3 0 0 0,-1 0 0 0,2 0 0 0,0 1 0 0,0-1 213 0,0 2-90 0,5 1-46 0,7-1 105 16,1 1-79-16,3-3-35 0,0 3-42 0,3-3 7 16,-1 0 0-16,1 0 8 15,1 0-177-15,1 0 85 0,-2-4 41 0,-2-3 22 16,-2 5-354-16,-4-2 148 0,1 0 103 0,-6 1-440 16,-1 0 250-16,0-1 123 0,-3 3-224 0</inkml:trace>
  <inkml:trace contextRef="#ctx0" brushRef="#br0" timeOffset="-140497.83">11537 14311 722 0,'0'-10'0'0,"-2"2"0"0,2-3 0 0,-3-2 0 0,2 1 0 0,-1 1 0 0,2 1 0 0,-2-2 156 0,0-4-65 15,2 3-30-15,-2 0 17 0,0 4-23 16,1 0 0-16,-1-2 19 0,-2 3-41 0,-1 0-1 0,-2 1 1 16,2 1 78-16,-2 0-39 0,-1 3 8 0,-1 1-48 15,-1 0 67-15,-1 2-34 0,-1 0 1 0,1 0 98 16,-1 0-57-16,0 7-41 0,1 3-1 15,0 1 101-15,1 2-67 0,1 3-34 0,0 0 125 0,0 2-83 16,4 1-38-16,0 0 1 0,1 0 25 0,2 2-32 16,2-3 9-16,0 0-39 0,0-2 40 15,0 2-40-15,0 0 0 0,0 1-34 16,0 2 8-16,4 3-8 0,-1 0 34 0,3 3-36 16,-3-1 36-16,2 1-1 0,-1 2 49 0,-1-1-48 15,3 3 0-15,-3 0-6 0,3 0 12 0,-3-1-13 16,2 4 7-16,-1-5-4 0,-1 4-33 0,1-2 33 15,-2-1 155-15,1 1-184 0,-1-1 0 0,0-1 0 16,0 1 0-16,0-2 0 0,-2 1 0 0,0-3 0 16,0-3-203-16,0-1 177 15,0-1 10-15,-2-2 0 0,-4-3-34 0,1-2 21 16,0-3-13-16,-4-1 40 0,2-6-116 0,0 0 54 16,-2-1 17-16,-1-3 1 0,-1 0-81 0,0 0 55 15,-1-3 10-15,1-4-241 0,2-4 135 16,-1 0 68-16,1-3-264 0,0 2 170 0,3 1 81 0,2 2 40 15,-2 2-243-15,6 0 141 0,-2 3 63 0,2 0 44 16,0 2-252-16,4 0 144 0,8-1 71 0,1 3-78 16</inkml:trace>
  <inkml:trace contextRef="#ctx0" brushRef="#br0" timeOffset="-140202.8">11617 15063 1598 0,'0'0'0'0,"0"0"0"0,0 0 0 0,0 0 0 16,0 0 0-16,2 0 0 0,2-5 0 0,4-3 0 0,3 0 0 0,1 3 334 0,2-3-142 0,3 3-84 0,0-1-37 0,-3 2 82 0,4 2-59 15,-4 1-31-15,-2-1 8 0,1 2-84 0,-1 0 23 16,-3 0 0-16,0 0-122 0,-4 0 72 16,2 0 45-16,-3 0-134 0,-3 0 81 0,1 0 40 0,-2 0 0 15,0 0-435-15,0 0 163 16,0 0 127-16,0 0 60 0,0 0-259 0,0 0 160 16</inkml:trace>
  <inkml:trace contextRef="#ctx0" brushRef="#br0" timeOffset="-139813.33">11911 14845 1135 0,'-4'-4'0'0,"2"2"0"0,-2-1 0 0,2-2 0 0,0 0 0 0,2 2 187 0,0-4-77 0,0 1-39 16,2 0 346-16,8-1-196 0,2-1-94 0,4 2-48 15,2 0 132-15,1 2-90 0,1 3-35 0,1-1-28 16,0 2-64-16,2 0 38 0,-5 0 1 0,2 6-93 15,-6 1 55-15,2 3 14 0,-6 1-99 0,1 1 62 16,-4 6 30-16,-4 3-9 0,-1 1-1 0,-2 8-25 16,0 0 23-16,-5 2-34 0,-9 0-18 0,1 0 12 15,-2 0-3-15,-3-2-32 16,-1-4 33-16,2-2-5 0,-2-1 39 0,2-8-12 16,0 1 3-16,0-3 4 0,2-5 63 0,0 0-31 15,2 0 1-15,4-5-40 0,-1-1 302 0,4 0-130 16,3 0-72-16,-1-2-17 0,4 0 385 0,0 0-202 15,0 0-94-15,0 0 67 0,2 0-88 0,9 0 111 16,6 0-232-16,1-2 0 0,5-2 0 16,4 1 0-16,-1 0 0 0,2 2 0 15,1 0 0-15,-3 1 0 0,-4 0 0 0,4 0 0 16,-3 0 0-16,0 0 0 0,-5 0-652 0,1 0 297 16,-4 0 161-16,0 0 43 0,-2 0-542 0,-1 0 330 15</inkml:trace>
  <inkml:trace contextRef="#ctx0" brushRef="#br0" timeOffset="-139036.12">11854 14190 571 0,'-5'-4'0'0,"-4"-2"0"0,4 3 0 0,-1-3 0 0,3 4 0 0,-1-3 0 0,-1-1 0 0,3 0 87 0,0 0-27 0,2 1 8 15,-3 0 43-15,3-6-39 0,0 4 0 0,0-4-40 16,0 0 21-16,3-2 16 0,-1 0-37 16,3 0 39-16,1-1-1 15,-1 1-37-15,-1 4 0 0,1 0 24 0,0 1-24 0,-1 1-1 16,1 1 42-16,1 2-42 0,1 3 1 0,3-2 8 16,-1 0-17-16,2 3 9 0,3 0 0 0,-2 0 0 15,4 0 23-15,-2 0-15 0,2 6-8 0,-2 3-32 16,2 0 32-16,-1 2-1 0,-2 3 1 0,0 0-23 15,-2 1 23-15,-1 4-1 16,-3 5-61-16,-3-1 28 0,-2 4-6 0,-2-4 40 16,0 8-78-16,0-3 33 0,-8 0 8 0,-3-2 1 15,1-5-93-15,-2 0 51 0,-4-2 16 0,0-4-47 16,-2-1 31-16,-1-4-1 0,1 0 22 0,-1-6 29 16,1 3-30-16,0-5 12 0,4 2 128 0,4-3-62 15,-1 2-34-15,4-3 2 0,3 0 296 0,-1 0-152 16,5 0-59-16,0 0-43 0,0 0 211 0,0 1-125 15,10 2-58-15,7 0-29 0,0 0 24 16,4 0-26-16,1-2 8 0,8 1-6 0,-4 0-29 16,5-2 0-16,-1 0-28 0,0 0 1 15,-4 0 35-15,6 0-9 0,-6 0-122 0,-3 0 61 16,-1 0 31-16,-1 0 0 0,-8 0-206 0,4 0 107 16,-8 0 34-16,-1 0-141 0,-4 0 83 0,-2 0 51 15,0 0-16-15,0 0-114 0,-2 0 84 0,0 0 42 16,0 0-88-16,0 0 65 0,0 0 24 0</inkml:trace>
  <inkml:trace contextRef="#ctx0" brushRef="#br0" timeOffset="-127179.91">12893 14716 680 0,'-6'0'0'16,"0"0"0"-16,1 0 0 0,-1 0 0 0,-1 0 0 0,-1 0 0 0,2-5 0 0,-1 2 0 0,2-3 0 0,1 1 77 0,0-1-9 0,0-3 14 0,2 0-25 0,0-3 0 16,2-1-24-16,0 5 61 0,0-5-34 15,0 2-1-15,0 2-26 0,0-1 59 0,0 0-30 16,-2 5 9-16,2 0 141 0,0 2-89 0,0 2-45 15,-2-1-23-15,2 2 128 0,0 0-67 0,0 0-46 16,0-2-45-16,6-1 8 0,6 2 0 0,2-2 0 16,4 0-21-16,0 2-8 0,-1-1 28 0,4 2 1 15,-5 0-36-15,4 0-1 0,-2 2 45 0,-1 5-8 16,0 5-89-16,0 1 15 0,-3 4 32 0,0 0-62 16,-1 1 30-1,-1 6 22-15,-3 1 24 0,-2 0-8 0,-3 3 4 0,-2 1-4 16,-2 2 65-16,0 1-29 0,0-2-1 0,-2 1-25 15,-9-2 24-15,0-1 7 0,-1-7-15 0,-4 5-4 16,2-9 4-16,-4-2-7 0,-1-2-1 16,-2-4-32-16,-1-3 41 0,-1-6-7 0,-2 0-120 0,7 0 57 15,-5-2 23-15,6-9 2 0,1-4-255 0,2 2 132 16,3-3 48-16,6-1 39 0,1 2-282 16,4 1 145-16,0 0 85 0,0 4-104 0,7 2 90 0,8 0 45 15,4 5-271-15</inkml:trace>
  <inkml:trace contextRef="#ctx0" brushRef="#br0" timeOffset="-126856.78">13364 14652 1027 0,'0'-10'0'0,"-2"-1"0"0,-3 0 0 0,-5-2 0 0,1 3 0 0,1 0 0 0,-3 0 0 0,0-1 0 0,3 7 104 0,-1-5-35 15,1 7 16-15,-1-3-18 0,0 4-9 0,-1 1-25 16,-1 0 32-16,0 0 1 0,-1 6-33 0,1 7 8 16,-4 5 61-16,4 5-34 0,0 1-1 0,-1 5-34 15,1 3 109-15,0 1-46 0,1 2-36 0,3 1 135 16,1 1-81-16,6-4-41 0,0-1 0 0,0-8 49 16,0 8-49-16,9-7 0 15,7-2 39-15,2-2-39 0,3-4-1 0,4 0-31 16,1-1-41-16,2-5-1 0,0-2 34 0,2 1 0 15,-2-4-159-15,-5-2 87 0,7 1 32 0,-11-5-348 16,3 3 165-16,-5-3 99 0,0 0 11 0,-2 0-237 16,-2 0 122-16,-1-3 81 0,-3-5-404 0,0-3 243 15</inkml:trace>
  <inkml:trace contextRef="#ctx0" brushRef="#br0" timeOffset="-126515.63">13435 14345 1444 0,'-7'-9'0'0,"5"5"0"0,2 3 0 0,-2-1 0 0,2-1 0 0,0 0 0 0,2-4 0 0,7-1 168 0,7 2-68 0,0 1-26 0,5 1-7 16,0 2 54-16,1 1-44 15,1 1-22-15,0 0 0 0,-5 5-60 0,1 4 15 16,-4 5 0-16,-2-1-77 0,-4 1 49 0,-3 6 26 15,-5 1-58-15,-1 5 38 0,0 0 22 0,-5 0-20 16,-8 0-29-16,-2-3 1 0,0-4 24 0,-4-3-21 16,-1-2-6-16,1-5 22 0,0-1 13 0,2-5-10 15,4 1 125-15,2-4-51 0,2 0-28 0,1 0 227 16,4 0-119-16,2 0-47 0,2 0-28 0,0 0 173 16,0 0-101-16,6 0-51 15,11 0-45-15,6-2-6 0,-1 0 8 0,6-1-8 16,2 1-66-16,2 2 32 0,-2 0 1 0,4 0 33 15,0 2-413-15,2 5 177 0,6 4 113 0,-1 0-790 16</inkml:trace>
  <inkml:trace contextRef="#ctx0" brushRef="#br0" timeOffset="-125990.1">14080 14229 1411 0,'0'-5'0'0,"-2"-1"0"0,-2 4 0 0,2 1 0 0,0-3 0 0,1 1 0 0,1 2 0 0,-2-1 0 0,2 2 0 0,0-3 203 0,2 2-88 0,12 0-42 16,5-2 180-16,6 0-111 0,1 0-54 0,4-1-19 15,4 3 141-15,2-1-88 0,5 0-45 0,0 0-22 16,1 1 57-16,-1-1-31 0,13-1 53 0,-3 2-51 16,-1-1-25-16,3 0 0 0,2 1-35 0,3-2 18 15,6 3-8-15,-14-1 0 0,9 1-85 0,-1 0 43 16,0 0 20-16,1 0 9 0,-5 0-151 16,-5 0 80-16,-4 0 14 0,-9 0-48 15,1 0 22-15,-7 0 35 0,-2 1-72 0,-5 2 44 16,-6-2 1-16,-6 1 0 0,-1 0-28 0,-7-2 21 15,-1 0-10-15,0 0 41 0,-2 0-96 0,0 0 46 16,-11 0 25-16,-3 0-8 0,-2-2-290 0,-2-1 161 16,0-1 80-16,-5-1-460 0</inkml:trace>
  <inkml:trace contextRef="#ctx0" brushRef="#br0" timeOffset="-125559.64">14267 14269 1381 0,'-20'-16'0'0,"8"11"0"0,1 3 0 0,4 0 0 0,-3 2 0 0,1 0 0 0,2 0 0 0,1 8 123 0,0 5-46 0,4 9-21 15,2 5 145-15,0 1-88 0,0 6-40 0,2 8 0 16,8-4 50-16,1 2-45 0,-2-4-14 0,5 9-9 15,-5-4 2-15,2 0-1 0,-3-2-23 0,1 3-34 16,-2-9 8-16,2 6 26 0,-6-4-65 0,1 1 33 16,-2-4 0-16,-2-4 31 0,0-3-21 0,0-6-6 15,-6-1 0-15,-2-5-20 0,-3-4-5 16,0-3 7-16,-3-6 3 0,0 0-2 16,-4 0-88-16,4-7 43 0,-7-12 28 0,5-2-158 15,-4-3 82-15,3-2 38 0,3-3 25 0,2 5-110 16,3 5 59-16,1 0 31 0,1 8 57 0,3 0-27 15,0 4-1-15,2 5 0 0,-2 2 198 0,2 0-99 16,-1 2-57-16,-1 16-18 0,1 4 204 0,1 1-80 16,-2 2-60-16,2-5 60 0,-2 4-45 0,0-1 1 15,0-2-22-15,3-2-221 0,-3-3 99 0,0-6 53 16,1 1-173-16,1-5 87 16,0-2 56-16,2-3-7 0,0-1-427 15,0 0 217-15</inkml:trace>
  <inkml:trace contextRef="#ctx0" brushRef="#br0" timeOffset="-125256.85">14561 14386 1330 0,'2'0'0'0,"-1"0"0"0,1 0 0 0,-2 3 0 0,0 5 0 0,-3 3 0 0,-9 2 0 0,1 2 250 0,-2 1-110 0,-2 9-53 0,0-5-27 16,-2 3-19-16,4-2 0 0,-6 4-8 0,2-1 0 15,4-6-81-15,0 0 41 0,1-4-1 0,5-2 17 16,-1-1-8-16,5-4 31 0,-1-1 84 0,4-1-41 16,0-4-22-16,0 3 9 15,2-3 84-15,9 3-56 0,4-4-29 0,7 0 0 0,1 0 73 16,0 0-43-16,5 0-33 0,0 0 0 16,-2 0-1-16,-2-1-24 0,-1-2 0 0,0 2-57 15,-3 1 25-15,-1-3-1 0,-4 3-236 0,0 0 134 16,-4 0 68-16,-1 0 31 0,-4 0-519 0,-1-1 252 15,-1 1 90-15,-2-1 73 0,-1-3-353 0,1 0 206 16,-2-8 114-16,0-3 54 0</inkml:trace>
  <inkml:trace contextRef="#ctx0" brushRef="#br0" timeOffset="-125075.55">14602 14397 1296 0,'-6'3'0'0,"1"5"0"0,1 2 0 0,1 0 0 0,-2 2 0 0,3 3 0 0,2 3 0 0,0 3 0 0,0 5 241 0,0 0-104 15,0 5 283-15,0-1-194 0,0 2-88 0,2 2-57 16,0 0 69-16,-2-1-59 0,0-1-28 0,0 0-1 16,0-5-215-16,0 4 89 0,0-7 48 0,0-3 25 15,3 0-399-15,-2-6 211 0,1-7 114 16,0-1-270-16,3-7 91 0,1 0 113 16,1-4-211-16</inkml:trace>
  <inkml:trace contextRef="#ctx0" brushRef="#br0" timeOffset="-124909.49">14729 14543 1129 0,'6'0'0'16,"4"0"0"-16,-1 0 0 0,-2 0 0 0,5 0 0 0,-5 0 0 0,4 0 0 0,1 0 521 0,3 0-249 0,0 0-119 0,0 0-61 0,2 0 97 16,0 0-78-16,2 0-31 0,-3 0-159 15,1-2 56-15,0 2 27 0,-4-2-509 0,0 2 269 16,-1-2 142-16,-5 2 60 0,1 0-588 0</inkml:trace>
  <inkml:trace contextRef="#ctx0" brushRef="#br0" timeOffset="-124697.06">14985 14438 959 0,'-1'-4'0'0,"1"1"0"0,0-2 0 0,0 0 0 0,1 3 0 0,7 1 0 0,1-2 0 0,2 2 0 0,2 1 349 0,0 0-163 0,-1 7-76 0,1 6-39 0,1 3 148 0,-4 3-93 16,-1 2-39-16,3 5-58 0,-6-3 4 0,-4 3 0 15,-1-1-44-15,-1 3 22 0,0 0 9 0,-9 1 13 16,-8-3-88-16,-2 0 45 0,-1-2 21 0,-7-2 0 16,1-1-166-16,-2 0 48 0,-4-4 59 0,0-2-258 15,0-6 143-15,9-3 36 0,0-2 52 0,5-4-128 16,3 0 85-16,7-2 42 16,7-10 22-16,1-1-207 0,0-3 118 0</inkml:trace>
  <inkml:trace contextRef="#ctx0" brushRef="#br0" timeOffset="-124462.7">15197 14490 1068 0,'3'-7'0'0,"-2"1"0"0,-1-2 0 0,0 3 0 0,0-1 0 0,0 3 0 0,-6-2 251 0,1 3-101 0,-1 2-63 0,-1 0 234 15,-3 7-144-15,1 14-72 0,0 3 76 0,-1 4-67 16,0 3-44-16,1 3-1 0,4 2-3 0,1 0-34 15,4 0 1-15,0-3 8 0,0-2 8 0,9-2-16 16,4-3 0-16,3-3-108 0,0-2 54 0,1-6 35 16,2-5-9-16,-2 3-305 0,0-8 161 0,0-3 44 15,0-2-446-15,-3 0 239 16,2-2 139-16,-2-11 65 0,0-2-404 0</inkml:trace>
  <inkml:trace contextRef="#ctx0" brushRef="#br0" timeOffset="-124152.48">15377 14351 1037 0,'4'0'0'0,"1"0"0"0,2 0 0 0,-2-1 0 0,3-1 0 0,-1-2 0 0,3 2 276 0,1 0-121 16,-2 1-53-16,6 1 161 0,-4 0-115 0,3 0-58 15,-3 1-32-15,0 9-25 0,-3-1 8 0,-1 4-8 16,-3-2-64-16,-2 4 32 0,-2 1 0 0,0-2-96 15,-6 1 71-15,-6 2 25 0,-4-4 0 0,2 1-52 16,-4-5 39-16,4-2-29 0,-2-1 89 0,5-2-23 16,-1-1 0-16,3 1-50 0,4-4 279 0,1 0-116 15,2 0-41-15,2 0-41 16,0 0 111-16,0 2-68 0,2-2-32 0,11 2-10 16,2-2 8-16,4 1-32 0,0-1-1 0,1 0-35 15,-1 0 36-15,0 0 0 0,1 0-271 0,-3 0 131 16,3 0 70-16,-6 0 35 0,2 0-701 0,-4 0 339 15,3 0 143-15</inkml:trace>
  <inkml:trace contextRef="#ctx0" brushRef="#br0" timeOffset="-121197.02">16427 13977 369 0,'-5'0'0'0,"1"0"0"0,0 0 0 0,1 0 0 0,-3 0 0 0,3 0 0 0,1 0 108 16,-3 0-41-16,3 0-1 0,2 2 63 0,0-2-48 15,0 0-24-15,0 0 75 0,0 0-53 0,0 1-24 16,0-1 87-16,0 3-54 0,2-3-28 16,0 0 8-16,4 0 11 15,0 0-23-15,-2 0 0 0,-1 0-23 0,1 0 91 0,-1 0-37 16,-1 0-31-16,2 0 48 0,-1 0-36 0,-1 0 0 16,1 0-27-16,1 0 51 0,-2 0-30 15,3 0 1-15,-1 0-31 0,-1 0 43 0,4 0-13 16,-2 0-8-16,1 0 7 0,-1 0-28 0,1 0 0 15,1 0 0-15,1 0 29 0,1 0-7 0,0 0-22 16,1 0 5-16,1-3-5 0,0 2 0 16,-1 1 20-16,5-2-20 0,-3 0-1 15,2 1 1-15,-1-1 0 0,3 0-7 0,0 0 15 16,-1-1-8-16,3 1 0 0,-2-2-2 0,0 2 2 0,0-2 0 16,1 2 37-16,0 1-37 0,0-2 0 0,-1 2-22 15,4-1 22-15,-4 0-1 0,3 2 9 16,0 0-35-16,1 0 26 0,7 0 0 0,-8-2 0 0,7 1-25 15,-4 1 7-15,6-3 164 0,-3 1-348 16,1 1 172-16,0-2-1 0,1 2 166 0,1-2-167 16,2 0 0-16,-2 1 0 0,2-1 0 0,0-2 0 15,0 4 0-15,-4-1 0 16,6-3 0-16,-5 4 0 0,3-1 0 0,-2 1 0 16,2-2 0-16,2 2 0 0,2-1 0 0,-1 2 0 15,3-2 0-15,0 2 0 0,2 0 0 0,-3 0 0 16,10-2 0-16,-5 2 0 0,1 0 0 0,-2 0 0 15,5 0 0-15,-9 0 0 0,12 0 0 0,-3 0 0 16,-2 0 0-16,4 0 0 0,-1 0 0 16,-8 0 0-16,10 0 0 0,-11 0 0 0,9 0 0 0,-11 0 0 0,5 0 0 15,-3 0 0-15,1 0 0 16,-1 4 0-16,-1-2 0 0,-4 3 0 0,3-2 0 16,-2 2 0-16,0-3 0 0,2-1 0 0,-2 1 0 15,-1 1 0-15,3-3 0 0,-4 1 0 0,2-1 0 16,0 0 0-16,-2 0 0 0,2 0 0 0,-2 0 0 15,0 0 0-15,2 0 0 0,-2-1 0 0,-2-2 0 16,1 1 0-16,-7-1 0 0,2 1 0 16,1-2 0-16,-1 2 0 0,-1 1 0 15,4-2 0-15,-7 3 0 0,6 0 0 0,-5 0 0 16,1 0 0-16,2 0 0 0,-3 0 0 0,2 0 0 16,-3 0 0-16,-1 0 0 0,1 0 0 0,-4 0 0 15,-1 0 0-15,0 0 0 0,-2 0 0 0,-1 3 0 16,-1-2 0-16,0-1 0 0,0 2 0 0,-2-2 0 15,3 1 0-15,-3-1 0 0,0 3 0 0,2-3 0 16,-4 2 0-16,2-2 0 0,-4 2 0 0,1-2 0 16,-3 0 0-16,0 0 0 0,-1 0-266 0,0 0 120 15,-2 0 67-15,0 0-228 16,0 0 138-16,0 0 66 0,-10-2 36 0,-3-3-700 16,-8 1 372-16,-7-6 181 0</inkml:trace>
  <inkml:trace contextRef="#ctx0" brushRef="#br0" timeOffset="-120515.81">16345 14124 293 0,'0'-11'0'0,"-2"7"0"0,2-4 0 0,0 5 0 0,0 0 0 0,0-2 246 0,-1 4-111 0,1-1 76 16,0 2-88-16,0 0-46 0,0 0-22 0,0 3 8 0,0 8 5 16,1 6-36-16,5 6 1 0,-3 4 160 15,1 0-80-15,-2 5-32 0,2 4 109 16,-1 2-79-16,2 5-39 0,-2 0 75 0,-1 2-56 0,0 4-22 0,2 0-7 15,-3 1 10-15,1 3 0 0,0-3-40 16,0 4 1-16,0-2 8 16,-2-3-10-16,0-1 2 0,0-14 0 0,0 5-6 15,0-5 5-15,0-7 9 0,-4-1 20 0,-3-4-1 16,1-4-27-16,-2-5 0 0,1-4-14 0,0-4 22 16,-2-2-9-16,-2-3 1 0,1 0-110 0,-3-3 51 15,-1-9 27-15,1-7-253 0,-4-8 123 0,2-1 68 16,-2-10 35-16,1 1-121 0,-2-2 69 0,3 3-146 15,-1 0 99-15,0 5 47 0,3 10 22 16,-1 0 1-16,2 8 22 0,3 8 76 0,0 0-34 0,-3 5 129 16,4 0-85-16,1 13-43 0,2 12-22 15,0-4 142-15,3 9-58 0,2-3-44 16,0 0 8-16,0 0 10 0,0-5-3 0,0 4-77 16,2-3 18-16,3-2 34 0,-2-4 21 0,1-1-16 15,-2-4-318-15,0 2 148 0,-1-5 59 16,1-2-303-16,-2-3 178 0,0-1 90 0,2-1 37 0,0-2 31 0,2 0-289 15,6 0 156-15,2-5-28 0</inkml:trace>
  <inkml:trace contextRef="#ctx0" brushRef="#br0" timeOffset="-120236.05">16632 14373 1216 0,'0'-10'0'0,"-3"4"0"0,-1 2 0 0,-2 2 0 0,0 1 0 0,2 1 0 0,1 0 67 0,-3 0-9 0,6 0 253 16,0 10-139-16,0 9 108 0,0 3-123 0,2 5-54 15,5 1-40-15,3 3 60 16,0 0-46-16,-3 2-22 0,0 0 0 0,1 1-14 0,-2 0 26 16,-1 1-34-16,-1 7-40 0,-2-3-1 0,-2-5 41 0,0 5 8 15,0-3-8-15,0-2-76 0,0-4 38 16,0-8-141-16,0 1 88 0,-2-8 33 0,0-2 21 15,0-3-303-15,2-7 150 0,0-1 58 0,-2 0 42 16,2-2-141-16,-1 0 87 0,1-7 40 0,0-13-348 16,0-5 193-16,0-8 97 0,1-4 40 15</inkml:trace>
  <inkml:trace contextRef="#ctx0" brushRef="#br0" timeOffset="-119895.96">16743 14253 1663 0,'2'-9'0'0,"-2"1"0"0,2 2 0 0,0 0 0 0,0-2 0 0,3 0 0 0,2 2 0 0,5-1 0 0,1 3 192 0,3-1-80 0,0 3 14 15,1 0-51-15,1 2-21 0,2 0 0 0,-1 4-21 16,-1 7-1-16,-2 0-24 0,-6 2-8 0,1 5 32 0,-4 0-133 16,-4 1 67-16,-3 3-105 0,0 1 94 15,-1 1 35-15,-11-1-7 0,-1-5-65 0,-3-3 23 0,2 2 28 16,-3-4-19-16,0-4 3 0,2-4 128 15,0-2-48-15,1-1-28 0,5 0 113 0,0-2-58 0,4 0-33 16,0 0 310-16,1 0-157 16,4 0-55-16,0 0-46 0,0 0 141 15,0 0-97-15,0 0-45 0,12 0 8 0,3 0-27 16,2 0 1-16,3-2-19 0,7-1-43 0,-3 1 0 16,3 0 34-16,-3 0 1 0,0 1-257 0,-2-1 136 0,1 0 57 15,0 0-227-15,-3 0 137 16,-1 1 29-16,0-2 48 0,-2 3-587 0,-5 0 303 0,0 0-313 15,-3 8 305-15,-1 4 151 0</inkml:trace>
  <inkml:trace contextRef="#ctx0" brushRef="#br0" timeOffset="-119689.49">17041 14716 1767 0,'0'5'0'0,"0"1"0"0,0-4 0 0,0 0 0 0,0-1 0 0,0 1 0 0,3-2 172 0,11 0-74 0,4 3-33 15,7-3 203-15,1 0-118 16,5 0 172-16,0 0-136 0,1 0-81 0,0 0-42 0,0 0-102 0,-2 0 36 0,-3 1 8 16,5 1 27-1,-6 2-343-15,-3-4 172 0,-1 1 86 0,-3 2-473 16,-2-3 285-16,-6 0 76 0,-2 0 85 0,-1 0-57 16,-2 0-340-16,-4 0 222 0,-2-4 103 0</inkml:trace>
  <inkml:trace contextRef="#ctx0" brushRef="#br0" timeOffset="-119504.68">17340 14344 1260 0,'-4'-5'0'0,"2"2"0"0,1 1 0 0,1 0 0 0,-2 2 0 0,0 0 0 0,0 12 281 16,0 9-124-16,2 8-62 0,0 9 388 0,0 11-230 15,0 4-109-15,-3 10 51 0,3 3-80 0,0 5-42 0,0 2-146 16,0 1 49-16,0-4 29 0,0-3-579 15,5-3 303-15,2-12 153 0,-1 6 83 0,-3-1 30 16</inkml:trace>
  <inkml:trace contextRef="#ctx0" brushRef="#br0" timeOffset="-116817.48">18301 14290 621 0,'0'0'0'0,"-2"-3"0"0,-1 2 0 0,1-1 0 0,0 0 0 0,0 0 0 0,1-1 0 0,-1 2 103 0,2 0-36 0,0-1 1 0,0-3 88 0,2-2-66 0,3 1-28 16,6-1 62-16,3-1-45 16,0 1-23-16,3 0 8 0,2 1 26 0,0 1-29 15,0 3 0-15,1 0-28 0,-1 2 32 0,2 0 9 16,-4 5-41-16,4 9 0 0,-7 4 2 0,2 4-2 16,-6 1-1-16,1-2 18 0,-4 9-17 0,-2-4 0 15,-3 4 0-15,-2-2-13 0,0 0 12 0,0-3 9 16,-11 5-39-16,-1-5 31 0,-4-5 0 0,0 1 0 15,-4-5-30-15,3-4 8 0,-4-1 14 16,1-3 4-16,-3-5-121 0,2-1 56 16,1-2 28-16,1 0-93 0,2 0 48 0,2-5 31 15,4-5-253-15,3 0 131 0,4-1 40 0,3 0 45 16,1 0-249-16,0-2 138 0,9 1 68 0,10-2 35 16,-2 2-250-16,9-1 146 0</inkml:trace>
  <inkml:trace contextRef="#ctx0" brushRef="#br0" timeOffset="-116590.99">18731 14276 954 0,'2'-13'0'0,"-2"2"0"0,0-1 0 0,0 1 0 0,-3 0 0 0,-5 4 0 0,-1-2 0 0,-3 4 134 0,3 3-51 0,-3 1 28 16,0 1-39-16,-1 0 8 0,-3 14-47 0,2 7 69 15,0 2-34-15,1 2-1 0,4 2-34 0,1 0 91 16,3 5-50-16,5-4-21 0,0-1 0 0,0-2 60 15,3-2-41-15,9-5 9 0,3 1-71 0,4 2 0 16,-1-6 23-16,3-3-63 16,-2-1 32-16,3-4 8 0,1 1 23 0,0-5-296 0,-2-1 145 15,-3-2 49-15,1 0 44 0,-3 0-496 0,0-8 236 16,-3-1 127-16</inkml:trace>
  <inkml:trace contextRef="#ctx0" brushRef="#br0" timeOffset="-116281.63">18852 14184 864 0,'0'-7'0'0,"2"3"0"0,1 0 0 0,4 0 0 0,0 0 0 0,2 2 299 0,0 1-133 0,3 1-58 16,1 0-42-16,0 0 35 0,0 0-34 0,0 6 0 16,1 1-26-16,-4 2-64 0,1 1 28 0,-6 0 1 15,0 1-167-15,-1-1 97 0,-4 2 57 0,0 1-135 16,0 0 86-16,-7-2 41 0,-7-1-19 0,1-3-28 15,-2-1 5-15,0-1 24 16,0-2-25-16,2-2 101 0,0-1-48 0,3 0 0 16,1 0-39-16,4 0 300 0,-1 0-116 0,4 0 165 15,2 0-125-15,0 0-75 0,0 0-19 0,11 0-63 16,4 0 10-16,2 0 0 0,2 0 0 0,1 0-115 16,1 0 65-16,0 0 22 0,-1 0-1 0,0 0-90 15,-4 0 59-15,-1 3-377 0,-4 2 184 16,-1 1 108-16,-4-1 13 0,-1 5 41 0,-5 1-382 0</inkml:trace>
  <inkml:trace contextRef="#ctx0" brushRef="#br0" timeOffset="-115898.58">18185 14682 821 0,'-10'0'0'0,"1"0"0"0,0 1 0 0,1 3 0 0,1 2 0 0,0-2 0 0,-1 1 0 0,2 0 102 0,2-2-34 0,2-2 0 15,2 2 187-15,0-1-111 0,0 1-47 0,8-3 127 16,7 0-96-16,6 0-48 0,3 0-23 0,4 0 161 15,4-3-97-15,10-3-44 0,1-2-22 0,4 1 114 16,3-2-68-16,9 0-26 16,4 2-8-16,-1 0 0 0,6 3 1 0,-2 0-75 15,2 3 40-15,-12 1 8 0,15 0-9 0,-16 0-144 16,3 0 72-16,-6 4 37 0,-1-1-1 0,-12 2-217 16,2 2 117-16,-4-3 29 0,-5 2 41 0,-8-3-238 15,-2 1 124-15,-6-4 34 0,-5 0-148 16,-4 0 115-16,-2 0 58 0,-5 0-90 0,0 0 73 0,-10 0 28 15,-7 0 9-15,-7 0-310 0</inkml:trace>
  <inkml:trace contextRef="#ctx0" brushRef="#br0" timeOffset="-115565.88">18453 14820 1309 0,'-14'-1'0'0,"0"-3"0"0,7 4 0 0,1 0 0 0,-3 0 0 0,3 0 0 0,-1 8 0 0,1 3 0 0,-1 2 120 16,0 2-47-16,2 4-67 0,-4 4 26 0,2-3 1 15,-3 4 0-15,1-4-96 0,-2-1 44 0,-1 1 25 16,-1-6-65-16,2-2 45 0,-1-3 23 0,3-3 9 0,0 0 92 16,1-2-57-16,4-3-1 0,0 1-73 15,3-2 280-15,1 0-112 0,0 0-63 0,1 0 31 16,15 0-41-16,4 0-20 0,5-2 123 15,3-3-63-15,4 1-45 0,1 0-1 0,3 0-5 16,-2 0-31-16,2 3 1 16,-2-2 8-16,-2 3-155 0,-2 0 73 0,-2 0 37 15,-8 0-332-15,1 0 193 0,-2 0 59 0,-6 3 53 0,-4-2-487 16,-1 3 243-16,-2-2 118 0,-4 0 55 0,-1 0-130 16,-1 0 100-16,0-2 50 0,-9 0-201 0</inkml:trace>
  <inkml:trace contextRef="#ctx0" brushRef="#br0" timeOffset="-115402.83">18563 14839 1458 0,'-7'-3'0'0,"2"1"0"0,1 0 0 0,1 2 0 0,3 0 0 0,-2 7 0 0,2 10 0 0,0 6 0 0,0 2 0 0,0 1 205 16,2 6-85-16,-1-1-44 0,1 3 178 0,0 2-114 16,-2-4-54-16,2 0-119 0,-2-4 33 0,0-6 1 15,0 3 39-15,0-7-7 0,2 0 0 16,1-7 0-16,-2-2-141 0,1-3-381 0,0-4 223 0,5-2 139 15,1 0-476-15</inkml:trace>
  <inkml:trace contextRef="#ctx0" brushRef="#br0" timeOffset="-115248.66">18752 14980 1498 0,'6'0'0'0,"-1"0"0"0,4 0 0 0,-2 0 0 0,2-1 0 0,-2-3 0 0,3 1 0 0,-1 2 354 0,2-1-161 0,1 1-79 0,-1-2-33 0,5 1-243 15,-4 2 97-15,1 0 49 16,1 0 25-16,-2 0-252 0,0 0 145 0,-1 0 62 16,-2 0 35-16</inkml:trace>
  <inkml:trace contextRef="#ctx0" brushRef="#br0" timeOffset="-115041.22">18979 14851 712 0,'2'-8'0'0,"2"1"0"0,2 2 0 0,0-1 0 0,1 1 0 0,2 0 148 16,3 4-57-16,1 1 289 0,2 0-178 0,2 0-84 15,0 9-43-15,3 6 119 0,-5 3-80 0,-2-1-33 16,3 7-8-16,-9-5-61 16,-2 4 0-16,-1 0 20 0,-4-1 1 0,0 1-69 15,-4 3 30-15,-10-1 0 0,-5-5 39 0,-4 1-50 16,-1-4 26-16,-2 0 7 0,-2-2-171 0,-1-2 89 16,-1-3 2-16,6 1-218 0,4-7 115 0,0 1 43 15,10-5 52-15,-2 0-218 0,4 0 129 0,8 0 64 16,0-2 33-16,0-11-250 0</inkml:trace>
  <inkml:trace contextRef="#ctx0" brushRef="#br0" timeOffset="-114839.72">19261 14869 1355 0,'2'-7'0'0,"-2"3"0"0,0 2 0 0,-8 2 0 0,-1 0 0 0,-3 2 0 0,-4 9 0 0,2 8 145 0,0 4-56 0,1 2-28 16,1 4 223-16,5-1-118 0,1 6-70 0,6-2 71 15,0 0-67-15,0 0-33 16,8-4-1-16,4-3-55 0,6 3-8 0,-1-6 30 16,1-3 0-16,3-2-286 0,-1-4 142 0,-2-4 81 15,3-4-193-15,-3-1 83 0,1-4 78 0,-2 0-520 16,-2 0 275-16,-4-9 129 0</inkml:trace>
  <inkml:trace contextRef="#ctx0" brushRef="#br0" timeOffset="-114583.39">19411 14904 864 0,'2'-7'0'0,"5"4"0"0,0-2 0 0,0 3 0 0,4-2 0 0,1 2 0 0,2 0 318 0,2 2-143 15,-2 0-71-15,2 2-36 0,-1 6 80 0,-2 5-49 16,-2 0-140-16,0 2 37 0,-3-1 0 0,-2 0 37 16,-4-1-88-16,-2-2 52 0,0 0 13 0,-2 1 1 15,-12-5-34-15,1-1 28 0,-2 0 0 0,-2-3 36 16,0-1 37-16,3-2-30 15,0 0-54-15,5 0 15 0,0 0 294 0,3 0-132 16,3 0-64-16,0 0 104 0,3 0-90 16,0 2-43-16,6 0-23 0,11-1-85 0,4-1 27 15,3 3 1-15,3-3-190 0,2 0 113 0,1 0 56 16,5 0 36-16,0 0-732 0,2 0 358 0</inkml:trace>
  <inkml:trace contextRef="#ctx0" brushRef="#br0" timeOffset="-113982.08">20663 14014 753 0,'0'-13'0'0,"0"10"0"0,0 2 0 0,0-1 0 0,0 2 184 0,0 0-76 15,0 0-37-15,0 3-1 0,0 15 200 0,1 7-123 16,1 4-57-16,0 4 127 0,0 12-92 16,0-2-46-16,-2 6 59 0,0 2-57 0,0 2-24 15,0 0 0-15,0-2 49 0,-2 4-37 0,-2-2 8 0,2-1-44 16,-1-1 18-16,1-8-18 0,0-8 0 0,2-2-1 16,0-10-19-16,0-4-10 0,0-8 30 0,0-6-11 15,0-1 10-15,0-4 1 0,0 0-32 0,-2-7-7 16,0-11 39-16,-4-6-10 15,1-1-174-15,-3-2 76 0,-1-3 49 0,-1-2 5 16,-1 2-78-16,0 2 39 0,-4 3 29 0,0 8-2 16,0 0-106-16,-2 6 44 0,-2 4 36 0,3 3 77 15,-3 4-23-15,-2 0-17 0,2 4 157 0,-3 10-75 16,2 3-40-16,2 5-17 0,-1 2 220 0,6-1-98 16,2 1-58-16,1 5-8 0,5-2 166 0,3-1-92 15,2 0-50-15,0-1-25 0,2-6 32 16,5 3-33-16,6-6 0 0,4 2-71 0,1-5 23 15,2-4 0-15,2-3-302 0,5-3 158 16,-2-3 85-16,3 0 41 0,1-3-658 0,-1-10 296 16,2 0 154-16,-2-4 96 0,1-2-509 0,-5 1 298 0</inkml:trace>
  <inkml:trace contextRef="#ctx0" brushRef="#br0" timeOffset="-113754.55">20820 14464 927 0,'6'-9'0'0,"4"-1"0"0,1 3 0 0,0-3 0 0,0 3 0 0,2 0 0 0,3 1 63 0,2 2 370 0,3 4-201 0,0 0-91 16,1 2-58-16,-3 13 248 0,-1 5-149 0,1 5-21 15,-3 0-64-15,-4 8-24 0,-2-1-8 0,-2 2-138 16,-6-3 53-16,-1 3 26 0,-1 1 0 0,-1-2-105 16,-13-2 62-16,-2-2 35 0,-5-5-1 0,0-3-58 15,-4-4 19-15,3-6 39 0,-10-1-328 0,6-5 157 16,-1-3 40-16,5-2-176 0,0 0 138 15,1 0 62-15,5-7 42 16,5-8 1-16,6-2-255 0,5-5 145 0,0-4-137 0</inkml:trace>
  <inkml:trace contextRef="#ctx0" brushRef="#br0" timeOffset="-113558.27">21194 14310 1645 0,'2'-8'0'0,"-2"4"0"0,0 3 0 0,0-1 0 0,-4 0 0 0,-7 2 0 0,-3 0 0 0,0 12 172 0,-2 9-69 0,2 3-36 0,-2 5 343 16,5 6-180-16,2 7-103 0,6-1 213 0,3 5-154 15,0-2-77-15,1 3-38 0,12-5 66 0,8 9-56 0,4-10-25 16,2-3 1-16,8-5-326 0,-2-4 151 0,-1-9 84 16,4-1-294-16,7-4 180 15,-11-6 90-15,6-3 46 0</inkml:trace>
  <inkml:trace contextRef="#ctx0" brushRef="#br0" timeOffset="-109956.66">21728 14270 1039 0,'-7'-2'0'0,"6"-1"0"0,1 1 0 15,0 0 0-15,0 2 0 0,0 0 0 0,0 0 0 0,1-2 167 0,11 0-68 0,3 2-32 0,4-2-1 0,1 0 158 16,1 1-100-16,2 1-45 0,0 0-21 0,-2 0 0 16,2 0-25-16,-2 0-171 15,-3 1 81-15,2 3 45 0,-4-2 23 0,0 2-411 16,-7 2 191-16,1-2 120 0,-7 3 4 0</inkml:trace>
  <inkml:trace contextRef="#ctx0" brushRef="#br0" timeOffset="-109809.89">21778 14501 697 0,'-7'6'0'0,"1"3"0"0,4-3 0 0,1-3 0 0,1 2 0 0,0-3 243 15,0-2-109-15,9 0-51 0,7 2 235 0,5-2-142 16,4 0-72-16,-2 0-20 0,7 0-30 0,-2 2 0 16,-1-2-22-16,3 0-432 0,0 0 224 0,-1 0 100 15,1 0 55-15</inkml:trace>
  <inkml:trace contextRef="#ctx0" brushRef="#br0" timeOffset="-109499.66">22419 13942 1102 0,'0'-32'0'0,"-4"12"0"0,-3 1 0 0,-3 1 0 0,-1 8 0 0,0 3 0 0,1 1 258 0,-1 5-112 0,2 1-57 0,-3 0 262 16,3 7-151-16,2 8-88 0,-2 10-40 0,6 4 125 15,-1 6-83-15,4 11-40 0,0-10 7 0,0 15 64 16,0-2-56-16,2 0-28 0,3 4 36 0,4-1-32 16,0 1 8-16,-4-3-16 15,2 3-1-15,-2-2-24 0,0 0 1 0,-3-3-29 16,0-3 8-16,-2 9 21 0,0-6-1 0,0-4-58 16,-5 2 29-16,-7-4 0 0,1-11 38 0,-3 3-121 15,0-6 52-15,1-10 8 0,-3-1-95 0,0-2 44 16,0-8 39-16,4-4-4 0,-2-3-329 0,3 0 149 15,4-3 93-15,2-13-410 0,5-2 242 0,0-8 133 16,3-1 63-16,8-3-466 16</inkml:trace>
  <inkml:trace contextRef="#ctx0" brushRef="#br0" timeOffset="-109351.78">22449 14666 1902 0,'7'0'0'0,"2"3"0"0,3-2 0 0,-3 2 0 0,3-3 0 0,-1 0 0 0,2 0 0 0,2 2 0 0,0-2 286 0,4 0-130 0,-3 0-20 16,3 0-51-16,-1 0-26 0,-2 1 0 0,-2 0-290 16,0 3 128-16,-3-3 68 15,1 0 34-15,-1-1-671 0</inkml:trace>
  <inkml:trace contextRef="#ctx0" brushRef="#br0" timeOffset="-109055.47">22780 14505 650 0,'0'0'0'0,"5"2"0"0,4-2 0 0,0 2 0 0,3-2 473 0,1 2-212 0,4 0-118 0,1 3 229 0,3 2-169 0,2 5-85 15,-3 2-43-15,-2-1 16 16,4 3-33-16,-7 4-1 0,-1-2-24 0,-7 3-116 16,-2 5 57-16,-3-4 38 0,-2 7-8 0,-4-1-147 15,-10 0 89-15,-5-3 43 0,-2-3-102 0,3-5 69 16,-3 2-27-16,1-6 149 0,2-2-58 0,3-2-1 15,4-5-66-15,2 1 197 0,2-2-79 0,4-3-39 16,1 2-1-16,2-2 342 0,0 0-161 0,3 2-81 16,13-1-53-16,5-1-10 15,3 2 1-15,2-2-36 0,4 2-141 0,0-2 78 16,0 2 27-16,0-2-445 0,-1 0 230 0,-1 0 122 16,-3 0 23-16,-5 0-305 0,1 0 131 0,-2-2 108 15,-3-2 53-15,-11-1-453 0</inkml:trace>
  <inkml:trace contextRef="#ctx0" brushRef="#br0" timeOffset="-108722.83">22738 13698 1194 0,'-15'-40'0'0,"10"19"0"0,5 14 0 0,1 0 0 0,12-2 0 0,6-1 94 15,1 2-23-15,3 5-8 0,4 1-30 0,-1 0 211 16,4 2-106-16,2 0-53 16,0 6-9-16,-4 8-9 0,-1 6-34 0,-7 1-140 15,-5 2 70-15,-4 4 35 0,-7 0 9 0,-4 4-123 16,0 0 75-16,-8 2 37 0,-11-2 6 0,-3 0-68 16,-4-3 22-16,0-4 25 0,-1-3-28 0,2-3 90 15,5-5-44-15,-1 0-14 0,4-2 294 0,6-7-138 16,4 1-59-16,1-1 290 0,5-4-170 0,1 1-84 15,1-1-35-15,18 0 72 0,7 0-62 0,10 0-29 16,4 0-1-16,1-4-131 0,-6-3 58 16,6 0 18-16,-1-1-1 0,-2 1-179 15,-4 2 102-15,-3 4 52 0,-4 1-766 0,-4 0 332 16</inkml:trace>
  <inkml:trace contextRef="#ctx0" brushRef="#br0" timeOffset="-107699.7">23677 14107 188 0,'-3'-2'0'0,"-4"0"0"0,2 0 0 0,1-1 0 0,-1 0 146 0,-1-2-57 0,3 2-28 16,-1-1 73-16,2 0-50 0,-1 2-18 0,1 1-8 15,2-2 91-15,0 1-58 0,0 1-29 0,0-1 71 16,0 0-42-16,7 0-33 0,4 1 0 0,2-2 80 16,2 3-52-16,1 0-27 15,0 0 8-15,-1 3-7 0,0 4 0 0,-2 3-27 16,-1 1 34-16,-1 5-34 0,-4-1 8 0,-2 2-9 16,2 3-38-16,-5 0 39 0,-2 6 0 0,0-4 0 15,0-1-29-15,-6 7-7 0,-7-6 36 0,3 1-43 16,-5 0 15-16,0-2 0 0,0-5 9 0,-5 3-20 15,4-5 5-15,-2-2-1 0,1-2-83 16,-3-3 49-16,4-3 18 0,-1-3-3 16,0-1-175-16,2 0 94 0,2 0 35 0,4 0-207 15,-1 0 117-15,5-1 62 0,1-3 31 0,4-1-185 16,0-2 108-16,0-2 46 0,5 1 35 0,11-2-183 16,2-5 105-16</inkml:trace>
  <inkml:trace contextRef="#ctx0" brushRef="#br0" timeOffset="-107470.27">23964 14052 406 0,'4'-16'0'0,"-2"5"0"0,-2 1 0 0,0 1 0 0,-4 1 0 0,-7 3 0 0,-3 3 351 0,2 2-159 16,-1 0-80-16,-2 0 131 0,-2 9-110 0,-2 10-50 16,2 2-25-16,0 5 124 0,2 6-74 0,4 2-30 15,4 2-8-15,1 1 88 0,6-2-62 0,0 0-32 16,0-6 31-16,7 1-23 0,8-4-8 15,2 0-14-15,1-6-52 0,3-1 0 0,4-4 35 0,-7-3-201 16,10-1 95-16,-3-3 54 16,0-3 25-16,-2-2-443 0,-2-3 219 0,0 0 67 15,0 0 71-15,-2-6-385 0,-2-4 217 0,-3-6 107 16</inkml:trace>
  <inkml:trace contextRef="#ctx0" brushRef="#br0" timeOffset="-107183.03">24116 13761 828 0,'2'-16'0'0,"4"3"0"0,6 0 0 0,4 5 0 0,1 0 0 0,-2 3 0 0,2 3 174 0,-2 2-70 0,2 0-36 0,-2 7 107 16,-3 8-72-16,-1 6-26 0,-4 5-9 0,-4 3-76 16,-1-1 20-16,-2 0 0 0,0 2-82 0,-7-2 47 15,-4-3 28-15,-3-5-19 0,0-1 23 0,-2-3 0 16,1-4 32-16,-2-3-48 0,5-3-1 0,1-5-1 15,1 2 0-15,2-3 161 16,3 0-65-16,1 0-42 0,1 0 0 0,3 0 215 16,0 0-113-16,0 0-57 0,0 0 1 0,11 0-33 15,6 0 0-15,1 0-25 0,5 0-32 0,-2 0-1 16,3 0 41-16,4 0-142 0,-4 0 67 0,-3 0 34 16,8 0-1-16,-6 0-476 0,0 0 203 0,7 0 135 15,-3 3 0-15</inkml:trace>
  <inkml:trace contextRef="#ctx0" brushRef="#br0" timeOffset="-106917.63">24821 13775 1379 0,'-4'-6'0'0,"4"6"0"0,4 0 0 0,9 0 0 15,2 0 0-15,3 0 0 0,9 0 0 0,3-1 369 0,5-2-167 0,11-1-85 0,5 1 177 0,3-2-134 16,11 3-64-16,-5-1-31 0,-7 2-37 16,15 1 5-16,-13 0 8 0,3 0-151 15,-2 0 72-15,-2 0 35 0,1 0 0 0,-5 1-54 16,-4 2 53-16,3-2 14 0,-12 0 0 0,-2 4-276 16,-2-3 83-16,-5-1 88 0,-7 2-228 0,-5-2 150 15,-6 2 70-15,-2-2-239 0,-7 5 155 0,-1-2 69 16,-5 1 46-16</inkml:trace>
  <inkml:trace contextRef="#ctx0" brushRef="#br0" timeOffset="-106524.73">24814 13826 1104 0,'-19'-4'0'0,"9"0"0"0,7 4 0 0,1 0 0 0,2 0 0 0,-2 4 0 0,2 4 228 0,0 8-89 0,0 1-58 0,2 6 190 16,3 3-119-16,3 4-59 16,1 3-31-16,-2 4 75 0,3 8-57 0,-4-4-23 15,-1 4-1-15,-3-1-57 0,0 2 34 0,-1-10 8 16,-1 3-76-16,0-2 34 0,0-3 0 0,0-5 34 16,-3-6-90-16,-3-6 54 0,-3-1 13 0,0-4-100 15,-1-7 36-15,-3-5 35 0,-2 0-11 0,-1 0-94 16,0-8 59-16,-5-10 29 0,5-3 0 0,-4-3-51 15,2-3 25-15,-1-3 5 0,1 0-65 16,1-2 39-16,2 2 25 0,1 5 0 16,3 5 47-16,4 9-30 0,1 0 8 0,-1 4 181 15,5 4-90-15,0 3-42 0,0 0-23 0,0 11 120 16,2 7-62-16,0 2-14 16,0 6-21-16,0-1 82 0,0 1-43 0,0-4 1 0,0 9-86 0,0-11 24 15,0 5 28-15,0-5 26 0,0-1-400 0,0-6 164 16,0 0 93-16,0-3-364 0,2-4 213 0,7-6 106 15,2 0 54-15</inkml:trace>
  <inkml:trace contextRef="#ctx0" brushRef="#br0" timeOffset="-106245.96">25072 13983 1026 0,'11'-3'0'0,"-1"3"0"0,1 0 0 0,-9 13 0 0,-2-5 0 0,0 7 0 0,-3 1 0 0,-12 2 104 0,1 2-35 0,-4 0 102 15,1-3-61-15,-4 4-43 0,3-3 1 0,0-5-12 16,-1 2 0-16,3-3-23 16,1-1 8-16,1-3 20 0,5-5 0 0,2 2-28 15,2-3-1-15,4-1 112 0,-1-1-48 0,2 0-35 16,0 0 11-16,2 0 0 0,11 0-39 0,4 0 56 16,4 0-20-16,0 0-8 0,5 0-29 0,0 0-41 15,0 0 21-15,-1 0-1 16,-1 0 30-16,1 0-242 0,-3 0 117 0,1 2 53 0,-2 0 31 0,-5 2-469 15,-1-1 225-15,-2 0 78 16,-3 3-337-16,-1-3 235 0,-3 1 118 0,-4-3 58 16,1-1-130-16,-3 0 98 0</inkml:trace>
  <inkml:trace contextRef="#ctx0" brushRef="#br0" timeOffset="-106073.42">25143 14016 997 0,'-7'0'0'0,"0"0"0"0,2 0 0 0,3 3 0 0,-3 12 0 15,4 1 0-15,-2 7 0 0,2 2 120 0,-1 2-43 0,2 6-14 0,0 3 316 0,-2 0-173 0,0 3-86 16,2 0-44-16,-2-3 106 16,1 1-66-16,1-3-46 0,0-2-237 0,0-3 100 15,0-9 50-15,0 2 25 0,0-4-429 0,1-8 223 16,7-3 116-16,0-2-261 0,5-5 175 0,-3-2-1 16,1-20 30-16</inkml:trace>
  <inkml:trace contextRef="#ctx0" brushRef="#br0" timeOffset="-105923.83">25225 14169 343 0,'0'-1'0'0,"0"-3"0"0,1 1 0 0,5 3 0 0,2 0 0 0,1-2 0 0,-1 2 528 0,5-1-251 0,1 1-123 16,1 0 165-16,3 0-143 0,-2 0-71 0,3 0-28 16,0 0-285-16,-2 0 120 0,2 0 61 0,-2 3-529 15,-3 0 284-15,-4-2 145 0,-5-1 68 0</inkml:trace>
  <inkml:trace contextRef="#ctx0" brushRef="#br0" timeOffset="-105719.36">25478 14052 984 0,'2'-9'0'0,"1"2"0"0,6 1 0 0,2 2 0 0,-2 3 0 0,1-2 0 0,1 3 0 0,1 0 184 16,2 7-80-16,-3 4-36 0,3 3 205 0,-6 5-120 15,2 6-60-15,-8-3 44 0,-1 10-56 0,-1-2-24 16,0 1 0-16,-8 0-119 15,-10 0 48-15,0-4 31 0,-5 2-8 0,-3-5-29 0,0-2 27 16,-2-2-1-16,2-5 27 0,1-5-238 16,0 0 74-16,3-6-288 0,5-4 173 0,3 0 110 15,7 0 35-15,4-11-227 0,3-10 152 0</inkml:trace>
  <inkml:trace contextRef="#ctx0" brushRef="#br0" timeOffset="-105514.91">25674 14047 878 0,'7'-11'0'0,"-4"5"0"0,2 2 0 0,-5 0 0 0,0 3 0 0,0-1 0 0,-5 2 371 0,-5 2-168 0,-4 17-86 15,3-1-34-15,-4 11 88 0,6 0-70 0,0 6-34 16,7 1 188-16,0 1-111 0,2 0-47 0,0-1-15 16,2-2-24-16,9-5-1 0,5 0-24 0,1-4-173 15,1-7 94-15,0 0 35 0,1-2 22 16,1-5-394-16,-1-4 207 0,1-2 104 0,-4-5-5 0,-1 0-517 15,0 0 280-15,-1-12 141 0,-3-9-115 0</inkml:trace>
  <inkml:trace contextRef="#ctx0" brushRef="#br0" timeOffset="-105268.58">25858 13983 874 0,'6'-8'0'0,"3"3"0"0,4 1 0 0,4 3 0 0,0-1 0 0,1 2 0 0,0 0 0 0,-2 0 259 0,-1 2-104 0,0 7-66 15,-3 3-28-15,-1 0 69 0,-4 4-49 0,-3-1-24 16,-2 1-67-16,-2 2 18 16,0-2-1-16,-8 1 26 0,-4-2-37 0,-4-2 1 15,1 0 44-15,-2-2-13 0,3-3 4 0,4 0 1 16,-1-3 0-16,5 0 100 0,1-2-42 0,3-1-40 16,0-2 0-16,2 0 67 0,0 0-42 0,2 0-22 15,11 0 8-15,11 0-67 0,-1 0 38 0,5-2-362 16,-2-4 181-16,2-1 91 0,-3-1 53 0,5 0-350 15,-7 5 180-15,-6 1 55 0</inkml:trace>
  <inkml:trace contextRef="#ctx0" brushRef="#br0" timeOffset="-103303.02">26965 13553 332 0,'-5'-7'0'0,"1"-1"0"0,1 0 0 0,-1 1 0 0,-3-4 0 0,1-1 0 0,-1 2 91 0,2-2-29 0,0 2-1 16,1-3 54-16,1 1-46 0,1-2 1 0,0 1 18 15,2-1-28-15,0 1 8 0,0-3-35 0,0 1 24 16,7-2 0-16,4 2-25 0,3 0 1 0,-1 2 64 16,4 0-36-16,-1 1 0 0,3 3 21 0,2 3-24 15,-1 0-1-15,1 5-16 0,0 1 20 0,-2 0 0 16,0 0-28-16,-3 11-3 15,0 0 3-15,-2 5 8 0,-2 0-9 0,-3 3-29 16,-2 2 30-16,-5 5 0 0,-2 0 0 0,0 3-24 16,-2-2-7-16,-9 4 30 0,-4-3-83 0,-1 0 31 15,-2-2 21-15,4-5-51 0,-7 4 31 0,4-8 8 16,-2-5 0-16,0-1 48 0,1-3-29 0,1-4-6 16,0-4 4-16,0 0 126 0,1 0-59 0,4 0-29 15,1 0 77-15,2-4-36 16,2-2-34-16,2 2 4 0,0 1 168 0,4 1-94 0,1 0-49 0,0 0 121 15,0 2-88-15,1 0-40 16,12-1 0-16,9 1-70 0,2 0 30 0,-1 0 8 16,9 0-8-16,-2 0-48 0,2 0 24 0,-2 0-1 15,4 0-82-15,-4 0 62 0,0 1 18 0,-3 1 0 16,-6-2-441-16,1 2 182 0,-2 0 123 0,-5 1-487 16,-2 1 296-16,-5 2 145 0,-3-1 71 0,-4 5-393 15,-1-2 233-15,0-2 107 0</inkml:trace>
  <inkml:trace contextRef="#ctx0" brushRef="#br0" timeOffset="-102939.95">26613 13901 952 0,'-13'0'0'0,"-3"1"0"0,7-1 0 0,-7 2 0 0,8-2 0 0,-1 0 0 0,1 0 0 0,2 0 168 16,4 0-67-16,0 0-35 0,2 0 237 0,0 1-135 15,0 2-60-15,4-1 22 0,11 0-49 0,10 1-23 16,2-3-1-16,13 3 198 0,0-3-103 0,14 0-64 16,10 0-27-16,0 0 135 0,5-5-81 0,5-3-42 15,1 1 42-15,2 2-46 0,0-1 1 0,-3 5-38 16,-7-1-53-16,-13 2 26 15,4 0 9-15,-5 0-62 0,-4 0 40 0,-9 6 0 16,-5-1 41-16,-1 2-215 0,-6-4 81 0,-1 4 58 16,-5-6 30-16,-4 1-288 0,-6 1 142 0,-3-2 33 15,-3-1-154-15,-3 0 128 0,-1 0 59 0,-2 0 30 16,0 4-293-16,-11-1 161 0,-7 4 73 0,-5 0-146 16,-2 4 118-16,-1-3 58 0,-6-2 30 0</inkml:trace>
  <inkml:trace contextRef="#ctx0" brushRef="#br0" timeOffset="-102664.7">26740 14270 645 0,'-18'0'0'0,"3"-2"0"0,5-1 0 0,5 1 0 0,0 0 0 0,1 0 424 0,4 0-195 15,0-7-90-15,16 7 194 0,11-4-151 16,8-1-74-16,8 3-38 0,6-1 97 15,8 1-72-15,8 2-31 0,-3 0 0 0,4-1 48 16,3 1-40-16,-7-1 8 0,14 0-7 0,-11 0-40 16,-3 2-1-16,-11 0 1 0,0-2-106 0,-12 3 61 15,-1 0 18-15,-8 0-208 0,-8 0 113 0,-5 0 60 16,-6 0-3-16,-4 0-87 0,-5 0 24 0,1 0 46 16,-3 0-23-16,0 0-148 0,-9 0 92 0,-4 0 40 15,-5 5-220-15,-2 1 137 0,-4 2 70 0,1 2-348 16,-8-3 209-16</inkml:trace>
  <inkml:trace contextRef="#ctx0" brushRef="#br0" timeOffset="-102294.54">26775 14248 1269 0,'-13'0'0'0,"7"5"0"0,-2 10 0 0,2-1 0 0,4 2 0 0,-1 5 0 0,3 4 0 0,0 3 221 0,0 0-94 0,1 3-39 15,3 1 121-15,2-1-88 0,0 0-44 0,-2 2-22 16,0-1-52-16,-1-6 9 0,-1 4 21 0,1-7-112 16,-3-1 55-16,0-5 29 0,0-4 0 0,0-2-91 15,0-3 55-15,0-4 18 0,-3-4 1 0,-6 0-44 16,0 0-11-16,0-6-11 0,0-7-2 0,0-4 16 16,0-4 22-16,1-3 0 0,0-3-12 0,3 5-14 15,0-8 41-15,-2 10 3 0,3-1-4 0,1 3 0 16,-1 9 0-16,0 2 138 15,3 1-63-15,-6 4-30 0,4 2 1 0,-3 0 83 16,1 12-54-16,-3 3-18 0,1 3 38 0,-3 7-18 16,0-1-21-16,-3 1 13 0,2-3 14 0,-1 6-6 15,-4-5 0-15,5-5-179 0,-3 2 74 0,2-3 37 16,1-2 6-16,-1-6-279 0,7-2 143 0,-3 0 49 16,5-7 43-16,1 0-242 0,2 0 125 0,0 0 74 15,5-9-64-15,12-8 65 16,2-5 34-16</inkml:trace>
  <inkml:trace contextRef="#ctx0" brushRef="#br0" timeOffset="-102018.42">26978 14386 848 0,'12'-3'0'0,"-6"3"0"0,-2 0 0 0,-2 0 0 0,-2 0 0 0,0 0 0 0,-11 8 167 0,1 2-68 0,-1 3-24 0,-5 1 94 15,4 1-67-15,-6 0-36 0,6 0 1 0,-4 1-29 16,1-4 3-16,1 0-8 15,4-1 33-15,3-3-33 0,-1-3-1 0,3-1 1 16,4-2 44-16,-1 0-9 0,2-1-35 0,0-1 54 16,3 0-27-16,11 0-1 0,7 0-18 0,3 0 98 15,1 0-54-15,3 0-25 0,0 0-1 0,2 0-61 16,-5 0 9-16,5 0 26 0,-9 0-197 0,3 0 98 16,-4 0 50-16,-3 5-173 0,-3-3 113 0,-3 3 23 15,-1-4 34-15,-3 4-477 0,-4-3 233 0,-1 3 110 16,0-5 52-16,-2 2-229 15,0-2 149-15,-5 0 74 0,-8 0 37 0,5-8-114 16</inkml:trace>
  <inkml:trace contextRef="#ctx0" brushRef="#br0" timeOffset="-101876.8">27083 14425 325 0,'-10'-17'0'0,"1"3"0"0,2 7 0 0,0 1 0 0,2 2 0 0,0 3 0 0,4 1 347 0,-3 0-157 0,4 5-78 16,-1 12-40-16,1 0 222 0,0 8-134 0,-2 1-64 15,2 2 187-15,-5 2-125 0,4 2-63 0,-1-1-76 16,-1 2-8-16,3-5 21 15,0 5 1-15,0-6-142 0,0 2 71 0,0-8 44 16,0 4-9-16,3-2-399 0,0-6 188 0,7-2 119 16</inkml:trace>
  <inkml:trace contextRef="#ctx0" brushRef="#br0" timeOffset="-101700.28">27200 14450 1488 0,'0'0'0'0,"2"0"0"0,7 0 0 0,-4 0 0 0,2 0 0 0,1 0 0 0,2 0 0 0,-1 0 0 0,3 0 107 0,-1 0-29 0,1 5-8 0,-1-2-162 15,1 5 63-15,1-3 31 0,-1 3-1 0,-2-4-440 16,-2 2 226-16,-5-6 114 0,-1 0-354 0,-2 0 226 16</inkml:trace>
  <inkml:trace contextRef="#ctx0" brushRef="#br0" timeOffset="-101497.65">27383 14389 762 0,'2'-12'0'0,"1"5"0"0,0 2 0 0,3-3 0 0,2 4 0 0,0 1 0 0,3 1 190 16,0 2-78-16,4 0 134 0,-1 7-111 0,-1 6-51 15,2 6-26-15,-5 2-25 0,2 2 0 0,-7-6 8 16,0 8-8-16,-3 3-121 0,-2-4 60 0,0 2 31 16,-7-3-1-16,-10 3-35 0,-2-2 29 0,-2-2 0 15,-4-2-138-15,-3 1 81 16,2-6-5-16,-3-1 37 0,1-1-142 0,0-5 77 15,6-5 10-15,-1-1-54 0,4-2 45 0,5 0 34 16,5-2 0-16,4-7-81 0,5-6 54 0,0-6 27 16,10 2-9-16</inkml:trace>
  <inkml:trace contextRef="#ctx0" brushRef="#br0" timeOffset="-101313.14">27632 14401 1426 0,'0'5'0'0,"0"4"0"0,-5 2 0 0,-8 3 0 0,-4-2 0 0,-2 7 0 0,4-3 0 0,-3 6 0 0,10-6 231 0,-3 7-99 0,4-2-49 0,2 0 106 16,5 0-70-16,0-1-47 0,0 3 0 0,2-4-140 15,10 3 51-15,-1-6 25 0,1 4-343 0,4-3 180 16,1-5 94-16,0 1 46 0,0-3-230 0,1-2 78 16,-1-5 91-16,-1-3-488 0,-2 0 266 0</inkml:trace>
  <inkml:trace contextRef="#ctx0" brushRef="#br0" timeOffset="-101051.83">27800 14353 1010 0,'7'-5'0'0,"4"1"0"0,5 2 0 0,-3 0 0 0,-1 2 0 0,-2 0 0 0,1 0 0 0,-2 2 0 0,1 9 122 15,-4 1-44-15,-4 2-23 0,0 4-55 0,-2-1 32 16,0 0 9-16,-7 0-8 0,-6-1-99 0,-1 1 50 15,-2-4 24-15,2-2-40 0,1-3 40 0,1-1-8 16,2-3 33-16,4 0 60 0,-1-4-35 0,5 2-26 16,2-2-15-16,0 0 213 0,0 0-100 0,0 0-43 15,9-5-26-15,5 0 8 0,2-2-37 0,-2 3-46 16,4 0 23-16,-4 2 1 0,3 0 22 0,-2 2-391 16,2 0 191-16,-1 0 83 15,-2 0 55-15</inkml:trace>
  <inkml:trace contextRef="#ctx0" brushRef="#br0" timeOffset="-100556.45">28351 14022 609 0,'-3'-13'0'0,"0"4"0"0,3 4 0 0,0-2 0 0,0-2 0 0,-1 4 0 0,-1-3 273 15,1 1-119-15,-1 3-53 0,2-1-38 0,-4 1 119 16,0 0-74-16,1 1-38 0,-4 0-18 0,-2 1-11 16,-1 2-8-16,-3 0 0 0,1 0-41 0,-6 2 0 15,-2 9 41-15,3 5 22 0,-5 4-22 0,0 5-1 16,2 3 1-16,0 4 77 0,3-2-39 0,4 5 8 16,1 0 32-16,7-2-39 0,0-4 0 0,5 0-39 15,0-6-42-15,0-1 30 16,7-3-9-16,5-6 20 0,-2-1-35 0,5-5-1 15,1-5 37-15,-2-2-137 0,4 0 52 0,4-4 40 16,-4-10-8-16,1-7-200 0,1-6 86 0,-5-1 62 16,2-5-6-16,-1-7-109 0,-2-2 71 0,-2-1 41 15,1-5-45-15,-1-5 36 0,3-9 30 0,-2 0-1 16,4-3-20-16,-2-5 21 0,0-2-9 0,0 3-2 16,-5 16 32-16,-2 2 1 0,-4 19-1 0,-3 8 93 15,-1 7-55-15,0 6-15 0,0 5 339 0,0 6-174 16,-6 4-64-16,-3 25-50 15,-2 3 257-15,2 14-139 0,0 5-44 0,2 14 92 16,2-2 1-16,-1 5-87 0,3-10-37 0,-2 17 33 16,0-8-43-16,2 1-20 0,0-6 0 0,-1-7-83 15,1 3 40-15,-1-4-9 0,4-8 31 0,0-9-299 16,0-2 150-16,0-10 74 0,0-8-469 0,7-6 253 16,2-6 69-16,2-5-340 0,1 0 248 0,1-16 124 15,-4-11 54-15</inkml:trace>
  <inkml:trace contextRef="#ctx0" brushRef="#br0" timeOffset="-100358.95">28548 13942 657 0,'12'-13'0'0,"2"3"0"0,0 4 0 0,2 3 0 0,-2 1 0 0,4-1 322 0,-1 3-145 0,1 0-72 16,2 8-36-16,-6 8 140 0,0 1-79 0,-4 5-53 16,-2 3 2-16,-6 1-23 0,-2 3 0 0,0 0-24 15,-6 1-26-15,-12 0-8 16,-1 1 35-16,-5-4-26 0,-1 2 1 0,-4-5 24 15,-1 3 9-15,-2-7-88 0,1-4 39 0,1-4 19 16,1-4-1-16,11-5-228 0,3-3 98 0,2 0 44 16,6 0-104-16,1-3 66 0,6-9 49 0,9-2-1 15</inkml:trace>
  <inkml:trace contextRef="#ctx0" brushRef="#br0" timeOffset="-100149.5">29015 13940 1429 0,'-2'-21'0'0,"-2"6"0"0,-1 2 0 0,-7-1 0 0,-1 5 0 0,-5 0 0 0,-1 5 0 0,-5 4 0 0,4 0 375 15,-3 13-176-15,1 9-83 0,3 3 148 0,3 13-115 16,4 0-59-16,7 0-20 0,5 10 35 0,0-3-36 16,0 2-1-16,12-1-60 0,1-4 0 15,6-6 33-15,2 5-9 0,-1-10-289 0,2-2 145 0,0-4 72 16,3-4 37-16,-5-6-665 15,5-1 331-15,-5-7 102 0</inkml:trace>
  <inkml:trace contextRef="#ctx0" brushRef="#br0" timeOffset="-99645.53">26664 14339 940 0,'-8'-8'0'0,"2"3"0"0,4 4 0 0,-1-1 0 0,3 0 0 0,0 2 0 0,0 0 0 15,0 0 0-15,1 13 105 0,18 4-40 0,6 0 0 0,11 6 262 0,8-2-147 0,15 3-74 16,-2-5-28-16,25 5 177 0,7 0-111 16,-6-2-56-16,6 1 8 0,-3 3-32 0,-15-3 9 15,9 6-148-15,-6 0 54 0,-7 2 27 16,-6-1-1-16,-12-4-335 0,2 2 190 0,-6 0 82 15,-1-6 32-15,-12-3-274 0,5-2 92 0</inkml:trace>
  <inkml:trace contextRef="#ctx0" brushRef="#br0" timeOffset="-99124.22">24926 13823 759 0,'0'-13'0'0,"0"10"0"0,0 1 0 0,0 2 0 0,0 0 0 0,0 0 0 0,1 5 0 0,10 11 103 0,3 6-36 0,4 5 1 0,8 6 170 16,2 3-102-16,6-1-44 15,5 5-33-15,9 5 143 0,7-6-84 0,2 3-43 16,22 3 29-16,-12-9-28 0,24 7-8 0,-9-7-35 15,6 1-49-15,-1-6 24 0,-14-3 1 0,2 3-245 16,-4-3 130-16,-11 2 70 0,-12-2 34 0,-4 7-518 16</inkml:trace>
  <inkml:trace contextRef="#ctx0" brushRef="#br0" timeOffset="-97649.29">29397 13857 324 0,'0'0'0'0,"0"0"0"0,0 0 0 0,0 0 0 0,0 0 0 0,0 0 0 0,0 0 0 0,0 0 97 0,0 0-32 0,0 0 0 16,0 0 57-16,0 0-36 0,0 0-31 0,0 0 0 16,0 0 75-16,0 0-48 0,2 0-25 0,3 0 9 15,3 0 84-15,3 2-59 0,2 2-28 0,-2 2 32 16,3 0-31-16,-6-1 8 0,5 2-39 0,-1-1 31 16,1-1-32-16,1-1 1 15,-4-2 0-15,3-1-69 0,1-1 30 0,-1 0 0 16,2 0-192-16,-2 0 115 0,1-1 37 0,-4-2 41 15,1-1-487-15,-2 2 237 0</inkml:trace>
  <inkml:trace contextRef="#ctx0" brushRef="#br0" timeOffset="-97438.85">29379 14197 1433 0,'-9'0'0'0,"0"3"0"0,3-2 0 0,0 0 0 0,2 2 0 0,-1-1 0 16,2-2 0-16,3 0 0 0,0 1 0 0,0 4 220 0,0-2-94 0,0 2-38 0,11 1 146 0,1 0-101 16,5 0-50-16,-1-1 16 0,1-1-32 0,4 1 7 15,-3 1-41-15,0-4-24 0,0 2 0 0,-1 0 24 16,-4-3 0-16,-2-1-173 0,0 3 83 0,-2-1 44 16,1-1-436-16,-2 3 231 15,1 3 60-15</inkml:trace>
  <inkml:trace contextRef="#ctx0" brushRef="#br0" timeOffset="-89913.58">30071 13977 605 0,'-3'0'0'0,"0"0"0"0,-1 0 0 0,1 0 0 0,-2 0 0 0,0 0 0 0,2 0 0 0,-3 0 0 0,5 0 0 0,-1 0 156 0,2 0-53 0,-1-2-40 0,1 2 92 16,0-1-62-16,0 1-30 0,0 0 0 0,0 0 63 16,0 0-51-16,0 0-21 0,0 0 0 0,0 0 16 15,0 0 0-15,3 0-29 0,4 0 49 0,1 1-29 16,4 1 1-16,0 0-30 0,4-1 1 0,1 2 8 15,0-3-8-15,0 0 56 0,1 0-28 0,0 0 0 16,4 0-28-16,-4 0 15 16,4-4-15-16,-3 0 0 0,1-1 0 0,-3 0-68 15,1-3 35-15,-3 2 7 0,0 1-44 0,0-1 23 16,-3 0 22-16,0 2-23 0,-1-1-178 0,-4 1 84 16,3 1 55-16,-3-2-227 0,-1 4 129 0,-4-1 39 15,3 0 33-15,-2 2-186 0,-1 0 117 0,-1 0 58 16,-1 5 29-16,0 8-258 0</inkml:trace>
  <inkml:trace contextRef="#ctx0" brushRef="#br0" timeOffset="-88491.98">30070 14244 334 0,'-2'0'0'0,"2"0"0"0,-2 0 0 0,2 0 0 0,-1 0 0 0,1 0 0 0,0 0 0 0,0 0 33 0,0 0-1 0,0 0 9 15,0 0 15-15,0 0 1 0,0 0-25 0,0 0 36 16,0 0-1-16,0-1-26 0,0-2-9 0,0 3 36 16,0-1-35-16,0 1 0 0,0 0-1 0,0-3 59 15,0 3-34-15,0 0 1 0,0-3 30 0,0 0-28 16,0 2 0-16,0-1-19 0,1-1 13 0,1-1 0 15,1 0-21-15,3 1-5 0,-3-2 4 16,2 4 9-16,-2-4-8 0,4 4-16 16,-4-3 16-16,4 2-1 0,-3 1-24 0,1-2 8 15,-1 2 17-15,3-2 0 0,-2 2-35 0,2-1 0 16,0 0 19-16,-1 2 16 0,2 0-38 0,1 0-1 16,0 0 21-16,0 0-4 0,-1 0 6 0,1 0 5 15,-1 0-3-15,-1 0-17 0,-2 0 14 0,2 0 2 16,-3 0-2-16,-3 0-6 0,1 0 7 0,-1 0-1 15,1 0-21-15,-2 0 21 16,0 0-2-16,0 0 3 0,3 0-24 0,-3 0 19 0,0 0 2 16,0 0-28-16,0 0 25 0,0 0 3 15,0 0-2-15,0 0-26 0,0 0 25 0,0 0-3 16,0 0 4-16,0 0-21 0,0 2 17 0,0-2-3 16,0 0-35-16,0 2 34 0,0-1 4 0,3-1-7 15,-3 3 29-15,0-2-27 0,2-1 2 0,-2 3 26 16,2-2-24-16,-2 1 0 0,1 1-1 0,-1-2 7 15,2 3-6-15,0-2 1 0,-2-1 2 0,1 2 0 16,3 1-2-16,-4-3 5 0,2 3-10 0,0-3 7 16,-2 4 1-16,0-4-5 15,0 1 8-15,1 2-7 0,-1-1 2 0,0-3-3 16,0 3 5-16,0-2-4 0,0 2 1 0,0-2-23 16,0-1 23-16,2 2-1 0,-2 0-1 15,0-2 1-15,2 4 0 0,-2-3-1 0,0 1 14 0,1 2-14 16,-1-2 2-16,0 2-3 0,3-1 31 0,-3-1-27 15,0 3-2-15,0-4 5 0,0 3-1 0,0-2-1 16,0 2-1-16,0 0-2 0,0-3 2 16,0 3 3-16,0-1 0 0,0 1 3 15,0 2-5-15,0 0-1 0,0-1 10 0,-3 2-11 16,-2 1 4-16,0 2-4 0,-2-1-16 0,-3-2 17 16,4 5 1-16,-5-3-29 0,3 1 2 0,-2-1 24 15,-1 1 1-15,0-2-64 0,0-1 30 0,-3 0-7 16,4-1 35-16,-1-1-24 0,-1-3 20 0,-1 0-10 15,4-1 20-15,-1-1-20 0,0 0 5 0,2 0-8 16,2 0 66-16,1 0-26 16,2 0-1-16,1 0 61 0,-1 0-40 15,3-1-14-15,0 1 1 0,0 0 47 0,0-2-32 16,0 0-6-16,5 0-63 0,7 1 21 0,-2-1 0 0,3 0 29 16,3 0-40-16,-5 2 5 0,6 0 25 0,-4 0-4 15,1 0-24-15,-1 0 15 0,1 0 9 0,0 4-41 16,-2 1 36-16,2 0-14 15,-1 2 12-15,-1 1 10 0,-1-2-11 0,-2 2-1 0,1 2 35 16,-3 0 0-16,-1 0-32 0,-3 1 7 16,1 3 26-16,-3-1 5 0,-1 0-30 0,0 2-2 15,0-1 25-15,-1 3 7 0,-9-3-30 0,2 1 39 16,-4-2 0-16,-1 0-32 0,-3 1 10 0,1-4-38 16,-2 0 29-16,3-1 10 0,-4-1-5 0,2-4-78 15,-1-2 34-15,1 1-1 0,0-3-116 0,0 0 73 16,0 0 23-16,0-3 21 0,-1-5-94 15,1-7 52-15,0-3 5 0,5 1-291 16,-1-5 157-16,2 4 76 0,5-3 39 0,2 3-365 16,3-3 201-16,0 4 93 0</inkml:trace>
  <inkml:trace contextRef="#ctx0" brushRef="#br0" timeOffset="-83677.16">30093 13379 824 0,'-5'-10'0'0,"5"5"0"0,0-1 0 0,0 0 0 0,0-3 0 0,0-2 0 0,0-1 0 0,3 1 0 0,6 2 114 0,3-1-41 0,-1-1 0 16,3 1 88-16,-1 3-68 15,4-1-31-15,-2 4 1 0,4-1 42 0,-5 3-36 16,4 0 8-16,-2 2-22 0,-1 0 0 0,0 4-22 16,-1 8 0-16,-3 0-40 0,-3 5 8 0,-3 0 32 15,3 7 0-15,-7 1-25 0,-1 0 0 0,0 3 25 16,0-4-64-16,-9 5 12 0,-4-2 23 0,0-2-10 16,-6-5-99-16,2 0 45 0,4-7 35 0,-9-1-15 15,4-2 0-15,-2-4 24 0,1-2 12 16,3-4 43-16,6 0-22 0,-7 0-4 15,9 0 61-15,-3-2-35 0,8 0-1 0,0-2-27 16,1 0 217-16,2 3-92 0,0-4-58 0,0 0 0 16,14-1 42-16,-1 1-44 0,7-1-14 0,0 1 11 15,0 1-40-15,2-1 0 0,7 2 0 0,-10 1-127 16,10-1 59-16,-4 0 34 0,-1 2-147 0,3-2 74 16,1 2 51-16,-7 1-9 0,10 0-553 0,-8 1 254 15,3 11 149-15,-3 3 75 0</inkml:trace>
  <inkml:trace contextRef="#ctx0" brushRef="#br0" timeOffset="-83318.16">30668 13880 703 0,'-2'4'0'0,"2"-2"0"0,-2-1 0 0,2-1 0 0,-1 0 0 0,1 0 0 0,0 0 0 0,0 0 0 0,0 0 302 0,0 0-139 0,1 0-64 15,4 0 104-15,5 0-85 0,2 0-43 0,-4 0-13 16,7 0 51-16,-1 0-41 0,-1 4 1 0,1 3-40 16,-3 5 21-16,2 1 9 0,1 4-30 0,-1-2 17 15,-1 4-18-15,-2 0 1 16,-3 3 0-16,-4 1-31 0,-2 3 31 0,-1 0 0 15,0 0-55-15,-4 3 28 0,-11 0 0 0,-4 2 35 16,-4-3-142-16,2 0 61 0,-6-3 19 0,1-6 0 16,-1-1-51-16,4-5 28 0,-2-1 5 0,3-7-196 15,0-1 93-15,4-4 60 0,1 0 4 0,8 0-183 16,-2-2 118-16,8-5 55 0,1-7-202 0,2 1 128 16,2-3 65-16,10 1 24 0</inkml:trace>
  <inkml:trace contextRef="#ctx0" brushRef="#br0" timeOffset="-83055.31">30917 13959 774 0,'10'-20'0'0,"0"2"0"0,-5 2 0 0,0 2 0 0,-2 0 0 0,-1 6 147 0,-2-2-61 16,0 2-26-16,0 5 98 0,-8 1-63 0,-4 2-30 16,3 0 7-16,-7 7 89 0,-1 13-64 0,4 4-33 15,-3 2 70-15,4 4-50 0,-2 0-18 0,7 2-8 16,-1 1 120-16,6-1-72 15,2-1-37-15,0-3 34 0,0-6-27 0,2 7-8 16,6-6-35-16,3-3-24 0,3-1-1 0,1-2 25 16,1-4 8-16,0-2-169 0,-1-2 80 0,0-1 41 15,2-4-329-15,-2 0 176 0,3-4 53 0,-5 0 55 16,1 0-397-16,-2 0 208 0,0 0 104 0,-4 0 52 16,2 0-245-16,-4 0 152 0,3-2 73 15</inkml:trace>
  <inkml:trace contextRef="#ctx0" brushRef="#br0" timeOffset="-82690.31">31044 13563 1397 0,'3'-23'0'0,"1"4"0"0,2-2 0 0,6-3 0 0,0 6 0 0,0 0 0 0,-1 5 0 0,1 4 0 0,2 1 172 0,3 5-70 0,-3 1-35 0,1 2 37 0,1 0-40 16,-3 5 0-16,-1 11-128 0,-1-2 49 0,-4 4 24 15,-2 2 7-15,-4-1-52 16,3 2 34-16,-4-1 1 0,0 1-80 0,-7-3 43 16,-3 0 29-16,0-4-39 0,-2-2-18 15,2-1 3-15,-1-3 27 16,2-5 99-16,4 1-35 0,0-1-4 0,0-3-34 0,4 0 178 0,1 0-81 0,0 0-25 16,0 0-26-16,9 0-8 0,9 0-8 0,-2 0 37 15,3 0 1-15,-1 0-5 16,0 0-22-16,-3 8 13 0,2 4-106 0,-6-2 44 0,0 6 24 15,-3 1-8-15,-5 0-80 0,-1 1 37 16,-2 3 29-16,0-2-33 0,-2 0 26 0,-10 0-18 16,-4-5 41-16,1 1 30 0,-5-1-32 0,5-6-10 15,-5 2-15-15,3-6-9 0,2 0 30 0,0-2 4 16,3-2-224-16,1 0 101 0,3 0 53 0,0-4-326 16,5-9 187-16,3-3 89 0,0 0 45 15</inkml:trace>
  <inkml:trace contextRef="#ctx0" brushRef="#br0" timeOffset="-82373.16">31382 13290 1006 0,'0'-17'0'0,"3"6"0"0,-1 3 0 16,0 4 0-16,-2-3 0 0,0 4 0 0,0 0 166 0,0 1-71 0,0 1-31 0,0 1 114 0,0 0-72 15,1 0-37-15,1 6 60 0,1 5-52 0,3 2-22 16,-3 2 0-16,-1 2 114 0,1 3-67 0,0 5-27 15,-1 7-8-15,-2 2 103 16,0 7-69-16,0 4-34 0,0 6 81 0,-2 7-49 16,-6 13-38-16,-1-4 1 0,4 6 17 0,0-2-23 15,-1 2-1-15,1 2-8 0,0 4-15 0,-1 0 1 16,0 0 0-16,1-6-65 0,5-11 40 0,-2 10-7 16,2-7 31-16,0-13-161 0,0 1 81 15,0-16 20-15,2-4-329 0,1-7 177 16,1-8 59-16,-3-5 53 0,2-3-158 0,-3-7 89 15,2 2 44-15,-2-5 34 0,0 0-283 0,0 0 154 16,-5 0 78-16,-3-2-184 0,6-5 122 0,-2-5 73 16,4 0 34-16</inkml:trace>
  <inkml:trace contextRef="#ctx0" brushRef="#br0" timeOffset="-81681.33">31558 14481 542 0,'0'2'0'0,"0"-1"0"0,0-1 0 0,-1 0 0 0,1 0 0 0,-2 0 126 0,0 0-47 16,2 0-23-16,0 0 78 0,0 0-43 0,0 0-33 16,0 0 0-16,0-1 72 0,0-1-48 0,2 0-17 15,0 0 93-15,-1 1-62 0,2-2-32 16,-1 3 0-16,3 0 44 0,-5-2-30 15,3 2-7-15,-1 0-80 0,-1 0 21 0,1 0 0 16,0 0 21-16,-1 0-26 0,-1 0 26 0,0 0 0 16,2 0 0-16,-2 0-43 0,0 0 21 0,0 0 9 15,0 0 33-15,0 0-23 0,0 0-26 0,0 0 20 16,0 0 34-16,0 0-29 0,0 0-4 0,0 0 24 16,0 0-18-16,0 0-3 0,0 0 8 0,0 0-26 15,0 0 27-15,0 0-7 16,0 0 12-16,0 0-67 0,0 0 25 0,0 0 6 15,0 0-29-15,0 0 23 0,0 0-12 0,0 0 31 16,0 0-25-16,0 0 26 0,-2 0-14 0,2 0 12 16,0 0-7-16,-1 0 2 0,1 0-3 0,0 0-29 15,0 0 31-15,0 0 0 0,0 0 1 0,0 0-15 16,0 0 14-16,0 0 1 0,0 0 5 0,0 0-7 16,0 0 0-16,0 0-1 0,0 0 24 0,0 0 2 15,0 0-25-15,0 0 25 0,0 0 10 0,0 0 0 16,1 0-27-16,7-2 67 15,-2-1-35-15,4 0 9 0,-2-2-37 0,3 2-7 16,-3 0 10-16,2 1 19 0,0 0-116 0,0 1 49 16,-4 1 23-16,1 0-1 0,2 0-194 0,-4 0 94 15,1 0 52-15,-2 0-247 0,-1 0 137 0,-1 0 48 16,-1 0 40-16,-1 0-240 0,0 0 142 0,0 0 68 16,0 0 33-16,0 0-147 0,0 0 91 0,0 0 37 15,0 0-327-15</inkml:trace>
  <inkml:trace contextRef="#ctx0" brushRef="#br0" timeOffset="-81360.91">31744 14379 787 0,'2'-2'0'0,"-1"1"0"0,2-2 0 0,-1-2 0 0,1-4 0 0,-1 1 0 0,0 2 0 0,-1 0 270 0,2-2-122 16,10 0-58-16,-5 1 232 0,7-1-145 0,0 2-72 0,2 5-27 0,-1-2 103 15,2 3-75-15,-4 0-36 0,3 10 0 0,-4 3-69 16,1 6 8-16,-4 6 23 15,-2-3-31-15,-5 5-1 0,-1-1 32 0,-2 3 1 16,0 2-92-16,-8 1 42 0,-5 0 25 0,-6-1-158 16,-3 0 86-16,1-5 8 0,-3-2 35 0,2-5-98 15,6-7 54-15,-3-3 8 0,0-2 63 0,6-5-10 16,4 0-21-16,1-2-6 0,0 0 255 0,5 0-114 16,1-2-59-16,2-2-20 0,0-1 121 0,0-1-54 15,5-2-43-15,5 3 114 0,7-1-69 0,0 2-33 16,1 3 8-16,1-2-75 15,0 2-1-15,3 1 34 0,-1 0-154 0,-2 0 77 16,5 5 46-16,-4 3-8 0,2-2-389 0,-1 1 183 16,3-1 108-16,-3-1 14 0,1-1-304 0,-1 0 185 15</inkml:trace>
  <inkml:trace contextRef="#ctx0" brushRef="#br0" timeOffset="-80600.5">31666 13172 396 0,'0'-10'0'0,"0"5"0"0,0-2 0 0,0-2 0 0,0 1 0 0,0-2 0 0,0-1 0 0,0 2 169 0,0-1-68 16,0-1-34-16,0 1 8 0,2-1 39 0,1 0-41 15,6 1 0-15,-4 3-17 0,3-1 0 0,-1 5-15 16,2-3-8-16,-1 4-4 0,0 0 4 0,0 1 0 16,5 1-3-16,-7 0 11 0,5 0-8 0,2 5-1 15,-5 3-23-15,2 3 24 0,0 0 0 0,0 0 8 16,-2 3-41-16,1-1 0 0,-2 3 21 0,-1-2-51 16,-1-1 24-16,-3 1-2 0,-1 2 30 15,-1-1-28-15,0 0-10 0,0-2 34 16,-5 2-32-16,-6-1-14 0,-3-3-1 0,1 0 39 15,-2-2-28-15,3-1-1 0,-1-4 15 0,-4 2 91 16,11-5-41-16,-7 3 0 0,7-4-40 0,1 2 165 16,0-2-68-16,3 0-35 0,1 0-22 0,1 0 111 15,0 0-62-15,0 0-31 0,0 0-29 0,0 0-2 16,6 0-1-16,4 0 1 0,6 0 26 0,-3 0-1 16,4 0-17-16,-1 0-8 0,1 0 1 15,-1 0-2-15,0 0 1 0,-1 0-68 16,-3 0 42-16,2 0-9 0,-3 0 35 0,-4 0-154 15,2 0 70-15,-4 0 27 0,-2 0-35 0,3 1 25 16,-4 2 22-16,0-3-8 0,-1 0-89 0,-1 0 31 16,0 0 28-16,0 0-2 0,0 0-172 0,0 0 90 15,2 1 51-15,1 3-506 0</inkml:trace>
  <inkml:trace contextRef="#ctx0" brushRef="#br0" timeOffset="-78189.45">32062 13730 227 0,'-7'0'0'0,"2"0"0"0,-2 2 0 0,5-2 0 0,-3 0 0 0,4 0 220 0,-4 0-94 0,5 0-47 16,0 0 150-16,0 0-102 15,0 0-47-15,0 0-24 0,0 1 47 0,0-1-36 16,6 0 9-16,1 0-43 0,5 0-1 0,0 2 1 15,2-2 0-15,0 2 440 0,2 0-212 0,0-1-127 16,1-1-46-16,1 3 76 0,4-1-66 0,-3-2-32 16,0 0-89-16,-2 0 25 0,1 0-1 0,-1 0 32 15,-4 0-121-15,3 0 61 0,-5 0 38 0,2 0-389 16,-7 0 203-16,2 0 46 0,-5 0 70 0,-1 0-521 16,1 7 266-16,-3 5 144 15</inkml:trace>
  <inkml:trace contextRef="#ctx0" brushRef="#br0" timeOffset="-77979.98">32073 14076 985 0,'-11'3'0'0,"3"-2"0"0,1 3 0 0,1-4 0 0,3 0 0 0,1 0 528 0,2 0-248 0,0 0-115 0,0 3 136 15,11-3-133-15,5 0-68 0,6 0-34 0,-4 0 272 16,4 0-145-16,-1 0-84 0,-2 0-38 0,0 0-15 15,1 0 0-15,-3 0-23 0,-2 0-227 0,-2 0 110 16,-5 0 58-16,3 0 29 0,-1 0-462 0,-4 0 246 16,-1 0 67-16,2 0-246 0,-2 2 143 0,0-1 108 15,-2-1 54-15</inkml:trace>
  <inkml:trace contextRef="#ctx0" brushRef="#br0" timeOffset="-77724.5">32497 13979 1965 0,'-12'0'0'0,"8"0"0"0,4 0 0 0,0 0 0 0,0 0 0 0,0 0 0 0,1 0 0 0,9 0 279 0,9-2-124 16,3 0-60-16,2-1 158 0,9-1-115 0,1-1-52 15,5 1 66-15,-2-2-17 0,-1 3-51 0,-1-1-18 16,-3 0-70-16,-2 2-1 0,-3 2 38 0,-5 0 0 15,1 0-232-15,-1 0 125 0,-5 0 49 0,-2 0-316 16,0 6 162-16,-5-5 100 0,1 3-29 0,-3 0-151 16,-2 0 92-16,-1 0 67 0,-3-1 34 0,-1 1-334 15,1 1 183-15,-2 0 85 0</inkml:trace>
  <inkml:trace contextRef="#ctx0" brushRef="#br0" timeOffset="-77230.83">32635 14253 1086 0,'-16'4'0'0,"3"-2"0"0,2 0 0 0,5-2 0 0,-1 0 0 0,-1 0 0 0,5 0 0 0,1-2 0 0,2 0 170 15,0-7-69-15,0 4-34 0,2-2 203 0,9-2-110 16,2 2-68-16,3 0 70 0,0 1-64 0,5 0-33 15,-3 2 1-15,-1 2-21 0,0 2-13 0,-3 0 1 16,-1 0-33-16,-4 0 1 0,1 2 40 0,-5 6-9 16,2 2-103-16,-3 1 52 0,-3 2 25 0,-1 1 1 15,0 2-117-15,-1 1 36 0,-10 1 43 16,-2 3-90-16,-2-1 58 0,-2 0 10 0,0-6-2 16,-1 4 63-16,1-3-26 0,1-5-12 15,0 0 181-15,3-2-79 0,5-3-44 0,-1-3-12 16,4-1 97-16,4 1-44 0,-1-2-32 0,2 0 6 15,0 0 166-15,0 0-77 0,5 0-50 0,9 0-21 16,2 0-28-16,3 0 0 0,0 0 8 0,0 0-40 16,1 0 0-16,-2 5 31 0,-1 3-71 0,-2 2 35 15,-3 4 9-15,-2 2 27 0,-3 1-61 0,-4 2 11 16,0 0 0-16,-3 2-3 0,0 0-39 16,-5-3 21-16,-6 0 22 0,-5 4 49 15,-2-5-31-15,0-5-18 0,0-1 14 0,-7-1 145 16,4-2-68-16,-1-5-30 0,-2-1 0 0,0-2 9 15,-1 0-32-15,0 0 16 0,7-2-266 0,-8-7 123 16,9-4 59-16,1-7 32 0,5 1-222 16,3-10 107-16,7-3 62 0,1-1-583 15,0-13 310-15</inkml:trace>
  <inkml:trace contextRef="#ctx0" brushRef="#br0" timeOffset="-76686.25">32436 13358 1174 0,'-8'-11'0'0,"2"1"0"15,3 5 0-15,1-1 0 0,0 0 0 0,2 0 0 0,0 1 183 0,0-1-79 0,0 1-36 0,7 1 192 0,7 2-114 16,5 0-56-16,3 1-21 0,4-2 69 0,-2 3-53 16,1 0-26-16,-6 0 5 15,0 10-31-15,2 1 8 0,-5 2-8 0,-2 0-62 16,-3 5 31-16,-4-1 0 0,-3 3-96 0,-2 1 72 15,-2 5 23-15,-2-4 0 0,-12 1-109 0,1-1 61 16,-4-1 5-16,2-6-10 0,-2 2 12 0,1-4 1 16,-1-4 5-16,-2-1 68 0,8-4-13 0,-1-2-39 15,3-2-2-15,3 0 144 0,1 0-58 16,3 0-34-16,2 0 91 0,0 0 29 16,2 0-53-16,9-2-40 0,10-2 4 0,2 1 0 15,1 0-28-15,-5 3 6 0,7 0-8 0,-6 0 0 16,1 6 0-16,-2 5-37 0,-6 5 1 0,1 1 44 15,-6 4-9-15,-3-1-106 0,-2 0 38 0,-3 6 29 16,0-3-42-16,-8-2 35 0,-7 3 0 0,-2-6 1 16,3-2 9-16,-7-1 12 0,1-4-8 0,2-4 7 15,1-3-120-15,1-2 57 0,0-2 24 0,1 0-316 16,3-2 155-16,1-7 78 0,4-7 32 16,-2 2-169-16,9-5 109 0,0-3 55 15,0-2-388-15</inkml:trace>
  <inkml:trace contextRef="#ctx0" brushRef="#br0" timeOffset="-76368.86">32800 13326 2206 0,'0'-6'0'0,"3"0"0"0,5 1 0 0,5-1 0 0,-2 1 0 0,3-1 0 0,-1 3 0 0,2 0 0 0,3 2 0 0,3 1 249 0,-2 0-113 0,-2 5-51 0,-4 8-23 16,3 2-29-16,-6 6 0 0,0 1-50 0,-7 5 22 15,-3-3-1-15,0 4 28 0,-1 1-171 0,-13 2 86 16,-2-5 50-16,-3 1 15 0,0-3-131 0,1-6 14 16,-1-4 57-16,2-2 13 0,-2-4-4 0,4-5-16 15,1-3 33-15,5 0 195 0,-2 0-92 0,4 0-40 16,4 0-28-16,2-2 171 0,1 1-88 0,0-4-6 16,1-3 163-16,9 6-110 15,9-3-47-15,-2 4-36 0,1-1 63 0,2 2-46 16,4 0-22-16,0 0-66 0,-2 0 30 0,-1 0-8 15,-2 8 22-15,1-3-332 0,-1 2 166 0,-3 1 83 16,2-1-679-16,-2 2 329 0,-1-1 184 0,0-1 91 16,1 3-259-16</inkml:trace>
  <inkml:trace contextRef="#ctx0" brushRef="#br0" timeOffset="-76140.11">33160 14536 2196 0,'-9'0'0'0,"9"0"0"0,4 5 0 0,-2-3 0 0,-1-2 0 0,-1 0 0 0,0 0 0 0,2 0 0 0,0 0-149 16,6 0 50-16</inkml:trace>
  <inkml:trace contextRef="#ctx0" brushRef="#br0" timeOffset="-41348.43">4706 15886 1140 0,'0'-2'0'0,"-1"-1"0"0,-2 2 0 0,3-1 0 0,-2 0 0 0,2 2 0 0,0 0 0 0,0 0 0 0,0 0 133 0,0 0-42 0,2 2-29 16,6 11-1-16,2 8-29 0,2 3 1 0,-3 8 167 16,4 7-88-16,-3 1-40 15,-1 3 0-15,-4 1-5 0,-3-3 1 0,0-4-27 16,1 13-67-16,-3-10 30 0,0-4-1 0,-3 3 30 15,-6-3-81-15,0-4 49 0,-1-4-9 0,1-7-59 16,-2-1 32-16,0-4 30 0,3-6-25 0,-1-5-267 16,1-3 118-16,-2-2 81 0,5-2 7 0,3-19-286 15,2-4 171-15,0-1 79 0</inkml:trace>
  <inkml:trace contextRef="#ctx0" brushRef="#br0" timeOffset="-41216.24">4724 16291 531 0,'5'-7'0'0,"0"4"0"0,-2 2 0 0,5 0 0 0,-3 1 0 0,1 0 0 0,2 0 478 15,0 1-224-15,0 3-101 0,2 3 277 0,-1 1-199 16,2-1-99-16,0 2-50 0,-2 3 17 0,1-1-25 16,0 0-9-16,0 2-406 0,-1-1 186 0,0-2 94 15,1 1 47-15,-1-4-238 16,-2-2 138-16,3-5 73 0</inkml:trace>
  <inkml:trace contextRef="#ctx0" brushRef="#br0" timeOffset="-41021.13">4988 15974 1526 0,'6'-6'0'0,"2"5"0"0,0 1 0 0,-3 0 0 0,1 1 0 0,-4 12 0 0,3 3 0 0,-1 2 0 0,2 8 469 0,-4 1-210 0,0 5-117 0,1 2 158 16,-3 8-134-16,0 0-67 0,0-1-32 0,-5-1-34 16,-4 7 0-16,1-12 0 15,-1 6 0-15,-1-7-90 0,0 3 46 0,1-11 29 16,0 3-379-16,-1-9 197 0,5-8 98 0,-3-2 50 15,5-4-703-15,-1-6 347 0,4 0 169 0</inkml:trace>
  <inkml:trace contextRef="#ctx0" brushRef="#br0" timeOffset="-40856.57">4985 16383 2168 0,'6'-2'0'0,"2"2"0"0,-1 0 0 0,-3 0 0 0,5 0 0 0,-2 0 0 0,5 3 0 0,-1 6 0 0,4 0 329 0,-2 2-148 0,4 0-74 0,0 3 68 15,1-1-63-15,-2 2-43 0,1-1-170 0,1 2 66 16,-2-3 35-16,-2 0-1 0,2-1-504 0,-3 1 265 16,-2-5 137-16,0 0-612 0,-3-2 351 0,1-2 126 15</inkml:trace>
  <inkml:trace contextRef="#ctx0" brushRef="#br0" timeOffset="-40622.52">5494 16088 2100 0,'-17'0'0'0,"7"0"0"0,-2 6 0 0,2 1 0 0,-3 7 0 0,4 0 0 0,1 4 0 0,-1 4 0 0,5 6 293 0,3 2-131 0,1 5-56 0,0-3 202 16,1 5-138-16,12-4-68 0,-2 1-35 0,8-2 35 15,-2-4-27-15,4-3-8 16,0-3-201-16,-1-1 83 0,1-4 42 0,0-2 21 15,-2-4-167-15,0 0 90 0,-1-5 49 0,-1-2-600 16,-2-4 305-16,-2 0 80 0,0 0 93 0,-1-11-462 16</inkml:trace>
  <inkml:trace contextRef="#ctx0" brushRef="#br0" timeOffset="-40473.92">5677 16249 2021 0,'0'0'0'0,"1"0"0"0,1 3 0 0,2-3 0 0,0 4 0 0,1-4 0 0,3 0 0 0,1 0 0 0,4 0 302 16,-2 0-135-16,3 0-58 0,-1 0-9 0,4 0-33 16,1 0 0-16,-2 0-377 0,0 0 172 0,1 0 93 15,-2 0 35-15,2 0-746 0</inkml:trace>
  <inkml:trace contextRef="#ctx0" brushRef="#br0" timeOffset="-40037.06">5945 16049 1721 0,'0'-8'0'0,"0"6"0"0,0-1 0 0,0-2 0 0,5 3 0 0,7-2 0 0,1 2 0 0,4 1 289 0,0-2-128 0,4 3 179 15,-1 0-158-15,4 3-74 0,-2 6-38 0,0 5-53 16,-1 1 16-16,-6 2 8 0,2 7-8 16,-8 1-250-16,-1 5 125 0,-7 0 62 15,-1 3 32-15,0 4-230 0,-5 0 127 0,-11-3 66 16,-2-2-44-16,-3-7 46 0,-2 1-144 0,3-7 159 15,-5-1 5-15,-1-5-19 0,8-1-1 0,0-5 154 16,-1 0-77-16,11-3-47 0,0-1 21 0,4-2 447 16,2-1-182-16,2 0-128 0,0 0-44 0,8 0 167 15,14 0-126-15,2-1-60 16,1-4 99-16,4-3-80 0,-3 1 57 0,-2 4-356 0,6-5 154 0,-10 2 33 16,3 1 0-16,-2 1-346 15,-3 2 198-15,-8 1 87 0,2-2 45 0,-7 2-217 16,-2 1 61-16,2 0 81 0,-4 0-55 0,-1 0-101 15,0 0 108-15,0 0 54 0,-6 0 94 0,-1 0-41 16,2 0-8-16,1 0 131 0,0 0-62 0,3 0-30 16,-2 0 0-16,3 1 234 0,0-1-136 0,0 0-60 15,0 0 16-15,0 0 120 0,0 0-37 0,0 0-60 16,0 0 176-16,0 0-113 0,0 0-53 0,0 0-26 16,0 0-3-16,0 0-24 15,0 0 9-15,0 0-324 0,0 0 157 0,0-1 80 16,0-1 39-16,0 0-959 0,0-3 433 0</inkml:trace>
  <inkml:trace contextRef="#ctx0" brushRef="#br0" timeOffset="-38583.56">5796 16286 162 0,'0'0'0'0,"0"1"0"0,0-1 0 0,-3 0 0 0,3 0 0 0,-2 0 0 0,2 0 0 0,-2 0 47 0,2 0-26 0,-1 0 5 15,1-1-6-15,-3-1-28 0,3-2-1 0,-1 0 26 16,0 2 33-16,1 1-29 0,-3 0-3 0,-1-2 35 15,3 3 0-15,-2 0-33 0,1 0 0 0,1 0 125 16,-2 0-63-16,3 0-21 0,0 3-1 0,-3-2 91 16,3 0-60-16,0-1-20 0,0 0-9 0,0 2 49 15,0-2-39-15,0 0 0 0,0 0 60 0,0 0-41 16,0 0-33-16,-2 0 34 0,2 0-29 0,-2 0 0 16,2 0-30-16,-1 0 88 15,1 0-48-15,0 0 0 0,0 0-40 0,-3 0 69 16,3 0-35-16,0 0 9 0,0 0-25 0,0 0-18 15,0 0 0-15,0 0-22 0,0 0 22 0,0 0 8 16,0 0-8-16,0 0 23 0,0 0-1 0,0 0-22 16,0 0 8-16,0-2 20 0,-1 1-28 0,1-3 0 15,-1-2 0-15,1 2 25 0,0-3 8 0,0 0-33 16,0 2-22-16,0-4 0 0,0 2 21 16,0 0-76-16,0-3 47 0,0 0-9 15,0 1 36-15,0-1-74 0,0 1 30 0,1 0 0 16,0 1 23-16,-1-1-20 0,3 0 9 0,-2 4 14 15,1-2-28-15,0 2 49 0,1-4-37 0,-3 5 9 16,3-2-9-16,-2 1 39 0,4-4-29 0,0 4 0 16,-1-2 0-16,1-1 2 0,2 3 5 0,-2-2-16 15,0 2 12-15,1 1 0 0,0-1 2 0,-1 0-2 16,-2 3-3-16,3 0 2 0,0-1-5 16,1 2 19-16,-2-1-14 0,3 2-1 15,-2-1 0-15,2 1 5 0,1-3-4 0,-2 3 0 16,4 0 23-16,-2-2-23 0,0 0 4 0,0 2 26 15,-1-2-27-15,1 2 0 0,-2-2 3 0,1 2 36 16,0 0 1-16,-2 0-38 0,1 0 4 16,0 0 30-16,1 0-21 0,-1 0-9 0,4 0 10 0,-5 0 30 15,2 0 120-15,1 2-177 0,-2-2 0 0,1 4 0 16,3-2 0-16,-5 1 0 16,1-2 0-16,-1 2 0 0,0 0 0 0,0-2 0 15,-1 2 0-15,-1 2 0 0,1-4 0 0,-1 3 0 16,1 0 0-16,-2 0 0 0,2 1 0 0,-2-1 0 15,0 3 0-15,1-2 0 0,-1 0 0 0,0 1 0 16,0 1 0-16,0 1 0 0,0 1 0 0,-1 1 0 16,1 1 0-16,-2 2 0 0,0 0 0 0,-1 1 0 15,3-2 0-15,-3-1 0 0,1 0 0 0,-1 5 0 16,0-7 0-16,0 1 0 0,0 2 0 16,0-4 0-16,0 2 0 0,0 2 0 15,0-4 0-15,0 4 0 0,0-1 0 0,-4-1 0 16,-1 3 0-16,0 0 0 0,-1-3 0 0,-2 3 0 15,3 1 0-15,-3 0-174 0,-1 0 130 0,1-1 16 16,-1 1-19-16,1-3 0 0,-2 2 27 0,2-3-35 16,-4 1 38-16,2-4-13 0,1 1 10 0,0-1 34 15,-3-1-36-15,3-3-11 0,0 2 10 0,-1-4 57 16,3 1-27-16,0 0 6 16,1-2-31-16,0 2 123 0,2-2-56 0,3 0 49 15,-2 0-49-15,3 0-13 0,0 0 137 0,0 0-173 16,0 0 0-16,0 0 0 0,0 0 0 0,0 0 0 15,0 0 0-15,0 0 0 0,6 0 0 0,5 0 0 16,-3 0 0-16,6 0 0 0,-1 0 0 0,1-2 0 16,3 0 0-16,1-3 0 0,3-3 0 0,-1 3 0 15,4-5 0-15,-3 4 0 0,6-3 0 0,-2 3 0 16,1-1 0-16,2 1 0 16,-4 1 0-16,-3 1 0 0,-1 2 0 0,0 0 0 15,0 0 0-15,-4 1 0 0,0 1 0 0,-7 0 0 16,2 0 0-16,-1 0 0 0,-4 0 0 0,0 0 0 15,-2 0 0-15,-1 0 0 0,-2 0 0 0,1 1 0 16,-1-1 0-16,-1 2 0 0,0-2 0 0,0 0 0 16,0 0-177-16,0 0-199 0,0 0 174 0,0 0 73 15,0 0 48-15,0 0-588 0,0 0 322 0,2 4 157 16,2 0 79-16</inkml:trace>
  <inkml:trace contextRef="#ctx0" brushRef="#br0" timeOffset="-38398.04">6674 16466 970 0,'4'0'0'0,"1"0"0"0,2 0 0 0,-7 0 0 0,2 0 184 15,0 0-68-15,0 0-46 0,-2 0 1 0,0 0 287 16,0 0-162-16,0 0-82 0,0 6-33 0,-9 5 131 16,0 2-90-16,-6 5-45 15,0 2-197-15,-5 1 76 0,2 3 47 0,-3-2-371 16,3 1 201-16,1-3 99 0,1-2 51 15,3-1-294-15,6-9 102 0,1-2 103 0</inkml:trace>
  <inkml:trace contextRef="#ctx0" brushRef="#br0" timeOffset="-38076.78">6879 16201 1531 0,'-3'-2'0'0,"3"0"0"0,0 2 0 0,-1 0 0 0,-3 0 0 0,0 12 225 16,1 3-96-16,0 6-48 0,-2 6 139 0,5-5-86 0,0 11-54 16,0-4-24-16,0 2 14 0,8-3 1 0,7-2-38 15,0-7 8-15,7 1-133 0,0-6 62 0,3-7-178 16,1-4 121-16,1-3 59 16,-7 0 39-16,7-11-275 0,-8-9 114 0,-5-2 77 15,0-4-18-15,-7-1-60 0,-3-3 50 0,-4 0 38 16,0-2 0-16,0-1 59 0,-11-2-29 0,-5 2 0 15,-1 1-8-15,-5 4 116 0,-3 5-53 0,-1 6 147 16,0 7-92-16,2 9-59 0,-6 1 4 0,3 1 159 16,4 17-73-16,-1 3-50 0,8 5 5 0,6-3-111 15,3 6 44-15,4-1 0 0,3 1 56 16,3-5-251-16,14-2 111 16,2-4-564-16</inkml:trace>
  <inkml:trace contextRef="#ctx0" brushRef="#br0" timeOffset="-37892.28">7244 15919 1807 0,'4'-10'0'0,"10"3"0"0,4 4 0 0,3 1 0 0,1 2 0 0,2 0 0 0,1 15 187 0,5 9-78 0,-5 3 313 16,5 11-199-16,-7 2-95 0,-2 7-48 0,-7 8 180 15,-1 9-114-15,-8-9-48 0,-5 14-37 0,0-3-97 16,-16-1 35-16,-9 3 0 0,-7-2-418 15,-7-3 235-15,-3-2 104 0,-6-7-722 0,-4-5 352 0</inkml:trace>
  <inkml:trace contextRef="#ctx0" brushRef="#br0" timeOffset="-36784.36">5851 16064 228 0,'0'-4'0'0,"-4"3"0"0,2-4 0 0,-3 3 0 0,2 1 0 0,-2-1 0 0,4 0 64 0,-2 2 0 0,1 0-6 16,2 0-27-16,0 0 7 0,-1 0-7 0,1 0-28 15,0 0 1-15,0 0 24 0,0 0 8 0,-2 0 12 16,0 2-20-16,0 3 0 0,-1 1 0 0,-1 1 22 16,0-1 7-16,-2 0-27 0,0-1 38 0,3 4 0 15,-2-4-36-15,0 1-6 0,-2-2 15 16,1 5-8-16,2 0-1 0,-3-1 1 16,3 1 0-16,2 0 0 0,-3-1 8 0,2 1-145 15,3-3 65-15,-3 2 25 0,3-3 0 0,0 1-44 16,0-1 29-16,0 1 3 0,3 1-228 0</inkml:trace>
  <inkml:trace contextRef="#ctx0" brushRef="#br0" timeOffset="-36409.36">7690 15881 1629 0,'-10'0'0'15,"5"-1"0"-15,5 1 0 0,0 0 0 0,0 0 0 0,1 0 0 0,8 0 0 0,2 0 222 0,3 0-95 0,5 0-39 0,2 0 80 16,6 0-67-16,-4 0-35 0,2 0 4 16,-3 0-1-16,-1 0-28 0,2 0-8 0,-4 0-268 15,-3 0 134-15,-2 0 67 0,-2 0 33 0,-4 0-520 16,-2 0 270-16,-2 1 70 0,-4 5-409 0</inkml:trace>
  <inkml:trace contextRef="#ctx0" brushRef="#br0" timeOffset="-36159.92">7842 15914 1126 0,'-6'-2'0'0,"0"2"0"0,3 0 0 0,-1 0 0 0,1 6 0 0,-1 5 0 0,0 2 0 0,1 1 0 0,-2 4 228 0,1 1-97 15,-1 1-50-15,-2 6-21 0,-1-1-28 0,-2-2 9 16,-2 5-8-16,-2-6-113 0,-1 3 57 0,-2-7 27 15,1 1 1-15,0-6-9 0,-2-1 15 0,1-3 0 16,2-4 110-16,0 1-44 0,7-5-30 0,2-1 254 16,1 0-138-16,5 4-65 0,-3-4-33 15,3 0 54-15,0 0-42 0,9 0-15 16,9 0-7-16,6 0 11 0,-1 0-34 0,3 0 1 16,-1 0 0-16,-1 0-175 0,8 0 84 0,-3 0 45 15,-3-4-447-15,-5 4 241 0,3-1 77 0,-3 1-487 16,-1-1 303-16,-4-2 146 0,-3-3 74 0</inkml:trace>
  <inkml:trace contextRef="#ctx0" brushRef="#br0" timeOffset="-36020.25">7917 16105 970 0,'-4'-5'0'0,"3"3"0"0,-1-1 0 0,2 2 0 0,0 1 0 0,0 0 0 0,0 0 332 16,0 6-150-16,5 2-66 0,4 6-46 0,1 1 115 15,1 0-76-15,1 1-38 0,-1 0 8 0,-2 2-141 16,2-1 48-16,-3 1 23 0,0-3-475 0,-3 2 250 15,0 0 132-15,-5-3-493 0</inkml:trace>
  <inkml:trace contextRef="#ctx0" brushRef="#br0" timeOffset="-35875.64">7784 16438 1099 0,'-19'3'0'0,"6"3"0"0,5-2 0 0,1-3 0 0,3 2 0 0,2-2 0 0,2-1 0 0,0 0 325 0,6 0-138 0,9 0-82 16,5 0-35-16,3-4 103 0,0-3-70 0,1 0-35 15,-5-1 8-15,2 1-236 0,0 1 96 0,-7 0 49 16,2 2-524-16,-9 2 278 0,2 1 144 0</inkml:trace>
  <inkml:trace contextRef="#ctx0" brushRef="#br0" timeOffset="-35588.71">7853 16340 1714 0,'-6'8'0'0,"0"6"0"0,1 1 0 0,2 6 0 0,-1 0 0 0,2 5 0 0,0-1 0 0,2-1 0 0,0-1 0 0,0 0 0 0,4-3 0 0,6-1 135 16,-1-4-51-16,4-2-26 0,0-5 9 0,0-5-123 16,4-3 45-16,-2 0 22 0,4-9-277 0,-4-12 149 15,0-4 83-15,0-4-340 0,-2 0 192 16,-2-3 39-16,0-1 66 0,-3-3-213 16,2 1 121-16,-3 2 72 0,0 3 32 0,0 10 24 15,-1-1 9-15,-3 8-1 0,0 5 130 0,-1 4-61 16,3 2-35-16,-3 2 1 0,2 2 297 0,-1 10-153 15,-1 8-82-15,-1-2 408 0,1-1-221 0,0 5-101 16,-2-3-59-16,2 0-19 0,0-3-7 0,0-2-33 16,-1-4 1-16,3-2-315 0,0-1 157 15,0-6 88-15,2-1 30 0,-1 0-517 16,1-6 265-16</inkml:trace>
  <inkml:trace contextRef="#ctx0" brushRef="#br0" timeOffset="-35382.67">8165 15987 999 0,'4'-10'0'0,"1"5"0"0,3 3 0 0,1 2 0 0,0 4 0 0,2 17 0 0,-1 3 0 0,1 8 0 0,1 11 69 0,-1 4-37 15,-1 3 784-15,-1 8-396 0,-1-3-194 16,1 2-96-16,-2-1-49 0,1-1-24 0,0-3 81 16,-5-6-172-16,2 1 34 0,-4-14-1 0,-1 4-140 15,0-2 86-15,0-11 52 0,-6-2 14 0,-5-3-111 16,-4-5 67-16,0-8 16 0,-1-2 23 0,-2-4-455 15,-1 0 215-15,0-4 81 0,5-12 61 0,-2-8-331 16,7-5 196-16</inkml:trace>
  <inkml:trace contextRef="#ctx0" brushRef="#br0" timeOffset="-35162.75">8606 16004 976 0,'3'-6'0'0,"-3"5"0"0,0 1 0 0,0 0 0 0,-14 1 0 0,-5 18 0 0,1 9 456 0,-3 10-216 0,4 4-103 16,4 2-52-16,2 4 233 0,5-6-134 0,6 14-80 15,0-4 164-15,0-4-117 16,2-3-59-16,13-4-31 0,0-8-20 0,5 2-9 16,3-7 1-16,2-3-299 0,-1-4 149 0,3-7 75 15,-5-4 45-15,2-3-267 0,-1-5 146 0,-3-2 74 16,-1 0 37-16,-2-7-770 0</inkml:trace>
  <inkml:trace contextRef="#ctx0" brushRef="#br0" timeOffset="-35007.06">8723 16293 1791 0,'0'7'0'0,"0"3"0"0,0-2 0 0,0-3 0 0,0-1 0 0,7-2 0 0,5 2 0 0,1-3 415 16,3-1-191-16,-1 2-95 0,5-2-40 0,-1 0-96 15,1 0 0-15,1-2 40 0,-3-5 0 0,3-2-585 16,-1-3 301-16</inkml:trace>
  <inkml:trace contextRef="#ctx0" brushRef="#br0" timeOffset="-34699.63">9011 16054 1305 0,'0'-5'0'0,"9"-3"0"0,2 3 0 0,2-1 0 0,4 1 0 0,2 3 0 0,1 1 489 0,7-2-228 0,-3 3-114 16,-3 0-49-16,5 11 79 0,-6 4-72 0,0 4-36 16,-4 1 0-16,-2 7-103 0,-7 3 41 0,-3 4-7 15,-4 8-206-15,0-2 120 16,-15 3 59-16,-3 3-176 0,-3-11 127 0,-9 7 50 16,2-9-7-16,-3-3-56 0,5-7 3 0,-4-2 29 15,2-6-22-15,1-5 301 0,8-2-135 0,1-2-59 16,4-5-27-16,1 2 224 0,8-3-89 0,1 0-70 15,3 0 425-15,1 0-228 0,0 0-116 0,10 0 23 16,16-3-72-16,-2-2-33 0,3 0 0 16,3 0-132-16,2 2 50 0,1-1 33 15,-1 3-8-15,-2-1-497 0,-3 2 260 0,-2 0 131 16,1 0 66-16,-7 0-805 0,3 0 406 0,-1 3 200 16,-4 1-198-16</inkml:trace>
  <inkml:trace contextRef="#ctx0" brushRef="#br0" timeOffset="-34539.56">9576 16393 1309 0,'2'-3'0'0,"-1"3"0"0,1 0 0 0,0 0 0 0,-2 0 0 0,0 8 0 0,0 4 0 0,-9 3 546 16,-5 7-256-16,1 1-121 0,-4 3-72 0,-1 0 28 16,1 2-46-16,-2-3-23 0,0-1-1 0,5-5-329 15,-2 1 148-15,2-4 80 0,5-5-556 0,0-4 309 16,6-3 154-16,1-4-246 0</inkml:trace>
  <inkml:trace contextRef="#ctx0" brushRef="#br0" timeOffset="-34231.39">9730 16202 1557 0,'3'3'0'0,"-1"3"0"0,2 5 0 0,-2 1 0 0,-2 6 0 0,0 4 0 0,0 1 0 0,0-2 383 0,0 1-179 0,0 0-86 15,2 6-42-15,8-7 77 0,4-3-51 0,5 0-75 16,1-5 5-16,5-3 1 0,-2-7 0 0,1-3 0 16,-4 0 8-16,7-9-9 0,-6-10 1 0,-2-3-493 15,-5-4 244-15,-3-2 80 16,-2 5 78-16,-5-9-244 0,-4-1 136 0,0 2 63 16,0-1 48-16,-16-8 0 0,1 11 14 0,-6-3 8 15,-2 3 68-15,-2 8-34 0,-3 5 0 0,-2 4 69 16,3 11-60-16,-5 1-17 0,6 0 0 0,3 13 261 15,5 4-130-15,4-1-34 0,4 5-43 0,4 2 24 16,4-2-24-16,2 0-281 0,0 0 125 0,11 3 68 16,3-10 35-16,9 2-529 0,2-4 259 15</inkml:trace>
  <inkml:trace contextRef="#ctx0" brushRef="#br0" timeOffset="-34039.86">10144 15829 2500 0,'13'-10'0'0,"4"9"0"0,8-1 0 0,2 2 0 0,-1 2 0 0,4 14 0 0,6 11 0 0,-5 3 0 0,0 6 0 0,-5 5 287 16,0 4-119-16,-7 4 116 0,-2 6-126 0,-4 6-63 16,-7-1-31-16,-4-8-220 0,-2 7 103 0,-14 7 39 15,-12-6 23-15,-10-1-213 0,-8 1 119 0,-9-6 58 16,-4-5 39-16</inkml:trace>
  <inkml:trace contextRef="#ctx0" brushRef="#br0" timeOffset="-29778.01">11629 15956 741 0,'-5'-2'0'0,"0"-1"0"0,1 1 0 0,1 1 0 0,-1-1 0 0,0 2 0 0,3 0 97 0,-1-2-36 16,2 2 0-16,-2 0 170 0,2 0-98 0,0 0-51 15,0 0-16-15,2 0 91 0,5 0-62 0,4 0-31 16,1 4 136-16,1-3-83 0,2 1-34 0,1-2-30 15,4 0 100-15,0 0-60 16,4 0-30-16,-1 0 125 0,0 0-69 0,2 0-48 16,0-3 1-16,1-1 18 0,1 0-28 0,-1-2-1 15,-3 1-20-15,4-1 39 0,0 2-23 0,-1-1-1 16,-1 0-106-16,-4 3 50 0,-1 1 12 0,1-1 0 16,-4 0-166-16,-4 2 94 0,-2 0 46 0,-3 0-440 15,-3 0 204-15,-1 0 118 0,-2 0 22 0,0 0-203 16,-2 0 141-16,0 0 61 0,0-8 43 0,-4-5-406 15</inkml:trace>
  <inkml:trace contextRef="#ctx0" brushRef="#br0" timeOffset="-29544.61">12095 15597 1115 0,'0'5'0'0,"0"3"0"0,2 1 0 0,-1 1 0 0,1-3 0 0,2 2 0 16,3 0 0-16,5 1 517 0,2 1-241 0,7 2-122 0,-4-1 240 0,7 1-185 0,-1 0-88 15,4 2-44-15,-1-2 24 0,-2 2-34 0,-1-4 9 16,3 4-44-16,-10-5-23 16,4 3-1-16,-5 0 25 0,-2 0-81 0,-8 2 49 15,-1 0-8-15,-4 2 40 0,0-1-84 0,-7 7 42 16,-8-2 21-16,-6 0-153 0,-4-3 50 0,-1 2 51 16,-2-4-9-16,-2-1-332 0,0-4 162 0,0 1 87 15,2-3 46-15,2-2-197 0,1 3 125 0,2 0 63 16</inkml:trace>
  <inkml:trace contextRef="#ctx0" brushRef="#br0" timeOffset="-29157.32">11856 16377 1713 0,'-4'0'0'0,"1"3"0"0,1-2 0 0,0-1 0 0,0 0 0 0,-1 0 0 0,3 0 0 0,-1 0 301 0,1 0-134 0,0 0-67 0,8 0 153 16,5 0-102-16,4 2-63 0,1 2-28 0,1-1 13 15,4 0 1-15,-1-3-41 16,2 0-35-16,-1 0 14 0,2 0 0 0,-5 0 20 16,-1 0-174-16,-3-3 87 0,-4-3 53 0,-3 2-248 15,-1-4 137-15,-5 3 9 0,0-6 53 0,-3 1-140 16,0-3 72-16,-12 0 41 0,-4-5 22 0,-3 2-43 16,-2-5 32-16,-3 5 1 0,3 0-2 0,-7 0 35 15,9 6 0-15,-3 4 67 0,1 4-34 0,2 2 0 16,1 0-41-16,-3 13 232 0,6 9-109 0,-2 11-36 15,4 2-33-15,1 4 328 0,5 0-161 16,-2 11-58-16,5-5-50 0,4 2 188 16,0-1-113-16,0-4-58 0,4-7 135 0,8 2-100 15,4-6-45-15,2-4 10 0,1-2-29 0,4-7 1 16,-5-5-20-16,3-2-56 0,4-3 23 0,-3-3 1 16,4-5 24-16,-7 0-227 0,4 0 122 0,-1 0 48 15,-1-3 29-15,-2-7-597 0,-1-2 292 0,1-8 95 16,-4 4-529-16,0-5 354 0,-2-2 174 0</inkml:trace>
  <inkml:trace contextRef="#ctx0" brushRef="#br0" timeOffset="-28969.8">12215 16532 1075 0,'5'0'0'0,"1"0"0"0,-1 0 0 0,-1 0 0 0,1 2 133 0,6 1-49 0,-1 0-18 0,8-3 576 15,0 0-304-15,3 0-152 0,5 0-77 0,-1 0 294 16,-3 0-176-16,2 0-101 0,1 0-47 0,-4 0-145 15,-1-3 49-15,-3 0-389 0,-4-1 216 16,-3 0 111-16,-3 2 56 0,-3 0-542 16,-2 0 299-16,0 1 97 0,-2-1-21 0,0-1-80 15,-8 3 118-15,-2 0 60 0,-1 0 30 0,1 8-351 16</inkml:trace>
  <inkml:trace contextRef="#ctx0" brushRef="#br0" timeOffset="-28794.27">12426 16580 756 0,'-5'6'0'0,"1"4"0"0,1-1 0 0,-3 3 0 0,3 0 0 0,-3 3 211 0,0 4-89 0,2 0-45 15,0 6-22-15,1-1 444 0,-1 6-237 0,2-1-115 16,2 0-57-16,0 1 409 16,0-2-233-16,0-7 93 0,2 1-167 0,7-2-79 15,3-5-41-15,3-2-48 0,2-5 9 0,1-2 8 16,5-6-8-16,-2 0-263 0,4 0 132 0,0-8 65 16,0-8 33-16,-3-7-221 0,3-3 123 0,-1-8 65 15,-5 8-21-15,2-8 36 0,-5 0-127 0,0 1-627 16</inkml:trace>
  <inkml:trace contextRef="#ctx0" brushRef="#br0" timeOffset="-28563.43">12872 15607 1335 0,'2'-10'0'0,"0"4"0"0,-1-1 0 0,1 2 0 0,-2-2 0 0,2 3 0 0,0 0 675 16,-2 3-321-16,0-1-153 0,0-1-88 0,0 3 343 15,2 0-212-15,0 6-105 0,-2 17-46 0,0 13 166 16,-8 7-33-16,-10 15-226 0,-3 4 0 0,-2 9 0 16,1 6 0-16,-2 14 0 0,7-8-906 0</inkml:trace>
  <inkml:trace contextRef="#ctx0" brushRef="#br0" timeOffset="-25720.12">3570 9238 136 0,'0'0'0'0,"0"0"0"0,0 0 0 0,0 0 0 0,0 0 0 0,0 0 0 0,0 0 0 0,0 0 98 0,1 0-35 0,1-2 4 16,0 0-22-16,-2-2 0 0,0-2-21 0,0 3 30 16,0-1 7-16,0 0-32 0,0 1 0 0,0-1 40 15,0 2 1-15,0 0-37 0,0 0 7 0,0-1 49 16,-2 2-28-16,0 1 0 15,1 0-28-15,-2 0 63 0,1 0-23 0,-1 0-16 16,1 0 0-16,1 0-24 0,-2 0 0 0,0 0 20 16,0 0 9-16,-1 0-29 0,3 0 0 0,-3 0 21 15,0 1-21-15,2 2 0 0,-5 1 8 0,3-1 0 16,-2 2-8-16,-1-2-1 0,1 3 1 0,-1-1-9 16,0 1 17-16,-3 4-40 0,2-3-1 0,-3 4 33 15,1 0-3-15,-2 3-21 0,-2 2 2 16,-4 9 18-16,1-3-9 0,-7 11-43 15,0-2 18-15,-5 9 1 0,-1 3 18 0,-3 2-34 16,-3 0 12-16,1 0 0 0,3 0-7 0,-2-3 1 16,9-11 19-16,-3 2 42 0,5-6 0 0,2-4-38 15,6-8-2-15,0 0 39 0,4-4-32 0,-1-3-4 16,5-1 7-16,-1-4 38 0,3 2-15 0,1-3 1 16,1 0-5-16,-2-2-38 0,3 2 29 0,1-2-5 15,1 0-32-15,0 0 31 16,0 0 7-16,0 0-43 0,0 0-3 0,0 0 36 15,0 0-7-15,0 0-34 0,0 0 17 0,0 0-3 16,0 0 8-16,0 0-187 0,0 0 83 0,0 0 51 16,0 0 8-16,0 0-295 0,0 0 150 0,0 0 79 15,0 0-284-15,1-4 182 0,4-4 82 0</inkml:trace>
  <inkml:trace contextRef="#ctx0" brushRef="#br0" timeOffset="-25253.23">2943 9499 770 0,'0'-9'0'0,"0"4"0"0,0 2 0 0,0-1 0 0,0 2 0 0,0 0 0 0,0 0 0 0,0 1 236 0,0 1-106 16,0 0-48-16,0 0-25 0,0 0 77 15,0 0-51-15,0 0-17 0,0 10-8 0,0 4 1 16,-3 1-26-16,1 4 49 0,-1-1-24 0,-2 5 8 16,4 0-33-16,-4 3-7 0,0-3 7 0,-2 3 0 15,0-2 0-15,-1 1-19 0,-2 4 19 0,1-2 0 16,-1-3 0-16,4-3-14 0,-2 1 14 0,2-2 8 16,1-6-8-16,0-1 0 0,4-3-1 15,-1-2-18-15,0-5 66 0,2 1-16 0,0-3-8 16,0 1-37-16,0-2 14 0,0 0 0 15,0 0-1-15,0 0-30 0,0 0-8 0,0 0 39 16,0 0 0-16,0 0 31 0,2 0-32 0,0 0 3 16,1 0-4-16,2 0 15 0,-2 0-16 0,1 0-13 15,1 0 39-15,0 0-18 0,1-2-7 0,4-1-21 16,-1-1 1-16,4-1 24 0,1-1-3 0,1-2-62 16,5 1 25-16,-2-2-4 0,2-2 37 0,4-1-172 15,-3 1 79-15,-2 2 31 0,3-5 20 16,-3 3-181-16,-2 1 92 0,1-1 31 15,-2 0-61-15,-1 1 38 0,0 1 33 0,-4 1-330 16,2-1 180-16,0 3 89 0,4 1 37 0</inkml:trace>
  <inkml:trace contextRef="#ctx0" brushRef="#br0" timeOffset="-24183.49">5415 8471 1372 0,'-22'-1'0'0,"12"-3"0"0,2 2 0 0,-1 0 0 0,6 2 0 0,-1-2 0 0,2 2 0 0,2 0 234 0,0 0-105 15,0 0-48-15,0 0 180 0,7 0-114 0,13 0-57 16,0 0-21-16,7-2 193 0,0 1-115 0,0-2-56 16,1 2-30-16,-2-1 14 0,-1-2-13 0,3 0-8 15,-2 0-64-15,-5 1 21 0,1-1 1 0,-3 2-300 16,0-2 168-16,-4 2 73 0,0 0 39 0,-4 1-660 16,-1-1 324-16,-2 0 127 0,-3 0 83 0,-2 1-402 15</inkml:trace>
  <inkml:trace contextRef="#ctx0" brushRef="#br0" timeOffset="-23973.91">5665 8292 1021 0,'-1'0'0'0,"-1"0"0"0,2 0 0 0,0 0 0 0,0 0 0 0,0 0 0 0,10 0 0 0,6 0 426 0,5 0-188 0,4 0 49 0,-1 1-127 0,1 6-63 16,-4 5-32-16,1 0 192 0,-2 1-104 0,-3-1-64 15,0 3-28-15,-4 0 35 16,-4-1-31-16,-2 0 7 0,-4 3-39 0,-3 2-57 15,0 4 28-15,-12-1 0 0,-7 5 29 0,-4 0-117 16,-9 6 54-16,2-5-421 0,-7 2 235 0,2 0 87 16,-1 2 66-16,4-5-319 0,-6 8 179 15,6-5 85-15,12-6 42 0,-4-1-475 0</inkml:trace>
  <inkml:trace contextRef="#ctx0" brushRef="#br0" timeOffset="-23653.76">5507 8897 809 0,'3'5'0'0,"0"-3"0"0,-1 4 0 0,0-5 0 0,-1 1 0 0,-1 0 0 0,0 1 370 0,2 1-168 0,1 0-77 16,0 0-50-16,8 1 366 0,-1 2-204 0,3-5-103 16,4 2-50-16,2-2 224 0,6 0-142 0,-7-2-66 15,8 0-58-15,-3 0-9 0,1-2 0 0,-2-5-100 16,-2-4 47-16,1-1 25 0,-5-1 1 0,-3 0-271 16,-2 0 148-16,-5-2 84 15,-2 0 28-15,-3 0-319 0,-1-2 159 0,0-2 6 16,-14 0 6-16,0 4 52 0,-1 0 38 0,-7 4 83 15,1 5-27-15,-1 3 1 0,0 3-27 0,-2 0 261 16,0 9-127-16,2 8-66 0,3 5-25 0,4 3 182 16,3 3-103-16,2 4-10 0,2-1 14 0,6 4 229 15,2-4-145-15,0 3-72 0,4-2 161 0,7 1-109 16,2-4-66-16,3 1-59 0,2-2 1 16,2-1-1-16,0-4 1 0,-2-5-435 15,6 1 214-15,1-8 110 0,0-3 55 0,-1-6-320 0,0-2 135 16,-3 0 108-16,7-16-33 0,-5-1-609 15,-4-5 355-15</inkml:trace>
  <inkml:trace contextRef="#ctx0" brushRef="#br0" timeOffset="-23508.15">5955 9013 726 0,'-3'-6'0'0,"1"4"0"0,2 0 0 0,0 0 0 0,0 0 0 0,0 0 0 0,5 0 472 16,9-1-219-16,-1-1-111 0,5 1 362 0,0-1-239 0,3-1-117 0,1 4 23 15,-3-2-69-15,0 2-34 16,0 1 7-16,-1 0-418 0,0 0 187 0,-4 0 95 15,0 0 47-15,-3 0-591 0,0 0 327 0,-5 0 150 16,0 0 5-16,-6 0-287 0</inkml:trace>
  <inkml:trace contextRef="#ctx0" brushRef="#br0" timeOffset="-23374.5">6133 8950 604 0,'-9'0'0'0,"3"0"0"0,0 4 0 0,0 3 0 0,4 7 449 16,2 1-199-16,0 9-113 0,0 2-53 0,0 5 221 15,11-2-136-15,1 5-68 16,1 0-26-16,5 0 481 0,-4 0-261 0,5-2-67 15,0-3-97-15,-1-2-50 0,4-3-15 0,-2-7-532 16,0-3 250-16,2-9 124 0,2-3 63 0,1-2-889 16</inkml:trace>
  <inkml:trace contextRef="#ctx0" brushRef="#br0" timeOffset="-22760.75">2073 8997 528 0,'-11'0'0'0,"-1"0"0"0,2 0 0 0,2 0 0 0,1 0 0 0,-2 0 0 0,6 0 0 0,1 0 99 16,2 0-33-16,0 0 74 0,0 0-53 0,2 0-20 16,15 0-7-16,-1 0 32 0,8 0-30 0,3-2 0 15,0 0-30-15,3 1 81 0,0-3-44 0,0 1 0 16,-1-3-36-16,-1-1 34 0,1 2 1 0,-8-1-27 16,2 1-43-16,-2-1 1 15,-5 2 33-15,-5 1-130 0,0-1 74 0,-4 2 24 16,-3 0 0-16,-2 0-105 0,1 1 65 0,-2-1 9 15,-1-1-3-15,0 2-324 0,0-5 170 0,0 1 52 16,0 0 54-16</inkml:trace>
  <inkml:trace contextRef="#ctx0" brushRef="#br0" timeOffset="-22527.53">2368 8738 804 0,'-8'-1'0'0,"5"-2"0"0,-2 3 0 0,4 0 0 0,-2 0 0 0,3 0 0 0,0 0 187 0,10 0-77 0,7 0 172 15,3 0-116-15,5 0-71 0,0 3-31 0,5 5 50 16,-5 4-41-16,0-1 0 0,-1 2-32 0,-5 0-30 16,0 3 1-16,-2-2 21 0,-4 1 0 0,-3 3-62 15,-5-4 40-15,-2 3-9 0,-3 2-22 0,0 1 27 16,-11 1-1-16,-7 0-15 0,-4 0 11 0,-3-1-6 16,-2-1-12-16,-3-4-202 0,-2 1 100 0,2-4 58 15,6-2 19-15,-6 3-163 16,9-3 80-16,2-1 52 0,3-1 4 0,2 1-308 15,9-2 163-15</inkml:trace>
  <inkml:trace contextRef="#ctx0" brushRef="#br0" timeOffset="-22123.75">2239 9247 824 0,'-10'4'0'0,"3"0"0"0,1-1 0 0,-2-1 0 0,4-2 0 0,3 0 0 0,-2 0 0 0,2 0 218 0,1 0-84 0,0 0-54 16,0 4-24-16,9 1-1 0,2 4 0 0,5 0-22 15,0-2 8-15,1 0-37 0,1-1 0 0,1 0 29 16,0-2-1-16,-2-3-19 0,2-1-9 0,-6 0 29 16,-3 0-68-16,-1 0 34 0,-1-1-1 0,-3-5-32 15,0-2 11-15,-2-3 20 0,-2-2-5 0,-1 0-12 16,0 0-6-16,0 2 36 0,0-5-20 0,-4 5-16 16,-3-2 26-16,-6 0 2 0,-1 1-2 0,-2 3-12 15,-1-1 12-15,-2 5-9 16,3 1 9-16,-3 2 0 0,0 2-1 0,0 0 64 15,0 2-31-15,3 9 0 0,0 5-29 0,3 1 65 16,0 3-28-16,4 1 9 0,1 5-39 0,5 2 142 16,3 1-61-16,0 2-34 0,0 2-5 0,1-1 51 15,11 3-39-15,0-2 0 0,1-2-29 0,1-3-2 16,1-2 0-16,-1-5-16 0,2-1-8 0,-1-3 23 16,0-4 1-16,0-1-79 15,-2-6 39-15,-1-1 8 0,2-5 32 0,-5 0-198 16,5 0 91-16,-4 0 27 0,-2-5 28 0,2-10-268 15,-1-3 137-15,-1-2 45 0,2-3-142 0,-3 1 107 16,3-1 53-16,-2 1-325 0,3-5 194 0</inkml:trace>
  <inkml:trace contextRef="#ctx0" brushRef="#br0" timeOffset="-21960.19">2445 9371 468 0,'-2'4'0'15,"-3"2"0"-15,3-3 0 0,-1 1 0 0,2 0 0 0,-1-4 326 0,2 1-151 0,0-1-71 16,0 0-35-16,2 0 140 0,9 0-88 0,3 0-36 15,4-3-30-15,-1-3 104 0,-1 0-64 0,1-1-31 16,2-1 1-16,-3 1-176 0,2 1 68 0,-6 0 38 16,4 2 0-16,-5 1-295 0,1 2 167 0,-3-2-153 15,-1 2 147-15,-2 1 19 0,-2 0 56 0,-1 0-290 16,-3 0 153-16</inkml:trace>
  <inkml:trace contextRef="#ctx0" brushRef="#br0" timeOffset="-21792.64">2586 9333 565 0,'-12'4'0'0,"2"-1"0"0,1 5 0 0,3-2 0 0,-1 3 0 0,2 3 80 0,0 3-23 0,2 2 0 0,3 1 168 16,0 5-88-16,0 3-56 0,0-1-24 0,1-2 176 16,6 2-100-16,2-4-51 0,0 0-16 0,0-4 23 15,3-2-28-15,1-2 0 0,1-5-28 0,0-3-137 16,4-5 77-16,-1 0-93 0,4-2 77 16,0-17 37-16,-1-5 1 0,1-2-344 31,-3-7 181-31,4-5 37 0,-2 0 62 0</inkml:trace>
  <inkml:trace contextRef="#ctx0" brushRef="#br0" timeOffset="-21644.04">2916 8340 1696 0,'0'-9'0'0,"0"7"0"0,0 0 0 0,0 2 0 0,-4 0 0 0,-6 19 0 0,2 9 0 0,-4 13 197 0,-2 4-82 0,3 6-41 16,-1 3-20-16,2 2-44 0,5 5 8 15,0 6-376-15,5-3 196 0,0 4 97 0,2 3 49 0</inkml:trace>
  <inkml:trace contextRef="#ctx0" brushRef="#br0" timeOffset="-20156.93">13359 16075 915 0,'-6'4'0'0,"2"1"0"0,2 1 0 0,0-2 0 0,2 0 0 0,0-1 0 0,0 3 0 0,4-2 125 16,11 0-46-16,3-4 163 0,3 0-104 0,-2 0-53 15,6 0-18-15,-5 0 110 0,3 0-73 0,-2 0-35 16,-1-2 0-16,-1 0-8 0,-2-2-20 16,0 2-9-16,-5-2-87 0,0 1 44 15,-3 0 22-15,-1 2 0 0,-2 0-244 0,-2-2 129 16,-1 1 68-16,-1 2-488 0,0 0 226 0,-2 0 139 15</inkml:trace>
  <inkml:trace contextRef="#ctx0" brushRef="#br0" timeOffset="-19932.21">13371 16484 1820 0,'-1'10'0'0,"1"0"0"0,0-3 0 0,0-1 0 0,0-3 0 0,1-1 0 0,11 2 0 0,8 0 0 0,3 0 0 0,4-4 250 0,3 6-113 0,3-5-52 0,1 1 108 16,0 0-80-16,-1 0-40 0,-4-1 8 0,3 1-114 16,-10-2 32-16,1 0 1 0,-5 0 33 0,-6 0-146 15,-1 0 82-15,-5 0 27 0,-4 0-74 0,-1 0 55 16,1 0 28-16,-2 0-190 16,0 0 97-16,-7 0-2 0,0 0 39 0,-1 0-401 15,0 0 210-15,3 0 105 0</inkml:trace>
  <inkml:trace contextRef="#ctx0" brushRef="#br0" timeOffset="-18904.53">14547 15825 741 0,'0'-16'0'0,"0"2"0"0,-2 5 0 0,0-2 0 0,-1-1 0 0,-3-1 0 0,3 0 0 0,-3 4 0 0,-2 1 89 16,4 3-28-16,-1 1 0 0,-1 1 136 0,-1 2-75 15,-3 1-48-15,1 0 69 0,0 12-56 0,-5 8-27 16,3 6 1-16,-1 4 90 0,1 6-63 0,1 9-28 15,2-2 1-15,0 8 118 0,4 1-73 0,1 1-29 16,1 1-7-16,2 1 48 0,0-1-43 0,2-2-21 16,9-4 81-16,2-6-43 0,10 2-33 0,-1-6-60 15,3-4 0-15,-3-6 33 0,5-2 1 16,-3-1-125-16,0-6 59 0,-3-4 32 0,-2-4 1 16,-1-2-222-16,-2-3 121 0,-3-4 28 15,-1-2-137-15,-1 0 65 0,-1 0 62 0,-2-10-17 16,2-5-261-16,-3-1 156 0,-2-4 90 0,1 2-355 15</inkml:trace>
  <inkml:trace contextRef="#ctx0" brushRef="#br0" timeOffset="-18676.05">14658 16276 1209 0,'0'3'0'0,"0"2"0"0,0-2 0 0,0 0 0 0,0 0 0 0,2 1 0 0,4-2 0 0,5 1 516 16,8 2-242-16,2 2-112 0,7-1 126 0,-2-1 20 15,4-1-138-15,0 0-68 0,1-3 23 0,-8 1-38 16,4 0-31-16,-5-2-45 0,-5 0-1 0,-5 0 23 16,-1 0 0-16,-6 0-97 0,0 0 45 0,-4 0 25 15,1 0 1-15,-2 0-141 0,0 0 83 0,0 0 51 16,0 0 11-16,0 0-407 16,0 0 192-16,0 0 50 0,0 0-174 0,0 0 140 15,2-2 82-15,9 0 36 0,5 1-519 0</inkml:trace>
  <inkml:trace contextRef="#ctx0" brushRef="#br0" timeOffset="-18393.81">15460 16279 1803 0,'-7'-3'0'0,"3"1"0"0,1 1 0 0,0 0 0 0,1-2 0 0,2 1 0 0,0 0 0 0,0 0 183 0,7-2-75 0,11 2-29 0,6-3 262 16,5 3-154-16,2 1-77 0,12-3-39 0,1 3 184 16,4 0-102-16,2-4-65 0,1 4-27 0,0-3 32 15,1 0-29-15,-1 2-1 0,-9 0-94 0,11 1 28 16,-8-1 0-16,-8 2 35 16,2-3-91-16,-2 3 46 0,-2 0 31 0,-3 0-289 15,-2-1 104-15,-1 1 89 0,-8 0-18 0,-1 0-315 16,-1 0 181-16,-5 0 103 0,-4 0 46 0,-2 0-326 15,-5 1 186-15,-1 4 95 0,-2 0-377 0</inkml:trace>
  <inkml:trace contextRef="#ctx0" brushRef="#br0" timeOffset="-18024.13">15804 16505 653 0,'-28'0'0'0,"8"1"0"0,0-1 0 0,5 3 0 0,4-3 0 0,4 0 0 0,1 0 544 0,4 0-248 0,2 0-136 16,13-3 220-16,12-4-174 0,10 1-87 0,-1-1-35 16,12 1 98-16,-4 5-75 0,3-1-37 0,-8 2-98 15,0 0 31-15,-2 6 8 16,-5 7 21-16,-5 5-208 0,-7 2 104 0,-4 6 52 16,-9 0 27-16,-5 5-116 0,0 0 50 0,-10 1 42 15,-13 6-242-15,-4-8 122 0,-3-1 14 0,4-8 39 16,-8 1 71-16,0-5 1 0,1-3-21 0,1-5 166 15,2-1-82-15,5-3-51 0,-1-1-12 0,6-2 360 16,2-1-161-16,7 2-94 0,3-3-12 0,4 0 158 16,3 0-88-16,1 0-59 0,1 0 135 0,19 0-98 15,4 0-48-15,5 0 32 0,2 0-44 16,10-3 0-16,0 0-37 0,1-2-94 16,-1-1 48-16,-3 0 31 0,9-2-8 0,-15 3-329 15,4-1 176-15,-5 1 89 0,-8-1 22 0,2 5-358 16,-7-4 189-16,-4 4 92 0,-3 1-516 0,-4 0 296 15,-3 0 149-15,-3-3-174 0</inkml:trace>
  <inkml:trace contextRef="#ctx0" brushRef="#br0" timeOffset="-17718.87">15359 15418 1150 0,'-10'-11'0'0,"8"9"0"0,2 1 0 0,0-2 0 0,0 0 0 0,12-2 0 0,8 0 357 0,8 1-162 0,14-2-81 16,5 0-32-16,4-1 208 0,14 0-129 0,1 1-64 15,0 3-32-15,-3-3 27 0,-8 4-21 16,7-3-8-16,-4 3-66 0,-3 0 35 0,-5 0 1 0,-4 0-118 15,-11 2 68-15,1 0 20 0,-6 0 0 0,-9 0-257 16,-5 0 143-16,-4 0 26 0,-6 0 54 0,-3 2-404 16,-3-2 201-16,0 0 99 0,-12 0-172 0,-8 0 137 15,-2 0 61-15,-9 0 42 16,0 0-110-16</inkml:trace>
  <inkml:trace contextRef="#ctx0" brushRef="#br0" timeOffset="-17367.8">15417 15401 416 0,'-11'6'0'0,"3"1"0"0,3 3 0 0,3 3 0 0,2 0 0 0,0 2 344 0,0 4-155 0,0 4-79 15,2-3-30-15,3 8 236 0,3 0-142 0,-3 1-71 16,1-2 73-16,-2 6-72 16,0-4-27-16,-2 2-9 0,-2-1-74 0,0 2 0 15,0-4 38-15,0 0-32 0,-6-6 8 0,-2-3 24 16,-1-1 1-16,0-4-125 0,-2-4 63 0,-3-5 30 15,1-3 9-15,-2-2-134 0,0 0 70 0,0-10-2 16,0-8-65-16,-2-1 41 0,6-1 15 0,-5-9-25 16,5 3 34-16,2 2-11 15,1 5 40-15,3 0 38 0,-1 6-55 0,3-1 12 16,1 7-4-16,2 1 173 0,0 5-80 0,-2-1-35 0,2 2-18 16,0 7 154-16,0 10-67 0,0 2-45 15,0 5 117-15,-4 2-61 0,2-1-14 0,1 7-34 16,-4-6-75-16,1-3 26 0,1-1 1 0,-1 0-86 15,2-4 52-15,-1-3 29 0,3-6 5 0,0-2-392 16,0-2 168-16,0-5 101 16,0 0 11-16,3-5-304 0,6-13 189 0</inkml:trace>
  <inkml:trace contextRef="#ctx0" brushRef="#br0" timeOffset="-17063.62">15554 15577 924 0,'9'-5'0'0,"1"5"0"0,-2 0 0 0,-5 0 0 0,-1 0 0 16,-2 0 0-16,0 7 154 0,0 3-60 0,0 1-31 0,-2 1 110 0,-5-1-74 0,-3-1-33 16,1 4 0-16,-2-3-6 0,-3 1-27 0,1-1 8 15,1-4-8-15,0 0 24 0,3-1-25 0,0-2 1 16,2-1 106-16,2-3-45 16,3 3-35-16,2-3 126 0,0 4-76 0,0-4-38 15,11 4 0-15,6-1 98 0,8-1-72 0,-2 0-32 16,2 1 0-16,3 0 7 0,2-1-40 0,-3-2 9 15,5 2-8-15,-4-2-68 0,-5 0 34 0,0 1 0 16,-2-1-255-16,-3 0 153 0,-4 2 64 0,-5-2 36 16,0 2-586-16,-6 0 284 15,1 2 108-15,-2-2-310 32,-2 1 241-32,0 1 117 0,-2-3 58 15,-11-1-225-15</inkml:trace>
  <inkml:trace contextRef="#ctx0" brushRef="#br0" timeOffset="-16931.97">15683 15568 470 0,'-10'-4'0'0,"2"3"0"0,2-1 0 0,-1 2 0 0,3 0 0 0,0 0 398 16,2 11-183-16,2 1-83 0,0 6-53 0,0 0 143 16,0 9-95-16,0-2-46 0,0-2 254 0,0 10-155 15,0-4-74-15,2 0-6 16,0-3-34-16,0 0 0 0,3-3-25 0,1 2-344 16,0-5 167-16,3-1 85 0,0-4 41 0,3-1-513 15,1-5 250-15,0-4 75 0</inkml:trace>
  <inkml:trace contextRef="#ctx0" brushRef="#br0" timeOffset="-16730.41">15795 15615 1204 0,'0'-2'0'0,"2"1"0"0,1-1 0 0,3-1 0 0,-1 3 0 0,2-2 0 0,-2 1 0 0,2 1 419 0,2 0-193 0,0 0-96 16,3 0-49-16,-3 0-85 0,3 0 45 0,-1 0-8 15,0 0-1-15,-1 0-372 0,-1 0 187 0,-3 1 92 16,-1 1-203-16,-1 3 139 0,-1-4 72 0,-2 1 35 16,-1-1-432-16,0-1 199 0,0 0 101 0,0 0-15 15</inkml:trace>
  <inkml:trace contextRef="#ctx0" brushRef="#br0" timeOffset="-16539.1">15930 15576 618 0,'0'-12'0'0,"0"5"0"0,1 0 0 0,3 1 0 0,2 0 0 0,4 1 0 0,-1 1 54 0,3 0 0 0,-2 2 170 16,5 2-96-16,0 0-47 0,-2 0-17 0,3 0 151 15,-4 10-92-15,2 1-44 0,-3 3-24 0,-4 2 80 16,2 2-43-16,-8 3-33 0,1 4-5 0,-2-1 1 16,-2 1-22-16,-13 1-1 0,0 0-45 0,-6-2 18 15,0 3 1-15,-2-5-25 0,-2 0 26 16,-1 0 8-16,1-6 18 0,2-2-260 16,7-6 123-16,-3 2 32 0,4-7 41 0,5 2-299 15,3-5 157-15,1 0 45 0,6 0 48 0,0-5-197 16,0-5 122-16,8-3-171 0</inkml:trace>
  <inkml:trace contextRef="#ctx0" brushRef="#br0" timeOffset="-16333.65">16230 15551 683 0,'2'-5'0'0,"0"1"0"0,-2 2 0 0,0 0 0 0,0 0 138 0,0 2-45 15,-6 0-34-15,1 4 331 0,0 11-178 0,-6 6-90 16,4 3-44-16,2 2 202 0,-1 4-128 0,3 2-60 15,3-1-29-15,0 0 42 0,0-1-36 0,0-4 8 16,2 5-136-16,8-7 45 16,3-1 24-16,1-6-271 0,0 0 147 0,4-5 82 15,-4 0 28-15,0-6-199 0,1 0 62 0,-2-6 71 16,-2 0-36-16,0 0-418 0,-3-8 250 0</inkml:trace>
  <inkml:trace contextRef="#ctx0" brushRef="#br0" timeOffset="-16083.95">16397 15540 1066 0,'10'-6'0'15,"1"3"0"-15,3-3 0 0,-3 0 0 0,1 0 0 0,4 5 0 0,-3-2 0 0,0 2 176 0,0 1-71 0,-2 0 99 16,1 0-86-16,-5 8-34 0,0 3-30 0,-5 2-42 16,0 2 21-16,-2 2-1 0,0-2 1 0,-9 2-27 15,-4-2-7-15,-2-1 33 16,0 0-34-16,0-5-1 0,0 1 44 0,0-3-9 0,5-3 65 0,1 0-32 15,1-3-2-15,3-1 124 0,3 2-73 0,0-2-44 16,2 0-1-16,0 0-38 0,2 0 1 0,12 0 1 16,0 0 8-16,5 0 22 0,-1 0-30 0,2 0 0 15,2 0-1-15,0 0-300 16,1 0 159-16,0 0 67 0,1 3-758 0</inkml:trace>
  <inkml:trace contextRef="#ctx0" brushRef="#br0" timeOffset="-15400.31">16977 16475 712 0,'2'0'0'0,"2"0"0"0,4 0 0 0,-3 0 0 0,1 0 0 0,-4 0 125 0,1 2-47 0,-1 1-14 16,0 1 59-16,-2 2-45 0,0 2-22 0,0 0 73 16,0 5-48-16,-6-2-16 0,-3 4-8 0,-3 0-78 15,1 0 28-15,1-4-1 0,-2 0-189 0,7-3 116 16,-3-3 45-16,3 2 28 0,3-6-364 0,0-1 163 15,2 0 98-15</inkml:trace>
  <inkml:trace contextRef="#ctx0" brushRef="#br0" timeOffset="-15127.04">17351 16211 888 0,'-8'0'0'0,"5"0"0"0,3 0 0 0,0 0 0 0,0 1 0 0,0-1 0 0,2 3 206 0,9-1-78 0,6-2-52 16,6 1-21-16,3-1 329 0,6 0-175 0,9 0-88 16,-7-3-36-16,11-7 172 0,-4 1-113 0,-5 1-55 15,1-4-30-15,1 5-1 0,-4-2-17 0,-4 3-183 16,-2-1 87-16,-7 3 44 0,-2 2 22 0,-8 1-161 15,0 1 99-15,-3 0 38 0,-6 0 23 0,-2 7-622 16,0 6 245-16,-6 2 168 0,-8 4-309 0</inkml:trace>
  <inkml:trace contextRef="#ctx0" brushRef="#br0" timeOffset="-14809.56">17496 16424 1509 0,'-11'0'0'0,"2"0"0"0,4 0 0 0,1 0 0 0,3 0 0 0,1 0 0 16,0 0 0-16,7 0 0 0,12 0 207 0,4 0-88 0,0 0-43 0,-2 0 107 0,2 0-67 16,0 1-46-16,-1 7 0 0,-3 4-68 15,-4-1 0-15,-4 5 31 0,-3-2-129 0,-5 4 60 16,-1 0 35-16,-2 5-1 0,-3-3-148 0,-14-1 91 16,2-2 54-16,-10 2-108 0,3-4 32 0,-2-2 41 15,-3-4-25-15,4-3 161 0,-1 0-67 0,2-1-24 16,5-3-20-16,4 2 176 0,3-2-77 0,2-2-25 15,5 0 386-15,3 2-207 0,0-2-98 0,9 0-54 16,12 2 85-16,2-2-61 0,9 0-43 0,-2 0 6 16,3 0 0-16,3 0-41 15,-1 0 1-15,1 0-235 0,-2 0 113 0,-2-2 61 16,-2-2 31-16,-8 3-496 0,1-2 224 0,-8 1 84 16,0 2 87-16,-4 0-270 0,-3 0 167 0,-6 0 84 15,0 0-405-15</inkml:trace>
  <inkml:trace contextRef="#ctx0" brushRef="#br0" timeOffset="-14530.55">17357 15584 1102 0,'-21'-29'0'16,"12"12"0"-16,7 15 0 0,2 0 0 0,0 1 0 0,0-3 124 0,9 0-46 0,10 1-23 0,5-3 252 0,3 6-129 15,6 0-77-15,3 0 64 0,8 0-66 0,-12 9-33 16,3 6 0-16,-5 2-67 0,-3 2 13 0,-7 4 0 16,-5-2 21-16,-6 8-77 15,-5 1 39-15,-4-1 7 0,0 4-51 0,-11-4 41 16,-10 2 20-16,-1-3-25 0,-6-1-16 0,-4-5-2 16,-2-3 19-16,-4-4-143 0,4-5 75 0,-1-5 22 15,5-2 25-15,5-3-225 0,1 0 118 0,5 0 44 16,8-3 32-16,5-9-246 0,6-1 139 0,0-3 61 15</inkml:trace>
  <inkml:trace contextRef="#ctx0" brushRef="#br0" timeOffset="-14316.07">17873 15540 1200 0,'4'-9'0'0,"-2"1"0"0,-2 1 0 0,-2-2 0 0,-13 1 0 0,-2 2 0 0,0 4 0 0,2 2 280 0,-2 0-124 0,0 2-53 0,-3 13 210 15,5 4-141-15,0 4-69 0,5 3-35 0,1 0 141 16,5 1-80-16,1 2-53 0,3 0 25 0,0-3-34 16,0 0 0-16,9 0-34 15,2-5-124-15,6 5 58 0,0-5 33 0,0 0-164 16,4-2 98-16,-1-1 50 0,1-5 32 0,3 5-594 16,3-7 234-16,-1 0 158 0,2-4 79 0</inkml:trace>
  <inkml:trace contextRef="#ctx0" brushRef="#br0" timeOffset="-14012.88">18236 15672 1873 0,'1'-2'0'0,"1"0"0"0,0-2 0 0,0 2 0 0,0-2 0 0,-2 2 0 0,0 0 0 0,3-1 0 0,-2-1 198 0,3 2-83 15,1 0-33-15,3 0 310 0,-3 2-179 0,1 0-91 16,2 0-44-16,-3 0 163 0,3 0-96 0,-3 0-60 15,3 0 51-15,0 8-52 0,-3-3-25 0,2 7-1 16,-1-3 156-16,2 4-214 0,-1-1 0 0,2 3 0 16,-1-1 0-16,2 4 0 0,-1 3 0 15,2 1 0-15,-3 4 0 0,1 1 0 16,-3 4 0-16,-1 7 0 0,1 5 0 0,-4 4 0 16,-2 2 0-16,0 5 0 0,0 3 0 15,-6 3 0-15,-7 5 0 0,-1-4 0 16,-2-2 0-16,-3 2-344 0,2-10 157 0,0 0 81 0,-1-1 31 0,1-7-284 15,2-9 163-15,-4 0 82 0,3-3 40 0,-4-3-650 16</inkml:trace>
  <inkml:trace contextRef="#ctx0" brushRef="#br0" timeOffset="3389.99">19954 16250 485 0,'-1'0'0'0,"-1"0"0"0,2 2 0 0,-2-2 0 0,0 4 0 0,2-3 0 0,-2-1 137 0,2 2-52 0,0-2-26 15,0 0 69-15,0 3-47 0,0-2-17 0,0 1-7 16,0-2 163-16,4 2-94 0,7 0-47 0,-4-2 129 15,5 0-79-15,1 0-53 0,-1 0-21 0,0 0 96 16,1 0-60-16,1 0-28 0,-1 0 7 0,2 0 2 16,1 0-1-16,4 0-38 0,1 0-11 0,-3 0 11 15,5-4 8-15,-2 1-68 16,-1-2 30-16,-3 4-1 0,-1-3 31 0,-4 2-77 16,1 1 34-16,-6 1 15 0,1 0-1 0,-2 0-71 15,-2 0 41-15,-3 0 6 0,1 0-3 0,0 0-4 16,0 0-1-16,-2 0 14 0,0 0-19 0,0 0-10 15,0 0 38-15,0 0-137 0,2-4 64 0,-1-1 28 16,3-1-1-16,3 1-304 0,-2 1 165 0,2 3 79 16,4-1 39-16,3 2-336 0,-1 0 187 0</inkml:trace>
  <inkml:trace contextRef="#ctx0" brushRef="#br0" timeOffset="3657.02">20631 16240 1057 0,'0'3'0'0,"0"-1"0"0,0 2 0 0,0-4 0 0,0 1 0 0,0-1 0 0,0 0 222 0,0 0-94 0,1 0-48 0,7 0 250 15,5 2-153-15,4-2-72 16,6 0-36-16,-1 0 224 0,7 0-129 0,1 0-58 16,3 0 10-16,-1 0-41 0,4 0-22 0,1 0 1 15,-1 0-54-15,-1 0 8 0,2 4 24 0,-3-4-33 16,-3 1-1-16,1 1 34 0,-2 1 1 0,-8-2-147 15,1 1 69-15,-4 0 39 0,-4 0-23 16,-5 1-273-16,-1-2 119 0,-4 0 82 0,-1-1-298 16,-2 0 184-16,-2 0 91 0,0 2 45 0,0-2-262 0,-2 4 147 15,-7 2 84-15,-3 1-274 16,-1-1 176-16</inkml:trace>
  <inkml:trace contextRef="#ctx0" brushRef="#br0" timeOffset="4062.31">20967 16440 749 0,'-26'7'0'0,"6"-2"0"0,2 3 0 0,-1-2 0 0,3 0 0 0,2-5 0 0,3 3 145 0,4-4-56 0,0 2-28 16,4-2 0-16,1 0 255 0,2 0-133 0,0 0-80 15,0 0-35-15,7 0 49 0,7 0-42 0,2 0-22 16,3 0 16-16,2 0-37 16,-1 0 1-16,1 1-84 0,0 3 41 0,-1 5 22 15,-2-3 8-15,-4 4-47 0,-2 3 30 0,-1-1-1 16,-6 4 31-16,-1-1-151 0,-2 0 34 0,-2 2 45 15,0 1-29-15,-2-4 34 16,-9 1 4-16,-2 0 0 0,-4-2 99 0,-2 2-38 0,3-3-4 0,-4-1 112 16,2-1-64-16,3-3-35 15,7-1-5-15,1-3 106 0,4-1-51 0,-2-2-32 16,5 2 2-16,0-2-7 0,10 0-12 0,5 0-8 16,9 0 0-16,-3 0-131 0,4 0 67 0,-2 0 32 15,-2 0-86-15,8 1 51 0,-10 9 15 0,1 1-45 16,-3 2 27-16,-2 5 21 0,-3 0-7 0,-7 5 51 15,-3 1-12-15,-2 3-20 0,-4-1-11 0,-13 0 87 16,-3 0-32-16,-5-1 0 0,-3-3-3 0,-2-2 137 16,-2-2-71-16,-2-4-41 15,1-7 8-15,-2-4-40 0,3-3 14 0,-2 0-12 16,4-2-299-16,5-10 144 0,0-8 78 0,4-3-548 16,5-8 284-16,4-1 143 0,6-9 44 0,6 0-416 15</inkml:trace>
  <inkml:trace contextRef="#ctx0" brushRef="#br0" timeOffset="4644.67">20587 15705 795 0,'-4'-10'0'0,"1"4"0"0,1 1 0 0,0 0 0 0,0-2 0 0,2 3 0 0,0-4 0 0,0 4 0 0,0 2 221 15,0-3-94-15,4 3-47 0,8-2-23 0,0 2 78 16,3 2-55-16,2 0-24 16,2 0 15-16,0 0-38 0,0 2 0 0,-3 6 8 15,3-3-46-15,-1 5 38 0,-4-3 0 0,-1 4-56 16,-1 0 28-16,-7 1 8 0,1 1 19 0,-4 4-49 16,-2 0 24-16,0 4-9 0,-6-2 0 0,-7-1-7 15,-2 3-4-15,-1 0 9 0,0-8 26 0,1 1-15 16,-2-2 5-16,3-3-1 0,0-2 40 0,5-2 2 15,0-4-39-15,2-1 24 0,2 0 0 0,3 0-10 16,2 0-10-16,0 0 34 0,0 0 0 0,7 0-24 16,9-1-4-16,0-1-85 15,3 2 38-15,0 0 22 0,1 0-19 0,1 2-4 16,0 7 39-16,-2 4-4 0,-4 2 5 0,-2 2-5 16,-1 2-1-16,-7 1 11 0,-1 3-17 0,-4 3 3 15,0-3-7-15,-6 2 60 0,-9-3-25 0,-3 1 9 16,-2-7-5-16,-6 5 1 0,0-6 7 0,-1-4-27 15,2-4 0-15,-2-1-100 0,4-4 52 0,1-2 21 16,-1 0-301-16,3-2 152 0,4-11 63 0,4-3 43 16,6-5-234-16,3-4 130 15,3 1 59-15,0-2-347 0</inkml:trace>
  <inkml:trace contextRef="#ctx0" brushRef="#br0" timeOffset="5091.46">20967 15729 1053 0,'0'-5'0'0,"0"1"0"0,0 3 0 0,0-3 0 0,0 0 0 0,0 1 0 0,0 2 0 0,0-1 147 0,0 1-61 0,7-2-27 0,6 2 18 16,1 1-23-16,0 0 1 0,2 0-14 0,0 4 42 15,1 3-24-15,1 1-1 0,-4 1-2 0,2 2 1 16,-5 2-16-16,-2 0-9 0,-2 2 36 0,-2 3-1 15,-5 2-34-15,0 5 40 0,0-3 8 0,-14 6-49 16,0-3 1-16,-4 1-25 16,-1-2-1-16,-1 1 26 0,3-7 8 0,-8 2-73 15,5-4 33-15,1-3 0 0,2-3-5 0,0-1 0 16,6-4 25-16,-1 1 5 0,5-3 95 0,3-2-46 16,3-1-11-16,-1 0 49 0,2 0 3 0,0 0-46 15,2 0 1-15,9 0-7 0,6 0-31 0,4 0 8 16,4 0-8-16,0 0 31 0,3 0 1 0,-1 0-32 15,3 0 2-15,-6 0 6 0,8 0-8 0,-5 0 0 16,-6 0-60-16,2 0 29 0,-4 0 1 0,0 0-75 16,-4 1 38-16,-6 4 31 15,2-4 6-15,-4 2-79 0,-2-2 38 0,-3 1 27 16,0-2-11-16,0 0 3 0,-2 0-7 0,0 0 0 16,0 0 89-16,0 0-34 0,0 0-8 0,0 0-27 15,0 0-12-15,-6-2 16 0,4 1 9 0,-1-3-658 16,1-1 309-16,2 4 155 0,0 1 77 0</inkml:trace>
  <inkml:trace contextRef="#ctx0" brushRef="#br0" timeOffset="5428.57">21812 16945 1115 0,'-15'0'0'0,"10"0"0"0,5 0 0 0,0 0 0 0,0 0 0 0,0 0 347 0,0 0-149 0,0 0-87 16,0 0-39-16,0 0 98 0,0 0-68 0,0 0-35 16,0 0-514-16,0 0 230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43:33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18993 2608 895 0,'0'-5'0'0,"0"0"0"0,0-3 0 0,0 0 0 0,0 1 0 0,0-1 0 0,0 0 54 0,2-1 9 0,0 2-30 0,-1-3 24 16,1 3-24-16,2-3-28 0,-2 3 0 0,0-2 36 0,-1-1-8 16,1-2-1-16,0 3 7 0,-2 0-6 15,0-2-1-15,0 1 1 0,0-1 0 0,0 2 0 16,0 2-3-16,-2-3 6 0,-3 2-4 0,-1 2 2 15,1 1-5-15,-2 0-3 0,-2 3 6 0,0-3-1 0,0 4-19 16,-1 0 28 0,1 1-10-16,-2 0 1 0,1 0 4 0,-1 0-6 15,2 0 1-15,-3 0 34 0,3 1-7 0,0 2-25 16,2 2 0-16,-2-2 28 0,2 1 0 0,0-1-19 16,0 3 9-16,-2-1-18 0,2 3 1 0,2 1 0 15,-3 0 0-15,2 4 39 0,0 0-39 0,1 3-1 0,-1 4 34 16,1 2 0-16,0 0 51 15,-2 4-46-15,2 1-1 0,-1-1-37 0,3 1 0 16,-3-1 36-16,4-2 9 0,-2 6-46 16,0-3-3-16,2 0 3 0,0 0 1 0,2 1 0 0,0-5-14 15,0 6-8-15,0-1 22 0,0-1-1 16,0-1-27-16,0 0-1 0,0 0 37 0,0 1-37 16,0-4-11-16,0 5 36 0,2-3-17 0,0-1 36 15,0-3-23-15,0 4-2 0,0 1-7 0,0-5 8 16,0 0-3-16,0 4 1 0,-2-2-6 0,0-2 6 0,0 6 5 15,0-2-4-15,0-2-29 16,0 3 1-16,0-4 31 0,0 6-51 0,-4-1 21 0,-2-3-1 16,-1 1 15-16,1-6 6 0,-3 1-44 15,1 1 18-15,-1-5-89 16,-2 1 51-16,1-4 21 0,1-3 1 0,0-3-55 0,-1-1 38 16,-1-2 10-16,0-3-216 0,-1-1 103 0,1 0 59 0,-2 0 8 15,1-3-262-15,3-5 154 0,-2 1 77 16,3-5 39-16,2 3-279 0,3-2 151 0,1-3 87 15,2 4-296-15,0-6 187 16,0 2 94-16,4-2 48 0</inkml:trace>
  <inkml:trace contextRef="#ctx0" brushRef="#br0" timeOffset="1118.84">18991 3226 466 0,'0'0'0'0,"0"0"0"0,0-2 0 0,0 1 0 0,0-1 0 0,0 0 33 0,0 0 98 0,0 1-49 0,0-2-16 0,0 3 91 15,0-2-63-15,0 2-30 0,0-1-1 16,0 1 56-16,-2-3-36 0,2 3-29 0,0-2 23 15,-1 2-23-15,1 0 1 0,0 0-11 0,0 0-3 16,0 0-8-16,0 0-1 16,0 0 1-16,0 0-16 0,0 0 16 0,0 0-26 15,0 0-8-15,0 0 33 0,0 0 1 0,0 0 0 0,0 0-37 16,0 0 13-16,0 0-13 0,0 0-9 16,0 0-1-16,0 0 29 0,0 0-21 0,0 0 23 15,0 0-8-15,0 0 6 0,0 0-11 0,0 0-25 16,0 0 31-16,0 0 1 0,0 0-24 0,0 0 22 15,0 0-3-15,0 0 3 16,0 0-3-16,0 0 21 0,0 0-20 0,0 0 1 0,0 0 38 16,0 0-1-16,0 0 1 15,0 0-33-15,0 0 2 0,0 0-1 0,0 0-8 0,0 0 9 0,0 0 9 16,0 0-8-16,0 0 9 0,0 0-36 16,0 0 2-16,0 0 25 0,0 0 14 0,0 0-15 15,0 0-3-15,0 0 33 0,0 0 0 0,0 0-30 16,0 0 29-16,0 0-5 0,0 0-20 0,0 0-1 0,0 0 9 15,0 0-7-15,0 0 12 0,0 0-10 16,0 0-30-16,0 0 1 16,0 0 32-16,0 0-53 0,0 0 27 0,0 0-5 15,0 0-17-15,0 0-1 0,0 0 32 0,0 0 3 16,0 0-8-16,0 0 6 0,-3 0-16 0,1 5 14 0,0 2 3 16,2 2-7-16,-2 1-1 0,2 5 0 15,0-2-1-15,0 4 26 0,0 2 2 0,-2 1 13 16,2 1 5-16,-1 5-38 0,1 0 8 15,-4 0-5-15,0 3 4 0,1-1-3 0,-1-4 11 16,-2 6-40-16,0-3 1 0,1-3 29 0,-1-5 21 16,1 4-21-16,-1-7 2 0,2-1-3 15,-2-3-6-15,3-1 35 0,-3-3-33 0,3-2 2 0,1-4 81 16,0 1-41-16,0-3 75 16,0 0-51-16,2 0-21 0,-1 0 6 0,1 0-17 0,0 0 27 15,0 0 0-15,0 0-37 16,0 0-97-16,0 2 57 0,5 1 15 0,8 2 1 0,4-4 64 0,1 1 0 15,7-2-40-15,-2 0 8 0,5 0-64 16,-2 0 27-16,0 0-63 0,0 0 41 16,1 0 13-16,-6 0-11 0,0 0 32 0,-1 0-80 15,-3 0 32-15,-2 0-1 0,-5 0 2 0,-1 0-3 16,-4 0 35-16,-1 0-1 0,-2 0-9 0,-1 0 39 16,1 2-11-16,-2-2-30 0,0 0 86 0,0 0-39 15,0 0 114-15,0 0-69 0,0 0 88 0,0 0-169 16,0 0 0-16,0 0 0 0,0 0-297 0,0 0-260 15,0-2-248-15,0 0 378 0</inkml:trace>
  <inkml:trace contextRef="#ctx0" brushRef="#br0" timeOffset="2586.16">19491 2751 824 0,'-2'-2'0'0,"2"2"0"0,-2-1 0 0,2 1 0 0,-2-3 0 0,0 3 0 0,2 0 0 0,0 0 112 0,0 0-40 0,0 0 8 0,0 0-47 0,0 0 71 16,0 0-35-16,0 0 118 0,0-1-77 15,0 1-30-15,4-2-9 0,7-1-38 0,0 2 151 16,2-1-76-16,0-2-37 0,3 2 60 0,0 0-53 0,1 1-23 15,3-1 1 1,-2 2-30-16,-1 0 7 0,1 0 8 0,1 0-93 16,-2 0 43-16,2 0 21 0,-2 0-62 0,0 0 41 0,0 0 29 15,-1 0-8-15,-2 0-217 0,1 0 108 16,-3 0 54-16,-3 0-281 0,0 0 129 0,-2 0 86 0,-1 0 31 16,2-2 23-16,-3 0-271 15,1-2 147-15,-1-1 65 0,2-3-250 0</inkml:trace>
  <inkml:trace contextRef="#ctx0" brushRef="#br0" timeOffset="2844.82">19850 2481 853 0,'-10'0'0'0,"4"0"0"0,2 0 0 0,3 0 0 0,-1 0 0 0,2 0 0 0,0 0 369 0,0 0-168 0,11 0-85 0,6 0 215 15,5 0-154-15,3 3-72 0,-1 3-36 0,3 4 0 16,-1-3 1-16,-4 2 9 0,4 3-46 0,-3 1-68 15,-4-5 34-15,1 6 0 0,-2-2-90 0,-4 1 71 16,-2 0 21-16,-3-2 1 0,-3 3 31 16,-3-3-55-16,-1 1 16 0,-2-1 7 0,0 3-66 15,-4-1 35-15,-8 1 3 16,-4-1 24-16,-4 3-10 0,1-4 5 0,-6 3-5 0,4-2-205 0,-2 0 99 16,-2-2 52-16,1 0 23 0,5 0-366 15,-3-1 193-15,1-1 92 0,1 2-120 0,2 2 107 16</inkml:trace>
  <inkml:trace contextRef="#ctx0" brushRef="#br0" timeOffset="3043.39">19654 2966 1138 0,'-11'5'0'0,"4"-1"0"0,2 3 0 0,1-4 0 0,2 2 0 0,2-2 0 0,0 2 0 0,2-3 447 0,12 3-207 15,4-4-96-15,9 4 190 0,-1-5-151 0,4 0-75 0,0 0-38 16,-2 0 0-16,-3 0-51 0,5 0-9 0,-8 0 23 0,3 1-241 15,-4-1 120 1,-2 2 61-16,-3 0-166 0,-5 0 109 0,-1-2 58 16,-4 2 29-16,-3-2-505 0,-1 0 195 0,-2 1 114 0,0 2-231 15,-4-2 195-15,-8 1 98 0</inkml:trace>
  <inkml:trace contextRef="#ctx0" brushRef="#br0" timeOffset="3227.56">19663 3031 1725 0,'-11'7'0'0,"2"3"0"0,3 3 0 0,3-1 0 0,0 1 0 0,1 1 0 0,2 2 0 0,0 6 0 0,0 1 144 0,0 5-48 0,2 0-35 15,1 4 104-15,2 1-66 0,-1 5-33 0,-1 5-61 16,1-7 9-16,-2 3 18 0,1-1 1 0,-1-2-263 16,0-2 132-16,2-5 65 0,-1-6 41 0,-2 0-391 15,1-5 206-15,0-6 34 0,-2-3-322 0,0-5 216 0,0-2 100 16,0-2 62-16</inkml:trace>
  <inkml:trace contextRef="#ctx0" brushRef="#br0" timeOffset="3380.69">19627 3324 1202 0,'0'-8'0'0,"0"5"0"0,0 1 0 0,0 0 0 0,4 0 0 0,4 1 0 0,1-2 58 0,4 0 230 0,2 1-131 15,5 0 197-15,-2 2-160 0,3 0-81 0,-1 0-40 16,3 0 9-16,-2 0-214 0,1 2 83 15,0 3-205-15,1 1-140 0,-2-1 213 16,-1 0 115-16,1 2-583 0</inkml:trace>
  <inkml:trace contextRef="#ctx0" brushRef="#br0" timeOffset="3549.23">20165 3244 960 0,'4'1'0'0,"1"3"0"0,1-1 0 0,-3 1 0 0,-1-1 177 0,1-3-64 16,-1 3-44-16,-1-1 359 0,1 3-197 0,2 1-100 16,1 4-121-16,-1-1 8 0,3 3 15 0,0-2-506 15,-2 1 253-15,2-1 127 0,1-1 63 0,2-3 39 16</inkml:trace>
  <inkml:trace contextRef="#ctx0" brushRef="#br0" timeOffset="3791.72">20469 2845 1228 0,'-8'-19'0'0,"1"9"0"0,3 1 0 0,4 6 0 0,0-3 0 0,0-1 243 0,0 1-105 16,0 2-53-16,0 0-18 0,9 3 229 0,7-1-132 15,2-1 39-15,5 2-85 0,3 1-43 0,-3 0-12 16,7 0-9-16,-2 0-20 0,-1 0-1 0,-2 0 0 15,0 0-79-15,-4 0 47 0,2 1-8 16,-3-1-270-16,-3 0 154 0,-1 0 78 0,-2 0 37 16,-3 0 7-16,-2 0-554 0,-1 0 263 15,-2 0 118-15,-3-1-309 0,1-3 226 0</inkml:trace>
  <inkml:trace contextRef="#ctx0" brushRef="#br0" timeOffset="4006.19">20811 2550 1106 0,'0'1'0'0,"2"3"0"0,2-3 0 0,3-1 0 0,0 0 0 0,5 0 259 0,3 0 84 16,2 0-146-16,3 1-87 0,-1 5-39 0,2 0 1 15,-1 3 181-15,-3 1-111 0,1 3-46 16,-4 0-51-16,-3 4-13 0,1-2 1 0,-5-1-97 16,-1 4 49-16,-4 0 32 0,-2 3-9 0,0-2 25 0,-4 4-168 15,-11-1 83-15,-2 1 43 0,-4-2-72 0,-1 0 51 16,-4 0-29-16,-1 2-243 0,-1-3 117 0,-2 1 79 15,2 0 12-15,-2 2 35 16,1-3-364-16,1 3 195 0</inkml:trace>
  <inkml:trace contextRef="#ctx0" brushRef="#br0" timeOffset="4376.2">20519 3193 1654 0,'-9'3'0'0,"2"1"0"0,2-1 0 0,0-1 0 0,3-2 0 0,0 0 0 0,2 0 309 0,0 0-138 15,2 0-69-15,12 0 146 0,6 0-111 0,5 0-53 16,-1 2-25-16,3 2-6 0,-1 1-20 16,-3-4 8-16,0 1-161 0,2 0 77 0,-4-2 38 15,-1 0-1-15,-1 0-231 0,-3 0 144 16,-4 0 58-16,-1-2 34 0,-4-4-317 0,0-4 155 0,-5 0-22 16,0-5 68-16,-2 1 46 0,0-5 1 0,-2 1 37 15,-7-2 0-15,-3 2 41 0,-1 0-49 0,-2 0 49 16,0 5-1-16,-2 4-40 0,0 5 218 15,-4 2-108-15,0 2-62 0,-2 0 7 0,0 17-21 0,-2 4 298 16,3 3-143-16,-3 6-37 0,3 8 109 16,3 0-97-16,8-7-50 0,1 9-23 15,5-3 119-15,5-1-63 0,0 2-45 0,0-4 0 0,5-3-11 16,9 1 1-16,2-4-75 0,1-4 32 16,3 0-8-16,0-4 25 0,1-4 0 0,-2-5-250 0,3-3 124 15,-1 0 72 1,0-6-454-16,-1-2 214 0,-1 0 126 0,2 0-453 0,-3-5 278 15,-1-7 130-15,0 1 78 0,-2-3-177 16</inkml:trace>
  <inkml:trace contextRef="#ctx0" brushRef="#br0" timeOffset="4562.71">20901 3316 1735 0,'-3'0'0'0,"0"0"0"0,3 0 0 0,0 0 0 0,0 0 0 0,3 0 0 0,9 0 0 0,6-3 0 0,2-1 75 0,1 1 273 16,0 0-157-16,1 0-118 0,0 1-40 0,-1 0 8 16,1 0-309-16,-3 1 151 0,1-2 74 0,-6 1 39 15,2 1-1-15,-6-1-170 0,1 2 99 0,-2-3 55 16,-4 3-575-16,-3 0 283 0,0 0 136 0</inkml:trace>
  <inkml:trace contextRef="#ctx0" brushRef="#br0" timeOffset="4749.05">21059 3331 1480 0,'-7'8'0'0,"0"1"0"0,4 0 0 0,1 1 0 0,0-2 0 0,-2 5 0 0,3-2 0 0,-1 6 0 0,2-2 247 0,-2 4-98 0,0-1-63 0,0 1-26 0,0 1 185 16,2 0-107-16,0-1-44 0,0-1-119 16,0-4 28-16,0 0 1 0,4-1-80 0,5-2 55 0,4-6 35 15,4-3-9-15,6-2 28 16,0 0-357-16,-1-2 179 0,4-11-457 15,-5 0 249-15,6-5 165 0,-6 2-240 0</inkml:trace>
  <inkml:trace contextRef="#ctx0" brushRef="#br0" timeOffset="5267.51">21615 3216 576 0,'0'-3'0'0,"0"0"0"0,0-4 0 0,-6-3 0 0,5-2 91 16,-4 1-29-16,1 0 131 0,3-4-72 0,-1 3-48 16,0 0 0-16,-2-2-40 0,1 3 64 0,1 2-33 15,-2-1 74-15,-1 5-57 0,-2 0-24 0,0 2 212 16,-2 1-235-16,-5 2-1 0,1 2 8 0,-4 13-8 16,1 3 59-16,-2 7-30 0,2 2 1 15,-3 2 144-15,4 4-80 0,3 1-50 0,2-1 103 16,2-1-74-16,5 0-36 0,1 0 0 0,2-10-29 15,0 5-40-15,2-7 0 0,7-1 32 16,0-6-162-16,5-1 80 0,-4-9 50 0,8 1-92 16,-4-4 62-16,6-1 31 0,-4-17-238 15,3-6 124-15,1-4 35 0,1-10 1 0,0-1 30 0,-3-5-38 0,1-3-112 16,2-11 81-16,-4 6-123 0,6-19 106 16,-3-4 50-16,4-16 24 0,-1 4-147 0,-4 16 85 15,-3 8 36-15,-2-5 134 0,-5 13-41 0,-3 14-21 16,-4 6 0-16,-1 8-29 15,-1 6 150-15,0 8-71 0,0 6-35 0,0 1 395 0,0 5-208 16,0 1-67-16,0 0 213 0,0 11-146 16,0 9-78-16,-3 4-40 0,-1 14 0 0,-1-4 229 15,-4 17-138-15,-2-1-65 0,1 4 103 0,-3 9-84 16,1-10-42-16,1 6 15 0,-3 11-33 0,3-10 1 16,2 0-25-16,4-9-1 0,-2 3-87 0,6-8 51 0,1 6 15 15,0-8-239-15,0-11 130 16,8-1-383-16,3-4 243 0,0-9 88 0,4-5 69 15,-2-4-16-15,4-6 33 0,-2-2-412 16,-1-2 222-16,-2 0-347 0,1-4 288 0,-3 0 140 16</inkml:trace>
  <inkml:trace contextRef="#ctx0" brushRef="#br0" timeOffset="5630.55">22244 3081 1228 0,'10'-20'0'0,"-3"-3"0"0,0 1 0 0,-1 1 0 0,-3-1 0 0,-1 1 0 0,-2 2 0 0,0 2 0 0,0 4 186 0,-7 3-77 0,-6 2 91 15,0 4-88-15,-4 1-39 0,-2 3-1 0,-6 0-39 0,5 9 31 16,1 2-23 0,-5 5 26-16,5 1 0 0,2 2-34 0,2 2 0 0,4-2 61 0,0 0-23 0,3 2-7 15,5-3-32 1,1 0 65-16,2-1-32 0,0 0 0 0,0 3 12 15,9-6-8-15,2 3-36 0,4-2-13 16,2 0 13-16,0 0 0 0,0-1 7 0,2 0-7 0,-3 0-24 0,0-3 24 16,-2 2 0-16,-2 0-14 0,-1 0-7 15,-4 0 20-15,2 0 11 0,-8 0-10 0,1 1-1 0,-2 1-4 16,0 0 45-16,-14-2-3 0,-4 2-39 16,-3-2 0-16,-5-1-73 0,3-5 44 0,-9 0-8 15,8-3-103-15,2-2 66 0,-1-2 33 0,7 0-483 16,2 0 228-16,3-2 127 0,4-2 39 15,2-2 37-15,5 1-497 0,0 0 263 16,0 1 124-16</inkml:trace>
  <inkml:trace contextRef="#ctx0" brushRef="#br0" timeOffset="5785.13">22589 3581 1642 0,'0'0'0'0,"0"0"0"0,0-3 0 0,3 2 0 0,-3-1 320 16,0 1-144-16,0-2-71 0,0 1-29 0,0 0-7 15,0-1-689-15</inkml:trace>
  <inkml:trace contextRef="#ctx0" brushRef="#br0" timeOffset="16088.3">20309 4372 770 0,'-2'0'0'0,"0"0"0"0,2 0 0 0,0 0 0 0,0 0 0 0,0 0 0 0,0 0 0 0,0 0 62 0,0 0 162 15,2 0-96-15,5 0 106 0,0 0-101 16,4 0-50-16,2 2-17 0,2 1-8 0,2 1 109 0,3 0-67 15,1-2-33-15,6-1 59 0,-3 2-39 0,6-3-31 16,-1 0 0-16,-2 0-44 0,-1 0 21 16,1 0 0-16,-6 2-50 0,2-1 21 0,-3 1-1 0,-1 0-164 15,-3 2 96 1,-2 0 50-16,-3-2 24 0,-2 1-8 0,-1 0-402 16,-1-3 195-16,-3 3-294 0,0-3 233 0,-3 0 110 0,1 0 65 15,-2-3 30-15</inkml:trace>
  <inkml:trace contextRef="#ctx0" brushRef="#br0" timeOffset="16315.97">20704 4162 1042 0,'0'-1'0'0,"0"-3"0"0,0 3 0 0,1-1 0 0,3 1 0 0,4-2 80 0,3 3 135 0,7 0-90 16,0 0 289-16,1 0-190 0,2 0-96 0,-1 7-39 15,1 5-33-15,-3 0 136 0,3 0-79 0,-4 6-41 16,-2-4-73-16,0 3 42 0,-2 0-8 0,-4 1-1 0,-1-2-118 15,-4 2 60-15,-2 0 29 0,-2 1-57 0,-4 2 40 16,-11-2 23-16,-3 1 0 0,-5-2-228 16,-4 1 115-16,-1-2 12 0,-4 0-303 15,0 1 176-15,0-1 93 0,-1 3 47 0,1 0 15 0,0 2-320 16,2 1 179-16,0-1-180 16,2-1 176-16</inkml:trace>
  <inkml:trace contextRef="#ctx0" brushRef="#br0" timeOffset="16658.05">20452 4755 673 0,'-2'2'0'0,"2"0"0"0,-2-2 0 0,2 0 0 0,0 0 33 0,-1 0 312 0,1 0-156 16,0 0-70-16,0 1 273 15,1 1-180-15,10 2-89 0,5-2-46 0,-2 2 72 16,6-2-50-16,2-1-38 0,5 1 0 0,-7-2 0 16,6 0-28-16,-1 0 0 0,-4 0 8 0,1 0-136 15,0-2 64-15,-1-3-242 0,-2-1 153 0,-4-3 77 0,-2 2 45 16,-6-3-277-16,1 3 139 15,-4-4 28-15,-2-3 46 0,-2-1-46 0,0-1 30 0,-9-2 8 16,-3 2 45-16,-4 3-8 0,-2-1 0 0,-3 7 1 16,-2 3 138-16,-4 3-65 0,1 1-37 15,-3 3 304-15,-1 12-149 0,2 6-86 16,2 1-11-16,1 4-32 0,5 2 309 0,4 4-153 16,4 0-77-16,4 1 47 0,7 0-53 0,1 1 66 15,0-5-68-15,3 2-35 0,12-2 1 0,4-6-34 16,4-2 8-16,0-3-99 0,6-2 46 0,-1-5-267 15,0-3 156-15,0-2 78 0,-3-4-415 0,5-2 230 16,-5 0 86-16,-3 0 65 0,2-7-17 16,-5-2-395-16,0-4 221 0,0-1 123 15,-5 2-147-15</inkml:trace>
  <inkml:trace contextRef="#ctx0" brushRef="#br0" timeOffset="16816.62">20882 4814 1203 0,'0'0'0'0,"0"-3"0"0,0 3 0 0,0 0 0 0,0 0 0 0,0 0 0 0,0 0 0 0,7 0 66 0,5 0-8 0,3 0 391 16,0 0-208-16,0 0 103 0,2 0-155 0,0 0-70 0,-2 0-262 16,2 0 88-16,-2 0 43 15,-2 0 23-15,2 0 0 0,-4 0-453 0,2 0 233 16,-3 0 121-16,-4 0-528 16,-1 0 304-16,-3 0 105 0,-2 3-60 0</inkml:trace>
  <inkml:trace contextRef="#ctx0" brushRef="#br0" timeOffset="16996.54">20999 4845 1134 0,'-12'4'0'0,"3"-1"0"0,2 5 0 0,-1-2 0 0,3 3 0 0,-3 2 0 0,4 5 91 0,0-1-29 0,4 3 0 15,-1 2 330-15,1 4-171 16,0-1-98-16,0-4 100 0,0 4-95 0,1-4-47 0,5 2-145 16,1-7 56-16,3 1 17 0,1-3 0 15,0-5 23-15,3-1-281 0,0-4 141 0,2-2-110 16,2 0 121-16,-1-2 31 0,6-11 43 0,-3-2 21 15,-1-2-518-15,0 2 236 0,1-8 129 0</inkml:trace>
  <inkml:trace contextRef="#ctx0" brushRef="#br0" timeOffset="17166.59">21376 4576 1629 0,'0'0'0'0,"0"0"0"0,2 0 0 0,-2 0 0 0,2 0 0 0,1 0 0 0,4 0 273 0,2 0-111 0,4 0 40 0,2 0-85 0,0 0-42 0,2 0-21 16,-1 0 0-16,5 0-124 0,-3 0 48 16,0 0 27-16,-1 3-457 0,-2-2 243 0,-1 5 121 15,-4-3-581-15,0 10 331 0</inkml:trace>
  <inkml:trace contextRef="#ctx0" brushRef="#br0" timeOffset="17308.22">21445 4817 1528 0,'-3'1'0'0,"3"4"0"0,0-4 0 0,0-1 0 0,5 0 0 0,7 0 0 0,1 0 0 0,4-1 265 15,5-5 89-15,1-2-333 0,-2 3 20 0,2 0-9 16,-3-1 1-16,1 4 0 0,-2-1-226 0,-1 3 113 0</inkml:trace>
  <inkml:trace contextRef="#ctx0" brushRef="#br0" timeOffset="18033.16">22227 4329 752 0,'-3'-16'0'0,"-2"8"0"0,0 1 0 0,-3 0 0 0,-1 1 0 0,-3 3 0 0,-2 1 33 0,-4 2 146 16,-2 2-74-16,-4 14-35 0,-3 11 143 0,3 0-82 0,-4 12-53 16,1 2-23-16,3 2 1 0,3 1 72 15,9-3-39-15,-4 9 146 0,9-8-100 0,3 1-52 0,4-7-25 16,0 1 41-16,0-1-26 15,4-5-7-15,7 0-34 0,4-5-131 0,2-4 66 0,2-4-319 16,-1-2 200-16,3-4 89 0,6-2 48 0,-7-6-2 16,2-4-270-16,3 0 145 0,-2 0 11 15</inkml:trace>
  <inkml:trace contextRef="#ctx0" brushRef="#br0" timeOffset="18582.09">22408 4589 1156 0,'0'-13'0'0,"-7"4"0"0,0 2 0 0,-2-1 0 0,-5 1 0 0,2 5 0 0,-1 0 0 0,1 2 126 0,-1 0-47 0,-1 4-14 0,2 11-9 16,-2 5 36-16,3 3-29 0,2 3-1 0,2 4 63 15,2 2-39-15,3 0 61 0,2-2-57 0,0-1-29 0,0 0 1 16,10-3-29-16,1-5 7 0,7 2-37 15,-2-5 0-15,1-7 29 0,3-1-108 0,5 0 54 16,-4-9-61-16,2-1 53 0,2 0 32 0,-4-3-11 16,2-11 39-16,-5-2-290 0,-2-1 130 15,0-6 35-15,0 0 42 0,-5 2-152 16,-1-5 82-16,-3 2 46 0,-2 4 8 0,-1-3 36 16,-2 0 0-16,0 5 0 0,-2 1 122 0,0 2-61 15,0 5-38-15,0 1 7 0,0 3 169 0,-4 4-84 16,0 1-53-16,-1 1 93 0,-1 0-62 0,-2 8-1 15,1 8-26-15,0 4 93 0,1 0-49 0,1 3 1 16,3 1-25-16,2-2 0 0,0-1-20 16,0-2-24-16,2-3-1 0,5-1 33 15,4-4-8-15,4-1-1 0,0-3-63 0,4-4 29 16,-1-3-1-16,3 0-23 0,4-3 22 0,-4-6 3 16,1-7-123-16,-3-4 60 0,-1-1 36 0,-2 5 7 15,-2-10-107-15,-4 7 51 0,-1-8 33 0,-5 9-30 16,-2-5 25-16,-2 2-19 0,0-3 24 0,0 7 14 15,-9-5 0-15,-2 5 55 0,-5 2-28 0,-3 1 113 16,1 5-61-16,-5 5-35 0,2 2 66 16,-6 2-46-16,4 0-23 0,0 5 3 0,-1 8 13 15,9 0 47-15,0 0-18 0,5 2-22 0,5-2-119 16,3 2 53-16,2 0-317 16,0 0 171-16,7-2 81 0,13 2 44 0,0 0 8 0,4-3-5 15</inkml:trace>
  <inkml:trace contextRef="#ctx0" brushRef="#br0" timeOffset="18889.68">23067 4537 1095 0,'0'-15'0'0,"0"2"0"0,0 3 0 0,-4-3 0 0,-5 4 0 0,-3 1 0 0,-1 5 123 15,-2 1-50-15,-2 2 0 0,0 0 162 0,-3 5-101 16,1 10-51-16,2-2 93 0,2 2-75 0,3 5-34 15,5-4 9-15,3 3-22 0,4-2 1 0,0-2-15 16,2 2-2-16,14-2-6 0,2 2 1 0,3-4-51 16,-2-2 34-16,5 2-8 0,-7-1 24 15,2-2-94-15,-3 3 47 16,-3-1 24-16,-3 2-2 0,-4-1-90 0,-3 2 39 0,-3-1 28 0,0 4-68 16,-3-3 42-16,-10 1 12 0,-8 2 0 0,-2-3-16 15,0-3-1-15,-2-1 18 0,-2-1-99 16,6-4 43-16,-3-1 33 0,2-2-11 0,1-3-210 15,4 0 120-15,6-5 60 0,2-9 22 0,5-11-251 16,4-1 145-16,0-7 72 0</inkml:trace>
  <inkml:trace contextRef="#ctx0" brushRef="#br0" timeOffset="19220.95">23194 4342 1327 0,'23'-8'0'0,"2"5"0"15,-4 1 0-15,2 0 0 0,-2 2 0 0,-3 0 0 0,2 0 0 0,2 4 0 0,-3 8 61 0,2 5 1 0,-4 4-30 0,-1 4 9 0,0 4 285 16,-2 2-146-16,-3 1-74 0,1 0-45 16,-6-1-1-16,-3 3-73 0,-3 0 18 0,0 0 1 15,0 1-91-15,-12-1 59 0,-6-2 30 0,-3-2 7 16,-2-1 22-16,-4-5 0 0,-1-3-170 16,0-7 73-16,-1-6-48 0,7-5 53 0,-2-3 9 15,-3 0 0-15,8-4-61 0,0-15 43 0,5-1 9 16,4 0-8-16,2-11 14 0,5 2-2 0,3-1-1 15,0 3 112-15,0 9-44 0,6-2-31 0,3 4 239 16,2 3-120-16,3 3-55 16,0 5-31-16,2 3-2 0,-2 2-4 0,6 0 277 15,-2 0-133-15,5 12 46 0,-2 0-83 0,-1 5-41 16,-3-2 38-16,7 7-44 0,-5-2 0 0,0 1-35 16,-3-1-1-16,0-3-238 0,-2 0 116 0,4-1 61 0,-4 0-565 15,0-3 283-15,-1-4 158 0,0 1-531 16,0-3 329-16</inkml:trace>
  <inkml:trace contextRef="#ctx0" brushRef="#br0" timeOffset="19394.64">23744 4738 1360 0,'10'0'0'0,"0"0"0"0,-3 0 0 0,0 2 0 0,-3 2 0 0,-2 4 155 15,0 2-61-15,-2 3-30 0,0 5-1 0,0 0 264 16,-2 5-152-16,-9-1-70 15,0 3-147-15,-3-1 37 0,2 1 1 0,-2-7-382 0,1 4 205 0,1-6 107 0,1-5 53 16,6-1-541-16,-2-4 276 16,0-1 136-16</inkml:trace>
  <inkml:trace contextRef="#ctx0" brushRef="#br0" timeOffset="19965.29">24156 4492 1201 0,'0'-13'0'0,"0"5"0"0,-4 3 0 0,-3-1 0 0,-6 2 0 0,-1 4 0 0,0 0 0 0,-4 2 147 0,2 15-61 0,-2 1-27 0,4 3 107 15,0 4-67 1,4 3-33-16,1 0 8 0,4 0 37 0,-1 1-39 0,5-1 0 0,1-2 8 15,0-5-16-15,0 1-7 0,1-3-55 0,8-1-38 16,3-4 33 0,-1-3 1-16,-2-4-33 0,7-1 30 0,-2-6 0 0,2 0-157 15,0 0 80-15,3-10 50 0,-1-5 4 0,0-7-3 0,-2 0-172 16,0-2 93-16,-1-4 19 0,-2 0-12 16,1-1 28-16,-3 1 7 0,0 3 35 0,-5 6 73 0,1 1-36 15,-5 7-1-15,2 0-43 0,-2 2 119 16,0 6-55-16,-2 0-29 0,0 2 282 15,0 1-141-15,-6 7-46 0,-1 9-44 0,-1 3 87 16,2 1-54-16,3 2-4 0,2-1-36 16,1 4 2-16,0-3-8 0,0 3-1 0,4-6 1 0,8 1-59 15,-1-2 29-15,3-6-42 16,0-1 31-16,2-1 10 0,0-7 0 0,0-3-51 0,1 0 33 16,1 0 5-16,-2-8-2 0,4-10-94 0,-4 0 54 15,0-5-53-15,-2-1 48 0,-2 2 13 0,1-9 3 16,-6 3 11-16,1-2 13 0,-4 0-58 0,-2 4 25 15,-2 3 26-15,0 0-4 0,-5 3-7 16,-6 3 42-16,-5 4-3 0,-3 5-33 0,-1 3-4 16,-5 5 4-16,6 0 114 0,-8 0-52 15,6 11-19-15,1 4 50 0,3-2-32 0,3 4 1 16,2-1-186-16,4 3 72 0,5 1 41 0,3 0 0 16,0-5 40-16,0 4-323 0,9-3 141 0,6-2 77 15,8 2-248-15,-8-7 160 0</inkml:trace>
  <inkml:trace contextRef="#ctx0" brushRef="#br0" timeOffset="20279.49">24740 4484 1222 0,'3'-17'0'0,"2"5"0"0,-3 0 0 0,0 1 0 0,-2 2 0 0,0 3 0 0,-10 3 0 0,-5 3 0 0,-4 0 176 0,-1 3-18 0,-6 14-47 0,-1 1-39 0,1 3-1 16,1 3-38-16,3-3-30 0,7 0 38 15,2 0-9-15,6-2 34 0,7-3-33 0,0 1-1 16,0-4 1-16,12-2 8 0,5 1-55 16,2-4 24-16,2-1-1 0,1-3-25 15,-1-1 24-15,0 2 6 0,-3-2-51 0,-1 3 23 0,-2-3 0 16,-5 1 20-16,-1 0-55 0,-4-1 30 16,-1-1-4-16,-2 2 20 0,-2-1-36 0,0 1 16 15,-9-1 0-15,-9 3 14 0,0-3-23 0,-3 1-7 0,-5 0-108 16,2-3 60-16,0 1 36 15,1 0 2-15,-2-2-184 0,2 2 101 0,5-2 49 0,7 2 25 16,-1-2-195-16,7 2 102 0,3 2 63 16,2-1-146-16,0 3 100 0</inkml:trace>
  <inkml:trace contextRef="#ctx0" brushRef="#br0" timeOffset="20830.98">25104 5027 970 0,'2'2'0'0,"0"0"0"0,0 2 0 0,-2 2 0 0,0-6 0 0,0 3 0 0,0-1 101 0,0 0-26 0,-2-1-8 0,-2-1 214 16,1 0-124-16,-3 0-63 0,1 0 66 15,-2 0-56-15,2-1-39 0,-2-12-1 0,1-2 12 0,1-8-21 16,-1-1-1-1,0-4-43-15,2-7 22 0,-1-5 0 0,1-3-139 0,1-4 70 16,-1-8 34-16,-3-3 9 0,2-12 26 0,0 3-262 0,3 1 123 16,0 2-69-16,0 13 86 15,0 8 3-15,2-4 36 0,0 10 69 0,0 6-25 16,0 7-8-16,6 3-18 0,3 2 148 0,6 4-68 16,2 5-40-16,4-1 197 0,1 4-98 0,5 2-56 15,-5 3-1-15,8 0 17 0,-2 2-10 0,-2 0 1 0,-5 0-17 16,2 2-9-16,-5 5 9 0,-2 2-8 15,-3 3 0-15,-6-1-59 0,-3 5 30 16,-3 0 0-16,-1 3-50 0,-5 1 31 16,-10 2 7-16,-4-3 0 0,-4-1-5 0,0 0 0 15,-5-2 10-15,3-1 35 0,-1-4-2 0,6-4-23 16,2 3 0-16,3-4 0 0,6-3 85 0,3-1-41 16,2 0 18-16,3-2-26 0,1 2 13 0,0 0-126 15,3 1 53-15,10 3 17 0,4 0 7 0,0 3 15 16,2 1-77-16,-2 1 36 15,0 0-149-15,-2 2 85 0,-4 2 36 0,-2 0 23 0,-4 2-5 0,-3 0 0 16,-2-2-98-16,0 2 55 0,-5-3-14 16,-10 2 26-16,-2-3 0 0,-1-1 27 15,-5-3-46-15,-2 1 8 0,1-5 39 0,0 0-102 16,3-3 51-16,-3-2 25 0,1 0-237 0,5 0 135 0,2 0 64 16,7 0 32-16,0-2-1 0</inkml:trace>
  <inkml:trace contextRef="#ctx0" brushRef="#br0" timeOffset="21047.55">25407 4256 1541 0,'13'0'0'0,"5"0"0"0,6 0 0 0,-8 0 0 0,3 0 0 0,0 0 0 0,-5 0 161 16,4 3-65-16,-1 10 385 0,0 4-224 0,-7 1-104 15,3 7-64-15,-1 3 131 0,-2 3-93 0,0 1-48 0,-1 0-74 16,-2 1 7-1,-2-2 21-15,-3 6 0 0,0-2 0 0,-2 3-73 0,0-3 37 16,-9 1-225-16,-7-2 126 0,-2-2 68 0,-4-2 33 16,-1-3-6-16,-3-5-213 0,-2-3 61 15,0-4 76-15,1-2-463 0,0-2 257 0,5 0 128 16,4-3 64-16</inkml:trace>
  <inkml:trace contextRef="#ctx0" brushRef="#br0" timeOffset="21214.2">25929 5059 2213 0,'0'-5'0'0,"9"5"0"0,5 0 0 0,-10 0 0 0,-3 0 0 0,-1 0-307 0,0-2 141 0,0-4 67 0</inkml:trace>
  <inkml:trace contextRef="#ctx0" brushRef="#br0" timeOffset="37058.61">19697 7452 598 0,'0'-12'0'0,"0"4"0"0,0 5 0 0,0-4 0 0,0-1 0 0,0 1 0 0,-1-1 0 0,1 0 100 15,0 1-34-15,0 0 0 0,0 1 8 0,0-2-1 0,0 1-32 0,0-1-13 16,0 1 5 0,-3-1 0-16,3-1-1 0,-2-1 1 0,0 2 20 0,0-7-21 0,1 7 14 15,-3-4-13-15,-2 1 0 16,1 2-5-16,0 1 13 0,-6-3-8 0,2 3-1 16,0-1 1-16,-3 3-2 0,0-1 2 0,-2 3 8 0,1 1 15 15,-2 1 0-15,0-1-24 0,2 3 52 16,-2 0-25-16,2 0 7 0,-1 0-33 0,4 0 0 0,2 5 27 15,0 2 0-15,1 0-27 0,1 2 14 16,1 5-15-16,3 3 1 0,0 2 19 16,2 4-19-16,0 3-1 15,0-4 9-15,0 7-8 0,2 0-23 0,3 1 22 0,1 4 1 16,3 6 50-16,-1-5-17 0,1 8 0 0,-3 0-33 16,-1 3 0-16,-1 0-1 0,1-3 1 0,-4-1 8 0,-1 8-27 15,0-6 19-15,0-8-26 0,0 5 1 16,0-4 25-16,-6-2 7 0,-3-1-7 0,-2-1-66 15,-1-3 31-15,-1-2-9 0,-2-2-103 0,2-5 63 16,-6 4 30-16,4-8-280 0,3-4 146 16,-4-2 63-16,7-4 36 0,-1-1-174 15,3-4 98-15,3-2 50 0,0 0-330 0,4 0 190 16,0 0 86-16,2-12 56 0,13-8 23 0</inkml:trace>
  <inkml:trace contextRef="#ctx0" brushRef="#br0" timeOffset="37339.9">19723 7799 965 0,'6'0'0'0,"2"0"0"0,-3 0 0 0,-3 4 0 0,0 5 416 0,-2 4-192 16,2 4-88-16,-2 4 118 0,0 5-110 0,0-1-56 16,0 4-28-16,0 0 113 0,0-3-62 0,0 8-43 0,-2-6-67 15,-4-2-1-15,1-5 33 0,-1 1-48 16,0-1 31-16,0-6-7 0,1 1 24 15,3-7 74-15,-1 1-37 0,1-3 0 0,2-4-29 0,0 3 173 16,0-4-90-16,0 1-46 0,2 1 68 16,8-2-57-16,6-2-20 0,2 0-8 15,7 0-28-15,-2 0 244 0,1 0-277 0,3 0 0 0,-6 0 0 16,4-2 0-16,-2 1 0 0,-3 1-369 16,-1 0 218-16,-3 0 91 0,-7 0 55 0,0 0-773 15,-4 0 357-15,-1 0 195 0,-1 1 96 0</inkml:trace>
  <inkml:trace contextRef="#ctx0" brushRef="#br0" timeOffset="38481.56">20478 7480 565 0,'-1'-6'0'0,"1"4"0"0,0 1 0 0,0-2 0 0,0 2 32 0,-2-1 100 0,2 2-50 0,0 0-24 15,0 0 125-15,0 0-66 0,0 2-47 0,3 9 115 16,7 6-76-16,-2 3-39 0,1 6 1 0,-2 7 73 15,0 10-60-15,-1 2-25 0,-1 6-1 0,-2 5-25 0,-1 10 66 16,-2-9-25-16,0 11-9 16,0-7-60-16,0-8 28 0,0 0-66 15,0-2 33-15,0-9 9 0,0 1 23 0,0-6 1 16,0-5-95-16,0-7 47 0,0-3 20 16,0-6-170-16,0-7 75 0,0-4 49 0,0 0 2 0,-2-5-199 15,-1 0 96-15,-2-14 53 0,1-11-348 16,-1-3 202-16,1-11 101 0,2-7-127 0</inkml:trace>
  <inkml:trace contextRef="#ctx0" brushRef="#br0" timeOffset="38722.99">20493 7527 911 0,'-2'-23'0'0,"0"10"0"0,2 0 0 0,0 0 0 0,4-2 0 0,10 0 433 0,7 2-200 0,4 3-101 15,2 5-49-15,-3 0-17 0,8 2 262 0,-5 3-148 16,1 0-73-16,-2 8 13 0,-2 7-44 0,-5-1-84 31,4 9 16-31,-7-2 0 0,-4 3 25 0,-5 3-35 0,-3 0 0 0,-4 5 43 0,0 0-8 16,-5 0 0-16,-13 0 0 0,0-1-59 15,-3-5 29-15,0-8-13 0,-6 2-9 0,2-7 0 16,6-6-66-16,-4-4 46 0,5-3 17 0,1 0-293 16,4 0 151-16,-1-9 74 0,7-2 33 0,3-2-1 15,4-4 18-15,0-1-410 0,0 4 209 0,11-4 104 0</inkml:trace>
  <inkml:trace contextRef="#ctx0" brushRef="#br0" timeOffset="39547.31">21280 7585 1163 0,'-1'-11'0'0,"-5"1"0"0,1 3 0 0,-5-1 0 0,1 5 0 0,-2-2 0 0,-3 4 111 0,-1 1-39 16,-2 0 89-16,1 13-64 0,-4 8-32 0,-1 5 8 0,3 10 146 15,1 2-93-15,2-1-46 0,5 3-24 0,5-7 133 16,3 5-83-16,2-3-36 0,0 0-54 15,4-6 17-15,9-1-1 0,2-7-291 16,8 4 141-16,-2-7 76 0,-1-3 37 0,-1-4 0 16,1-1-460-16,-1-5 208 15,0-5 125-15,-4 0 9 0,0 0-164 0,-2-11 127 0,-7-6-249 16</inkml:trace>
  <inkml:trace contextRef="#ctx0" brushRef="#br0" timeOffset="39745.87">21266 7703 746 0,'-5'-21'0'0,"2"5"0"0,3 4 0 15,0 1 0-15,0-2 70 0,0 4 286 0,10 1-162 0,6 1-72 0,5 5-49 16,2 2 1-16,0 0-42 16,2 0 190-16,-2 9-95 0,-7 6-39 0,5 6-7 15,-5 0-24-15,-5 3 0 0,-4 1-136 16,-3-1 56-16,-4-2 36 0,0 8-64 0,-2-5 42 0,-13-3 21 0,-2-1-118 16,-3-4 69-16,1-4 35 0,-8 0-8 15,6-5-5-15,-2-2 0 0,2-5-200 16,2-1 101-16,4 0 14 0,6-1-210 0,2-15 138 0,7-5 70 0,0-1-248 15,12-6 159-15</inkml:trace>
  <inkml:trace contextRef="#ctx0" brushRef="#br0" timeOffset="39904.07">21606 7476 1296 0,'2'-4'0'0,"-2"4"0"0,0 0 0 0,-10 10 0 0,-7 7 0 0,-6 8 555 15,4 0-261-15,-1 4-131 0,3 2-65 0,2-1-33 16,5 2 129-16,5-1-85 0,5-4-38 0,0 0-14 15,3-1 1-15,15-4-25 16,5-1-431-16,2-2 211 0,5-4 110 0,2-3-671 16,1-3 380-16,-4-4 189 0,4-4-270 0</inkml:trace>
  <inkml:trace contextRef="#ctx0" brushRef="#br0" timeOffset="40052.86">21824 7771 543 0,'0'0'108'0,"0"0"-55"16,0 0-26-16,0 0 0 0,0 6 460 0,-5 3-226 15,0 2-115-15,-1 4-48 16,1 2 272-16,-3 3-168 0,-2 2-85 0,1 0-59 16,-2 0-1-16,3-3-16 0,-1 1-404 0,2 0 198 15,-1-5 99-15,5-3-574 0,-2-4 324 16,1-2 162-16</inkml:trace>
  <inkml:trace contextRef="#ctx0" brushRef="#br0" timeOffset="40203.64">21857 7622 1177 0,'8'0'0'0,"4"0"0"0,0 2 0 0,-1 4 0 0,0 3 0 0,1 1 565 0,-3 3-267 15,5 0-132-15,-3 2 53 0,3-1-93 0,0 2-38 0,-1-1-212 16,2 3 79-16,-2-4 38 0,2 0-661 16,0-3 351-16,-1-4 183 0,0-2 79 0</inkml:trace>
  <inkml:trace contextRef="#ctx0" brushRef="#br0" timeOffset="40375.61">22227 7499 1904 0,'0'-3'0'0,"0"3"0"0,0 3 0 0,-3 12 0 0,-2 7 0 0,-2 6 0 0,-2 12 0 0,-2 3 358 0,-3 6-162 0,-7 11 260 16,1-2-212-16,-1-5-97 0,-4 14-77 15,2-5 1-15,-2-1-38 0,2 1-306 0,4-10 157 0,-1 6 70 0,1-7 40 16,3-6-667-16,0-12 352 0,5-10 177 15,3-8 82-15,1-5 41 16</inkml:trace>
  <inkml:trace contextRef="#ctx0" brushRef="#br0" timeOffset="40593.1">22279 7391 2452 0,'12'-13'0'0,"-1"7"0"0,6 5 0 0,-2 1 0 0,2 0 0 0,-2 0 0 0,2 0 0 0,1 15 0 0,0 3 0 0,-4 9 245 0,0 6-107 0,-3 9-52 0,-6 5-19 16,-3 4-7-16,1 13-5 0,-3-13 0 15,0 5-23-15,-14-4-77 0,1-10 46 0,-6 7-7 16,-2-10-336-16,3-10 187 0,-5-2 94 0,-1-7-1027 16,6-6 1029-16,-3-7 25 0,5-4-28 15,5-3-256-15,6-3 143 0</inkml:trace>
  <inkml:trace contextRef="#ctx0" brushRef="#br0" timeOffset="41319.44">22801 7681 1258 0,'2'-19'0'0,"1"2"0"0,-1 0 0 0,0-2 0 0,-2 0 0 0,0-1 0 0,0 1 0 0,-9 0 201 0,0 4-84 0,-2 2 250 0,0 4-323 0,0 5-12 16,-2 2 1-16,-3 2 0 0,2 10 0 0,-2 11 16 15,2 6-16-15,0 5 0 0,3 11 37 16,2-3 1-16,4-6-39 0,4 5 82 0,1 0-45 16,0-6 0-16,0-5-67 0,8-2 31 15,1-7 0-15,4-2-167 0,0-6 80 0,4-5 43 0,0-6 22 16,-1 0-118-16,5-6-98 0,0-13 101 16,-4-3 54-16,0-7 6 0,-1 1-140 15,-2-4 52-15,-1 0 51 0,-1 0-84 0,-3 6 70 16,-4 4 31-16,-1 5 133 0,-2 6-50 0,0 3-27 0,-2 2 256 15,0 4-137 1,0 2-71-16,-6 11-37 0,-3 14 294 16,2-1-150-16,2 1-49 0,2 7-45 0,1-6 26 0,2 3-26 15,0-9 62-15,2 1-41 0,6-2-12 0,5-6-17 0,-1-3-12 16,4-2 0-16,0-7-136 0,2-1 68 0,-1 0-172 16,-1-3 115-16,3-15 56 15,-6-3 33-15,1-1-204 0,-5-5 102 0,-2 6 26 0,-1-14 34 0,-3 3-23 16,-3-1-6-16,0 0 42 0,0 1-1 15,-2 8 16-15,-7-1-16 0,-3 6 0 16,-4 7 113-16,-2 4-56 0,-1 8-28 0,-4 0 172 16,0 8-91-16,5 9-37 0,1 4-26 0,8-3 97 15,1 3-52-15,5 1-10 0,3-1-3 0,0-2 4 16,1-1-168-16,12-5 75 0,10 1 32 0,0-10-124 16,7-2 74-16,0-2 36 15,4 0-307-15,-1-8 147 0,1-7 83 0,-2-2-136 16,0-4 106-16,-2-1 50 0,-2-3 25 0,0-1 65 0,-6 1 0 15,-3 3-49-15,-1-4 8 0,-7 9 0 16,-4 0 308-16,-3 7-154 0,-3 1-77 0,-1 2 188 0,0 5-125 16,-5 0-24-16,-10 2 364 15,-2 8-199-15,3 4-99 0,-6 9-63 0,6 2 181 0,4-1-117 16,4-3 106-16,4 3-224 0,2 1 9 16,0-2-8-16,6-2 0 0,9 3-63 0,4-5 32 0,0 0 0 15,-3-4 38-15,7 5-7 0,-6-8-187 0,0 3 93 16,-2 0 47-16,-4 1-56 0,-4-1 59 0,0 2-20 0,-5 0-107 15,-2 2 45-15,-2-2 43 16,-14 6-30-16,2-9 10 0,-11 6 8 0,2-5 20 16,-3-2-53-16,1-2 30 0,5-3 1 15,-3 0 23-15,2-6 9 0,5 0-221 0,2 0 110 16,7-6 55-16,4-14-165 0,3-5 102 0,0-9 63 16,9-5-432-16</inkml:trace>
  <inkml:trace contextRef="#ctx0" brushRef="#br0" timeOffset="41637.18">23525 7356 1643 0,'16'-2'0'0,"4"2"0"0,-1 0 0 0,1 0 0 0,-1 2 0 0,6 9 0 0,-2 3 300 0,2 2-137 0,-1 5 147 0,-1 4-139 16,-3 4-69-16,0 8-34 0,-5-3 8 0,-2 12-39 0,-8-2-4 16,-3 0 0-16,-2-1 0 0,0 0-108 15,-9-5 62-15,-10 7 19 16,-3-6-107-16,-6-4 67 0,-1-6 33 0,1-10 1 0,3-6-232 15,-6-1 124-15,4-10-1 0,2-2-153 0,4-2 100 16,0-16 65-16,5 0-31 16,3-12 51-16,6-4 23 0,5 0-1 0,2-1 23 0,0 1 13 15,2 1-22-15,11 8 8 0,-1 6 0 0,6 2 108 16,1 3-54-16,2 7-35 0,5 6 342 0,-4 1-174 16,5 1-60-16,-3 14 363 0,3 8-196 0,-5 6-107 0,2 0-64 15,-3 1-29-15,-1 2 229 0,-1-6-129 16,1 1-64-16,-4-7-164 0,5 3 46 0,-6-12 27 0,2 0-535 31,-1-3 280-31,2-5 142 0,-6-3 77 0,0 0-437 0,1 0 238 0</inkml:trace>
  <inkml:trace contextRef="#ctx0" brushRef="#br0" timeOffset="42542.77">24241 7621 898 0,'0'-2'0'0,"0"0"0"0,0 2 0 0,0 0 0 0,0 0 0 0,0 0 133 0,0 0-55 0,0 0-22 15,5 0 0-15,10 0 273 0,7 0-148 16,5 0 82-16,5 0-5 0,1-2-113 0,6 0-55 15,-4-2-25-15,2-1 0 0,-3 1-24 0,0 0-8 16,-4 1-200-16,-2 0 100 0,-7 2 50 16,0 0 25-16,-7-2-180 0,-2 3 99 0,-2 0 52 15,-5 0 27-15,-3 0-639 0,-2 0 257 0</inkml:trace>
  <inkml:trace contextRef="#ctx0" brushRef="#br0" timeOffset="42720.66">24438 7290 1303 0,'-3'1'0'0,"3"6"0"0,0 2 0 0,0 2 0 0,0 4 0 0,0 0 0 0,3 9 0 0,3 3 547 15,-1 5-257-15,-1 2-129 0,-1 3-63 0,1 2 104 16,0 9-88-16,-3-4-40 0,1 4-137 0,1-1 48 16,-1 2 23-16,0-8-491 0,0 10 253 0,3-8 131 15,0-8 67-15,5 1-669 0,0-6 344 0</inkml:trace>
  <inkml:trace contextRef="#ctx0" brushRef="#br0" timeOffset="43043.35">25042 7354 1305 0,'0'0'0'0,"0"0"0"0,0 2 0 0,-3 9 0 0,-3 3 0 0,-2 4 153 0,-3 8-60 0,0 6-30 0,-1 10 296 15,5-7-156-15,-2 12-88 16,5-6-42-16,4 3 16 0,0-8-28 0,0 1 0 16,9-2-20-16,7-6-83 0,4-5 37 0,1-2 0 15,2-6 37-15,0-7-156 0,-2-3 86 0,0-4-74 16,-1-2 72-16,-2-5 12 0,1-13 27 0,-8-5-139 16,-2-5 65-16,-3-3-1 0,-2-4 29 0,-2-10 42 15,-2 4-21-15,0-4-18 0,0-4 7 0,-8 1 74 16,-3-1-30-16,-2 0 7 0,-4 5-89 0,4 13 31 15,-3 8-5-15,-7-1 45 16,5 15-11-16,-9 5 9 0,5 4-10 0,-4 4-72 16,4 17 28-16,-3 6 15 0,2 7-1 0,5 3-214 15,3 3 113-15,2 2 58 0,1-1 19 0</inkml:trace>
  <inkml:trace contextRef="#ctx0" brushRef="#br0" timeOffset="43270.74">24663 7942 1723 0,'-17'0'0'0,"8"0"0"0,3 0 0 0,3-2 0 0,3-18 0 0,2-3 0 0,16-2 0 0,15-5 143 16,8 0-47-16,12-5 78 0,2 3-71 0,3 1-35 0,1 5 0 15,-10 8-13-15,-3 4-14 16,9 3-8-16,-22 9-41 0,5 2 0 0,-8 2 41 0,-3 15-1 16,-6 3-34-16,-5 5 13 0,-2 1-1 15,-3 2 61-15,-2-3-38 0,1-3 8 0,-1 5-18 0,0-8-85 16,3-1 36-16,2-4 24 0,2 1-12 15,2-7 38-15,7-2-339 0,1-6 156 16,4 0-186-16,2-1 161 0,0-9 63 0,4-8 38 16,-3 3 17-16,-4-6-447 0</inkml:trace>
  <inkml:trace contextRef="#ctx0" brushRef="#br0" timeOffset="43457.41">25878 7278 1199 0,'-13'-13'0'0,"-2"10"0"0,0 1 0 0,-6 2 0 0,-2 0 0 0,0 14 0 0,-2 2 566 16,1 8-267-16,-3 9 213 0,9-2-232 16,-3 9-127-16,5-1-60 0,11 3-1 0,3 0-29 15,2 2 0-15,0-8-22 0,10 7-109 0,5-11 50 16,6 0 26-16,-1-1 0 0,3-2-374 0,-2-10 208 16,5 3 92-16,-3-5-641 0,0-6 298 0,-2-5 194 15,2-2 61-15</inkml:trace>
  <inkml:trace contextRef="#ctx0" brushRef="#br0" timeOffset="43698.77">25935 7480 1347 0,'-4'-6'0'0,"4"3"0"0,0-1 0 0,9 2 0 0,7 1 0 0,4 1 299 0,6 0-132 0,-1 0-68 0,-3 8 207 15,3 5-136-15,-7 3-61 0,5 3-42 0,-6 1-44 16,-3 2 10-16,-1 1 0 0,-6 1-145 0,-5-1 80 15,-2 5 29-15,0-3-1 16,-10 1 37-16,-8-4-180 0,-6 1 98 0,-3-2-171 16,0-4 115-16,-5-3 59 0,-1 0-14 0,4-5 25 0,1-4-129 15,1-3 68-15,4-2 31 0,4 0 1 16,6-3-151-16,5-10 91 0,8-5 38 0,0-5-253 16,8-2 153-16,14-6-90 0</inkml:trace>
  <inkml:trace contextRef="#ctx0" brushRef="#br0" timeOffset="43863.88">26256 7311 1648 0,'4'0'0'0,"-2"0"0"16,-2 11 0-16,0 6 0 0,-6 7 0 0,-9 3 0 0,-5 8 0 0,2 4 72 0,1-1 456 0,-1 3-248 0,1 1-123 0,8-5 71 0,-3 9-102 16,8-12-46-16,4 3 11 0,0-2-29 0,0-6 0 15,6-5-21-15,11 3-9 0,2-7-335 0,-3-8 167 0,8 1-660 16,2-8 399-1,-4-3 216-15,4-2 0 0</inkml:trace>
  <inkml:trace contextRef="#ctx0" brushRef="#br0" timeOffset="44016.04">26466 7736 1366 0,'1'0'0'0,"8"0"0"0,-4 0 0 0,-1 0 0 0,-2 0 0 0,2 0 0 0,-3 10 233 0,1 1-100 0,-2 3 59 16,0 3-79-16,-2-1-41 15,-7 4 9-15,-2-2-138 0,1 1 46 0,-1-3 21 16,0-1 0-16,1-5-449 0,4-4 243 0,1 1-504 16</inkml:trace>
  <inkml:trace contextRef="#ctx0" brushRef="#br0" timeOffset="44277.48">26581 7465 976 0,'0'0'0'0,"0"-1"0"0,0-2 0 0,0-2 0 0,0 1 0 0,0 0 0 0,0 2 499 15,0 0-238-15,2 1 215 0,-1-2-222 0,-1 3-111 16,0 0-54-16,0 0 25 0,0 0-44 16,0 0 0-16,2 0-38 0,0 0 1 0,2 0-49 0,2 0 33 0,0 0-9 15,-2 4-12-15,1 0-1 0,3 0 38 0,1 1-88 16,-2-1 53-16,2 0 13 15,-1-1-1-15,3 3-103 0,-1 0 54 0,-3 0 2 16,1 1 22-16,1 2-12 0,-1-3-371 16,-2 6 172-16,5-3-613 0,-6 2 403 0</inkml:trace>
  <inkml:trace contextRef="#ctx0" brushRef="#br0" timeOffset="44501.59">26880 7274 1605 0,'0'-6'0'0,"0"2"0"0,0 2 0 0,0 2 0 0,0 0 0 0,0 0 0 0,-2 8 0 0,-6 10 79 15,-1 11 542-15,-4 8-294 0,-5 0-147 0,2 8-74 16,-7 12 226-16,4-9-142 0,-5 17-133 16,0-7-1-16,3 0-23 0,0-9-1 0,3 4 1 0,2-8-351 15,-2 6 171-15,6-17 90 0,1 2-229 0,2-5 160 16,1-9 87-16,4-1 32 15,1-8-67-15,3-5 43 0,0-7-167 0,0-1-821 16,0-3 485-16</inkml:trace>
  <inkml:trace contextRef="#ctx0" brushRef="#br0" timeOffset="44683.99">26908 7271 1827 0,'18'-1'0'0,"9"1"0"0,1 0 0 0,-2 0 0 0,-1 0 0 0,0 9 278 0,0 3-123 15,1 10-61-15,-3 1 206 0,0 6-134 16,-7 5-58-16,-2 10 187 0,-7-2-132 0,-5 7-64 16,-2 0-34-16,-4 1-132 0,-15 2 58 0,-2-1 17 15,-9-1 0-15,3-3-353 0,-5-3 189 0,-1-3 94 16,6-10 56-16,-8 0-776 0,6-9 385 0</inkml:trace>
  <inkml:trace contextRef="#ctx0" brushRef="#br0" timeOffset="45683.45">27694 7524 632 0,'0'-20'0'0,"0"1"0"0,2 2 0 0,0 1 0 0,-2-5 0 0,0 4 0 0,0-2 0 0,-4 2 238 0,-7 0-103 0,-4 7-51 0,-2-2-26 16,0 6 98-16,-6 2-66 0,0 4-29 0,-2 0 57 15,-3 14-43-15,-2 10-21 16,5 2 8-16,-5 10 64 0,7 2-47 15,3-1-22-15,4 2 40 0,8-3-32 0,0 2 8 0,7-2-40 16,1-3 87-16,0-5-43 0,1-6-23 0,12-1 1 16,3-4-55-16,1-7-7 0,9-2 39 0,-3-8-84 15,6 0 42-15,3-2 21 0,0-14 9 0,6-7-242 16,-7-2 121-16,1-4 36 0,-3 2-115 0,-5 0 90 16,2-3 7-16,-4 5-8 0,-6 5-71 15,0-1 64-15,-8 8 33 0,-3 4-1 0,0 4 56 16,-3 2 8-16,-1 1-31 0,-1 2 137 15,0 10-68-15,-1 5-35 0,-6 5 239 0,4-1-114 16,0 4-70-16,3-3-3 0,0 1 84 0,0-2-30 16,3 0-38-16,8-4 21 0,5-4 31 0,-2-1-44 15,4-5-22-15,2-2 8 0,-1-3-98 0,2 0 33 16,4-6 1-16,-7-10-84 0,-1-1 59 0,-4-1 38 16,1-9-9-16,-6 5-155 0,-4-2 83 15,-2-3 17-15,-2 2-13 0,0 3 15 16,-11-3 2-16,-4 5 4 0,-5 1 35 0,0 5-29 15,-2 2 16-15,-2 6-21 0,-5 3 65 0,1 1-21 16,2 2-1-16,-1 0 85 0,8 7-49 0,1 6-16 16,5-1 32-16,3 3 15 0,7-2-33 0,3 2-5 15,0-1-91-15,5 1 39 16,18-3-2-16,4-5 39 0,6-1-122 0,10-4 56 0,3-2 26 0,2 0-6 16,1-10-289-16,-1-2 130 0,1-3 81 0,-6 0-173 15,-2-2 125-15,-11 2 54 16,2 0 40-16,-7-1 0 0,-8 4 0 0,-4-2 31 15,-3 1 224-15,-5 4-120 0,-3-2-47 0,-2 1-29 16,0 4 447-16,-2 1-210 0,-12 1-124 0,-1 3-11 16,-6 1 197-16,-1 0-104 0,-3 3-79 0,0 6 161 15,8 3-120-15,-1 1-51 0,2 2 123 0,7 2-96 16,4-1-48-16,3 2-23 0,2-1 33 0,0 1-21 16,6-1-7-16,6 1-29 0,7-1-113 0,1 0 57 15,1-3 28-15,0-1 8 0,-1-2-73 0,-2 1 47 16,-1-1 23-16,-6-2-223 15,-6 1 116-15,-1-1 19 0,-3 0-14 0,-1 1-63 16,0-1 35-16,-14 1 44 0,-7-1-29 0,0-1 29 16,-11 1 7-16,2-1 36 0,0-1-190 0,1 0 94 15,1-1 49-15,9 0 15 0,1 0-163 0,4-1 97 16,6 0 49-16,3 3-388 0</inkml:trace>
  <inkml:trace contextRef="#ctx0" brushRef="#br0" timeOffset="46109.15">28526 8081 1235 0,'4'5'0'0,"3"-1"0"0,0-4 0 0,-3 0 0 0,1-2 0 0,-3-7 0 0,-2-6 0 0,0-2 424 0,0-4-195 0,0 1-90 0,0-9-58 16,-2 1 109-16,-3 0-79 0,2-1-39 0,2-4-9 15,-3-1-22-15,-1-1-8 0,-4-9-81 16,1 2 41-16,0-2 0 0,-3-3 39 15,3-2-169-15,2-1 81 0,4 0 44 0,2 0 23 16,0 3-200-16,2 13 99 0,11-1 0 0,5 7 43 16,1 7-57-16,1 6 38 0,2 5 1 0,5 1 114 15,-4 5-53-15,6 2 9 0,-1 2 47 0,0 0-39 16,2 2-14-16,-3 8 0 0,-8 1 69 0,0 0-39 16,-2 4 2-16,-8 2 0 0,-4 2 29 0,-5 1-26 15,0 1 1-15,-13 5-2 0,-9-3 67 16,-4-3-40-16,0 1-14 0,-4-3 66 15,8-7-32-15,2 0-30 0,0-4 73 0,13-1-45 16,0-4-22-16,1 0-1 0,6 0 69 0,0-1-50 16,6 0-21-16,15 2 1 0,2 3-21 0,2 0 0 15,2 2 8-15,-1 7-8 16,-2-1-70-16,-2 4 36 0,-4 0-1 0,-4 1-71 0,-6 1 61 0,-5 0 8 16,-3 1-56-16,0-1 42 15,-10 0-5-15,-11-3 0 0,-1-8-180 0,-9 3 82 16,1-8 54-16,-2 2 27 0,-1-6-412 0,-1 0 210 15,-4 0 96-15</inkml:trace>
  <inkml:trace contextRef="#ctx0" brushRef="#br0" timeOffset="46701.64">20459 7247 727 0,'0'-19'0'0,"0"2"0"0,0 4 0 0,0 1 0 0,-3 0 0 0,-5 0 0 0,-1 3 151 0,-3-1-51 15,1 7-37-15,-6 1 213 0,1 2-122 0,-7 0-60 16,-2 18-31-16,-1 8 162 0,-6 16-100 0,2 9-46 16,6 7 67-16,1 4-57 0,8 4-27 0,6 9 164 15,7 2-100-15,2 4-47 0,2 11-23 0,13-17 38 16,11 15-30-16,2-20 8 0,10 1-39 0,5-2-500 16,8-10 250-16,5-5 125 0,16 1-801 15</inkml:trace>
  <inkml:trace contextRef="#ctx0" brushRef="#br0" timeOffset="47385.24">29134 7129 1364 0,'8'-15'0'0,"3"3"0"0,5 9 0 0,6 0 0 0,3 3 0 0,-2 0 0 0,3 0 0 0,-4 12 157 0,3 7-62 16,0 5 180-16,-4 4-114 0,1 8-67 0,-3 3-31 15,-8 1 55-15,1 5-43 0,-5 0-21 0,-4-4 9 16,-3 12-2-16,0-2 0 0,-1-1-28 0,-13 1-1 16,-4 0-76-16,-1-3 47 0,-1 0-9 15,-3-7-127-15,0-3 82 0,4-9 42 16,-7 0-283-16,7-9 128 0,-6 0 82 0,4-10 2 15,0-2-286-15,2-6 167 0,6-2 75 0,-1 0 50 16,6-12-142-16,3-10 92 0,4-6 46 0</inkml:trace>
  <inkml:trace contextRef="#ctx0" brushRef="#br0" timeOffset="47792.7">29888 7059 1356 0,'3'-8'0'0,"0"3"0"0,5 5 0 0,1 0 0 0,-4 0 0 0,2 12 0 0,-4 2 0 0,-1 7 0 0,-1 7 253 15,1 4-110-15,1 10-56 0,-3-2 228 0,0 0-134 16,0 13-78-16,0-6-35 0,3 0 65 0,-3-1-50 16,2 0-25-16,-2-7-17 0,2 8-8 0,-1-11 0 15,-1 2 0-15,2-5-59 0,-2-4 30 16,0-6 7-16,0-4 22 0,0-7-81 0,0-3 40 15,0-5 16-15,0-3-72 0,0-1 23 0,-2 0 25 16,-3-10-13-16,-1-6 11 0,-2-6-17 0,1-2 35 16,0-4-123-16,-3-1 58 0,2-3 20 0,-2 2 1 15,-3 2-109-15,0 7 64 0,0 3 16 0,-6 6 7 16,-3 3 143-16,-4 9-53 0,0 0-34 16,0 7 107-16,-2 10-69 0,1 4-24 15,4 5-9-15,4 0 230 0,2 3-101 0,9 1-62 16,2-7 131-16,6 9-88 0,0-5-15 0,0-4-28 15,9-1-172-15,8-5 72 0,1-6 43 0,11-1-8 16,1-6-495-16,3-4 252 0,10 0 97 0,-2-1-524 16,-6-10 312-16,14-2 168 0,-6-2 80 0,1-3-166 15,-2 0 122-15,-4-2 55 0</inkml:trace>
  <inkml:trace contextRef="#ctx0" brushRef="#br0" timeOffset="48065.97">30385 7534 15 0,'6'-22'0'0,"6"-8"0"0,-2 5 0 0,-3 4 0 0,-1-3 351 15,-4 5-160-15,-2 3-71 0,0 0 210 0,-5 7-148 16,-12 4-75-16,-1 1-37 0,-6 2 313 0,-6 2-168 16,0 4-95-16,-2 8-43 0,2 6 116 0,5 2-81 15,0-1-39-15,13-2 8 0,1 4 34 0,4-1-41 16,7 1-21-16,0 0 9 0,9 1 0 0,7-5-21 16,9 4-8-16,2 0-25 0,2-1 0 0,1-2 25 15,-2 3-41-15,-1-1 8 16,-6 2 33-16,-2-1 0 0,-6-2-67 0,-6 2 34 15,0 0 0-15,-7 0-56 0,0 0 34 0,-7-1 0 16,-13-1 15-16,-2-4 0 0,-7-3 10 0,-4 1 1 16,-2-6 2-16,-2 1-53 0,2-7 25 0,2-1 0 15,3 0-219-15,6 0 103 0,4-1 63 0,5-9 17 16,6-2-500-16,9-3 263 0,0-6 131 16</inkml:trace>
  <inkml:trace contextRef="#ctx0" brushRef="#br0" timeOffset="48203.64">30774 7962 1532 0,'0'0'0'0,"0"0"0"0,0 0 0 0,0 0 0 0,0 0 0 0,2-2 46 0,0-5-13 0,-2-4 0 0,1-7 0 15,-1-9-494-15</inkml:trace>
  <inkml:trace contextRef="#ctx0" brushRef="#br0" timeOffset="64665.87">22746 8790 785 0,'-8'-1'0'0,"2"-1"0"0,1 0 0 0,3 2 0 0,0 0 0 0,2 0 0 0,-2 0 0 0,2 0 0 0,0 0 201 0,0 0-89 0,0 0-39 0,0 0 0 15,6 0-16-15,8 0 0 16,4 0-16-16,1 0 88 0,3-2-48 15,-1 0-24-15,0 0 3 0,0 1 1 0,-1 1-20 0,1-2-8 16,-3 2-21-16,-1-2 0 0,-2 2 21 0,0 0 0 16,-2-2-35-16,1 2 14 0,-5 0-1 0,0-2-8 15,-4 2-1-15,2 0 39 0,-2 0-48 0,-3 0-19 16,0 0 10-16,0 0 1 0,-1 0 20 0,-1 0 11 16,0 8-12-16,0 3 7 0,-3 2 74 0,-8 2-35 15,-3 6 3-15,1-5-33 0,-8 7-48 16,2 0 22-16,-1-1 7 0,-3-1-62 15,2-1 40-15,1-1 3 0,-6 2 33 0,1-5-152 16,1 2 60-16,-1-5 39 0,3 0-30 0,1-5 26 16,2-2-1-16,3-1-1 0,5-2 117 0,-1-1-46 15,7-2-13-15,1 0-41 0,2 0 222 0,2 0-100 16,0 0-35-16,2 0-29 0,11 0 75 0,8 0-40 16,7-5-2-16,0-3 10 0,4 1-11 15,-2 1 1-15,2 1-109 0,-6-1 47 16,8 3-9-16,-7-2 40 0,-7 3-149 0,2 1 69 0,-2-1 21 15,-6 0 27-15,0 2-162 0,-5 0 80 16,-2 0 19-16,-3 0-55 0,-2 0 40 16,-1 2 23-16,-1 5 1 0,0 1-1 0,-10 1-1 0,-3 2 23 15,-5-1 29-15,-1 0-8 0,1-2-22 0,-1 2 0 16,-1-1 22-16,1-3-21 0,1 1 6 0,0-2 0 16,3 0 53-16,2-2-20 0,4-1-1 0,-1 2 78 15,3-2-45-15,1-2-25 0,4 2 4 0,0-2 93 16,1 0-55-16,1 0-29 15,0 0 27-15,0 0-8 0,0 0-3 0,1 0 3 16,7 0-44-16,3 0 32 0,1 0-12 0,-3 0 23 16,5 0-9-16,-2 0-7 0,1 0-3 0,1-2-2 15,-4 0-33-15,1 0-2 0,1 0 33 0,-3 2-99 16,0-2 46-16,0 0 17 0,-4 2-23 0,1-1 17 16,-3-1 0-16,1 2 16 0,-2-2-17 0,0 2-15 15,-2 0 33-15,0 0-26 16,0 0 121-16,0 0-50 0,0 0-22 0,0 0 122 15,0 0-65-15,0-1-26 0,0 1 1 0,0 0-55 16,0 0 0-16,0 0 45 0,0 0-84 0,0 0 37 16,0 0 0-16,0 0 39 0,1 0-222 0,1 0 90 15,-2 0 53-15,3 0 1 0,-3 0-29 0,2 0 10 16,-2 0 22-16,0 0 45 0,0 0-5 16,0 0-41-16,0 0 16 0,0 0 131 0,0 0-61 15,0 0-23-15,0 0 35 0,0 0-15 0,0 0-23 0,0 0 16 16,0 0 13-16,0 0-5 15,0 0 4-15,0 0-7 0,0 0-72 0,0 0 27 16,0 0 0-16,0 0-25 0,0 0 25 0,0 0-12 16,0 0 58-16,0 0-5 0,0 0-28 0,0 0-11 15,0 0 100-15,0 0-44 0,0 0-21 0,0 0 5 16,0 0 7-16,0 0 13 0,0 0-34 0,0 0 20 16,0 0-27-16,0 0 25 0,0 0-13 0,0 0-55 15,0 0 33-15,0 0-2 16,0 0-18-16,0 0-4 0,0 0 40 0,0 0-15 0,0 0-15 15,0 0-13-15,0 0 34 16,0 0-14-16,0 0-12 0,0 0 13 0,0 0 10 16,0 0-10-16,0 0-19 15,0 0-3-15,0 0 27 0,0 0-52 0,0 0 24 0,0 0-6 0,0 0 29 16,0 0-14-16,0 0 10 0,0 0-7 0,0 0 35 16,0 0 1-16,0 0-29 15,0 0-3-15,0 0 55 0,0 0-23 0,0 0 5 0,0 0-29 0,2 5 31 16,-1 4-28-16,3-2 1 15,1 6 86-15,3-3-34 0,0 5-21 0,-1 2 13 16,2 2-37-16,2 4 14 0,-4-3-2 0,2 6-78 16,-2 1 38-16,-1 1 0 0,-3-2 32 0,2 2-104 15,-2-5 48-15,1 1 22 0,-2 0-9 0,0-6 5 0,0-4-16 16,-2-2 38-16,0-3-8 0,0-1-14 16,0-7 11-16,0 1 69 0,0-2-32 15,-6 0-1-15,-1-3-37 0,-3-10-125 0,-1-3 63 16,0 0 33-16,-3-9 6 0,1 1-320 0,-4-5 151 15,4 0 90-15,-2-3 39 0,2 2-348 0,1 2 196 16,5 6 98-16,-2-1-72 0,3 4 90 16,1 4 39-16,2 4 0 0,0 1 1 0,1 6 39 15,2 1-8-15,0 0 234 0,0 3-112 0,0 0-58 16,0 0-27-16,0 3 315 0,0 6-179 0,0 2-52 16,0 2-52-16,0 4 404 0,2 2-200 0,-1 4-100 15,-1-1 57-15,0 4-82 0,0-1-37 0,0 1 0 16,0-2 90-16,-9 1-63 15,2-4-24-15,-5 1-72 0,-1-3 0 0,1-2 32 16,-2 0-1-16,-2-6-190 0,-2 0 103 0,2-4 40 16,-3-1 24-16,1-2-461 0,2-4 228 0,0 0 70 0,4 0-202 15,1 0 165-15,4-10 79 0</inkml:trace>
  <inkml:trace contextRef="#ctx0" brushRef="#br0" timeOffset="65010.3">23527 8563 1472 0,'2'-12'0'0,"1"6"0"0,1 4 0 0,-2 1 0 0,0-2 0 0,-2 3 0 0,0 0 0 0,0 0 209 0,0 0-89 0,0 0-43 0,-6 9-50 0,-7 6 14 15,-4 4-9-15,-1 3-142 0,-3 3 71 16,-4 2 36-16,-5 2-1 0,4-6-168 15,-6 7 95-15,5-10 50 0,2 1 26 0,6-6-107 16,0-2 57-16,8-1-6 0,0-3 161 0,3-1-77 16,2-1-22-16,4 1-38 0,2-2 285 0,0 3-120 15,0 4-65-15,0 2 122 0,2 6-85 0,2 3-8 16,1 4-32-16,-2 4 108 0,1 6-74 0,-3 5-33 16,-1-2 1-16,0 4-11 0,0-1 1 0,0-3-15 15,-5 9-146-15,0-5 69 0,0-3 34 0,3-6-282 16,0-3 158-16,0-5 70 15,2-3 37-15,0-4-215 0,0-10 115 0,0-2 11 16,0-5 45-16,0-4-375 0,6 0 206 0,1-17 100 0</inkml:trace>
  <inkml:trace contextRef="#ctx0" brushRef="#br0" timeOffset="65161.9">23279 9031 1345 0,'2'-15'0'0,"1"6"0"0,5-1 0 0,2 3 0 0,4-4 0 0,6-1 0 0,3 1 0 0,7 1 0 0,0 1 0 0,5-1 379 0,-1 1-173 0,-2 2-75 0,-1 0-50 16,-4 5-15-16,0 0-9 0,-4-1-445 16,0 1 211-16,-4 2 105 0,-4 0 52 0,-6 0-229 15,1 0 137-15</inkml:trace>
  <inkml:trace contextRef="#ctx0" brushRef="#br0" timeOffset="65651.59">23633 8734 1067 0,'-9'0'0'0,"2"3"0"0,-5 7 0 0,-1 6 0 0,-3 2 0 0,-1 5 0 0,-2 7 245 16,-1 7-106-16,-1-4 251 0,3 0-170 0,-4 9-98 15,5-5-45-15,3 1 108 0,2-9-77 0,4 7-37 0,1-6 8 16,5 2-14-16,2-1-33 0,0-4 1 16,0 2 0-16,0-2-21 0,4 0 29 15,1 3-8-15,3-3-124 0,-2-2 62 0,-2-1 30 16,1-2-232-16,-1 0 117 0,-2-4 64 15,-1-2-4-15,1-4-279 0,0-2 133 0,-2-6 85 16,0 1 25-16,0-5-120 0,0 0 89 0,0-3 44 16,0-9 22-16,0-4-22 0,-4-3 14 0,-1-7 8 15,0 0-37-15,1-2 29 0,-3-4 1 0,4 1 63 0,-1 7-42 16,1-2 8-16,3 3 0 0,0 5 188 16,0 1-93-16,0 2-48 0,1 1-32 0,13 3 282 15,1-2-118-15,6 2-76 0,0-1-3 16,6 1 73-16,-4 2-20 0,7-2-29 0,-2 3 36 15,-7 2-47-15,1 1-23 0,-1 1 35 16,-5 3-21-16,0-1-8 0,-5 2-31 0,-1 0 60 0,-1 0-30 16,-4 0 0-16,1 0-21 15,0 7 99-15,-2 2-54 0,-2 4-26 0,1 0-1 0,1 5 102 0,-1-2-57 16,1 9-39-16,2-1 17 0,-3 3-24 16,5 0-1-16,-2 4-83 0,0-1 37 15,2-1-8-15,1 3 30 0,-4-1-278 0,1-3 138 16,-3-2 79-16,1 4 26 0,-2-9-490 15,0 0 240-15,-2-3 75 0,0-3 73 0,0-4-299 16,0-6 190-16,-6-2 89 0,-1-3-98 0,0 0 95 16,-4-2 47-16,2-7-249 0,-3-12 152 0</inkml:trace>
  <inkml:trace contextRef="#ctx0" brushRef="#br0" timeOffset="65799.19">23589 9297 1362 0,'-19'-5'0'0,"2"3"0"0,2 0 0 0,4 2 0 0,2 0 0 0,4 0 0 0,0 0 0 0,5 0 0 0,0 0 390 0,8 0-179 0,8 0-81 16,9 0-53-16,-2 0 97 0,0 0-71 0,-2 0-35 16,2 0 0-16,0 4-321 0,-5-1 138 0,1 3 75 15,-4-1-567-15,-3 2 320 0,-9 0 160 0</inkml:trace>
  <inkml:trace contextRef="#ctx0" brushRef="#br0" timeOffset="65928.85">23610 9419 915 0,'-12'0'0'0,"6"0"0"0,1 0 0 0,3 0 0 0,-1 0 0 0,1 0 0 0,2 0 356 16,0 0-161-16,2 0-73 0,6 0-49 0,4 0 65 15,-2 0-52-15,2 0-27 0,-1 5 1 0,-2-1-388 0,3 3 176 16,-6 0 92-16</inkml:trace>
  <inkml:trace contextRef="#ctx0" brushRef="#br0" timeOffset="66062.48">23594 9579 936 0,'-5'4'0'0,"1"0"0"0,2-2 0 0,2-1 0 0,0 2 0 0,0-3 0 0,6 0 333 0,8 0-150 15,4 0-75-15,1 0 15 0,1 0-37 0,3-3-31 16,0 2 0-16,-2-3-318 0,0-2 147 0,-2-1 75 0</inkml:trace>
  <inkml:trace contextRef="#ctx0" brushRef="#br0" timeOffset="66301.07">24030 8864 1541 0,'2'-26'0'0,"8"3"0"0,4 4 0 0,6 1 0 0,-2-2 0 0,6 4 0 0,3-1 0 0,5 6 254 0,0 1-111 0,0 6-55 0,3 3-19 16,-3 1 92-16,-2 1-65 0,0 17-31 0,-4 2-62 15,1 12-1-15,-10-2 39 0,-2 12-71 16,-4-3 31-16,-1 2 0 0,-7 0 32 0,-1 1-47 0,-2-8 31 16,0 3-7-16,0-3 22 0,-2-2-125 0,-8-2 20 15,1-5 43-15,2 0-11 0,-4 4-445 0,-3-5 206 16</inkml:trace>
  <inkml:trace contextRef="#ctx0" brushRef="#br0" timeOffset="66435.7">24423 9583 2042 0,'3'7'0'0,"1"5"0"0,4 1 0 0,-6-7 0 0,0-1 0 0,0 0 0 0,0 0 380 0,-1-1-173 0,1-2-87 15,0-1 294-15,0-1-182 0,0 4-104 0,1-4-48 16,1 0-584-16,1 2 269 0,0 2 142 0</inkml:trace>
  <inkml:trace contextRef="#ctx0" brushRef="#br0" timeOffset="85066">15340 14565 421 0,'0'-3'0'0,"0"-1"0"0,-2 2 0 0,-2-2 0 0,-1 3 0 0,0-4 0 0,0 4 0 0,-1-1 0 0,1 2 67 0,0 0 0 0,1 0-34 0,0 0 8 16,1 0 28-16,-2 0 1 0,3 0-37 0,0 0 28 15,1 0-28-15,-3 0 8 0,2 0-9 0,0 2 35 16,0-1 0-16,2 1-35 0,-1 1 48 0,-1-2-15 16,0 0-9-16,2-1-23 0,0 0 52 15,0 0-27-15,0 0 1 0,0 0-18 16,0 0-34-16,0 0 0 0,0 0 25 0,0 0-46 15,0 0 24-15,0 3 7 0,0-1 16 0,0-2-34 16,0 0 34-16,0 1 0 0,0-1 36 0,0 3-34 16,2-3-21-16,0 0 11 0,1 2 45 0,-1-2-22 15,0 0 7-15,0 0-28 0,1 1 40 0,3 0 0 16,2 2-33-16,-2-3-38 0,1 4 8 0,0-3 29 16,1 2-1-16,1-1-16 0,1-1 17 15,1 3 0-15,-1-2-17 0,0 2-7 0,2-1 12 16,1 1 8-16,-2 0-33 0,5 0 0 15,-4-1 27-15,2 2 1 0,0-2-28 0,4-1 0 16,-2 0 16-16,0-1-20 0,0-1 5 0,3 3 18 16,-1-3 1-16,0 2 23 0,1-2-1 0,-1 1-22 15,3-1 5-15,4 2-7 0,-2-2 2 0,2 0-1 16,1 0 30-16,5 0 0 0,-1 0-19 0,1 0-2 16,3 0 36-16,3 0-15 0,-2 0 0 0,1 0-58 15,1 0 8-15,0 0 34 16,2 2-4-16,-2 1-31 0,-1 2 28 0,6-2 2 15,-6-1 3-15,8 2-8 0,-3 0 2 0,-2 2-8 16,1-5-4-16,1 3 4 0,-5-2 9 0,9-1-15 16,-11-1-16-16,5 0 0 0,-2 0 24 0,-1 0-27 15,1 0 30-15,-6 0-6 0,-1 0 1 0,-1 0-3 16,-9 0 2-16,3 4-2 0,-2-1 15 0,-3 0-16 16,-3 3 2-16,0-2-2 0,-1 0 49 15,-4 1-21-15,-1-2 3 0,3 1-16 0,-5-2 28 16,0 2-28-16,1-1-5 0,-2-3-34 15,0 3 40-15,-3-3-2 0,3 2-59 0,-4-2 26 16,1 0 1-16,-1 0 24 0,0 0-112 0,0 0 48 16,-2 0 28-16,0 0-15 0,0 0-36 0,0 0 24 15,0 0 20-15,0 0-4 0,0-5-232 0,0-9 100 16,1-1 65-16,4 2-616 0,1-2 333 0</inkml:trace>
  <inkml:trace contextRef="#ctx0" brushRef="#br0" timeOffset="86261.43">22706 14595 542 0,'-8'-3'0'0,"1"1"0"0,4-1 0 0,-1 2 0 0,1 1 0 0,1 0 0 0,2 0 0 0,0 0 85 0,0 0-30 15,0 0-1-15,0 0-21 0,0 0 39 0,0 0-40 16,0 0 9-16,7 0 18 0,0 0-1 0,2 0-25 16,-2 1-1-16,5 2 45 0,-1 0-8 0,3-3-37 15,-3 2 27-15,2-2-26 0,-2 2 0 0,4-2 8 16,0 0 28-16,0 0 0 0,1 0-36 0,0 0 22 16,1 0 0-16,1 0-14 0,3 0-8 0,0 0 6 15,4 0-6-15,-1 0-1 16,-3-2 1-16,1 0 31 0,7 1-32 0,-4-1 1 15,2-1 0-15,1 2-1 0,-2 1 1 0,6 0 8 16,0 0 17-16,2 0-25 0,10 0-1 0,-3 0 1 16,1 0 27-16,0 0 9 0,8-2-36 0,2-2 16 15,-1 1-16-15,0-3 0 0,1 0-1 0,0 3 17 16,0-1-16-16,1-1-1 0,0 4 3 0,2 0-2 16,0-2 0-16,2 1 8 0,13 1-29 15,-4-3 21-15,3 0-1 0,0 1-40 0,5-3 1 16,1 2 41-16,-1-2-4 0,4 3-38 15,-3-1-1-15,2 0 26 0,-4 2-52 0,-13 0 29 16,2 0-4-16,-4 2 18 0,-7 0-43 0,-6 0 19 16,-11 0 0-16,2 2 17 0,-4 4 1 0,-5 0-6 15,-2-1 8-15,-4 0-12 0,2 2 56 0,-5-3-21 16,-1 1-1-16,-4-3 19 0,-1 0 0 0,-3-1-32 16,-3-1-4-16,-1 0 38 15,-1 0-3-15,-3 0-19 0,2 0 45 0,-2 0-21 16,-1 0 1-16,0 0-13 0,0 0 1 0,0-1-7 15,0-1-5-15,0-2-227 0,0 1 110 0,0-1 54 16,-4 2 24-16,1 2-781 0,1 2 381 0</inkml:trace>
  <inkml:trace contextRef="#ctx0" brushRef="#br0" timeOffset="88893.97">20672 10505 681 0,'0'-5'0'0,"0"3"0"0,0 0 0 0,0 0 0 0,0 0 0 0,-4 0 0 0,0 2 0 0,3 0 0 0,-1 0 158 0,0 0-62 16,2 0-31-16,0 0 66 0,0 0-49 0,0 0-17 15,0 0 10-15,0 0-22 0,0 0 1 0,0 0-22 16,0 0 46-16,0 8-14 0,2 5-9 0,1 4-23 15,1 5 97-15,-2 2-49 0,0 5-23 0,-2 1 7 16,0 11 5-16,0-2 0 0,0 3-36 0,0 3-6 16,0 1 6-16,-4-8 8 0,-1 13-31 0,-1-7 0 15,1-3 22-15,0-4 1 0,0 2-37 16,1-5 8-16,0-2 28 0,1-3 1 16,-1-9 18-16,2 1-21 0,0-6-17 0,1-4 0 15,-1-1 105-15,-1-7-44 0,3-1-21 0,0 0 116 16,0-2-68-16,0 0-25 0,0 0 45 15,0 0-44-15,0 0-22 0,0 0 0 0,0 0 110 16,0 0-58-16,3 0-41 0,11 0 0 0,9 0 146 16,2 0-212-16,2 0 0 0,5 0 0 0,3 0 0 15,2 0 0-15,0 0 0 0,1 0 0 0,-1 0 0 16,1 0 0-16,-4-2 0 16,-2 0 0-16,-6 0 0 0,-4 2 0 0,-1 0-201 15,-7 0 130-15,-5 0 39 0,-2 0-12 0,-5 0-112 16,0 0 40-16,0 0 38 0,-2 0 8 0,0-1 122 15,-9-5-42-15,-4-3-22 0,-1-1-238 0,1 1 100 16,0-2 63-16,2 2-590 0,4-5 322 0,0 3 161 16,7-2 81-16</inkml:trace>
  <inkml:trace contextRef="#ctx0" brushRef="#br0" timeOffset="89386.68">20971 10496 1302 0,'-8'0'0'0,"3"0"0"0,2 0 0 0,-1 2 0 0,3-2 0 0,-1 0 0 0,2 0 0 0,0 0 276 16,0 0-122-16,0 0-52 0,0 0-39 0,0 0 226 15,0 0-128-15,3 0-65 0,6 0 84 0,-2 0-65 16,4-2-46-16,-2 2 92 16,5-2-64-16,-3 2-32 0,2 0 0 0,-2 0 93 15,2 0-67-15,1 0-30 0,-2 0 1 0,2 0 71 16,-1 0-43-16,2 0-32 0,-2 0 20 0,3 0 91 15,-2 0-169-15,2 0 0 0,0 0 0 0,0 0 0 16,-4 0 0-16,-1 2 0 0,1-2 0 16,-3 2 0-16,-2 0 0 0,0-2 0 0,-2 1 0 0,-3-1 0 15,0 0 0-15,0 0 0 0,-2 0 0 0,0 0 0 16,0 0 0-16,0 3 0 16,0-3 0-16,0 0 0 0,0 0 0 0,0 0 0 15,0 0 0-15,0 0 0 0,0 0 0 0,0 0 0 16,0 0 0-16,0 0 0 0,0 0 0 0,0 0 0 15,0 0 0-15,0 0 0 0,0 0 0 0,0 0 0 16,0 0-188-16,0 0-245 0,3 0 203 0,3 0 79 0</inkml:trace>
  <inkml:trace contextRef="#ctx0" brushRef="#br0" timeOffset="94023.95">23150 10447 681 0,'-7'0'0'16,"2"0"0"-16,1 0 0 0,0 0 0 0,3 0 0 0,-1-1 389 0,2 1-178 0,0 0-90 0,0 0 101 16,2-3-94-16,5 2-40 0,7 1-31 0,2 0 84 15,1 0-54-15,1 0-27 16,3 0 0-16,2 0 146 0,4 0-91 0,-4 0-41 16,2 0 71-16,0 0-57 0,1 0-27 0,-3 0 8 0,-1 0-55 15,2 0 19-15,-3-2-1 0,-1 2-145 0,1-2 73 16,-2 0 44-16,-2 0-8 0,-2-3-102 0,-4 4 68 15,-2-2 36-15,0 1-31 0,-4-2-456 0,-3 2 193 16,-1 0 133-16,1-2-312 0,-2 0 221 16,0-1 111-16,0-3 47 0</inkml:trace>
  <inkml:trace contextRef="#ctx0" brushRef="#br0" timeOffset="94214.43">23531 10261 864 0,'-4'-5'0'0,"4"3"0"0,0 0 0 0,0 0 0 0,0 2 0 0,5-2 0 0,11 0 336 0,2 0-152 15,6 2-76-15,-6 0-37 0,4 0 269 0,-3 4-145 16,-1 4-85-16,0 3 72 0,-3 2-74 0,-4 3-38 0,-2-2 1 16,-2 2-54-16,-2 4 16 15,-3 1 0-15,-2 0 0 0,0 4-86 0,-10 0 44 16,-7 0 28-16,-4 2-162 0,-1 0 88 16,-4-1 44-16,0-2-302 0,-3-1 130 0,3-3 51 15,0 1 57-15,-1 0-449 0,2 0 245 0,2 2 123 0</inkml:trace>
  <inkml:trace contextRef="#ctx0" brushRef="#br0" timeOffset="94589.56">23138 10928 1140 0,'0'3'0'0,"0"3"0"0,0 0 0 0,0-3 0 0,0 0 0 0,0-2 170 0,0 3-60 0,0 0-43 15,12 2 401-15,4-1-217 0,10-1-110 0,3-1 88 16,-5 0-90-16,8-2-57 0,-4 1-25 0,1-2-85 15,-9 0 30-15,4 0 0 0,-1 0 39 0,-5 0-217 16,-2-2 105-16,-5-2 51 0,-3-1-214 0,-1-2 117 0,-5-5 76 16,0 1-40-16,-2-2-15 0,0 0-10 0,-6-2 38 15,-5-2-3-15,-4 2-8 16,-2-4 46-16,0 8 0 0,-2-1 24 0,-2 7-24 16,1 1 1-16,-4 2-9 0,-3 2 135 0,2 4-63 15,0 13-27-15,2 5 267 0,0 3-128 16,4 3-74-16,7 2 124 15,1 2-89-15,4 0-21 0,7 2-31 0,0 0 181 0,0-1-92 0,5-1-58 16,8 0-25-16,4-4 84 0,1-1-54 0,1-5-28 16,-1-3 8-16,9 0-137 0,-4-6 50 15,-2-2 27-15,5-3-319 0,-8-3 172 16,5-5 95-16,0 0 31 0,-1 0-272 0,-3-4 100 16,2-7 90-16,-5-4-506 0,0-1 276 0,-2 0 151 15,0-2 70-15,-3-3-330 0,0-4 201 0</inkml:trace>
  <inkml:trace contextRef="#ctx0" brushRef="#br0" timeOffset="94733.18">23573 11044 656 0,'0'-9'0'16,"0"5"0"-16,0 1 0 0,0-1 0 0,0 1 284 0,9 2-129 0,3 1-62 0,4 0 180 15,0 0 98-15,5-2-170 0,2 0-76 16,-1 2 273-16,1-2-183 0,-1 0-91 0,3 0-168 16,-3-1 39-16,2-3 7 0,-3 1 31 0,-1-1-433 15,-2-2 216-15,-1 2 109 0,-6 1 54 0,-4 1-253 16,-1 1 150-16,-3 1 63 0,-3 0 44 0,0 0-635 15</inkml:trace>
  <inkml:trace contextRef="#ctx0" brushRef="#br0" timeOffset="94922.7">23750 11005 1541 0,'-6'7'0'0,"1"6"0"0,0-1 0 0,-2-1 0 0,2-1 0 0,-2 5 0 0,-1 1 0 0,3 5 305 0,-2 3-136 0,2 4-68 15,0 1 381-15,3 1-224 0,-2 2-105 0,4 0-64 16,0-2 115-16,0-2-86 0,0-7-42 15,2 1-22-15,9-1-45 0,3-6-7 16,0-2 30-16,5-5 1 0,-1-7-310 0,7-1 154 16,-4 0 87-16,5-7 30 0,-1-10-491 0,-3-4 176 0,0-3 159 15,2-3-508-15,-5-1 311 16,2-7 167-16</inkml:trace>
  <inkml:trace contextRef="#ctx0" brushRef="#br0" timeOffset="95097.05">24147 9990 2403 0,'-11'-26'0'0,"7"11"0"0,-2 4 0 0,0 1 0 0,2 1 0 0,1 8 0 0,-1-2 0 0,2 1 245 0,1 2-107 0,-3 16-52 16,-4 6 270-16,-1 14-165 0,-2 5-79 0,-3 6-202 15,-1 4 61-15,2-2 31 0,2 1 9 0,2 1-834 16,2-1 428-16</inkml:trace>
  <inkml:trace contextRef="#ctx0" brushRef="#br0" timeOffset="96032.48">24624 10473 450 0,'-8'-5'0'0,"4"3"0"0,1-1 0 0,3 3 0 0,0 0 0 15,0 0 0-15,0 0 330 0,1 0-140 0,13 0-83 0,3 0 206 0,0 0-140 16,1-1-70-16,1 1-36 0,2-2 109 0,-1 2-76 15,-1-2-33-15,1 1-143 0,0 1 55 0,-3 0 26 16,-1 0 9-16,0 0-124 0,-4 0 72 0,-4 0 35 16,2 1 0-16,-5 4-452 15,-3 5 178-15</inkml:trace>
  <inkml:trace contextRef="#ctx0" brushRef="#br0" timeOffset="96209.28">24556 10868 784 0,'-4'5'0'0,"1"1"0"0,3-1 0 0,0-3 0 0,0-2 0 0,9 0 503 0,10 0-235 0,4 0-118 0,3-3-50 15,2-4 148-15,-2 0-108 0,0 4-53 0,1-1-28 16,-5 2-76-16,1 0 33 0,-1 2-8 0,-1 0-358 16,-5 0 192-16,0 0 95 0,-2 4-546 15,0 3 295-15</inkml:trace>
  <inkml:trace contextRef="#ctx0" brushRef="#br0" timeOffset="96482.55">25336 10347 1146 0,'-17'-9'0'0,"4"5"0"0,-3 4 0 0,2 0 0 0,-5 0 0 0,-4 6 0 0,-1 11 0 0,0 5 0 0,-1 6 329 0,0 7-148 0,11-2-65 0,-5 12-47 16,8-2 220-16,0 4-128 0,6 1-64 16,3-2-32-16,0-4 145 0,2-1-92 15,0-2-43-15,2-3 5 0,10-2-23 0,1-2-1 16,-2-4-132-16,4-2 50 0,2-3 30 0,0 0-1 16,-1-5-282-16,2-2 156 0,-3 0 86 0,3-5 31 15,-2-1-538-15,-1-5 260 0,4-3 103 0,-5-2 73 16,2 0-336-16,-3-2 210 0</inkml:trace>
  <inkml:trace contextRef="#ctx0" brushRef="#br0" timeOffset="96717.92">25354 10715 1354 0,'-9'0'0'0,"2"4"0"0,1-2 0 0,2 0 0 0,2 0 0 0,0-2 0 0,2 1 0 0,0-1 0 0,12 3 441 0,4-3-205 0,7 0-101 0,4 0-51 16,-5 0 123-16,10 0-92 0,-5 0-40 0,4 0-134 16,-5-3 46-16,-1 0 23 0,-4-1-83 15,0 0 48-15,-3 2 29 0,-2-1 1 0,-6-1-240 16,-1 2 131-16,-3 1 62 16,-2-1-61-16,-2-1-205 0,-2 2 142 0,0 0 43 0,0-2-106 0,-10 1 102 15,3 0 47-15,-2 2 24 0,0 0-255 0,-1 0 139 16</inkml:trace>
  <inkml:trace contextRef="#ctx0" brushRef="#br0" timeOffset="97306.87">26140 10712 675 0,'2'-19'0'0,"-1"2"0"0,2-1 0 0,0 3 0 0,-1-4 0 0,-2 0 0 0,0 1 0 0,0 2 115 0,0 1-32 0,-2 2-29 0,-4 1-1 15,-4 4 7-15,1 3 0 0,-2 2-27 0,0 3 79 16,-4 0-43-16,0 5 0 0,-3 14 60 0,2 4-47 0,-1 2-25 16,1 7 8-16,3 3 71 0,3 0-51 15,0 2-27-15,5-1 1 0,1 0-26 0,4-2 8 16,0 0-9-16,0-4 1 15,7-3 93-15,2-7-47 0,4-1-23 0,2-2-56 0,3-6 12 16,-2-2 0-16,3-7-129 0,-1-2 76 16,1 0 36-16,0-2 9 0,5-15-205 0,-6-1 91 15,1-7 58-15,-2 1 1 0,0-7-153 0,-2 3 65 16,0-2 59-16,-2 4 15 0,-5 4 6 0,-1 2 0 16,-6 8 26-16,2 0-8 0,-1 4 96 0,-2 3-43 15,0 3 184-15,0 2-110 16,-6 4-66-16,-1 11-6 0,-1 4 202 0,4 2-93 0,0-1-60 15,4 3 3-15,0-4 76 0,0 3-47 16,4-4-31-16,8-1-1 0,1 0-61 0,2-6 30 0,0-1 9 16,2-1-41-16,-2-3-1 15,4-4 34-15,-3-2-123 0,3 0 61 0,-2-2 27 16,-1-7-7-16,1-9-132 0,-4 0 74 0,4-4 39 16,-8-1-6-16,-2 1-81 0,0-6 53 0,-5-2 7 15,0 1 1-15,-2-3 19 0,0 2-1 0,0 6-12 16,-6 0 58-16,-5 2-45 0,-3 8 4 0,-2 2 1 15,-3 5 151-15,-2 5-68 0,-4 2-34 0,0 3 124 16,4 11-73-16,-1 3-23 16,4 2-23-16,8-1 30 0,-2 3-42 0,7 0 21 15,5 0-17-15,0-3-325 0,2-1 156 0,10-2-401 16,13 0 264-16,1-7 129 0,4-3 64 0</inkml:trace>
  <inkml:trace contextRef="#ctx0" brushRef="#br0" timeOffset="97602.12">26780 10586 1274 0,'2'-15'0'0,"0"6"0"0,-2 0 0 0,0 6 0 0,-5-3 0 0,-9 6 0 0,-3 0 0 0,-2 0 0 0,0 12 334 16,-1 5-155-16,0-3-73 0,4 6-36 0,5-3 141 0,2 2-89 16,5-1-9-16,4 2-44 0,0 2 0 15,9-4-36-15,9-1-34 0,7 0 0 0,1-2 41 16,4-2-7-16,-3 0-166 0,-1-2 83 0,-6-1 41 15,1 1 21-15,-3 3-112 0,-7-2 59 16,-5 2-9-16,-3 1 31 0,-3-1-7 16,0 3-1-16,-11 0 128 0,-7-2-54 0,-7 1-30 0,-2-2 0 15,-3 0-22-15,-2-3 27 0,-1-2 10 0,-1-3-27 16,2-2-68-16,2-4 35 0,7 0 27 16,-1 0 17-16,9-2-370 0,3-8 173 15,7-6 73-15,5-11-380 0,0 3 227 0,15-9 106 0,13-9-262 16,0-2 199-16</inkml:trace>
  <inkml:trace contextRef="#ctx0" brushRef="#br0" timeOffset="97959.16">26942 10429 840 0,'23'-18'0'0,"-4"3"0"0,2 4 0 0,0 4 0 0,-1 1 0 0,-2 4 0 0,0 0 355 0,1 2-161 0,4 0-81 0,-2 10-40 16,1 0 299-16,2 9-174 0,-1 3-83 0,-3 3 21 0,-1 6-52 15,-2 2-26-15,-4 2 44 0,-2 9-39 0,-7-4 0 16,-3 3-30-16,-1 2-25 15,0-2 1-15,-5-6 32 0,-9 9-114 0,-2-13 52 0,-2 0 27 16,-4-4 1-16,0-6-135 0,1-6 71 16,-1-6 37-16,1-5-9 0,2-6-154 15,1 0 74-15,4-4 49 0,-3-13-3 0,4-9-27 16,4 1 11-16,1-9 24 0,7 1 0 0,1-10 0 0,0 11 14 16,0 0 8-16,0 1 44 0,1 11-22 0,4 1 0 15,0 8-22-15,2 0 264 0,2 4-126 0,-2 6-48 16,7 1 273-16,-4 0-145 0,3 8-84 15,3 8 109-15,2 6-92 0,0 0-43 16,4 2-21-16,0 1 136 0,1-1-78 16,1 0-32-16,1 0-8 0,1-6-87 0,-1 1 24 0,0-5 0 15,-2-3 32-15,0 1-280 0,-3-4 135 0,-1-3 69 16,-5-1 34-16,-3-2-493 0,-2-2 245 0,-4 0 70 16,-3 0-363-16,0 0 255 0,-2 0 126 0,0 0-171 15,-12 0 141-15</inkml:trace>
  <inkml:trace contextRef="#ctx0" brushRef="#br0" timeOffset="98182.57">27705 10931 1844 0,'0'0'0'0,"0"0"0"0,0 0 0 0,7 0 0 0,-4 0 0 0,3 0 0 0,-3 0 0 0,2 4 0 0,1 2 0 0,-1 2 245 0,-2-1-106 0,-1 4-54 0,0 2 52 0,-2 3-53 15,0 0-17-15,-7 3-9 0,-7 2-498 0,0 0 236 16,0 2 118-16,-2 0 59 0</inkml:trace>
  <inkml:trace contextRef="#ctx0" brushRef="#br0" timeOffset="98768.18">27871 10736 1032 0,'-14'-11'0'0,"-3"5"0"0,9 2 0 0,-2 2 0 0,5 1 0 0,1-1 0 0,0 0 217 0,4 0-83 15,0 0-56-15,6 2 267 0,16-1-156 0,3-1-78 16,7-1 144-16,3 2-103 0,0 0-63 0,3 1-29 16,-3-3 196-16,1 3-111 0,-4 0-57 15,-9 0-19-15,2 0-41 0,-4 0 5 16,-1 0-229-16,-5 0 114 0,-4 0 57 0,1 0 38 15,-4 0-468-15,0 0 223 0,-4 0 126 0,1 0 63 16,-3 0-377-16,1 0 186 0,1 0 101 0,1 0 50 16</inkml:trace>
  <inkml:trace contextRef="#ctx0" brushRef="#br0" timeOffset="99304.05">28672 10603 651 0,'0'-16'0'0,"0"8"0"0,0-4 0 0,0-3 0 0,0 0 0 0,-1 2 242 0,-8 2-105 0,-1-1-52 0,-2 5 157 15,1 1-109-15,-3 4-50 0,-4 2-25 0,-2 6 64 16,-1 15-46-16,2 5-12 0,-5 8-10 0,6 1 39 16,-2 3-31-16,8-1 1 0,3-2 58 0,3 2-36 15,4-1-31-15,2-5 28 0,0 0-24 0,9-8-1 16,5 2-24-16,2-8-45 0,9 0 19 15,-4-9 0-15,3-2 26 0,1-6-155 16,0 0 78-16,2-5 47 0,-3-10 6 0,0-6-103 16,-2-1 39-16,0-4 35 0,-4-2-204 0,-1 0 104 15,-4 0 25-15,-2 3 27 0,-3 4 10 0,-5 3 0 16,-1 4 26-16,1 3 134 0,-3 4-63 0,0 3-36 16,0 2 0-16,-6 2 173 0,-4 7-87 0,1 9-53 15,-1 2-2-15,4 3 55 0,1 1-17 0,3 0-30 16,-2 2 129-16,4-2-62 0,0-1-39 0,4-4 0 15,8-1-66-15,2-4 0 16,3 0 29-16,2-8-99 0,2 3 46 0,1-7 26 16,5 0 0-16,-3 0-166 0,-5-11 79 0,-1-2 52 15,2-5 3-15,-4-2-58 0,-4-1 20 0,-2-1 30 16,-3-1-51-16,-3-7 36 0,-2 3-8 0,-2 0 19 16,0-2-1-16,0 1 8 0,-11 7-17 0,-5-3 57 15,-2 9-1-15,-4 2-32 0,-1 7-4 16,-3 4 75-16,2 2-34 0,-5 0-5 0,4 8 0 0,8 3 8 15,1 4-27-15,2 1 4 0,7 2-85 0,3 1 42 16,4 0 1-16,0-1-246 16,6-1 133-16,13 2 60 0,0-6 27 0,12 0-299 15,0-6 171-15,7-5 85 16,3-2 43-16</inkml:trace>
  <inkml:trace contextRef="#ctx0" brushRef="#br0" timeOffset="99566.35">29326 10556 940 0,'2'-15'0'0,"0"7"0"0,-2-1 0 0,0 2 0 0,-7 1 0 0,-4 3 0 0,-6 3 353 0,0 0-160 16,-3 3 132-16,5 9-138 0,-3 2-82 0,0 1-35 15,6 0 45-15,5 4-41 0,2 2-21 0,5-3 9 16,0 3-52-16,0-2 1 0,7-1 22 0,9 3 0 16,3-6-68-16,-1-2 43 0,0 1-9 0,1-2 34 15,-1 0-137-15,-2-2 69 0,-4 3 33 0,-3-6 9 16,-4 4-133-16,-3-3 66 15,-2 3-8-15,0-1 32 0,-14-1-7 0,-2-2-3 16,-9 3 60-16,-1-3 0 0,-2 0-37 0,-1-1 7 16,-1 2-114-16,7-5 49 0,-7 4 34 0,7-4-1 15,2 1-194-15,-1 0 104 0,8-2 53 0,5-1-221 16,0 4 141-16,6-4 66 0,3 4-97 16,0 1 81-16</inkml:trace>
  <inkml:trace contextRef="#ctx0" brushRef="#br0" timeOffset="100043.07">29629 11232 1084 0,'7'6'0'0,"4"-1"0"0,-1 0 0 0,-2-5 0 0,-2 0 0 0,0 0 0 0,-5 0 0 0,-1-5 373 0,0-10-175 0,0 1-82 0,0-6-42 15,-10-4 100-15,-1 1-71 16,2 1-27-16,-6-10-8 0,2 4-60 0,-3-4 1 15,0-8 23-15,1 3 1 0,0-1-123 0,-1-11 57 16,5-1 33-16,3-14-250 0,2 2 141 16,6-9 66-16,0-2-251 0,12-1 115 0,6 6 80 15,1 18-2-15,3 1 65 0,-6 15 4 0,3 8-9 16,5-3 8-16,-6 15 81 0,2 1-41 16,0 7 1-16,0 4 137 0,0 2-97 0,-2 0-32 0,2 0 182 15,-2 8-86-15,-7 5-56 0,-1 0 8 0,-1 4 16 16,-6 2-13-16,-3 5-1 0,0-1-24 0,-9 1-55 15,-6 0 23-15,-8-1 8 0,-2-2 15 16,0-1-41-16,-2-5 17 0,0-1 1 16,7-6 6-16,0 0 39 0,3-4-44 0,7 0 12 15,2-2 100-15,4-1-48 0,3-1-27 0,1 2 7 16,1 0 4-16,13 0 0 0,6 3-26 0,5 5-25 16,0 0 25-16,5 1 8 0,-3 4-8 0,0 0-114 15,-2 2 56-15,-5 1 30 16,-6-1-3-16,-3 4-29 0,-3-2 10 0,-4 2-1 0,-4-1 12 0,0-1-67 15,-9-2 20-15,-13 2 27 16,1-9-30-16,-7 0 24 0,-4-2-11 0,0-5-86 16,-1-1 45-16,1-2 35 0,3 0-11 0,8 0-274 15,0-4 150-15,8-5 76 0,8-4 29 0,5-8-409 0</inkml:trace>
  <inkml:trace contextRef="#ctx0" brushRef="#br0" timeOffset="100242.53">30006 10349 1192 0,'17'0'0'0,"-1"0"0"0,8 6 0 0,-2-3 0 0,0 3 0 0,-2 2 0 0,3 3 423 16,1 4-195-16,1 6-98 0,-4 3-48 15,1 6 309-15,-5 4-171 0,1 8-98 0,-4-4-44 16,-6 6 125-16,-3-1-85 16,-2 2-42-16,-3-4-14 0,0 10-51 0,-13-8 0 15,-4 3-53-15,-6-5 37 0,-2-2 1 0,0-9 45 16,-8 4-402-16,6-10 196 0,-5-1 100 0,3-4 48 15,4-6-843-15,6-2 406 0</inkml:trace>
  <inkml:trace contextRef="#ctx0" brushRef="#br0" timeOffset="100402.12">30512 11388 2193 0,'0'-12'0'0,"11"12"0"0,5 0 0 0,-14 0 0 0,-1 0 0 0,1 0 0 0,-2 0 0 0,0 0 41 16,0 0-8-16,0-5 0 0,-17-6-763 0</inkml:trace>
  <inkml:trace contextRef="#ctx0" brushRef="#br0" timeOffset="105654.1">21889 10832 716 0,'0'-13'0'0,"0"11"0"0,0 0 0 0,4 1 0 0,1-2 0 0,1-1 161 0,-1 2-65 0,0 1-23 0,-3-2 113 16,1 3-77-16,1 0-38 0,0 0 0 0,-1 0-26 15,1 0-4-15,-2 0-9 0,-1 0-37 0,1 0 0 16,0 0 37-16,1 0 1 0,-1 0-231 0,0 0 112 16,-1 0 59-16,3 0 30 0</inkml:trace>
  <inkml:trace contextRef="#ctx0" brushRef="#br0" timeOffset="105787.74">21962 10984 1171 0,'4'6'0'0,"1"5"0"0,2-4 0 0,-2 1 0 0,-1-4 0 0,-1 0 0 0,1 0 252 16,0-3-110-16,-1 1 275 0,2 0-192 0,-1 2-88 16,-1-2-56-16,-1 0-86 0,2-1 38 0,-3-1 0 15,3 0-1-15,3 0-567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56:04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21937 7161 2036 0,'0'14'0'0,"0"1"0"0,0 2 0 0,0 2 0 0,-1 2 0 0,-1 3 0 0,-4 1 0 0,1-3 96 0,-1 7-36 16,-2-4 1-16,-1 2-52 0,0 1 24 0,0-3 0 15,1-3 8-15,0 3-54 0,-1-4-1 0,1-1 42 16,1-2-1-16,1 2 1 0,1-5 6 0,-1-2-19 16,3-2 11-16,-2-2-1 0,2-2-7 0,1-1 41 15,2-4 5-15,-2 0-39 0,2 0 3 0,0-2 30 16,0 0 7-16,0 0-35 0,0 0 19 0,0 0 10 15,0 0 1-15,0 0-27 16,5 2 21-16,7-2 0 0,1 0-13 0,4 0-8 16,1 0 25-16,3 0-25 0,2-2 0 0,-1 0-55 15,-1 0 36-15,0 0-8 0,-1 1 27 0,-1 1-173 16,-1 0 77-16,-4 0 42 0,2 0 17 0,-2 0-86 16,-5 0 35-16,3 0 30 0,-5 0-200 0,1 0 103 15,-3 0 21-15,-3 0-154 0,1 0 111 0,-1 0 56 16,-1 0 27-16,-1 0-239 0,0 0 138 0,0 0 64 15,0-8 33-15,0-3-375 16,0 0 203-16</inkml:trace>
  <inkml:trace contextRef="#ctx0" brushRef="#br0" timeOffset="171.53">22205 7206 1465 0,'0'0'0'0,"0"0"0"0,0 0 0 0,0 0 0 0,0 0 0 0,0 0 0 0,0 0 0 0,0 0 194 0,0 0-81 16,3 0-40-16,3 1-67 0,2 3 27 0,-1 0 8 15,2 2-8-15,0 1-439 0,0 0 218 0,-2 3 108 16,-2-1-306-16</inkml:trace>
  <inkml:trace contextRef="#ctx0" brushRef="#br0" timeOffset="309.17">22192 7468 1602 0,'-7'6'0'0,"2"0"0"0,3-4 0 0,0-2 0 0,0 0 0 0,2 2 0 0,0-2 0 0,0 0 0 0,8 1 81 16,4-1-25-16,-1 0 9 0,3 0-32 0,3 1-432 16,3-1 208-16</inkml:trace>
  <inkml:trace contextRef="#ctx0" brushRef="#br0" timeOffset="645.27">22860 7035 1434 0,'-6'-8'0'0,"4"6"0"0,1 1 0 0,-3-2 0 0,-1 2 0 0,-2 1 0 0,3 0 0 0,1 0 422 0,-1 0-195 0,1 0-97 15,-3 9 152-15,1 4-125 16,-2 6-53-16,0 4 5 0,0 1-38 0,1 2 1 16,-4 2-40-16,1 3 40 0,-2 2-31 0,1 1-8 15,-1 2-1-15,-2 1-15 0,2-2 16 0,-2 0 0 16,-1-2-57-16,3-1 24 0,2 1 0 0,2-5-32 16,0-1 27-16,4-5 0 0,-1 0 11 0,0-1-50 15,3-4 17-15,-1-2-1 0,0-6 13 0,0 0-149 16,0-5 65-16,2-2 45 0,-1 0 3 0,-1-2-216 15,0 0 113-15,-1-8 61 16,1-7-295-16,2-3 182 0,0-7 87 0,0 1 43 16,9-3-348-16,3-3 196 0,2-1 90 0</inkml:trace>
  <inkml:trace contextRef="#ctx0" brushRef="#br0" timeOffset="887.62">22843 7051 1013 0,'0'-7'0'0,"0"3"0"0,-1 2 0 0,1 0 0 0,-2 2 0 0,0 0 444 16,2 0-198-16,0 2-110 0,0 11-52 0,0 0 158 16,0 1-104-16,2 4-53 0,5 6 226 0,0 3-143 15,1 1-67-15,0-1 43 0,1 1-55 0,0-1-20 16,3 4-8-16,-3-2-68 0,0-3 0 0,0-1 39 16,1 2 1-16,-2-4-169 0,1-1 81 0,-3-1 43 15,1 2 23-15,-3-5-108 0,0 1 53 0,-1 0 44 16,-1-3-342-16,-2-4 164 0,0-1 36 0,0-1-190 15,0-4 149-15,0-3 67 16,0-1 46-16,-4-2-292 0,-1 0 164 0,-2 0 83 16,-2-2 41-16,4-3-328 0</inkml:trace>
  <inkml:trace contextRef="#ctx0" brushRef="#br0" timeOffset="1045.62">22681 7399 1537 0,'-9'0'0'0,"2"3"0"0,3-2 0 0,0-1 0 0,3 0 0 0,1 0 0 0,0 0 0 0,0 1 160 0,3 2-63 0,10-3 127 16,1 0-96-16,2 0-39 0,1 0-33 0,2 0-243 15,0 0 110-15,0 0 55 0,-1 0 27 0,1 0-569 16,3 0 285-16</inkml:trace>
  <inkml:trace contextRef="#ctx0" brushRef="#br0" timeOffset="1255.08">23051 7322 1268 0,'0'-4'0'0,"0"3"0"0,0-2 0 0,0 2 0 0,3-1 0 0,6-1 0 0,2 1 451 0,4-5-210 0,4 2-104 16,0-1-52-16,2 1 161 0,4 0-111 0,0 1-51 15,-4 1-26-15,2 2-153 0,-2-1 72 0,0-1 23 16,-1 3-314-16,-4 0 172 0,0 0 88 0,-4 0 44 15,-1 0-182-15,1 0 63 16,-5 0 74-16,2 0-528 0,0 0 275 0</inkml:trace>
  <inkml:trace contextRef="#ctx0" brushRef="#br0" timeOffset="1545.33">23410 7140 968 0,'-11'-4'0'0,"-1"1"0"0,7 1 0 0,-1 2 0 0,1-2 0 0,3 2 0 0,0 0 0 0,2 0 0 0,0 0 390 0,6 0-170 0,8 0-97 0,4 0 208 0,3 0-150 16,2 0-73-16,2 0-9 0,-2 0-25 16,7 4-8-16,-4-1-33 0,1 1-52 0,-2 2 26 15,0-1 0-15,-2 0 34 0,-2 1-153 0,-1 0 73 16,-1 0 35-16,-5-1 1 0,0 1-125 0,-5-2 38 16,-2 2 51-16,2-1-65 0,-8-1 47 15,3-1-10-15,-2 3 171 0,-2-1-71 0,0 5-23 16,-6 0 0-16,-7-1 192 0,-4 6-92 15,-2-2-54-15,1 2-4 0,-8 3 40 16,-1 2-12-16,-1 0-27 0,-2 0 13 0,-2 3-81 16,4 0 33-16,1-2-9 0,4-2-299 0,9-5 157 15,0 2 71-15,7-7-495 0,1 2 243 0,6-3 146 16,0-3 57-16,0-2-409 0</inkml:trace>
  <inkml:trace contextRef="#ctx0" brushRef="#br0" timeOffset="1810.63">24005 7110 1706 0,'0'-4'0'0,"0"2"0"0,0 0 0 0,0 2 0 0,3 0 0 0,-1 0 0 0,0 0 0 0,-2 10 268 16,0 3-117-16,0 3-60 0,0 4 193 0,0 1-126 15,0 1-54-15,0 6-40 16,0-2-29-16,0 1-3 0,0-1 1 0,0-1 0 15,0-1-62-15,0 4 26 0,0-8 1 0,2 3-178 16,1-2 106-16,1-5 53 0,-1 1-338 16,-1-3 182-16,2-5 30 0,-2-2 65 0,0-1-254 15,-1-3 152-15,2-2 67 0,-3-1 46 0,0-1-193 16,0-11 115-16,0-5 58 0,-6-7 29 0,0-4-179 16,1-12 108-16</inkml:trace>
  <inkml:trace contextRef="#ctx0" brushRef="#br0" timeOffset="2200.87">23922 7059 878 0,'-12'-15'0'0,"4"4"0"0,7 2 0 0,-2 3 0 0,3-2 0 0,0 2 0 0,3 1 330 16,7-1-152-16,8 3-73 0,6-1 103 0,1-2-88 15,2 3-43-15,3-2 119 0,2 4-86 0,1-2-38 16,-4 3-1-16,1 0-108 0,-3 0 35 0,-7 0 7 16,4 10 28-16,-6 2-133 0,-3 2 66 0,-6 2 34 0,-1 2-1 15,-7 2-128-15,-1 0 76 0,0 3-6 16,-3 0-33-16,-10-4 23 15,-6 2 29-15,3-2-10 0,-9 0 29 0,2-4-26 16,5-4 21-16,-3-1 129 0,2-5-61 0,6-1-31 16,-2 0 5-16,4-4 188 0,3 0-100 0,3 0-33 15,0 0-32-15,5 0 168 0,0-4-93 0,0-4-33 16,9 1 1-16,5 1-25 16,7 1 8-16,4-1-9 0,1 2 0 0,1 2-23 0,2 2-1 0,-3 0-9 15,-1 0 18-15,3 9-8 0,-3 5-1 16,-9-3-22-16,5 8 23 0,-7 0 0 0,-2-1 7 15,-3 9-36-15,-3-5 0 0,-4 2 29 0,0-3-39 16,-2 2-6-16,0-1 36 0,-11-3 15 16,-2 0-24-16,-8-2 8 0,-2-4 0 0,-2-4 35 15,4-3 5-15,-9 0-39 0,0-6 0 0,1 0-95 16,3 0 45-16,-1-3 24 0,8-9 5 0,1-4-421 16,-1-4 194-16,8 3 106 0,2-4-560 0,4-1 323 15,5 1 153-15</inkml:trace>
  <inkml:trace contextRef="#ctx0" brushRef="#br0" timeOffset="3323.22">21776 8390 458 0,'-5'0'0'0,"1"0"0"0,0 0 0 0,1 0 0 0,-2 0 0 0,3 0 0 0,-1 0 108 0,1 0-37 0,2 0 133 16,-2 0-85-16,2 0-43 0,0 0-14 0,0 0 143 15,0 0-86-15,0 0-43 0,0 0-22 0,0 0 49 16,7 0-27-16,5 0-8 15,3 5 166-15,0-2-100 0,2 1-51 0,4 0-25 16,0-1 63-16,4 2-48 0,-2-4-1 0,-2 1-119 16,4-2 40-16,-4 2-1 0,2-2 49 0,-2 0-263 15,-4 0 128-15,-2 0 63 0,-4 0 32 0,-2 0-180 16,-3 0 58-16,-4 0 64 0,0 0-38 0,0-4-322 16,-2-4 192-16,0-3 88 0,-7 1-231 15,-7-2 168-15</inkml:trace>
  <inkml:trace contextRef="#ctx0" brushRef="#br0" timeOffset="3527.67">21879 8176 1091 0,'0'-1'0'0,"-4"0"0"0,3 1 0 0,-3 0 0 0,0 7 0 0,1 7 0 0,-3 5 0 0,3 9 0 0,-2 2 362 0,1 4-165 0,1 9-83 16,-1-3-40-16,2-3 200 0,1 9-125 0,1-3-58 15,0-10-29-15,0 5 41 0,0-4-35 16,0-8 9-16,7 8-70 0,5-10 26 15,-1-1 0-15,-1-5-120 0,6-3 60 0,-3-1 38 16,2-3-8-16,2-6-248 0,-2-2 139 0,2-3 29 16,0 0 47-16,1-10-502 0,1-10 253 0,0-5 124 15,-2-3-349-15</inkml:trace>
  <inkml:trace contextRef="#ctx0" brushRef="#br0" timeOffset="3670.29">22236 8176 782 0,'0'-5'0'0,"0"3"0"0,0 2 0 0,0 0 0 0,0 0 175 0,0 0-71 0,0 5-35 0,0 3 307 16,0 0-172-16,0 2-77 0,6 0-52 0,-1 1-132 15,4 3 45-15,-2 0 22 0,0 0 1 0,-1 3-507 16,2-1 253-16</inkml:trace>
  <inkml:trace contextRef="#ctx0" brushRef="#br0" timeOffset="3812.91">22297 8504 1375 0,'-10'9'0'0,"2"-2"0"0,1 2 0 0,1-3 0 0,1-2 0 0,0-1 0 0,3-2 0 0,0-1 483 0,2 0-226 15,0 0-111-15,0 0-49 0,0 2-24 0,0-1-8 16,2 1-33-16,9-2-382 0,1 0 192 0,2 0 95 0,2 0 56 16</inkml:trace>
  <inkml:trace contextRef="#ctx0" brushRef="#br0" timeOffset="4288.8">22739 8165 945 0,'0'-17'0'0,"0"8"0"0,2 6 0 0,3 0 0 0,-1 2 160 0,-1-2-63 0,1 1-33 0,1 2 9 16,3 0 268-16,2 0-154 0,1 9-78 0,-1 5 111 15,2 1-94-15,-1 6-38 0,0 3-20 0,1 1 0 16,-3 3-36-16,-2 1 1 0,0-1-31 0,-2 1 8 16,-3 1 23-16,0 2 0 0,-2 0-36 0,0 0 35 15,0-3 1-15,-9 5 8 0,-5-5-84 0,1-3 36 16,-4-1 1-16,4-8 4 16,-4-2-80-16,-1-4 34 0,2-5 28 0,2-4-95 0,-2-2 57 15,3 0 19-15,0-4-27 16,2-13-33-16,0-4 44 0,3-3 8 0,2-4-33 15,3-4 21-15,3-1-7 0,0 0 21 0,0 1 40 16,0 4-6-16,0 7-22 0,0 0 183 0,0 9-94 16,0 0-34-16,1 3-23 0,1 5 370 0,2 3-181 0,3 1-68 15,1 0 226-15,1 0-161 0,4 10-76 0,1 6-39 16,2 2 180-16,2 1-109 0,-4-2-45 0,5 8 92 16,0-3-188-16,-2 1 0 0,2 0 0 15,-3-4 0-15,2-2 0 16,1 4 0-16,-5-7 0 0,4 2 0 0,-4-5 0 15,0 1 0-15,-5-3-271 0,-2-1 149 16,1-3 73-16,-5-3-11 0,-1 0-360 0,1 0 177 0,-1-2 97 16,-2 0 61-16,0 0-325 0,0 0 188 0,0-2 95 15,0-5-240-15,0-3 159 0,0-3 92 0</inkml:trace>
  <inkml:trace contextRef="#ctx0" brushRef="#br0" timeOffset="4497.88">23089 8409 1233 0,'2'2'0'0,"-2"1"0"0,0 0 0 0,2-1 0 0,-2 0 0 0,2-2 0 0,0 0 449 15,3 0-208-15,4 0-96 0,7 0-60 0,3 0 364 0,3-6-209 16,2 0-103-16,3 1 38 0,-3-1-63 0,8 1-44 16,-3-1 0-16,-3 2-103 0,0 0 34 15,-6 0 0-15,5 3-247 16,-7 1 136-16,0 0 73 0,-4 0 35 0,-4 0-473 0,-1 0 249 15,-1 0 30-15,-2 0 95 0,-2 0-452 0,-2 0 260 16,-1 0 132-16</inkml:trace>
  <inkml:trace contextRef="#ctx0" brushRef="#br0" timeOffset="4788.46">23408 8181 1063 0,'-5'-3'0'0,"1"1"0"0,2 1 0 0,1 0 0 0,1 1 209 0,0 0-88 0,0 0-36 15,1 0 176-15,12 2-113 0,3 6-59 0,-2 0-27 16,5 1 242-16,0 0-127 0,5 5-76 0,1-2-35 16,-2 1-6-16,3 0-27 0,-2-3-1 0,-1 1-90 15,3 2 41-15,-5-1 25 0,-3 0-137 16,0-3 81-16,-4 0 41 0,-4-1 7 0,-1-1-1 0,-4-2-25 16,-3 0 21-16,0-2 0 0,-2 3 68 0,0-3-36 15,-9 3-33-15,-6-1-20 16,-2-1 325-16,-5 4-143 0,-1 0-55 0,1 0 43 15,-6 2-59-15,-1 2-27 0,1-1 1 16,-2 2-278-16,2 2 126 0,-2 0 71 0,3 2-243 16,3 0 134-16,7-2 78 0,4 0 1 0,3-2-589 15,7-1 296-15,3 1 160 0,0-2 76 0</inkml:trace>
  <inkml:trace contextRef="#ctx0" brushRef="#br0" timeOffset="5418.98">24219 9007 1061 0,'-5'0'0'0,"1"1"0"0,3 1 0 0,1-2 0 0,-3 0 0 0,2 0 0 0,-3 0 382 0,1 0-179 0,-1 0-85 0,-2-2-43 16,2-5 82-16,-2-4-62 0,1 0-23 0,0-5 81 15,-1-1-60-15,0-7-30 0,0-1-62 0,-1-3 0 16,-2-5 40-16,-1-7-8 0,1-3-117 16,-2-6 59-16,-3-13 28 0,5-1 1 0,-2-6-212 15,1-7 114-15,1 2 61 0,3 4-26 16,1 4-73-16,0 17 22 0,5 3-8 0,0 2 113 15,0 4-31-15,0 6 3 0,0 6 1 0,7 4 141 16,2 5-79-16,4 0-28 0,2 6 242 16,2 0-127-16,2 3-40 0,2 2-39 0,2 5 158 0,0 1-88 15,0 2-22-15,0 0-27 0,-5 2-55 0,1 7 0 16,-4 5 37-16,-3 1-45 0,-3 4 0 16,-6 3 37-16,-1 2-88 0,-2 1 44 0,-4 1 20 15,-8 0-7-15,-7 1-63 0,-4-1 39 16,-1-1 0-16,-1-1 0 0,4-6 50 0,-7 1-25 15,12-9-15-15,-2-1 12 0,8-3 121 0,0-3-57 16,1-3-21-16,7 3 69 0,0-3-38 0,2 0-27 16,0 0 4-16,0 0 112 0,11-3-57 15,6 2-41-15,6-3 3 0,-3 2-35 0,4 0 0 16,-3 2 0-16,1 0-86 0,1 0 39 0,-4 6 23 0,-4 3 0 16,-1 6-77-16,-5-1 50 15,-2 2 13-15,-5 2-32 0,-2 0 14 16,0 3 1-16,-4 1 2 0,-9-5 65 0,-4-2-19 0,-5 4-24 15,-2-4 54-15,-1-4-25 0,-2 0-2 0,6-3-22 16,-2-2-72-16,2-5 36 0,2 2 15 0,4-3 24 16,8 0-426-16,-3 0 197 0,6 0 91 0,4-3-501 15,0 2 299-15,0-1 148 0,7 0-248 16</inkml:trace>
  <inkml:trace contextRef="#ctx0" brushRef="#br0" timeOffset="5590.66">24520 8725 2049 0,'0'0'0'16,"0"0"0"-16,0 0 0 0,0 0 0 0,0 0 0 0,0 0 0 0,0 0 383 0,-3 0-175 0,0 0 280 0,0 0-165 0,-2 0-148 0,-1 0-72 15,0 0-241-15,-2 0 85 16,1 0 43-16</inkml:trace>
  <inkml:trace contextRef="#ctx0" brushRef="#br0" timeOffset="37181.08">15535 17559 236 0,'-6'0'0'16,"3"0"0"-16,1 0 0 0,0 3 0 0,2 5 0 0,-2 0 0 0,2 0 35 0,0-1 0 0,-1-2-21 0,1 1 32 0,-2-1 4 0,0-1-29 16,0-1-1-16,-2 0 76 0,0-2-33 0,2-1 0 15,0 0 18-15,0 0-49 16,1 0 1-16,1 0-1 0,0 0 27 0,0 0-18 15,0 0-8-15,0 0-17 0,0 0 17 0,0 0 0 16,0 0-1-16,0 0 48 0,0 0-47 0,0 0-1 16,0 0 1-16,0 0 21 0,0 0-21 0,0 0 8 15,0 0-18-15,0 0 9 0,0 0 1 0,0 2 0 16,1-2-35-16,3 0 8 0,2 0 27 0,2 0 33 16,-1 0-34-16,0 0-1 0,3 0 1 15,-2 0 15-15,-1 0-15 0,-2 0-6 16,1 0 5-16,-2-2 10 0,0 2-10 0,0-1 12 15,-2 1-34-15,1 0 2 0,-1 0 21 0,3-3 4 16,-1 3-40-16,3-1 40 0,0 1-5 0,0-2-12 16,2 1-27-16,3-2-7 0,1 2 40 0,0-3-39 15,0 2 36-15,0-2-8 0,4 0 6 0,-4 3-27 16,1-1 24-16,-3-1 0 0,4 2 4 0,-4 0-6 16,0-1 2-16,-1 2-2 0,1 0-7 15,-2 0 12-15,1 0-4 0,1 0 0 16,-2 0-21-16,1 0 20 0,1 0 0 0,-4 0-27 15,7 2 26-15,-3-1-1 0,3 0 0 0,-2 2 2 16,3-1-2-16,1-1 0 0,0-1 17 0,1 2-17 16,1 0-1-16,0-2-1 0,-1 3-7 0,-1-2 12 15,4 1-3-15,-4 0-15 0,1 0 16 16,1-1-1-16,-4 3 0 0,4-2-11 16,-2 2 10-16,3-3 0 0,-3 1-4 0,5 0 8 15,0 3-4-15,-1-4-1 0,3-1-12 0,0 2 11 16,-1 0-1-16,-1 0 1 0,2-2-17 0,-2 1 18 15,0-1-1-15,0 3-8 0,0-1 7 0,-2-1 0 16,3 1-1-16,-1 0-17 0,-2 0 14 0,2 2 3 16,0-2-5-16,-1 1 5 0,1 1-1 0,-2-2-1 15,3 2-7-15,-1 2 7 0,0-3 0 0,-1 1 0 16,-1 0-21-16,2-1 21 0,-1-1-2 16,1 2-9-16,1-2 0 0,0-1 9 15,1 1 0-15,4 1 5 0,-3-1-8 0,-4-2 3 16,4 0-5-16,-1 0 2 0,0 1 1 0,-3-1 0 15,1 0-14-15,-2 0 14 0,-1 0 0 0,1 3-1 16,-2-3-26-16,0 1 25 0,-1-1 0 0,2 2-10 16,-3-1 9-16,2 2 1 0,0 0-3 0,-1 2-4 15,2-2 3-15,0 2 2 16,-1 1-3-16,1 0 3 0,2 2-2 0,-1-3 2 16,-1 2-29-16,3-1 28 0,0-1-1 0,-1 1 1 0,3 1-17 15,5-4 16-15,0 0-3 0,-1 2 38 16,1-2-36-16,-3 1 0 0,-2-1-1 0,7-1 30 15,-5 3-27-15,1-4 0 0,1 3 1 0,-1-4 39 16,-2 3-35-16,6 1-3 0,0 0 29 0,-2 0-26 16,4-1 7-16,-2 1-6 0,2-2-10 0,-2 3 11 15,2 0 1-15,-2-1-21 0,4-1 19 0,0 1 1 16,-3 0 0-16,2-3-28 0,-1 3 25 0,-2 0 1 16,2-2-4-16,0 0 0 0,-2-1-3 0,2 1 5 15,-2 1-1-15,2-1 0 16,0-2 0-16,0 0 0 0,2 0 21 0,-1 1-20 15,3-1-1-15,1 0 25 0,7 0 0 0,-5 0-23 16,-3 0 4-16,1 0 6 0,3 0-7 0,-2 0 2 16,-1 1-1-16,2-1-5 0,-1 0 6 0,0 3 3 15,5-3-29-15,-4 0 25 0,3 0-1 16,-5 0 1-16,10 0-20 0,-4 0 15 16,2 0 3-16,-1 0 4 0,-2 0-5 0,-4-3-2 15,9 2 2-15,-8 0 17 0,3-1-17 0,-1-1 1 16,0 0-1-16,-2 1 18 0,7-2-17 0,-3 0 3 15,2 1 4-15,2 1-4 0,0-2-1 0,-6 2 3 16,10-1-5-16,-6-1 4 0,1 3-2 0,-2-4-20 16,0 4 19-16,-5-2 2 0,10 1-2 0,-6 1-22 15,2-2 22-15,0 1-2 0,0 1 1 0,-3 1-15 16,10 0 14-16,-6 0-3 0,0 0-1 16,-2 0 1-16,0 0 1 0,-3 0-2 15,7 0 1-15,-3 0 0 0,0 0 1 0,4 0 4 16,-4 0-4-16,4 0 0 0,1-2 0 0,3 0 25 15,-2 0-1-15,-3-1-21 0,2 0-1 0,1 0 26 16,-3 1 0-16,3 0-20 0,-3 1-3 0,5-2 14 16,0 1-13-16,2 0 8 0,9 2-16 0,-13 0 14 15,6 0-4-15,1 0 6 0,-3 0-28 0,2 0 2 16,-2 0 20-16,2-3-39 0,-1 1 36 0,2 0-5 16,8 0 4-16,-9 1-22 15,10-4 21-15,-7 2-6 0,-5 0 18 0,3-2-15 16,0 0 1-16,3 2-1 0,2-1 18 0,-13 1-16 15,16 2-1-15,-6-2 26 0,-7 1-24 16,5 0 3-16,-1 2-2 0,-2 0-10 0,-2 0 10 0,2-1 3 16,0 1-3-16,-1-2-18 0,0 0 18 0,13 1 0 15,-5-1 7-15,0-3-8 0,-2 2 1 0,-6 1-2 16,14-3 5-16,-6 0-4 0,0 1-1 0,0 0 1 16,2-1-2-16,-4 2 3 15,15-1 1-15,-8 2-16 0,0-2 15 0,0 3-1 16,-7-1 2-16,15-1-28 0,-8 0 25 0,2 1 0 15,5 0-27-15,-1-2 25 0,-9 2-2 0,15 1 1 16,-9-1 0-16,-3 0 0 0,0 2-2 0,4 0 5 16,-8 0-4-16,16 0 0 0,-7 0-1 0,-2 0 22 15,-2 0-20-15,2 0 0 0,-8 0 1 0,13 0 5 16,-7 0-3-16,7 2-2 0,0 0 1 16,-1-2 0-16,-10 0 0 0,16 1 0 15,-9-1-4-15,1 2 4 0,-5-2 0 0,4 2-14 16,2 0 13-16,-1 0 1 0,-2 0-2 0,-3-1 0 15,-1 1 0-15,-2 3 0 0,-7-1 0 0,12-1-6 16,-5 1 6-16,0-1 0 0,-1 3-15 0,1-4 14 16,-9 2-1-16,2-3 1 0,3 1 4 0,-5 1-4 15,0-1-1-15,-1-2 2 0,-1 3-1 0,-1-3 0 16,1 2 0-16,-3-2-3 0,-2 0 3 0,-4 0 0 16,-9 0-1-16,2 0-11 15,-1 0 12-15,-4 0-1 0,-5 0 1 16,1 0-1-16,-7 0-1 0,-1-2 1 0,-2-1 13 0,-3 2-13 15,-5 0-1-15,0-2 14 0,-3 3-12 0,-1-2 0 16,-2 2 1-16,-2 0-28 0,-2-1 28 0,3 1-1 16,-3 0-75-16,0 0 36 0,0-3-3 0,0 0 37 15,0-4-185-15,-3-2 87 0,-6-2 26 0,-5 0 31 16,-5 2-503-16,-7 2 259 0,-9 5 130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8:57:07.1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59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11T09:00:01.645"/>
    </inkml:context>
  </inkml:definitions>
  <inkml:trace contextRef="#ctx0" brushRef="#br0">4953 1855 458 0,'0'0'0'0,"0"0"0"0,0 0 0 0,0-1 0 16,0-2 0-16,0 1 0 0,-5-1 83 0,3 1-25 0,2 0 136 0,-2 1-81 15,0-1-31-15,2 0-9 0,0 2 84 0,0 0-62 16,0 0-31-16,0 0 0 0,0 0 52 0,0 0-46 16,0 0 0-16,0 0 9 0,0 2-23 0,0 7 1 15,2 2-17-15,0 2 109 0,0 0-59 0,0 3-28 16,1-2 65-16,-3 3-46 0,0 0-17 0,3 7 25 15,-3 2-28-15,0 2 0 0,1 1-28 0,-1 3 0 0,2 2-11 16,0 3 11-16,1 2 0 0,-3-2-1 0,2 1-36 16,2-3 37-16,1 1-58 15,-2-4 25-15,3 2 0 0,-2-5 33 16,1 1-64-16,-4-1 20 0,4-7 6 0,-3 2 4 16,-1-5-12-16,1 0 19 0,0-3 6 0,0-6-38 0,-2 0-2 15,0-4 34-15,0-3-3 0,0-2-190 16,0 2 92-16,0-3 41 0,0 0 17 0,0-3-123 15,0-9 61-15,-2-3 38 0,0-4 1 0,2 0-445 16,0-3 229-16,0-3-288 0</inkml:trace>
  <inkml:trace contextRef="#ctx0" brushRef="#br0" timeOffset="349.8">5203 1981 932 0,'0'0'0'0,"0"0"0"0,0 0 0 0,0 0 0 0,0 0 0 0,0 0 64 0,0 0 228 0,0 0-129 0,0 0-65 16,0 0-33-16,0 0 27 15,0 0-33-15,0 7 1 0,2 1 14 0,8 0-21 16,-1 1 1-16,1-3-54 0,0 2 33 0,4-3 0 16,0-2-1-16,-2-1-33 0,1-2-1 0,0 0 43 15,0 0-8-15,0 0-52 0,-1-2 26 0,-1-3-1 0,-4-5-7 16,-1 2 6-16,0-6 1 0,-1 1 16 0,-4-2-28 15,-1-2 0-15,0 2 9 0,0-2 14 16,0 2-36-16,-8 3-1 0,-2-2 25 0,1 3 32 16,-2 2-2-1,-1 6-23-15,0 0 79 0,-1 3-39 0,0 0 3 16,-3 0-39-16,5 9 6 0,-2 3 71 0,4-2-34 0,1 3 1 16,3-1-44-16,1-3 13 0,4-2 14 0,-1 3-3 15,1-2 0-15,0-3-8 0,0 1 1 0,1-1-130 16,4-1 61-16,2-2 24 0,3 2-1077 0,2-3 529 15</inkml:trace>
  <inkml:trace contextRef="#ctx0" brushRef="#br0" timeOffset="1855.39">6171 2019 420 0,'1'0'0'0,"-1"0"0"0,0-2 0 0,0-2 0 0,0-2 0 0,0 1 0 0,-1-1 0 0,-4-2 0 0,2 1 69 0,-1-1-36 0,0-1 72 15,2 2-36-15,2-1 8 0,-3-2-44 16,1 1 79-16,2 2-40 0,0-3 1 0,0 1-40 16,0 1 79-16,0 0-44 0,2-3 1 0,3 4-37 0,6-3 25 15,-3 5-1-15,4-2-15 0,-2 3 21 16,2 1 0-16,1 1-29 0,3 2 0 0,-3 0 10 15,1 2-2-15,0 6-8 0,1 7 0 0,-1 1-18 16,-1 0 17-16,3 7-23 0,-7-4 8 16,4 7 16-16,-1-3 0 0,-5 3-22 15,0-2 21-15,0 2-7 0,-4-1 14 0,-1 7-48 16,1-3 0-16,-3 0 27 0,0 1 7 0,0 1-32 16,-8-3 35-16,-1 1-23 0,-3-2 15 0,-2-1-2 15,1-2 2-15,-2-3-4 0,2-5-17 0,-3-1 18 0,-2-2 1 16,3-6-1-16,-1-3-52 0,-2-2 23 0,2-2 4 15,1 0-28-15,0-5 23 0,0-8-7 16,2-1-64-16,0-3 38 0,4-4 22 16,-1 3-15-16,4-3 5 0,2 0 16 15,3 1 8-15,1 0-18 0,0 3 66 0,0 2-24 16,0 3 123-16,0 2-71 0,3 1-35 0,3 1 5 0,1 3 34 16,1 1-33-16,1 2 0 0,2 1-4 15,-2 1-22-15,3 0 126 0,1 0-43 0,1 4-31 16,0 8 65-16,2-2-48 0,-2 1-24 0,5 2 53 15,1-1-43-15,2 3 1 0,-2-2-35 0,3-3-26 16,-1 4 27-16,-3-3 8 16,5 3-8-16,-5-6-86 0,0 6 43 0,-1-3 21 15,-2 0 1-15,-2 1-16 0,0-1 14 0,-5 1-101 16,0-3 47-16,-2-2 30 0,-4-1-3 0,-1-1-61 16,1-2 30-16,-2 0 23 0,-1-3-24 15,0 2-52-15,0-2 37 0,0 0 19 0,-6 0-10 0,0 0-344 0,0 0 182 16,6-2 93-16,-5-2-219 0,5-2 147 0,0-2 86 15</inkml:trace>
  <inkml:trace contextRef="#ctx0" brushRef="#br0" timeOffset="2222.48">6876 1841 1233 0,'0'-11'0'0,"0"4"0"0,0 4 0 0,3 1 0 0,-3-2 0 0,0 2 0 0,0 2 280 16,0-2-115-16,0 2-70 0,0 0-32 0,0 0-32 15,0 2 2-15,0 9-1 0,-8 5-102 0,1-4 46 16,-4 6 29-16,-3-2 0 0,-1 2-63 0,-2 0 45 0,3-3 31 16,-5 0-8-16,0 0 42 0,-2 0-32 0,2-5 9 15,0 1-38-15,3-1 200 0,0-3-102 0,5-1-36 16,2-3 250-16,1 1-135 0,5-3-60 0,0 1 29 15,1 0-52-15,2 1-26 0,0-1-1 0,5 4 1 16,10-1-18-16,1-2-8 16,7 1 48-16,2 1-25 0,-1-1 1 0,2-2-24 15,-1 2 8-15,5-1-67 0,-3 1 29 0,-7 1 1 16,2 0-132-16,1-1 81 0,-4 2 48 0,0-1-140 16,-7 3 78-16,1-3 16 0,-5-1 27 0,1 2-356 15,-3-1 168-15,-3 1 72 0,-1-3 51 0,0-1-383 16,-2 3 216-16,0-2 109 0,0 0-416 0</inkml:trace>
  <inkml:trace contextRef="#ctx0" brushRef="#br0" timeOffset="2417.65">6685 2239 1101 0,'-2'1'0'0,"2"4"0"0,0-4 0 0,0 1 0 0,0-2 0 0,0 0 508 0,2 0-237 0,5 0-119 16,8 1-60-16,-2-1 145 0,6 0-93 0,-3 3-60 15,1-2-26-15,1 1 147 0,1 2-86 0,-2-3-167 16,1 3 48-16,-4-1-8 0,3 0 40 16,-4 2 1-16,2 0-400 0,-2-2 199 15,0 3 109-15,0-1-585 0,1-3 325 0,-2 3 104 16,5-4 96-16,-2 1 22 0</inkml:trace>
  <inkml:trace contextRef="#ctx0" brushRef="#br0" timeOffset="3062.12">7534 2717 1009 0,'0'4'0'0,"0"-4"0"0,-1 2 0 0,-1 0 0 0,-3-2 0 0,4 0 0 0,-3 0 0 0,0 0 0 0,0 0 158 0,0 0-67 0,-1 0 61 16,-1-2-60-16,-1-5-30 0,1-1 1 0,-2-4-22 15,-3-1-8-15,0-2 0 0,-2-4-1 0,-2-3 7 16,-2-4-6-16,0-2 8 0,-4-12-8 0,1 0-20 16,-3-8 20-16,0-10 0 0,-1-1-1 0,6 7-56 15,-5-14 25-15,8 18-35 0,2-2 23 0,4 11 0 16,1-1 19-16,5 5 104 0,3 3-50 0,0 4-20 15,0 3-4-15,3 1 81 0,12 2-43 0,-1 3-17 16,6-3 3-16,2 3 3 16,1-1-32-16,2 6 0 0,-2 3-1 0,0 2 28 15,1 2-27-15,0 5-82 0,-3 0 42 0,0 2-1 16,-3 0 41-16,-4 9-163 0,-1 2 67 0,0 4 43 16,-9 0 4-16,0 7-70 0,-2-1 33 0,-2-1 27 15,0 1-8-15,-4-1 49 0,-7 1-14 0,-2-5-14 16,-1 2-22-16,-3-3 83 0,-1-3-35 15,-1-2 150-15,2-2-77 16,2 0-43-16,1-3 143 0,2-1-80 0,2-3-31 16,2 2-26-16,3-3 89 0,1 2-53 0,3-2-26 15,1 0 9-15,0 0-135 0,0 0 50 0,11 0 24 16,4 0 1-16,4 1-2 0,1 2 9 0,5 2 18 0,-5-1-1 16,2 4-88-16,0 1 43 0,-3 2 11 0,-3 4-17 15,-2 0-90-15,-2 0 58 0,-6 4-8 0,-1-2 28 16,-4-1-20-16,-1 4 24 0,0-4 162 0,-6-3-70 15,-7 2-34-15,-4-3 1 0,-2-3 53 16,-7-2-34-16,3-3-23 0,-3-4 2 16,1 0 12-16,1 0 2 0,-2 0 4 0,3-1-315 0,2-5 139 15,2-1 73-15,8 3-433 0,1-1 222 16,2 1 113-16,5 2 50 0,3-1-442 0,0 3 256 0,7 0 128 16,12 0 64-16</inkml:trace>
  <inkml:trace contextRef="#ctx0" brushRef="#br0" timeOffset="3277.54">7917 2571 2039 0,'-5'-2'0'0,"2"0"0"0,3 1 0 0,-3-2 0 0,1 2 0 0,1-2 0 0,-1 1 0 0,2 1 788 0,0 0-378 16,0 1-180-16,0 0-103 0,0-4 127 0,0 3-7 0,0 1-473 0,0-1 182 0,2-2 47 16,-1 1-8-16,5 2-814 15,-1 0 426-15,-1 0 213 0</inkml:trace>
  <inkml:trace contextRef="#ctx0" brushRef="#br0" timeOffset="5938.59">8800 2033 272 0,'-2'0'0'0,"-4"0"0"0,2 2 0 0,1 0 0 0,2 1 234 0,1-3-101 16,-3 1-50-16,3-1 131 0,-2 0-83 0,2 0-53 15,0 0-22-15,0 1 26 0,0-1-24 0,2 0 0 16,2 0-17-16,3 3 79 0,1-3-44 0,-1 0-21 16,3 0-1-16,3 0 63 0,-4 0-35 0,7 0-28 0,-3 0 65 15,1 0-44-15,2 0-20 0,0 0 7 0,3 0 0 16,0-3 1-16,0 2-30 15,0-3-1-15,-3 0-16 0,1 3 25 0,1-1-9 16,-5 2-66-16,-1 0 33 0,-2 0 0 0,-1 0-119 16,-1 0 73-16,-3 0 34 0,0 0 0 0,-3 0-269 15,-1 0 126-15,1 0 74 0,-2 0 8 16,0 0-278-16,0 0 160 0,0 0 80 0,0 0-234 0,-5-2 158 16,-2-3 69-16,0-4 47 0</inkml:trace>
  <inkml:trace contextRef="#ctx0" brushRef="#br0" timeOffset="6203">8997 1857 493 0,'-5'-9'0'0,"0"-2"0"0,-1 4 0 0,-1 0 0 0,2-1 0 0,-1 1 101 15,1 1-34-15,3 2 0 0,-2-2-34 0,1 4 290 16,3-1-150-16,-3 2 182 0,3 1-162 0,0 0-80 16,0 0-40-16,0 6 9 0,0 9 39 0,0 5-43 0,0 7-23 15,3 2 0-15,-1 5-1 0,1 6 9 0,1 9-30 16,-1-2-1-16,1 0-26 0,-2 2-1 0,0 0-22 15,2-8 32-15,-3 9-7 16,4-7 25-16,-3-6-61 0,1-2 30 0,1-4-1 16,1-7 8-16,1-2-14 0,-1-5 23 15,0-6-31-15,0-2 0 0,-1-3 21 0,1-4 6 16,2-2-195-16,-1-2 91 0,2-13 43 0,0-10 24 16,3-5-8-16,1-1-188 0,0-9 94 0,4 2 53 15,0-1 4-15</inkml:trace>
  <inkml:trace contextRef="#ctx0" brushRef="#br0" timeOffset="6709.77">9484 1777 1121 0,'0'-8'0'0,"0"1"0"0,0 3 0 0,0 3 0 0,0-3 0 0,-2 3 0 0,0 0 0 0,0-1 204 0,-1 2-86 0,-1 0-43 0,1 0 175 15,0 10-109-15,1 6-46 0,0 7-36 0,-2 0 59 16,2 5-42-16,1 3-22 15,-3 1 0-15,0 4 41 0,1-1-36 0,-4 9 1 16,2-3-25-16,-2 0-32 0,-1 2 0 0,0-2-80 16,0 8 51-16,-2-8 30 0,3-7-1 0,-2 2-150 15,2-8 69-15,2-5 54 0,-1-2-11 0,2-7-85 16,1-4 31-16,-2-5 39 0,3 0-311 16,-1-5 168-16,3 0 80 0,0-13-115 0,0-8-75 15,0-6 135-15,5-2 60 0,3-1-162 0</inkml:trace>
  <inkml:trace contextRef="#ctx0" brushRef="#br0" timeOffset="6852.39">9408 2182 373 0,'5'-9'0'0,"-2"1"0"0,-1 5 0 0,4 0 0 0,-5 1 178 0,3 2-72 0,0 0-37 0,-1 0 394 15,2 7-215-15,-1 0-100 0,1 0-62 0,-1 3 394 16,1 1-224-16,-1-4-8 0,1 5-108 0,2-3-45 16,-2 3-36-16,-1-3-355 0,1-2 164 0,1 1 82 15,2-1 41-15,-3-2-260 0,1-2 147 0,1-3 77 16,0 0 39-16,2 0-697 0,0-5 343 0</inkml:trace>
  <inkml:trace contextRef="#ctx0" brushRef="#br0" timeOffset="7047.86">9666 1814 642 0,'2'-4'0'0,"1"2"0"0,-1 1 0 0,2 1 0 15,-2 0 0-15,-1 0 457 0,-1 11-204 0,0 2-114 16,0 10-53-16,0 0 339 0,0 6-196 15,-5 10-98-15,-6-4 153 0,-3 10-130 0,2-2-60 16,-1-1-50-16,-1 2-11 0,2 0-1 0,0-7 9 16,-1 9-244-16,1-4 118 0,1-8 58 0,2 0 31 0,0-5-420 15,2-8 233-15,4-2 58 0,-1-10 72 16,4-1-545-16,0-7 283 0,0-1-223 0</inkml:trace>
  <inkml:trace contextRef="#ctx0" brushRef="#br0" timeOffset="7219.4">9619 2230 388 0,'3'-9'0'0,"2"3"0"0,-2 3 0 0,3 1 0 0,-2 0 589 0,-1 2-278 16,3 0-139-16,-1 0-70 0,3 0 447 0,0 7-250 15,1 4-137-15,1 0-64 0,-1 1 103 16,1 3-85-16,1 2-139 0,-2 0 35 16,2 2-7-16,1 1 27 0,-3-2-510 0,2-2 255 0,-1 1 128 15,-1-3 72-15,-2 0-598 0,-1-7 258 0,2-2 179 16,-3-5 1-16</inkml:trace>
  <inkml:trace contextRef="#ctx0" brushRef="#br0" timeOffset="7595.45">9985 1792 888 0,'14'-17'0'0,"2"1"0"0,1 8 0 0,-2-2 0 0,-1 6 262 0,-2 2-119 0,2 2-55 0,-1 0 326 16,-1 6-191-16,6 12-94 15,-5 5 138-15,1 5-121 0,-4 4-57 0,2 3-28 16,-5 3-40-16,-1 7 12 0,-4-7 8 0,-1 12-8 16,-1-8-56-16,0 5 27 0,-1-2 1 0,-8 0 28 15,-3-8-57-15,-1 9 25 0,-1-14-1 0,-2-1 33 16,-2-5-164-16,4-8 43 0,-5-3-165 0,2-6 105 16,0-5 68-16,1-4 5 0,0 0-96 0,0-10 70 0,2-6 26 15,0-15 7-15,2 0-45 16,3-3 40-16,3-3 0 0,2-1 40 0,3 4 70 15,1 4-31-15,0 8 0 0,0-2 99 16,0 8-68-16,5 4-43 0,4 2 386 16,2 4-181-16,1 4-103 0,1 0-16 0,3 2-38 0,0 0 342 15,5 10-179-15,-2 2-87 0,-1 6-42 0,1 1 163 16,1 1-102-16,1 3-45 0,0-3-168 0,0 1 55 16,1-1 27-16,1-3-229 0,-1 1 128 0,-5-8 72 15,4 4 24-15,-2-7-675 0,-3 0 339 0,0-5 100 16,-2-2 108-16</inkml:trace>
  <inkml:trace contextRef="#ctx0" brushRef="#br0" timeOffset="8043.42">10636 1519 1020 0,'0'-2'0'0,"0"-2"0"0,-1 1 0 0,1 1 0 0,0 0 0 0,0 0 0 0,0 1 349 16,-2-1-158-16,2-1-80 0,0 3-38 15,0 0 70-15,0 0-58 0,0 0-27 0,0 0 0 16,0 0 28-16,0 0-27 0,0 0 63 0,0 0-49 0,0 0-1 15,0 0-39-15,0 0 32 0,0 0-32 16,0 0 8-16,0 0-8 0,0 0-16 0,0 0 16 16,0 0-1-16,0 0 1 15,0 0-21-15,0 0 20 0,0 0 1 0,0 0-45 0,0 0 22 16,0 0 9-16,0 0-22 0,0 0-9 0,2 0 37 16,-1 3-17-16,1-1 37 0,1-1-23 0,-1 3-2 15,2-2-3-15,-1 1 43 0,1 1 0 0,-1 0-38 16,1 1 6-16,0 0-12 15,-1-2 11-15,2 1-2 0,-1-1-20 0,-3 0 21 16,1 0 13-16,2-1-169 0,-2 1 74 0,-2 0 37 16,0 1 14-16,0 1-465 0,0 1 213 0,0 4 122 15,-2-2 32-15,-5 2-570 0,0 1 319 0,4-1 161 16,-3-1 72-16</inkml:trace>
  <inkml:trace contextRef="#ctx0" brushRef="#br0" timeOffset="8846.39">10472 1741 469 0,'-10'0'0'0,"0"3"0"0,5-1 0 0,-2 1 0 0,3 0 404 0,0-3-185 16,3 1-86-16,1 3-54 0,0-2 162 0,0 3-104 0,9-4-52 15,8 1-18-15,1-2 282 0,9 0-158 0,-3 0 107 16,3 0-133-16,1 0-66 16,-4-3-25-16,6-4 36 0,-6-1-39 0,-1 1 0 15,-2 0-38-15,-1 2-199 0,-1-1 108 0,-2 0 41 16,-4 3 25-16,-4 0-165 0,1 1 94 0,-4 1 49 16,-2 0-541-16,-3 1 274 0,-1 0 69 0,0 0-286 15,-1 0 233-15,-11 1 116 16,-1 5 50-16,-3 3-228 0,2-2 147 0,-3 0 74 0</inkml:trace>
  <inkml:trace contextRef="#ctx0" brushRef="#br0" timeOffset="8979.04">10654 1758 1153 0,'-16'1'0'0,"0"2"0"0,0-3 0 0,6 2 0 0,-1-1 0 0,1 1 0 0,0 0 0 0,5 2 0 0,0 0 0 0,1 1 117 0,-1 0-33 0,5 6 286 16,0-2-169-16,0 2-84 0,0 2-42 0,0 2 165 16,0-1-96-16,0 2-59 0,0 3-27 0,3-2-248 15,-1 1 111-15,0 3 56 16,0-1-220-16,1 0 134 0,1-2 71 0,-1 0-580 15,3-5 274-15</inkml:trace>
  <inkml:trace contextRef="#ctx0" brushRef="#br0" timeOffset="9144.6">10670 1833 1194 0,'0'-2'0'0,"0"1"0"0,0 1 0 0,0 0 0 0,0 0 0 0,0 3 0 0,0 5 0 0,0 0 512 0,0 2-232 0,3 3-127 16,-1 0 26-16,-2 0-73 15,0 1-36-15,0 0-376 0,0 2 177 0,0-1 77 16,0-1 43-16,0 2-236 0,0-1 139 0,-7-3 69 16,0 2 43-16,0-1-606 0,-4-3 293 0</inkml:trace>
  <inkml:trace contextRef="#ctx0" brushRef="#br0" timeOffset="9281.29">10387 1944 1129 0,'0'4'0'0,"-2"3"0"0,2 2 0 0,0-2 0 0,0 3 0 0,0 0 0 0,0-3 316 0,0 2-142 0,0 1-62 0,2 0-118 16,3-2 39-16,7-1 0 0,1 2 0 0,2-1-508 15,4-7 262-15,2-1 119 0</inkml:trace>
  <inkml:trace contextRef="#ctx0" brushRef="#br0" timeOffset="9721.24">10879 1855 1057 0,'4'4'0'0,"-1"6"0"0,2 1 0 15,-3-2 0-15,-2 5 0 0,0-4 0 0,0 3 265 0,0 3-115 0,-9-1-59 0,2 1-21 0,-2 3-160 0,-5 2 61 16,2-1 31-16,-3 1 0 0,-2 0-296 0,-4 0 160 16,-1-1 73-16,-3-1-107 0,1 0 35 0,-3-2 59 15,1-3 22-15,8-4 28 0,-2 0-31 16,4-3 0-16,6-4 272 0,1 2-133 0,3-4-59 15,3-1-37-15,3 0 342 0,0 0-168 0,0 0-84 16,5 0 0-16,10 0 110 0,0 0-60 16,2 0-52-16,0 0-21 0,-1 3-10 0,2 3-12 0,-4 3-1 15,0 1-24-15,-5 1-9 0,-2 5 34 0,-5 2-155 16,1-2 78-16,-3 2 38 0,0-1 8 0,-6 2-218 16,-5-2 112-16,-4-4 27 0,-2-2 37 0,-2-3-139 15,0-4 80-15,-2-2 16 16,2-2 26-16,-1 0-17 0,1-3 1 0,1-14 32 15,1-4-3-15,4 3 11 0,3 0 0 0,2-3 34 16,3 2 1-16,5 6-43 0,-2-1 8 0,2 3 320 16,0 2-155-16,0 3-60 0,6 3-44 0,5 2 458 15,4 1-232-15,0 0-99 0,4 0-60 0,2 8 301 16,2 3-181-16,-2 1-84 0,9 3-52 0,-1 0 121 16,-1-2-83-16,2 0-188 0,2 3 52 0,2-5 34 15,-2 0-8-15,1-3-622 0,1-1 324 16,-2-5 162-16,0-2 81 0</inkml:trace>
  <inkml:trace contextRef="#ctx0" brushRef="#br0" timeOffset="10085.49">11161 1746 1334 0,'0'-13'0'0,"1"10"0"0,11-1 0 0,1-4 0 0,-1 0 179 15,-1 3-65-15,1-1 73 0,4 3-77 0,-3 1-38 16,2 2-1-16,-2 0-132 0,3 0 55 0,-6 5 16 16,0 11-1-16,-4 0-215 0,-4 10 119 0,-2-3 58 15,-2 5 38-15,-15 3-95 0,-1 0 47 0,-2 2 25 16,-1-3 135-16,-2 3-56 0,2-7-31 0,1-1 85 16,4-9-59-16,2 2-40 15,4-6-1-15,4-6 250 0,1 0-100 0,2-4-62 16,3-2-36-16,0 0 9 0,3 0-24 0,11-2 1 15,4-5-16-15,5-7-106 0,2 0 49 0,1-1 24 16,2-3 1-16,1 2-151 0,-1 1 84 0,-1-1 43 16,1 4 24-16,-3 0-238 0,-6 6 114 0,-1 1-43 15,-2 1 72-15,-5 2 2 0,-1 2 26 0,-5 0-8 16,-1 2 1-16,-2 7 24 0,-2 5 8 0,0 2-66 16,-4 5 33-16,-9 2 0 0,0 0 33 0,0-2-249 15,-6 4 129-15,3 2 60 16,0-3 30-16,0-2-271 0</inkml:trace>
  <inkml:trace contextRef="#ctx0" brushRef="#br0" timeOffset="10236.09">11270 2267 371 0,'-7'3'0'0,"-2"2"0"0,6-5 0 0,1 1 0 0,0-1 490 0,0 0-220 15,2 0-123-15,0 0-57 0,0 0 363 0,0 0-210 0,8-1-105 16,3-4-44-16,2-2 94 0,3 1-77 16,-2-2-40-16,2 1-128 0,-2 0 44 0,2-1 32 15,-2 2-474-15,0 0 244 16,-5 3 121-16,0-3 62 0,-1 2-557 0,-2 1 247 15,-4-3 165-15,-2-2 16 0</inkml:trace>
  <inkml:trace contextRef="#ctx0" brushRef="#br0" timeOffset="10379.7">11355 2131 859 0,'-12'0'0'0,"3"0"0"0,3 0 0 0,1 0 0 0,-2 4 0 0,4 7 0 0,1 5 353 16,0-1-152-16,2 3-89 0,0 7-39 0,0-5 215 16,0 3-128-16,0 0-63 0,4-1-25 0,2 0-95 15,-2-3 28-15,1-2 0 16,3-5-149-16,-3-2 88 0,5-4 53 0,1-4 14 15,0-2-434-15,3-2 228 0,0-16 82 0,2-5-411 16,0-7 225-16,1-7 137 16</inkml:trace>
  <inkml:trace contextRef="#ctx0" brushRef="#br0" timeOffset="10493.68">11559 1981 371 0,'10'-21'0'0,"-5"6"0"0,3 3 0 0,-3 5 0 0,-1 4 291 16,-1 1-128-16,0 2-66 0,-1 0-24 0,0 5 354 15,0 7-198-15,-2 1-97 0,0 4 135 16,0 0-117-16,0 2-50 0,0-3-378 15,0-1 156-15,0 1 77 0,0-7 39 0,0 2-600 16,1-4 320-16</inkml:trace>
  <inkml:trace contextRef="#ctx0" brushRef="#br0" timeOffset="10739.62">11695 1625 1648 0,'3'-8'0'0,"3"5"0"0,-1 2 0 0,-1 1 0 0,2 6 0 0,-2 15 0 0,0 2 0 0,-1 8 284 16,3 8-117-16,-3 10-71 0,1 2 337 0,-1 4-200 16,2 8-100-16,1-1 94 0,-3-7-89 0,3 12-57 15,-3-14-18-15,1 4 0 0,0-4-31 16,-3-2 1-16,2-9-21 0,-3-1 20 0,0-4 1 0,-3-6 0 16,-2-11-103-16,-2-3 51 0,-1-8 34 15,-4 0-8-15,2-7-185 0,-1-2 103 0,-3 0 7 16,3 0 40-16,0-6-354 0,1-4 182 0,5-5 59 15,1-2-447-15,4 1 277 0,0-2 140 0,4 3-522 16</inkml:trace>
  <inkml:trace contextRef="#ctx0" brushRef="#br0" timeOffset="11248.56">12215 2626 1912 0,'0'2'0'0,"0"2"0"0,-6 3 0 0,4-4 0 0,-2 0 0 0,-1-2 0 0,-1-1 0 0,1 0 0 0,-4 0 316 16,2 0-133-16,0-4 138 0,-2-7-143 0,1-6-73 15,-3-4-37-15,2-1-81 0,-2-6 31 0,2-3-8 16,-3-4 23-16,-2-9-74 0,1 2 36 0,1-11 1 16,0-4 45-16,1-12-196 0,5-1 94 0,2-7-228 15,2-12 118-15,2 4 89 16,0 12-26-16,6-3-80 0,3 20 77 0,6-2 39 15,4 11 0-15,-3 11 92 0,9 4-34 0,0 8 7 16,1 7-25-16,2 7 159 0,1 2-79 0,-1 5-41 16,-4 3-8-16,6 0 167 0,-6 16-66 0,-1 2-55 15,-7 7 72-15,-2 1-52 0,-7 6 11 0,-5 2-86 16,-2 4 51-16,0-2-11 0,-11-2 11 0,-4 0-36 16,-5-3 3-16,-1-5 18 0,-2-4-14 15,1-4 37-15,5-8-15 0,-2-2-14 16,8-4-15-16,-2-3 130 0,5-1-55 0,2 0 94 15,3 0-71-15,3 0-35 0,0 0 9 0,3-1-108 16,13-2 32-16,2 2 0 0,7 1 32 0,-1 0-163 16,-3 4 89-16,6 10 33 0,-4 3 0 0,-2 2-165 15,-4 4 82-15,-4 1 50 0,-4-1 1 0,-1 7-36 16,-6-3 3-16,-2-4 104 0,0-2-24 0,-4 0-33 16,-11-2-40-16,-7-2 228 0,-1-6-90 15,-1-6-45-15,-4 0-12 0,1-5 17 16,3 0-8-16,-6 0 0 0,5-6 16 0,7-4-414 15,-1-1 188-15,4 2 90 0,7-1 46 0,1 3-299 16,7 1 143-16,0 5-477 0</inkml:trace>
  <inkml:trace contextRef="#ctx0" brushRef="#br0" timeOffset="11397.17">12744 2416 2715 0,'0'-4'0'0,"0"-1"0"0,2 2 0 0,-2 1 0 0,0-2 0 0,0-3 0 0,0 1 0 0,-5-1-318 0,1 0 143 0,-2 2-353 15</inkml:trace>
  <inkml:trace contextRef="#ctx0" brushRef="#br0" timeOffset="17392.98">13731 2009 471 0,'-2'0'0'0,"-2"-5"0"0,4 0 0 0,-2 0 0 0,2-1 0 0,-2 1 0 0,0-2 0 0,0 1 158 0,0 0-62 0,0 1-32 16,-1-1 8-16,-1 1 3 0,0-1-22 0,1 0 1 15,-1 0-21-15,0 2 24 0,-2-1 10 0,0-1-35 16,1 3 37-16,1-3-36 0,-1 3 0 0,-2 1 49 15,0-1-17-15,0 1-7 0,-2 2-26 0,-3 0 55 16,1 0-28-16,0 7 1 0,-4 3-19 0,2 7 21 16,-3-3 0-16,2 6-29 0,0 3-1 0,1-1 45 15,4 1-14-15,-1 7 8 16,3-2 0-16,3 0-38 0,2 0 0 0,2 3 27 16,0-7 9-16,0 5-36 0,8-6 0 0,4 0-16 15,2-8 15-15,1 2 1 0,2-4 8 0,2-2-69 16,-1-4 30-16,0-1 1 0,-2-3-58 0,0-3 37 15,-2 0 28-15,0 0-47 0,-1-9 28 0,0-9 1 16,-2-7 0-16,0-1-60 0,-1-5 37 0,-1-6 5 16,-1-6-1-16,-3 2-84 0,2-2 50 0,-2-5 15 15,0-1-3-15,1-4-38 16,-2-2 32-16,1 3 8 0,1 1-1 0,-2 4 13 16,0 10-4-16,-3-1 109 0,1 12-49 0,0-1-26 15,-2 8 0-15,0 6 69 0,0 2-48 0,0 6-10 16,0 0 1-16,0 4 230 0,0-1-116 0,0 2-39 15,0 0-34-15,0 0 131 0,0 9-73 0,0 8-37 16,0 2 1-16,0 6 4 0,-2 3-12 0,2 1 27 16,0 6-29-16,-2 2 9 0,2 1-36 15,0 1 1-15,0 6-2 0,0-6 1 16,0 3 0-16,0-9 33 0,2 8-33 0,2-5 8 16,3 0-8-16,0-4-45 0,4-2 22 0,-2-3 0 15,0-7 23-15,4 1-65 0,-2-5 18 0,1-4-109 16,-1-5 64-16,-4-3 36 0,5-4 8 0,-1 0-84 15,0-4 43-15,3-15 26 0,-1-6-1 16,0-5-47-16,-2-3 32 0,2-2-2 16,2-10 2-16,-2 0-115 0,-1-2 61 0,-1-4 33 0,2-1-97 15,-1-3 57-15,-1 5 41 0,0-2 5 16,-1 7-1-16,-5 10 29 0,2-1 1 0,-1 10 109 16,-2-1-50-16,-2 7-30 0,0 5-1 0,0 5 88 15,-2 5-58-15,0 2-38 0,0 0 3 0,0 1 335 16,0 2-131-16,0 0-93 0,0 8 8 0,-2 9 98 15,-2 5-91-15,-2 0-42 0,2 4-22 0,-1 2 132 16,3 1-76-16,-2 5 226 0,3-1-335 0,1 2 0 16,0-1 0-16,0 3 0 0,0-1 0 0,0-3 0 15,0 3 0-15,0 0 0 16,3-2 0-16,4-3 0 0,1 3 0 0,0-11 0 16,3 6 0-16,0-5 0 0,-1-7 0 0,1 1 0 15,0-2 0-15,-1-6-272 0,-1 0 120 0,0-4 72 16,-1-1 13-16,-1-3-373 0,-1-2 203 0,-1 0 94 15,-1 0 59-15,2 0-157 0,-4 0 103 0,2-3 53 16,-2-4 26-16,0-1-423 0,-2-4 229 0,0 1-278 16,0-2 250-16</inkml:trace>
  <inkml:trace contextRef="#ctx0" brushRef="#br0" timeOffset="17609.93">13943 1798 315 0,'-21'0'0'0,"2"0"0"0,4 0 0 0,0 0 0 0,6 1 589 16,-2-1-270-16,3 2-147 0,4-2-70 0,0 0 443 16,4 1-257-16,0-1-127 0,0 3-56 0,12-1 98 15,6-1-85-15,5 1 167 16,3 0-127-16,5 1-62 0,-1 0-23 0,0-1-18 16,-2 1-22-16,0 0 0 0,-6 1 0 15,3 1-224-15,-3 1 120 0,-2-1 48 0,-4 0 28 0,-1-1-464 16,-2 0 241-16,-2 0 57 0,1-3 80 0,-1-1-337 15,0 0 192-15,4 0-443 0</inkml:trace>
  <inkml:trace contextRef="#ctx0" brushRef="#br0" timeOffset="18063.57">14405 1699 1404 0,'-6'0'0'0,"4"0"0"0,2 0 0 0,0 0 0 0,0 0 0 0,0 0 64 0,0 0 435 0,8 0-237 0,5 3-114 16,4 0-58-16,1 2 101 0,5 3-79 0,-2-2 54 15,5 1-71 1,0 0-31-16,-2-1 0 0,3 2-81 0,-1-2 24 0,-3-2 9 0,5 1 17 16,-2-1-56-16,-5-2 28 0,0 0 0 15,-1-2-57-15,-1 2 50 0,-2-2 14 0,-2 0 0 16,-4 0-58-16,1 1 33 0,-3-1 1 15,-2 2-3-15,0 0-6 0,-4 2 66 0,1-3-11 0,-2 2 71 16,-1-1-44-16,1-2-27 0,0 0 6 0,-2 3 57 16,0-3-34-16,0 0-21 0,0 3 27 15,0-3-43-15,0 1 15 0,0-1-8 0,0 2-78 16,0-1 39-16,0 2 11 0,-4-1 28 0,1 1-59 16,-3 2 27-16,0 1-14 0,0 3-29 15,-1 0 27-15,0 1-4 0,-3 1 10 0,1 5 19 16,-4-1-31-16,-3 6 25 0,2-3-47 0,-5 5 19 0,1 0 0 15,-5 0 17-15,0 1 4 0,-2 1-158 16,4-5 69-16,-2 0-128 0,2-1 97 0,6-6 41 16,0 0 26-16,4-2-88 15,1-4 47-15,2-1 36 0,3-1 0 0,1-3 29 0,4-2-253 16,-2 0 127-16,2 0-309 0,0 0 221 0,0 0 107 16,8 0 53-16,3 0-307 0</inkml:trace>
  <inkml:trace contextRef="#ctx0" brushRef="#br0" timeOffset="18551.77">15150 1818 1148 0,'2'-3'0'0,"0"2"0"0,0-1 0 0,0 0 0 0,-1 0 0 0,-1 2 0 0,0 0 0 0,0 0 376 0,0 0-164 0,0 0-93 15,0 4 106-15,0 5-95 0,-3 5-49 0,-3 0 76 16,3 6-54-16,-1-1-39 0,0 1 0 0,3 2 13 16,1-1-22-16,0 1 8 0,0 1-30 0,0-2 70 15,1-1-36-15,9 2 1 0,-1-6-17 16,3 1-10-16,0-2-8 0,-1-2 0 0,5 0 14 16,-4-4-14-16,4 1 0 0,-1-5 8 0,2 2-35 15,-3-4 0-15,2-3-6 0,0 0-1 16,0 0 34-16,0-2 8 0,0-6-8 0,-2-5-117 15,0-1 54-15,-1-6 16 0,-1 2 1 0,-1-3-100 16,-2 1 59-16,-2-1 16 0,-1-2-46 16,-2 1 29-16,0 0 23 0,-3-2-36 15,-1 0 27-15,0 0-11 0,-1 0 31 0,-8-1-20 16,-2 1 16-16,1 4-10 0,-6-3 5 0,5 5 3 0,-3-2 19 16,-2 5-19-16,1 2 41 0,0 3-3 0,0 5-30 15,0 1-3-15,-2 4 121 0,0 0-56 16,0 0-24-16,-1 9-2 0,2 4 84 0,0 2-50 15,2 2-14-15,1 1 0 0,2 0 9 16,-1 1-30-16,3 0 16 0,2 0-98 0,-1-2 47 0,1 1 0 16,-1-1-203-16,3 0 111 0,-1 0 45 15,2-2-313-15,2 0 167 0,0-2 89 16,2-1 46-16,0-3 13 0,2 3-374 0,8 1 202 0</inkml:trace>
  <inkml:trace contextRef="#ctx0" brushRef="#br0" timeOffset="18747.82">15871 2226 2011 0,'0'-11'0'0,"0"10"0"0,0-1 0 0,0 0 0 0,2 0 0 0,-2 0-74 15,0 1 54-15,0-2 26 0,0 0 8 0,0 2-299 16,0-2 158-16</inkml:trace>
  <inkml:trace contextRef="#ctx0" brushRef="#br0" timeOffset="43404.81">16916 1539 436 0,'-4'0'0'0,"-1"-1"0"0,1-1 0 0,0 0 0 0,-1 2 0 0,0-2 0 0,0 1 0 0,1 1 0 0,-1-1 99 0,1-3-33 0,0 4 0 15,1-1-25-15,1-1 67 0,-3 2-38 0,3-2 0 16,1 2-37-16,-1-2 127 0,2 2-55 0,0 0-41 15,0 0 67-15,-2 0-49 16,2 0-24-16,0 0 117 0,0 0-62 0,0 0-45 16,2 0 1-16,10 0 106 0,2 2-70 0,5 0-37 15,3 0 9-15,5-2 57 0,-1 0-50 0,2 0-26 16,0 0 1-16,-1 0 15 0,-3 0-12 0,3-2-9 16,0 0-62-16,-6 0 21 0,2 0 0 0,-1 2-12 15,-1-2 8-15,-4 2 24 0,-1 0 1 16,0 0-127-16,-5-2 64 0,0 2 12 0,-3 0 29 0,-1-1-275 15,-1 1 131-15,-1-2 42 16,-3 0 41-16,1-2-344 0,0 1 172 0,-1-6 99 16,0 2-297-16,-2-2 194 0,0-3 97 0,0 2-104 15,0-3 92-15,0-2 59 0</inkml:trace>
  <inkml:trace contextRef="#ctx0" brushRef="#br0" timeOffset="43616.98">17267 1315 798 0,'-8'-3'0'0,"-1"3"0"0,3-3 0 0,4 3 0 0,-1 0 0 0,3 0 0 0,0 0 313 15,0 0-132-15,1 6-78 0,9-3-35 0,7 1 131 16,1 1-83-16,7-1-41 0,-4 2-13 0,1-1 237 16,4 4-133-16,-5-2-66 0,0 0-34 0,-1 2 76 15,-3 1-47-15,0 1-50 0,-4 1-12 0,-2-2-1 16,-3 6 1-16,-4-1-45 0,-2 0 18 0,-2 4 0 16,0-3 27-16,-12 7-30 0,-4-3 0 0,-5 3 38 15,-2-2-8-15,-4 1-218 0,2 4 74 0,-1-4 61 16,-1-1 31-16,1-1-504 0,1 1 240 0,0-3-286 15,4 4 269 1,-2-6 133-16,2 3 67 0</inkml:trace>
  <inkml:trace contextRef="#ctx0" brushRef="#br0" timeOffset="44035.56">16968 1885 1134 0,'0'4'0'0,"-3"-2"0"0,1 2 0 0,2-1 0 0,-2 0 0 0,2-1 140 0,0-1-46 15,0 3 155-15,4 1-109 0,8 1-53 0,4 0 179 16,2-1-117-16,3 1-50 0,0 0-37 16,1 0 13-16,0-3-21 0,1 1-1 0,0 0-20 15,-3-3 8-15,1-1-80 0,-2 0 36 0,-2 0-115 16,-2 0 76-16,-4 0 38 0,-2 0 7 0,-1-1-33 16,-2-7 31-16,-3 1-16 0,-1-5 0 0,0 1-19 0,-2 0-75 15,0-4 26 1,0 2-42-16,-5-2 42 0,-6-3 30 0,1 4-16 0,-1-1-7 15,-1 2 39-15,-3 1 4 16,0 4 100-16,-2 5-49 0,0 1-24 0,-1 2-6 0,-5 0 200 16,4 10-101-16,-3 5-45 0,-1 4-28 0,2 3 123 15,3 0-67-15,1 4-15 0,2 1 203 0,1-1-105 16,6 5-60-16,4-4-30 0,2-1 118 0,2 6-78 16,0-3-35-16,0-3 89 0,2 0-62 0,9-1-31 15,-2-4 8-15,6 2 0 0,-2-5-39 0,4-2 0 16,0-1-1-16,0-1-27 0,2-4-9 0,1-3 37 15,1-1-232-15,-3-5 116 0,3-1 58 16,0 0 36-16,4 0-524 0,-7-8 250 16,3-6 127-16,-2-2 15 0,1 1-451 0,-4-1 262 15,4-5 142-15,-3 2-369 0,-4 3 252 0,2-4 126 16</inkml:trace>
  <inkml:trace contextRef="#ctx0" brushRef="#br0" timeOffset="44213.37">17428 2002 1271 0,'0'-6'0'0,"-2"4"0"0,2 2 0 0,-1 0 0 0,-1 0 0 0,2 0 0 0,0 0 237 0,0 0-103 16,5 0-50-16,8 0 409 0,1 0-235 0,2 0-112 16,1-2 107-16,2 1-111 0,-2-2-54 0,0 2-20 0,0 1 17 15,-2-2-27-15,0 0 1 0,0 2-27 16,-2-2-335-16,-2 2 176 0,1 0 76 0,-3 0-525 16,-2 0 304-16,-1 0 153 0,-2 0-8 0,0 0-475 15,-2 0 288-15,-2 0 141 0,0 6-166 0,0-2 154 16,-2-3 75-16</inkml:trace>
  <inkml:trace contextRef="#ctx0" brushRef="#br0" timeOffset="44408.85">17623 1996 414 0,'-5'-4'0'0,"-1"0"0"0,1 3 0 0,1-1 0 0,0 0 0 0,0 2 308 15,0 0-142-15,1 0-66 0,-1 0 282 0,0 0-175 0,-1 8-87 16,1 5-35-16,0 2 142 0,-2 3-97 16,-1 7-49-16,0 0 249 0,-2 0-149 0,4-4-66 15,0 10-45-15,3-7 66 0,2-4-51 0,0 3-26 0,0-2-41 16,3-5 23-16,9-1-8 15,-1-2 0-15,6-3-100 0,0-2 50 16,2-3 33-16,-1-5-9 0,3 0-83 0,0 0 54 16,-3-2 28-16,2-9-465 0,-2-1 198 0,-3-4 87 15,-2 1 75-15,-1 0-574 0,-3 2 320 0</inkml:trace>
  <inkml:trace contextRef="#ctx0" brushRef="#br0" timeOffset="47680.63">18213 1491 710 0,'0'0'0'0,"0"0"0"0,0 0 0 0,0 0 0 0,0 0 0 0,0 0 0 0,0 0 0 0,0 0 0 0,0 0 97 0,0 0-25 0,0 0 53 16,0 0-46-16,0 0-23 0,0 0 0 0,0 0 12 16,0 4 8-16,-2 2-43 0,0 1 0 0,0 0 51 15,-1 4-26-15,-1 2 0 0,-1 1-17 16,-1 3 37-16,-4 0-23 0,1 5 0 0,-4 2 0 16,-2 1-22-16,-2 3 8 15,0 1-30-15,-2 2 0 0,1 0 22 0,-1-1 0 16,2 0-1-16,3-8-43 0,0 8 17 0,2-11-56 15,1 3 34-15,4-4 21 0,-1-3-18 0,4-5 41 0,0 2-69 16,1-3 28-16,1-4-87 16,0 2 53-16,2-6 19 0,0 1 0 0,0-2 16 0,0 0-65 15,0 0 28-15,0 0-196 0,0 0 102 0,0 0 51 0,0 0 22 16,0 0-1 0,0-5-254-16,7-3 146 0</inkml:trace>
  <inkml:trace contextRef="#ctx0" brushRef="#br0" timeOffset="47978.81">18319 1677 642 0,'5'-9'0'0,"-1"3"0"16,-2 2 0-16,-1 2 0 0,1 1 0 0,-2-1 0 0,0 0 244 0,0 0-110 15,0 2-50-15,0 0 135 0,0 0-92 0,0 0-48 16,-2 6-15-16,-5 4 58 0,2 3-44 0,-4 5-23 0,0 1 40 15,-3 4-31-15,0 4 8 0,-1 0-40 16,2 2-25-16,-5 1-1 0,4 1 27 0,-4-1-1 16,2 0 9-16,-2-1-41 0,0 2-1 0,-2-1-69 15,2-2 51-15,-1-1 25 0,4-7-5 0,-3 1-10 0,4-3-124 16,2 0 71-16,1-7 15 0,5-4-109 16,-2 1 57-16,5-5 27 0,-1-1-118 0,2-2 80 15,0 3 36-15,0-3 21 0,0 0-54 16,0-3 41-16,2-2 0 0,7-5 33 15,3-1-246-15</inkml:trace>
  <inkml:trace contextRef="#ctx0" brushRef="#br0" timeOffset="48459.44">18758 1448 832 0,'2'0'0'0,"-1"0"0"0,1 0 0 0,0 0 0 0,-2 0 0 0,0 0 0 0,2 0 233 0,0 0-100 0,2 1-50 0,0 12-25 15,0-3 135-15,-1 7-84 0,1 6-38 16,-2 1 39-16,0 2-38 16,-1 6-1-16,-1 2-30 0,0 7-8 0,0-1 43 0,0 2-21 15,-7-1-1-15,2 0-17 0,-1-7 4 0,-2 3-7 16,1-3-1-16,3-4 0 0,0-7-1 15,-1 0 1-15,3-4 13 0,-2-1-13 0,4-9-1 0,-2 0-39 16,0-5 40-16,2-2 0 0,0-2 8 16,-2 0-8-16,-2 0-30 0,1-2 27 0,-3-11-196 15,1 1 93-15,1-8 47 0,-2 1 20 0,-1-5-14 16,1-1-121-16,-1 1 58 0,-3 0 42 0,2 6-318 16,-2-1 167-16,-2 3 76 0,-1 5-19 0,-2 5 51 15,-2 5 26-15,0 1 87 16,-3 0-27-16,0 10 0 0,2 6-35 0,1 2 211 15,2 3-105-15,4-2-61 0,0 7 115 0,5-6-68 16,3 3-44-16,3 0 21 0,0-3 215 0,0 2-86 16,1-4-73-16,10 1-8 0,0-5 38 0,5 2-45 15,0-4-22-15,3 1 8 0,0-5-113 0,1 0 42 16,1-4 20-16,0 0-309 0,-1-4 165 0,1 0 91 16,0 0 10-16,-1 0-493 0,1-6 255 0,0-4 95 15,1-3-108-15,-5 2 116 16,8-6 71-16</inkml:trace>
  <inkml:trace contextRef="#ctx0" brushRef="#br0" timeOffset="48821.1">19121 1676 1086 0,'-10'-14'0'0,"-1"7"0"0,1 3 0 0,-3 2 0 0,0 1 0 0,0-2 0 0,0 3 0 0,0 0 54 0,1 3 219 0,1 5-124 16,2 4 1-16,1 3-59 0,0 1-29 0,1 7 0 15,4-3-21-15,-1 7 26 0,2-6 0 0,2-1-34 16,0 1 23-16,0-1-23 0,0-2 7 0,0-2-7 0,2-3-14 16,0-1 14-16,3-3 0 0,-3-2 0 15,2-1-33-15,-3-2 33 0,1-2 0 0,0-1-27 16,0-1 0-16,-2 0 27 0,0 0 0 0,0 0 32 16,0 0-4-16,0 0-32 15,0 0 24-15,0 0-1 0,0 0-16 0,0 0-6 16,0 0 4-16,0 0-38 0,0 0 7 0,0 0-33 15,0 0 37-15,0 0-7 0,0 0 29 0,0 0-1 0,0 0-86 16,0 0 39-16,0 0-88 16,0 0 58-16,0 0 21 0,0 0 0 0,0 0 9 0,0 0-3 15,0 0-23-15,0 0-11 0,0 0 18 0,0 0-1 0,0 0 13 16,0 0 11-16,0 0-177 0,0 0 86 16,-6 0-556-16,1 0 315 0,-2 3 157 0</inkml:trace>
  <inkml:trace contextRef="#ctx0" brushRef="#br0" timeOffset="49160.53">18576 1407 664 0,'-2'-11'0'0,"-2"7"0"0,0 1 0 0,-1 0 0 0,0 1 0 0,-6 0 0 0,2 2 168 0,-3 0-59 0,-2 5-43 0,-3 16 133 16,-2 4-84-16,-5 11-41 0,3 3-20 15,1 6 134-15,1 5-81 0,4 3 62 16,3 1-64-16,5 1-36 0,5 0 0 0,2-5 0 15,0 3-8-15,9-5-29 0,10 0 1 0,4-4 0 0,3-2-85 16,4-5 50-16,6-1-287 0,2-4 160 16,-3-3 81-16,2-8 30 0,-5-1-421 0,4-5 186 15,0-4 118-15,-2-5 24 0,-4-6 39 0</inkml:trace>
  <inkml:trace contextRef="#ctx0" brushRef="#br0" timeOffset="49586.48">18873 1795 497 0,'0'-3'0'0,"-4"-3"0"0,0 2 0 16,-2-1 0-16,4-1 89 0,-1 0-28 0,1 0 0 15,0 4 165-15,2-4-101 0,0 1-46 0,0 3-23 16,2 0 0-16,7 1 67 0,5 1-36 0,-2 0-21 15,2 1-1-15,2 14-32 0,-2-3 0 0,-1 5-56 16,0 2 36-16,-3 2-8 0,-5 1 28 0,-1 0-48 0,-3 2 25 16,-1 1-1-16,0-2-95 0,-12 3 53 15,-7-3 5-15,-1-2 23 0,-5-3-20 0,0 0-108 16,1-6 47-16,-6-1 1 0,1-5 27 0,3-5 0 16,4-1 22-16,-1 0 15 0,4 0-132 0,5-1 65 15,6-7-133 1,2-5 94-16,6 5 47 0,0-5 24 0</inkml:trace>
  <inkml:trace contextRef="#ctx0" brushRef="#br0" timeOffset="49893.57">19137 1752 353 0,'0'-11'0'0,"0"0"0"0,0 3 0 0,0-2 0 0,0 3 0 0,-2 0 0 0,-2 3 0 0,1-2 85 0,-1 2-26 0,1 3 25 16,-3-1-25-16,-2 2 8 0,-1 0-34 0,-2 0 88 15,-3 3-44-15,1 9-22 0,-2 1 0 0,0 2 103 0,-2 5-66 16,6-2-30-16,0 2 138 0,1 0-84 16,5 1-42-16,3 2-12 15,0 0-9-15,2-3 59 0,0 1-39 16,4-1-12-16,8 1-1 0,0-2-19 0,7-1-8 0,-4-2 0 0,8 0-104 15,-3-3 52-15,1-1-206 0,-2-3 138 16,1 0 55-16,1-3 13 0,-2-2 23 0,-3-2-430 16,2-2 181-16,-2 0-256 0,2 0 238 0</inkml:trace>
  <inkml:trace contextRef="#ctx0" brushRef="#br0" timeOffset="50092.04">19462 1991 1622 0,'0'0'0'0,"2"0"0"0,0 1 0 0,0 1 0 0,-2 2 0 0,2 0 0 0,-2 3 0 0,0 1 0 0,0 3 0 0,0 2 124 0,0 2-37 0,0 2-17 0,-4 0-1 0,-3 3-36 0,-5 0 0 16,3-1-229-16,-4-1 122 0,1-1 50 0,-1 0-155 15,2-3 106-15,-2 1 61 16,2-6 19-16,4-6-490 0,-2 1 239 0</inkml:trace>
  <inkml:trace contextRef="#ctx0" brushRef="#br0" timeOffset="50539.85">19800 1489 398 0,'8'-25'35'0,"1"9"0"0,1 5-35 0,-1 0 327 15,-4-1-147-15,1 5-73 0,-3 2-30 0,-2 2 118 16,3 0-81-16,0 3-40 0,-2 0 122 0,-1 14-81 0,1 4-34 16,0 8-7-16,-2 2 41 0,0 3-41 15,0 3-20-15,0 4-1 0,0-1 22 0,0 1-42 16,0 1 0-16,0-1-54 0,0 0 27 0,0-1 0 16,0-5 35-16,0 0-76 15,0-4 34-15,0-6-1 0,0 0 35 0,0-4-46 16,0-6 11-16,-2-2-5 0,-1-4-58 0,1-2 38 15,-4-3 7-15,0-1-3 0,-1 0-7 0,-1-7 31 16,-1-5-12-16,-1-4-70 0,1-6 35 16,-2-1 1-16,1 0 31 0,-4-6-169 0,0-1 77 0,-1 1 42 15,-2 3 12-15,-1 6-64 0,-1 4 31 0,-6 5 31 16,1 6 51-16,2 5 0 0,2 0-30 0,2 5 0 16,3 9 186-16,0 4-89 15,3 7-49-15,7-3 244 0,1 3-125 0,2-1-72 16,2-4-8-16,0 9 174 0,4-8-83 0,7 3-55 15,3-3-29-15,2-3 8 0,-1-1-28 0,5-3-9 0,-2-4-119 16,3 1 60-16,-1-5 30 0,3-1 0 0,-1-5-364 16,5 0 190-16,-3 0 68 0,-2-3-524 15,1-5 296-15,0-7 149 0,-3 1 67 0</inkml:trace>
  <inkml:trace contextRef="#ctx0" brushRef="#br0" timeOffset="50682.5">19992 1742 915 0,'2'-12'0'0,"-1"4"0"0,1 3 0 0,0-2 0 0,0 6 0 0,3 0 0 0,0-2 322 16,2 3-145-16,4 0-72 0,1 0 165 0,1 5-111 0,0 5-67 16,0 1-29-16,3 2-46 0,-4 1 16 0,1 1 0 15,-1-1-299-15,-1 1 146 16,-2-2 76-16,-1 2 39 0,-2-3-455 0,1 0 242 16,0-3 128-16,0-3-13 0</inkml:trace>
  <inkml:trace contextRef="#ctx0" brushRef="#br0" timeOffset="50903.35">20332 1628 791 0,'0'-8'0'0,"0"5"0"0,0 0 0 0,0 2 0 0,-2 1 0 0,-2 1 55 0,-1 13 298 0,-1 9-165 16,-2 2 220-16,-3 2-188 0,0 7-93 0,-4 6-48 0,0-7-14 0,-2 12 78 16,-1-4-56-1,-2 2 19-15,0 1-36 0,0 0-1 0,0-8-28 16,-2 10-8-16,3-6-165 0,4-7 83 0,-2 3 41 0,2-2-308 15,2-3 182-15,-1-2 80 0,4-4 27 16,2-5 28-16,0 1-475 0,3-6 221 0,1-6-40 16,2-1 134-16,2-2 63 0,0-6 31 15,0 0 1-15</inkml:trace>
  <inkml:trace contextRef="#ctx0" brushRef="#br0" timeOffset="51101.83">20395 1402 1160 0,'14'-24'0'0,"1"13"0"0,6 9 0 0,3 2 0 0,-4 0 0 0,1 0 196 0,0 8-74 0,-4 6 262 0,4 11-175 16,0 12-88-16,-7 6-44 0,-1 17 88 0,-5-6-58 16,-2 21-41-16,-5-4 0 0,-1 0 28 0,0 0-30 15,-9-6-1-15,-4-11-22 0,-2 6-73 16,-6-5 33-16,0-1-1 0,-1-3 33 0,-4-1-453 0,-2-1 235 0</inkml:trace>
  <inkml:trace contextRef="#ctx0" brushRef="#br0" timeOffset="52945.5">21156 1374 751 0,'-1'0'0'0,"-1"-1"0"0,0-1 0 0,0 0 0 0,2 2 0 0,0-2 0 0,-2 0 0 16,2 1 108-16,-1 1-42 0,1-2 0 0,0 2-33 0,0 0 153 15,0 0-77-15,0 0 34 0,-2 0-59 16,-1 0-26-16,1 9 1 16,0 2-26-16,-1 2 82 0,-3 2-33 0,-1 8 17 15,-2-2-2-15,-3 5-32 0,1 2 0 0,-4 3 15 16,0 3-15-16,-4 6-8 0,2-2-24 0,0-1-1 15,3 2-26-15,0-7 27 0,-1 7-53 0,2-4 22 16,0-4 1-16,-1 1 30 0,3-5-1 0,2-1-90 16,-1-7 53-16,3-2-128 0,1-3 76 0,1-4 24 0,1-2 23 15,2-5-8 1,1 0-213-16,-1-1 98 0,2-2 59 0,0 0-142 16,0-2 91-16,2-9 47 0,10-5 14 0,8-4-368 0,1-1 199 15</inkml:trace>
  <inkml:trace contextRef="#ctx0" brushRef="#br0" timeOffset="53265.84">21305 1526 1136 0,'7'-9'0'0,"-3"2"0"0,0 1 0 0,-1 3 0 0,-1-2 0 0,1 1 0 0,-1 1 0 0,-2 2 0 0,0-2 176 0,0 3-63 16,0 0-44-16,0 0 72 0,0 0-54 0,0 0-27 0,0 0 69 15,0 3-40-15,-2 5-32 0,-3 4 79 16,0 1-52-16,-2 2-25 0,-3 8-1 0,2-4-17 0,-5 9 48 16,1 0-29-16,-6 6 1 0,1 1-7 15,-3 4 0-15,1-3-13 0,-6 12-8 0,3-7-8 16,0 2 8-16,1-4 0 16,2-1-1-16,6-5-13 0,-2 1-10 0,3-1-27 15,3-5 25-15,2-2 0 0,1-5 23 0,3-1-64 16,-4-1 20-16,6-6 0 0,-3-3 21 0,2-3-88 15,2-1 41-15,-2-4 27 0,2-1-231 16,0-1 119-16,-2 0 49 0,1 0 32 0,1 0 2 0,0-1-246 16,0-3 132-16,0 0 61 0</inkml:trace>
  <inkml:trace contextRef="#ctx0" brushRef="#br0" timeOffset="54065.21">21845 1335 487 0,'2'-13'0'15,"3"3"0"-15,-3 3 0 0,0 1 0 0,-1 1 0 0,-1-1 80 0,0 2-8 0,0 1-39 0,0 0 0 16,-8 3 148-16,-1 0-74 0,-4 5 39 16,-4 11 10-16,-1 7-62 0,-3 3-30 0,-4 10 0 15,2 0 126-15,7-2-70 0,-3 10-47 0,4-3 140 16,3 3-90-16,5 1-45 0,2 0-22 0,5-6 7 0,0 11 10 15,0-7 0-15,0-7-66 0,5 0 0 16,4 2 25-16,7-4 9 0,-2-3-159 0,4-4 76 0,1-1 37 16,-1-5 0-1,3-2-295-15,-5-5 163 0,3-3 38 0,2-4-305 0,-2-3 178 16,0-3 96-16,-3-1 49 0,3 0 16 16,-1-5-216-16,2-12 124 0,-5-2 62 0</inkml:trace>
  <inkml:trace contextRef="#ctx0" brushRef="#br0" timeOffset="54464.43">22293 1008 1073 0,'-2'-24'0'0,"2"9"0"0,0 10 0 0,0 1 0 0,0 2 0 0,2 2 0 0,2 0 0 0,1 0 62 0,2 8 124 0,2 12-77 16,-4 4-38-16,0 8 118 0,-1 8-79 0,-2-7-10 15,2 14-37-15,-3-6-1 0,-1-7-1 16,0 3-29-16,0 1 1 0,0-8 8 0,0 1-21 0,0-3 13 16,0-6 0-16,0-1-1 0,0-2 1 0,0-7-75 15,0-4 33-15,0-2 21 0,0-3 0 16,0 0-131-16,0-3 58 0,0 0 45 0,-5-6-31 16,-2-7 27-16,-1-1-1 0,-4-4-1 15,3 0-191-15,-5-7 100 0,0 2 28 0,0 3-73 16,-2-1 63-16,2 6 31 0,-6 2-8 0,-1 6 39 0,1 2 45 15,-2 5-22-15,1 0 145 0,2 5-84 16,2 8-50-16,4 3-12 0,1 4-1 0,5 0 247 16,2 1-112-16,5-1-65 0,0 1 117 0,0 0-54 0,3-5-49 15,8 3 81-15,5-4-61 16,0-2-29-16,3 0 8 0,0-5-147 16,1-2 55-16,1-3 26 0,-1-3-341 0,0 0 176 15,1 0 101-15,0-2 17 0,2-9 31 0,-4-2-561 16,2 0 270-16,-4 0-46 0</inkml:trace>
  <inkml:trace contextRef="#ctx0" brushRef="#br0" timeOffset="54677.51">22419 1201 871 0,'5'-9'0'0,"6"2"0"0,6 2 0 0,3-3 0 0,-2 2 0 0,3 0 60 0,2 3 106 0,-3 1-66 15,2 2 214-15,-1 0-144 0,-2 2-69 0,-2 9-34 16,-4 2 0-16,-2 6 24 0,-3 0-21 0,-5 4-8 0,-1 0-93 15,-2 2 32-15,0 0-236 16,-11 0 237-16,-6 0 39 0,-3 2-8 0,-3-5 0 0,-1 1 0 0,-3-5-115 16,2-3 42-1,4-3-240-15,-4-5 113 0,2 0 79 0,4-5-1 16,3-2 33-16,5 0-240 0,4 0 123 0,4-7 75 0,3-7-174 16</inkml:trace>
  <inkml:trace contextRef="#ctx0" brushRef="#br0" timeOffset="54889.94">22810 1128 1287 0,'3'-4'0'0,"-1"1"0"0,0 1 0 0,-2 2 0 0,0 0 0 0,-4 0 0 0,-8 4 0 0,0 9 0 0,-4 4 174 0,0 3-63 0,0 3-43 0,2 2 0 0,1 1 66 16,3-2-51-16,4 1 36 0,5-4-35 15,1 2-29-15,0 1-65 0,1-4 22 0,7-2 0 0,7 3 21 16,0-5 8-16,2 0-174 0,1-2 83 15,0-6 42-15,1 3-292 0,-3-4 162 0,0-4 52 16,-2 2 4-16,-5-4-157 0,1 1 79 0,-2-2 64 16,-3 2-274-16,-3-2 160 0</inkml:trace>
  <inkml:trace contextRef="#ctx0" brushRef="#br0" timeOffset="55154.3">21951 1795 1193 0,'-10'0'0'0,"5"0"0"0,5 0 0 0,0 0 0 0,1 0 0 0,15 0 0 0,7 0 167 0,4-3 85 16,8 3-110-16,4-2-46 0,9-4-36 0,1 2 0 16,4 1 173-16,11-1-100 0,-4 2-50 0,-5-2 27 15,4 1-43-15,-2 1 0 0,-3-2-34 0,-1 3 0 16,-6-3-60-16,-7 3 37 0,-3 1-254 0,-5 0 138 15,-7 0 69-15,-4 0-639 0,-3 0 662 0,-9 0 1 16,-2 0-30-16,-2 0 34 0,-5 0-52 0,0 0-151 16,-5 0 82-16,-9 0 52 0,-7 0-271 15,-3 0 158-15</inkml:trace>
  <inkml:trace contextRef="#ctx0" brushRef="#br0" timeOffset="55766.75">22430 1744 505 0,'-2'0'0'0,"0"0"0"0,2 0 0 0,-2 0 0 0,2 0 0 0,-2 0 295 0,2 0-131 0,0 0-66 0,0 0 188 16,0 0-131-16,0 0-61 15,0 5 25-15,0 3-42 0,0 0-23 0,0 5 9 16,0 1-30-16,-1 2-1 0,1 6 83 16,0-3-41-16,-2 8 4 0,2-2-15 0,0 4-7 15,0 0-47-15,0-1 0 0,0 2 24 0,0-2 0 16,0-4 8-16,2 7-35 0,-1-7 26 0,1-2 1 0,-2 1-25 15,0-2-1 1,0-1 3-16,0-3 12 0,0-2 5 0,0-2-8 0,-2-4 7 0,-1 0-14 0,-3-4-7 16,1 0-10-16,-3-2 26 0,0-3-23 15,-1 0 22-15,-3 0-50 16,5-3 28-16,-2-4-7 0,0-2 24 0,-1-3-6 16,1-3 5-16,0 1-150 0,0-6 71 0,2 2 26 0,-2 1-61 15,2-2 38-15,-3 2-62 0,0 2 45 16,0 4 22-16,-2 0 3 0,1 3 1 0,-3 5 45 0,0 0 10 15,-1 3-1-15,-2 0 104 16,1 3-63-16,2 6-35 0,1 4 178 0,-1 2-98 0,3 2-38 0,1 1-28 16,3 0 11-1,3 3 124-15,2-4-54 0,2 3-39 0,0-3 28 0,0 1-20 16,2-2-9-16,7-4-65 0,3 0 1 16,1-3 34-16,1 0 9 0,2-3-8 0,3-3-208 15,1-3 103-15,1 0 44 0,4 0-442 16,-6-9 213-16,6-5 125 0,2-4-424 0,-4 0 262 0,-1 0 130 0,-2 0 66 15,-2 2-126-15,1-8 100 16,-6 10 45-16,-2-7 24 0,-3 5-159 0,-1-2 106 0,-3 5 108 0,-1 0 0 16,-1 2 0-16,0 2 0 15,-2 0 184-15,0 6-88 0,0-3-72 16,0 5-25-16,0-2 1 0,2 1 368 0,5 1-150 16,3 1-112-16,3 0 316 0,2 0-198 0,4 0-96 0,2 0 44 15,3 0-70-15,-4 0-34 16,5-2 7-16,3 2-25 0,-7-1-17 0,-1-2 0 0,1 1 0 15,-4 2 0-15,-6-1-280 0,2-1 136 0,-1 2 72 0,-5 0-429 16,-1-2 241-16,-3 1 121 0,-1 1-366 16,-2-3 223-16,0-5 109 0</inkml:trace>
  <inkml:trace contextRef="#ctx0" brushRef="#br0" timeOffset="55935.13">22706 1870 922 0,'-9'-3'0'0,"1"0"0"0,5 3 0 0,-2 0 0 0,1 0 0 0,-1 8 0 0,0 5 0 0,-3 3 63 0,3 6 115 15,-2-1-64-15,0 5-45 0,3 0 335 16,1 3-186-16,1-1-13 16,2-3-86-16,0-1-35 0,0 4-29 0,2-7-1 15,11 3-269-15,2-6 124 0,1 1 62 0,4-5-427 16,6 0 241-16,-1-5 124 0,3-3 37 0,-3-4-470 16,2-2 237-16,-3 0 119 0</inkml:trace>
  <inkml:trace contextRef="#ctx0" brushRef="#br0" timeOffset="56077.09">23008 2138 784 0,'2'-10'0'0,"0"0"0"0,-2 4 0 0,2 1 0 0,0 1 33 0,-2 1 202 0,0 1-93 0,0 0-59 16,0 2 128-16,1 0-89 0,-1 0-45 0,2 7-22 15,-2 5 183-15,0 4-106 16,0 2-50-16,-5 0-25 0,-4 0-153 0,0 2 65 16,-3 1-324-16,1-2 189 0,2-1 100 0,-3-1 49 15,5-2 25-15,1-6 0 0,2 2-592 0</inkml:trace>
  <inkml:trace contextRef="#ctx0" brushRef="#br0" timeOffset="56556.42">23630 870 817 0,'0'-30'0'0,"0"6"0"0,0 17 0 0,3 6 0 0,2-1 0 0,-3-1 174 16,0 3-71-16,0 0-34 0,-1 0-1 0,1 12 126 16,2 5-72-16,-1 9-49 0,-1 5 122 0,0 10-82 0,0 0-39 15,-2 2-1-15,0-6-32 0,0 15 17 16,0-9 0-16,0 0 14 0,-7 1-39 0,1-12 0 15,1 5 8-15,-2-6-74 16,4-7 34-16,-3-3-1 0,3-4 32 0,1-7-147 0,-2-3 82 0,2-4-230 16,-1-3 136-16,-1 0 50 15,-2-1 38-15,2-12-8 0,-2-4 3 0,-1-2-181 16,-2-6 96-16,-1 2 4 0,1-4 46 0,-2 7 15 0,-3-8 8 16,0 5-2-16,0 5 25 15,0 4 1-15,-2 5-1 0,0 3 142 0,-2 4-67 0,2 2 191 16,-3 2-131-16,-2 13-52 0,6 6-37 0,-2 1 6 15,6 6 3-15,0-2 283 0,5 5-140 0,4-6 41 16,2 2-86-16,0-5-36 0,0 4-29 0,5-6-33 0,9-1 10 16,4-1 1-16,3-5 0 15,-2-3-261-15,1-4 126 0,9-3 68 0,-5-3-479 16,3 0 239-16,-1-3 137 0,-1-7 20 16,3-6 52-16</inkml:trace>
  <inkml:trace contextRef="#ctx0" brushRef="#br0" timeOffset="56707.02">23810 1101 1248 0,'4'-9'0'0,"3"8"0"0,1 0 0 0,0 1 0 0,-1 0 0 0,-2 0 0 0,4 0 0 0,0 0 179 0,2 7 231 16,1 1-377-16,-4 0-1 0,4 2 1 0,-2 3-98 0,-3 0 57 16,-2 0 16-16,1 3 0 0,-1-4-416 0,0-2 221 15,-1 2 109-15,-1-3 64 0,1 0 19 0</inkml:trace>
  <inkml:trace contextRef="#ctx0" brushRef="#br0" timeOffset="56885.09">24124 1023 678 0,'2'-15'0'0,"-1"6"0"0,-1 4 0 0,0-2 0 0,0 6 0 0,0 1 33 0,0 0 169 0,0 6-89 16,-7 9 215-16,-4 8-148 0,-2 1-74 0,0 4-36 15,-3 3 66-15,-2 9-56 0,-1-6-23 0,3-2 0 0,-2 1-48 16,0 1 1-16,-3 0 30 0,4-2-175 15,0 0 83-15,2-4 43 0,2 1 20 0,-1-3 1 16,5-5-369-16,0-1 188 0,2 2-389 16,0-7 264-16</inkml:trace>
  <inkml:trace contextRef="#ctx0" brushRef="#br0" timeOffset="57156.9">23159 1735 1140 0,'0'0'0'0,"0"-2"0"0,0 0 0 0,2 1 0 0,7-2 0 0,2 2 286 16,6-1-127-16,6 0-63 0,7-2 289 0,9-2-180 16,5-1-86-16,6 1-43 0,3-1 102 15,14-2-72-15,-9 4-29 0,12-2-67 0,-7 1-1 0,-12 3 24 0,4-1-154 16,-5 1 77-16,-6 1 47 15,2 2-9-15,-12 0 39 0,1 0-263 0,-11 0 132 0,0 0 65 0,-6 0-336 16,-7 0 182 0,-1 3 50-16,-3 1-653 0,-5-1 754 0,-2 3 3 0,-4 2-8 15,-13-1 9-15,-1 1-164 0</inkml:trace>
  <inkml:trace contextRef="#ctx0" brushRef="#br0" timeOffset="57521.75">23589 1767 1084 0,'-7'6'0'0,"1"-1"0"0,0 3 0 0,4 5 0 0,0 0 0 0,0 2 0 0,2 2 0 0,-2 2 165 0,1 3-57 0,-1 6 236 15,0 1-155-15,-2 0-79 0,-1 2-38 16,-2 2 0-16,2 0-31 0,-2 1-9 0,-1-1 1 16,0-3 84-16,3-2-43 0,-3-6-52 0,3 2 19 15,0-4-8-15,-1-4 0 0,1-5-1 0,2-3-95 16,-1-4 48-16,1-4 32 0,-1 0-65 0,-3 0 28 15,0-2 22-15,0-6-19 0,0-7-148 0,-1-3 69 16,-4 0 46-16,3-1 7 0,-2-6-108 0,1 3 58 0,-1 0 34 16,2 1-1-1,-2 2-21-15,-2 2 24 0,2 2 0 0,-1 6 51 16,-1 3-1-16,1 4-34 0,0 2 180 0,1 0-87 0,-1 3-42 16,3 12-21-16,0 3 293 0,2 1-134 15,2 1-76-15,1 2 194 0,0 1-120 0,4-1-48 0,0 2-32 16,0-4 7-16,0 1-11 0,2-5-29 15,6 2 0-15,3-4-105 0,0-3 53 0,5 0 34 16,0-6-9-16,3-3-393 0,6-2 208 16,-1 0 77-16,2-2-563 0,2-8 302 15,-1-3 169-15,-1-2 81 0</inkml:trace>
  <inkml:trace contextRef="#ctx0" brushRef="#br0" timeOffset="57682.73">23602 2092 1121 0,'1'-11'0'0,"1"3"0"0,1 4 0 0,2 3 0 0,3-4 0 0,1 4 0 0,3-1 0 0,0 1 367 0,6-2-167 0,-2 1-84 0,5 1 198 16,0 1-145-16,-1 0-68 0,-1 0-391 16,1 0 322-16,1 0 8 0,-2 0-7 15,-2 0 0-15,-2 0-204 0,-2 0 102 0,-3 0-442 16,-1 0 271-16,-4 0 129 0,-1 0 67 0,-2 0-41 16,-2 0-373-16</inkml:trace>
  <inkml:trace contextRef="#ctx0" brushRef="#br0" timeOffset="57848">23803 1891 821 0,'0'0'0'0,"0"0"0"0,0 0 0 0,0 4 0 0,0 9 0 0,0 2 0 0,-2 6 0 0,-1 3 127 0,-3 4-48 0,0 4-23 0,-1 0 194 16,5-2-100-16,-2 2-63 0,2 0-16 0,2-4-39 16,0 0 1-16,0-7 0 0,0 0 8 0,4-3-76 15,5-5 34-15,3-2-266 0,2-9 150 0,5-2 75 0,1 0 46 16,7-7-452-16,-2-7 198 15,-1-6 120-15</inkml:trace>
  <inkml:trace contextRef="#ctx0" brushRef="#br0" timeOffset="58053.45">24228 1357 1590 0,'11'-5'0'0,"4"1"0"0,7 4 0 0,6 4 0 0,-3 8 0 0,-1 0 91 0,-5 7-29 0,0 3 0 15,-2 5 236-15,3 6-132 0,-2 3-59 16,-2 13 220-16,-4 1-147 0,-3 11-74 0,-6-1-36 16,-3 2-1-16,0-8-55 0,-7 14 18 15,-14-9-218-15,-3-2 110 0,-5-2 54 0,-4 1 27 16,1-5-433-16,-15 13 227 0,2-9 102 0,-4 0 62 0,-2-4-431 16</inkml:trace>
  <inkml:trace contextRef="#ctx0" brushRef="#br0" timeOffset="64388.09">6474 3032 554 0,'-10'0'0'0,"0"0"0"0,3 0 0 0,4 0 0 0,-4 0 0 0,2 0 0 0,-1 0 54 0,0 0 0 16,3 0-22-16,-2 0 118 0,5 0-50 0,0 0-38 16,-3 0 0-16,3 0 124 0,0 0-77 0,0 0-30 15,0 0-8-15,9 0 56 0,5 0-47 0,4 0-23 16,6 0 133-16,-1-1-70 0,7 0-47 0,2-2 25 16,0 1-33-16,0-2 1 0,-4 3-34 0,-1-1 9 15,3 2-8-15,-7 0 0 0,1 0 0 0,-2 0-157 16,-1 0 78-16,-5 0 48 0,2 0-9 15,-6 0-291-15,0-2 159 0,-4-2 42 16,-1-2-369-16,-2-1 198 0,-1-4 122 0,1-2-250 16,-5 0 181-16</inkml:trace>
  <inkml:trace contextRef="#ctx0" brushRef="#br0" timeOffset="64590.55">6734 2851 1155 0,'-12'0'0'0,"7"0"0"0,1 1 0 0,1 1 0 0,3 0 0 0,0 1 0 0,0-2 0 0,10 1 194 15,12-1-85-15,2 2-39 0,3 0 1 0,-2 3 215 16,3 4-127-16,-5-2-55 0,7 2-40 0,-6 1 58 16,-7 1-45-16,1 1-22 0,-2 0 0 0,-4 2-56 15,-3 0 13-15,-4 1-86 0,-3 0 54 0,-2 2 26 16,0-1 0-16,-11 2-102 0,-8 2 58 0,-1-4 34 16,-3-2-19-16,-1 0-120 0,1-3 42 0,3-3 48 15,-8 0-12-15,7 1-403 0,1-1 217 0,1 1 109 16</inkml:trace>
  <inkml:trace contextRef="#ctx0" brushRef="#br0" timeOffset="64922.68">6586 3432 1444 0,'-8'8'0'0,"4"-2"0"0,1-4 0 0,0 0 0 0,1-2 0 0,2 0 0 0,0 0 0 0,0 0 0 0,12 1 135 0,3-1-43 0,2 0 147 15,1 0-102-15,4 0-53 0,2 0-25 0,1-1 5 16,-4-3 9-16,1-4-41 15,-2 1 1-15,0 0-105 0,-2-3 53 0,-1 2 25 16,-8 1-195-16,-1-1 106 0,-1-1 59 0,-4 0-206 16,-3-1 90-16,0-1 73 0,0 0-22 0,-10 1-25 15,-4-1 30-15,-2 2 25 0,-1-2 0 0,-1 4 85 16,-4 1-38-16,0 4 8 0,1-1-29 0,-2 3 71 16,-1 3-36-16,1 10 1 0,4 5-44 0,-3 7 291 15,3 3-104-15,3 2 154 16,3 3-121-16,4 1-78 0,9-1-6 0,0-2 64 15,0 0-63-15,9-2-32 0,7-3 1 0,5-3-47 16,4-4 23-16,1 0-8 0,0-5 0 0,0-4-90 16,2 0 45-16,1-5 23 0,-5-5 7 0,6 0-348 15,-6 0 145-15,0-2-461 0,-1-9 294 0,-2-4 159 16,-6-2 73-16</inkml:trace>
  <inkml:trace contextRef="#ctx0" brushRef="#br0" timeOffset="65062.3">6952 3492 1142 0,'-8'-8'0'0,"4"2"0"0,0 4 0 0,4 0 0 0,-3 0 0 0,3 2 0 0,0 0 0 0,0 0 0 0,3 0 309 0,8 0-139 0,1 0-68 16,1-1-35-16,3-2 129 0,-2 1-74 0,4 2-49 15,-4-3 1-15,2 1-338 0,-6 0 149 0,4-2 73 16,-5 2-165-16,-2-1 115 0,1 1 63 0,-4 0-472 16,-2 0 248-16,0 2 55 0</inkml:trace>
  <inkml:trace contextRef="#ctx0" brushRef="#br0" timeOffset="65213.9">7066 3440 936 0,'-9'0'0'0,"2"2"0"0,-1 0 0 0,2 4 0 0,0 3 0 0,1 4 0 0,1 4 0 0,3 4 117 0,-1 1-33 0,2 7-31 0,0-3 283 15,0 3-152-15,0-2-76 0,0 1-37 0,2-7 127 16,6 3-87-16,0-5-39 0,4-1 0 0,-1-8-254 16,2-2 108-16,2-4-308 0,0-4 204 0,5 0 105 15,3-14 53-15,1-12-247 0,3-3 140 0,-5-4-2 16</inkml:trace>
  <inkml:trace contextRef="#ctx0" brushRef="#br0" timeOffset="65631.39">7491 3055 1101 0,'5'-7'0'0,"1"5"0"0,-4 1 0 0,0 1 0 0,-2 1 0 0,0 12 0 0,-4 4 0 0,-3 2 0 0,-1 3 375 0,1 3-176 15,-2-1-83-15,0 3-42 0,0-3 59 0,4-5-50 0,-4 1-17 16,0-1-36-16,4-6-30 15,0-3 32-15,1-1 19 0,0-5-18 0,2-1 8 16,2-1-8-16,0-2 23 0,0 0 1 0,0 0-25 16,0 0 1-16,4 0 48 0,9-2-8 0,4-1-40 15,-1-2-1-15,6-1 25 0,-2 0 0 0,4 2-16 16,-1 1-43-16,5-2 1 0,-9 4 34 0,3 1-32 16,-1 0-1-16,0 0 41 0,-5 0-8 0,2 0 7 15,-4 0-21-15,-2 0 11 0,-3 6-22 0,-1 0 73 16,-1-1-13-16,-1 4-41 15,-4 0-9-15,1 2 158 0,-2 3-72 0,1 1-27 16,-2 2 144-16,1-1-19 0,1 6-202 0,0-2 0 16,0 2 0-16,2 3 0 0,1-1 0 0,3 1 0 15,-2 1 0-15,-1-2 0 0,1-3 0 0,-1 4 0 16,3-5 0-16,-6-1 0 0,0-2 0 0,0-5 0 16,-2-4 0-16,0 0 0 0,0-2-341 0,-6-3 231 15,-6-1 21-15,-2-2-149 0,-3 0 94 0,-5 0 60 16,-1-9 26-16,0-7-402 15,-2-2 213-15,-5-12 108 0,2-4 44 0,3-10-231 16,-5-13 147-16,7-3 73 0,2-1 36 0</inkml:trace>
  <inkml:trace contextRef="#ctx0" brushRef="#br0" timeOffset="65762.09">7406 3114 874 0,'0'-8'0'0,"0"2"0"0,0 5 0 0,0-2 0 0,0 2 0 0,0 1 202 0,10-1-84 0,3-1-43 15,5-1-21-15,6 1 349 0,-3 1-177 16,9-4-101-16,0 2 192 0,-3 1-142 15,-1 0-72-15,3 1-252 0,-8-1 100 0,0 2 36 16,1 0 23-16,-2 0-585 0,-5 0 305 0,-1 5 151 16,-5 8 84-16</inkml:trace>
  <inkml:trace contextRef="#ctx0" brushRef="#br0" timeOffset="65907.25">7414 3406 704 0,'-19'6'0'0,"4"4"0"0,6-5 0 0,1-2 0 0,4-2 0 0,3-1 266 0,1 0-109 0,0 0-65 16,9 0-31-16,14 0 304 0,3-1-166 0,5-4-54 16,2-4-48-16,8-1-36 0,-2 0 0 0,3 3-573 15,-8 0 273-15,5 0 144 0</inkml:trace>
  <inkml:trace contextRef="#ctx0" brushRef="#br0" timeOffset="66117.75">8133 3030 1105 0,'-9'0'0'0,"-7"0"0"16,2 0 0-16,-2 12 0 0,-4 5 0 0,1 7 0 0,-4 9 299 0,8 2-134 0,1 4-65 0,2 3 273 0,7-8-170 0,3 6-77 16,2-1-51-16,0-2 62 0,7-1-52 0,8-4-26 15,4-2 0-15,2-4-229 0,4-5 98 16,0-2-405-16,2-6 254 0,3-4 129 15,1-3 63-15,-2-6-337 0,1 0 183 0,-2-3 14 16</inkml:trace>
  <inkml:trace contextRef="#ctx0" brushRef="#br0" timeOffset="66453.85">8509 2804 1202 0,'0'-5'0'0,"0"5"0"0,0 0 0 0,0 5 0 0,0 10 0 0,0 4 0 0,0 9 360 0,0 6-168 0,0 9 172 16,0-1-165-16,0 5-83 0,0 1-42 0,0 2 59 16,0 1-55-16,2-1-22 0,-1-4 0 0,1-2-20 15,1 1-3-15,0-15 8 0,2 5-8 0,-2-13-67 16,2-1 33-16,-3-9 1 0,2-3 32 0,-3-4-159 16,1-5 76-16,-2 0 41 0,0-7-161 15,0-12 67-15,0 0 54 0,-9-4-195 16,-4-3 114-16,-2 2 33 0,0-1 34 0,-7 3-43 15,1 7 29-15,-6-2 9 0,2 12 36 0,-2 3 0 16,3 2 0-16,2 0 1 0,4 11-9 0,3 6 264 16,0 4-128-16,6 3 303 0,5 0-203 0,3-3-84 15,1 3-25-15,0-1 121 0,5 0-87 0,10-1-43 16,1-5-23-16,5-2-70 0,-2-5 32 0,10-3-8 16,-1-3 25-16,-3-4-490 0,4 0 245 0,0-2 123 15,-7-9 55-15,5-7-825 0</inkml:trace>
  <inkml:trace contextRef="#ctx0" brushRef="#br0" timeOffset="66638.25">8638 3254 1612 0,'6'-16'0'0,"2"4"0"0,1 5 0 0,4-1 0 0,-2 4 0 0,5 0 0 0,-3 3 0 0,6 1 0 0,-1 0 0 0,3 0 265 0,-3 11-107 0,-1 2 171 16,3 7-148-16,-9 1-74 0,-4 5-38 0,-5 0 10 15,-2 3-15-15,0 4-9 0,-13-2-22 16,-10 7-73-16,4-12 37 0,-5 4-1 15,-2-4 45-15,-4-3-282 0,2-7 137 0,-3-2-395 16,5-9 216-16,5-3 141 0,1-2-6 0,4 0-308 16,6-15 211-16,2-11 106 0</inkml:trace>
  <inkml:trace contextRef="#ctx0" brushRef="#br0" timeOffset="66829.73">8926 2999 1037 0,'5'-14'0'0,"-3"6"0"0,3 4 0 0,-4 1 0 0,-1 0 0 0,0 3 0 0,-9 0 451 16,-4 18-209-16,1 8-97 0,-1 3-60 0,-2 11 135 16,6 0-94-16,1 1-47 0,5 1 234 0,3-4-132 15,0 3-78-15,2-2-42 0,7-3-1 0,5-2-27 16,4-1-1-16,3-7-290 0,2-2 141 0,2-3 75 16,3-4 37-16,0-5-638 0,2-4 291 0,-5-4 103 15,0-4 118-15</inkml:trace>
  <inkml:trace contextRef="#ctx0" brushRef="#br0" timeOffset="66980.33">9254 3414 1021 0,'5'-3'0'0,"-2"-2"0"0,3 4 0 0,-1-1 0 0,-3 0 0 0,0 2 0 0,0 0 118 0,0 0-48 0,-2 10 318 16,0 3-178-16,0 3-89 0,0 7-44 0,-8-4 33 15,-3 5-42-15,1-2-1 0,1-2-34 0,0-1-359 16,2-2 180-16,0-9 97 15,4 2-477-15,-1-4 278 0</inkml:trace>
  <inkml:trace contextRef="#ctx0" brushRef="#br0" timeOffset="67353.1">9645 2777 483 0,'5'-8'0'0,"-1"3"0"0,4 5 0 0,0 0 0 0,-3 0 0 0,0 10 530 16,-3 9-253-16,3 5-114 0,-3 5-69 0,0 13 241 16,-2-2-152-16,0 5-75 0,0 0 47 0,0-4-53 15,0 10-39-15,0-6-15 0,0-10-15 0,0 6 0 16,0-13 8-16,1 7-40 0,2-13 0 0,-2-1 32 16,3-8 0-16,-3-2-92 0,1-6 54 15,0-2 14-15,-2-3 1 0,0 0-173 16,0-7 91-16,-2-9-157 0,-6-3 96 0,-5-5 62 15,1-1 28-15,-4-1-84 0,0 0 50 0,-2 2 8 16,2 6-8-16,-3 3-56 0,1 3 49 0,-3 4 27 16,1 7-1-16,2 1 174 0,1 0-83 0,2 9-28 15,2 5-1-15,2 4 312 0,5 0-170 0,3 1 254 16,3 1-167-16,0 0-106 0,0 1-34 0,3-2-10 16,8-4-25-16,3 3 0 0,1-2-17 15,2-5-87-15,1-2 40 0,3-3 0 16,4-3 38-16,-2-3-543 0,0 0 264 0,4 0 134 15,-6-6 1-15</inkml:trace>
  <inkml:trace contextRef="#ctx0" brushRef="#br0" timeOffset="67504.36">9806 3170 2111 0,'5'0'0'0,"-1"0"0"0,5 1 0 0,2 5 0 0,-3-5 0 0,-1 5 0 0,4-1 0 0,1 2 0 0,-1 0 0 0,3 3 261 0,4 1-115 0,-4 1 44 0,4-2-79 0,-1 3-40 16,-3-1 9-16,2-1-475 15,-1 1 213-15,-3-3 108 0,0 1 53 0,-3-2-277 16,0-1 174-16,1 2 74 0,-1-1-693 0</inkml:trace>
  <inkml:trace contextRef="#ctx0" brushRef="#br0" timeOffset="67648">10169 3089 1630 0,'0'-16'0'0,"0"0"0"0,0 5 0 0,0 2 0 0,0 2 0 0,0 4 0 0,0 1 0 0,0 2 0 0,0 12 0 0,-9 19 295 15,-8 11-131-15,-4 14 368 0,-9 6-249 0,-1 6-117 16,-11 14-71-16,-3 1-29 0,-6 5-33 0,-4 0-1 16,-2 2 1-16,6-12-267 0,-9 16 128 0,12-13 70 15</inkml:trace>
  <inkml:trace contextRef="#ctx0" brushRef="#br0" timeOffset="68287.7">10385 3046 1282 0,'0'-1'0'0,"2"-2"0"0,8 3 0 0,4 0 0 0,4 0 0 0,-2 6 0 0,1 3 0 0,0 2 0 0,-3 2 117 0,0 6-42 0,0 2 43 16,-9 2-35-16,3 7-29 0,-7-1 0 0,-1 6 24 15,0 0-23-15,-7-1 0 0,-10 4-14 0,-3 1-94 16,-3-4 43-16,-2-1 21 0,4-5 1 0,-2-4-200 16,2-4 119-16,-6 0-313 0,11-11 167 0,-3-1 103 15,3-8 9-15,9-1-234 0,0 0 144 0</inkml:trace>
  <inkml:trace contextRef="#ctx0" brushRef="#br0" timeOffset="68475.2">10755 3068 936 0,'25'-9'0'0,"-13"5"0"0,6 4 0 0,-9 0 0 0,-4 6 0 0,0 7 0 0,-3 7 0 0,-2 7 395 0,0 3-181 0,0 3-91 15,0 2 269-15,-7 0-171 0,2 4-99 0,-1-4 6 16,1 4-47-16,1-3-25 0,1-1 1 0,3-7-265 16,0 5 116-16,0-11 62 15,0 0 32-15,0-4-424 0,0-8 227 0,0-3 122 16,1-1 13-16,1-6-284 0,0 0 88 0,0-13 112 15</inkml:trace>
  <inkml:trace contextRef="#ctx0" brushRef="#br0" timeOffset="68988.95">10744 2878 913 0,'6'-22'0'0,"4"5"0"0,10 3 0 0,2 2 0 0,7 1 0 0,1 2 0 0,9-1 179 0,0 4-73 0,3 3-36 0,-5-1 185 16,10 3-116-16,-12-2-52 0,11 3-28 0,-11 0 17 15,1 0-22-15,0 0 8 0,-8 0-29 0,-7 3-52 16,0-1 25-16,-5 1 1 0,-4 0 26 0,-5 1 14 16,-1-2-14-16,-4 0 56 0,-1 0-28 0,-1 2-1 15,0-1-27-15,0 5 243 0,-7 0-126 0,0 2-58 16,-3 2-30-16,3 1 133 0,1 4-80 16,1 2-34-16,1 6-7 0,4-3-16 15,0 9-25-15,0 1-1 0,0 4 1 0,5 3-26 16,6 9-9-16,0-3-70 0,3 1 52 0,-1 3 26 15,0 3 1-15,0-1-87 0,1 4 51 0,-3-1-6 16,-2-3 26-16,1-1-104 0,-3-6 56 0,-1-9 2 16,-1 1 25-16,-1-5 52 0,-2-7-36 0,-1-4-11 15,2-6 32-15,-3-4-3 0,0-6-19 0,0-1-6 16,-10-3 9-16,-3 0 7 0,-4 0-5 0,-1-9-123 16,-7-7 61-16,2 1 29 0,-3-6 0 15,0 0-315-15,-5-6 155 0,0-3 89 16,-1-3 41-16,2-5-378 0,1 2 209 0,-1-1 105 15,7 0 44-15,-4-4-304 0,6 10 182 0,3 1 92 16,-3 1-50-16,5 3 75 0,6 9 98 0,-1-2 0 16,-1 4 0-16,3 4 0 0,0 0 0 0,3 4 68 15,0 0-43-15,0 2-25 0,4-1 1 0,1 0 381 16,1 1-207-16,0-2-29 0,0 1-78 0,7-5 330 16,7 4-182-16,0-2-24 0,3 2-79 15,0 1-40-15,2 1 8 0,2 1-181 16,-1 2 66-16,1 0 33 0,0 2 1 0,-3 0-407 15,0 2 228-15,-4 9 102 0</inkml:trace>
  <inkml:trace contextRef="#ctx0" brushRef="#br0" timeOffset="69221.16">11061 3411 946 0,'-7'5'0'0,"0"1"0"0,3-3 0 0,1-1 0 0,1-2 0 0,1 0 0 0,-1 0 0 0,2 0 0 0,0 0 124 16,0 0-46-16,0 0-11 0,2 0 0 0,-1 0-34 15,4 0 8-15,-1 0-45 0,-1 3 0 0,-1-1 37 16,2 1-1-16,-2 0-86 0,-1-1 51 0,-1 2 14 16,0-2 0-16,2-2-20 0,-2 2 1 0,0-2-5 15,0 0 8-15,0 0-3 0,0 0 1 0,0 0 18 16,0 0-4-16,0 2 1 0,0-2 2 0,-7 1-42 16,-2 3 6-16,-1 0 35 0,-3 0 10 0,2-1-279 15,-1-1 117-15,1 2 67 16,-1-2 16-16,2-2-239 0,-1 0 134 0</inkml:trace>
  <inkml:trace contextRef="#ctx0" brushRef="#br0" timeOffset="69849.2">11817 2831 1036 0,'37'-14'0'0,"-10"7"0"0,1 7 0 0,-6-3 0 0,-7 3 0 0,-6 0 0 0,-5 3 0 0,-2 12 183 15,-2-1-80-15,0 9-35 0,-11 0 1 0,-7 1 132 16,-2 4-83-16,-2-2-35 0,-3 2 45 0,0-3-47 16,2-1-25-16,-2-3 25 0,2-2-24 0,5-5 8 15,1-2-32-15,2-2 77 0,5-3-39 0,1 0 0 16,2 1-38-16,0-2 104 0,2 1-56 0,3 1-24 16,2 3 0-16,0 4 8 15,0 2 0-15,0 4 10 0,0 2-9 0,0 6-33 16,0-1 0-16,2 3-79 0,0 1 40 0,0 1 7 15,-2-1 32-15,1-2-246 0,2 1 115 0,-1-6 63 16,0-6 11-16,0 0-418 0,1-7 193 0,-1-4 114 16,2-2 20-16,-1-3-154 0,1-3 118 0,0 0 51 15,0-15-323-15,0-5 195 0,-2-5 97 0,0-6-164 16,-2-3 131-16,0-1 57 16,0-11 42-16,-8 5 65 0,4 10 0 0,0-6 0 0,-1 6 0 0,-1 9 27 15,4-4-20-15,0 7 0 16,2 3-39-16,0 3 424 0,4 1-212 0,11 2-56 15,6 0 152-15,3 0-72 0,6 2-86 0,9-4 162 16,-1 6-124-16,-4 0-54 0,13 4-38 0,-6-1 40 16,-1 1-35-16,-4 2 0 0,-1 0-29 0,-1 0-32 15,-4 0 0-15,-5 0 25 0,-4 0 0 0,0 5-22 16,-7-3 30-16,1 3-8 0,-8 0 17 0,-2-2-17 16,2 3 0-16,-5 2 106 15,-1-1-45-15,1 3-35 0,-2 1 0 0,0 0 150 16,0 3-89-16,0 0-43 0,0 1-14 0,0 4 118 15,0 2-74-15,2 3-37 0,3 1 0 0,1 3-5 16,2-1 7-16,-1 7-61 0,1-4 164 0,-1 7-175 16,1-4 0-16,0 4-202 0,-3-2 175 0,0 0 25 15,-1-2 1-15,0-2-251 0,-2-5 136 0,-1-3 31 16,2-2 48-16,-3-4-402 0,0-6 204 0,0-1 101 16,-3-5 50-16,-4-2-326 15,-2 0 180-15,-4-3-231 0,0 0 214 0,-4-4 107 16,-4-13 54-16,0-1-144 0,-3-9 90 0</inkml:trace>
  <inkml:trace contextRef="#ctx0" brushRef="#br0" timeOffset="70123.73">11980 3343 849 0,'-18'-9'0'0,"4"3"0"0,7 5 0 16,-2 1 0-16,4 0 105 0,1 0-28 0,1 0-8 0,1 0-36 0,0 7 213 16,2 0-107-16,0 0-53 15,0 2-18-15,0 0 76 0,0-2-56 0,0 1-28 16,0-4 1-16,0 0-100 0,0-2 45 0,0 0-61 15,0-2 44-15,0 0 22 0,-2 0 0 0,0-9-75 16,2-6 57-16,0 1 15 0,0-6-18 0,4 4-9 16,9-2 1-16,2 4-16 0,2 0 13 0,2 5 53 15,2 4-11-15,1 2-22 0,-1 3 0 0,-2 0 37 16,-1 4 7-16,-2 11-39 0,-6 4 82 0,-1 3-37 16,-7 3-15-16,1-4 45 0,-3 6-28 15,-5-4 0-15,-9 0-16 0,-7-5 23 16,-1-5-24-16,1-3 1 0,-7-2 5 0,1-6-44 15,3-2 6-15,4 0 28 0,-1-8 11 0,4-7-396 16,4-4 172-16,6-6 95 0</inkml:trace>
  <inkml:trace contextRef="#ctx0" brushRef="#br0" timeOffset="77525.72">13203 2909 794 0,'-2'-9'0'16,"-4"-3"0"-16,4 6 0 0,0 2 0 0,2 1 0 0,-2-3 0 0,0 0 0 0,1 3 0 0,1-1 183 0,0 2-67 0,0 0-45 0,0 2 44 0,0 0-41 16,0 0-21-16,0 0 1 15,0 8-38-15,0 5-7 0,0 4 24 0,0 2-27 16,0 0 1-16,0 9 26 0,0-7 8 0,0 5-80 16,-8-2 36-16,1-2 1 0,-3 0 34 0,-1-4-96 15,0 0 48-15,-1-2-5 0,1-5-1 0,0-3 75 16,3-2-22-16,-1-3-5 0,0-3 142 0,2 0-74 15,2 0-38-15,3 0 58 0,0 0-43 0,2-2-10 16,0-7 8-16,8-1-10 0,9 0 1 0,4 0-28 16,3 0 1-16,4 4-34 15,0-5 9-15,4 2 25 0,0 3-1 0,-2 4-61 16,-2-1 31-16,-5 1-18 0,2 2-20 0,-5 0 18 16,1 0 21-16,-6 0-55 0,0 5 33 0,-4 0 5 15,-1 2 2-15,-3-2 31 0,-2 1-16 0,1 0-8 16,-4-1 7-16,0 1 113 0,0-2-52 0,0 2-27 15,-2-2 1-15,2 0 108 0,-2 2-61 0,0 2 39 16,2 2-37-16,0 3-30 0,-1 0 0 16,1 0-46-16,4 3 0 0,-3 4 23 15,3 1 7-15,2 2-39 0,-1 0-1 0,-1 1 33 16,-1-1 0-16,1 2-53 0,0-5 27 0,0 3-7 16,-3-3 31-16,1 1-61 0,-2-1 26 0,1-4-4 15,-3-2-2-15,0 0 22 0,0-5-6 0,0 0-18 16,-3 1 1-16,-6-5 19 0,-5 0 3 0,-1-4-56 15,-2-1 25-15,-1 0 0 0,-3 0 27 0,-4-1-337 16,5-11 142-16,-6-5 87 0,5-2 20 16,0-7-470-16,3-6 260 0,-2-4-358 15,4-7 312-15</inkml:trace>
  <inkml:trace contextRef="#ctx0" brushRef="#br0" timeOffset="77691.77">13155 2948 1279 0,'-9'-7'0'0,"4"3"0"0,1 2 0 0,1 0 0 0,3 2 0 0,0-2 0 16,0-1 0-16,7 3 215 0,11-2-83 0,5-3-53 0,3 2 239 0,3-2-142 0,-1 1-72 16,0 2-36-16,-6 1 30 15,4-2-37-15,-1 1 0 0,-2 2-28 0,-3 0-215 16,-3 0 108-16,-2 0-393 0,-2 5 245 0,-5 2 128 16,-3 6 63-16,-3 0-555 0,-2 5 254 0</inkml:trace>
  <inkml:trace contextRef="#ctx0" brushRef="#br0" timeOffset="77878.27">13090 3357 910 0,'-13'5'0'0,"1"0"0"0,9 3 0 0,-1-1 0 0,2-4 0 0,2 3 155 0,0-2-60 15,2 0 184-15,12 0 11 0,9-4-129 0,-2 0-64 0,6 0 102 16,3 0-83-16,4-2-33 0,1-8-29 0,-1 1-237 15,-1-2 108-15,1 1 54 0,-2-5 26 0,-2 4-520 16,-2 2 270-16,1 2 139 0</inkml:trace>
  <inkml:trace contextRef="#ctx0" brushRef="#br0" timeOffset="78350.78">14175 2755 951 0,'0'-11'0'0,"0"3"0"0,0 2 0 0,0 1 0 0,-2 1 0 0,-1 0 0 0,-1 1 0 0,-3 1 124 0,1 0-50 0,-2 2-20 0,-1 0 215 15,0 2-118-15,-7 13-59 0,6 2-22 0,-10 9 121 16,4 3-79-16,-3 10-39 0,0 0-1 16,0 2 94-16,6-3-59 0,0 12 82 15,2-5-78-15,5-1-39 0,2-7 0 0,4 2-42 16,0 0 11-16,2-4-8 0,8-2-1 0,4 0-66 16,6-5 33-16,0 0 1 0,4-2 41 0,1-1-331 15,1-5 162-15,3 1 65 0,-1-4-546 0,2-4 258 16,-2-3 158-16,2-4-343 0,-1-5 252 0</inkml:trace>
  <inkml:trace contextRef="#ctx0" brushRef="#br0" timeOffset="78747.72">14651 2449 1069 0,'0'0'0'0,"-10"0"0"0,8 2 0 0,0 10 0 0,0 2 0 0,2 3 0 0,0 5 326 0,0 1-151 0,0 5-72 15,2 0-34-15,7 5 127 0,0 2-82 0,0 0-32 16,0-1-9-16,1 0-6 0,-3-1-34 0,-1 0 0 16,-1-5 0-16,-1-3-31 0,0-1-9 0,-2-5-12 15,0-3 25-15,0-5 1 0,-2-4 25 0,0-3-62 16,0-4 27-16,0 0 0 0,-4 0 7 0,-6-14-95 15,1-3 41-15,2-4 32 16,-5-5-2-16,-1 1-52 0,0 0 24 0,-2-3-103 16,-2-1 61-16,2 11 33 0,-4-1 10 0,1 5 22 15,-2 9-12-15,-6 3 8 0,4 2-16 16,-2 15 228-16,-1 10-102 0,4 3-52 0,3 4-25 16,4-1 288-16,7 2-136 0,3-7-74 0,4 9 113 0,0-10-81 15,2 0-41-15,11-5-60 0,4-3 20 16,0-4 8-16,7-2-8 0,2-4-318 0,1-5 158 15,-1-2 81-15,3 0 39 0,-7-2-701 16,8-11 323-16,-4-2 181 0</inkml:trace>
  <inkml:trace contextRef="#ctx0" brushRef="#br0" timeOffset="78943.19">14779 2691 1067 0,'5'-8'0'0,"2"5"0"0,7 1 0 0,-3-1 0 0,0 2 0 0,1 1 0 0,2 0 454 0,0 0-210 15,1 4-106-15,0 7 48 0,0 2-69 0,-4 2-46 0,-1 2 0 16,-5 4-38-16,-1-2 47 0,-3 3-24 16,-1-1-180-16,0 0 75 0,-5 0 41 15,-11-2 20-15,2-3-276 0,-5-3 148 0,1-2 83 16,-3-3 28-16,1-3 1 0,-1-3-498 0,0-2 236 0,4 0 109 16,2-2-199-16,4-9 166 0,5-6 78 0</inkml:trace>
  <inkml:trace contextRef="#ctx0" brushRef="#br0" timeOffset="79133.47">15053 2446 887 0,'11'-13'0'0,"-8"8"0"0,1 2 0 0,-2 1 0 0,-2 2 0 0,0 0 0 0,-2 3 370 16,-11 14-168-16,2 3-85 0,0 7-42 16,-2 1 315-16,3 4-170 0,4 0 83 0,6 0-135 15,0 0-68-15,0 0-34 16,2-2 1-16,10-8-103 0,4 8 30 0,4-7 0 0,-1-2 38 0,-1 0-360 15,-1-7 180-15,0 1 99 0,0-2 37 0,-3-3-229 16,0-2 92-16,-3-3-545 0,-4-1 331 16,-3 2 156-16</inkml:trace>
  <inkml:trace contextRef="#ctx0" brushRef="#br0" timeOffset="79362.73">14504 3095 874 0,'-19'7'0'0,"8"-2"0"0,6 5 0 0,3-3 0 0,2-1 0 0,2-4 377 0,18 0-164 0,10-2 140 16,12 0-161-1,2 0-79-15,7 0-40 0,4-2 243 0,3-2-133 0,8-4-80 16,-6-2-35-16,-10 2 1 0,9 0-75 0,-5-5 39 16,-11 6 8-16,-1-1-8 0,-5 1-222 0,-6 3 111 15,-12 0-422-15,-5 2 267 0,-3 1 141 0,-4 1-13 0,-6 0-462 16,-1 0 267-16,-4 0 134 0,-13 0 66 0,-4 3-107 15,-5 1 91-15</inkml:trace>
  <inkml:trace contextRef="#ctx0" brushRef="#br0" timeOffset="79675.23">14837 3045 707 0,'-16'3'0'0,"4"2"0"0,4 3 0 0,2 4 0 0,2-2 0 0,2 6 0 0,1 6 265 0,1 1-116 0,0 4-58 0,0 4 283 0,0 3-174 16,0 1-84-16,1 1-42 0,1 0 115 0,0-1-78 0,-2-1-31 15,0-2-8-15,0-10-74 0,0 4-1 16,0-8 36-16,0-5-1 16,0-2-112-16,0-5 52 0,0-3-65 0,0-3 62 15,-2 0 32-15,-5-9 1 0,-2-6 39 0,-3-8-309 16,-3 3 138-16,2-3 21 0,-5 1 50 0,-5 0-118 16,5 4 64-16,-9-4 119 0,4 10-39 0,2 5 1 0,0 3-1 15,-2 3 0-15,2 1 272 0,3 0-133 16,0 11-68-16,3 4 193 0,4 2-121 15,4 4-31-15,1-3-41 0,4 3 302 0,2-1-154 0,0-1-76 16,2-1-39-16,9-4 13 0,5-1-30 16,2-2-335-16,6-1 157 0,3-8 78 15,3-2 39-15,2 0 9 0,3-2-643 0,-1-9 293 0,1-7 172 16,-3 1-521-16</inkml:trace>
  <inkml:trace contextRef="#ctx0" brushRef="#br0" timeOffset="79828.3">14929 3337 1085 0,'0'-2'0'0,"2"1"0"0,1 1 0 0,3 0 0 0,3 0 0 0,1 0 179 16,3 0-65-16,2 0 147 0,3 0-114 0,5 0-57 0,-2-3-29 15,1 3 83-15,-1-3-48 0,0 2-35 0,-3 0-1 16,0-1-365-16,-2-1 169 0,-1 1 84 0,-4-4 51 0,-1 2-503 16,-2 1 259-16,-5 0 129 15,-1 0 66-15,-2-1-69 0</inkml:trace>
  <inkml:trace contextRef="#ctx0" brushRef="#br0" timeOffset="79960.05">15118 3226 762 0,'-10'-3'0'0,"-6"-1"0"0,5 2 0 0,-1 2 0 0,0 0 0 0,1 7 0 0,1 7 0 0,0 0 339 15,3 9-153-15,4-2-68 0,0 7-47 0,3 0 265 16,0 2-151-16,0 0-76 0,0 2-39 0,0 0 50 16,4-2-47-16,7-2-1 0,2-1-290 0,3-4 125 15,3-4 63-15,-1-5-531 0,8-1 293 0,-3-6 151 16</inkml:trace>
  <inkml:trace contextRef="#ctx0" brushRef="#br0" timeOffset="80131.62">15602 3395 1295 0,'1'0'0'0,"1"0"0"0,-2 0 0 0,0 4 0 0,0 3 0 0,0 5 0 0,0 1 0 0,-2 0 415 0,-1 4-191 0,-6 2-117 16,0 1-37-16,-2 3 0 0,1-4-29 0,-2 1-8 0,-2-1-315 15,3-2 157-15,-2-2 79 16,0-4 39-16,2-1-430 0,2-3 231 0,-2-5-379 16</inkml:trace>
  <inkml:trace contextRef="#ctx0" brushRef="#br0" timeOffset="80513.95">16044 2413 1174 0,'4'0'0'0,"1"0"0"0,7 3 0 0,1 12 0 0,-2 0 0 0,-5 5 0 0,0 7 0 0,-2 2 330 16,-1 6-149-16,1 3-74 0,-1-2 120 0,1 3-102 16,-2-1-45-16,1-1-19 0,-1-1-28 0,-1-7 0 15,1-4 8-15,0-1-42 0,0-6 1 0,-2-5 33 16,0-2-1-16,0-5 1 0,0-3-139 0,0-3 65 15,0 0-131-15,-4-1 78 0,-8-10 56 16,1-5-14-16,-1-3-166 0,-6 0 83 16,-1-2 55-16,-1 0 5 0,-3 0-32 0,-1 4 38 15,1 6-9-15,-4 2 69 0,0 7-1 0,3 2-22 16,4 0-1-16,4 7 239 0,0 8-115 0,7 4-62 16,4 2-31-16,3 6 382 0,2-4-189 0,0-4-61 0,9 6 142 15,7-5-119-15,0 1-61 0,5-5-29 16,1-1-71-16,-1-7 9 0,7-1 32 15,-1-2-483-15,-1-5 241 0,0 0 121 16,0 0 60-16,-3-5-319 0,3-7 176 0,-3-2 33 0,-3-2-427 16,1-3 265-16</inkml:trace>
  <inkml:trace contextRef="#ctx0" brushRef="#br0" timeOffset="80637.33">16275 2667 369 0,'0'-14'20'0,"0"7"1"0,0 3-21 0,0 2 277 15,0 1-126-15,0 1-59 0,0 0 247 0,0 0-153 16,3 10-77-16,2 0-29 15,2 4-9-15,1-4 182 0,-1 3-110 0,3 3-272 16,-3-1 80-16,2 0 49 0,0 0-7 0,0-1 39 0,0 0-574 16,-2 0 287-16,3-3 144 0</inkml:trace>
  <inkml:trace contextRef="#ctx0" brushRef="#br0" timeOffset="80807.53">16606 2512 1063 0,'3'-5'0'0,"-1"3"0"0,-2 2 0 0,0 0 0 0,0 5 0 0,0 11 0 0,-11 8 73 0,-1 3 384 16,-2 4-212-16,-6 7 127 0,1-4-169 0,0-2-77 15,-6 11-51-15,1-5-21 0,0 1-189 0,-5 0 84 16,3 0-542-16,0-5 321 0,-6 5 149 16,2-4 77-16,1-5-315 0</inkml:trace>
  <inkml:trace contextRef="#ctx0" brushRef="#br0" timeOffset="80994.52">15825 3159 551 0,'0'0'112'0,"0"0"-56"0,0 0-28 15,7 0 111-15,9-4-53 0,4-3-27 0,6 1 0 16,8 2 174-16,11 0 131 0,0-2-166 0,4 1 279 16,1 2-222-16,3 0-111 0,2 0-47 0,-2-1-35 15,-7 0-29-15,-8 2 0 0,0 0-385 16,-6 0 193-16,-7 1 104 0,-2-2 39 0,-4 2-266 0,-8 0 158 15,-4 1 78-15,-3 0 39 0,-4 0-724 0,0 0 353 16</inkml:trace>
  <inkml:trace contextRef="#ctx0" brushRef="#br0" timeOffset="81315.47">16186 3096 832 0,'-10'8'0'0,"4"5"0"0,4 2 0 0,1 2 0 0,1 4 0 0,0 2 0 0,0 7 425 0,0 1-196 0,0 3-98 0,0 4 263 15,0 5-181-15,0-7-81 16,-2 9-54-16,0-11 21 0,-2 3-33 16,2-7 0-16,1-7-72 0,-4-2 47 0,3-8-8 15,2-3 0-15,-2-4 0 0,1-4-91 0,-3-2 46 0,-2 0 30 16,-1-2-137-16,-1-11 77 0,-1-3 36 16,2-4 1-16,-6-2-234 0,1 1 91 0,-4-5-69 15,0 4 93-15,0-1 42 0,-4 4 25 0,5 4 0 16,-3 4 36-16,-1 4-12 15,-1 4 0-15,0 3 0 0,1 0 194 0,1 8-97 16,1 9-57-16,2 7 327 0,3-1-171 0,7 1-61 16,1 2-51-16,4-5 208 0,0 1-117 0,0 2-55 0,4-3-172 15,8-3 59-15,2-6 29 0,5 0 9 16,3-3-551-16,3-7 275 0,1-2 142 0,1 0 43 0,1-2-362 16,-2-11 169-16</inkml:trace>
  <inkml:trace contextRef="#ctx0" brushRef="#br0" timeOffset="81453.7">16198 3453 1426 0,'0'-5'0'0,"4"1"0"0,5 2 0 0,3 0 0 0,-1 0 0 0,4 1 0 0,4-1 0 0,5-1 207 0,-1 3-87 0,2-1-44 0,-3 0 214 16,0-2-134-16,1 1-351 0,-3 1 114 16,-1-1 57-16,0-2 28 0,-4 0 9 0,1-1-512 0,-7 1 266 0,0-2 133 15,-6 2 67-15,-1 0-491 0</inkml:trace>
  <inkml:trace contextRef="#ctx0" brushRef="#br0" timeOffset="81603.87">16409 3293 777 0,'-12'-3'0'0,"3"3"0"0,0 0 0 0,2 4 0 0,-3 9 0 0,2 4 331 0,1 5-149 0,2 3-66 16,0 5-46-16,1 1 168 0,4 3-102 0,0 0-52 16,0 0 215-16,0-4-125 0,4 1-74 0,6-8-34 15,1-5-220-15,4-2 94 0,0-2 46 0,4-7-461 16,-3-3 250-16,4-4 129 0,-1 0 64 0,-1-4-569 15,3-13 296-15</inkml:trace>
  <inkml:trace contextRef="#ctx0" brushRef="#br0" timeOffset="81795.14">16777 2807 1411 0,'15'-11'0'0,"4"6"0"0,4 3 0 0,2 2 0 0,-2 2 0 0,2 12 0 0,-3 12 492 0,5 9-230 0,-8 6-106 0,-1 8 273 16,-4 11-198-16,-2 0-99 0,-6 0-50 0,-5 4 36 16,-1-5-34-16,-5 10-30 0,-12-2-306 15,-6-1 142-15,-5 0 71 0,-4-6 37 0,2-8-241 16,-9 8 134-16,5-17 70 0,-7-1 37 0</inkml:trace>
  <inkml:trace contextRef="#ctx0" brushRef="#br0" timeOffset="82370.56">17439 2849 1288 0,'-2'0'0'0,"0"0"0"0,2 7 0 0,0 14 0 0,0 2 0 0,0 3 0 0,0 5 0 0,0 7 0 0,0 4 0 0,0-8 322 0,0 5-136 0,0-4-81 16,0-2 23-16,0 0-48 0,0-5-24 0,0-5-134 15,0 0 63-15,0-5 20 0,0-2 0 0,0-8-298 16,0 0 163-16,0-6 81 0,0-2 50 15,0 0-262-15,-5-2 83 0,0-13 87 16,-1-7-52-16,1-7-253 0</inkml:trace>
  <inkml:trace contextRef="#ctx0" brushRef="#br0" timeOffset="82754.28">17340 2828 700 0,'-2'-23'0'0,"2"7"0"0,0 3 0 0,2 1 0 0,13 1 0 15,4 2 87-15,7 1-19 0,4 2 225 0,13 1-130 0,-1 1-66 16,1-1-31-16,2 1 139 0,-7 0-78 0,12 2-51 15,-7-2-21-15,-7 3 2 16,1-2-24-16,-1 1 8 0,-6 1-8 0,-5 1-33 16,-3 0 33-16,-2 0 0 0,-10 0 0 0,1 0-8 15,-5 0 8-15,0 0 0 0,-4 0 37 0,0 0 0 16,-2 0-37-16,0 1 105 0,0-1-56 0,0 0-25 16,0 2 0-16,0 4 54 0,0 0-40 0,0 1 9 15,2 4-47-15,-1 5 62 0,5 0-31 0,-1 9 0 16,1 0-32-16,2 9 47 15,-1 7-46-15,1 0-35 0,1 4 34 0,-1 4 1 16,-1 2 0-16,-1-8-43 0,1 9 17 0,1-5 0 16,-2-4 26-16,-1-6-85 0,-1-2 40 0,-1 0 13 15,1-3-6-15,-2-3-51 0,0-9 34 0,-2 2 6 16,0-8-1-16,0-2-17 0,0-5 0 0,0-1 24 16,-4-4-24-16,-5-2 24 0,-4 0 6 0,0 0-53 15,-2-1 26-15,-4-6-4 0,-2-6 26 0,1-5-288 16,-3-2 136-16,-3-3 49 0,-1-7 45 15,1-2-420-15,0 0 227 0,2-1 114 16,4 4-414-16,2-2 256 0,1 3 139 0,-2-1 66 16</inkml:trace>
  <inkml:trace contextRef="#ctx0" brushRef="#br0" timeOffset="82886.1">17648 3087 662 0,'-9'0'0'0,"0"-1"0"0,4-2 0 0,3 3 0 0,0 0 0 0,2 0 0 0,0 0 0 0,0 0 41 15,0-2-8-15,0-1 156 0,9-2-77 0,3-2-40 16,-1 2 0-16,3-1 4 0,1 0-8 0,0 2-36 15,-2 1 1-15,-4 1-323 0,1 2 162 16,-3 0 88-16,-1 0 33 0,-6 8-387 16,0 5 197-16</inkml:trace>
  <inkml:trace contextRef="#ctx0" brushRef="#br0" timeOffset="83047.7">17717 3130 112 0,'-11'19'0'0,"0"-4"0"0,-1-2 0 0,3 0 0 0,2-1 168 0,1-4-68 0,2-1-34 16,2-1 1-16,0-3 114 0,0-1-65 0,2 1-47 15,0-2 1-15,0-1 22 0,0 0-29 0,0 2-1 16,0-2 8-16,0 0 2 0,0 0-39 15,2 0-58-15,-2 0 28 0,0 0 1 16,0 0 37-16,0 2-41 0,0-2-1 0,-3 0 34 16,-6 0 0-16,-2 0-177 0,4 0 69 0,-2 0 44 15,4 0-3-15,-1 0-168 0,0-5 98 0,6-9 24 16,0-1-3-16,3-9-137 0</inkml:trace>
  <inkml:trace contextRef="#ctx0" brushRef="#br0" timeOffset="83652.88">18441 2537 1045 0,'23'-11'0'0,"-2"3"0"0,0 6 0 0,-8 2 0 0,-1 0 0 0,-7 0 0 0,-3 0 0 0,-2 2 125 16,0 13-38-16,-15 9-31 0,-3 1 0 0,-11 7 70 16,1-1-47-16,-2-2-23 0,5-1 8 0,-10 6-63 15,3-4 0-15,2 0 32 0,7-7-35 0,-1 2 1 16,5-7 42-16,2 2 72 0,4-1-39 0,4-2-1 15,3 0-40-15,4-2 97 16,2 5-40-16,0-5-33 0,0 6 0 0,0 0 19 16,4 1-22-16,4 3 0 0,-3-3-13 0,2 5 36 15,-1-1-22-15,-3-1-102 0,2-1 41 0,-3-3-1 16,2 1 48-16,-3 1-273 0,1-6 126 0,0-2 67 16,-2-5 11-16,2-3-408 15,-2-1 190-15,0-4 111 0,0-2 27 0,2 0-120 16,-1 0 98-16,1-8 40 0,0-7-181 0,0-5 119 0,0-6 60 15,-2-2-91-15,0-3 75 0,0-3 29 16,0-4 79-16,0 0-46 0,0 0 46 0,0-1 0 16,-2 4 0-16,2 8 120 0,0 1-81 0,0 4-35 15,2 1-1-15,8 6 163 0,8 0-87 0,1 3 3 16,8 2 325-16,3 3-191 0,3 1-69 0,5 0 51 16,-1 4-82-16,1-1-34 0,0 3-29 0,-1 0-3 15,-1 0-17-15,-3 3 0 0,-1 0-1 0,-5 2-29 16,3 1-8-16,-9-5 37 15,-3 5 1-15,-1-3 24 0,-8 2-1 0,1-3-15 16,-2 4 25-16,-5 0-1 0,1 1-32 0,-2 1 135 16,0 3-68-16,-2 0-25 0,0 5-9 0,0-1 138 15,0 3-86-15,0 1-43 0,0 6-21 0,0-2 115 16,0 4-72-16,0 1-32 0,0 2-1 0,0 1-36 16,1-1 5-16,1 0 7 0,0 1-7 0,2 0-41 15,0-3 20-15,0 1 0 0,-2-3-212 0,0-6 125 16,-1 2 49-16,-1-7-369 0,0-3 194 15,0-1 57-15,0-4 62 0,0-2-310 16,-1-4 184-16,-7-1 87 0,-2 0 44 0,-1 0-287 16,-2-7 165-16,0-5 75 0,-3-6-243 0,-2-1 167 15,-1-3 83-15</inkml:trace>
  <inkml:trace contextRef="#ctx0" brushRef="#br0" timeOffset="83945.24">18517 3095 675 0,'-16'0'0'0,"4"0"0"0,3 1 0 0,2 5 0 0,-1 2 0 0,4-1 160 15,-2-1-64-15,4-1 69 0,1 1-57 0,-1 2-42 16,2-2-1-16,-2-3 113 0,2 1-73 0,0 0-36 16,0-4 8-16,0 2-21 0,-2-2 1 0,2 0-25 15,-3 0 1-15,1 0 36 0,2-4 8 0,0-9-44 16,0 1 0-16,0-3-104 0,2 2 52 0,5 1-45 16,7-2 57-16,-2 4 14 0,3 1 0 0,0 3 9 15,2 2 7-15,-2 3-31 0,-2 1 28 16,2 0 45-16,-4 0-25 0,-1 7-8 0,-2 4-18 0,-3-3 29 15,-3 1 4-15,0 4-25 16,-2-2-16-16,0 3 24 0,0-3-6 0,-13-1-29 16,-2-1 10-16,-2-1 19 0,-4-3 1 0,-3 1-74 15,3-5 35-15,-3-1 8 0,3 0-16 0,-4 0-221 16,7 0 120-16,3-1 45 0,6-3 35 0,-2-3-312 16,6-1 154-16,5 1 88 0,0-3-341 0</inkml:trace>
  <inkml:trace contextRef="#ctx0" brushRef="#br0" timeOffset="84124.77">19579 3406 10 0,'0'-5'0'0,"-4"5"0"0,4 0 0 0,0 0 0 0,0 0 0 0,0 0 0 0</inkml:trace>
  <inkml:trace contextRef="#ctx0" brushRef="#br0" timeOffset="91117.96">6820 4391 325 0,'0'2'0'0,"-3"-1"0"0,-1 1 0 0,0 0 0 0,0-2 0 0,1 0 0 0,-1 0 0 0,0 0 115 0,0 0-45 0,2 0-1 16,1 0-36-16,1 0 83 0,-3 0-42 0,3 0-13 15,0 0-7-15,0 0 82 0,0 0-51 0,0 0-27 16,0 0 1-16,0 0 38 0,0 0-37 0,0 0 95 15,6 0-62-15,6 0-30 0,0 0 1 0,6 0 142 16,0 0-91-16,6-4-41 0,-1-3-20 0,4 0 43 16,-1-1-32-16,-2 3 9 0,6-3-41 0,-4 2-26 15,-5 2 1-15,5 1 25 0,-5-1-68 0,0 2 42 16,0 0-8-16,-3 0-5 16,1 0 0-16,-2 0 39 0,-2 1-1 0,-4 1-188 15,1-2 83-15,-3 0 21 0,0 0 29 0,-3 0-291 16,2-2 147-16,-3-4 45 0,-1-1 51 0,-1 0-290 15,1-2 164-15,-2-2 82 0,1-3-269 0,-3 1 168 16</inkml:trace>
  <inkml:trace contextRef="#ctx0" brushRef="#br0" timeOffset="91356.32">7196 4107 517 0,'-12'-2'0'0,"3"2"0"0,3 0 0 0,0 0 0 0,1 0 0 0,1 0 397 15,2 0-186-15,2 0 60 0,0 0-119 0,2 0-60 16,10 0-21-16,5 0 186 0,7 2-112 0,0 0-56 15,0 1-29-15,0 1 136 0,-4 1-73 0,9 4-50 16,-9-2 1-16,0 1-17 0,2 1-24 0,-3 0 0 16,-5 2 8-16,-3 1-76 0,2-2 34 0,-9 5-46 15,0-1 41-15,-2 3-1 0,-2 0 48 0,-2 2-6 16,-11 1-2-16,-4 1-28 0,-4 0 23 16,2-2-98-16,-5-1 46 0,1 1 3 15,0-1 0-15,1-3-334 0,-2-1 172 0,3 1 73 16,4 0-440-16,-3 0 263 0,2 4 127 0,0-1 64 15,6 2-346-15</inkml:trace>
  <inkml:trace contextRef="#ctx0" brushRef="#br0" timeOffset="91801.6">6947 4794 1032 0,'-11'2'0'0,"1"1"0"0,2-2 0 0,0 1 0 0,4-2 0 0,1 0 0 0,1 0 245 16,0 0-97-16,2 2-62 0,0 3-27 0,7 0 130 15,10-1-78-15,0 1-40 0,4-1 9 0,3-1 81 16,-2-1-65-16,1 1-68 0,0-3 5 0,1 2 0 16,-5-2 8-16,2 0-103 0,-4 0 48 0,-2 0 23 15,0 0 0-15,-7 0-40 0,2 0 40 0,-4 0-8 16,-1 0-2-16,-4 0-163 16,1-3 63-16,0-3 52 0,-2-4-35 0,0 1 36 15,0-1 0-15,-5-4-21 0,-4 1 17 0,0-2 1 16,0 0 6-16,-3-2 29 0,1 2-15 0,0 0 1 15,-2 2 2-15,2 1 18 0,-1 3 13 0,1 1-30 16,3 7 12-16,-5-2 118 0,2 3-56 0,-2 0-35 16,2 3 166-16,0 8-89 0,0 4-34 15,-1 4 141-15,3-2-77 0,0 7-43 0,-1 2-7 16,4 1 97-16,3 0-66 0,1 2-34 16,0 1 0-16,2 0 108 0,0-2-76 0,0 0-32 15,0-2 0-15,4-1 14 0,3-4-24 0,5-1 8 16,-1 0-5-16,1-2-1 0,4-4-25 0,-2 2-47 15,3-3 23-15,-4-3 8 0,5-3 16 0,-4 0-135 16,4-3 68-16,-3-2 33 0,0-2 0 0,-1 0-307 16,2 0 139-16,-3 0 85 0,2-2 11 0,-2-5-214 15,1 2 109-15,-2-5 64 0,1 0-400 0,1 1 241 16,1-4 119-16,-1 1-357 16</inkml:trace>
  <inkml:trace contextRef="#ctx0" brushRef="#br0" timeOffset="92200.12">7341 4935 1115 0,'0'2'0'0,"0"0"0"0,0 2 0 0,0-4 0 0,0 2 0 0,0-2 0 0,3 0 0 0,5 0 412 0,1 0-190 0,4 0-94 15,3 0-48-15,-2 0 274 0,5 0-164 0,0-2-79 16,-1-4-39-16,2 1 87 16,-2 3-64-16,1-3-22 0,-3 2-43 0,-2-1 3 15,-3 3 0-15,1-2-164 0,-5 1 82 0,0 2 49 16,-3-2-8-16,-2 2-306 0,1 0 173 0,0 0 49 15,-3 0 56-15,0 0-480 0,0 0 245 0,0 0 120 16,0 0 59-16,0 0-176 0,0 0 117 0,-8 0-115 16,3 0 120-16,-3 0 57 0,3 0 28 0,-1 4 5 15,-2 2 15-15,-1 4 9 0,4-3-1 0,-3 3 186 16,-1-2-93-16,3 4-46 0,0-5-32 16,2 1 331-16,-3 2-173 0,3 0-50 15,1-2-56-15,-1 3 417 0,4 3-201 0,-1 0-113 16,1 4 209-16,0 2-157 0,0 4-78 0,0 1 55 15,0-2-59-15,0 6-40 0,0-2-1 0,2-2 28 16,7-5-31-16,-1 1 1 0,0-3-23 0,3-1-60 16,1-3 26-16,1-3-1 0,0-4 27 0,2-1-162 15,0-5 89-15,0-1 32 0,0 0-311 16,3-1 142-16,-2-10 93 0,0-2-227 16,2-5 137-16,0-1 53 0,1 1 45 0,0-1-365 15,-1 0 204-15,-2 2 102 0</inkml:trace>
  <inkml:trace contextRef="#ctx0" brushRef="#br0" timeOffset="92465.66">8001 4727 1038 0,'0'0'0'0,"0"0"0"0,0 0 0 0,0 0 0 0,0 0 0 0,0 0 0 0,0 0 0 0,0 0 0 0,0 0 0 0,1 0 369 0,2 2-160 0,8-2 36 16,1 0 26-16,3 0-119 0,0 0-60 15,3 0 58-15,0 0-50 0,0 0-38 0,1 0 0 0,0-2-68 16,-4 0 39-16,2 0 8 16,0 0-8-16,-4-2-219 0,0 1 109 0,1 2 55 15,-5 1 28-15,0 0-479 0,0 0 187 0,-1 0 142 16,-4 10-513-16</inkml:trace>
  <inkml:trace contextRef="#ctx0" brushRef="#br0" timeOffset="92634.01">8085 4925 1134 0,'-12'12'0'0,"6"-2"0"0,3-3 0 0,-1-1 0 0,4 0 0 0,0-2 0 0,0-1 474 15,3-2-220-15,10 1-103 0,5 1-63 0,0-3 159 16,7 0-106-16,-1 0-55 0,-3 0-26 0,3-3 185 15,-3 0-110-15,0-3-51 0,-3 2-276 0,-1 2 112 16,3 1 57-16,-4-1-622 0,1-1 335 0</inkml:trace>
  <inkml:trace contextRef="#ctx0" brushRef="#br0" timeOffset="94201.79">9119 4287 155 0,'0'0'0'0,"0"0"0"0,0 0 0 0,0-2 0 0,0-1 0 0,0 1 0 0,0-1 0 0,0-2 0 0,0 3 15 0,0-1 1 0,0 0 30 15,0 2 0-15,0 1-26 0,0-2 4 0,0 2 78 16,0 0-36-16,0 0-1 0,0-2-37 0,0 2 78 16,0 0-28-16,0 0-9 0,-2 0-36 0,1 0 58 15,-1 0-29-15,-2 0 39 16,-1 0-26-16,-2 0-7 0,1 2-36 0,-2 4 35 16,-1 1-1-16,-3 3-33 0,1 1 8 0,-3 1 78 15,-1 6-43-15,1 3-22 0,-3 0 0 0,4 3 77 16,-3 3-53-16,4 2-23 0,-1 1 0 0,1 2 89 15,3 2-56-15,1 2 107 0,2 1-84 0,3 6-40 16,1-4 0-16,2 5 15 0,0-1-27 0,0-5 8 16,5 9-34-16,6-7 83 0,6-2-42 15,3 0-21-15,3-3 1 0,2-2-41 16,9 0-7-16,-1-3 26 0,1-3 1 0,4-5-208 16,-2 0 103-16,-4-4-449 0,8 3 262 0,-9-7 108 15,11 3 73-15,-5-2-750 0</inkml:trace>
  <inkml:trace contextRef="#ctx0" brushRef="#br0" timeOffset="96349.76">9898 4150 852 0,'0'0'0'0,"0"0"0"0,0 0 0 0,0 0 0 0,0 0 0 0,0 0 0 0,0 0 0 0,0 0 0 0,0 0 86 16,0 0-32-16,0 0 31 0,0 0-26 0,0 4 0 16,0 4-26-16,0 1 72 15,0 2-40-15,2-2 0 0,1 3-32 0,4 1 42 16,2 0-22-16,2-2 9 0,3 1-29 0,2-3 31 16,3 0 0-16,2-2-52 0,4 0 20 0,-1-6 9 15,6 1-8-15,-2-2-31 0,0 0 30 0,1 0 1 16,-1 0 0-16,-5-2-39 0,5-6 15 0,-10 0 0 15,3-4 5-15,-3-1-57 0,-2 0 24 16,-4-2 5-16,0-2-53 0,-4 0 39 0,-1-2 11 0,-3 1-71 16,-3-2 39-16,1 0 24 15,-2 2-14-15,0-2-5 0,0 2 24 0,-7-1 10 16,-2 5-23-16,-2-2-1 0,-1 4 9 0,-1 1 7 16,0 2-14-16,0 3 90 0,-3 5-42 0,2-1 4 15,-2 2-32-15,0 0 176 0,0 3-74 0,4 9 120 16,-1 2-83-16,-1 1-56 0,5 5-7 0,0 0 98 15,3 6-65-15,2-2-32 16,2 4 8-16,2 1 15 0,0 2-28 0,0-1 1 0,0 3-29 0,2 0 69 16,3-3-26-16,2 5-9 0,0-3-68 15,0 2 34-15,1-3 1 0,-2 1-118 16,0-5 68-16,-1 5 20 0,-1-6 0 0,-1-3-203 16,-1 0 98-16,0-4 60 0,0-4 6 0,0-2-160 15,-2-5 62-15,0-2 60 0,0-2-18 0,1-2 32 16,1-2-23-16,1 0-321 0,1-6-245 0</inkml:trace>
  <inkml:trace contextRef="#ctx0" brushRef="#br0" timeOffset="96637.53">10562 3830 974 0,'0'-3'0'0,"0"-1"0"0,0 3 0 0,0-2 0 0,0 3 0 0,-2 0 0 0,0 0 0 0,2 0 356 0,-3 6-153 0,3 6-90 15,0 2-40-15,0 3 85 0,0 2-63 0,0 4 77 16,0 1-73-16,-2 1-34 0,2-4 1 0,-2 1-186 15,0-1 76-15,-1 1 47 0,1-1-8 0,2-3-368 16,0 0 203-16,0-4 102 0,0-5 50 0,0 1-626 16</inkml:trace>
  <inkml:trace contextRef="#ctx0" brushRef="#br0" timeOffset="96878.45">10810 4014 1034 0,'-4'-6'0'0,"-3"4"0"0,0-1 0 0,0 2 0 0,0-1 0 0,0 2 0 0,-4 0 0 0,6 8 352 15,0 7-159-15,-3 5-80 0,5 4-40 0,-4 2 190 16,4 5-119-16,1 1-56 0,2-2 80 0,0 2-67 16,0-4-35-16,0-4 4 0,3 4-9 0,7-3-28 15,0-6 0-15,-1-1-113 0,3-3 57 0,-2 1 36 16,4-5-9-16,-1-4-287 0,0-2 158 0,0-5 59 15,2 0 46-15,0 0-547 0,0-12 272 0,0-6 125 16,-2-2-271-16,1-1 205 0</inkml:trace>
  <inkml:trace contextRef="#ctx0" brushRef="#br0" timeOffset="97066.35">10930 4084 649 0,'0'0'0'0,"0"0"0"16,0 0 0-16,2 0 0 0,0 0 337 0,3 0-156 0,5 0-74 0,5 0-38 0,2 0 132 15,5 0-85-15,1 0-33 0,5-5-29 0,0 1 178 16,-1 0-100-16,-1 2-49 0,-4 0-17 0,1 2-93 16,-1 0 30-16,-2 0 0 0,-2 0-235 15,-4 0 132-15,0 0 74 0,-3 0-402 16,-4 2 197-16,0 0 119 0,-5 0-4 0,-1-2-146 16,-1 0 106-16,0 0 66 0,0 0 29 0</inkml:trace>
  <inkml:trace contextRef="#ctx0" brushRef="#br0" timeOffset="97242.4">11148 3925 701 0,'-9'-6'0'0,"0"4"0"0,4 2 0 0,0 0 0 0,-3 0 0 0,3 8 110 15,-2 7-40-15,2 2 1 0,-1 3-30 0,5 9 307 16,-3-1-158-16,2 2-78 0,0 4 253 0,1 0-167 16,1 0-74-16,0-4-33 0,0 3-29 0,0-3-1 15,7-2-28-15,2-4-293 0,1-1 154 0,1-2 66 16,2-4 36-16,0-2-201 0,2-6 118 0,-1-3 60 15,2-5 36-15,-1-1-600 0,2-1 250 0</inkml:trace>
  <inkml:trace contextRef="#ctx0" brushRef="#br0" timeOffset="97418.63">11345 3987 1324 0,'1'-16'0'0,"6"6"0"0,2 2 0 0,2 3 0 0,3 0 0 0,0 4 0 0,5 1 0 0,4 0 234 0,-3 7-101 0,3 8-50 0,-4 5 264 15,1 4-149-15,-3 4-86 0,-2 5-40 0,-3 3 130 16,-3 7-84-16,-7-2-43 16,-2-2-13-16,0 7-9 0,-13-3-20 0,-3-1 0 15,-4-3-205-15,1-5 110 0,-7 3 44 0,3-8-518 16,-3-2 282-16,-3 0 142 0</inkml:trace>
  <inkml:trace contextRef="#ctx0" brushRef="#br0" timeOffset="103785.66">9424 4721 610 0,'-2'0'0'0,"2"0"0"0,-2 0 0 0,0 0 0 0,0 0 0 0,0-1 0 0,1-2 0 16,-1 0 195-16,-1 2-81 0,1-1-40 0,0 1-1 0,2-2 35 15,-1 2-30-15,1 1 101 0,0 0-73 16,0-2-36-16,-2 2-1 0,2 0 56 15,0 0-38-15,0 0-31 0,0 0 0 0,0 0 69 16,0 0-46-16,0-1-24 0,0 1 10 0,0-3 47 16,0 1-39-16,0 1-1 0,0 1-39 0,0 0 52 15,0-2-18-15,0 2 55 0,0-2-44 0,0 0-23 16,2 2 0-16,-1-2 15 0,6 0-29 0,-2 0-9 16,1 1 1-16,-1-1-1 0,1 2 0 0,-1-2 1 15,3 0 8-15,0 2-24 0,1 0 16 0,-1-1-1 16,1-1-11-16,-2 2 20 15,2-3-8-15,3 3 15 0,-3-2-20 0,2 2 1 16,-1-1 3-16,1 1 18 0,2 0-18 0,1-2-2 16,-1 2 2-16,2 0 36 0,0-3 111 0,2 3-179 15,-1-1 0-15,3 1 0 0,1-2 0 0,-3 0 0 16,1 0 0-16,0 1 0 0,1 1 0 0,-1-3 0 16,0 2 0-16,1 1 0 0,-1 0 0 15,3 0 0-15,0-3 0 0,-2 3 0 0,1 0 0 16,1-1 0-16,-1 1 0 0,3 0 0 15,0-2 0-15,2 2 0 0,-2-2 0 0,2 0 0 16,0-2 0-16,-1 1 0 0,7-1 0 0,-2-2 0 16,0 1 0-16,1-1 0 0,-2 2 0 0,-4-1 0 15,6 2 0-15,-4-2 0 0,-1 1 0 0,1 2 0 16,-1 0 0-16,-3 0 0 0,4 1 0 0,-1 1 0 16,1-2 0-16,-1 2 0 0,0-2 0 0,2 2 0 15,3-2 0-15,-2-2 0 0,2 1 0 0,0-1 0 16,2-2 0-16,2 1 0 15,1-1 0-15,2-1 0 0,-4 3 0 0,1-2 0 16,-2 3 0-16,-6-2 0 0,6 3 0 0,-3-1 0 16,-1 0 0-16,-3 2 0 0,2 0 0 0,-3 1 0 15,6-3 0-15,-3 3 0 0,1-2 0 0,0 2 0 16,3-1 0-16,-1-1 0 0,1 0 0 0,1 0 0 16,2-1 0-16,2-1 0 0,-3-1 0 0,-1 3 0 15,0-3 0-15,0 3 0 16,-4-1 0-16,-1 1 0 0,1 0 0 0,-7 0 0 15,7 2 0-15,-4 0 0 0,0 0 0 0,3 0 0 16,-2 0 0-16,-4 0 0 0,6 0 0 0,-6 0 0 16,5 0 0-16,-3 0 0 0,-1 0 0 0,2 0 0 15,-1 0 0-15,0 0 0 0,3 0 0 0,-5 0 0 16,1 0 0-16,1 0 0 0,-3 0 0 0,1 0 0 16,-2 0 0-16,-2 0 0 0,-2 0 0 0,-2 0 0 15,-2 0 0-15,-1 0 0 0,-3 0 0 0,-1 0 0 16,-1 0 0-16,-3 0 0 15,0 0 0-15,0 0 0 0,-2 0 0 0,0-2 0 16,0 2 0-16,0 0 0 0,0 0 0 0,0 0-453 16,0-2 210-16,0 0 110 0,0 2 34 0,-2 0-704 15,-4 0 385-15,-3 0 193 0,-5 0 96 0</inkml:trace>
  <inkml:trace contextRef="#ctx0" brushRef="#br0" timeOffset="104964.72">9625 4937 485 0,'-3'0'0'0,"1"0"0"0,-1 0 0 0,1 0 0 0,-2 0 0 0,1 0 0 0,1 0 0 0,-2 0 0 0,2 0 60 15,1 0-28-15,-1 0 48 0,2 0-24 0,-2 0 8 16,2 0-31-16,0 0 131 0,0 0-65 0,0 0-33 16,0 0 0-16,0 0 105 15,0 0-72-15,0 0-34 0,0 0 0 0,0 0 89 0,0 0-61 16,0 0-22-16,2 0 122 0,0 0-80 15,1 0-40-15,1 0 46 0,1 0-43 0,-1-2-14 16,0-1-8-16,2 2 71 0,-2 0-46 0,-1-1-23 16,3-1 0-16,-3 3 27 0,3 0-29 0,-3-1 0 15,4 1-21-15,0 0 31 0,-1 0 0 0,1 0-23 16,3 0 13-16,-2 0 0 0,0 0-21 0,3 0 5 16,-1 0-6-16,1 0 9 0,3 0-8 0,-5 0 4 15,2 0-4-15,1 0-1 0,-3 0 9 16,4 0-7-16,0 0-1 0,0 0-1 15,3 0 1-15,-2 0-5 0,2 0 157 0,0 0-185 16,3 0 0-16,-1 0 0 0,2 0 0 0,1 0 0 16,-1 0 0-16,6 0 0 0,-3 0 0 0,0-4 0 15,-3 1 0-15,6-4 0 0,-5 4 0 0,2-1 0 16,-1 0 0-16,4 2 0 0,-3-3 0 0,1 2 0 16,-2 0 0-16,5 1 0 0,-1 0 0 0,-1 1 0 15,-1-1 0-15,3-2 0 16,-3 2 0-16,4 0 0 0,0 1 0 0,-2-1 0 15,3 0 0-15,-1 0 0 0,2-2 0 0,0 0 0 16,-2 0 0-16,2 1 0 0,-1-1 0 0,-1 1 0 16,2 1 0-16,0-3 0 0,-1 2 0 0,1 1 0 15,0 0 0-15,0 1 0 0,-3-2 0 0,5 2 0 16,-4-1 0-16,0-1 0 0,1 2 0 0,-1-2 0 16,-2 3 0-16,4-3 0 0,-1-1 0 0,-3 1 0 15,-1-1 0-15,2 3 0 16,-4-2 0-16,3 1 0 0,-5 1 0 0,3-1 0 15,2-1 0-15,-1 3 0 0,-2 0 0 0,5 0 0 16,-3 0 0-16,2 0 0 0,-1 0 0 0,1 0 0 16,-5 0 0-16,7 0 0 0,-9 0 0 0,4 0 0 15,-3 0 0-15,4 0 0 0,-5 0 0 0,1 0 0 16,2 0 0-16,-3 3 0 0,3-3 0 0,-1 2 0 16,1-2 0-16,-1 0 0 0,4 1 0 0,-6-1 0 15,4 2 0-15,-4-2 0 16,3 0 0-16,0 0 0 0,-5 0 0 0,3 0 0 15,-5 0 0-15,4 0 0 0,-5 0 0 0,0 0 0 16,0 0 0-16,-2 0 0 0,0 0 0 0,-2 0 0 16,0 0 0-16,1 0 0 0,-3 0 0 0,-1 0 0 15,-1-2 0-15,1 1 0 0,-2-1 0 0,-3-1 0 16,1 1 0-16,-2 2 0 0,0-1 0 0,-2 1 0 16,1 0 0-16,-1 0 0 0,0 0-451 0,0-3 213 15,-5 3 95-15,-8 0-788 16,-10 3 453-16,-9 12 223 0</inkml:trace>
  <inkml:trace contextRef="#ctx0" brushRef="#br0" timeOffset="105772.24">9555 5079 84 0,'-1'-3'0'0,"-2"0"0"0,1 0 0 0,2 0 0 0,0-1 0 16,-2 0 183-16,2 0-75 0,-1 3-38 0,1-4 9 0,0 4 61 16,-2-3-54-16,2 2-26 0,0 1 126 15,0-2-77-15,0 3-30 0,0 0 40 16,0 0-43-16,0 0-22 0,0 0 0 0,0 0 106 15,0 0-55-15,0 0-40 0,0 0-1 0,0 0 50 16,0 0-42-16,0 8 1 0,0 1-32 0,0 4 127 16,0 1-67-16,0 1-35 0,0 1 37 0,0 2-35 15,0 1 7-15,0-1 9 0,0 2-26 0,0 1 1 16,2 4-27-16,-1-1 23 0,1 0 8 0,0 9-31 16,1-3 1-16,-2-1 43 0,-1 6-22 0,0-3 0 15,0 0-13-15,0 0 26 0,0 1 0 16,0-3-34-16,0 1 47 0,0-2-24 15,0-4 9-15,0 3 1 0,0-7-1 0,0 0 128 16,0 1-193-16,0-6 0 0,0 1 0 0,0-3 0 16,-1-6 0-16,-2 3 0 0,1-6 0 0,0 0 0 15,-1-1 0-15,-3-2 0 0,1 0 0 0,-3 0 0 16,-1-2 0-16,-1 0 0 0,-3 0 0 0,2 0-188 16,-3-8 102-16,0-3 45 0,-2-2 8 0,-2-6-84 15,2 3 35-15,0-7 35 16,-1 2-6-16,2 0-132 0,3 4 76 0,-2-1 38 15,1 3-8-15,1 1 57 0,3 5-10 0,0 3-1 16,1-1 107-16,-1 1-53 0,3 3-35 0,1 1 183 16,-2 0-89-16,4 2-53 0,0 0-4 0,-4 0 122 15,6 2-55-15,-3 8-43 0,0 1 10 0,3 4 9 16,-3-3 3-16,1 6 0 0,1-2-14 0,0 2 145 16,1 0-200-16,-1 0 0 0,0 0 0 0,0-3 0 15,0 0 0-15,1-2 0 16,-1-1 0-16,2-3 0 0,-2-2 0 0,2-2 0 15,-2-2 0-15,2-2 0 0,0-1 0 0,0 0 0 16,0 0 0-16,0 0 0 0,0 0 0 0,0 0-428 16,0 0 225-16,0 0 93 0,0-1-722 0,4-2 391 15</inkml:trace>
  <inkml:trace contextRef="#ctx0" brushRef="#br0" timeOffset="109623.27">9783 5260 368 0,'0'-8'0'0,"0"3"0"0,0-1 0 0,0 0 0 0,0 1 0 0,-2-1 0 0,-3 2 110 0,2-1-39 16,-1 3 65-16,-2 1-51 0,3-2-18 0,-1 3-9 15,-1 0 19-15,-2 0-23 0,4 8 0 0,-3 3-21 16,4 4 8-16,-1 0 54 0,1 0-31 16,2 4 0-16,0-2 9 0,0 2-19 15,4-2 39-15,7-1-4 0,2 1-29 0,0-3 1 16,4-1-28-16,0 0-17 0,2-4 25 0,2 0-8 15,-3-1-1-15,3-3-58 0,-3 0 30 0,3-2-1 16,-2-3 38-16,-2 0-90 0,0 0 41 0,-4 0 7 16,0-2-100-16,0-9 50 0,-1-2 34 0,-5-2-50 15,1-4 34-15,-5 0 3 0,1-1-38 16,-2-1 23-16,-2 0-3 0,0 1 21 16,0 1-13-16,0-2-6 0,-6 2 25 0,-3 3-14 15,2-1 39-15,-3 4-3 0,-1 0-24 0,2 3 119 16,-3 4-57-16,3 1-29 0,-5 3 4 0,5 2-21 0,-4 0 95 15,1 0-37-15,3 9-28 0,-2 5 179 0,1 2-95 16,3 3-26-16,0 2 40 0,1 3 18 0,3 0-54 16,1-1-17-16,2 6 23 0,0-3-29 0,0 0 0 15,0 2-29-15,0 2-21 0,0 1 28 0,0-2-7 16,0 3 0-16,2 0-117 16,-1 0 59-16,1-2 29 0,0-6 7 0,0 10-65 15,0-9 28-15,0 1-203 0,-1-5 103 0,1-1 63 16,0 0 1-16,0-2-217 0,0-5 114 0,0-4 66 15,1 1 33-15,0-5-282 0,1-3 149 0,1-2 88 16,-1 0 38-16</inkml:trace>
  <inkml:trace contextRef="#ctx0" brushRef="#br0" timeOffset="109920.01">10169 5055 474 0,'0'-3'0'0,"0"0"0"0,0 2 0 0,0-1 0 0,0 0 0 0,0 2 380 16,0 0-177-16,-2 0-85 0,2 0-43 0,0 0 151 15,0 0-97-15,0 2-40 0,0 9-32 0,0 2 85 16,0 4-55-16,0 1-38 0,-3 4-16 0,-1 1 8 16,1-1-8-16,0 0-199 0,2 1 100 0,-1 0 49 15,2-1 25-15,0-2-467 16,0 1 235-16,0-4 62 0</inkml:trace>
  <inkml:trace contextRef="#ctx0" brushRef="#br0" timeOffset="110507.25">10333 5258 585 0,'0'-2'0'0,"-5"0"0"0,2 0 0 0,-4 2 0 0,-3 0 0 0,0 0 132 0,-1 2-41 0,1 10-34 16,-4 1 1-16,1 7 163 0,-1 5-94 0,2 3 118 15,-1 6-98-15,3 1-61 0,-1 4-27 0,4-2 135 16,3 0-81-16,1-1-39 0,3-2 7 16,0-3 1-16,0 0-25 0,9-5 0 15,3-2-24-15,4-1-38 0,-2-8 9 0,4 1 29 16,0-4 0-16,1-2-212 0,-3-5 106 0,4-2-322 15,-5-3 185-15,1 0 107 0,-3-1 9 0,1-10-365 16,-3-6 213-16,-1 0 107 0,-5-3 44 0</inkml:trace>
  <inkml:trace contextRef="#ctx0" brushRef="#br0" timeOffset="110682.78">10349 5498 1181 0,'0'0'0'0,"0"0"0"0,0 0 0 0,0 0 0 15,0 0 0-15,2 0 0 0,4 0 0 0,6 0 0 0,4 0 357 0,1 0-154 0,3 0-89 0,1 0-41 0,0 0 84 16,-3-1-62-16,3-1-116 0,-1-2 35 0,-4 2-8 16,1 1 26-16,-2-2-338 0,-3 2 170 0,-3-1 84 15,0 2 51-15,-2-3-503 0,-4 3 254 0,1 0 125 16,-4 0-16-16,0 0-171 16,0 0 144-16,-2-1 67 0</inkml:trace>
  <inkml:trace contextRef="#ctx0" brushRef="#br0" timeOffset="110842.35">10528 5405 525 0,'-12'-12'0'0,"5"5"0"0,-2 3 0 0,2 2 0 0,-2 2 0 0,0 0 0 0,2 0 0 0,0 13 287 0,-2 4-131 0,4 2-62 16,-1 7-30-16,3 1 301 0,-1 2-167 0,2 3 71 15,2 3-123-15,0-4-56 0,0 0-29 0,0-1 24 16,0-4-26-16,2-6 8 16,9 3-34-16,1-6-246 0,3-2 123 0,-3-4 61 15,6-4 31-15,-1-4-413 0,1-3 218 0,3-3 65 16,-3-9-486-16,-2-8 290 0</inkml:trace>
  <inkml:trace contextRef="#ctx0" brushRef="#br0" timeOffset="111047.81">10698 5312 1027 0,'5'-7'0'0,"1"4"0"0,-1 0 0 0,4 2 0 0,-2 1 270 0,5 0-118 0,1 5-60 0,3 7 183 15,0 4-121-15,-2 3-53 0,0 7-38 0,0 1 218 16,-5 2-124-16,-2 4-62 0,-1-1-31 0,-5 3 8 15,-1-1-8-15,0 2-31 0,-3-4-143 16,-10 0 71-16,-1-2 36 0,0 0-279 16,-5-6 154-16,-1-2 80 0,-1-1 41 0,-2-3-210 0,3-8 114 0,-1-2-17 15,-6-5 56-15,8-3-362 0,-4 0 197 0,0-3 98 16,2-14 49-16</inkml:trace>
  <inkml:trace contextRef="#ctx0" brushRef="#br0" timeOffset="111408.35">10238 5038 1005 0,'-5'-3'0'0,"1"0"0"0,2 2 0 0,1 1 0 0,1 0 0 0,0-2 0 0,0 0 0 0,1 1 0 0,10-2 0 0,3 3 137 0,0 0-43 0,4 0 85 15,-2 0-74-15,2 0-35 0,-1 4-1 0,-1 4-74 16,0 1 45-16,-5 2-7 0,0 1 0 0,-1-1-25 16,-3 0 0-16,-3 3 25 0,-3-4 8 0,-1 4-75 15,0-3 33-15,0 1 1 0,-9-5-22 0,-3 0 26 16,3-3-6-16,-5 0 8 16,0-4-3-16,1 0 10 0,0 0-17 0,4 0 138 15,1 0-54-15,1 0-33 0,1 0 10 0,2 0 122 16,4 0-71-16,-2 0-37 0,2 0 7 0,0 0-10 15,9-2-35-15,10 0 0 0,4-2-53 0,0 0 26 16,1 3 8-16,8-3-131 0,-2 2 74 0,1 1 39 16,3-1-1-16,1 2-438 0,-1 0 207 15,-1 0 117-15,1 0 21 0,0 0-566 0</inkml:trace>
  <inkml:trace contextRef="#ctx0" brushRef="#br0" timeOffset="111698.61">11070 5331 1397 0,'-2'0'0'0,"2"0"0"0,0 0 0 0,0 0 0 0,2 0 0 0,8 0 0 0,1 0 0 0,5-3 395 16,0 0-186-16,3 1-88 0,4-3-44 0,1 2 73 16,-5-2-59-16,2 4-21 0,-1-1-8 0,1 0-184 15,-5 0 77-15,2 1 39 0,-3-2-127 0,-4 3 91 16,0 0 33-16,-1-1-453 16,-5 1 238-16,-1 0 63 0,0 0 78 0,-2 0-417 15,-2-2 237-15</inkml:trace>
  <inkml:trace contextRef="#ctx0" brushRef="#br0" timeOffset="111877.64">11217 5134 1022 0,'-5'-2'0'0,"-1"2"0"0,4 0 0 0,0 4 0 0,1 4 0 0,-1 5 0 0,0 2 0 0,2 4 0 0,0 3 447 16,0 5-207-16,0 1-104 0,0 2-52 0,0 3-17 15,0 3-8-15,0-3 226 0,2 2-126 0,0-2-64 16,-1-1-30-16,1 0-203 0,0-2 81 0,2-1 45 15,-1-7 22-15,3 0-458 0,-3-4 240 0,4-5 129 16,-2-4 51-16,1-5-666 0</inkml:trace>
  <inkml:trace contextRef="#ctx0" brushRef="#br0" timeOffset="112166.93">11275 5252 1060 0,'2'-12'0'0,"4"2"0"0,2 1 0 0,1 0 0 0,2-3 0 0,3 3 0 0,2-1 226 16,1 4-97-16,1 1-48 0,3 3-24 0,-1 2 136 16,-4 0-71-16,1 4-50 0,-2 10 1 0,-1 7-84 15,-5 2 22-15,-2 3 0 0,-3 4 30 16,-3 4-67-16,-1 0 29 0,0 1 102 16,0-3-36-16,0 1-1 0,0-9-27 0,0 0 66 15,0-1-37-15,2-6 0 0,5-4-37 0,2-2 96 16,2-6-40-16,2-1-32 0,4-4 0 0,0 0-35 15,6-7 11-15,-1-11-1 0,-1-3 9 0,2-4-164 16,-5-1 78-16,3 0-408 0,-4 1 219 0,-2 1 121 16,-5 3 24-16,2-1-230 0,-4-1 128 0,-5 4 79 15,-1-1 40-15,0-1-338 16,-2 0 181-16</inkml:trace>
  <inkml:trace contextRef="#ctx0" brushRef="#br0" timeOffset="112332.48">11675 5120 763 0,'-7'-4'0'0,"4"-1"0"0,-1 4 0 0,2 1 0 0,-1 0 0 0,1 0 0 0,1 10 203 0,1 2-77 0,0 4-51 16,0 6-21-16,0 5 428 0,0 4-224 0,0 9-113 16,0-5 366-16,0 12-243 0,0-2-118 0,0 1 95 15,0 1-106-15,0-1-53 16,0-5-19-16,0 12-261 0,0-10 113 0,0-1 57 16,0-5 28-16,-2 1-613 0,0-5 329 0,0-8 152 15,2-4 81-15,0-10-421 0,0-4 147 0</inkml:trace>
  <inkml:trace contextRef="#ctx0" brushRef="#br0" timeOffset="112534.93">11840 5032 1556 0,'-7'-14'0'0,"5"6"0"0,2 5 0 0,0 0 0 0,-2 2 0 0,2 0 0 0,0 1 0 0,0 0 322 15,0 0-144-15,0 1-65 0,0 14 56 0,0 5-67 16,0 6-36-16,0 3-114 0,0 1 41 0,0 0 7 16,0 2 33-16,0-2-451 15,0 0 225-15,0 0 112 0,0-2 57 0,0-6-667 0</inkml:trace>
  <inkml:trace contextRef="#ctx0" brushRef="#br0" timeOffset="113017.32">11987 5098 771 0,'-7'-7'0'0,"3"0"0"0,2 1 0 0,2 1 0 0,0-4 0 0,0 2 0 0,0-1 245 16,0 3-107-16,4-3-52 0,5 3-27 0,3 1 155 15,-3 3-83-15,6-2-48 0,-3 3-25 0,0 0 0 16,0 0-26-16,-3 9-46 16,0 3 31-16,-3 1-8 0,-4 3 24 0,-1 0-108 0,-1 2 55 0,0 2 26 15,-5-1 8-15,-6-3-63 16,-3 0 39-16,2-2-23 0,-3-2 25 0,0-3 78 16,5-2-41-16,-1-3 171 0,1 0-91 0,5-2-44 15,0-2-24-15,3 0 125 0,0 0-59 0,2 0-41 16,0 0 0-16,0 0-68 0,9 0 1 0,7-3 33 15,4-3 9-15,1 0-179 0,0 3 86 0,0 0 42 16,0 1 21-16,2 2-503 0,-5 0 217 0,1 0 135 16,-2 0-498-16,-7 0 302 0</inkml:trace>
  <inkml:trace contextRef="#ctx0" brushRef="#br0" timeOffset="113201.98">12254 5134 1142 0,'0'-2'0'0,"-3"2"0"0,-3 0 0 16,-6 0 0-16,1 14 0 0,-2 4 0 0,0 6 543 0,2 5-255 0,1 4-128 0,1 6-55 0,0 6 171 16,5-5-121-16,2 0-62 0,2-5-30 0,0 4 166 15,0-6-103-15,6-1-303 16,5-1 105-16,2-8 52 0,0-4 27 0,3 0-541 16,2-6 279-16,-3-5 144 0,2-4 72 0,-2-4-712 15,0 0 350-15</inkml:trace>
  <inkml:trace contextRef="#ctx0" brushRef="#br0" timeOffset="113375.38">12314 5371 818 0,'0'-1'0'0,"0"-2"0"0,0 3 0 0,0 0 0 0,0 0 221 16,0 0-93-16,0 0-48 0,6 0-24 0,6 0 403 16,6 0-217-16,1 0-105 0,1 0 140 0,1-2-122 15,0 1-61-15,-1-2-319 0,-1 2 124 0,-3-4 68 16,2 0 32-16,-5 0-470 0,0-1 252 0,-4 1 134 15,-1-4 54-15,-2 2-523 0,-4-2 241 0,-2-1 140 16,0 0 70-16,0-2-64 0</inkml:trace>
  <inkml:trace contextRef="#ctx0" brushRef="#br0" timeOffset="113514.28">12472 5168 567 0,'-9'-8'0'0,"-3"3"0"0,3 3 0 0,3 2 0 0,-1 0 0 0,-1 4 0 0,2 13 310 0,3 6-139 0,1 3-68 15,0 3-36-15,0 5 158 0,2 3-100 0,0-2 217 16,0 2-154-16,0-3-78 0,2 0-38 0,2-8-92 15,3 8 22-15,-1-9 1 0,2-5 29 0,1 1-460 16,0-6 231-16,-1-6 123 0,3-2 49 0,0-7-630 16</inkml:trace>
  <inkml:trace contextRef="#ctx0" brushRef="#br0" timeOffset="113675.85">12619 5125 1165 0,'5'-20'0'0,"2"12"0"0,7-2 0 0,-1 8 0 0,1 2 0 15,4 0 360-15,5 8-164 0,-2 12-81 0,2 5 303 0,2 11-193 16,-8-3-87-16,1 16 389 0,-6 0-248 0,-6 4-122 16,-4 2-63-16,-2 0 18 15,-2 4-31-15,-14-2 147 0,-2-3-228 0,-3-2-586 16,0-3 371-16,-4-4 124 0,5-9 70 0</inkml:trace>
  <inkml:trace contextRef="#ctx0" brushRef="#br0" timeOffset="114353.21">13539 5089 979 0,'0'0'0'0,"0"0"0"0,2 0 0 0,0 2 0 0,0 4 0 0,-2 0 0 0,0 1 309 16,0 3-138-16,0 2-70 0,-6 6-34 0,-4 2 16 15,-1 7-29-15,0-1-1 0,-2 1-20 0,2 0-317 16,3-8 159-16,-2 1 87 0,3-2 31 0,3-9-264 15</inkml:trace>
  <inkml:trace contextRef="#ctx0" brushRef="#br0" timeOffset="115100.78">14074 4064 593 0,'-5'-10'0'0,"-1"2"0"0,0 4 0 0,-2-1 0 0,1 0 0 0,-2 3 208 0,1 1-87 0,-1-2 36 16,0 1-54-16,1 2-40 0,0 0 1 0,1 0 42 16,1 0-37-16,3 0 1 0,-1 0-30 0,-1 2-35 15,4 1 0-15,1-3 27 0,0 0 1 0,0 1 36 16,0-1-28-16,0 0 30 0,0 0 0 0,-2 0-38 15,0 0-1-15,0 0-19 0,2-4 28 0,-2 1-8 16,1-2 0-16,-1 1 23 0,2 1-23 0,-2 0 0 16,2-2 8-16,0 2-33 15,0 1 24-15,0-1 1 0,0 0 0 0,0-1-41 16,0 1 49-16,0-1 9 0,0 3-18 0,0-2-4 16,0 1 2-16,0 1 33 0,0-2-9 15,0 3-22-15,0 0-1 0,0 0 3 0,0-2-2 16,4 2 9-16,1 0-31 0,3 0 23 0,0 0 0 15,2 0 0-15,2 0 14 0,3 0-6 16,0-1-9-16,2 0 1 0,-2-2-11 0,4 3 11 0,-4 0 0 16,0 0 8-16,0 0-52 15,-2 0 20-15,1 4-46 0,-4 8 31 0,-2 3-1 16,-1 4 37-16,-3 4-29 0,-2 4-1 0,-2 2 11 16,0-1 8-16,0 1-28 0,0-6 3 0,0 3 10 15,-2-6 8-15,0-1 36 0,0-1 0 0,2-7-40 16,0 0 6-16,0-4 61 0,0 1-30 0,2-3 9 15,8 2 30-15,3-6-26 0,2-1 7 0,2 0 0 16,4 0 1-16,3 0-27 0,0-1 151 0,2-6-190 16,-3 0 0-16,5-4 0 0,-3 0 0 15,0-1-248-15,-2-1 171 0,0 0 46 16,-4 0 34-16,-2 0-390 0,0-3 190 0,-3 1-319 16,0-2 242-16,-5 1 120 0,0-4 53 0,0 2-157 15,-4-1 112-15,-1-1 57 0,-3-1 28 0,3 2-365 16,-2 3 188-16,-2-2 107 0,0 2 49 0,0 1-230 15</inkml:trace>
  <inkml:trace contextRef="#ctx0" brushRef="#br0" timeOffset="115291.07">14551 3893 672 0,'-9'-6'0'0,"1"3"0"0,-1-1 0 0,-1 2 0 0,1-2 0 0,2 2 0 0,-3-2 188 16,4 2-82-16,3 0 305 0,-1 2-189 0,0 0-95 16,3 0-47-16,-3 0 306 0,2 4-181 15,-2 12-86-15,0 5-43 0,2 3 167 0,-3 4-106 16,1 5-43-16,-3 11-35 0,-1 1 9 0,0 1-35 15,1 5-1-15,0 1-72 0,1-3 33 0,2-1-1 16,0-1 41-16,0-5-295 0,2-4 147 16,1 1 82-16,1-6 29 0,0-3-572 15,0-8 280-15,0-1-307 0,0-6 286 0,5-7 133 16,3-3 81-16</inkml:trace>
  <inkml:trace contextRef="#ctx0" brushRef="#br0" timeOffset="115496.12">14923 3799 1516 0,'0'0'0'0,"-4"-3"0"0,2 3 0 0,2-1 0 0,-2 1 0 0,-3 0 0 0,1 0 0 0,-1 6 0 0,-1 4 399 15,3 1-183-15,-4 4-91 0,4-1-39 0,-1 3-30 16,-2 2 0-16,5 1-134 0,-3 2 56 15,2-2 28-15,0-1 7 0,1 0-513 0,1 0 267 16,0-2 132-16</inkml:trace>
  <inkml:trace contextRef="#ctx0" brushRef="#br0" timeOffset="115714.04">15145 3872 1009 0,'0'0'0'0,"0"2"0"0,-2 4 0 0,-3 3 0 0,-2 2 0 0,-2 3 474 0,0 8-220 0,-3 4-103 16,3 2-63-16,0 6 168 15,2 2-111-15,2 2-56 0,5-1 163 16,0 1-113-16,0 0-53 0,2-5-27 0,10 0-141 16,2-4 58-16,4-3-354 0,0-3 202 0,1-3 104 15,4-2 52-15,0-8-606 0,-3-2 317 0,2-5 98 16,5-3 99-16</inkml:trace>
  <inkml:trace contextRef="#ctx0" brushRef="#br0" timeOffset="115883.59">15325 4145 1206 0,'-8'0'0'0,"6"0"0"0,2 0 0 0,0 0 0 0,0-2 0 0,0 0 91 0,10 0-29 0,7-2 376 15,7 1-203-15,-1-4-101 0,-1 3-43 0,8 1-1 16,-4-1-29-16,3 2 0 0,-3-1-441 0,-5 1 206 15,3 0 111-15,-1-1 44 0,-2 0-504 0,-5 2 258 0,-1-1 130 16,-4-1-168-16,-2 2 128 0,-4 0 71 16</inkml:trace>
  <inkml:trace contextRef="#ctx0" brushRef="#br0" timeOffset="116034.21">15556 3927 1104 0,'-13'-4'0'0,"1"4"0"0,3 0 0 0,0 7 0 0,-1 11 0 0,1 5 0 0,2 2 0 0,3 5 282 0,0 2-125 0,3 1-54 15,1-5 311-15,0 6-191 0,0-5-95 0,0 0-48 16,3-4-86-16,3-4 9 0,5 6 30 0,-1-9-416 16,1-1 208-16,-1-2 104 0,4-3 52 15,-1-6-572-15,4-6 253 0</inkml:trace>
  <inkml:trace contextRef="#ctx0" brushRef="#br0" timeOffset="116210.25">15770 3948 842 0,'11'-19'0'0,"6"3"0"0,3 5 0 0,-2 4 0 0,3 4 0 0,0 3 434 0,-1 0-193 0,6 3-108 0,-5 12-50 0,-1 5 147 16,-3 3-99-16,-2 5-49 15,-3 5 197-15,-5 2-128 0,-3 7-58 0,-4-3-37 16,0 0 1-16,-2 1-25 0,-11-7 9 0,-6 9-268 16,0-7 130-16,-3-1 65 0,-4-3 32 0,-3-1-504 15,1-9 245-15,-9 8 137 0,1-7-13 0,-6-3-263 16</inkml:trace>
  <inkml:trace contextRef="#ctx0" brushRef="#br0" timeOffset="116709.9">13828 4589 1035 0,'-16'-2'0'0,"7"1"0"0,4 1 0 0,-1-2 0 0,1 0 0 0,3 0 0 0,0 1 0 0,2-2 0 0,0 1 333 0,0 1-150 0,0-1-76 15,0-2 80-15,2 3-81 0,7-4-37 0,0 4 191 16,5-1-114-16,2 0-49 0,4 2-36 0,4 0 144 15,2 0-86-15,4-2-43 0,3 2-22 0,4-2 98 16,6 2-64-16,-2-4-27 0,4 4-1 16,2-1 28-16,4 1-28 0,0 0 7 15,3 0-8-15,12 0-26 0,0 0 0 0,1 0-14 16,4 0 14-16,5 0 8 0,-1 0-8 0,6 0-73 16,-3 0 37-16,18 0 0 0,-4 0 35 0,-7 0-91 15,22 0 39-15,-7 0 8 0,1 0 0 0,5-2-14 16,0-2 39-16,2-2-39 0,-5 1-1 0,-4 0 25 15,-7 2 6-15,-4 0-49 0,-1 2 23 0,-16 0-7 16,0-2 28-16,-4 3-80 16,-15 0 37-16,0 0-3 0,-7 0 39 0,-8 0-17 15,-5 0 13-15,-11 0-15 0,0 0 12 0,-10 3 30 16,-1-3 0-16,-4 1-56 0,-4-1-71 0,-1 0 46 16,-1 0 22-16,0 0-146 0,-12 0 81 0,-6 4 32 15,-4-2 28-15,-2 4-597 0,-3-1 306 0</inkml:trace>
  <inkml:trace contextRef="#ctx0" brushRef="#br0" timeOffset="117367">14157 4884 140 0,'-12'0'0'0,"1"-2"0"0,0-1 0 0,-1-1 0 0,2 2 0 0,-4 0 65 15,5 1 0-15,-4 1-35 0,-1 0 51 0,3 0-24 16,2 0 8-16,-3 0 59 0,3 0-46 0,2 0-22 16,-1 0-1-16,0 0 125 0,3 0-66 0,1 0-45 15,1 1 1-15,3-1 171 0,-2 0-104 16,2 0-53-16,0 0 96 0,0 0-7 0,0 0-70 0,2 2 53 15,7 0-62 1,6-2-30-16,4 0 8 0,5 0-40 0,3 0 172 0,3 0-85 16,3 0-44-16,8 0-21 0,-5 0 114 15,13 0-72-15,0 0 42 0,1 0-52 0,12 0-27 16,0 0 0-16,-3 0 38 0,16 0-37 0,-5 0 1 16,3 0-28-16,2 0 168 0,4 0-201 0,4 0 0 15,14-2 0-15,-3 0 0 0,2-3 0 16,3-1 0-16,5-5 0 0,1-1 0 0,8-1 0 0,0 0 0 15,-7 1 0-15,-5-1 0 0,-7 4 0 0,-13 6 0 16,6-1 0-16,-9 2 0 0,-2 2-189 16,-9 0 172-16,-3 0 22 0,-13 0-9 15,1 2 2-15,-3 2-19 0,-11-3 16 0,1 1 4 16,-6-2 1-16,-8 0-17 0,0 0-19 0,-6 0 30 0,-6 0 47 16,-3 0-22-16,-3 0 4 0,-5 0-26 0,0 0-37 15,-2 0-1-15,0 0 43 0,0-3-3 0,-11-1-278 16,-5-2 133-16,-1 2 58 0,-3 1-300 0,-3 1 178 15,-3 0 89-15,1 2-597 0,-9 0 347 0</inkml:trace>
  <inkml:trace contextRef="#ctx0" brushRef="#br0" timeOffset="117894.8">13982 4924 544 0,'-9'0'0'0,"-3"0"0"0,5 0 0 0,1 0 0 0,3 0 135 0,-1 0-51 0,4 0-26 0,-2 0 257 15,2 0-142-15,0 0-61 0,0 0-44 0,0 13 158 16,2 4-97-16,4 5-48 16,1 5 196-16,-2 5-115 0,1 3-68 0,-2 8 92 15,-2 1-77-15,0 1-38 0,0 2 0 0,-2 3 5 16,0 3-43-16,0-2 0 0,0 0-1 0,-6-5 30 16,-2 0-30-16,3-8 9 0,-1-1-8 0,-1-4-20 15,1-3 20-15,-2-7-47 0,3-1 23 0,-4-3 8 16,1-6 16-16,0-4-108 0,1-5 53 0,-4-1 14 15,-3-3 8-15,1 0-166 0,-2-3 78 16,0-7 46-16,-2-9 22 0,1 0-93 16,0-4 32-16,2-3 34 0,-2-2-8 0,3-1-108 15,0 1 65-15,4 10 33 0,1 3 20 0,3 4 12 16,-1 3 0-16,0 4 144 0,2 2-72 0,-1 2-36 16,-1 8-8-16,-1 12-28 0,1 3 1 0,-2 4-1 15,3 1 21-15,-2 0 127 0,1-2-34 0,-2 6-43 16,1-4 27-16,1-2-177 0,3-7 67 0,-1 0 24 15,2-6-319-15,2-2 162 0,0-1 61 16,0-2-277-16,0-5 181 0,2-3 90 16,5 0 37-16,6 0-229 0,4-13 141 0</inkml:trace>
  <inkml:trace contextRef="#ctx0" brushRef="#br0" timeOffset="118320.61">14185 5240 1390 0,'-8'-10'0'0,"1"7"0"0,-1 0 0 0,1 3 0 0,-1 0 0 0,1 3 0 0,-2 7 0 0,3 5 120 0,0 4-43 0,4 3 168 16,2 1-99-16,0 4-60 0,0 0-27 0,2-4 62 15,8 2-44-15,3-2-22 0,0-7 64 0,2 2-47 16,4-4-1-16,-1-1-70 0,1-4 32 0,2-3 0 15,-1-2 8-15,1-2-112 16,-2-2 52-16,0 0 26 0,0-2 0 0,-3-9-149 16,3-6 68-16,-4 0 49 0,-3-4-6 0,-1-2-186 15,-4 0 86-15,-1 0 55 0,-4-5-55 0,0 4 50 16,-2-3 15-16,0 2-36 0,-5 3 35 0,-6 3-8 16,1 2 42-16,-2 5 43 0,-1 2-21 0,0 5 0 15,-1 2-22-15,5 3 228 0,-6 0-111 0,4 8-46 16,-2 13 276-16,1-1-143 0,3 7-82 15,2 2-6-15,-1 3-35 0,4 1 112 0,0 2-63 16,3 1 49-16,-1 2-56 0,0-3-20 16,0 3-9-16,2-3-95 0,-2 1 33 0,2-3 1 15,0-2 33-15,0-7-307 0,0 2 150 0,2-3 78 16,4-6 40-16,3-2-532 0,-1-6 259 0,1-4 88 16,2-5-293-16,1 0 226 0,1-1 112 0</inkml:trace>
  <inkml:trace contextRef="#ctx0" brushRef="#br0" timeOffset="118512.1">14630 4930 1446 0,'0'-10'0'0,"0"8"0"0,0 1 0 0,0 1 0 0,0 0 0 0,0 5 0 0,0 8 0 0,-4 4 0 0,-1 4 509 15,-1 3-238-15,2 0-111 0,-2 7-67 0,1-5 49 16,1 1-54-16,2 2-153 0,2-4 49 0,0-3 32 15,0 1-8-15,0 0-446 0,0-3 235 16,0-3 118-16,4-2 59 0,0-4-620 16,-1 1 317-16</inkml:trace>
  <inkml:trace contextRef="#ctx0" brushRef="#br0" timeOffset="119021">14731 5093 514 0,'-7'-6'0'0,"1"3"0"0,3-2 0 0,-3 2 0 0,4 0 312 16,0 0-139-16,2 0-70 0,0-1-27 0,0 0 100 16,2-1-72-16,11 3-36 0,0-1 1 0,2 2 91 15,0-1-56-15,2 2-39 0,-2 0-28 0,2 0-5 16,-4 8 1-16,1 1-76 0,-5 3 45 0,0 0-7 15,-4 4 38-15,-2 1-141 0,-3 1 70 16,0 1 36-16,0-1 19 0,-3 4-69 16,-9-4 2-16,1-1 31 0,-5-2-26 0,2-2 9 15,-2-3-7-15,2-3 136 0,-2-2-53 0,5-1-24 16,2-1 0-16,-1-3 182 0,3 0-87 0,3 0-52 16,0 0-9-16,3 0 159 0,1 0-86 0,0 0-37 15,0 0-31-15,3 0-73 0,10 0 26 0,1-3-1 16,2 1 26-16,1 0-26 0,0 1-7 0,2 1 33 15,0 0-300-15,-1 0 149 0,0 3 53 0,0 5-489 16,-1-1 243-16,0 1 141 16,0-3 59-16,-2 1-320 0,2 0 199 0</inkml:trace>
  <inkml:trace contextRef="#ctx0" brushRef="#br0" timeOffset="119227.43">15101 5199 1580 0,'-4'-8'0'0,"-1"2"0"0,0 3 0 0,-1 2 0 0,-2 1 0 0,-3 0 0 0,0 13 0 0,-1 10 0 0,-1 3 106 0,3 6-37 0,-4 5 334 15,1 9-189-15,1-4-91 0,3 5-45 0,5-5 154 16,3-6-100-16,1 1-41 0,0-2-34 0,1-4-90 16,10-3 33-16,5-3 0 0,0-4 33 0,2-3-328 15,4 0 159-15,2-8 85 0,1-2-223 0,-1-7 120 16,3-1 87-16,-3 0-668 0,5-9 355 0</inkml:trace>
  <inkml:trace contextRef="#ctx0" brushRef="#br0" timeOffset="119404.66">15246 5397 1199 0,'-5'-4'0'0,"-1"3"0"0,4-2 0 0,-1 1 0 0,0 2 0 0,3-1 0 0,0-1 387 0,0-4-178 0,14 1-88 16,2-1-44-16,3 0 169 0,2 0-111 0,-1 3-52 15,3-1-248-15,-2 1 99 16,-1-1 58-16,1 2-222 0,-2 0 131 0,-1 1 66 16,-2-1 33-16,-4-1-506 0,-1 3 268 0,-4 0 23 15,-4 0 100-15</inkml:trace>
  <inkml:trace contextRef="#ctx0" brushRef="#br0" timeOffset="119557.01">15393 5213 431 0,'-12'-7'0'0,"5"3"0"0,-1 2 0 0,3 2 0 0,-5 0 0 0,3 15 396 0,-4 10-182 16,3 3-91-16,2 6 342 0,-3 5-220 0,5-6-106 16,1 6-54-16,3-3 167 0,0 0-110 0,0-10-47 15,0 9-35-15,5-15-269 0,4 0 120 0,5-2-166 16,-1-5 145-16,0-5 79 0,0-5 27 0,1-3-557 16,0 0 250-16,-3 0 160 0</inkml:trace>
  <inkml:trace contextRef="#ctx0" brushRef="#br0" timeOffset="119756.47">15443 5266 593 0,'3'-26'0'0,"-1"7"0"0,3 7 0 0,2-3 0 0,0 6 0 0,5 3 0 0,1 5 451 15,3 1-209-15,0 0 187 0,5 8-198 16,-3 10-99-16,0 5-41 0,-4 4 114 0,0 12-87 16,-5 2-42-16,-5-1-42 0,-4 4-1 0,0-7 8 15,0 10-8-15,-11-7-44 0,-3-1 22 0,-2 0 0 16,-2-10 21-16,0 1-201 15,-5-6 97-15,0-1 52 0,3-6 27 0,1-6-425 16,-2-1 208-16,5-7 51 0,0-3-343 0,5 0 235 16,4 0 117-16</inkml:trace>
  <inkml:trace contextRef="#ctx0" brushRef="#br0" timeOffset="119903.57">15659 5421 1322 0,'21'-7'0'0,"3"3"0"0,1-1 0 0,2-1 0 0,-2-4 0 0,0 3 0 15,1-1 0-15,2 4 288 0,-1-1-127 0,-4 1-56 16,4 1-40-16,-6-1 151 0,2 2-91 0,-2 0-355 16,-3 2 132-16,-5 0 73 0,-2 0 25 0,0 0-565 15,-2 0 299-15,-4 0 149 0</inkml:trace>
  <inkml:trace contextRef="#ctx0" brushRef="#br0" timeOffset="120071.96">15898 5146 1047 0,'0'-4'0'0,"0"4"0"0,0 0 0 0,0 6 0 0,0 6 0 0,0 7 0 0,0 8 0 0,0 2 441 16,0 7-204-16,0 3-93 0,0 6-61 0,0-1 131 15,0-1-90-15,-2 0-46 0,0-1 65 0,-2-7-47 16,3 2-36-16,-3-6-346 0,2-7 160 0,2-1 79 16,0-4 40-16,0-8-567 0,0-2 298 0,0-7 153 15</inkml:trace>
  <inkml:trace contextRef="#ctx0" brushRef="#br0" timeOffset="120319.14">15910 5230 949 0,'14'-28'0'0,"3"5"0"0,2 3 0 0,0 3 0 0,-1 2 0 0,1 4 0 0,0 2 347 0,-1 5-158 0,2 1-78 16,-1 3 86-16,-1 0-73 0,-2 11-50 0,0 6 154 15,-2 5-98-15,-3-2-48 0,-1 1-17 0,1 5 25 16,-4-2-29-16,0 1 0 0,0-5-28 0,2 3 50 15,-2-2-16-15,2-4-9 16,3-4-25-16,-1-2-34 0,0-4 1 0,4-3 6 16,2-4 7-16,2 0 20 0,2-2 0 0,-1-8-153 15,1-8 75-15,0 0 20 0,-5-1 31 0,5-6-424 16,-5 5 204-16,-6 0 76 0,1 0 59 0,-2-3-415 16,-3 2 223-16,-1-1 123 0,-5-2 57 0,0 0-326 15</inkml:trace>
  <inkml:trace contextRef="#ctx0" brushRef="#br0" timeOffset="120481.76">16283 4943 673 0,'-12'4'0'0,"5"1"0"0,2 3 0 0,-1 3 0 0,4 2 0 0,2 5 430 15,0 3-199-15,0 5-99 0,0 7 442 0,0 8-275 16,2 0-133-16,0 7 122 0,2 2-127 0,-3 6-65 16,-1 0-23-16,0 2 96 0,0 1-68 0,0 0-35 15,-1 0 1-15,-3 0-456 0,-2-5 219 0,3-5 98 16,-2-2 52-16,3-13-691 15,2-2 371-15,0-12-536 0</inkml:trace>
  <inkml:trace contextRef="#ctx0" brushRef="#br0" timeOffset="121021.4">16670 4958 832 0,'-2'0'0'0,"-2"0"0"0,2 0 0 0,0 0 0 0,2 0 0 0,-1 0 240 0,-1 3-95 16,0 6-60-16,0 0 181 0,0 1-116 0,1 4-59 15,-1 1-29-15,-1 3-60 0,1 1-8 0,-2 4 39 16,1-3-1-16,-1 2-149 0,1 0 75 0,1-2-386 16,0-1 223-16,0 0 116 0,0-2 57 0</inkml:trace>
  <inkml:trace contextRef="#ctx0" brushRef="#br0" timeOffset="121339.61">16713 5104 1147 0,'0'-6'0'0,"0"3"0"0,2-3 0 0,4 1 0 0,-1-3 0 0,2 2 0 0,2 0 109 16,2 1-38-16,1 3 225 0,0 0-123 0,1 2-74 16,-1 0-33-16,-3 0-29 0,0 8-4 0,-2 4 0 15,-2 2 8-15,-3 1-114 0,-2 4 53 0,0 0 26 16,-2-1-70-16,-8 1 48 0,-5 1 33 0,1-4-25 15,-2-1-1-15,1 0 6 16,-2-4 0-16,4-3 119 0,2-2-50 0,-2-1-23 16,3-3-37-16,4 0 247 0,3-2-114 0,1 0-41 15,0 0-24-15,2 0 67 0,0 0-54 0,0 2-27 16,7-2 0-16,6 1-187 0,3-1 87 0,-2 2-427 16,2-2 248-16,3 2 113 0,-5-2 65 0,6 3-319 15,-4-3 171-15,-1 0 35 0,2 0 62 0,-2 0-443 16</inkml:trace>
  <inkml:trace contextRef="#ctx0" brushRef="#br0" timeOffset="121521.32">16961 5155 1064 0,'0'-13'0'0,"0"3"0"0,0 1 0 0,0 2 0 0,0 1 0 0,-3 3 0 0,-6 1 0 0,0 2 0 0,-3 11 480 16,-4 7-223-16,1 10-113 0,-2 9-55 0,6-4 321 15,-1 12-193-15,5-2 41 0,5 2-113 0,2 0-56 16,0-3-28-16,0-9-114 15,7 3 39-15,5-4 24 0,3-6-1 0,0-3-170 16,-2-8 97-16,5-2 56 0,-4-3 17 0,2-9-573 16,-2-1 292-16,-2 0 63 0,4-9-492 0,-5-8 326 15</inkml:trace>
  <inkml:trace contextRef="#ctx0" brushRef="#br0" timeOffset="121663.95">16987 5296 1555 0,'-8'-6'0'0,"6"2"0"0,0 2 0 0,2-1 0 0,0 1 0 0,0 0 0 0,2-2 0 0,12 1 208 16,4-1-88-16,1 2 35 0,4-4-66 0,-1 4-27 16,1 0-1-16,-1 0-139 0,-3 0 56 0,0 1 35 15,-4-1-8-15,-4 2-474 0,0 0 250 0,-3 0 126 16</inkml:trace>
  <inkml:trace contextRef="#ctx0" brushRef="#br0" timeOffset="121820">17055 5117 1565 0,'0'-1'0'0,"0"1"0"0,-2 0 0 0,2 7 0 0,0 10 0 0,-4 7 0 0,4 9 0 0,-2 5 145 0,2 2-56 0,0-5 361 15,0 7-212-15,0-2-103 0,0-3-51 0,0-1-85 16,4-4-1-16,3-9 43 0,0-1-8 0,4-4-200 16,1-7 100-16,3-3 50 0,2-8-608 0,-2 0 337 15</inkml:trace>
  <inkml:trace contextRef="#ctx0" brushRef="#br0" timeOffset="122021.4">17280 5054 1266 0,'7'-13'0'0,"3"1"0"0,1 4 0 0,2 1 0 0,0 2 0 0,0 0 0 0,1 5 638 0,0 0-294 0,2 6-159 15,2 11-77-15,-4 8 323 16,-2 5-198-16,-1 9-101 0,-6-1-41 0,-1 12 68 15,-4 1-63-15,0 1-140 0,-9 1 39 0,-2-2-1 16,1-10 47-16,-6 10-470 0,3-17 230 0,-2 2 117 16,-2-7 57-16,-2-4-845 0,7-8 362 0</inkml:trace>
  <inkml:trace contextRef="#ctx0" brushRef="#br0" timeOffset="122387.29">17807 4125 1577 0,'0'-13'0'0,"0"6"0"0,6 4 0 0,4-1 0 0,1 2 0 0,0 2 153 16,4 0-64-16,8 7 247 0,5 15-152 0,2 7-75 16,0 6-38-16,-1 11 498 0,6 12-272 0,-8 4-132 15,-4 7-66-15,-7 9 140 16,-5 15-32-16,-9-11-207 0,-2 18 0 0,0-6 0 15,-13-2 0-15,-8-1 0 0,-6-5 0 0,-1-9 0 16,-9 15 0-16,-2-14-302 0,-3-2 194 0,-1-14 70 16,-8 2 35-16,-5-8-948 0</inkml:trace>
  <inkml:trace contextRef="#ctx0" brushRef="#br0" timeOffset="128856.19">7460 6311 648 0,'0'-5'0'0,"0"-2"0"0,0 3 0 0,0-2 0 0,0-3 0 0,0-1 0 16,0-3 145-16,0 1-56 0,-5-2-28 0,3-1 0 0,-1-1 19 15,1 0-16-15,-2 2-8 0,2-4-23 16,-4 5 12-16,3-3-12 0,-3 3-16 16,0 0 24-16,-1 4-9 0,-3-6 1 0,4 6 14 15,-4-1-14-15,-1 3-1 0,1 1 9 0,-2 0 23 16,-1 4-1-16,0-1-30 0,2 1-1 0,-1 2 54 15,2 0-19-15,-4 0-8 0,1 2-27 0,2 3 32 16,1 5 0-16,-1-2-31 0,5 1 34 0,-5 2 11 16,5 0-23-16,1 2 40 0,1 0-31 15,3 3 1-15,1 1-25 0,0 2 32 0,0 1-39 0,0 7 0 16,0-1-1-16,1 5 17 16,7 2-8-16,2 10-9 0,-2 0 1 0,0 4 22 15,1 4-22-15,1 1 0 0,-1 3 51 0,0 0-30 16,1-4 0-16,-2 1-36 0,1-4 15 0,-2-1-1 15,0-7 9-15,0 6-37 0,-3-3-1 0,1-3 30 16,-2-4 0-16,-1 1-64 0,1-1 39 0,-3-4-18 16,0-2 38-16,0-4-74 0,0-5 32 0,0 0 6 15,-8-2-5-15,1-3 2 0,-2-3-1 0,0-1-78 16,-2-5 45-16,0 1 18 0,1-1-1 0,0-4-212 16,0 0 111-16,-1-3 44 15,2 0 31-15,1 0-345 0,3 0 176 0,-1 0 99 16,3 0 45-16,3 0-367 0,0-4 207 0,3-5-126 15,8-4 157-15</inkml:trace>
  <inkml:trace contextRef="#ctx0" brushRef="#br0" timeOffset="129190.74">7556 6901 1152 0,'4'-2'0'0,"-1"0"0"0,-2 2 0 0,-1 0 0 0,0 0 0 0,0 0 0 0,0 4 0 0,0 8 429 15,0 3-203-15,-1 4-96 0,-2 5-49 0,1 1 153 16,0 3-100-16,0 1-43 0,0 2-18 0,-3-1-1 16,0 2-39-16,-1-4-20 0,1-2 20 0,0-2 8 15,0-3-8-15,-3-2-25 16,4-2 25-16,-3-2 0 0,1-8-1 16,2 3 66-16,3-5-37 0,-3-3 0 0,4 0-28 0,-2 0 107 15,2-2-54-15,0 0-18 0,0 0 28 0,0 0-32 16,0 0 0-16,7 0 8 0,10 0 0 0,-1 0-31 15,3 0-8-15,3 0-39 0,5 0 39 0,-9 0 0 16,7-2 132-16,-3 0-371 0,-1 0 181 0,-2 1 29 16,0 1 0-16,-1 0-263 0,-3-3 137 0,-2 3 44 15,-2-1-347-15,-1-1 196 0,-3 2 100 0,1-3-306 16,-4 2 201-16,-1 0 92 16,3-2 59-16,-2 1-242 0,1-3 146 0</inkml:trace>
  <inkml:trace contextRef="#ctx0" brushRef="#br0" timeOffset="129925.46">8039 6295 696 0,'0'0'0'0,"-3"0"0"0,-3 0 0 0,4 0 0 0,-4 0 0 0,4 0 0 0,0 0 329 0,0 0-148 0,1 0-67 16,0 0-44-16,1 0 292 16,0 0-165-16,0 0-82 0,2 1-41 0,14-1 190 15,7 0-120-15,0 0 64 0,6 0-88 0,3-1-43 16,1-6-23-16,4 1 139 0,-2 0-85 0,1-2-37 15,-1 3 0-15,3-1-67 0,-3 2 29 0,2 1 8 16,-4-1-8-16,-1 3-170 16,-2-4 85-16,-8 4 42 0,4-2 22 0,-6 2-403 15,-4-1 203-15,-3 0-526 0,-3 0 340 0,-3 0 171 0,0 2 85 16,-4-2-196-16,-3 0 144 0,0-3 69 0</inkml:trace>
  <inkml:trace contextRef="#ctx0" brushRef="#br0" timeOffset="130149.14">8519 6045 1124 0,'0'0'0'0,"0"0"0"0,0 0 0 15,0 0 0-15,1 0 0 0,1 0 0 0,6 0 0 0,1 0 0 0,4 2 474 0,3-2-220 0,0 3-111 0,1 1 254 0,2 4-174 16,-3 1-100-16,3 3 26 16,-3-1-58-16,-2 2-29 0,-1 1 0 0,-1-1-56 15,-3-1-8-15,0 2 35 0,-4-2 0 0,-2 4-152 16,-3 0 76-16,0 1 46 0,0 1-8 0,-11 4-198 15,-2-3 89-15,-5 1 68 0,0 1-374 0,-1-2 157 16,-6 4 111-16,4-3-288 0,-4 3 203 0,2-3 103 16,-3 1 50-16,1 2-305 0,3-3 182 0</inkml:trace>
  <inkml:trace contextRef="#ctx0" brushRef="#br0" timeOffset="130333.65">8255 6597 1128 0,'-7'0'0'0,"3"0"0"0,1 0 0 0,3 0 0 0,0 0 0 0,0 0 0 0,3-1 290 0,13-2-120 0,2 0-73 16,5 1-32-16,0 0 396 0,6 0-214 0,-1 1-107 16,2 1 172-16,-2 0-144 0,1 0-67 0,-1 0-109 15,-2 0 1-15,1 0 39 0,-8 0 9 0,1 0-375 16,-4 0 183-16,2 0 92 16,-10 1 46-16,-2 1-527 0,2 0 233 0,-8-2 153 15,0 3-12-15,0-1-156 0,-3 4 144 0,-13-2 73 16</inkml:trace>
  <inkml:trace contextRef="#ctx0" brushRef="#br0" timeOffset="130514.16">8293 6563 1212 0,'-13'2'0'0,"4"1"0"0,0 6 0 0,7 0 0 0,-3 4 0 0,5 2 0 0,0 4 0 0,0 6 246 0,6 1-106 0,4 4-46 0,-1 2 329 15,0 4-195-15,0-1-98 0,2 2-48 0,-3 8 115 16,-2-9-74-16,-1 12-49 0,0-6-21 0,-2 0-73 15,1-7 26-15,0 3 0 0,-1-10-111 0,1 0-168 16,0-6 153-16,-1-5-524 0,2-7 284 0,-3-2 182 16,1-8-8-16</inkml:trace>
  <inkml:trace contextRef="#ctx0" brushRef="#br0" timeOffset="130666.75">8324 7004 1664 0,'-7'-11'0'0,"2"6"0"0,2 1 0 0,0 0 0 0,0 2 0 0,3 1 0 0,0-4 0 0,0 1 0 0,7 1 599 0,7-2-287 0,4-1-140 16,0 0-70-16,3-1 235 0,0 1-153 0,5 3-67 16,-5-2-143-16,6-2 29 0,-7 3 0 0,3 1-562 15,0-1 296-15,-2 2 156 0,2 2 66 0,-6 0-878 16</inkml:trace>
  <inkml:trace contextRef="#ctx0" brushRef="#br0" timeOffset="130838.7">8892 6877 2321 0,'-2'0'0'0,"2"0"0"0,0 2 0 0,0 0 0 0,0-2 0 0,0 4 0 0,0-3 413 0,0 1-190 0,0 2 78 16,2-2-134-16,0 0-59 0,0-1-42 0,3 1-285 15,-1 0 125-15,3 0 64 0,2 2 31 0,1 3-939 16</inkml:trace>
  <inkml:trace contextRef="#ctx0" brushRef="#br0" timeOffset="131645.07">9344 6295 1278 0,'-11'0'0'0,"2"-2"0"0,2 0 0 0,2 2 0 0,2 0 0 0,3 0 0 0,-2 0 0 0,2 0 0 0,0 0 98 0,0 0-33 0,5 0 235 16,13 0-138-16,6 0-64 0,5 0-33 0,2-3 198 15,5-5-115-15,0 1-49 0,3 1-38 0,-2-2 12 16,3 1-41-16,-2 1 1 0,-3 2 0 0,-1 1-181 15,-2 0 87-15,-4 2 46 0,-5 1 24 0,0 0-160 16,-5 0 92-16,-5 0 54 0,2 0-601 0,-5 0 245 16,-3 1 164-16,-1-1-299 0</inkml:trace>
  <inkml:trace contextRef="#ctx0" brushRef="#br0" timeOffset="131843.54">9744 6053 515 0,'0'0'0'0,"2"0"0"0,3 1 0 0,4 5 0 0,2 2 0 0,2-3 371 0,2 1-168 0,6 3-86 16,2-3-42-16,-5 3 301 0,3 3-176 0,2-1-84 16,-5 2 88-16,1 0-86 0,-3 0-42 0,-2 0-25 15,-5 2-18-15,-1-1 0 16,-5 0 0-16,0 1-86 0,-3 2 43 0,0 3 30 16,-17 0-9-16,-1 1-200 0,-2-2 110 0,-1-2 57 15,0-1 35-15,-4 6-474 0,2-6 224 0,2 1 58 16,0 1-317-16,-1 3 232 0</inkml:trace>
  <inkml:trace contextRef="#ctx0" brushRef="#br0" timeOffset="132216.53">9537 6749 805 0,'-12'4'0'0,"6"2"0"0,1-1 0 16,1-3 0-16,2 0 0 0,2-2 0 0,0 2 625 0,9-2-296 0,15 0-148 0,2 0-66 0,4 0 262 15,2 0-172-15,0 0-86 0,2 1 17 0,-3 1-51 16,1 0-18-16,-4 0-148 0,1 0 57 0,-3 1 28 16,-4-3 0-16,-1 0-88 0,0 0 67 15,-7 0 21-15,-3 0-1 0,-1 0-270 16,-4-3 149-16,-3-6-2 0,-3-4-24 0,0-3-92 16,-7-2 101-16,-7-1 52 0,-2 1-25 0,-7-3 38 15,-1 1-9-15,-3 0 63 0,3 2-17 0,-7 2 0 16,1 5 0-16,-1 3 33 0,5 7-9 0,-6 1-24 15,6 0 0-15,1 15 164 0,2 3-70 0,3 9-44 16,4 5 0-16,0 9 277 0,6-2-123 0,5 6 126 16,3-5-128-16,2 5-68 0,0-9-26 15,12 9 72-15,6-8-57 0,5-4-28 16,2-6-1-16,8 2-37 0,-5-8 17 0,4-5-8 16,0 0 0-16,0-6-233 0,0-4 117 0,-2-4 58 15,-3-2 37-15,1 0-539 0,-4 0 224 0,0-10 147 16,-3-6-518-16,-5 1 312 0</inkml:trace>
  <inkml:trace contextRef="#ctx0" brushRef="#br0" timeOffset="132372.54">10019 6894 1582 0,'0'-8'0'0,"0"7"0"0,0-1 0 0,0 0 0 0,0 2 0 0,3 0 0 0,7-2 0 0,1 0 0 0,5 0 277 0,2 0-122 0,3-3-61 0,0 1 258 15,4-1-164-15,0 0-77 0,0 0-40 0,-1 1-194 16,1 0 77-16,-5 2 48 0,3-2-8 0,-2 1-209 15,-5 2 123-15,0-2 63 0,-6 3-591 0,-2 0 331 16,-5 0 71-16</inkml:trace>
  <inkml:trace contextRef="#ctx0" brushRef="#br0" timeOffset="132527.31">10222 6839 932 0,'-14'10'0'0,"1"1"0"0,3 1 0 0,-2 1 0 0,3 1 0 0,2 1 0 0,1 3 223 0,4 1-95 16,-1 5-48-16,3-3 278 0,0 7-167 0,0-4-79 15,3 2-40-15,1 1 30 0,3-7-35 0,0 2 9 16,7-3-43-16,-1-2-272 0,6-6 136 0,4-1 68 16,0-8-183-16,4-2 134 0,3 0 54 15,0-12-595-15</inkml:trace>
  <inkml:trace contextRef="#ctx0" brushRef="#br0" timeOffset="132984.21">10905 6702 1312 0,'0'-11'0'0,"0"2"0"0,-3-1 0 0,-5-1 0 0,0 0 0 0,-1-1 0 0,2 3 0 0,-4-2 0 0,-1 2 120 0,1 0-43 0,-1 5 103 16,-1 1-73-16,3 1-38 0,-6 2 9 0,2 6-4 15,-4 11-1-15,2 7-40 0,0 3 0 0,4 4 59 16,-2 6-21-16,5-2-9 0,1 1-29 0,3-2 83 15,2-2-41-15,3-3-21 0,0-4 33 0,0 2-30 16,3-7-1-16,8-1-47 0,0-5-1 16,1-2 25-16,0-4 8 0,1-7-113 0,3-1 52 0,-2 0 27 15,5-9-1-15,-1-14-173 16,-2-3 100-16,5-12 18 0,-5 1 31 0,0-6-309 16,0-2 155-16,-2-6 47 0,-1-3-142 0,1-7 122 15,-5 0 56-15,-2-3-28 0,1-2 42 0,-1-2 21 16,-1 10-8-16,1-11-11 0,-1 17 19 0,0 4 1 15,-4 14 20-15,0 10 182 0,-1 5-99 0,1 8-37 16,-2 3-23-16,0 5 444 0,0 3-226 0,0 3-69 16,0 24 252-16,0 0-178 0,-5 13-91 15,0 2 175-15,0 6-133 0,1 5-65 16,1 2-25-16,1 10 29 0,0-5-35 0,0 2 1 16,0 0-37-16,2 0-8 0,-2-10 16 0,2 5-7 15,0-4 0-15,0-6-253 0,0-4 127 0,2-7 62 16,4-3-558-16,3-4 295 0,-4-9 148 0,5-3-625 15,1-7 370-15,-2-7 184 0</inkml:trace>
  <inkml:trace contextRef="#ctx0" brushRef="#br0" timeOffset="133357.07">11553 6554 1040 0,'0'-15'0'0,"0"-1"0"0,0 2 0 16,0-1 0-16,-3-2 0 0,-3 4 0 0,-1-1 242 0,-3-1-104 0,-1 2 201 0,2 4-154 0,-1 2-67 16,-3-1-47-16,-1 7 156 0,0 1-97 0,-4 0-48 15,2 1-25-15,-3 12 20 0,-1 8-8 16,-1 1-36-16,4 5-1 0,2-2 95 0,1 1-47 16,5-6-16-16,2 2 100 0,3 0-66 15,4-4-32-15,0 1 80 0,0-2-57 0,2 1-20 16,7-2-7-16,5-1-41 15,2 0 12-15,5 0 0 0,2-4-1 0,-1 0-25 16,4 2-9-16,1 0 168 0,-4 0-166 0,-3 3-197 16,-5-1 165-16,2-1 41 0,-6 4-204 0,-2-1 104 15,-5 1 21-15,-2 0 5 0,-2 3 14 0,-2-3-3 16,-12 2 2-16,-7-1 105 0,-4-4-42 0,-3-2-1 16,-2-4-39-16,0-1-34 0,-1-6 46 0,3-2-1 15,5 0 12-15,2 0-130 0,0-7 66 16,4-7 22-16,5 0-464 0,5-2 240 15,7 1 120-15,0 1 59 0,4-5-504 0</inkml:trace>
  <inkml:trace contextRef="#ctx0" brushRef="#br0" timeOffset="134325.2">12076 6549 951 0,'-2'0'0'0,"0"0"0"0,0 0 0 0,0 0 0 0,2 0 0 0,0 0 499 0,0 0-233 0,-2 0-108 0,2 0-67 16,0 0 195-16,0 0-127 0,2 0-63 15,7 0 247-15,7 0-147 0,2 0-85 0,1 0 106 16,4 0 6-16,-1 0-87 0,-1 0-56 0,2-4 203 16,-2 0-283-16,-1 1 0 0,1-1 0 0,-5-1 0 15,1 2 0-15,-2 0 0 0,0 1 0 0,-2-1-242 16,1 0 175-16,-3 1 51 0,-2 0-247 0,1 2-302 16,-3 0 270-16,-1 0 105 0,-3 0-486 15,-1 7 322-15,-2 7 152 0</inkml:trace>
  <inkml:trace contextRef="#ctx0" brushRef="#br0" timeOffset="134476.04">12113 6865 1767 0,'-9'12'0'0,"5"-6"0"0,2-1 0 0,1-1 0 0,1-2 0 0,0 0 0 0,0-1 0 0,9 1 0 0,12 0 766 0,5-2-366 15,2 0-184-15,4 0-83 0,4 0 155 0,3 0-127 16,-4 0-64-16,1-2-220 0,-2 0 77 15,-2 1 48-15,2 1-945 0</inkml:trace>
  <inkml:trace contextRef="#ctx0" brushRef="#br0" timeOffset="141774.59">13391 6377 609 0,'0'0'0'0,"0"0"0"0,0 0 0 0,0 0 0 0,0 0 0 0,0 0 0 0,0 0 0 0,0 0 0 0,0 0 168 0,0-6-68 0,1 0-20 0,-1-2-24 0,2-1 9 0,0 1-32 16,-2-1-1-1,2 1-27-15,-2-1 28 0,0 1-36 0,0 1 39 16,0-3-3-16,0 3 0 0,0-1 0 0,0 0-13 16,0-1 12-16,-2-1 9 0,-2-1-32 0,1 4 19 15,-3-1 3-15,2-1-17 0,-2 1 14 0,1 3 56 16,-1-1-31-16,-1 1 39 0,-3 1-29 0,3 2-1 15,-2-2-29-15,-1 3 8 0,-1-2 36 0,0 3-23 16,1 0 1-16,-1 0-1 0,2 0 0 0,-1 0-13 16,0 6-8-16,1 4 7 0,2-1-7 15,-1 4 9-15,2 4-9 0,1 0 8 0,0 7-8 16,1-1 0-16,2 1 28 0,0 5 1 16,2 1-29-16,0 1 95 0,0 5-51 0,0 0-23 15,0 1 1-15,0 7 55 0,0-8-38 0,0 3 8 16,2 5-24-16,2 0 0 0,-2-1-24 0,1 2 1 15,-1 0 47-15,0-5-16 0,0 9-8 0,-1-4-25 16,1 1 2-16,0 0 0 0,-2-1 0 16,0-6 46-16,0 10-46 0,0-7 144 0,0-9-177 15,0 5 0-15,-4-5 0 0,1-6 0 0,-1 5 0 0,1-9 0 16,-3-1 0-16,0-3 0 16,0-1 0-16,1-3 0 0,-3-1 0 0,1-2 0 15,-1 1-181-15,1-5 163 0,-2 2 6 0,-2-3 3 0,1 1-228 16,-1-2 113-16,-3-1-198 15,1-3 144-15,-2 0 73 0,0-2 28 0,1 0 8 0,2 0-108 16,1-2 72-16,1-7 36 0,4-3-361 0,3-1 203 16,3-2 97-16,0 0 49 0,1-2-385 0,11-3 217 15</inkml:trace>
  <inkml:trace contextRef="#ctx0" brushRef="#br0" timeOffset="142272.37">13638 7089 400 0,'0'-7'0'0,"0"3"0"0,0 2 0 16,0-2 0-16,0 3 413 0,0-2-191 0,0 2-94 0,0 1-40 15,0-2 180-15,2 2-118 0,4 0-58 16,3 0 44-16,3 0-52 0,-1 0-17 0,1 2 29 0,0 7-31 16,-1 4 0-16,1 2-32 15,1 8 34-15,-4-4-27 0,1 7-7 0,-3 0 0 16,-3 2-4-16,0-1 4 0,-3 3 0 0,-1 0 8 16,0 0 9-16,0 2-17 0,-7-3-1 0,-4 3-4 15,-3-1 5-15,2-3 8 0,-4 1-36 16,2-7 0-16,-2-4 28 0,0-3 0 0,0-4-71 15,0-3 40-15,0-4-14 0,0-4 38 0,0 0-128 16,2 0 59-16,-2-7 21 0,4-10 3 16,-2-5-116-16,3-2 66 0,4 0-30 15,1-2 44-15,3 8 7 0,3-6-5 0,0 6 49 16,0 3-21-16,0 5-18 0,0-1 14 0,9 6-32 0,2-1 231 16,1 3-94-16,0 3 159 0,5 0-111 0,2 10-61 15,-2 3-11-15,5 4 238 0,-1 3-123 0,2 0-67 16,0 0-34-16,0-1-8 0,-4-4 8 15,8 4-33-15,-3-6-86 0,0-2 43 0,2 0 21 16,-1-3 1-16,-2-2 29 0,-3-1-346 0,1-1 163 16,-2-2 86-16,-1-2-803 15,0 0 418-15</inkml:trace>
  <inkml:trace contextRef="#ctx0" brushRef="#br0" timeOffset="143052.97">13802 6708 413 0,'-6'3'0'0,"2"3"0"0,1 0 0 0,-1 0 0 0,2-2 0 0,0-3 0 0,0 1 285 0,0 0-118 15,2-2-71-15,0 2-32 0,0-2 124 0,-2 0-77 16,2 0 59-16,-2 0-60 0,1 0-43 0,-5 0 0 16,2-4-36-16,-1-7 2 0,0-3 0 0,-4-1 8 15,2-3-13-15,-2-7 5 0,1 1 0 0,-1-6 0 16,-1-2-16-16,3-3 24 15,-5-11-8-15,5 3-1 0,0-5-27 0,1-1 27 16,2-1-62-16,2 10 30 0,2-4-6 16,0 3 19-16,0 5-13 0,2 0-5 0,6 7 25 0,1 2-2 15,8 1-31-15,-4 4-5 0,2 3 32 16,0 2-7-16,4 4-11 0,-2 2 14 0,0 1 0 16,-1 6-6-16,0 3-16 0,-2 1 17 0,0 0 3 15,-3 7-40-15,0 6-2 0,-5 4 37 0,0 3-21 16,-4 1 18-16,-2 3 1 0,0-3-3 0,-4 7 9 15,-10-5-9-15,2-1 2 0,-6 0-5 0,6-6 34 16,-6 0-2-16,2-6-27 0,0 0 1 0,0-3 41 16,0-4-16-16,2 0 86 15,2-3-42-15,1 0-31 0,4 0 14 0,0 0 66 16,4 0-41-16,1 0-26 0,0 0 27 0,2 0-19 16,0 0-28-16,7 0 1 0,7-3 0 0,5 2-84 15,-1 1 51-15,3 0 11 0,0 0 1 0,1 8-13 16,-3 3-5-16,1 4 38 0,-8 2-84 0,-1-1 34 15,-1 0 5-15,-6 1-4 0,-2-2 17 16,-2-2-10-16,0-2 15 0,-8 0 151 16,-7-3-73-16,-8 0-36 0,3-7-8 0,-3 1 12 15,-5-2-26-15,2 0 12 0,1-3-10 0,3-12-435 16,5 5 208-16,-1-5 101 0,4 0-335 0,5 0 187 16,5-4 110-16</inkml:trace>
  <inkml:trace contextRef="#ctx0" brushRef="#br0" timeOffset="146158.64">14782 6484 680 0,'0'-1'0'0,"0"-1"0"0,0 2 0 0,0 0 0 0,0-2 0 0,0 2 0 0,0 0 151 0,0 0-60 16,0 0-20-16,0 0 160 0,0 0-99 0,0 0-49 15,0 0-26-15,0 7 80 0,2 4-44 16,0 3-34-16,0 1 84 0,1 2-54 16,1 3-29-16,2 7 1 0,-2-5-20 0,0 8 76 15,-3 0-42-15,1 2 4 0,0 4-23 0,0 7 0 16,-2-5-41-16,0 11 18 0,0-5-1 0,0 3 1 16,0-11 0-16,0 3-75 0,0-3 46 0,0-6-9 0,0-5-129 15,0-3 70-15,2-3 45 16,0-5 3-16,-1-6-190 0,1 0 88 0,0-6 55 0,-2 0-166 15,0-2 99-15,0 0 46 0,0 0-31 16,0-2 45-16,0-12 0 0,0-4 38 0,0-4-1 16,0-7-280-16,0-2 133 0,-2-2 77 15,2-2 35-15,0-3-212 0,-3-6 124 0</inkml:trace>
  <inkml:trace contextRef="#ctx0" brushRef="#br0" timeOffset="146522.67">14771 6538 769 0,'-2'-20'0'0,"1"5"0"0,-4 2 0 0,1 2 0 0,3 0 0 0,-3-1 0 0,4 3 0 0,0 0 41 0,0-3 239 0,0 3-123 0,0-1 128 0,4 0-126 0,6 1-64 0,1-3-22 16,1 2-9-1,4 1 84-15,0 0-62 0,3-1-27 0,2 1 19 16,-1 3-14-16,1 0 6 0,2 3 0 0,-3 0-37 16,-1 3 0-16,2 0 8 0,-3 0-9 0,2 7 37 15,-2 4-36-15,-1 2 0 0,-1 2 38 0,-4 1 8 16,1 2 6-16,-1 6-26 0,-5-4 0 0,-1 5-27 15,-3-1 1-15,-1-1 8 0,-2 4-4 16,0-4-4-16,0 3 26 0,-5-9-1 0,-4 4-25 16,-3 0-3-16,-1-4 3 0,-1 0 0 0,-7 2-1 15,1-6 1-15,0 0-43 0,1-3 29 16,-7 0-8-16,3-2-64 0,3-1 37 0,-3-2 21 0,2-2-58 16,1-1 37-16,1-2 10 0,4 0-1 15,2 0 4-15,4 0-14 0,0 0 9 0,2 0 13 16,2-2-23-16,1-1 19 0,2-1-9 15,2 3-38-15,-2-2 19 0,2 1 0 16,0 2 20-16,0-2-238 0,0 1 110 16,4 1 58-16,3 0 23 0,3 0-190 0,1 0 110 0,0 0 51 0,1 9-660 15</inkml:trace>
  <inkml:trace contextRef="#ctx0" brushRef="#br0" timeOffset="150724.1">16149 6171 461 0,'-3'-1'0'0,"-1"-4"0"0,-2 2 0 0,3-2 0 0,-3 4 0 0,0-3 0 0,0 2 33 16,-1 1 88-16,2 1-43 0,-3 0-23 0,-2 0 39 15,1 5-22-15,0 6-9 0,-1 4-6 0,1 2 0 0,2 2-25 16,-2 5 1-16,2-1 85 16,2 7-47-16,1 0 1 0,4 0 59 0,0 2-49 0,0 0-17 15,0-2-7-15,7 0-26 16,5-4 63-16,5 0-31 0,0-5 0 0,-1-4-28 15,11 2-3-15,-4-8 0 0,1-1-41 16,0-5 0-16,2 0 40 0,-3-5-24 0,5 0-9 0,-3 0 34 16,0-10 0-16,-5-6 0 0,-1 2-118 0,-5-3 62 15,4-8 3-15,-6 1-130 0,0-1 67 0,-4 1 43 16,-3-3 4-16,-3 5-94 0,-2-6 49 16,0 3 32-16,0 1 1 0,-2 5-25 0,-9 1 14 0,1 1-8 15,-5 3 66-15,3 3 0 0,-4 6-31 16,-1 0-1-16,1 4 143 0,-2 1-77 0,0 0 186 15,2 4-115-15,2 7-46 0,-2 2-32 16,5 4 4-16,1 2 157 0,-1 6-85 0,4-1-17 0,2 2 13 16,1 4-33-16,2 0 1 0,2 4-25 15,0 0-9-15,0 2-21 0,0-2 22 0,0 0-120 16,0-1 60-16,2 1 38 0,2-1-8 0,-1-1 30 0,1-2-303 16,-2-3 143-1,1-7-294-15,-1 1 175 0,0-4 111 0,3-8 49 0,-3-1 26 0,3-4-241 16,0-4 134-16,3 0 59 0</inkml:trace>
  <inkml:trace contextRef="#ctx0" brushRef="#br0" timeOffset="150918.59">16549 5997 1058 0,'7'-8'0'0,"-4"4"0"0,1 3 0 0,-2-2 0 0,-2 1 0 0,0 2 202 15,0 0-89-15,0 0-40 0,0 7 0 0,0 7 87 16,0 3-55-16,0 5-41 0,0 3-96 0,0-1 32 16,-2 4-581-16,0-1 580 0,0-5 8 0,2 1 26 15,0 1 0-15,0-1-253 0,0-5 116 0,0 2 57 16</inkml:trace>
  <inkml:trace contextRef="#ctx0" brushRef="#br0" timeOffset="151123.09">16758 6090 954 0,'-4'4'0'0,"-3"7"0"0,0 0 0 0,-3 2 0 0,1 3 0 0,-2 6 209 0,-1 3-87 0,1 3-45 16,2 2 284-16,-3 4-168 0,5-1-81 0,-1-1 58 16,5 0-69-16,3 0-34 15,0-7 10-15,0 5-9 0,2-12-35 0,8 5 0 0,5-6-241 0,2-2 120 16,4-6 69-16,-1-3 22 15,3-5-422-15,0-1 220 0,3 0 114 0,-6-3-509 16,0-8 272-16,4-9 149 0</inkml:trace>
  <inkml:trace contextRef="#ctx0" brushRef="#br0" timeOffset="151308.04">16871 6218 1046 0,'-16'0'0'0,"6"0"0"0,-1 0 0 0,2 0 0 0,2 2 0 0,3-2 231 0,4 1 52 0,0 1-118 0,0-2-69 15,11 0-32-15,9 0 0 0,4 0-32 0,1 0 210 16,-3 0-96-16,2 0-61 0,1 0-183 0,-3 0 65 16,0 0 33-16,1 0-366 0,-2 0 207 0,-5 0 92 15,1 0-423-15,-4 0 248 0,-1 0 87 0,-3 0 66 16,-3 0-15-16,-1 0-101 0,-3 0 86 0,-2-2 43 16</inkml:trace>
  <inkml:trace contextRef="#ctx0" brushRef="#br0" timeOffset="151463.21">17056 6079 711 0,'-9'-6'0'0,"-1"4"0"0,1 2 0 0,-2 0 0 0,-2 6 183 0,0 7-76 0,-3 6-37 16,4 3 143-16,2 7-82 0,1-1-53 0,2 4-23 15,1 1 256-15,4 2-139 0,2-2-69 0,0 2-17 16,0-3-31-16,2-2 0 0,5-1-298 16,4-3 138-16,3-3 68 0,-2-4 44 0,4 0-206 0,-2-7-128 0,2-1 166 15,-2-6 93-15,2-4-23 0,-2-1-226 16</inkml:trace>
  <inkml:trace contextRef="#ctx0" brushRef="#br0" timeOffset="151647.73">17177 6110 1014 0,'11'-18'0'0,"0"5"0"0,-1 5 0 0,2 5 0 0,-3 1 0 0,3 2 147 0,-1 0-57 16,1 11-28-16,1 4 8 15,-4 3 248-15,3 7-142 0,-5 2-72 0,-1 1 76 0,-3 3-74 0,-1 4-28 0,-2-2-150 16,0 5 53-1,-9 0 26-15,-2-3-1 0,-6 8 27 0,2-9-294 16,-6 7 142-16,-2-3 76 0,-1-4-149 0,-5-3 50 16,-1-2-313-16,3-5 199 0,-13 4 116 0,4-5 53 15,-3-7 27-15</inkml:trace>
  <inkml:trace contextRef="#ctx0" brushRef="#br0" timeOffset="152044.12">15657 6832 743 0,'-7'0'0'0,"1"0"0"0,3 0 0 0,1 0 0 0,2 0 33 16,0 0 177-16,0 0-88 0,0-1-45 0,14-2 217 16,11 1-122-16,7-3-74 0,9 1 208 0,5 0-137 15,5-2-68-15,12 3-34 0,-4-1 8 0,19-1 102 16,12-2-71-16,2-2-37 0,8 0 107 0,5 0-72 16,2-1-27-16,1 0-4 0,-4 5-1 0,-1 0-39 15,-1 1-35-15,-6 2 0 16,-18 2 43-16,5 0-8 0,-10 0 0 0,-7 0-236 15,-16 0 118-15,3 4 59 0,-10-2-193 0,-1 0 93 0,-8-2 66 16,-6 0-114-16,-10 0 77 0,-2 0 14 0,-5 0 18 16,-8 0-101-16,-1-2 67 0,-2 0 33 15,-2-4 0-15,-12 0 33 0,-5 4-168 0,-6 1 89 16,-1-2-360-16,-5 3 220 0</inkml:trace>
  <inkml:trace contextRef="#ctx0" brushRef="#br0" timeOffset="152538.41">15827 7082 552 0,'-9'0'0'0,"-2"0"0"0,2 0 0 0,2 0 0 0,-3 0 0 0,3 0 0 0,-1 0 163 0,1 0-65 0,2 0 214 0,-2 0-139 0,5 0-62 0,1 0-43 16,-1 0 185-16,2 0-110 15,0 0-55-15,0 0-27 0,0 0 7 0,0 0 44 16,3 0-39-16,11 0-1 0,6 0 67 15,3 0-53-15,3 0-19 0,6-2 32 0,4 0-33 16,8 0 0-16,0 0 62 0,7-1-47 0,8-3-17 16,8-1-7-16,4 0 65 0,8-2-45 0,12 0-22 15,-6 0 0-15,-5 1 30 0,23 1-30 0,-10-1 0 0,6 4-75 16,-2 3 27-16,-5 1 0 0,-16 0-49 16,4 0 33-16,-9 5 21 0,-7 1 0 0,-11-1 20 15,1 1 1-15,-9 0-187 16,-4-3 60-16,-3 1-79 0,-6-2 70 0,-10-2 47 15,-1 0-2-15,-8 0-6 0,-2 0 22 0,-5 0 19 16,-4 0-8-16,0-2 0 0,-2-8-5 0,0 3-5 16,-13 0 8-16,-1 1-292 0,-4 1 146 15,-7 0 73-15,3 5 28 0,-12 0-208 0,0 0 127 16,-9 13-455-16</inkml:trace>
  <inkml:trace contextRef="#ctx0" brushRef="#br0" timeOffset="152997.25">15751 7124 787 0,'-2'-10'0'0,"-3"4"0"0,1 4 0 0,0 0 0 0,1 0 0 0,-1 2 33 0,2 0 278 16,-1 0-139-16,0 10-69 0,3 5 115 0,0 7-97 16,0 4-44-16,0 5 49 0,3 8-46 0,0 2-24 15,-1-3 8-15,0 13 44 0,0-6-38 0,-2 2 0 0,0 0-2 16,0-1 0-16,0-2-27 0,-4 6-8 16,-1-7-1-16,-2-8 1 0,0-2 0 15,0-4 0-15,1-9-6 0,-2-1 6 16,1-6-1-16,-1-5-33 0,1-3-1 0,-7-3 35 0,2-2-93 15,-4 0 34-15,0-9 26 0,-3-7-17 16,0-4 40-16,0-2-200 0,-4-7 92 0,3 0-84 16,-1-3 78-16,2 5 29 0,1 3 22 0,3 7-8 15,0 2-6-15,3 7 59 0,1 3-1 0,2 3 93 16,-3 2-62-16,3 2-32 0,0 12 27 16,-1 9-20-16,1 0 0 0,2 3-9 0,-2 0-17 15,0-3 44-15,0 5-62 0,4-7-199 16,-1-1 110-16,3 1 58 0,-2-4 27 0,1-4-360 15,3-2 187-15,-1-2 89 0,2-3-275 0,0-2 183 16,0-2 90-16</inkml:trace>
  <inkml:trace contextRef="#ctx0" brushRef="#br0" timeOffset="153426.1">15894 7399 648 0,'0'-11'0'0,"0"1"0"0,-4 9 0 0,-3-1 0 0,-1-1 274 0,1 2-124 0,1 1-59 0,-1 0 98 16,1 1-78-16,-2 11-39 0,4 6 8 15,-1 0-47-15,3 6 71 0,2 3-35 0,0 1 0 0,0 2-6 16,0-6 8-16,6 6-39 0,4-5 33 16,2-7 0-16,3 1-33 0,1-4 1 0,3-1 8 15,-3-6-48-15,3-4-1 0,-1-2 41 0,2-2-63 16,-1 0 31-16,-3-2 8 0,1-7-122 15,-2-6 69-15,1-2 25 0,-4-2 0 16,-3-1 12-16,0-3-78 0,-2-2 26 0,-5 3 29 16,0-2-204-16,-2 1 105 0,0-2 34 0,0 5-67 15,-8-2 69-15,-2 3 30 0,-1 4 0 0,0 4 30 16,-1 2 55-16,3 8-36 0,-3-1 9 0,0 2 209 16,1 0-119-16,-3 13-59 0,5 4 261 15,-2 4-150-15,1 6-52 0,3-3-41 16,0 4 15-16,3 1 84 0,0 0-39 0,2 3-27 0,1-2 33 15,-2-2-39-15,3 3-88 16,0-6 25-16,0 1 8 0,0-5 16 0,0 4 1 0,0-4-287 0,4-1 143 16,2-1 72-16,1-1-425 15,0-4 229-15,-1 0 87 0,4-6-125 0,-3 2 120 0,1-6 61 16,2-1 21-16,-1-3-256 0</inkml:trace>
  <inkml:trace contextRef="#ctx0" brushRef="#br0" timeOffset="153627.54">16278 7182 1355 0,'2'-12'0'0,"-1"8"0"0,-1 0 0 0,0 3 0 0,0 1 0 0,0 0 0 0,-1 1 0 0,-6 12 284 0,2 5-125 0,-1 2-55 15,1 5-40-15,-1-1 34 0,3 2-32 16,-2 0-1-16,3 1-141 0,0-7 62 0,2 5 20 0,0-4-370 15,0-1 199-15,0 1 98 0,0-2 51 16,2-2 32-16,3 0-648 0</inkml:trace>
  <inkml:trace contextRef="#ctx0" brushRef="#br0" timeOffset="154110.75">16439 7382 801 0,'0'-1'0'0,"0"-3"0"0,0-1 0 0,0 1 0 0,0 1 0 0,0 1 0 0,-2 0 0 0,-3 1 149 0,0 1-58 15,-2 0 63-15,0 0-61 0,-1 3-29 0,-2 9 7 0,1 3 116 16,0 2-77-16,-1 7-39 0,1-1 117 16,2 3-78-16,1 2-30 0,1 2 81 15,2-1-64-15,1 0-32 0,2-1-43 16,0 1-19-16,0-7 38 0,5 6-8 0,4-5-99 16,2-3 49-16,1-3 25 0,0 2 0 15,6-4 33-15,-4-4-324 0,4 1 156 0,-2-5 48 0,1-3 48 16,0-4 24-16,0 0-499 0,-2 0 241 15,-2-2-183-15,0-7 207 0,-4-4 105 0,-1 0 51 0</inkml:trace>
  <inkml:trace contextRef="#ctx0" brushRef="#br0" timeOffset="154281.37">16521 7590 950 0,'-7'-9'0'0,"3"3"0"0,0 3 0 0,1-1 0 0,1 3 0 0,0-2 0 0,2 3 381 15,0-2-174-15,2 0-87 0,9 0 181 0,6 1-134 16,-2 0-59-16,4-2-41 0,-3 1-9 0,3 2 0 15,-1 0-26-15,0 0-265 0,-1 0 141 0,-2 0 58 16,-1 0 33-16,-2 0-453 0,-4 0 244 16,2 0 121-16,-5 2-457 0,1 1 262 0,-5-3 122 0,1 1 65 0</inkml:trace>
  <inkml:trace contextRef="#ctx0" brushRef="#br0" timeOffset="154435.44">16641 7443 1447 0,'-7'-11'0'0,"0"10"0"0,1 1 0 0,-2 0 0 0,1 1 0 0,-1 13 0 0,1 4 58 0,-3 3-1 0,5 2-16 0,-1 5 485 16,1 0-475-16,-1 4-18 0,5-2-9 16,-3 0 9-16,4-4 8 0,0 6-9 0,0-4-270 15,0-9 135-15,4 2 68 0,5-2-922 0,3-4 965 16,2-6-8-16,1-1 33 0,0-6-986 16,3-2 896-16</inkml:trace>
  <inkml:trace contextRef="#ctx0" brushRef="#br0" timeOffset="154630.29">16783 7461 1160 0,'3'-15'0'0,"1"7"0"0,5 2 0 0,1 5 0 0,1-1 0 0,1 2 222 0,2 0-95 0,2 7 309 15,-3 9-333-15,1 3-61 0,2 5-9 0,-7 2 0 16,-2 4 26-16,-2 4-26 0,-5 2 0 16,0 1-155-16,0-4 73 0,-9 2 41 0,-3-4 0 15,-2-2 41-15,-4-3-195 16,2-7 106-16,-6 2 40 0,0-8 25 0,-3-1-371 15,4-9 179-15,-1 0 28 0,-1-3-159 0,1 0 141 16,0-6 70-16,3-8 35 0,-1-9-87 16</inkml:trace>
  <inkml:trace contextRef="#ctx0" brushRef="#br0" timeOffset="154919.04">16434 7146 714 0,'-9'-13'0'0,"2"5"0"0,0 0 0 0,1 1 0 0,1-1 408 15,2 1-179-15,3 1-102 0,0-1 87 16,0-1-91-16,16 5-45 0,3-1-22 0,1 2-65 16,8 2 17-16,-5 0 0 0,1 13-345 15,-2 2 347-15,-3 2 0 0,-4 0 31 0,0 3-93 16,-5 3 43-16,-5 0 21 0,0-1-111 0,-5-2 58 16,0 2 2-16,-2-5 20 0,-10-3 82 0,1-3-38 0,-3-2-23 15,2 0-24-15,1-6 259 16,-1 1-120-16,3 0-56 0,0-4-32 15,2 0 188-15,4 0-97 0,3 0-23 0,0 0-36 0,0 0 0 16,5 0-23-16,16-8-5 0,2-1 0 0,5-1-200 0,2 0 96 16,2 4 52-16,0-1 26 0,2 3-431 15,-2 1 218-15,-1 2 77 0,-1 1-506 16</inkml:trace>
  <inkml:trace contextRef="#ctx0" brushRef="#br0" timeOffset="155115.51">17076 7532 1383 0,'0'0'0'0,"0"0"0"0,0 4 0 0,3 0 0 0,4-3 0 0,3 1 0 0,5-2 210 0,5 0-88 0,-1 0-37 0,10 0 14 16,-5 0-33-16,2 0 0 0,-5 0-344 15,1 0 155-15,1-2 86 0,-3 1 31 16,-4 1-440-16,-4 0 232 0,0-2 117 0,-4 2 59 15,-3 0 33-15,-3 0-248 0</inkml:trace>
  <inkml:trace contextRef="#ctx0" brushRef="#br0" timeOffset="155287.06">17235 7367 1473 0,'-8'0'0'0,"4"5"0"0,-1 5 0 0,1 3 0 0,0-1 0 0,3 3 0 0,-3 3 0 0,2 7 0 0,0 1 0 0,0 3 217 0,-2 2-92 0,2 1-46 0,-2 2 98 15,1 0-76-15,1 0-35 0,-2-2-243 16,3-3 105-16,-3-1 52 0,4-8 35 0,-2 0-395 16,2-7 207-16,0-4 102 15,0-3-217-15,0-4 149 0,0-2-3 0,4-2 64 0</inkml:trace>
  <inkml:trace contextRef="#ctx0" brushRef="#br0" timeOffset="155521.81">17209 7486 612 0,'5'-18'0'0,"4"6"0"0,3 0 0 0,1 3 0 0,2-2 62 16,0 1 0-16,-1 4-29 0,4 1 241 0,-1 1-112 16,-1 2-69-16,-2 2-30 0,-1 0 89 0,0 6-59 15,-1 7 34-15,-3 3-85 0,-2 2-9 0,-1 3-1 0,-2 1 1 0,0 2 36 16,-3-3 8-16,1-1-44 0,0 1 36 16,0-2-36-16,1-2-1 15,5-2 1-15,2-4 2 0,3-1-2 0,4-5 0 16,1-1-105-16,7-4 52 0,-1 0 26 0,-3-4-250 15,5-13 125-15,-3 2 67 0,-2-1 24 16,-5-2-362-16,-1 2 179 0,-4-2 71 16,-2-2 58-16,0 4-122 0,-6-3 85 0,-1 0 43 15,-2-4-225-15</inkml:trace>
  <inkml:trace contextRef="#ctx0" brushRef="#br0" timeOffset="155696.79">17561 7333 680 0,'-9'2'0'0,"4"2"0"0,1-2 0 0,-1 2 0 0,0-1 211 0,3 3-81 15,0 1-52-15,1 4-23 0,1 5 0 16,0 3 335-16,0 5-179 0,0 4-81 0,0 4 115 0,0 8 23 0,0-1-117 16,0 4 14-16,0 0-78 0,0-2-19 0,0 10-584 15,0-5 494 1,0 0 28-16,0-1-1 0,0-9 28 16,0 2-272-16,0-14 132 0,0 0 70 0,1-5 34 0,1-9-686 0,4-3 328 15</inkml:trace>
  <inkml:trace contextRef="#ctx0" brushRef="#br0" timeOffset="155898.26">17701 7217 1567 0,'0'-11'0'0,"0"5"0"0,0 4 0 0,2 0 0 0,-2 1 0 0,1 1 0 0,-1 0 162 0,2 3-56 0,-2 10-41 15,0 6 178-15,0 2-105 0,0 3-53 0,0 2-26 0,0-3-148 16,0 7 56-16,0-9 34 0,0 3-533 16,2 1 282-16,0-5 142 0,3 1-592 15</inkml:trace>
  <inkml:trace contextRef="#ctx0" brushRef="#br0" timeOffset="156323.04">17828 7215 1436 0,'0'0'0'0,"-2"-2"0"0,1 0 0 0,1 0 0 0,0-1 0 0,0-3 0 0,0 2 57 16,1-2 0-16,7 1-24 0,-1 2 66 0,5-2-26 0,-1 3-7 0,-2 1-29 16,3 1-4-16,-5 0 0 0,2 0 0 15,-3 8-103-15,-2 0 47 0,0 4 28 0,-4 1 0 16,0 0-107-16,0 2 68 15,-4 0 41-15,-6 1-7 0,1-2-14 0,-2-1 0 0,-1 0 1 0,1-1 23 16,4-5 38-16,-1 1-23 0,2-2-31 16,5-2 1-16,-1-3 188 0,2 1-86 0,0 0-35 0,0-1-25 0,2-1 48 15,7 0-29-15,4 0-134 16,0 0 61-16,3 0 28 0,0 0-1 0,0 0 22 16,0-1-511-16,-1-1 232 0,2 0 123 15,-2 1-278-15,2-2 184 0</inkml:trace>
  <inkml:trace contextRef="#ctx0" brushRef="#br0" timeOffset="156517.84">18153 7209 1251 0,'-8'0'0'0,"1"0"0"0,0 0 0 0,-5 2 0 0,-1 4 0 0,-2 7 0 0,-2 4 0 0,2 6 59 0,0 3 337 0,0 6-185 15,-2 5-90-15,5 2 163 0,3 3-126 16,4-3-62-16,1-3-24 0,4 3-76 0,0-1 37 15,0-3 0-15,6-2-112 0,5-5 55 16,2-5 37-16,4-1-8 0,-2-7-414 0,3-2 220 16,2-5 112-16,1-5 54 0,-1-3-729 0</inkml:trace>
  <inkml:trace contextRef="#ctx0" brushRef="#br0" timeOffset="156683.99">18165 7484 1729 0,'-8'-2'0'0,"4"0"0"0,2 0 0 0,0 2 0 0,2 0 0 0,0-2 0 0,2-2 161 0,12 0-65 0,4 1 86 16,1-1-74-16,0 2-30 15,-1 0-164-15,1 1 59 0,-2 1 31 0,2 0-1 0,-3 0-486 16,-2-2 266-16,-1 0 121 0,-1 0 64 0,-3 0-534 16,-2 0 279-16</inkml:trace>
  <inkml:trace contextRef="#ctx0" brushRef="#br0" timeOffset="156831.78">18298 7308 792 0,'-9'0'0'0,"1"0"0"0,2 6 0 0,-3 6 0 0,0 3 0 0,0 7 407 0,0 3-188 0,4 3-93 15,1 2-46-15,2 2 215 0,2-1-122 0,0 1-75 0,0-1-154 16,2-1 45 0,4-2 21-16,1-2 1 0,3-7-178 0,-1 2 96 15,2-6 52-15,3-4-565 0,-3-5 306 0,-2-5 154 0</inkml:trace>
  <inkml:trace contextRef="#ctx0" brushRef="#br0" timeOffset="157006.81">18448 7275 1194 0,'9'-7'0'0,"1"4"0"0,3 3 0 0,0 0 0 0,0 3 281 0,-2 7-116 0,3 3-71 0,-1 10 367 15,-1 2-215-15,-5 7-106 0,-2 7 328 16,-3-1-394-16,-2 15-42 0,0-3 1 0,-14 5-104 15,-4-1 51-15,-3 0 27 0,-1 1 7 0,1-6-453 16,-1-2 235-16,1-6 119 0,2-8-867 16,-3 0 483-16</inkml:trace>
  <inkml:trace contextRef="#ctx0" brushRef="#br0" timeOffset="158598.22">18864 6761 376 0,'-10'0'0'0,"-1"0"0"0,3 0 0 0,-4 0 0 0,5 0 0 0,-2 1 0 0,1 1 0 0,2-2 138 0,3 2-44 0,-1-2-34 15,2 0-1-15,2 0 134 0,0 0-80 0,0 0-41 16,9 0 9-16,7 0 118 0,2-4-84 0,5-1-41 16,2 1 97-16,1 0-69 0,4-2-27 0,0 1 154 15,2 1-99-15,-2 3-48 0,2-1-25 16,0 0 7-16,0 2 8 0,-2 0-40 16,-2 0 1-16,-8 0-144 0,5 0 72 0,-4 0 36 15,-9 0 8-15,4 0-315 0,-7 0 172 0,-2 2 42 16,-1-2-468-16,-2 0 253 0,-2 0 132 0,-2 0-100 0</inkml:trace>
  <inkml:trace contextRef="#ctx0" brushRef="#br0" timeOffset="158794.68">19070 6438 510 0,'-6'-4'0'0,"2"2"0"0,3 1 0 0,-1 1 0 0,0 0 0 0,2 0 352 16,0 8-159-16,0 9-80 0,0 4 297 0,2 9-193 15,1 1-92-15,1 2 109 0,2 3-100 0,-3 2-43 16,-1 6-33-16,0 1 0 0,1-2-51 0,-2 3-1 16,-1-1 27-16,2-7-230 0,0 8 110 0,-2-10 60 15,2 1-423-15,0-3 239 0,1-4 120 0,1-7-4 16,1-1-478-16</inkml:trace>
  <inkml:trace contextRef="#ctx0" brushRef="#br0" timeOffset="159236.16">19601 6472 984 0,'0'-13'0'0,"0"4"0"0,-4 8 0 0,1-1 0 0,-1 0 0 0,-3 0 0 0,3 0 0 0,-1 2 321 0,-2 0-144 0,2 12-72 0,-3 7-36 0,3 5 117 16,-1 3-69-16,0 6 47 15,4 1-65-15,0 3-34 0,2 1 1 0,0-1-34 0,0 1 69 16,0-3-39-16,4 3 1 0,4-4-16 0,3-2-14 0,0 2-1 16,3-4 9-16,0-1 11 0,2-2-20 15,0-5 1-15,2-1-27 0,0-2 26 16,-1-6 9-16,4-3-8 0,-3-3-25 0,3-7 1 16,4 0 23-16,-5-2 1 0,1-16-48 0,0-7 14 15,-1-3 0-15,1-4-25 0,-4-3 24 16,1-7-9-16,-4 8 36 0,-1-13-140 0,-1 2 61 15,-5-2 21-15,-3-3-122 0,-3-3 67 0,-1-2 37 16,0 0 7-16,-10 4-88 0,-4 0 43 0,-3 3 30 0,2 13 59 16,-4 1-9-16,-1 6-24 0,-1 8 0 15,-2 4 56-15,-1 7-28 16,3 5-8-16,-7 2-20 0,2 2 1 0,1 2 117 16,1 11-43-16,0 6-23 0,3 2-11 0,3 1 3 15,0 3 8-15,6 4-227 0,0-2 101 0,4 5 48 16,5-2 19-16,1 4 3 0,2 0-352 0,0 2 178 0,0 1-265 15,2 6 222-15</inkml:trace>
  <inkml:trace contextRef="#ctx0" brushRef="#br0" timeOffset="159579.41">19443 7275 1138 0,'-11'0'0'0,"2"0"0"0,-3 0 0 0,1 0 0 0,0-7 0 0,1-7 0 0,3-1 0 0,2 0 0 0,5-3 276 0,0-2-122 16,0-2-61-16,9 1 89 0,10-2-75 16,3-1-29-16,4-1-8 15,4-4 9-15,-3 7-23 0,8-7 0 0,-3 5 19 0,-4 4-13 16,4 1-8-16,0 0-21 0,0 2-1 0,-4 4 45 16,1 2-22-16,-7 3 15 0,3 2-9 15,-7 5-29-15,3-1 1 0,-5 2 0 0,-2 0 20 16,1 5-12-16,-2 7-8 0,-2 5 81 0,1 4-40 15,-3 0-1-15,0 3 19 0,2-4-22 0,1 8-8 16,-3-2-29-16,5-3-1 0,1 0 58 0,0-3-28 0,3-3-8 16,5 2-21-16,0-6-1 15,0-2 1-15,0-3 0 0,4-6-102 0,-3-1 58 16,5-1 19-16,-3 0-1 0,-1-5-176 16,-2-6 95-16,-2-1-124 0,0-2 100 0,-2 0 22 15,-2-1 34-15,-3 2-497 0,0 2 254 0,-5 5 117 0</inkml:trace>
  <inkml:trace contextRef="#ctx0" brushRef="#br0" timeOffset="164210.7">20608 5991 618 0,'7'-12'0'0,"5"3"0"0,-1 2 0 0,1-6 0 0,1 5 0 0,-1 1 0 0,0 1 91 0,-1 2-34 15,-2 0 1-15,3 3 101 0,-1 1-64 16,0 0-30-16,1 0 82 0,-3 5-62 0,0 6-25 0,1 0 44 16,-3 5-36-16,2 0 0 0,-2 2-27 15,2 0-8-15,-4 2 76 0,3-1-38 0,-3 2 115 16,3-4-147-16,1 1 1 0,-1-2-7 0,2 0 0 15,1-2 18-15,0 0-18 0,1-4 0 0,0 2 32 16,1-5-7-16,3 1-26 0,-4-3 1 16,2-1-1-16,0-2 9 15,2-2-8-15,-1 0 0 0,0 0-117 0,1-2 58 0,4-10 30 16,-4-2 7-16,3-4-322 0,-1 0 149 0,-6 2 83 0,1-6-198 16,-1 2 129-16,-3-3 28 0,-2-1-296 15,-2 1 191-15,-3-1 96 0,-1 3 48 0,-1-5-222 16</inkml:trace>
  <inkml:trace contextRef="#ctx0" brushRef="#br0" timeOffset="164389.51">21074 5761 1453 0,'-8'-5'0'0,"3"3"0"0,-1 0 0 0,3 2 0 0,0 0 0 0,-1 2 0 0,2 11 0 0,2 2 0 0,0 8 189 16,0 3-79-16,0 0-38 0,0 6 319 0,0 0-182 15,0 2-89-15,0 2 58 0,0 1-72 0,0 6-37 16,0-5 8-16,-1 9-44 0,-1-6-80 0,0 1 40 0,0-1-416 15,2-7 227-15,0 1 123 16,0-5 49-16,0-7 28 0,0-3-604 0,0-4 294 0,0-7-313 16,2-3 285-16</inkml:trace>
  <inkml:trace contextRef="#ctx0" brushRef="#br0" timeOffset="164585.99">21365 5600 448 0,'0'-1'0'0,"0"-6"0"0,0 6 0 0,2-1 0 0,-2 2 0 0,0 0 477 0,0 0-222 0,0 0 154 16,0 8-192-16,0 4-92 0,0 5-46 0,0 6-23 0,-5 3-92 16,-4 2 43-16,2 3-9 0,0 0-444 15,1 1 239-15,1-2 120 0,2 3 60 0</inkml:trace>
  <inkml:trace contextRef="#ctx0" brushRef="#br0" timeOffset="164817.37">21603 5853 1214 0,'-7'-1'0'15,"1"1"0"-15,1 0 0 0,-2 1 0 0,-2 13 0 0,-2 4 0 0,0 7 230 0,0 5 181 0,0 1-180 0,2 3-104 16,0 0-46-16,4 2 68 0,3-1-58 16,2 1-29-16,0-4 8 0,2-1-66 0,5-1 0 15,5-6 29-15,3 1 0 0,2-7-316 0,-3-6 166 16,6 3 71-16,-1-10 40 0,1-5-549 0,-1 0 281 16,4-2 69-16,-5-7-323 0,3-10 251 0</inkml:trace>
  <inkml:trace contextRef="#ctx0" brushRef="#br0" timeOffset="164994.9">21755 5959 1235 0,'-5'-4'0'0,"1"2"0"0,2 2 0 0,0 0 0 0,2 0 0 0,0 0 198 0,0 0-83 0,13 0-33 16,8 0 140-16,2 0-95 0,2 0-47 0,-2 0 127 16,4 0-88-16,-6 0-35 0,3-3-29 0,-2 3-1 0,-1-4-200 15,-4 0 89-15,0 2 53 0,-3 0-392 16,-4 0 215-16,0-2 106 0,-2 3-442 0,-5-1 257 0,1-2 77 15,-2 0 81 1,-2-4-86-16,0 0 78 0</inkml:trace>
  <inkml:trace contextRef="#ctx0" brushRef="#br0" timeOffset="165143.26">21936 5752 672 0,'-11'-7'0'0,"2"5"0"0,-1 2 0 0,0 0 0 0,1 11 33 0,-3 5 0 0,2 6 112 15,-1 4-56-15,2 3 274 0,2 4-157 0,4 3-91 0,-1-2-41 16,0 5-21-16,4-3 182 0,0-1-101 15,0 1-42-15,0-4-185 0,2-3 62 16,5 0 33-16,2-8-428 0,3-1 229 0,1-2 123 16,1-7 50-16,0-6-514 0,4-5 266 0</inkml:trace>
  <inkml:trace contextRef="#ctx0" brushRef="#br0" timeOffset="165326.76">22133 5757 958 0,'6'-14'0'16,"-1"7"0"-16,4 0 0 0,2 7 0 0,-2 0 0 0,-2 2 0 0,5 12 66 0,-3 2 327 0,4 9-179 16,-3 1 174-16,-3 6-181 0,0 4-87 0,-1 5-44 15,-4-2-11-15,-1-4 0 0,-1 4-24 0,0-2-8 16,0 1-329-16,0-4 164 0,-7 1 82 0,-2-1-448 16,-3 0 273-16,-2-2 101 0,-4-2-202 15,-2 0 114-15,-1-2 90 0</inkml:trace>
  <inkml:trace contextRef="#ctx0" brushRef="#br0" timeOffset="165721.43">20685 6609 887 0,'-22'-10'0'0,"-3"1"0"0,4 3 0 0,3 2 0 0,-1-2 0 0,0 3 0 0,2-1 0 0,6 0 376 16,-3 3-176-16,7-1 199 0,4 2-183 0,1 0-91 0,0 0-46 15,2 0-16-15,0 0 109 0,2 0-70 16,9 0 399-16,10 3-463 0,3 1-5 0,8 1 7 16,7 0-7-16,4-4 80 0,5-1-40 0,4 0 0 0,12 0 82 15,-10 0-53-15,20 0-39 0,-7-1 0 16,11-8 126-16,11-2-189 15,-2 0 0-15,-6 3 0 0,23-8 0 0,-5 5 0 0,4-3 0 16,2 3 0-16,-1 4 0 0,-19 1 0 0,17 3 0 16,-27 1 0-16,4 2 0 0,-2 0 0 0,-1 0-256 15,-15 0 127-15,11 0 37 0,-20 0 43 16,0 2-141-16,-2-2 78 0,-15 0 40 0,2 0-8 16,-10 0-58-16,-4 0 53 0,-11 0 26 0,0 0-257 15,-6 0 141-15,-4-2 63 0,-2 0 44 0,-2-2-398 16,-14 2 216-16,-6 1 109 0,-2 1-218 15</inkml:trace>
  <inkml:trace contextRef="#ctx0" brushRef="#br0" timeOffset="166147.97">20634 6939 624 0,'-14'0'0'0,"-2"0"0"0,3 0 0 0,3 0 0 0,0 0 300 0,0 0-133 0,4 0-68 0,-1 0-24 15,3 0 320-15,2 0-180 0,2 0-92 16,0 0-45-16,2 0 130 0,14 0-79 0,9 0 156 15,15 0-126-15,5 0-63 16,17 0-32-16,5 0 1 0,9-4 142 0,16-4-91 0,-2-3 60 16,11 2-72-16,0-2-36 0,2 1 1 15,-13 3-51-15,22-2-8 0,-11 1 23 16,1 5 0-16,-6 0 146 0,-6 1-343 0,-19 1 328 16,7 1-508-16,-9 0 263 0,-13 0 57 0,3 0 28 0,-6 0-226 15,-7 0 91-15,-3 0 65 0,-6 0-7 0,-7 0-60 16,-9 0 40-16,-5-2 30 0,-7 0-83 0,-4 0 60 0,-3 0 27 15,-2 0 0-15,0 0-151 16,-14-1 89-16,-9 0 35 0,-7 2 31 16,-4 1-230-16,-12 0 125 0,2 0 64 0,-6 9-400 15,0 2 223-15</inkml:trace>
  <inkml:trace contextRef="#ctx0" brushRef="#br0" timeOffset="166551.87">20632 7021 1588 0,'-22'-11'0'0,"3"8"0"0,4 3 0 0,2 0 0 0,1 0 0 0,1 5 0 0,1 7 0 0,-1 2 124 0,2 7-46 16,2 5-22-16,2 6 209 0,3 10-116 0,-1-6-50 15,3 14 118-15,0-4-91 0,0 4-47 0,0-1 50 16,0-1-49-16,0-2-15 0,0 8-8 0,0-4 9 15,0-2 0-15,0-2-33 0,0 0 0 16,-4-11 1-16,-3 1-1 0,-2-2-1 0,-1-6 1 16,-3-4 0-16,2-5 0 0,-4-3 8 15,-2-5-106-15,0-2 50 0,-4-7 23 0,3-2 0 16,-7 0-213-16,6-2 103 0,-6-11 55 0,2-6-160 16,0-3 98-16,-2-3 34 0,2-1 28 0,2-2-54 15,0 3 39-15,0 4-7 0,6 11 36 0,1 1 81 16,-2 3-40-16,2 5-8 0,0 1 107 0,1 8-70 15,-2 12-34-15,2 3 6 0,-1 1-40 16,5 1 147-16,-2 5-61 0,1-3-113 16,3 1 28-16,1-8 19 0,3 2 15 15,1-1 28-15,2-3-447 0,0-4 194 0,0-3-161 16,5-4 175-16,8-1 87 0,5-6 36 0,3 0 29 0</inkml:trace>
  <inkml:trace contextRef="#ctx0" brushRef="#br0" timeOffset="166925.87">20747 7414 1635 0,'-3'0'0'0,"-11"6"0"0,3 6 0 0,-1 8 0 0,1 0 0 0,0 3 0 0,1 3 135 0,3 0-51 16,2 2-25-16,3 3 129 0,2-7-70 0,0 6-46 0,3-5 200 15,12-3-120-15,4-1-59 0,2-4-30 16,-3-6 7-16,9 0-57 0,-3-4-1 0,1-6-125 15,0-1 72-15,-2 0 38 0,-4-4 7 0,4-13 29 16,-8-2-260-16,-2-2 130 16,-2-2-198-16,-3 0 146 0,-7 2 38 0,1-7 48 15,-2 2-14-15,0 0-11 0,-2-1 27 0,-7 1 0 0,0 3-6 16,-3 3 8-16,0 3 26 0,-4 3 111 16,3 6-55-16,1 7-28 0,-2 1-8 0,-1 0 232 15,3 7-111-15,-2 12-67 0,5 4-6 0,-3 3 235 16,5 6-106-16,-1 4-75 0,5-1 49 0,0 3-53 15,1 0-26-15,2-1 0 16,0 0-18-16,0-2-31 0,0-2 1 0,0-1-205 16,0-2 113-16,0-1 57 0,0-5 37 0,0-2-9 0,0-1-452 15,0-4 224-15,0-8-330 16,0-1 261-16,2-3 121 0,3-5 74 0,2 0 33 0,0-7-253 16</inkml:trace>
  <inkml:trace contextRef="#ctx0" brushRef="#br0" timeOffset="167102.41">21109 7120 1398 0,'0'-12'0'0,"0"8"0"0,0 2 0 0,0 1 0 0,0 1 0 0,0 0 0 0,-7 7 250 0,1 6-109 16,1 4-54-16,-2 2 125 0,-2 6-94 0,2-1-42 15,2 2-241-15,1-1 99 16,2-4 49-16,0 2 33 0,2-2-8 0,0-2-233 0,0-3 128 15,0-2-604-15</inkml:trace>
  <inkml:trace contextRef="#ctx0" brushRef="#br0" timeOffset="167713.43">21277 7198 1219 0,'0'-8'0'0,"-2"4"0"0,2 3 0 0,-2-1 0 0,2-2 0 0,0 0 0 0,0 1 121 0,0-3-35 0,7 2-31 16,4 1 124-16,3 1-73 0,-3 2-37 0,3 0 1 16,-5 0-29-16,2 0-8 0,-4 5 0 0,1 3 0 0,-4 4-97 15,-2-1 48 1,-2 3-17-16,0 3 29 0,-4-3 0 0,-8 2 37 15,-2 0 0-15,-6 0-92 0,4-4 13 0,-3-3 29 0,1-2 64 0,0 1-41 16,1-2-25-16,4-5 177 16,4 3-72-16,1-4-38 0,2 0-11 0,5 0 1 0,-1 0 142 15,2 0-73-15,0 0-47 0,0 0-27 0,5 0 0 16,9 0-1-16,4 0 1 0,1 0-120 16,2 0 68-16,-1 0 21 0,0 0-433 0,0 0 220 0,-1 0 87 15,-2 2 62-15,-1 2-573 0,0 2 305 16</inkml:trace>
  <inkml:trace contextRef="#ctx0" brushRef="#br0" timeOffset="167949.31">21613 7294 1145 0,'-15'0'0'0,"0"0"0"0,1 2 0 0,0 1 0 0,-4 4 0 0,2 0 251 0,-7 6-109 0,4 6-55 0,-1 3-19 0,-3 4 320 15,0 10-178 1,2 2 126-16,1 3-152 0,3 2-75 0,4-1-30 16,1 8-8-16,0-3 71 0,6-4-54 0,3-7-28 0,3 2-174 15,0-7 81-15,2 0 29 0,10-5 0 0,4-6-171 16,-2-4 103-16,5-1 53 0,2-7-569 16,-1-2 254-16,5-6 164 0,-6 0 12 0,6-1 64 0,-3-12-479 15</inkml:trace>
  <inkml:trace contextRef="#ctx0" brushRef="#br0" timeOffset="168119.86">21555 7624 1340 0,'-11'-7'0'0,"3"5"0"0,4 0 0 0,0 0 0 0,1 2 0 0,1 0 0 0,2 0 0 0,0 0 407 0,0 0-179 16,13 0-102-16,2 0-46 0,1-2-24 0,4 1 93 0,-4-1-58 15,5 2-243-15,-2-2 88 16,-1 0 48-16,0 0 25 0,-2 0 0 0,0 0-483 0,-6 1 262 15,2-1-436-15,-3-1 268 16,-5 2 174-16,-2-3 86 0</inkml:trace>
  <inkml:trace contextRef="#ctx0" brushRef="#br0" timeOffset="168262.51">21677 7480 686 0,'-12'-9'0'0,"3"3"0"0,2 5 0 0,-2-2 0 0,0 3 0 0,2 0 178 15,0 10-72-15,-1 5-37 0,2 8 276 0,1 0-148 0,-1 7-86 0,1 1 145 16,3 0-112-16,-2 1-56 0,4 0-27 0,-2-6 8 0,2 2-70 15,0-5 1 1,0-2-264-16,4-6 149 0,5-2 73 0,5-5 46 16,0-6-8-16,4-2-561 0</inkml:trace>
  <inkml:trace contextRef="#ctx0" brushRef="#br0" timeOffset="168479.93">21829 7361 1560 0,'2'-5'0'0,"2"3"0"0,1 0 0 0,2 2 0 0,3 0 0 0,-1 0 154 0,2 9-53 0,3 8 348 16,-1 7-208-16,-1 1-104 0,-3 7-52 0,-4 2-27 0,-3 5 93 15,0 4-64-15,-2-7-104 0,0 4 24 16,-4-3 1-16,-9 0-134 0,0-3 87 0,-4-1 32 16,-2-7 0-16,-2-4 40 0,1-5-376 0,1-5 187 15,1-4-402-15,-1-2 268 0,1-6 123 0,6 0 68 16,1-1 33-16,4-12-156 15,5-7 86-15,2-11 56 0</inkml:trace>
  <inkml:trace contextRef="#ctx0" brushRef="#br0" timeOffset="168608.58">21936 7504 1236 0,'21'-9'0'0,"0"5"0"0,2 2 0 0,2-1 0 0,-4-1 0 0,0 0 0 0,1-2 59 0,-1 1 197 0,0-1-111 0,0-1 41 15,2 1-68-15,-4 1-47 0,0-2 1 0,-2 3-40 16,-2 1-443-16,0-1 221 0,-4 3 120 15,1-1-544-15,-3 0 311 0</inkml:trace>
  <inkml:trace contextRef="#ctx0" brushRef="#br0" timeOffset="168784.15">22199 7298 995 0,'-9'0'0'0,"1"0"0"0,4 0 0 0,0 0 0 0,3 5 0 0,-1 6 115 0,0 8-41 0,0 2-21 0,2 3 220 16,0 5-120-16,-2-5 289 0,-1 12-209 0,1-7-100 0,-3 6-50 15,0-4-25-15,1 3-91 16,-1-4 41-16,1 2-8 0,-1-4-410 16,-2 0 221-16,5-7 111 0,-1 0 55 0,1-8 36 0,0-4-670 15,2-6 327-15</inkml:trace>
  <inkml:trace contextRef="#ctx0" brushRef="#br0" timeOffset="169019.5">22229 7324 1077 0,'17'-30'0'0,"0"10"0"0,-1 3 0 0,3 1 0 0,1 3 0 0,-2 3 0 0,3 3 257 0,0 2-112 16,-1 1-56-16,-1 2-28 0,2 2-1 0,-5 0 205 15,2 6-121-15,-6 6-4 0,-1 5-53 0,-1 6-28 0,-4 0 1 16,-4-1 31-16,-1 8-33 16,-1-6 0-16,0-3-25 0,0 0 67 0,0 0-33 0,2-6-13 15,2-2-21-15,3-2 0 0,3-5-1 0,3-4 1 16,2-2-61-16,4 0 38 0,2-10-8 15,1-4-310-15,0-5 164 0,1-2 65 0,-2-1 47 16,-3-3-518-16,0 2 263 0,-8-4 127 16,1 0-385-16,-4 2 257 0,-5 1 127 0</inkml:trace>
  <inkml:trace contextRef="#ctx0" brushRef="#br0" timeOffset="169180.61">22608 7138 1209 0,'-5'3'0'0,"1"2"0"0,4 2 0 0,0 2 0 0,0 1 0 0,0 3 0 0,0 2 242 0,0 9-105 0,2-1-52 0,0 8 231 16,0 2-134-16,-1 12-79 0,-1-4 369 16,0 5-220-16,0-3-110 0,-3 5-54 0,-6-4-20 0,-3 8-42 15,-1-5 7-15,1 2 0 0,-1-4-523 0,4-2 262 16,4-11 139-16,0-7 56 0,2-3 33 0,3-11-798 16,0-3 400-16</inkml:trace>
  <inkml:trace contextRef="#ctx0" brushRef="#br0" timeOffset="169371.16">22830 7025 1952 0,'0'-15'0'0,"0"9"0"0,3 3 0 0,4 1 0 0,-5 0 0 0,1 2 0 0,-1 0 0 0,-2 4 0 0,0 11 201 0,0 4-84 0,0 4-42 0,0 3-205 16,-5 2 77-1,-2 0-1022-15,3 0 1069 0,1 0-1 0,1-7 40 16,2 1 8-16</inkml:trace>
  <inkml:trace contextRef="#ctx0" brushRef="#br0" timeOffset="169768.3">22973 7204 1078 0,'0'-6'0'0,"0"-2"0"0,0 3 0 0,5-5 0 0,3 1 0 0,2 2 0 0,-1-3 283 15,2 2-126-15,0 1 10 0,-3 4-59 16,3 1-42-16,-3 0 0 0,1 2 4 0,-4 0 0 16,1 0-37-16,-2 4-74 0,-3 6 32 0,-1 6 21 0,0-1 0 15,-7 2 21-15,-4 1-96 0,-3-1 56 16,0 0-47-16,-2 0 44 0,2-4 2 0,0 1 0 16,7-8-21-16,-2 2 83 0,3-4-35 0,5 0-15 0,-1 0 72 15,2-2-35-15,0-2 5 0,0 0-36 16,11 0 17-16,1 0-13 0,6 0 14 15,-1 0-213-15,1 0 98 0,1-2 51 16,0-1 23-16,-2 2-455 0,-1 0 213 0,0-2 115 16,-2 1-354-16,-5 0 222 0</inkml:trace>
  <inkml:trace contextRef="#ctx0" brushRef="#br0" timeOffset="169970.76">23254 7217 928 0,'0'0'0'0,"-1"0"0"0,-5 0 0 0,-6 4 0 0,-1 5 0 0,-6 6 0 0,1 5 64 0,-1 5 430 16,1 5-223-16,-5 7 350 15,4 1-294-15,2 3-148 0,4 1-72 0,2 0-38 0,7-9 151 16,1 4-97-16,3-3-46 0,0-2-59 0,0-3 15 16,7-7 8-16,4-1-8 0,4-3-283 15,0-7 141-15,2-5 71 0,1-4-643 16,2-2 363-16,-1 0 171 0,1-6-17 0,-3-7-603 0</inkml:trace>
  <inkml:trace contextRef="#ctx0" brushRef="#br0" timeOffset="170148.29">23254 7456 2134 0,'-3'-2'0'0,"1"0"0"0,2 2 0 0,0-2 0 0,0 0 0 0,2 0 0 0,7 0 0 0,6-2 0 0,4 0 163 0,2 0-57 0,0 1-40 16,-1-2 19-16,2 1-26 0,1 0-306 15,0 0 141-15,-3 0 77 0,-1 0 27 16,-3 2 0-16,0-1-464 0,-5-1 249 0,-1 2 125 0,-3 0-503 16,-5-1 272-16,0-3 146 0,-2-1 71 0</inkml:trace>
  <inkml:trace contextRef="#ctx0" brushRef="#br0" timeOffset="170286.15">23428 7260 315 0,'-14'-3'0'0,"1"0"0"16,4 3 0-16,-1 0 0 0,3 0 0 0,-4 8 364 0,3 8-166 0,-2 5 213 0,1 4-189 0,4 5-94 15,-2 2-40-15,4 2 105 16,3 2-80-16,0-1-41 0,0 3 1 0,0-7-93 0,3 2 34 16,9-5-8-16,-1-4 27 0,0-5-365 0,3-4 182 15,2-4 91-15,2-7-575 0</inkml:trace>
  <inkml:trace contextRef="#ctx0" brushRef="#br0" timeOffset="170475.81">23615 7175 1463 0,'8'-3'0'0,"4"1"0"0,6 2 0 0,-4 0 0 0,4 0 0 0,3 7 0 0,-3 11 75 0,1 5 655 0,0 6-349 16,-3 10 34-16,-7 1-191 0,2 2-96 0,-8-3-39 16,-1 10-32-16,-2-6 16 0,0-1 0 0,-9 2-40 0,-7-1-365 15,0-5 191-15,-9 5 83 16,3-7-659-16,-5 7 375 0,1-6 187 0,2-8 94 15</inkml:trace>
  <inkml:trace contextRef="#ctx0" brushRef="#br0" timeOffset="173141.96">22472 6872 291 0,'0'0'0'0,"0"0"0"0,0 0 0 0,0 0 0 0,0 0 0 0,0 0 0 0,0 0 0 0,0 0 0 0,0 0 80 0,0 0-23 0,0 0-1 0,0 0 23 15,0 0-23-15,0 0 8 0,0 0-32 0,0 0 50 0,0 0-24 16,0 0-1-16,0 0 2 0,0 0-18 0,0 0-8 16,0 0 0-16,1 0 29 15,3 0-18-15,0 0-11 0,1 0 8 0,1 0 61 16,0-2-35-16,-2 2 1 0,1-2 10 15,-1 2-22-15,-2 0 8 0,1 0-31 0,3 0 23 0,-3 0 0 16,4 0-23-16,-2 0 0 0,4 0 39 0,2 0-9 16,5 0-30-16,0 0 23 0,3 0-24 0,4 0 1 15,-2 0 8-15,6 0-22 0,2 0 14 0,-1 4 0 16,0-1-52-16,2 3 26 16,-5-2 8-16,7 1 18 0,-4-1-111 0,0 1 52 15,0-3 17-15,-1 0 0 0,-3-2-96 0,0 0 55 16,-3 0 15-16,-3 0-16 0,0-2 11 15,-7 0 0-15,-1-3 13 0,-5 1 15 0,-3 2-16 0,0 0 12 16,0 1 36-16,-2-1 0 0,0 0-41 0,0 2 5 16,0 0-276-16,-8 2 133 0</inkml:trace>
  <inkml:trace contextRef="#ctx0" brushRef="#br0" timeOffset="174141.46">14492 6221 804 0,'-7'-14'0'16,"0"0"0"-16,1 5 0 0,-1-1 0 0,2 3 0 0,-5 2 0 0,0-1 136 0,-3 4-52 0,2 2-18 16,-4 0 195-16,-4 8-114 0,-4 18-57 0,1 7 74 0,-2 14-57 15,-4 18-41-15,1 4 93 0,3 8 46 0,-1 15-87 16,7-5-42-16,4-9 197 0,3 20-125 15,7-10-57-15,4 0-30 0,0-2 33 0,11-10-30 16,14-1 7-16,5-5-447 0,11-9 204 0,8-7 103 0,6-6 50 16,11-4-364-16,5-4 216 0</inkml:trace>
  <inkml:trace contextRef="#ctx1" brushRef="#br0">32051 15200 0</inkml:trace>
  <inkml:trace contextRef="#ctx0" brushRef="#br0" timeOffset="174887.23">23861 5992 328 0,'0'-15'0'0,"0"1"-164"0,0 8 82 0,2 4 41 0,2-3 41 0,3 2 454 16,3 2-190-16,1-3-116 0,4 2 188 16,2 0-151-16,4 2-69 0,6 0-45 0,1 0 231 15,3 9-135-15,0 9-67 0,8 3-33 0,-7 6 88 16,5 9-66-16,-4 3-27 0,-2 7 137 16,-5 2-83-16,-1 15-42 0,-7-9 83 15,-2 15-66-15,-7-2-30 0,-4 4 1 0,-3 0-79 16,-2-2 24-16,0-9 9 0,-16 16 17 0,-2-13-177 15,-5 3 88-15,-4 0 45 0,-8-3 22 0,4-7-377 16,-12 10 185-16,5-13 58 0,5-11-224 0,1-1 159 16,5-11 65-16</inkml:trace>
  <inkml:trace contextRef="#ctx0" brushRef="#br0" timeOffset="177360.28">24808 6450 612 0,'0'0'0'0,"-4"0"0"0,2 0 0 0,0-1 0 0,0 1 0 0,0-2 0 0,1 2 0 0,-1 0 64 0,0-2-1 0,2 2-30 0,0 0 129 15,0 0-69-15,0 0-30 0,0 0 0 0,0 0 49 16,0 0-40-16,0 0 9 0,0 0 21 0,0 0-35 15,0 0 1-15,0 0 66 0,0-2-50 0,4 2-18 16,1-2-8-16,4 0 61 0,3 1-43 0,1-2-22 16,2 0 0-16,6-1 21 0,3 0-8 0,0 1-34 15,5-1 0-15,3 0 49 16,3 1-24-16,2-3 8 0,9 0-34 0,-5 3 34 16,7-3 0-16,-4 2-11 0,5 0-22 0,4 0 8 15,-1 0-9-15,2 2-40 0,2 1 19 0,0 1 1 0,8 0 0 16,-10 0 9-16,2 0 11 0,1 0 1 15,-1 0-82-15,-1 6 32 0,1-3 22 0,-2 1-14 16,-2 2-48-16,4-4 29 0,-5-1-1 0,4-1-34 16,-2 0 32-16,-4 0-10 0,0 0 40 0,-5 0-77 15,-7-3 35-15,-2-1-9 0,-2 0 41 0,-7 0-19 16,-3 3-2-16,-5-2 15 0,-7 1 15 0,-1 1-21 0,-7-1 3 16,-2 2-11-16,2-2-5 15,-1 2 14-15,-2 0-6 0,0 0 6 0,-9-1-209 16,-5 1 92-16,-3 0 55 0,-2 0 26 15,-4 1-429-15,0 9 228 0,-2 2-312 0</inkml:trace>
  <inkml:trace contextRef="#ctx0" brushRef="#br0" timeOffset="177875.36">24680 6518 678 0,'-8'-2'0'0,"1"1"0"0,4-1 0 0,-1 0 0 0,1 2 0 0,2 0 182 0,-2 0-75 0,2-2-37 0,-1 2 8 16,2 0 90-16,0 0-67 15,0 0-35-15,0 0 26 0,0 6-29 0,0 7 7 0,0 5-37 16,0 4 60-16,2 6-30 0,3 1-1 0,-2 5 89 16,1 2-52-16,-1 9-37 0,3-2 1 0,-3 2 35 15,1 2-32-15,1 0-1 0,0-4-24 0,0 10-24 16,-1-4 16 0,0-2-1-16,-3-4 1 0,0-7-53 0,2 1 35 0,-3-2-8 15,0-2 25-15,0-5-34 0,-4-6 35 0,-3-2-1 0,-2-4-63 16,-3-5 26-16,1-3-3 0,-2-3 1 15,0-3-29-15,-5-2 25 0,2 0-78 0,-1 0 42 16,-1-6 25-16,-2-5 0 0,1-4 17 0,-1-2-74 16,5 4 31-16,0-2 14 0,1 2 0 0,2 1 21 15,5 5-2-15,-4 4-1 0,4-1 43 0,0 4-4 0,0 0-41 16,-2 2-8 0,2 10 85-16,-2 8-34 0,0 3 14 0,1-2-17 0,-1 6 0 15,-1-2-7-15,3-1-14 0,-1-1-164 16,1-1 81-16,-1-1 40 0,3-4-292 0,0-2 148 15,5-5 78-15,0-4-139 0,0 0 111 0,0-4 52 16,7-2 25-16,5 0-298 0,2-6 162 0</inkml:trace>
  <inkml:trace contextRef="#ctx0" brushRef="#br0" timeOffset="178305.57">24847 6841 943 0,'0'-3'0'0,"-7"3"0"0,-5 0 0 0,1 0 0 0,-4 11 0 0,0 4 0 0,-2 4 181 15,6 1-74-15,4 4-28 0,1 3-9 16,6-3 132-16,0 2-85 0,0-1-42 16,9-1-21-16,4-3 61 0,6 1-46 0,-1-3 1 15,-2-5-37-15,5 0-22 0,-3-1 22 0,3-7-73 16,-2 2 32-16,-1-4 1 0,0-4 39 0,-2 0-69 15,0 0 35-15,-2-2 8 0,0-9 27 0,-3-4-211 16,0-2 95-16,-1-2 19 0,-3-2-96 0,-1-3 56 16,-5-3 46-16,1 1-52 0,-2-2 40 0,0 0 16 15,0 0-1-15,0 3 15 0,-7 3 31 0,-2 1-24 0,-1 4 1 16,1 6-1-16,0 5 152 16,-2 1-83-16,1 2-31 0,-1 3 105 15,1 5-66-15,-1 10-16 0,0 7-23 0,1 3 211 16,1 4-105-16,3 4 120 0,1 0-100 0,1 5-45 15,2 0-19-15,2-1 3 0,0 3 0 0,0-3-37 16,0-1-1-16,0-3-173 0,0-1 95 0,2-2 36 16,4-2 21-16,-3-5-144 0,3-3 82 15,-1-1 28-15,0-7 2 0,2-1-430 16,-2-3 179-16,-1-5 121 0,0-1-236 0,1-2 177 16,-3 0 80-16</inkml:trace>
  <inkml:trace contextRef="#ctx0" brushRef="#br0" timeOffset="178498.68">25143 6523 732 0,'0'-10'0'0,"0"4"0"0,0 5 0 0,0-2 0 0,0 0 186 0,0 3-76 0,-5 3-39 15,0 12 0-15,-3 2 171 0,3 2-96 0,-3 5-63 16,2 2-26-16,1 1 1 0,1 0-25 0,2-1-256 15,2-6 136-15,0 7 56 0,0-5 32 0,0 0-425 16,0 1 211-16,0-3 104 0</inkml:trace>
  <inkml:trace contextRef="#ctx0" brushRef="#br0" timeOffset="178876.13">25251 6661 977 0,'0'-5'0'0,"-2"-5"0"0,0 4 0 0,1 4 0 0,1-5 0 0,0 3 0 0,0 2 0 0,0 0 0 0,0 0 242 0,0 1-110 0,1 1-49 0,5 0-25 16,1 0 11-16,0 1-36 0,2 7 8 0,-4 1-8 15,-2-1-95-15,1 2 47 16,-2-1 24-16,0 0-93 0,-2 3 67 0,0-2 20 0,-2 0-33 16,-7-1 29-16,-5 1-15 0,2-2-1 15,-1 0-10-15,-3-1-1 0,4-2-1 0,-4-1 24 0,4 0 121 16,1-1-58-16,1 1-27 16,2-2-1-16,5-2 143 0,1 0-79 0,0 1-39 15,2-1-28-15,0 2 21 0,0 0-15 0,7 0-63 16,10-2 32-16,0 2-1 0,4 1 32 0,1-2-291 15,-1 4 135-15,2-4 58 0,-4 5 39 0,3 2-447 16,-3-1 221-16,1 0 97 0</inkml:trace>
  <inkml:trace contextRef="#ctx0" brushRef="#br0" timeOffset="179082.58">25473 6795 781 0,'0'0'0'0,"-6"5"0"0,-1 1 0 0,-5 3 0 0,-3 2 0 0,-4 4 0 0,1 3 391 0,-3 2-179 0,0 8-90 16,3 0-36-16,-1 2 138 0,-1 2-95 16,6-4 142-16,2 3-119 0,5-3-60 0,0-4-21 0,7 1-92 15,0-2 27-15,0-2 1 16,0 0 25-16,0-4-292 0,10 0 143 0,4-2 74 16,-1-2 38-16,2-3-507 0,2-1 224 0,0-3 145 15,2-3-8-15,-2-3-146 0</inkml:trace>
  <inkml:trace contextRef="#ctx0" brushRef="#br0" timeOffset="179263.45">25438 7093 825 0,'-5'-8'0'0,"-3"5"0"0,4 1 0 0,1 0 0 0,1 0 0 0,0 2 0 0,2 0 327 16,0 0-146-16,6 0-75 0,11 0-36 0,2 0 205 15,1 0-124-15,3 0-60 0,0 0-29 0,-2 0-108 16,4 0 39-16,-2 0 9 0,-2 0 31 0,-3 0-376 15,1 0 189-15,-2 0-121 0,-4-2 155 16,-3 0 41-16,-2 1 47 0,1-2-431 0,-7 2 215 16,-2-5 108-16</inkml:trace>
  <inkml:trace contextRef="#ctx0" brushRef="#br0" timeOffset="179412.05">25627 6939 845 0,'-10'-7'0'0,"0"4"0"0,1 3 0 0,2 0 0 0,-2 7 0 0,-1 11 0 0,-1 5 0 0,4 3 0 0,1 4 375 0,1 2-175 15,2 2-84-15,3-4-41 0,0 2 172 0,0-3-107 0,0-4-153 16,0 5 18-16,2-10 1 0,4 1 27 16,0-1-177-16,1-8 89 15,0-1 52-15,4-4 13 0,1-2 1 0,1-5-463 0,2 0 186 16</inkml:trace>
  <inkml:trace contextRef="#ctx0" brushRef="#br0" timeOffset="179618.99">25710 6967 848 0,'0'-15'0'0,"1"10"0"0,1-1 0 0,2 1 0 0,3 4 0 0,5 0 0 0,1 1 338 0,2 0-153 0,2 7-68 0,0 6-46 15,1 8 154-15,-2 1-96 0,-5 5-48 0,2 2 1 16,-5 2-16-16,-5 5-8 0,-1-3-26 16,-2 0-23-16,-2 5 24 0,-12-4-1 0,-4-1 9 15,-1 0-90-15,-9 3 41 0,8-12 0 0,-5 2 41 0,-1-5-201 16,6-6 108-16,-1-2-363 0,2-4 208 15,3-3 77-15,5-6 60 0,4 0-325 0,1-2 177 0,6-11 101 16</inkml:trace>
  <inkml:trace contextRef="#ctx0" brushRef="#br0" timeOffset="179784.34">25865 7136 559 0,'8'-3'0'0,"3"1"0"0,0 0 0 0,0 0 0 0,3 0 392 0,-1 1-179 0,2-2-91 16,2 2-36-16,4-2 123 0,0 1-88 0,-1 1-44 15,4-1-22-15,-6-2 46 0,2 2-26 0,-1 0-8 16,-5 2-34-16,2-2-307 16,-8 2 154-16,2 0-414 0,-2 0 275 0,-2 0 132 15,-4 0 69-15,-2 0-327 0</inkml:trace>
  <inkml:trace contextRef="#ctx0" brushRef="#br0" timeOffset="179936.74">26054 6922 337 0,'-6'-11'0'0,"-1"6"0"0,2 2 0 0,3 1 0 0,0 2 0 0,0 2 314 0,2 13-141 0,0 6-62 16,0 7 250-16,0 2-164 0,2 2-82 0,0 4 44 16,0 1-55-16,0-1-40 0,0 1 0 0,-1-3-28 15,2 0-3-15,-1-3 0 16,-2-7 8-16,2 6-310 0,-1-10 151 0,1-1 75 16,0-4 38-16,2-6-498 0,1-1 260 0</inkml:trace>
  <inkml:trace contextRef="#ctx0" brushRef="#br0" timeOffset="180188.97">26126 6939 768 0,'7'-17'0'0,"3"4"0"0,1 3 0 0,1 3 0 0,3 0 0 0,-2-1 0 0,1 3 130 16,-1 3-48-16,1 2-24 0,1 0 7 0,-1 0 69 15,-3 11-50-15,-2 4-26 0,-1 5 0 0,-4 3-41 16,-3-1 24-16,1 8 27 0,-2-3 0 0,0-1-35 15,0-5-1-15,0 0 40 0,0 1 8 0,0-3-47 16,0-5 0-16,6-2-23 0,1-3 1 0,5-1 21 16,1-6 9-16,4-2-94 0,-1 0 43 0,3 0 22 15,3-11-1-15,-4-4-256 16,-3 0 120-16,0-2 66 0,0-2 8 0,-6 2-348 16,-1-2 186-16,-3 2 74 0,-3 0-170 0,0 1 142 0</inkml:trace>
  <inkml:trace contextRef="#ctx0" brushRef="#br0" timeOffset="180357.53">26441 6831 785 0,'-9'-8'0'0,"1"2"0"0,3 4 0 0,2 2 0 0,-3 0 0 0,1 0 0 0,2 3 0 0,1 13 354 0,-1 4-161 0,3 7-71 0,-2 3-49 16,-2 4 137-16,1 7-89 0,-1 0-44 16,-3 3-22-16,4-7 210 0,-3 12-119 0,-1-8-137 15,2 0 1-15,-2 1 23 0,0-6-1 0,3 3-399 16,-3-4 195-16,2-1 103 0,1-5 50 0,-1-1 27 0,1-8-622 15,1 2 296-15</inkml:trace>
  <inkml:trace contextRef="#ctx0" brushRef="#br0" timeOffset="180562.99">26540 6689 710 0,'-4'-1'0'0,"2"-8"0"0,2 8 0 0,0-1 0 0,0 2 0 0,0 0 283 0,0 0-117 0,0 2 132 16,0 8-132-16,0 2-67 15,0 5-43-15,0 2 1 0,0 4-16 0,0 6-9 16,0-4 1-16,0 3-257 0,-5-1 128 0,4-5 65 16,1 2 40-16,0 5-506 0</inkml:trace>
  <inkml:trace contextRef="#ctx0" brushRef="#br0" timeOffset="180756.47">26708 6854 929 0,'0'0'0'0,"0"0"0"0,-1 0 0 0,-7 0 0 0,1 8 0 0,-2 3 0 0,-1 4 191 15,-3 6-79-15,5-1-31 0,-1 7 150 16,3 1-99-16,1 0-49 0,3 2-26 0,2 0 1 0,0-3-67 15,0 7 17-15,0-6-296 0,0-7 160 16,4 3 81-16,3-6 40 0,2 1-522 0,1-5 263 16</inkml:trace>
  <inkml:trace contextRef="#ctx0" brushRef="#br0" timeOffset="181443.08">26641 6688 328 0,'-7'-9'-164'0,"-2"2"82"0,-3-2 41 0,6 2 41 0,-1 1 240 0,-1-2-86 16,0 1-62-16,2 1-29 0,3 0 77 0,1 3-54 0,1 1-19 15,1 1 130-15,0-2-83 16,1 1-40-16,9 0 13 0,1 2-28 0,2 0 9 16,1 0-35-16,0 0-39 0,-3 0 0 0,0 7 39 15,-1-1-1-15,-4 4-62 0,-1 2 27 0,-3-1 1 16,-2 1 34-16,0 4-39 0,-7 0 18 0,-9 1 8 15,-2 2-23-15,-1-4-13 0,3-2 2 0,-2 0-1 16,2 0 98-16,4-7-31 0,1 2-13 0,6-2 17 16,1-5 3-16,0 1-40 15,4 0 12-15,0-2-111 0,2 2 51 16,13-2 25-16,6 0 9 0,1 0-58 0,4 0 35 0,-5 0-355 16,8 0 174-16,-3 0 93 0,-6 0 24 0,1 6 31 0</inkml:trace>
  <inkml:trace contextRef="#ctx0" brushRef="#br0" timeOffset="181824.16">26742 7051 952 0,'-5'0'0'0,"0"0"0"0,4 0 0 0,1 0 0 0,0 0 0 0,0 0 0 0,0 0 120 0,0 0-44 0,9 0 215 0,5 0-130 16,-1 0-63-16,4-3-106 0,-1-1 16 0,0 2 0 0,-2-2 25 16,0 2 0-16,-4 1-310 15,0 1 163-15,-1 0 69 0,-1 0-315 0,-3 0 184 16,0 0 92-16,-2 0-103 0,-1 0 38 0,-2-2 54 0,0 0 31 16,0-4-1-16,0-1-29 0,0-4 94 0,-2 0 0 15,-1-1 0-15,1 0 0 0,-1 3 0 0,0 2-28 16,1-1-5-16,-1 3 33 0,-2 1 0 15,2 1 0-15,-1 3 253 0,0 0-144 0,-1 0 128 16,-2 9-112-16,1 6-22 0,-2 5-41 16,1 1 230-16,-1 3-130 0,5 3-65 15,-4-3-23-15,6 6 102 0,-1-2-72 0,0-1-36 0,2-3-138 16,0-3 51-16,0 1 35 0,2-1-9 0,1-5-340 16,5-2 183-16,2-3 91 0,-3-5 46 0,3-3-258 15,-2-3 89-15</inkml:trace>
  <inkml:trace contextRef="#ctx0" brushRef="#br0" timeOffset="182011.41">27011 6945 1003 0,'5'-4'0'0,"6"4"0"0,1 0 0 0,-1 0 0 15,1 2 0-15,-4 9 0 0,4 3 430 0,0 4-190 0,-3 8-108 0,-2 0-49 0,-1 3 141 0,-4 3-96 16,-2 2-48-16,0-1-15 0,-2 3-90 0,-11-3 29 15,-2 2-1-15,-6-2-102 0,0-1 66 16,1-2 41-16,-2-2-422 0,-1-3 224 0,0-5 111 16,1-2 32-16,-2-7-612 0</inkml:trace>
  <inkml:trace contextRef="#ctx0" brushRef="#br0" timeOffset="182685.42">26441 6439 449 0,'0'0'0'0,"0"0"0"0,0 0 0 0,0 0 0 0,0 0 0 0,0 0 0 0,0 0 0 0,0 0 33 0,0 0 111 0,-1 0-59 0,1-1-26 16,-2-3-1-16,0 1 12 0,2-2-37 0,0 1-25 16,-2 0-9-16,0 3 34 15,2-3 0-15,-2 2-51 0,2 1 25 0,0-2 9 16,-1 2 7-16,1-1 10 0,-2 0 0 0,2 0-9 16,-3 2 7-16,2-2-25 0,1 2 19 0,-2-1-20 15,2 1 16-15,-2 0 23 0,2 0-1 0,0-2-10 16,0 2 29-16,0 0 6 0,0 0-39 0,0 0 20 15,0 0-18-15,0 0 14 0,0 0-13 0,0 0 62 16,0 0-30-16,0 0-1 16,0 0-30-16,0 0 109 0,0 0-59 0,0 0-25 15,0-3 70-15,0 2-48 0,0-1-23 0,0 1 8 16,0-2-57-16,5 1 24 0,7 0 1 0,0-2-32 16,4 0 32-16,3 2 8 0,8-1-8 0,3 0-31 15,2-3 31-15,4 3-1 0,1-4 1 16,0 4-27-16,-1-1-9 0,0 0-24 0,-6 2 26 15,0 1-12-15,-2 1 35 0,-6 0-9 16,0 0-87-16,0 0 40 0,-6 0 23 16,3 1-7-16,-4 1-44 0,-1 0 27 0,-2 0-128 15,-1-2 68-15,-4 0 42 0,-1 0 5 0,1 0-1 16,-4 0-137-16,-1 0 80 0,-1 0-181 0,2 0 128 0,-3 0 62 16,0 0 33-16,0 0-496 0</inkml:trace>
  <inkml:trace contextRef="#ctx0" brushRef="#br0" timeOffset="183372.58">27815 6770 692 0,'0'-14'0'0,"-2"1"0"0,-1 6 0 0,3 2 0 0,-1-1 0 0,1 2 0 0,0 3 239 15,0-2-103-15,-2 1-52 0,2 1-25 0,0 1 233 16,-2 3-134-16,-1 14-62 0,-2 6 102 0,-1 3-83 15,1 4-41-15,0 4-12 0,-1 2 35 0,3 1-32 16,-4 8 0-16,2-3-12 0,0-1 0 0,1-3-12 16,-2 9-8-16,3-14-56 15,-1 3 28-15,-2-3 0 0,2-3 28 0,2-7-60 16,-1-3 26-16,1-6 0 0,0-3-36 0,0-3 21 16,0-4 20-16,0-4-15 0,-1 0 15 0,-4 0 7 15,-2-12-18-15,0-4-11 0,0-2-8 0,-5-6 30 16,2 0 0-16,-2-1-54 0,1-3 26 0,-4 2 0 15,0-3 26-15,0 6-95 0,-4 2 40 0,-1 6 74 16,-2 3-34-16,-1 7 3 16,2 5-13-16,-7 0 197 0,7 4-89 0,0 11-43 15,2 5-23-15,4 5 103 0,8 0-42 0,-2 5-36 16,7-1 8-16,4 1 153 0,0 0-87 0,4-4-42 16,13 1-14-16,5-7-37 0,4-1 8 0,6-5 0 15,1-5 0-15,11-4-183 0,-6-5 100 0,8 0-453 16,-4 0 239-16,-1-4 133 0,-1-6 28 15,1-4-448-15,-3-1 250 0,6-4 139 0,-4-6 65 0,0 2-158 16,-2-8 111-16,1-5 55 0</inkml:trace>
  <inkml:trace contextRef="#ctx0" brushRef="#br0" timeOffset="183565.16">28337 6815 848 0,'11'-23'0'0,"-5"10"0"0,-2 5 0 15,-3 5 0-15,2 1 0 0,-3 2 134 0,0 0-51 0,-11 11-25 0,-1 10 8 0,-1 5 349 16,-3 4-191-16,0 12 262 0,2-2-227 0,1 7-113 15,8-5-48-15,-4 11 136 0,8-6-101 0,1 0-50 16,0-4-25-16,0 0 5 0,7-7-22 0,3 3-8 16,5-7-1-16,2-2-265 15,1-5 132-15,2-7 67 0,-3-2 42 0,3-6-219 16,1-6 122-16,0-1-587 0,-6-3 291 0,-5 0 177 16,2 0 79-16,-6 0-340 0,-3-12 218 0,-3-3 109 0</inkml:trace>
  <inkml:trace contextRef="#ctx0" brushRef="#br0" timeOffset="183715.76">27914 7138 1087 0,'-13'0'0'0,"8"0"0"0,5 0 0 0,18 0 0 0,19 0 0 0,1-2 490 0,21 0-228 0,-2 1-107 16,21 1-65-16,-2 0 293 0,2 0-175 0,-2 0-88 15,0 3 144-15,-17 1-108 0,3 2-65 0,-5-1-569 16,-3 3 256-16,-8 3 127 0</inkml:trace>
  <inkml:trace contextRef="#ctx0" brushRef="#br0" timeOffset="184822.69">25138 6157 819 0,'-14'-7'0'0,"-2"-4"0"0,5 3 0 0,2 5 0 0,1-2 0 0,4 4 0 0,-1 0 0 0,1-2 57 0,4 1 204 15,-2 2-118-15,2 0 30 0,0 0-70 0,0 0-35 0,0 0 0 16,0 6-27-16,0-2 217 15,0 1-113-15,0 3-56 0,0-2 146 0,2 1-100 16,-2 1 92-16,1-3-101 0,2 2-47 0,-2 3-23 16,5 1 0-16,2 0 104 0,1 5-55 15,8 4 19-15,0 1-46 0,9 7-22 16,6 4 0-16,11 7-24 0,1 1 9 0,25 19 89 0,2-2 44 16,9 4-174-16,2 2 0 0,6 7 0 0,6 2 0 15,13 8 0-15,-4-7 0 0,1 2 0 0,-4 0 0 16,-15-7 0-16,6 3 0 0,-3-5 0 15,-8-4-265-15,-1-10 212 0,-14-8 5 16,-1-3 14-16,-16-6 3 0,-1-2 17 0,-5-5-39 16,-11-7 30-16,1-5 136 0,-7-2-65 0,-6-5-43 0,-4-3 145 15,-3-3 55-15,-7-3-205 0,2 2 0 16,-6-2 0-16,2 0 0 0,-3-7 0 0,0-6 0 16,-9-4-584-16,-9 0 287 0,-4 0 146 0,-6 4-502 15,-10 3 314-15</inkml:trace>
  <inkml:trace contextRef="#ctx0" brushRef="#br0" timeOffset="185599.06">21104 7025 423 0,'-6'-9'48'0,"-1"3"-25"0,3 0 1 16,-1 3-24-16,0-2 0 0,2 0 240 0,-1 2-104 0,0-1 160 15,1 3-123 1,1-2-75-16,2 1-32 0,0 1-1 0,0 1 149 16,0 0-90-16,0 0-7 0,0 0-46 15,9 0 0-15,8 1 203 0,5 9-121 0,6 3-60 0,4 2-22 16,10 7-8-16,-3 5-30 0,12 4 159 0,-1 4-79 16,3 2-40-16,8 4 78 0,2 1-63 15,5 3 63-15,17 6-118 0,-3-5 0 0,7 1 0 0,-9-5 7 16,21 8-7-16,-4-3-41 0,-1-2 41 0,1 2 0 0,-1-4-108 15,-20-4 62 1,7 0-173-16,-9-4 109 0,-8-1 35 0,-11 0 32 16,-7-5-12-16,-9-4 2 0,5 1-47 0,-13-5 31 15,0 0-11-15,-10-8 24 0,-2 0-9 0,-3-3 6 0,-7-3 48 16,-3-3-21-16,-3-2-6 0,-1-2 160 16,-2 0-78-16,0 0-28 0,0-12-157 15,-9-3 55-15,-2-3 37 0,-5-2 1 0,-1-1-722 16,3 1 343-16,-7 0 185 0,4 7 88 15</inkml:trace>
  <inkml:trace contextRef="#ctx0" brushRef="#br0" timeOffset="186435.58">16223 7218 618 0,'-7'0'0'0,"0"-1"0"0,2-1 0 0,1-2 0 0,1 0 0 0,-3 3 122 0,3-3-36 16,-2 0-31-16,1 2 175 0,1-1-98 0,-1 0-50 0,2 3 74 15,2 0-54-15,-2 0-38 0,2 0-1 16,0 0-30-16,0 0 152 0,0 0-76 0,0 0 14 15,0 0-50-15,8 0 1 0,7 8 106 16,3 0-74-16,5 3-37 0,2 0 9 0,5 2 4 16,2 4-25-16,7 4 0 0,3 3 81 15,2 1-53-15,8 3-17 0,10 6-9 0,1-2-27 16,7 0 1-16,14 5 54 0,-2-3-28 0,-4-3-58 16,17 6-9-16,-12 2 41 0,-5-1-1 0,-10-4-105 15,4 8 52-15,-5 0 35 0,-3-5-7 16,-4 1-60-16,-7-4 29 0,-10-4 2 0,0 0 23 15,-9-6 14-15,0 2-40 0,-4-5 29 16,-8-4 85-16,-3-4-42 0,-4-1-4 0,-4-5 50 16,-3-3-38-16,-5-2-21 0,1 0 18 0,-2-2-34 0,-2 0 268 15,0 0-286-15,0-8 0 16,0-5 0-16,-2-2 0 0,-5-1 0 0,-1 0 0 0,-1 0-881 16,-3 1 465-16,0 6-384 0</inkml:trace>
  <inkml:trace contextRef="#ctx0" brushRef="#br0" timeOffset="190167.29">4931 14248 394 0,'0'-18'0'16,"-4"3"0"-16,3 8 0 0,1 6 0 0,0-1 0 0,0 2-1 0,0 0 0 0,0 0 0 0,3 6 44 0,0-1 1 15,1 0-35-15,0 3-1 16,-2-1 40-16,0-4 1 0,0-2-37 0,0 2 103 16,-2-3-49-16,0 1-22 0,0-1 0 0,0 0 76 15,0 0-45-15,0 0-14 0,0 0 0 0,0 0 0 16,2 0-28-16,1 0-1 0,-3 0 13 0,0 2-4 16,3-2-8-16,-2 0 0 0,1 0 20 0,0 2 0 15,1-2-20-15,-3 0 41 0,2 0-42 0,4 0 1 16,0 0 0-16,0 0 17 15,1 4-17-15,3-3 8 0,2 1-9 0,1 0-19 16,1 2 20-16,1-2 0 0,5 3-2 0,-5-4 10 16,5 3-8-16,-1-1 0 0,-1-2-17 0,2 4 17 15,-2-1-1-15,2-3-18 0,1 2 17 0,-3 0-4 16,2-1 3-16,-1 0-11 0,-1-2 10 0,2 1 6 16,-5-1-20-16,5 3 13 0,-1-3 0 0,2 1-2 15,1-1 8-15,0 0 0 0,5 0-6 0,-4 2 0 16,2-2-10-16,3 0 9 15,-1 0 1-15,-3 0-33 0,6 0-7 0,-4 0 36 16,1 0 0-16,-3 0-25 0,2 0 0 0,-3 0 23 16,5 0-5-16,-4 0 0 0,0 0 3 0,-3 1-8 15,2-1 18-15,1 3-10 0,2-3-3 0,1 0 0 16,1 0 0-16,2 0 2 0,0 0-2 0,4 0 17 16,1 0-14-16,0-3-1 0,0 0 0 0,1-2-22 15,0-2 25-15,1 1-3 16,-3 2-26-16,-1-1 24 0,-1 0 0 0,0 3 0 15,-5-1-20-15,3-1-3 0,-2 2 19 0,2 0-6 16,-1 0 4-16,1 2 2 0,-3 0-2 0,4-2-9 16,0 1 5-16,-1-3 4 0,-1 4 22 0,4-4-22 15,0-1 2-15,0-1-2 0,1 0 25 0,0-1-1 16,-1 2-19-16,3-2-3 0,1 1 14 0,-6 1-12 16,3 2 3-16,-2-1-2 0,1 0-22 0,0 2 21 15,0 0 7-15,-1 0-29 0,2-1 22 0,1 0 0 16,-3 0-2-16,2 0-40 15,0-4 38-15,-1 2 1 0,0 0 13 0,-1-1-15 16,3-2-2-16,-4 1 2 0,3 1 23 0,-4-2-22 16,2 3 0-16,0-3-1 0,-1 3-1 0,3-2 3 15,2 3 4-15,-1-3-16 0,2 3 15 0,-2-2-3 16,1 2 3-16,-1-2-34 0,3-2 1 0,-3 3 28 16,7-4-27-16,-3 0 0 0,0-1 19 0,2-1 4 15,-6 1-30-15,2-1 27 0,2 1-5 0,-4 1 4 16,1-2-35-16,-4 4 33 0,-5-1-3 15,3 0 34-15,-1 4-1 0,-5 0-29 16,1 1-1-16,-1 1 8 0,-2 0-5 0,3 2-2 16,1 0-24-16,-1 0 25 0,-2 0 3 0,-3 0-3 15,4 0-32-15,3 0 0 0,-3 0 31 0,1-1-5 16,-2-2 2-16,2 0 1 0,-2 1-5 16,7-4 39-16,-2 0-3 0,5 1-31 0,-2-2-6 0,3-2 44 15,1 3-35-15,3-2-2 16,0 0 26-16,-3-1-1 0,1 2-12 0,1 1-7 0,1-1-4 15,-3 1 6-15,4-1 6 0,-4 1-5 16,1 0-41-16,1 0 40 0,5 0 0 0,-1 1-34 16,0-2 28-16,4 1 3 0,-4 0-7 0,-1 1 4 15,9-2 1-15,-6 1-6 0,0 2 1 0,0-2 0 16,-2 2 2-16,-1-2 0 0,7 1-26 0,-3-1 26 16,-2 1 0-16,4-1-1 0,1 1-8 0,-7 0 7 15,10-4 1-15,-6 3 41 0,0 3-41 0,-1-3 0 16,3 3 1-16,-7 0 22 15,7 0 0-15,0 1-18 0,-2 0-4 0,4 1 6 16,-2 1-3-16,5 0 9 0,0 0-27 0,-2 0 22 16,2 0-2-16,-4 0-30 0,1 0 29 0,-4 0 0 15,8 0-1-15,-3 0-18 0,0 0 16 0,0 0-4 16,2 0 4-16,3 0-4 0,0 0 3 0,1 0-2 16,0 0 3-16,-3 0-1 0,0 0-1 0,1 0 1 15,0 0 2-15,-1 0-2 0,-1 0 0 0,4 0 0 16,0 0 1-16,2 0-1 15,1 0 28-15,-1-3-28 0,-3 3 1 0,1-2 0 16,-3 2 13-16,1 0-11 0,0 0-1 0,-3 0 2 16,3 0-6-16,1 0 6 0,1 0-1 15,1 0 3-15,-2 0-18 0,-1 0 16 16,0 0-1-16,-3 0-8 0,1 2 6 0,-6 1 2 16,8 0 21-16,-4-1-1 0,-1 1-20 0,2 2-2 15,2 0 34-15,-2-1-29 0,2 3 160 0,-4-1-166 16,3 0 0-16,-2-1 0 0,1 1 0 0,1 0 0 0,0-3 0 15,-1 1 0-15,3 0 0 0,2-3 0 16,3 2 0-16,-2-1 0 0,2-2 0 0,-1 0-168 16,1 0 171-16,0 1-6 0,-1-1-3 0,7 0 5 15,-12 0 1-15,16 0-3 0,-4 0 4 16,-1 0-2-16,-4 0 1 0,10 0-1 0,-5 0 2 16,0 0-1-16,1 0 0 15,-1 0 1-15,-4 0 0 0,18 0-1 0,-7 0 0 0,3-1 2 0,-5-1-2 16,2-2 0-16,-7 0 6 0,15 0-6 15,-8 2 1-15,4-1-1 0,4-1 167 0,0 0-167 16,0 2 0-16,-2-1 0 0,2-1 0 0,0 0 0 16,-1 1 0-16,16-1 0 0,-16-1 0 15,6 4 0-15,0-3 0 0,-1 0 0 0,2 1 0 16,-2-1 0-16,2 0 0 0,13 1 0 0,-8-2 0 16,-4 3 0-16,3-5 0 0,1 4 0 0,-9-3 0 15,24 1 0-15,-8-1 0 0,-1-1 0 0,0 3 0 16,0-2 0-16,-10 0 0 0,23 1 0 15,-8-1 0-15,-3 0 0 0,-2 2 0 16,-4 0 0-16,-9 3 0 0,18-3 0 0,-3 2 0 0,-4 0 0 16,0 2 0-16,-2 0 0 0,-10 0 0 0,20 0 0 15,-6 0 0-15,3 0 0 0,-3 2 0 0,-2 2 0 16,-10-2 0-16,19 1 0 0,-3-1 0 0,4 1 0 16,-1-2 0-16,-4-1 0 0,-9 0-182 0,20 0 180 15,-6 0-4-15,4-1 3 0,-1-6 8 0,-4 2-9 16,-9 0-5-16,20-5 4 0,-4 5 44 15,-2-1 128-15,0 2-167 0,-4-2 0 16,-12 5 0-16,25-2 0 0,-8 2 0 0,0-2 0 16,-3 3 0-16,-3 0 0 0,-11 0 0 0,22 0 0 15,-5 0 0-15,-3 0 0 0,-3 3 0 0,0 1 0 16,-13-3 0-16,25 1 0 0,-6 2 0 0,-6-3 0 16,0 2 0-16,-13 0 0 0,21 0 0 15,-6 0 0-15,1-1 0 0,-3 2 0 0,-4-2 0 16,-10 2 0-1,18-3 0-15,-9 1 0 0,5 0 0 0,-6 0 0 0,-1-2 0 16,-11 2 0-16,16-2 0 0,-7 0 0 0,6 0 0 0,-1 0 0 16,-3 0 0-16,-8 0 0 0,21 0 0 0,-7 0 0 15,3 0 0-15,4 0 0 0,-8 0 0 0,-9 0 0 16,19 0 0-16,-11 0 0 0,1 0 0 0,0 0 0 16,-7 0 0-16,-11 0 0 0,18 0 0 0,-13 0 0 15,4 1 0-15,4-1 0 16,-2 0 0-16,-11 2 0 0,20 0 0 15,-11 1 0-15,8-3 0 0,1 3 0 0,0-1 0 16,-12 0 0-16,19 0 0 0,-11 0 0 0,0 0 0 16,5 1 0-16,0-3 0 0,-19 2 0 0,23-2 0 15,-14 2 0-15,2 0 0 0,2 0 0 0,0 0 0 16,-15-1 0-16,20 2 0 0,-23 0 0 0,19 1 0 0,-12-2 0 16,6 3-170-16,-12-2 159 0,6 0-38 15,-5-1 41-15,-4-2-1 0,-4 1 5 16,-6-1-29-16,-9 2-4 0,12 1 27 15,-17-3-6-15,2 0 41 0,-8 1-40 0,-9 1 3 0,2-2-51 16,-6 2 26-16,1-2-3 0,-2 0 25 0,-1 0-190 16,4 0 90-16,-3 0 31 0,5 0-138 15,5 0 94-15,1 2 48 0,1 1 24 0,1 1-488 16,-5 7 248-16,11 9 136 0</inkml:trace>
  <inkml:trace contextRef="#ctx0" brushRef="#br0" timeOffset="198926.31">6550 14772 660 0,'-10'-4'0'0,"1"-1"0"0,2 2 0 0,1 1 0 0,0-1 0 0,-1 2 0 0,3-2 0 0,-3 2 64 0,3-1 0 0,0-1-31 15,3 2 59-15,-2 1-33 0,1 0 0 0,2 0-27 16,0-2 22-16,0 2-1 0,0 0-12 0,0 0-22 16,0 0 14-16,0 0 0 0,0-2-7 15,0 0 7-15,6-2 8 16,2-1-9-16,1-1 53 0,3-1-27 0,0 2 0 0,1 1-25 16,3-2 39-16,-1 0-9 0,0 2-31 0,1 0 1 15,0 3-51-15,0 1 25 0,-2 0 9 0,-2 0-70 16,0 5 41-16,-1 8 23 0,-4 4-34 0,-1 4 25 15,-3 2-10-15,-3 6 31 0,0 3-26 0,-3 3 18 16,-6-2-24-16,-4-1 20 0,-2 1 59 0,0 0-30 16,-1-5-3-16,-4-2-26 15,1-1 47-15,1-5 0 0,3-7-23 0,-3 2 16 16,3-5 8-16,1-5-33 0,2-1 16 0,3 0 66 16,1-4-28-16,2 0-7 0,6 0 20 0,-3 0-30 15,1 0 1-15,2 0-30 0,0 0 101 0,0 0-55 16,5-2-23-16,9-1 1 0,1-5-38 0,0 2 14 15,3-1 8-15,2 4-37 0,-2-1 29 0,3 3-1 16,-1 0 1-16,-2-2-145 0,-1 3 80 0,-3 0 29 16,2 0-143-16,-2 0 62 0,0 0 50 15,-2 0-10-15,0 0-451 0,1 0 223 16,-2 0 120-16,5-2 59 0,-4-3-398 0,8-9 229 16</inkml:trace>
  <inkml:trace contextRef="#ctx0" brushRef="#br0" timeOffset="199223.52">6995 14564 1055 0,'0'-6'0'0,"0"1"0"0,0 4 0 0,-4 1 0 0,1 0 0 0,-5 0 205 0,2 6-86 0,4 5-35 16,1 2 44-16,1 2-48 0,0 1-24 0,0-2 1 15,9 1 43-15,4-2-26 0,3-2-8 0,-2-1-102 16,2-3 34-16,-2-3 0 0,2-1 34 0,-5-3-143 15,1 0 67-15,-3 0 39 0,-2-3-88 0,-3-8 39 16,-3-2 36-16,-1-2-19 0,0-2 9 0,-1 0-18 16,-9-2 40-16,-2 3-34 0,0 1 89 0,-3-1-41 15,2 7 4-15,-3 0-23 16,2 4 102-16,-2 4-36 0,3 1-28 0,4 0 37 16,-5 0-29-16,9 4 1 0,0 7-141 0,3 1 59 15,2-1 29-15,0 1 2 0,3 4-314 0,12-5 150 16,6 2 82-16,4-1 23 0</inkml:trace>
  <inkml:trace contextRef="#ctx0" brushRef="#br0" timeOffset="199697.37">7688 14456 1160 0,'-9'-13'0'0,"1"2"0"0,4 5 0 0,3-1 0 0,1 2 0 0,0-1 92 15,0 2-29-15,0 0 306 0,0 2-172 0,0 1-82 0,1 1 25 16,11 0-53-16,-1 0-28 0,5 7 9 16,-2 8-60-16,-1 6-1 0,-2 2 26 0,0 3-1 15,-7 3 1-15,0 5-50 0,-2 0 21 0,-2 9-9 16,0-3-1-16,-9 1 39 0,-5 0-1 0,0-6 9 15,-4 11-49-15,1-9-10 0,-1-9 0 16,-1 3 11-16,-1-7 0 0,0-7 15 0,0-2 4 16,-1-4-36-16,2-6 0 0,2-5 37 0,-3 0-70 0,3 0 31 15,0-14-1-15,4-7 27 0,1 0-35 16,7-5 13-16,1 0-67 0,4 3 33 16,0-1 24-16,0 2-19 0,0 3 81 0,6 1-8 15,3 5-39-15,3 3-13 0,0 2 201 0,0 3-87 16,3 0-46-16,1 4-17 0,0 1 184 0,3 0-83 15,0 6-55-15,3 4-5 0,-1 6 118 0,-1-1-73 0,3 1-38 16,-3 0 9-16,1 4-18 0,0-5-27 0,2 3-28 16,-4-7-45-16,2-1 36 0,-1 2 8 15,-2-5-239-15,-1 1 134 0,-2-4 67 16,-3-2-497-16,-1-1 260 0,-1-1 98 0,-1 0 77 16,-2 0 11-16,0-1-458 0,0-9 256 15,-4-1-96-15</inkml:trace>
  <inkml:trace contextRef="#ctx0" brushRef="#br0" timeOffset="199998.03">8057 14391 1145 0,'0'0'0'0,"0"0"0"0,0 0 0 0,1 0 0 0,5 0 0 0,1 0 0 0,4 2 447 0,1-1-208 0,5 5-102 0,1-2 172 16,5 2-138-16,1-2-61 0,6 1-45 0,-4-2 0 15,3 1-32-15,-3 1 0 0,1-4-73 0,-5 1 45 16,0 0-9-16,-1-2 37 16,-4 0-121-16,-4 2 60 0,-4-2 31 0,-2 2 8 0,-4-2-38 0,-1 0-17 15,-2 1 30-15,0 3 125 16,-2 3-52-16,-15-1-24 0,-4 5 173 0,2 1-90 16,-5 1-48-16,0 2-5 0,-1 0-23 0,1 2-1 15,-6 0-8-15,3 2 0 16,0-1-218-16,-3 1 108 0,3 1 56 0,5-2-471 0,-1 3 248 15,8-7 96-15,6 0 70 0,5-4-455 0,4 2 250 16,0-1 116-16</inkml:trace>
  <inkml:trace contextRef="#ctx0" brushRef="#br0" timeOffset="200201.37">8632 14644 1555 0,'0'-2'0'0,"0"-1"0"0,0 0 0 0,0 3 0 0,0 0 0 0,0-2 0 0,-7 2 0 0,-6 0 123 0,-2 0-45 0,-8 8 194 16,0 5-119-16,-6 5-60 0,-1 4-23 15,-7 8-7-15,2 0 30 0,-2 4-31 0,-1 3-149 16,2 1 68-16,1-5 22 0,9-6-87 16,3 0 58-16,10-13 30 0,5-2 0 0,3-2 37 15,5-4-486-15,0-6 231 0,10 0 43 0</inkml:trace>
  <inkml:trace contextRef="#ctx0" brushRef="#br0" timeOffset="200905.81">8981 15243 1140 0,'-7'11'0'0,"4"-3"0"0,3 1 0 0,0-1 0 0,0-5 0 0,0 2 0 0,0-4 0 0,0-1 0 0,-2 0 95 0,0 0-30 0,-2 0 248 15,-1-4-140-15,-1-5-70 0,0-4-27 0,-1-2 137 16,1-4-90-16,-2-5-46 0,2-3-21 0,-3 0 49 16,4-7-28-1,-2-6 45-15,-1-3-44 0,2-6-23 0,-1-13 0 16,1-2-22-16,1 4-70 0,-2-22 31 0,0 8 0 16,3-2 38-16,1 4-140 0,3 4 71 0,0 15-21 15,0 1 39-15,2 13 5 0,8 1 0 0,1 5-7 16,0 6 30-16,6 2-44 0,-4 7 34 0,4 2 85 15,1 6-42-15,3 2-7 0,-2 2-38 0,1 3 104 16,1 3-46-16,-2 0-8 0,0 7-75 0,-2 6 13 16,-2 1 39-16,0 2-125 0,-2 1 58 0,-3 0 28 15,-3 1 0-15,-3 0-58 16,-2 0 39-16,-1-2 9 0,-1 1 1 0,0 0 3 16,-11-1 12-16,-4 0-31 0,0-3 21 0,-2 0 90 15,-1-2-43-15,-1-1-6 0,0-2 106 0,2 0-62 0,2-3-34 16,4-2-3-16,0 1 142 0,5-3-65 0,0-1-43 15,4 0 41-15,2 0-27 16,0 0-9-16,0 3-35 0,2-2-77 0,12 2 39 16,0 2 0-16,5 1-12 0,1 1 21 15,0 0 0-15,1 3 29 0,-1-1-95 0,-1 1 36 16,-3 1 13-16,-2 2-18 0,-3-2 11 0,-1 2 1 16,-7 2 24-16,-1 1 76 0,-2-4-41 0,0 4-1 15,-3-1-31-15,-11-2 156 0,-3 1-68 0,-5-2-37 0,3-2-6 16,-8 0 133-16,3-2-186 0,-2-4 0 0,3 2 0 15,2-6 0-15,1 0 0 0,5 0 0 0,4 0-510 16,2 0 333 0,0-6 78-16,4 0-455 0,5-2 252 0,0 1 139 0,0 0 65 15,5 0-224-15,11 2 145 0,2 4 71 0</inkml:trace>
  <inkml:trace contextRef="#ctx0" brushRef="#br0" timeOffset="201072.37">9498 14881 2429 0,'-5'0'0'0,"5"0"0"0,0 0 0 0,0 0 0 0,0 0 0 0,0 0 0 0,0 0 0 0,0 0 188 16,-4 0-69-16,-1-5-47 0,-3-2-739 0,3 2 323 15</inkml:trace>
  <inkml:trace contextRef="#ctx0" brushRef="#br0" timeOffset="202606.36">10082 14276 769 0,'-5'0'0'15,"1"0"0"-15,1 0 0 0,1 0 0 0,-2 0 0 0,2 0 0 0,1 0 0 0,-1 0 0 0,0 0 0 0,2 0 115 0,0 0-41 0,0 0-21 0,0 0 97 0,2 0-51 16,10 0-37-16,4 0 0 0,0 0 129 16,4-1-79-16,0-1-39 0,1-1 77 15,1 2-63-15,-2 0-27 0,1-2 0 0,0 1-18 16,-1 2-9-16,-1 0 8 0,-1 0-59 0,-2 0 26 16,0 0-1-16,-4 0 26 0,-2 0-203 0,1 2 110 15,-3 2 42-15,-3-3 26 0,1 2-409 0,-3-1 197 16,0-2 60-16,-1 0-273 0,0 0 196 0,-2 0 94 15</inkml:trace>
  <inkml:trace contextRef="#ctx0" brushRef="#br0" timeOffset="202837.97">10248 13993 653 0,'-5'-6'0'0,"-2"5"0"0,6 1 0 0,-3 0 0 0,0 0 0 0,-1 9 101 0,3 5-34 0,-2 11 1 16,3 4 212-16,-1 4-127 0,0 12-61 0,2 1-29 15,0 7 170-15,0 2-100 0,0 3-42 16,0-3 31-16,0 0-44 0,2-3-23 0,1-8 1 16,5-8 11-16,-1-2 8 0,5-5-42 15,-3-10-28-15,2 2 0 0,-1-8 28 0,-1-3 0 16,0-2-53-16,0-6 22 0,1-2 0 0,3 0 31 16,-1 0-207-16,-1-10 77 0,2-4 61 0,0-2-423 15,2 0 219-15,0-1 81 0,0-1 64 0,4-1-325 16,-1-1 186-16</inkml:trace>
  <inkml:trace contextRef="#ctx0" brushRef="#br0" timeOffset="203032.56">10753 14063 1470 0,'2'-16'0'0,"-2"9"0"0,0 1 0 0,0 2 0 0,0 3 0 0,0 1 0 0,-4 0 0 0,-1 3 280 0,1 13-127 15,-3 9-60-15,1 3-31 0,0 8 170 0,-1 6-99 16,1-6-42-16,-1 12-3 0,1-7-27 0,0-5-1 15,1 1-27-15,1 0-136 0,0-4 77 0,1-1 25 16,-2-4-381-16,2-1 207 0,-1-9 104 16,2 1 22-16,0-10-255 0,2 1 82 15,0-7 98-15,0-1 18 0,0-2-315 0</inkml:trace>
  <inkml:trace contextRef="#ctx0" brushRef="#br0" timeOffset="203189.62">10718 14404 845 0,'3'-13'0'0,"-1"5"0"0,2 2 0 0,-1 5 0 0,-1-2 0 0,1 2 0 0,1-1 0 0,-1 2 231 0,1 0-90 16,1 0-59-16,-1 2 349 0,3 3-199 0,0 5-100 16,-2 0 144-16,2 3-114 0,-3-1-68 0,2 4-31 15,0-4-238-15,-1 1 105 0,3 0 51 0,-3-6 34 16,4 1-531-16,3-3 275 0,-3-1 137 0,3-4 68 16,1 0-292-16,-4 0 74 0</inkml:trace>
  <inkml:trace contextRef="#ctx0" brushRef="#br0" timeOffset="203371.28">11022 14000 1012 0,'4'-13'0'0,"1"3"0"0,-1 5 0 0,-1 3 0 0,-1 2 0 0,1 0 0 0,-3 13 0 0,0 13 455 16,0 5-215-16,-8 8-104 0,-5 4 242 0,-3 6-172 16,0 4-87-16,-1 0-35 0,-1 2-7 0,-2-4-21 15,4-2-1-15,-1-2-22 0,-2-4-229 0,4-7 123 16,-1-2 49-16,4-5-190 0,1-10 124 0,4-4 61 15,2-5 31-15,3-5-625 0,2-2 250 0,0-3 170 16</inkml:trace>
  <inkml:trace contextRef="#ctx0" brushRef="#br0" timeOffset="203538.83">10932 14398 377 0,'5'-9'0'0,"3"6"0"0,2 0 0 0,-3 1 0 0,0 2 0 0,0 0 501 0,2 0-234 0,0 6-117 0,-2 5-51 16,3 3 434-16,-1 0-250 0,0 1-126 0,0 4-62 15,3-2 210-15,-3 2-141 0,2 0-65 0,3-4-226 16,-3 0 79-16,3-1 41 16,-2-2-208-16,4-4 119 0,-3-3 65 0,-1-2 32 15,0 0-586-15,1-3 308 0,-3 0 56 0,-1 0 110 16,0 0-431-16</inkml:trace>
  <inkml:trace contextRef="#ctx0" brushRef="#br0" timeOffset="203905.37">11316 14063 1178 0,'7'-34'0'0,"2"5"0"0,2 9 0 0,2-1 0 0,2 4 0 0,2 1 0 0,2 8 266 0,2 3-117 0,1 5-50 0,3 0 105 16,-3 13-86-16,1 8-42 0,-1 7 116 0,1 9-80 16,-8-4-31-16,2 12-8 0,-6-2-72 0,-4 1 32 15,-3 3 0-15,-2-1-29 0,-2-2 8 0,0 8 21 16,-6-4 0-16,-6-4-59 0,-6-2 30 0,0-3-1 15,1-9-95-15,-6 1 40 0,3-7 37 16,-5-6-1-16,4-6-60 0,-2-7 42 16,2-5 1-16,0 0 1 0,-2-5-88 0,5-13 54 15,0-5 13-15,6-8 0 0,-2-3-44 0,5-3 25 16,3 2 1-16,5 0 68 0,1 4 0 0,0 0-30 16,0 11-8-16,1 0 189 0,8 4-87 0,5 4-35 15,-1 6 106-15,6 5-59 0,1 1-43 0,5 0 7 16,1 10 245-16,1 8-105 0,1 5-75 0,-3 3 128 15,2 1-90-15,-1 3-59 16,-1-4-23-16,-1 0-87 0,1-1 30 0,-1-4 1 0,-3-5 39 16,3 1-434-16,-1-4 213 0,-5-3 106 15,5-2-307-15,-4-3 150 0,-1 1 113 0</inkml:trace>
  <inkml:trace contextRef="#ctx0" brushRef="#br0" timeOffset="204215.28">12127 13775 1055 0,'-2'-17'0'0,"-5"10"0"0,5 4 0 0,2 3 0 0,0 0 0 0,0 0 307 0,0 0-137 15,0 0-69-15,0 0-26 0,0 0 99 0,0 0-71 16,0 0-35-16,0 12-62 0,0-1 1 0,0 2 34 16,0 1-330-16,0 3 162 0,0-3 79 0,0 1 41 15,-5-2-506-15,1-1 242 0,-5 1 129 0,-3-2 62 16,0-2-239-16</inkml:trace>
  <inkml:trace contextRef="#ctx0" brushRef="#br0" timeOffset="204371.37">11976 13929 1203 0,'-19'0'0'0,"3"0"0"0,0 4 0 0,3-3 0 0,3 1 0 0,3 1 0 0,3-3 0 0,4 1 0 0,0 1 219 0,0 2-97 0,14 0-45 16,8-3 245-16,6-1-145 0,6 0-72 0,4 0-28 16,7 0 99-16,-11 0-72 0,5 0-36 0,1 0 19 15,-5 0-19-15,-3-1-8 0,0-2-27 0,-9 2-231 16,1-3 115-16,-5 2 58 0,-6 1-470 0,-2-2 259 15,-3 1 73-15,-5 1 85 0,-3 1-521 0,0 0 283 16</inkml:trace>
  <inkml:trace contextRef="#ctx0" brushRef="#br0" timeOffset="204528.93">12074 13940 535 0,'-11'7'0'0,"4"5"0"0,6-5 0 0,-1 4 0 0,2 3 0 0,0-4 335 0,0 4-151 16,0 1-76-16,2 0 115 0,4 4-88 0,-1-3-54 15,-1 2 189-15,0 4-119 0,-1-3-59 0,1 0-30 16,-2-3-208-16,0 1 85 16,-1-3 46-16,2-3 25 0,-1-1-402 0,0-6 212 15,2 2 115-15,1-6-239 0</inkml:trace>
  <inkml:trace contextRef="#ctx0" brushRef="#br0" timeOffset="204682.45">12219 14071 536 0,'7'-3'0'0,"-2"1"0"0,3 2 0 0,0 0 0 0,-4 4 0 0,-1 2 0 0,1 1 452 0,-2 0-210 0,-1 1-104 0,1 1 301 16,0-1-195-16,0 1-109 16,-2-1-52-16,0 1 35 0,0 1-43 0,0 0-21 15,0-2-229-15,-2 0 99 0,-3-3 55 0,-1 3 27 16,1 2-492-16,-4-2 259 0,0 0 139 0,-2 2-547 16</inkml:trace>
  <inkml:trace contextRef="#ctx0" brushRef="#br0" timeOffset="204814.94">11991 14194 1617 0,'-18'0'0'0,"2"1"0"0,7 6 0 0,-2 6 0 0,1-4 0 0,4 3 0 0,1-2 0 0,1-3 0 0,3 5 0 0,1-2 207 0,0-3-87 0,0 1-44 0,0-1-7 16,3-2-1-16,8 1-27 0,10-6-286 0,4 0 139 16,7-4 69-16,3-10 35 0,1-6-547 0</inkml:trace>
  <inkml:trace contextRef="#ctx0" brushRef="#br0" timeOffset="205232.56">12410 14098 1223 0,'11'0'0'0,"10"0"0"0,-10 0 0 0,1 11 0 0,-9 2 0 0,-1 4 0 0,0 2 0 0,-2 0 0 0,0 4 0 0,-4 1 353 0,-5-2-161 16,-1 1-79-16,1-2-47 0,-2-1-33 0,-6 4-1 16,6-7 1-16,-8 4-263 0,0-2 131 0,0-4 74 15,-5 1-204-15,1 0 131 0,-2-7 65 0,7-1-18 16,-3-5-43-16,3-1-16 0,6-2 49 15,1 0 64-15,4 0 1 0,0 0-37 0,7-2 0 16,0-4 255-16,0-1-122 0,5 2-46 16,8 1-38-16,1 2 254 0,6 0-128 0,-1 2-18 15,-1 0 20-15,1 0-55 0,0 9-28 0,-4 2-1 16,0 5-37-16,-6 0 18 0,-1 1-9 0,-7 2 1 16,1 0-51-16,-2 0 25 0,-5 2 0 0,-8-5-71 15,-8 3 45-15,0-4 19 0,-2-4-140 0,0-3 66 16,-4-2 42-16,6-6 1 0,-7 0-84 0,8 0 42 15,-3 0 30-15,2-10-2 16,1-7-6-16,5 3-4 0,2-4 5 0,1 2-3 16,7-1 51-16,1 6-9 0,4-1-27 0,0 3 249 15,0 3-115-15,2 0-50 0,11 4 241 0,4 2-127 16,2 0-48-16,5 0-48 0,0 9 220 0,5 5-125 16,-1 0-63-16,4 4-32 0,0-3 20 0,1 0-30 15,3-2 0-15,-1-1-209 0,4-5 93 0,-2-1 48 16,0-5 31-16,1-1-593 0,0 0 259 0,-2 0 163 15,1-7-639-15</inkml:trace>
  <inkml:trace contextRef="#ctx0" brushRef="#br0" timeOffset="205979.34">12741 14080 1438 0,'0'-16'0'0,"-2"6"0"0,2 4 0 0,2-1 0 0,9-2 0 0,1-1 0 0,2 3 0 0,1 4 0 0,-2-1 126 0,2 2-46 16,1 0-16-16,-2 2-59 0,2 0 28 0,-4 8 0 16,-3 6-113-16,-2 3 56 0,-5 4 37 0,-2 5-8 15,0 0-77-15,-14 1 53 0,-2 1 26 0,-4-2 0 16,-1 1 100-16,1-3-45 0,-1-3-34 0,5-6 163 16,-1-1-89-16,8-4-40 0,-1-2-9 0,4-3 80 15,2-3-50-15,3 0-25 0,1-2 61 0,0 1-43 16,1 2-14-16,15-3-7 0,0 0-59 15,4 2 0-15,-2-2 37 0,3 0 0 0,2 0-98 16,-4 0 45-16,2 0 26 0,-3 0-227 16,-2 0 109-16,-4 0 65 0,-1 0 6 0,-4 0-147 15,1 0 58-15,-4 0 58 0,0 1-18 0,-4 6-308 16,0 2 174-16,0 2 100 0,-8 0-247 0,-3 5 169 16,-4 2 85-16,0-3 34 0,-5 6-116 0,2-3 99 15,1 3 100-15,-1-3 0 0,-1 1 0 0,4-1 0 16,-1-1 0-16,2-3 140 0,2 1-70 0,5-5-51 15,-1-3 192-15,5-3-131 16,1 0-27-16,2-4-40 0,0 2 486 0,0-2-233 16,0 0-117-16,2 0-50 0,9 0 143 0,0-2-104 15,2-6-53-15,-2 1-26 0,3-3-45 0,-1 1 27 16,-1 0-8-16,0-2-341 0,-1 3 170 0,-5 2 86 16,2 1-181-16,-4 1 118 0,-3 1 67 0,1 2-45 15,-2-1-337-15,0-2 199 0,0 2 99 0,0 1 42 16,-5-3-21-16,-4 0 39 0,2 2 1 0,-2 0 160 15,4 0-60-15,-4 2-40 0,2 0 9 16,2 0 303-16,-1 0-167 0,1 8-83 16,1 5 352-16,2 4-161 0,0 0-112 0,2 1-27 15,0 3 61-15,0 0-66 0,0-1-33 0,2-1 9 16,2 1 14-16,3-5-28 0,1-3 1 0,1 0-259 16,-1-7 116-16,3-1 65 0,1-4 21 0,2 0-401 15,3-13 212-15,0-7 57 0,-3-7-302 0,4-3 186 16,-3-3 110-16,0-9 51 0,-2 0-53 0,-1 2 52 15,-2-4 26-15,0 6 58 0,1-1 0 16,-3 3 0-16,-1 12 0 0,-2 4 85 16,0 6-44-16,-1 5-46 0,-3 3 9 0,1 3 478 15,2 3-250-15,1 0-67 0,-1 0 317 0,0 9-216 16,0 7-121-16,-2-2-56 0,0 5 68 0,-2 1-62 16,0 1-31-16,0 0 8 0,0-3-84 0,0-1 22 15,0-5 0-15,0-1-427 0,2-4 224 0,0-1 122 16,1-2 47-16,3-4-575 0,-1 0 295 0,1-2 80 15</inkml:trace>
  <inkml:trace contextRef="#ctx0" brushRef="#br0" timeOffset="206214.72">13161 13974 535 0,'2'-24'0'0,"2"3"0"0,2 7 0 0,-1 3 0 0,1 4 0 0,1 3 208 0,1 2-88 0,1 2-44 15,2 0 305-15,-1 13-174 0,-1 8-79 0,0 9-52 16,-1 12 177-16,-4 4-110 0,-4 18-55 0,0 0 298 15,0-6-168-15,0 17-96 16,-6-9-45-16,2-11 154 0,2 3-99 0,2-4-50 16,0-9 1-16,0 4-29 0,0-15 0 0,0-1-21 15,0-10-153-15,2-2 76 0,-2-12 47 0,2-2-8 16,-2-2-146-16,0-5 92 0,0 0 46 0,0 0-393 16,-7-3 143-16,-4-3 123 0,1-4 25 0,-1-2-286 15,0 1 184-15,1 0 92 0,5 2-396 0,-1 1 248 16</inkml:trace>
  <inkml:trace contextRef="#ctx0" brushRef="#br0" timeOffset="206708.96">13717 15195 1405 0,'-9'0'0'0,"1"0"0"0,3 0 0 0,1 0 0 0,-6-6 0 0,1-4 0 0,-2-4 0 0,-1-1 387 0,1-6-177 16,0-4-81-16,-2-3-52 0,2-4 212 0,-3-8-128 15,3-2-64-15,0-5-35 0,-2-12-8 0,0 0-21 16,3-9 0-16,1-7-41 0,2-6 1 0,3-8 48 16,2-12-155-16,2 8 73 0,0 3 37 0,0 18 0 15,6 2-188-15,1 20 113 0,2 10-4 0,3 2 45 16,1 10-35-16,0 12 28 15,2 3-17-15,2 8 52 0,1 1-6 0,1 4-14 16,0 0-6-16,3 11-6 0,-4 7 15 0,-5 2-9 16,2 9 18-16,-8-1-8 0,-3 2 21 0,-2 2-17 15,-2 0 40-15,0-1-5 0,-9-2-32 0,-7-2 2 16,2-5 76-16,0-8-37 0,-2 1 0 0,4-6 125 16,-5-2-70-16,8-5-39 15,-1-2-8-15,5 0 85 0,1 0-34 0,2 0-29 0,2 0 215 0,0 0-117 16,2 1-59-16,9 7-29 0,10 3-77 15,-2 2 31-15,5 7-7 0,-3-2 23 16,2 7-133-16,-5-1 66 0,1 2 35 0,-8-1-156 16,2 5 86-16,-7-10 47 0,-4 5-4 0,-2-4-40 15,0-1 16-15,-11-3-10 0,-10-2 84 0,-2-6-39 16,-5-4-39-16,-2-2 32 0,0-3 132 0,4 0-63 16,-9-4-27-16,10-7-3 15,6 0-144-15,3-3 59 0,4 1 26 0,6 4-610 0,6 2 314 0</inkml:trace>
  <inkml:trace contextRef="#ctx0" brushRef="#br0" timeOffset="206889.49">14175 14972 2376 0,'-20'0'0'0,"20"0"0"0,2 12 0 0,3-4 0 0,-3-7 0 0,-2-1-378 0</inkml:trace>
  <inkml:trace contextRef="#ctx0" brushRef="#br0" timeOffset="212416.03">15177 13930 259 0,'0'0'0'0,"0"-1"0"0,0-2 0 0,0 2 0 0,0-1 0 0,0 2 234 0,0-2-101 0,0 2-42 0,0 0-33 16,0 0 136-16,0 0-81 0,0 0-39 15,0 0-1-15,0 0 17 0,5 0-33 16,3 5 0-16,-3 5 99 0,3 5-62 0,0 2-31 15,-1 6 8-15,-2 7 101 0,-1-1-69 0,1 12-36 16,-4 0 70-16,1 4-53 0,0-4-17 0,0 14-9 16,0-9-11-16,1 0-15 0,1-10 1 0,1 3-28 15,-1-10 36-15,2 3-8 16,0-9 0-16,-3-2-38 0,1-4 0 0,0-6 38 0,-2-4-33 16,-1-3 12-16,-1-2-14 0,2-1 32 0,-2-1-28 15,0 0 26-15,0 0-22 0,-3-1 12 16,-7-11-37-16,1-3 0 0,-1-3 37 0,1-3-231 15,-2-8 105-15,-1 1 56 0,2-4 21 0,-1-1-115 16,-3 1 55-16,1 5 35 0,-2-1-120 0,2 10 71 16,-4 2 37-16,0 7-1 0,-2 2 112 0,-2 5-47 15,1 2 9-15,-1 9-38 0,0 9 172 0,5 4-87 16,-2 4-42-16,4 3 244 0,4-1-115 0,2 0-72 16,5 0 0-16,3 1 89 15,0-2-31-15,0-6-40 0,2 6 84 0,11-7-69 16,0 2-33-16,4-2-1 0,2-6-2 0,2-2 7 15,5-3-38-15,1 1 0 0,0-7-99 0,-1-3 49 16,-5 0 25-16,4 0-277 0,-5 0 137 0,-1-2 81 16,0-9 10-16,-4 2-228 0,0-4 95 0,-2 0 76 15,1 0-478-15,0-1 272 0,-1 2 135 0,1 0 69 16</inkml:trace>
  <inkml:trace contextRef="#ctx0" brushRef="#br0" timeOffset="212610.51">15402 14344 1847 0,'0'0'0'0,"0"0"0"0,0 0 0 0,0 0 0 0,0 0 0 0,0 0 0 0,0 0 0 0,11 0 0 0,4-2 290 0,5 0-129 0,1-4-64 0,4 1 182 16,0-1-123-16,-3 2-54 0,8-1-67 16,-6 1-3-16,1-1 1 0,-3 2 0 15,1 2-259-15,-3-2 138 0,-1 2 56 0,-6 1 33 16,-1 0-436-16,-3 0 206 0,-3 0 132 0,-1 0-514 15,-3 0 289-15,1 0 145 0,-3 0 72 0</inkml:trace>
  <inkml:trace contextRef="#ctx0" brushRef="#br0" timeOffset="212840.89">15600 14052 1072 0,'-10'-4'0'0,"2"3"0"0,3 1 0 0,-1 0 0 0,0 0 0 0,2 10 0 0,1 6 0 0,1 7 258 15,2 5-113-15,0 6-56 0,0 9 308 0,0 2-182 16,0 4-83-16,0 0-54 0,0 0 165 0,2 1-106 16,3-2-52-16,3-2 48 0,0-9-42 0,3 5-34 15,2-4-46-15,0-6 0 0,3-4 22 0,-2-5 0 16,-1-6-84-16,1-3 37 0,-2-6 24 16,-2-2-1-16,5-6-282 0,-6 0 108 15,1-3 95-15,1-10-266 0,0-9-67 0,1-1 184 16,-1-1 94-16,2-3-415 0</inkml:trace>
  <inkml:trace contextRef="#ctx0" brushRef="#br0" timeOffset="213175.19">16264 14115 710 0,'0'-6'0'0,"0"2"0"0,0 2 0 0,0 0 0 0,0-1 251 0,0 3-108 0,-2 0-48 0,-3 0-35 15,-4 0 289-15,-3 11-159 0,-1 4-78 0,-3 6-18 16,-2 2-23-16,-1 0-8 0,-2 4-118 0,1-1 44 16,-1-1 22-16,2-8 8 0,-5 7-19 0,3-9 33 15,2-1 0-15,-1-3 0 0,1-2 76 0,0-2-30 16,4-3-12-16,4 2 59 0,1-5-49 0,5 1-23 16,1-2 1-16,2 0 208 15,1 0-119-15,1 2-55 0,0 3 5 0,9 2-31 16,6 0 0-16,3 3-22 0,7 1 83 0,0-1-45 15,1 0-24-15,2 4 1 0,-1-3-74 0,-7 0 33 16,8 3-7-16,-5 0-86 0,-3-1 55 0,-1 1 28 16,-2-1 1-16,-2-2-432 0,-1-1 179 0,-5-2 121 15,0 0-484-15,-2 0 288 0,0-3 145 0,-4 0 64 16,1-4-438-16,1 2 259 0</inkml:trace>
  <inkml:trace contextRef="#ctx0" brushRef="#br0" timeOffset="213492.9">16448 14297 998 0,'0'-4'0'0,"0"2"0"0,0 1 0 0,0-2 0 0,0 3 0 0,0 0 157 0,0 0-62 0,0 3 332 0,-2 9-197 16,-1 5-99-16,-1 6-40 15,0 3 175-15,4 3-116 0,0 2-58 0,0-1-30 16,0 1 115-16,6-7-63 0,7 6-45 0,2-8 4 15,3-1 1-15,3-6-42 0,4-2 1 0,-4-7-27 16,6-2-7-16,0-4 33 0,-1 0-140 0,0-6 70 16,1-11 36-16,-2-4 7 0,-4-3-211 0,0-4 113 15,-3-3 16-15,-6 0 41 0,-3-1-140 0,-3-2 72 16,-3 0 14-16,-3-1 26 0,-3-6 31 0,-10-1 1 16,-1 10-9-16,-7-2 2 0,-2 5 6 15,-4 9 0-15,-3 9 140 0,-2 9-70 16,-1 2-39-16,-5 19 9 0,7 10 128 0,4 4-73 15,8-4-14-15,6 6-26 0,10-2-236 0,3 1 105 16,1 6 58-16</inkml:trace>
  <inkml:trace contextRef="#ctx0" brushRef="#br0" timeOffset="-207663.69">18131 14063 651 0,'-8'0'0'0,"0"0"0"0,3 1 0 0,-1 3 0 0,1-2 0 0,0-1 0 0,0 1 0 0,3 1 0 0,0-3 91 0,0 0-29 0,2 1 0 16,0-1 101-16,0 0-69 0,0 0-31 0,0 0 93 16,0 0-62-16,0 0-30 0,0 0 8 0,4 0 39 15,0 0-40-15,2 0 1 0,1 0-39 0,3 0 111 16,-1 0-48-16,6 2 37 0,0-2-50 0,4 0-26 15,4 0 1-15,-2 0-18 0,8 0-7 16,-5 0 0-16,3-2-1 0,-1-2-54 16,-5 2 28-16,1-1 7 0,1 1-13 0,-4 0-1 0,-3 1 34 15,-2 1 0-15,-1 0-118 0,-4 0 61 16,3 0 3-16,-5 0-1 0,-1-3-256 0,1 1 136 16,-3 1 47-16,0-2-338 0,0-3 205 0,-1 1 97 15,1 0 49-15,-2-3-318 0,0 0 183 0</inkml:trace>
  <inkml:trace contextRef="#ctx0" brushRef="#br0" timeOffset="-207464.47">18471 13905 611 0,'-2'0'0'0,"0"0"0"0,2 0 0 0,-2 0 0 0,2 0 0 0,0 0 392 0,0 0-180 0,4 0-89 16,11 0-46-16,2 0 111 0,1 0-82 0,1 0 148 15,2 0-110-15,-3 10-56 0,2 4-27 0,-4 1 25 16,1 0-30-16,-4 1-1 0,-3 4-22 0,-3-1-57 15,-3-1 28-15,-2 2 8 0,-2 4 21 0,-4-2-181 16,-9 2 90-16,-4-1 46 0,-4 0 22 16,-1-1-432-16,-1 1 210 0,-3-3 61 0,1-1-152 15,-1-1 135-15,2 2 68 0</inkml:trace>
  <inkml:trace contextRef="#ctx0" brushRef="#br0" timeOffset="-207106.83">18177 14490 1007 0,'0'7'0'0,"0"3"0"0,0-2 0 0,0-1 0 0,0-4 0 0,0 2 0 0,2-1 365 0,10 1-167 15,3 1-82-15,4 0-33 0,-1-4 96 0,5 3-73 16,0-1-37-16,-1-1-28 0,2-2-8 0,-3-1 8 16,0 0-134-16,-3 0 63 0,-2 0 32 0,-5 0-1 15,0 0-153-15,-5-2 100 0,-2-4 39 0,-3-4 23 16,-1-1-205-16,0-1 99 0,-9 0 1 0,-3-1 37 15,-6-4-40-15,-1 2 33 0,0-3-4 16,-1 4 75-16,-3-1-39 0,2 8-8 0,1-1 9 16,-3 6 30-16,2 2 0 0,3 0-30 15,-3 11 176-15,6 12-86 0,-2 5-24 0,3 3-24 16,4 4 243-16,1 2-123 0,5 2-44 0,2 1-33 16,2-2 170-16,0-1-95 0,9-2-48 0,4-2 46 15,6-4-46-15,0-1-16 0,3-3-8 0,1-4-47 16,0-2 0-16,-1-2 24 0,0-6-167 0,-3-1 92 15,4-5 33-15,-3-2 21 0,1-3-396 0,0 0 198 16,-3 0 63-16,2-11 61 0,-4-9-459 0,-1-1 245 16,-2-3 121-16</inkml:trace>
  <inkml:trace contextRef="#ctx0" brushRef="#br0" timeOffset="-206948.25">18517 14663 1509 0,'0'-5'0'0,"0"1"0"0,-2 2 0 0,2 2 0 0,0 0 0 0,0 0 0 0,6 6 0 0,9-3 0 0,2 1 0 0,7-3 227 0,-1-1-88 0,7 0 184 0,0 0-145 0,0 0-72 16,0 0-37-16,-1-1-52 0,-5-5 24 16,4-1-8-16,-9-1 0 0,2 3-348 0,-8 0 174 15,-2 2 87-15,-3 1 52 0,-5 0-554 0,-1 2 225 16,-2 0 166-16,0 4-345 0</inkml:trace>
  <inkml:trace contextRef="#ctx0" brushRef="#br0" timeOffset="-206792.38">18756 14683 1027 0,'-7'7'0'0,"1"1"0"0,-2 5 0 0,4 3 0 0,-1-1 0 0,-1 6 0 0,3 2 0 0,1 3 203 0,2 5-89 16,0-1-41-16,0 1 370 0,0-4-205 0,0 1-103 15,2-5 117-15,5-1-114 0,4-5-53 0,1-1-26 16,1-7-61-16,2-1 1 0,2-8 42 0,4 0-8 16,1 0-272-16,2-14 135 0,1-6 69 0,5-7-477 15,-6 5 277-15,10-12 52 0,-4 4-466 0</inkml:trace>
  <inkml:trace contextRef="#ctx0" brushRef="#br0" timeOffset="-206313.91">19494 13988 1766 0,'-13'0'0'0,"-2"0"0"0,6 7 0 0,3 7 0 0,-2 2 0 0,-1 4 0 0,2 5 0 0,1 3 0 0,0 2 0 0,0 0 212 0,3 6-94 0,-3-1-31 0,3 1-27 0,-3 0 0 0,3-3-27 16,-4-7-66-16,0 1 28 16,0-6 1-16,-1-7 37 0,2-2-25 0,-1-5 25 15,-1-1 8-15,1-3 29 0,-1-3 1 0,2 0-38 16,1 0 0-16,3 0 178 0,0 0-80 0,2-2-54 16,0-3 91-16,6-2-68 0,13-4-34 0,6 0 0 15,2-3-59-15,3 3-9 0,5-1 35 0,-4 1 0 16,3 4-85-16,-2-1 51 0,0 1 13 0,-2 3-1 15,-2 3-49-15,1-4 35 0,-8 3 0 16,2 2-156-16,-4 0 50 0,-2 0 56 16,-4 0 13-16,0 2 0 0,-6 6 6 0,-1 0 13 15,0 1 224-15,-2 4-105 0,-2 1-49 0,0 0-28 16,-1 4 316-16,-1 0-151 0,2 1 39 0,-2 2-225 16,2 3 0-16,0 0 0 0,0 0 0 0,0-1 0 15,-1 6 0-15,3-3 0 0,1 2 0 0,-2-1 0 16,1-1 0-16,-2-2 0 0,-1 0 0 0,1-2 0 15,-2-1 0-15,0-4 0 16,0-1 0-16,0-6 0 0,-9 1 0 0,-3-2 0 16,-4-4-171-16,-3-2 119 0,-8-1 17 0,-1-2-115 15,-2 0 60-15,-4-2 34 0,1-9-453 0,-8-9 237 16,7-8 120-16,0-10 52 0,0-13-566 0,6-5 316 16,2-12 159-16</inkml:trace>
  <inkml:trace contextRef="#ctx0" brushRef="#br0" timeOffset="-206159.31">19329 14077 1125 0,'0'-14'0'0,"0"3"0"0,4 6 0 0,5 3 0 0,2-2 0 0,3 4 0 0,2 0 0 0,7 0 527 0,0 0-239 15,7 0-132-15,0 0-62 0,2 2 339 0,0 2-201 16,1-3-99-16,-1-1-77 0,0 2-23 0,-4-2-1 16,-3 2-199-16,-3 0 100 0,-1 1 50 0,-6 3 32 15,-2-1-625-15,-6 6 321 0,-3 5 161 0,-1 5 80 16</inkml:trace>
  <inkml:trace contextRef="#ctx0" brushRef="#br0" timeOffset="-205992.93">19353 14608 1820 0,'-16'12'0'0,"0"-3"0"0,11-2 0 0,-3-1 0 0,5-4 0 0,3-2 0 0,0 2 0 0,1-2 345 0,14 0-155 0,11 2-79 0,1-2 249 16,3 0-155-16,4 0-91 0,-1-4 184 0,3-4-132 15,0 1-67-15,-2 2-34 16,0-3-407-16,-2 3 183 0,-2-1 96 0,0 5 48 16</inkml:trace>
  <inkml:trace contextRef="#ctx0" brushRef="#br0" timeOffset="-204747.34">22100 13665 803 0,'0'-15'0'0,"0"2"0"0,0 6 0 0,0 1 0 0,0 1 0 0,0 0 0 0,0 3 0 0,0-1 0 0,0 2 262 0,0 1-114 15,0 0-58-15,2 8 74 0,-1 11-57 0,3 8-42 16,1 3 69-16,-1 4-16 0,-2 4-43 0,0 5-21 16,0-7 25-16,-1 3-8 0,-1 0-39 0,0-1 1 15,0 0-18-15,0-5 17 0,0 1 9 0,0-3-8 16,0-6-46-16,0-2 23 0,0-5-1 0,-3-2-14 16,1-6 9-16,-2-2 28 0,2-3-42 15,-3-4 8-15,0-1 1 0,-4 0 5 0,2-4-83 16,0-9 39-16,-1-3 25 0,-2-7-9 0,1-2-58 15,0-4 37-15,-1 1 23 0,-1-3-16 16,-1-1-160-16,-2 4 75 0,-1 2 50 16,0 9-34-16,-2 1 40 0,-2 8 1 0,-2 7 33 15,-2 1 178-15,0 6-89 0,0 13-53 0,5 3 317 16,-1 4-158-16,3 3-87 0,5-1-16 0,6 1 147 16,3-5-53-16,2 5-66 0,0-4-5 0,7-2 101 15,9-3-76-15,0-2-37 0,1-4-116 0,7-1 35 16,1-6 22-16,1 0-414 0,-1-6 218 15,3-1 109-15,-5 0 63 0,4-1-682 16,-4-9 313-16,-2 1 175 0,-3-4 86 0</inkml:trace>
  <inkml:trace contextRef="#ctx0" brushRef="#br0" timeOffset="-204535.36">22215 13918 788 0,'4'-8'0'0,"3"0"0"0,2 4 0 0,-2 1 0 0,3-2 0 0,-1-1 258 0,4 2-113 0,2 1 358 15,0 2-227-15,2 1-126 16,1 0-58-16,-2 0 136 0,0 6-97 0,0 5-49 0,-5 1-17 16,-1 4-188-16,-7 2 78 0,-1 2 39 0,-2 4-241 15,0-1 140-15,-13 1 78 0,-4 3 27 0,-4-4-132 16,-3 0 57-16,0-2 51 0,-1-2 24 0,4-4-384 16,-5 1 181-16,8-8 86 0,-3-3 43 0,3-2-173 15,9-3 108-15,0 0 46 0,9-11-174 16</inkml:trace>
  <inkml:trace contextRef="#ctx0" brushRef="#br0" timeOffset="-204345.86">22562 13671 1972 0,'3'-11'0'0,"3"8"0"0,-4-2 0 0,-2 3 0 0,0 2 0 0,-6 0 0 0,-11 15 0 0,2 6 0 0,0 4 150 15,0 1-59-15,-2 6 77 0,4 1-72 0,1 1-32 16,7-2 1-16,3-2-1 0,2 1 0 0,0-7-23 15,2 3-8-15,10-1-126 16,2-3 63-16,4-4 31 0,0 1 0 0,-3-5-323 16,2 0 174-16,-2 0 86 0,2-3 46 0,-4 0-619 15,-2-1 301-15,-5 0 142 0</inkml:trace>
  <inkml:trace contextRef="#ctx0" brushRef="#br0" timeOffset="-204053.7">21859 14311 1407 0,'-23'0'0'0,"6"0"0"0,4 0 0 0,1 0 0 0,0 0 0 0,4 0 150 0,3 3-58 0,1-3 197 15,2 0-129-15,2 0-55 0,11 2-40 0,12-2 227 16,13 0-130-16,5 0-64 0,6 0-33 0,10 0 136 15,8 0-89-15,1 0-39 16,1-5 0-16,1-2-24 0,2 4-16 0,-11-1 8 16,13 0-96-16,-19 4 44 0,-3 0 22 0,-1 0-1 0,-11 0-236 15,-3 4 138-15,-5 3 30 0,-5-3-165 16,-7 2 77-16,-2-1 70 0,-7-1 34 0,-4-1-425 0,0 0 217 16,-5-1 108-16,0-1 55 0,-7 3-394 0</inkml:trace>
  <inkml:trace contextRef="#ctx0" brushRef="#br0" timeOffset="-203630.48">22224 14386 691 0,'-16'0'0'0,"3"-3"0"0,5 1 0 0,1 2 0 0,1 0 0 0,1 0 0 0,1 0 495 0,1 0-232 16,1 6-115-16,-1 8-57 0,3 10 272 0,0-4-156 15,0 12-92-15,0 2 111 0,0 8-97 16,0 0-48-16,0 2-14 0,0-8 8 0,0 5-42 16,3-3-1-16,-1-6-24 0,1 1 0 0,-1-7 24 15,-2-5 9-15,0 0-43 0,0-6 35 0,0-6 0 16,0-2 0-16,0-1-29 0,-5-6 37 0,-5 0-8 16,1 0-67-16,-2-8 30 0,-1-4 2 0,-1-5-151 15,-1-4 80-15,-2-2 40 0,2-1 13 16,-2-1-157-16,0-1 77 0,0-2 45 0,0 4 4 0,-2 1-42 15,3 7 18-15,0 2 22 0,-2 5-4 16,2 3 80-16,0 6-37 0,-2 0 9 0,0 4-28 16,1 14 250-16,-2 3-116 0,6 4-62 0,0 3 315 15,3 1-173-15,5 0-54 0,2 0 87 16,2-5-90-16,0-3-46 0,0 0-14 16,7-2-82-16,6-1 25 0,3-4 1 0,3-4 24 15,-1-3-154-15,5-3 85 0,3-4-459 0,-1 0 237 0,2-1 135 16,1-13 24-16,-1-1-554 0,-1-2 302 0,1-1 164 15,-4 0 78-15,-2 0-360 16,0 1 219-16,-3 0 100 0</inkml:trace>
  <inkml:trace contextRef="#ctx0" brushRef="#br0" timeOffset="-203476.89">22246 14682 846 0,'1'-12'0'0,"1"3"0"0,1 6 0 0,-1-1 0 0,0 2 0 0,-1-2 0 0,3 4 331 0,1 0-149 0,5 0-67 15,1 0-45-15,0 0 301 0,5 0-170 0,2 0-83 16,1-2-43-16,3-2 74 0,-1-2-62 15,6-3-27-15,-5 2-117 0,0-2 44 0,3-2 24 16,-6 1-438-16,2-1 225 0,-3 1 118 0,-1 3 58 16,-4 1-561-16,-4 2 246 0,0 0 119 0</inkml:trace>
  <inkml:trace contextRef="#ctx0" brushRef="#br0" timeOffset="-203302.92">22518 14365 1061 0,'0'0'0'0,"-5"0"0"0,-1 3 0 0,-1 8 0 0,-1 1 0 0,0 3 0 0,1 4 0 0,-2 3 0 0,2 4 485 0,2 4-230 0,1 3 39 0,3-3-130 16,-1 5-66-16,2-2-33 0,0-1 60 0,0-1-51 15,0-1-20-15,2-3 0 16,7-8-229-16,3 2 105 0,0-1 59 0,4-6 18 0,-2-3-474 0,2-3 251 16,0-3 116-16,0-5-539 0,0 0 286 15</inkml:trace>
  <inkml:trace contextRef="#ctx0" brushRef="#br0" timeOffset="-203139.35">22808 14734 1054 0,'5'-2'0'0,"1"1"0"0,1 1 0 0,-2 0 0 0,-3 0 0 0,3 0 0 0,-3 7 253 0,0 6-110 0,-2 2-56 0,0 2-26 16,0 2 265-16,-4 4-138 15,-8 3-81-15,3 0-38 0,-2 1-69 0,-1-3 32 16,1 0 1-16,4-5 8 0,-3 2-379 0,1-4 185 15,3-2-454-15,1-6 320 0,-2 0 107 0</inkml:trace>
  <inkml:trace contextRef="#ctx0" brushRef="#br0" timeOffset="-202649.66">23612 13637 832 0,'0'-18'0'0,"0"5"0"0,0 11 0 0,0 2 0 0,0 0 0 0,0 4 137 15,0 11-52-15,0 5-26 0,0 8 107 0,-4 8-59 16,-2 9-41-16,-2-2 0 0,1 2 187 0,0 1-110 16,-2-3-55-16,4-6-20 0,-4 11 105 0,3-14-71 15,1 2-34-15,-1-2 45 0,0-4-39 16,1-5 7-16,-1-1-99 0,1-5 25 0,-2-6 0 16,0-6 26-16,0 0-148 0,-2-7 69 0,-3 0 40 15,1-3 0-15,0-10-99 0,-5-6 36 0,4 2 48 16,-4-9-236-16,2 2 122 15,-4-2 26-15,2-2 2 0,0 4 36 0,4 1-7 16,-4 2 45-16,3 3 85 0,3 12-43 0,1-3-21 16,-2 6 1-16,4 3 247 0,-1 0-119 0,2 5-70 0,5 8 137 15,1 5-94-15,0-1-12 0,0 4 148 16,1-2-93-16,7-4-50 0,4 5-25 0,0-3 0 16,2-2-71-16,2-2 31 0,2 0-8 0,-2-2-396 15,5-4 210-15,0 0 104 0,-1-4 49 0,3 0-699 16,0-3 331-16,3 0 179 0</inkml:trace>
  <inkml:trace contextRef="#ctx0" brushRef="#br0" timeOffset="-202493.48">23660 13891 1134 0,'5'-9'0'0,"0"4"0"0,2 4 0 0,1 1 0 0,-1 0 0 0,1 0 0 0,-1 0 216 0,2 0-91 0,-1 4 410 0,2 3-251 16,-1 3-117-16,-2-2-72 0,2 6-64 0,-2 0 2 0,0 0 0 0,-2 2 0 15,1-2-498-15,-1 0 245 16,4-1 126-16,-2-2-587 0,0 0 346 0</inkml:trace>
  <inkml:trace contextRef="#ctx0" brushRef="#br0" timeOffset="-202320.94">23978 13786 1393 0,'2'-9'0'0,"1"5"0"0,1 2 0 0,-2 0 0 0,0 2 0 0,-2 0 0 0,0 0 0 0,0 6 180 0,-2 8-78 16,-7 6-34-16,-5 1 364 0,0 4-199 0,-5 4-100 16,2 0-42-16,-2 2-35 0,0-1-23 0,-1 2-1 15,1 0 1-15,-1-2-382 0,2 0 199 0,-1 4 88 16,-1-7-527-16,1 1 287 0,0 1 161 0,-1-5-284 16</inkml:trace>
  <inkml:trace contextRef="#ctx0" brushRef="#br0" timeOffset="-202094.44">23221 14415 1015 0,'-20'0'0'0,"8"0"0"0,3 0 0 0,0 0 0 0,6 0 0 0,-1 0 0 0,4 0 503 0,0 0-235 0,12 0-117 0,12-1-60 0,8-3 428 0,8 0-236 16,12-4-128-16,-1 1-62 0,3-1 241 0,3 1-151 15,8-3-89-15,-14 3-22 0,7-1-9 16,-3 1-30-16,-3-3-100 0,-3 2 50 0,-4 1 25 15,-8 2 8-15,-2 1-438 16,-2-1 228-16,-10 4 113 0,-2 1 57 0,-7 0-681 16,-6 0 328-16,-6 1 176 0,-2 10-354 0,-2 4 261 15,-15 2 131-15,-7 0-230 0</inkml:trace>
  <inkml:trace contextRef="#ctx0" brushRef="#br0" timeOffset="-201755.25">23557 14428 1150 0,'-6'6'0'0,"3"3"0"0,1 4 0 0,-3 2 0 0,2 3 0 0,1-2 0 0,-3 9 273 0,3-2-120 0,0 4-60 0,0 0-30 15,0-3 282-15,0 8-160 16,1-2-35-16,1-2-58 0,-2-1-30 0,2-5 0 16,-2 1-104-16,2-4 34 0,0-5 20 0,-3-2 0 0,3-5-90 15,-2-1 56-15,-3-2 35 0,-1-4-8 16,-1 0-10-16,-5 0 16 0,1-7 1 0,-1-3-134 0,-4-2 65 15,2-2 1-15,-7-5-23 16,1 2 25-16,2-2 1 0,-1 2 26 0,3 4 6 16,-3 0 20-16,-1 3-18 0,2 4-2 0,3 3 201 15,-2 3-93-15,2 0-49 0,2 3-17 0,-1 10 124 16,3 3-61-16,2 2-39 0,2 3 2 0,1-1 232 16,4 4-128-16,2 0-59 0,0-2-29 0,0-1 62 15,0 2-46-15,2-5 3 0,8 1-133 16,2-2 42-16,4-3 21 0,0-3-531 0,7-3 268 0,0-3 147 15,4-5 25-15,3 0-723 0,2 0 385 16,1-12 192-16</inkml:trace>
  <inkml:trace contextRef="#ctx0" brushRef="#br0" timeOffset="-201585.4">23559 14732 1138 0,'0'-9'0'0,"2"2"0"0,-1 5 0 0,3-4 0 0,0 2 0 0,4 1 180 0,3-1-78 0,5 0-34 16,3 1 490-16,6-1-262 0,0 0-132 15,-5 3 172-15,8-3-156 0,-4 3-74 16,-3 0-37-16,4 1-332 0,-3-2 147 0,-1-1 83 16,-5 2 28-16,0-2-559 0,-7 2 298 0,1-1 150 15,-6 0 74-15,-1 2-650 0,-3 0 334 0,0-2 162 0</inkml:trace>
  <inkml:trace contextRef="#ctx0" brushRef="#br0" timeOffset="-201404.76">23771 14400 1759 0,'4'0'0'0,"-1"0"0"0,1 0 0 0,-2 8 0 0,0 5 0 0,-2 2 0 0,0 7 0 0,-2 4 0 0,-5 6 0 0,-3 4 284 0,-1 9-130 0,-2-2-61 0,2 3 257 16,-1-1-159-16,5-4-79 0,3-7-31 0,4-2-82 16,0-4 34-16,4-8-1 0,9-2 1 0,5-7-131 15,4-8 74-15,6-3-543 0,-3 0 299 0,4-7 151 16,1-10 75-16</inkml:trace>
  <inkml:trace contextRef="#ctx0" brushRef="#br0" timeOffset="-200888.84">21619 13846 853 0,'-11'-16'0'0,"2"9"0"0,0 6 0 0,0 1 0 0,-5 0 0 0,0 7 0 0,-3 15 271 0,-3 17-119 16,2 4-60-16,2 12 91 0,-3 17-79 0,3 1-36 16,5 5 1-16,6 1 165 0,3-1-100 0,2 1-43 15,0-4-33-15,5-4-35 0,13 1 10 16,5-5 0-16,7 1-344 0,9-4 180 15,5-4 78-15,9-5 43 0,7-3-670 0</inkml:trace>
  <inkml:trace contextRef="#ctx0" brushRef="#br0" timeOffset="-200486.89">24171 13910 1371 0,'0'-15'0'0,"0"6"0"0,2 3 0 0,7 3 0 0,1 3 0 0,1 0 0 0,2 5 0 0,6 11 0 0,2 7 441 0,1 6-196 0,4 9-110 0,-1 4-51 15,-4 5 269-15,-5 6-160 16,2 12-80-16,-13-12 66 0,-1 22-77 0,-4-7-35 15,-4 1 1-15,-13-1-108 0,-3-1 37 0,-3-7 8 16,-7 14-418-16,0-9 223 0,-4-3 112 0,-2-2 55 16,-6-1-734-16</inkml:trace>
  <inkml:trace contextRef="#ctx0" brushRef="#br0" timeOffset="-191933.67">20546 14455 340 0,'-7'1'0'0,"-1"-1"0"0,5 4 0 0,-4-1 0 0,4-3 220 0,1 1-86 0,-2-1-54 15,1 2-24-15,3-2 67 0,0 0-45 0,0 0-22 0,0 0 122 16,0 0-76-16,0 0-35 0,0 0 0 15,0 0 78-15,0 0-56 0,0 0-20 0,0 0 148 16,0 0-92-16,0 0-46 0,0 0-23 16,0 0 0-16,0 0 132 0,0 0-82 0,0 0-36 0,0 0 0 15,0 0 100-15,0 0-69 16,0 0-26-16,0 0-8 0,0 0-34 0,0 0 0 16,0 2-1-16,0-2 130 0,0 0-57 0,1 1-41 0,5-1 1 15,-1 2 49-15,4-2-40 0,0 2 155 0,0-2-229 16,3 0 0-16,-1 3 0 0,1-3 0 15,2 1 0-15,-3 1 0 0,1 0 0 0,2 0 0 16,-1 2 0-16,3-2 0 0,-2 0 0 0,2 1 0 16,0 0 0-16,1 0 0 0,4-2 0 15,-1 1 0-15,1-2 0 0,6 0 0 0,-4 0 0 16,-2 2 0-16,4-2 0 0,-2 0 0 0,0 2 0 16,-3-2 0-16,1 2 0 0,-5 2 0 0,-1-2 0 15,0 1 0-15,-3 1 0 0,-3-1 0 0,0 2 0 16,-1-1 0-16,-2-1 0 0,-3-1 0 15,1 0 0-15,-2 0 0 0,0-2 0 0,-2 0 0 16,0 2 0-16,0-2 0 0,0 0 0 16,0 0 0-16,0 0 0 0,0 0 0 0,0 0 0 0,0 0 0 15,0 0 0-15,0 0 0 16,0 0 0-16,0 0 0 0,0 0 0 0,0 0 0 16,0-2 0-16,0 0 0 0,0 0-775 0,2 2 371 0</inkml:trace>
  <inkml:trace contextRef="#ctx0" brushRef="#br0" timeOffset="-190934.02">24742 14182 928 0,'0'-3'0'0,"-2"-2"0"0,2 4 0 0,0-1 0 0,0 0 0 0,0 2 0 0,0 0 0 0,0 0 0 0,0 0 314 0,0 0-141 0,0 0-70 0,0 0-36 15,0 10 172-15,0 5-107 0,2 4-50 0,-1 4 77 16,-1 2-63-16,0 1-31 0,0-2 7 0,0 9-12 15,0-5 0-15,0-2-28 0,0 2-61 0,0-4 30 16,-1-1 9-16,-3 0 23 0,0-1-49 16,1-1 25-16,-3-2 0 0,1-3 24 15,1-3-206-15,-2 0 67 0,2-5 61 0,0-2-338 16,3-2 181-16,-3-4 61 0,0 0-252 16,4-4 184-16,0-17 89 0,0-7 43 0</inkml:trace>
  <inkml:trace contextRef="#ctx0" brushRef="#br0" timeOffset="-190483">24738 13912 727 0,'-5'-11'0'0,"1"5"0"0,2 4 0 0,0-1 0 0,2-1 398 0,0 0-183 16,8-2-91-16,11-1-46 0,1 1 158 0,10 2-105 16,0-2-50-16,2 4 135 0,4 1-91 0,2-1-47 15,-3 0 20-15,3 2-43 0,-1 0 1 0,1 0-23 16,-2 0-51-16,-3 0 34 0,-1 0-9 0,-3 2 26 15,-10 0-68-15,3 3 34 0,-5-1 0 0,-4 0 18 16,-4 1-15-16,-1-2 29 0,-3-1 0 16,-1 0 37-16,-2 0-23 0,0-2-21 0,-2 0 178 0,0 3-85 15,0-3-37-15,0 0-23 16,0 0 103-16,0 2-55 0,0 2-40 0,0 0-1 16,0 1 64-16,0 1-48 0,0 1 87 0,0 0-167 15,0 4 0-15,0 2 0 0,0-2 0 0,-4 2 0 16,2 3 0-16,0 3 0 0,-1 5 0 0,-1 2 0 15,-1 5 0-15,4 5 0 16,-3 7 0-16,2-4 0 0,2 16 0 0,0-5 0 0,0 3 0 0,0 0 0 16,0-1 0-16,0-9 0 15,2 10 0-15,0-9 0 0,1-10 0 0,4 2 0 16,-5-4 0-16,1-7 0 0,-1-2 0 0,0-5 0 16,-2-7 0-16,0-1 0 0,0-5 0 0,0-1 0 15,-7-4 0-15,-5 0 0 16,1 0-243-16,-5-7 197 0,2-7-354 0,-4-3 175 15,-1-5 101-15,-1-2 45 0,3-4-228 0,1-4 137 0,-4-8 69 16,7 3 26-16,-1-12-514 0,1 4 279 16,2 0 138-16,-1 1 70 0,0 3-360 0</inkml:trace>
  <inkml:trace contextRef="#ctx0" brushRef="#br0" timeOffset="-190327.9">24915 14101 852 0,'-11'-5'0'0,"3"4"0"0,0-3 0 0,3 3 0 0,1 1 0 0,2 0 0 0,1 0 365 0,1 0-159 0,0 0-90 15,0 0-42-15,9-1 216 0,3-1-128 16,6-1-57-16,-4 2-40 0,4-2 24 0,-2 2-28 0,1-1-299 16,-1 2 136-16,-3 0 75 0,-2 0 26 0,-1 0-248 15,-1 2 141-15,-4 8 70 16,-3-1 36-16,0 8-660 0</inkml:trace>
  <inkml:trace contextRef="#ctx0" brushRef="#br0" timeOffset="-190058.04">24968 14336 384 0,'0'6'0'0,"-6"-3"0"0,2 3 0 0,-2-2 0 0,-1-2 0 0,1 0 0 0,1-1 347 16,-2-1-157-16,4 3 151 15,-1-3-159-15,2 2-74 0,1-2-38 0,-1 1 37 16,2-1-38-16,0 0 9 0,0 2-45 0,0-2-1 0,0 2-20 16,0 0 0-16,0-1 20 0,7-1-57 0,5 3 24 15,1-2 1-15,-1-1-61 0,2 2 47 0,-1 0 24 16,-1 0 7-16,-1 4-86 0,-2-1 42 15,-3 2-3-15,-2 4 1 0,-2-1 62 0,-2 4-32 16,0-2-10-16,-9 4 7 0,-3-3 81 0,-3-1-37 0,-3-5-10 16,1 0 3-1,-1-1-17-15,1-4-8 0,-1-2-139 0,0 0 69 16,6 0 35-16,0-4-336 0,4-7 169 0,5-2 87 16,3-4 28-16,0-4-365 0</inkml:trace>
  <inkml:trace contextRef="#ctx0" brushRef="#br0" timeOffset="-189063.72">25965 13869 898 0,'7'0'0'0,"-1"0"0"0,0 0 0 0,-3 0 0 0,-1 0 105 0,-2 0-28 0,0 0 248 15,0 0-145-15,-10 6-74 0,-2 3-37 16,-9 5 50-16,-1 6-35 0,-2 1-30 0,2 0 0 0,-3 2-61 0,4 0 0 15,-4-3 39-15,6-3-16 0,1 0-9 0,-1-1 26 16,1-3 0-16,4-1 22 0,3-2-23 16,0-1 9-16,1 1 91 0,4-3-49 15,1 1-26-15,1 3 68 16,0 1 37-16,2 2-56 0,0 4-41 0,0 3 0 0,2 6 132 16,-2 2-83-16,0 4-40 0,2 2 50 0,-1 1-49 15,-1 8-22-15,-2-3-85 0,2-7 32 0,1 3 0 0,-1-1 41 16,2-2-9-16,0-5-132 15,0-6 66-15,0 1-335 0,0-5 198 0,0-5 77 0,0-5 13 16,0-3 40-16,0-3-472 0,0-3 240 16,0 0 120-16,0-5-273 0,0-14 200 0,0-5 97 0,0-3 48 15,0-6-263-15,0-9 155 16,0 6 70-16,0-15 47 0,-5 2-74 0,0-2 56 16,1 2 29-16,2-1 61 0,-1 15 0 0,3-1 0 15,-4 11 0-15,2 3 0 0,0 7 108 0,2 3-54 0,0 4 484 16,0 2-255-16,2 0-151 0,11 3-5 15,8 1-60-15,5-4 367 0,4 2-192 0,10 1-108 16,-2-1 53-16,5 2-77 0,-2-2-39 0,6 2-3 16,-6-3 8-16,10 3-43 0,-6-3 0 15,-8 3-132-15,1 0 66 0,-4-1 32 0,-10 2-78 16,-1 1 51-16,-4 0 31 0,-8 0-1 0,0 0 67 16,-5 0-31-16,-2 6-12 0,-3 0-43 0,-1 0 306 15,0 4-139-15,0 1-65 0,-3-3-23 0,-3 3 143 16,0 0-86-16,2 1-43 0,1 1 163 15,1 0-14-15,-2 2-225 0,4 4 0 0,0 3 0 16,0 2 0-16,0 7 0 0,0-1 0 0,0 5 0 16,0 9 0-16,0-4 0 15,0 4 0-15,0-2 0 0,0-1 0 0,0-5 0 16,0 3 0-16,2 0 0 0,-2-3 0 0,0-5 0 16,0 0 0-16,0-8 0 0,0 1 0 0,0-5 0 15,0-6 0-15,-4-4 0 0,-1 0-189 0,-5-7 151 16,-2-1 1-16,2-1-308 0,-4 0 158 0,0 0 71 15,-5-3-987-15,1-12 1037 0,-2-1 8 16,-4-5 25-16,2-3 0 0,-4-10-265 16,3-4 133-16,-3-2 58 0,2 0-390 0,-1-2 233 15,2 5 115-15,2 6 58 0,-5 1-84 0,3 2 83 0,-1 6 92 16,1 2 57-16,1 6-35 0,5 1-28 0,-1 4 1 16,5 1 404-16,2 2-212 0,2 2-109 15,4 1 172-15,1 1-130 0,2 2-74 0,2 0 61 16,0 0 318-16,0 0-197 0,0 0-97 0,2 5 121 15,4 1-110-15,-3 0-46 16,3 0-36-16,-1 0-85 0,-1-3 30 0,0-2-1 0,-3 2 29 0,2-3 7 0,-1 1-120 16,-2-1 56-1,0 0-7-15,0-5 33 0,0-8-1 0,0-2 40 16,0-2-132-16,2-4 56 0,-1 2-9 0,4-1 26 0,5 1-32 16,0 4 79-16,1 2-19 15,1 3 118-15,2 6-60 0,3 2-34 0,-2 2-7 0,1 0 1 16,0 2 83-16,-1 12-46 0,-2 3-9 0,0 5 9 15,-6 1-6-15,0-3-11 0,-5 8-15 0,0-7 0 0,-2 4-1 16,0-5 1 0,-8-2-35-16,-5-2 13 0,-2-5 0 0,-2-1-57 15,-3-7 32-15,4-1 1 0,-5-2 30 0,3 0-275 16,-1-5 123-16,1-11 68 0,6 0-520 0,-1-7 277 16,9 0 130-16,2-5 78 0</inkml:trace>
  <inkml:trace contextRef="#ctx0" brushRef="#br0" timeOffset="-184896.9">7082 15868 318 0,'-2'0'0'0,"2"0"0"0,0 4 0 0,0-4 0 0,-2 0 0 0,2 1 58 16,0-1 8-16,0 0-39 0,0 1 78 0,0-1-37 16,0 0 1-16,0 0-37 0,2 0 83 0,0 0-46 15,-1 0 0-15,1 0-36 0,-2 0 78 0,0 0-40 16,2 0 9-16,-2 0 32 0,0 0-40 0,0 0 0 15,0 0 5-15,0 0-23 16,0 0 9-16,0-1-30 0,0-5 67 0,0-2-34 16,0-1 0-16,0-2-33 0,-2 1-42 0,-3-1 17 15,2-2 0-15,-3-1 25 0,-2 3-68 0,2 0 34 16,-3-2 8-16,0 4-44 0,-2-2 32 0,-1 1 0 16,0 3 29-16,-1-1-17 0,2 2 11 0,-2 2-24 15,0 1 43-15,1 0-7 0,-1 2-20 0,2 1 9 16,-1 0 66-16,3 0-31 15,0 0 1-15,-4 0 30 0,5 0-28 0,-3 4 15 16,3 2-33-16,4-2 33 0,-6 4-39 0,4 2 0 16,-2 0 27-16,5-3 0 0,-1 4-19 0,-2 4-8 15,4 2 31-15,1 2-31 0,-1 3 0 0,2 5 0 16,0 3 101-16,0 1-54 0,0 3-24 0,0 10 32 16,2-4-27-16,3 2-1 0,3-2-19 0,3 8 95 15,2-2-51-15,-1-3-26 0,1 5 152 0,0-2-211 16,-4-8 0-16,2 9 0 15,-1-5 0-15,-1-1 0 0,-3-7 0 0,-1 4 0 16,2-2 0-16,-3-4 0 0,-2 0 0 0,0-3 0 16,1 0 0-16,-3-6 0 0,0 0 0 0,0-6 0 15,-3 1 0-15,-5-2 0 0,-2-2 0 0,-4-3 0 16,1-2 0-16,-4 1 0 0,2-5-402 0,-4-1 225 16,3 0 78-16,1-4 21 0,0 0-162 0,0 0 103 15,5 0 53-15,2 0 25 0,1 0-361 0,3 0 186 16,4-8 104-16,0-3-424 0,3-2 261 15</inkml:trace>
  <inkml:trace contextRef="#ctx0" brushRef="#br0" timeOffset="-184606.43">7175 16449 1505 0,'0'0'0'0,"0"0"0"0,0 0 0 0,0 0 0 0,0 0 0 0,0 2 0 0,0 11 227 0,0 0-98 16,0 6-47-16,2 4 89 0,0 6-73 0,1-1-33 0,-2 5-62 16,0-1 0-16,-1-1 30 0,0-4 8 0,0 3-9 0,0-10-8 15,-2 0 9-15,-6-2 0 0,0-4 0 0,3-6 163 16,-4 0-85-16,4-5-39 0,1 1 0 16,1-3 121-16,2-1-81 0,1 0-31 0,0 0-8 0,0 4 205 15,0-4-123-15,0 0 85 16,10 0-240-16,7 1 0 0,4-1 0 0,3 0 0 0,1 1 0 15,-1-1 0 1,2 0 0-16,-4 0-617 0,8 0 358 0,-9 0 146 16,6 0-445-16,-1-1 268 0,-2 0 105 0</inkml:trace>
  <inkml:trace contextRef="#ctx0" brushRef="#br0" timeOffset="-184335.11">7584 15750 1838 0,'-20'-9'0'0,"10"5"0"0,10 4 0 0,0 0 0 0,0 0 0 16,0-1 0-16,2 1 0 0,8 0 237 0,5 0-102 0,6 0 233 0,2-2-171 0,4 0-82 0,6-2-41 15,2 0-65-15,1 0 1 16,1-1 31-16,-1-2-8 0,-3 0-323 0,0 0 161 16,-4 0 81-16,-1-1 41 0,-8 2-186 0,3 1 108 15,-7-1 60-15,-5 2-23 0,1 0-647 16,-7 4 332-16</inkml:trace>
  <inkml:trace contextRef="#ctx0" brushRef="#br0" timeOffset="-184120.78">7906 15459 984 0,'3'-4'0'0,"1"3"0"0,11-1 0 0,-1 0 0 0,1-1 389 16,3 3-178-16,5 0-90 0,4 0-35 0,5 0 278 15,1 0-165-15,3 5-83 0,-1 2-42 0,-1 0 8 0,0 5-17 16,-6 1-8-16,-2 3-106 0,-5 0 41 16,-3 5 20-16,-7-1 0 0,-8 3-102 0,-1 6 58 15,-2 2 32-15,-2 1 0 0,-15-3-213 16,-4 2 123-16,-1-1 69 0,-2-4-399 0,-3 1 202 15,1-5 70-15,-3-1 57 0,1-2-344 16,0-4 205-16,1 1 99 0,-2-2 49 0</inkml:trace>
  <inkml:trace contextRef="#ctx0" brushRef="#br0" timeOffset="-183946.68">7839 15990 561 0,'-12'0'0'0,"5"3"0"0,1-1 0 0,4-2 0 0,2 2 508 0,0 2-238 15,0-3-119-15,8 2-58 0,13 2 199 0,0-4-121 16,12-1-73-16,-2 0 413 0,6 0-239 15,-2 0 49-15,3 0-144 0,-3 0-64 0,-3 0-44 16,-2 0 0-16,0 0-233 0,-7 0 98 0,0 0 50 16,-3 2 32-16,-3 0-531 0,-8 0 275 15,1 0 136-15,-4 1-708 0,-3-2 397 0,-3 2 161 16,0 2-96-16,-14 2 159 0</inkml:trace>
  <inkml:trace contextRef="#ctx0" brushRef="#br0" timeOffset="-183789.67">7862 16049 878 0,'-12'0'0'0,"4"2"0"0,5 1 0 0,3 2 0 0,0 0 0 0,0 3 0 0,0 3 353 16,2 1-153-16,8 10-87 0,1 1-40 0,1 5 366 15,-1 1-202-15,-1 7-103 0,-2 4-42 0,-2 7 154 0,-3 0-107 16,-2-1-53-16,-1 1-244 0,0-1 95 16,0-4 57-16,0 0 15 0,0-3-1 0,0-6-200 0,0-13 112 15,0-5 56-15,0-5-620 0,0-4 239 0</inkml:trace>
  <inkml:trace contextRef="#ctx0" brushRef="#br0" timeOffset="-183637.57">7853 16349 2381 0,'0'-9'0'0,"2"3"0"0,3 3 0 0,-1 1 0 0,4 0 0 0,0 0 0 0,1 0 0 0,5 2 0 0,0-1 0 0,2 1 269 0,-2 0-118 0,5 0-59 15,-4 0 23-15,6 0-45 16,-3 0 0-16,3 3-38 0,4 5-551 0,-6-7 276 0,3 5 146 15,4 2-352-15</inkml:trace>
  <inkml:trace contextRef="#ctx0" brushRef="#br0" timeOffset="-183475">8388 16272 1416 0,'-3'-3'0'0,"3"1"0"0,0 2 0 0,0 0 0 0,0 0 0 0,0 0 567 0,0 0-259 0,0 0-142 0,0 0-66 0,0 0-71 16,0 0 3-16,3 7 1 0,4 0 8 0,2 3-588 16,2-2 290-16,2-3 144 0,-2-2-323 0</inkml:trace>
  <inkml:trace contextRef="#ctx0" brushRef="#br0" timeOffset="-183289.38">8671 15833 1954 0,'0'-14'0'0,"0"11"0"0,2 2 0 0,10-3 0 0,4-1 0 0,-2 3 0 0,7-3 0 0,-2 4 91 0,5-3 186 0,4 0-122 16,3-2-62-16,-1 2-200 0,2-1 77 0,-1 0 28 0,3 3 0 16,-2-3-183-16,1 2 110 0,-8-1 53 15,-4 0 36-15,1 1-604 0,-3 1 299 0,-8-1 148 0</inkml:trace>
  <inkml:trace contextRef="#ctx0" brushRef="#br0" timeOffset="-183078.75">8976 15563 1409 0,'-11'-8'0'0,"6"3"0"0,1 1 0 0,4 0 0 0,0 0 0 0,7 2 0 0,11 0 0 0,5 2 0 0,4 0 208 0,1 0-87 0,5 6 157 15,-4 4-115-15,3 3-69 0,0 1-30 0,-2 1-5 16,-2 0-26-16,-5 3 0 0,-5-7 8 15,-1 7-54-15,-4-6 23 0,-5 4 0 16,-4 0-47-16,-4-1 35 0,0 4 8 0,-14 1-89 16,-7 0 57-16,-8 2 30 0,-6 2-17 0,0-3-303 15,1 1 134-15,-10 4 87 0,5-4 10 0,-2 3-461 16,4 0 257-16</inkml:trace>
  <inkml:trace contextRef="#ctx0" brushRef="#br0" timeOffset="-182755.37">8860 16169 1592 0,'2'11'0'0,"2"5"0"0,-2-7 0 0,1-2 0 0,2 0 0 0,-2-1 0 0,2 0 0 0,3 0 278 0,3-3-123 15,3 1 209-15,0-3-169 0,4-1-82 0,2 0-147 16,1 0 34-16,2 0-1 0,-2 0 42 0,2-5-8 16,2-4-1-16,-7 0-267 0,1-2 134 0,0-1 67 15,-6-1-282-15,-4 2 157 0,-2 1 92 16,-4-3 46-16,-1 1-174 0,-2-3 41 15,-2-2 64-15,-12 3 29 0,-4-3 16 0,-1 2 12 16,-4 0 0-16,2 6 89 0,-8 0-41 0,1 5-23 16,0 4-1-16,-1 0 208 0,1 13-115 0,0 9-37 15,-1 8-32-15,1 5 342 0,7 2-169 0,3 3-45 16,7 1-56-16,3-5 84 0,8 5-74 0,0 3-32 16,2-4 214-16,15 0-124 0,1-1-60 0,0-8 13 15,6 3-42-15,1-3 0 0,2-5-33 0,1-4-287 16,-1-4 144-16,3-4 80 0,-2-6 26 15,1-3-589-15,0-5 301 0,-5 0 97 0,0-9-584 16,-6-4 365-16</inkml:trace>
  <inkml:trace contextRef="#ctx0" brushRef="#br0" timeOffset="-182596.09">9187 16346 1032 0,'1'0'0'0,"6"0"0"0,-2 0 0 0,4 0 0 0,-1 0 0 0,2 0 111 0,2 0-39 0,6 0 8 0,-2 0 374 15,3 0-210-15,1 0-106 0,1 0 91 0,0 0-98 16,1-2-41-16,-1-1-32 0,-2 2-379 0,0-1 177 16,-6-2 88-16,0 3 45 0,-3-1-571 0,-1 2 296 15,-5 0 149-15</inkml:trace>
  <inkml:trace contextRef="#ctx0" brushRef="#br0" timeOffset="-182428.22">9379 16299 829 0,'-7'3'0'0,"2"2"0"0,1 8 0 0,3-2 0 0,-3 4 0 0,0 3 189 0,2 8-78 16,2-1-31-16,0 5 152 0,0 0-100 0,0 1-49 16,0 3 231-16,0-9-132 0,0 6-78 0,0-10-36 15,6-1-59-15,1-3 1 0,2-6 23 0,1-4 8 16,3-5-264-16,3-2 128 0,-2 0 64 0,5-11-410 16,0-7 213-16,-2 2 66 0,4-8-229 0</inkml:trace>
  <inkml:trace contextRef="#ctx0" brushRef="#br0" timeOffset="-181978.69">9893 16218 1374 0,'-7'-7'0'0,"-1"1"0"0,3-2 0 0,-3 1 0 15,0-5 0-15,0 4 0 0,-6 0 0 0,1-2 117 0,-1 1-41 0,0 0-22 0,1 4 154 0,-5 2-88 16,4 2-35-16,-3 1 56 0,-3 0-55 16,0 9-26-16,1 14 0 0,0 6 20 0,5 3-15 0,1 2-9 0,5 5 26 15,4-3-25-15,4-1 0 0,0 0-24 0,0-8-39 16,4 4 15-16,6-11 1 0,2-1-27 16,4-7 25-1,-2-1 0-15,4-8 33 0,-4-3-208 0,4 0 86 0,0-14 52 0,-1-6 9 0,-2-8 1 16,0-5-253-16,0-8 132 15,-1 1 33-15,-2-7 42 0,-1-1-127 0,1-7 79 16,-3-5 32-16,0-6-98 0,-2 0 72 0,-4-2 38 0,1 2-4 16,0 13-1-16,-1-5 33 0,-1 9 81 15,0 13-36-15,0 2-1 0,-2 12 279 0,0 8-165 16,0 4-71-16,0 7-40 0,0 1-10 0,0 2 1 16,0 17 299-16,0 11-139 0,2 12-27 0,-1 4 146 15,1 8-122-15,5 11-61 16,-4-3-30-16,3-5 61 0,1 14-46 0,-2-16-23 0,4 5-67 15,-2-6 22-15,-2-3-323 0,1-9 181 16,1-1 78-16,0-4 43 0,0-4 22 0,-4-10-614 16,3-3 269-16,-1-6 151 0,2-5-465 0</inkml:trace>
  <inkml:trace contextRef="#ctx0" brushRef="#br0" timeOffset="-181690.75">10381 15897 1362 0,'0'-23'0'0,"-1"8"0"0,-7 4 0 0,1 1 0 0,-7 5 33 16,0 1 172-16,-4 4-90 0,-6 0-41 0,-1 9 193 15,1 10-117-15,0 5-59 0,1 4 151 16,7 5-109-16,2 1-50 0,7 0-25 0,5-1 69 16,2 1-47-16,0-3-15 0,11 1-9 0,8-4-44 15,4-2-1-15,0-2 22 16,4-2 0-16,-1 0-77 0,1-4 34 15,-3-1 22-15,-2-2-189 0,-4-4 105 0,-3 2 52 0,-6-3 20 0,-2-1-172 16,-5 0 70-16,-2 1 48 0,0 0-60 16,-23 1 44-16,-2-2 2 0,-7 0 7 0,-3 0 28 15,-7-2-65-15,8-5 32 0,-5 3 1 16,5-5-91-16,1 0 66 0,11 0 28 0,1 0 1 0,7-3-396 16</inkml:trace>
  <inkml:trace contextRef="#ctx0" brushRef="#br0" timeOffset="-181516.22">10759 16022 1956 0,'3'-7'0'0,"9"3"0"0,6 3 0 0,0-2 0 0,1 1 0 0,-1 1 0 0,1 1 0 0,6 0 176 0,0-2-72 0,2 1-48 0,-1-2-23 0,-3 2 8 16,7 1-8-16,-4 0-343 15,-1-2 172-15,-5 2 85 0,1 0 43 0,-8 0-732 0</inkml:trace>
  <inkml:trace contextRef="#ctx0" brushRef="#br0" timeOffset="-181344.16">10783 16302 2065 0,'6'0'0'0,"9"0"0"0,13 4 0 0,3 4 0 0,-5 1 0 0,-1 2 310 0,2 3-142 16,-2-3-68-16,-3-1-7 0,3 5-29 0,-5-6-1 16,1 0-22-16,0-4-241 0,1-2 117 0,-3-3 58 15,-3 0 29-15</inkml:trace>
  <inkml:trace contextRef="#ctx0" brushRef="#br0" timeOffset="-178086.76">11935 15720 757 0,'0'0'0'0,"0"0"0"0,0 0 0 0,0 0 0 0,0 0 0 0,0 0 0 0,0 0 0 16,0 0 0-16,2 0 0 0,0 0 195 0,0-1-85 0,-1-2-39 0,1 0 47 0,0-3-43 0,0-1-21 15,0 0 10-15,0-4-9 0,-1 1-23 0,1-4 1 16,0 1-30-16,-2-1-1 16,0-1 39-16,0 1-8 0,0-1-49 0,0 2 24 15,-5-3 0-15,-1 4 3 0,-3 0 29 0,-1 1-33 16,-1 1 20-16,0 4 52 0,-3 0-31 15,0 2-1-15,0 2 27 0,0 0-26 0,0 2 0 0,1 0-6 16,1 0 51-16,1 0-30 0,2 6 9 0,2-1-39 16,-3 0 27-16,4 2 0 0,-1-1-27 0,2 1 35 15,-2 0-8-15,4 3-27 0,-3-1 0 0,3 4 28 16,1 2-28-16,-2 4 8 0,1 5 73 16,1 4-40-16,0 6 0 0,2 2-42 0,-2 5 67 15,2-5-25-15,-2 13-8 0,2 0-33 16,0-2 132-16,0 0-66 0,0-1-33 0,0-8 8 15,2 4-11-15,4-4 142 0,1-1-205 0,0-4 0 16,0 2 0-16,3-3 0 0,-4 1 0 0,3-1 0 16,-4 4 0-16,2-1 0 0,-4 8 0 0,-1-7 0 15,0 7 0-15,0-4 0 0,-2-3 0 0,0 2 0 16,0-3 0-16,0 0 0 0,0-5 0 16,-2-4 0-16,-3-2 0 0,-1-3 0 15,0 0 0-15,-2-5 0 0,1 1 0 0,0-3 0 16,-3-3 0-16,3-2 0 0,-2 0-168 0,-2-2 80 15,2-4 43-15,-2-1 13 0,0 0-130 0,0-2 59 16,0 0 42-16,1 0-306 0,-1-4 171 0,2-6 81 16,3 1 42-16,2 2-409 0,0-4 225 0,4 3 104 15,0-4-388-15,2 3 254 0,8 0 127 0</inkml:trace>
  <inkml:trace contextRef="#ctx0" brushRef="#br0" timeOffset="-177477.89">12217 17270 1122 0,'0'7'0'0,"0"1"0"0,0-1 0 0,0-1 0 0,0-2 0 0,0-2 0 0,0-1 0 0,-2 2 112 0,0-3-39 0,-1 0-1 0,0 0 124 16,-3 0-73-16,1-10-49 0,-2-3-4 0,-1-4 0 16,-4-6-37-16,1-2 0 0,0-4 29 0,0-3-29 15,-2-9 0-15,-1-3-1 0,0-3-37 0,0-4 0 16,1-5 46-16,1-12-44 0,3 7-1 16,2-3 37-16,3 0-1 0,4 11-103 15,0-3 36-15,0 6 25 0,0 1 59 0,2 7 0 16,4 9-44-16,1-1 7 0,1 10 121 0,3 1-59 15,-2 4-26-15,1 4 0 0,-1 2 27 0,2 6-23 16,-2 2 21-16,5 3-41 0,-1 2-57 0,0 0 28 16,0 0 1-16,-1 7-13 0,-1 7 30 0,-2 1-9 15,-2 4-79-15,-2 0 46 0,-3 2 8 0,0 0 1 16,-2-1 4-16,0 1 18 0,-2-1-22 0,-8-2 17 16,-1 1 95-16,0-3-45 15,-1-4-20-15,-1 1 100 0,1-2-53 0,1-4-30 16,4-1-4-16,0-4 47 15,2 1-17-15,3-3-7 0,1 0 30 0,1 0-33 0,0 0-1 0,0 0-34 16,6 0-146-16,10 0 69 0,4 0 39 0,-2 0-1 16,3 2-59-16,0 1 47 0,-1 4 18 0,1 2-119 15,-4 2 53-15,-1 4 37 0,-5 2-6 0,-1 2-9 16,-4 3-3-16,-4 5 35 0,-2-1 116 0,0-2-58 16,-4-1-35-16,-10-1 0 15,2-4 202-15,-6 1-104 0,2-7-29 0,-3-1-34 16,-1-3 71-16,-1-6-36 0,0-1 130 0,1-1-558 15,-1 0 270-15,3-7 55 0,-1-10-593 16,3 2 303-16,3-10 139 0,6 0 79 0,2-6-298 0,5-2 179 16,0-7 91-16,0 4 36 0,12-10-469 0</inkml:trace>
  <inkml:trace contextRef="#ctx0" brushRef="#br0" timeOffset="-176959.26">12228 15302 1065 0,'3'-21'0'0,"1"6"0"0,0 3 0 0,2 1 0 0,0 1 0 0,-1 2 0 0,4-1 0 0,5 5 0 0,0-1 306 0,4 2-128 15,0 1-77-15,3 0 133 0,2 2-100 0,-3 0-51 16,1 0-25-16,1 2 62 0,-3 6-47 0,-2 1-1 15,-3 3 44-15,-2 2-42 0,-1 10-21 0,-7 2 9 16,-2 15 30-16,-2 0-30 0,-2 6 0 0,-9 2-29 16,-5 0 40-16,4-8 8 0,-9 9-48 0,3-9-51 15,0-11 25-15,0 1 0 0,-1-9 26 0,2-5-108 16,-2-3 50-16,0-7 29 0,1-4-178 0,-1-3 84 16,2 0 51-16,0-3 3 0,-4-15-48 15,7 0 14-15,-4-5 29 0,6-4-20 16,0 0-60-16,4 3 26 0,1-9 35 0,3 11 59 15,3 0-31-15,1 1-1 0,0 10 0 0,0-2 205 16,0 5-97-16,7 2-40 0,6 5 175 0,2 1-95 16,3 0-57-16,5 3-6 15,2 9 167-15,1 3-81 0,2 4-53 0,1-1-26 0,1 3 48 0,0 2-41 16,0-2-1-16,0 0-6 0,-2 0-27 0,0-1 1 16,-6-4 8-16,7 1-54 15,-5-1 23-15,-3-3 0 0,-4-1-2 0,0-1 0 16,-3-1 33-16,-4-2-8 0,0-2-30 0,-5-4-7 15,-3 1 34-15,0-1-27 0,0-2 4 0,-1 0-25 16,-1 0 37-16,0 0 24 0,0 0 123 0,0 0-166 16,0-10 0-16,-1 0-219 0,-5-1 156 0,1 0 37 15,-4-1-733-15,4 5 355 0,-1 0 177 0</inkml:trace>
  <inkml:trace contextRef="#ctx0" brushRef="#br0" timeOffset="-172959.14">26995 14095 540 0,'-14'-6'0'0,"5"1"0"0,-1 1 0 0,2 3 0 0,1-2 0 0,0-2 0 0,0 2 0 0,-2-1 89 0,1 0-20 0,4 1-8 0,0 0 121 16,-1 1-75-16,4 0-37 15,-1 0 0-15,2 2 156 0,0-1-101 0,0 1-45 16,0 0 71-16,0 0-60 0,0 0-28 0,0 0 7 16,8 0 24-16,3 0-31 0,8 0 0 0,-1-2-30 15,3 0 35-15,2 0 8 0,-2-1-43 0,3 1 0 16,-2-2 5-16,1 1-5 0,-1-1 0 0,1 0-74 15,0-1 33-15,-1 3 1 0,-2-4-215 16,0-1 119-16,-3 3 44 0,1-2 41 0,-3 1-395 16,0-2 194-16,-6 3 72 0,0 1 57 15,-4-1-150-15,-1 1 107 0,-3-2 51 0,-1-2-241 16</inkml:trace>
  <inkml:trace contextRef="#ctx0" brushRef="#br0" timeOffset="-172746.07">27223 13836 1034 0,'-12'-13'0'0,"1"6"0"0,5 1 0 0,1 5 0 0,0-3 0 0,2 1 0 0,2 2 0 0,0-2 118 0,1 2-42 16,0 1-14-16,12 0 250 0,8 0-140 16,5 8-70-16,1 2 189 0,1 2-129 0,0 4-56 15,0-2-41-15,0 2 0 0,-6-2-1 16,-3 1-31-16,0 1 0 0,-5 2-50 0,-1-3 20 16,-7 4 1-16,-2-2-31 0,-3 2 30 15,0 5 0-15,-13-2 38 0,-7 2-107 0,-5-2 33 16,-9 8 30-16,0-6-236 0,-2 3 120 0,4-5 28 15,-10 4 42-15,12-5-398 0,-2 1 208 0,7 1 102 0,2-5 53 16,5 0-362-16,-1-3 211 0</inkml:trace>
  <inkml:trace contextRef="#ctx0" brushRef="#br0" timeOffset="-172367.63">26942 14456 1300 0,'-6'7'0'0,"6"-2"0"0,-2-2 0 0,2 2 0 0,-1-4 0 0,1-1 0 0,0 0 0 0,0 0 227 0,0 0-98 0,0 0 110 15,0 6-107-15,7-2-49 0,4-1-26 0,6 1 164 16,-1-1-94-16,5 0-39 0,0-2-32 0,-1 1-45 16,1-2-1-16,0 0 23 0,-1 0 0 0,-1 0-127 15,3 0 60-15,-9 0-156 16,4-3 111-16,-7-3 56 0,-2 1 28 0,-3-5-113 16,-1 2 59-16,-2-5-22 0,-2 2 33 0,0-4-64 15,-8 2 12-15,-4-2 33 0,-4 0 0 0,0-1 54 16,-3 3 0-16,-2 4-30 0,-1 6-8 0,-5-1 167 15,3 4-65-15,-1 0 193 0,2 9-129 0,-2 8-52 16,2 4-15-16,0 3 183 0,2 4-97 0,4 2-56 16,4 2-27-16,4 0 60 15,6 2-36-15,1 0-30 0,2 0 0 0,0 2 86 16,2-3-54-16,4 1-28 0,7-3 9 0,1 2-31 16,2-5-4-16,0-1-129 0,3-5 64 0,0-3 33 15,1-5 7-15,1 0-253 0,0-7 123 0,-1-1 72 16,1-6 6-16,2 0-201 0,-3 0 77 0,2-12 77 15,0-4-17-15,-4-2-345 0,1-2 210 0,-2-1 105 16,-2 1 45-16,-1-6-369 0,-1-1 214 0,-4 2 108 16</inkml:trace>
  <inkml:trace contextRef="#ctx0" brushRef="#br0" timeOffset="-172208.04">27280 14640 1421 0,'0'-9'0'0,"0"2"0"0,0 3 0 0,0 2 0 0,0 0 0 0,-2 0 0 0,2 2 0 0,0 0 0 0,0 0 0 0,7 0 211 0,6 0-88 0,4 2-46 0,2 0 303 0,0 0-173 0,3-1-79 0,-1-1-52 0,-1 3-41 15,3-3-2-15,-2 0-1 0,-3 0-354 16,1 0 185-16,-4 0 81 0,-1 0 44 0,-3 0-223 16,-4 0 134-16,-1 0 67 0,-5 0-19 15,2 0-553-15,-3 0 287 0,0 0-63 0,-5 0 175 16</inkml:trace>
  <inkml:trace contextRef="#ctx0" brushRef="#br0" timeOffset="-172043.48">27467 14629 1037 0,'-15'2'0'0,"3"1"0"0,2 3 0 0,0 2 0 0,1 2 0 0,0-2 0 0,2 7 0 0,0 1 105 15,4 3-36-15,-1 5 367 0,4 1-202 0,0 3-92 16,0 2-59-16,0 2 281 0,0 0-165 0,2-3-84 16,1 1-40-16,7-5-1 0,1 4-41 0,0-11 0 15,3 2 0-15,1-3-197 16,2-4 99-16,-1-5 57 0,3-3 16 0,1-5-182 16,3 0 104-16,-2-6-441 0,0-10 214 0,-3 1 68 15,3-9 102-15,-1-1-339 0,-4-5 216 0</inkml:trace>
  <inkml:trace contextRef="#ctx0" brushRef="#br0" timeOffset="-171873.93">27777 14336 1278 0,'-5'-2'0'0,"1"0"0"0,1 1 0 0,-1-1 0 0,4 2 0 0,0 0 0 0,0-3 0 0,4 2 537 0,6 1-252 0,3 0-118 15,4 0-71-15,-2 0 115 0,4 0-89 0,0 0-27 16,0 0-32-16,0 0 9 0,-3 0-39 0,1 0-362 15,-2 0 181-15,-1 0 90 0,-3 1 46 0,-3 2-557 16,-1 2 295-16,-2 1 66 0</inkml:trace>
  <inkml:trace contextRef="#ctx0" brushRef="#br0" timeOffset="-171698.62">27820 14593 1590 0,'-13'12'0'0,"6"-3"0"0,-2 4 0 0,8-4 0 0,-1-1 0 0,2-4 0 0,0 6 162 15,0-7-65-15,12 2-32 0,3-1 270 0,6 1-143 16,2-3-84-16,1-2 335 0,3 0-205 16,-5 0-102-16,2 0-52 0,-4 0-128 0,-2-1 35 15,1 0 21-15,-5-4 0 0,-4 4-514 0,3-2 276 16,-7 2 125-16,2 1 67 0</inkml:trace>
  <inkml:trace contextRef="#ctx0" brushRef="#br0" timeOffset="-170277.48">28587 14048 482 0,'0'-3'0'0,"0"-1"0"0,0 3 0 0,0-1 0 0,-2-2 0 0,0 0 0 0,-2 0 0 0,2 3 66 0,-1-3 1 15,-1 2-26-15,1-1 21 0,1 2-1 0,-3 0-28 16,1 1 48-16,-1 0-24 0,-1 0 9 0,-1 0-34 16,-3 2 39-16,0 11 0 0,0 5-39 0,-2 5 40 15,-1 3 8-15,-1 3-48 0,1 7 1 0,0 5 91 16,4 0-46-16,0 2-23 0,4-4 9 0,1 12 69 15,1-6-49-15,3 0-26 0,0 0 28 0,0-3-27 16,0-5 9-16,8 0-35 0,4-1 40 16,1-4-1-16,2-2-39 0,-1-5 0 15,0-5-39-15,2 1 16 0,-3-5-1 0,0 0-84 16,0-5 53-16,-4-4 28 0,-2 0 7 0,0 0-232 16,-2-4 115-16,-3 0 32 0,-1-2-102 0,1-1 57 15,-2 0 45-15,0 0-10 0,0 0-251 0,0 0 151 16,0 0 74-16,0 0-275 0</inkml:trace>
  <inkml:trace contextRef="#ctx0" brushRef="#br0" timeOffset="-169910.46">28555 14426 380 0,'0'0'0'0,"0"0"0"0,0 0 0 0,0 0 0 0,0 0 274 0,0 0-120 0,0 0-52 0,0 0-39 16,0 0 119-16,0 0-75 0,1 0-36 0,8 0 148 15,1 0-96-15,3 0-46 0,1 0-22 0,-1 0 131 16,1 0-77-16,4 2-30 0,1 2-9 0,-1 0 25 15,-1 1-31-15,3 1 0 0,-4-3-62 0,1 3 39 16,0-2-9-16,-2-1 1 0,-2 0-62 0,-5-3 30 16,3 0 1-16,-3 0 7 15,-3 0-8-15,-2 0 32 0,-1 0-13 0,0 0-37 16,-1 0 6-16,-1-2 4 0,0-4-10 0,0-2 80 16,0 1-9-16,0 0-40 0,0-1-176 0,0 1 86 15,0 1 40-15,0 1 21 0,6 3-654 0,4 2 319 16</inkml:trace>
  <inkml:trace contextRef="#ctx0" brushRef="#br0" timeOffset="-168982.22">29280 13944 541 0,'-2'-8'0'0,"-4"1"0"0,3 1 0 0,-1 2 0 0,-3-2 0 0,2 3 0 0,0-2 0 0,0 4 166 0,-2-1-66 0,2 1-26 0,0 1 96 15,0 0-69-15,0 7-34 0,-2 8 0 0,2 4 14 16,2 4-16-16,-2 5-9 0,3 0 63 0,2 1-43 15,0 1-22-15,0 1 0 0,0-5 13 16,1 6-8-16,7-4-26 0,4-4 0 0,2 1 27 16,2-8 9-16,5 4-36 0,1-8-26 15,5-5 0-15,2 1 26 0,-1-5 0 0,2-4-42 16,0 0 17-16,-3 0 0 0,-2-2-57 0,-6-6 31 16,6-7 21-16,-9 2 3 0,4-6-99 0,-8-2 44 15,0 1 29-15,-4-3 1 0,0-1-27 0,-4 2 11 16,-3-9 1-16,3 6 5 0,-4-4-33 0,0 3 16 15,-9 0 0-15,0 5-15 0,-3 2 6 0,-2 4 21 16,1 2 83-16,-2 7-37 0,0 5 0 16,0 1-40-16,-2 0 168 0,2 3-74 15,2 12-39-15,-3 5-8 0,3 1 70 0,5 2-30 16,-2 6-7-16,1 0 140 0,3 3-84 0,1 2-19 16,-1 0-30-16,1 3 67 0,2 0-52 0,-2 1-20 15,2 0-41-15,0-2 20 0,1-3-1 0,2-6 9 16,0-2-192-16,0 1 92 0,0-5 45 15,0-3 24-15,0-3-187 0,0-4 102 0,0-1 6 0,0-3-405 16,0-3 209-16,0-1 116 16,0-2 58-16,0-1-308 0,3 0 187 0</inkml:trace>
  <inkml:trace contextRef="#ctx0" brushRef="#br0" timeOffset="-168790.97">29891 13696 995 0,'0'-13'0'0,"0"9"0"0,0 2 0 0,0 0 0 0,0 2 0 0,0 0 117 0,-9 10-43 0,1 6-20 0,3 5 275 16,-3 9-152-16,-1 0-72 0,2 4-46 0,-1 3 0 16,3 1-18-16,-2 5-8 0,4-2-300 0,1 3 150 15,-1 1 75-15,1 0 37 0,-3-3-573 0</inkml:trace>
  <inkml:trace contextRef="#ctx0" brushRef="#br0" timeOffset="-168267.26">29098 14507 831 0,'-7'0'0'0,"-2"0"0"0,2 0 0 0,-1 0 0 0,3 0 0 0,-4 0 0 0,5 0 0 0,0 0 0 0,1 0 94 16,3 0-22-16,0 0-9 0,0 0 196 0,0 0-114 15,7 0-56-15,8 0-28 0,5 0 200 0,7 0-119 16,1 0-54-16,5 0 186 0,11-2-121 0,-4 0-52 15,12 0-38-15,0-2 97 0,10 1-64 16,-12-1-32-16,19 3-2 0,-15-4 9 16,16 4-38-16,-17-1-1 0,4 0-86 0,-1 0 43 15,-5 1 22-15,-7 1 8 0,4 0-190 0,-9 0 102 16,0 0 51-16,-6-3-278 0,0 3 148 0,-9-2 29 16,-3 0 54-16,1 1-163 0,-5-3 97 0,-7 3 50 15,-3-4-133-15,-2 3 82 0,-4 1 54 0,3-2 23 16,-4 3-92-16,-4 0 57 0,-9 0 29 0,-6 3-9 15</inkml:trace>
  <inkml:trace contextRef="#ctx0" brushRef="#br0" timeOffset="-167892.2">29171 14716 778 0,'-11'0'0'15,"2"0"0"-15,-1 0 0 0,2-2 0 0,-1-1 0 0,0 2 0 0,5-1 0 0,-3 1 0 0,5 1 283 0,-1 0-125 0,3 0-63 0,0 0-22 0,0 0 76 0,10 0-58 16,10 0-29-16,5 0 141 0,4 0-86 0,8 0-33 15,9 0-30-15,3 0 100 0,13 0-61 0,1 0-30 16,-9 0 9-16,16-5-8 16,-1 0-31-16,-6-1 0 0,-9 1-27 0,3 1-1 15,-1-1 36-15,-7 3-8 0,-1 0-34 0,-12-2 1 16,4 1 33-16,-6 2-164 0,-8-1 62 0,-4 2 43 16,-1-2-9-16,-10 0-190 0,1 1 87 0,-5-2 63 15,-4 3-214-15,-1-1 132 0,-2 1 62 0,0-2 31 16,-7 2-245-16,-10 0 138 0,-2 0 60 0,-3 11 44 15</inkml:trace>
  <inkml:trace contextRef="#ctx0" brushRef="#br0" timeOffset="-167497.28">29129 14777 845 0,'-14'-11'0'0,"8"5"0"0,-1 4 0 0,1 1 0 0,1-1 0 0,-4 2 0 0,4 0 0 0,-1 8 241 0,2 12-103 0,3 4-53 0,-3 7 101 15,3 0-69-15,1 5-45 0,-2 0-1 0,-4 3 23 16,3-1-30-16,0-1-1 0,-3-1 62 0,2-4-50 16,-1-1-22-16,-4-3 1 0,4-8 13 0,0 3-35 15,-2-5 9-15,-2-3-8 0,-1-2-24 0,1-3 0 16,-2-3 24-16,-1-2-66 0,-3-4 41 0,1-1-9 15,0 0 34-15,-2 0-60 0,0-7 12 16,0-5 21-16,0-1-148 0,1-2 75 16,-2-6 19-16,4 2 26 0,1 1-93 0,2 0 53 15,-2 2 7-15,5 6 4 0,-1 3 2 0,1 2 27 16,2 3-19-16,-3 2 77 0,2 0-27 0,-3 9-1 16,-1 14-31-16,-1-3 40 0,2 4-12 0,0 0 13 15,0 6 16-15,2-7-14 0,2 4 1 0,-1-8-28 16,3 1-170-16,3-1 82 0,0-4 43 0,0-6-285 15,0 2 152-15,6-8 77 16,8-3 37-16,5 0-294 0</inkml:trace>
  <inkml:trace contextRef="#ctx0" brushRef="#br0" timeOffset="-167125.03">29220 14958 637 0,'0'-12'0'0,"0"10"0"0,-4 1 0 0,-5 1 0 0,3 0 0 0,-1 0 0 0,-1 9 342 0,3 4-147 0,-2 6-84 0,2 6-40 16,0-3 104-16,5 5-72 0,0-2-34 0,0-1 49 15,7 2-46-15,5-5 0 0,6-4-40 0,-3-2-34 16,3-1 35-16,4-4 8 0,-3-4-42 0,1 1 1 16,0-7 33-16,2 0-1 0,-4 0-111 0,1-7 64 15,-1-7 20-15,-6-2-11 0,1-2-148 0,-4-2 59 16,-3-3 51-16,-4 0-130 0,0 2 81 15,-2-2 21-15,0 2 25 0,-10 0-85 16,-4 5 50-16,1 2 16 0,-6 7 43 0,0 0-10 16,2 7 0-16,-2 0 0 0,-5 5 53 0,9 7-35 15,-5 8 8-15,6 0 179 0,0 5-99 0,5-1-35 16,1 0-30-16,3-1 200 0,2 9-103 0,-3-3-25 16,6-2 9-16,-1 1-25 0,1 0 1 0,0-3-10 15,0 7-22-15,0-6 0 0,0 2 0 0,0-3-1 16,0-4-147-16,1-1 64 0,5-3 41 0,-3-2-201 15,1-7 111-15,1-3 3 0,3-3 49 0,2-2-618 16</inkml:trace>
  <inkml:trace contextRef="#ctx0" brushRef="#br0" timeOffset="-166937.08">29553 14793 834 0,'0'-14'0'0,"0"7"0"0,0 5 0 0,0 0 0 0,-11 2 0 0,2 0 0 0,2 8 302 0,-2 9-139 0,3 0-65 0,-1 4 27 16,2 0-47-16,0 6-22 0,4-9 8 0,-1 7-73 15,2-3 21-15,0-1 0 0,0-2 21 0,0-2-267 16,0-4 142-16,2 2 58 0,-1-6-405 0,3 1 223 16</inkml:trace>
  <inkml:trace contextRef="#ctx0" brushRef="#br0" timeOffset="-166648.84">29633 14866 996 0,'0'-8'0'0,"0"2"0"0,0 1 0 0,0 1 0 0,0-1 0 0,3-1 0 0,4 0 0 0,0 3 128 16,1 0-48-16,3 2-24 0,0 1 154 0,-3 0-81 0,2 0-52 15,-3 12-74-15,-2 0 0 0,-1 3 30 0,-3 0 0 16,-1 4-171-16,0-2 81 0,0 0 45 0,-3 0 23 15,-8-4-153-15,1 0 86 16,-3-2 3-16,0-4-8 0,0-1-18 0,-1 1 35 16,5-6-42-16,-2-1 159 0,2 0-60 0,3 0 1 15,2 0 214-15,1 0-117 0,2 0-43 0,1-1-35 16,0-2 200-16,4-2-103 0,6-3-34 0,7 4-61 16,-4-1-2-16,5-1 8 0,0 5-8 0,-5-2-207 15,4 1 103-15,-4 2 53 0,0 0 25 0,1 0-212 16,-2 8 87-16,-2 5 66 0,-3 0-542 0</inkml:trace>
  <inkml:trace contextRef="#ctx0" brushRef="#br0" timeOffset="-166461.35">29669 15212 1307 0,'-11'3'0'0,"5"1"0"16,2 0 0-16,1-4 0 0,-3 0 0 0,6 0 0 0,0 0 0 0,4 0 0 0,9 0 297 0,2 0-124 0,5 0-74 0,1 0 75 0,1 0-71 0,1-3-35 15,-3 2 0-15,4-2-96 0,-6 2 26 0,0-2 0 16,-1 1-316-16,-2-1 175 16,-5 3 88-16,-1 0 52 0,-1 0-492 0,-5 0 183 15,0 0 147-15,-2 0 20 0,-1 0-156 0</inkml:trace>
  <inkml:trace contextRef="#ctx0" brushRef="#br0" timeOffset="-166308.75">29849 15093 959 0,'-4'-11'0'0,"1"4"0"0,-2 0 0 0,4 5 0 0,-3 1 0 0,3-1 0 0,-1 2 0 0,-2 0 0 0,2 3 177 0,1 12-64 0,1 1-44 16,-2 3 208-16,1 7-121 0,-1-2-62 16,-3 5-31-16,0-5 12 0,0 8-9 0,0-2-33 15,-4-2-81-15,4 0 41 0,-1-3 8 0,-1 2 32 16,0-5-361-16,4-6 181 0,1-4 90 0,1-4 37 16,1-1-518-16,0-7 215 0</inkml:trace>
  <inkml:trace contextRef="#ctx0" brushRef="#br0" timeOffset="-166065.33">29823 15097 164 0,'9'-21'0'0,"-2"4"0"0,3 2 0 0,2 4 0 0,-1-2 0 0,5 0 409 15,-1 1-188-15,5 3-94 0,-2 0-39 0,2 4 196 16,2 2-126-16,-4 3-62 0,-1 0 24 0,0 2-43 16,-2 9-14-16,-4 7-8 0,-1 3-48 0,-1 2 0 15,-6 1 26-15,-1 3-31 0,-2-6 39 0,0 5-8 16,0-2 0-16,0-4 61 15,0 0-31-15,0-6 1 0,3-1-23 0,4-1 31 16,3-3-39-16,0-7-1 0,3-2-88 0,3 0 45 16,2 0 29-16,2-7-7 0,2-6-80 0,-2-3 49 15,-2 3 25-15,-1-3-350 0,-2-1 151 0,-2 0 95 16,-1-2 5-16,-4 2-347 0,-4-2 205 0,-3-1 101 16</inkml:trace>
  <inkml:trace contextRef="#ctx0" brushRef="#br0" timeOffset="-165897.28">30180 14902 898 0,'-8'0'0'0,"5"3"0"0,-4 3 0 0,3-1 0 0,1 5 0 0,-2 3 0 0,5 2 0 0,-5 3 467 0,5 10-217 0,-1-1-101 0,-3 5-62 16,3 2 236-16,-5 2-145 0,4 1-73 0,-1 1-36 16,0 1 9-16,-2 0-46 0,3 1 1 0,-1-2-138 15,3 0 69-15,0-5 42 0,0-1-504 0,0-9 266 16,0-1 132-16,0-5 66 0,5-8-681 0</inkml:trace>
  <inkml:trace contextRef="#ctx0" brushRef="#br0" timeOffset="-165717.75">30355 14772 810 0,'0'-14'0'0,"1"13"0"0,-1 1 0 0,0 0 0 0,0 0 162 0,0 8-64 0,0 6-25 15,0 9-8-15,-1 1 271 16,-5 5-152-16,3-1-75 0,-1 0-109 0,4-3 41 16,-1 7-8-16,1-11 0 0,0 4-371 0,0-5 186 15,0-2 92-15,0-5-517 0</inkml:trace>
  <inkml:trace contextRef="#ctx0" brushRef="#br0" timeOffset="-165435.91">30503 14819 921 0,'6'-9'0'0,"0"1"0"0,2 4 0 0,0 0 0 0,5 1 0 0,-2 1 0 0,1-1 0 0,1 3 292 0,0 0-130 0,1 3-65 0,-2 8-13 16,-2 3-29-16,-1 3-1 0,-5 0-21 0,-2 4-122 15,1-2 60-15,-3 2 40 0,0 1-9 0,-11 1-39 16,-5-5 35-16,0-1 1 0,-1-2-53 15,-1-3 11-15,-1-2 29 0,0-3-43 0,6-2 112 0,4-1-39 16,0 0-24-16,4-2 254 16,0-2-118-16,5 0-48 0,0 0-32 0,0 0 132 15,10 0-66-15,5 0-44 0,3-2-1 0,4-6 3 16,5 1-40-16,-3 0 1 0,-1 3-271 0,9-4 131 16,-8 7 70-16,7-1 35 0</inkml:trace>
  <inkml:trace contextRef="#ctx0" brushRef="#br0" timeOffset="-165198.55">30985 15305 952 0,'0'0'0'0,"0"0"0"0,2 0 0 0,0 4 0 0,-1 2 0 0,-1 2 399 0,0 5-184 0,0 0-90 15,-8 1 31-15,0 7-66 0,-8 2-29 0,2 1 1 16,-2 0-191-16,0 2 80 0,4-6 50 0</inkml:trace>
  <inkml:trace contextRef="#ctx0" brushRef="#br0" timeOffset="-164433.31">31074 14431 411 0,'-10'3'0'0,"0"3"0"0,3 1 0 0,4-2 0 0,1-2 0 0,2 0 281 0,0-1-124 0,0 1-62 16,7-3 120-16,10 0-91 0,10 0-37 0,3 0-32 15,7 0 314-15,4-7-169 0,3-2-83 16,1 2-42-16,-7-1 203 0,10-2-126 15,-12 6-60-15,3-2 48 0,-6 2-53 0,-3 0-27 16,-8 1 8-16,-1 3-83 0,-7 0 24 0,-6 0 0 16,1 0-48-16,-5 0 36 0,-3 0 8 0,-1 0 27 15,0 0-241-15,0 0 98 0,-12 0 67 0,4 0-27 16,1 0-336-16,-2 0 158 0,1-1 109 0,7-1-360 16,-1 1 234-16,2-2 117 0</inkml:trace>
  <inkml:trace contextRef="#ctx0" brushRef="#br0" timeOffset="-164072.52">32071 14489 1066 0,'-16'0'0'0,"10"0"0"0,4 0 0 0,-2 0 0 0,2 0 0 0,2 0 0 0,-3 0 405 0,3 0-186 15,0 0-93-15,0 0 337 0,3-2-215 0,8-2-99 16,5-2-63-16,6 2 146 0,-3 0-100 0,7-1-50 16,2-1 63-16,4 3-48 0,0-2-37 15,11 0 1-15,-2 3-6 0,5 0 0 0,0-1-22 0,3 1 8 16,-1-2-44-16,4 3 36 15,0-2-1-15,1 0-77 0,1-1 39 0,-10 1 7 16,7-3 32-16,-14 2-286 0,1 0 138 0,-5 0 35 16,-3 2-265-16,-9 1 137 0,1-2 74 0,-3 2 51 15,-6-1-246-15,-5-2 148 0,1 3 74 0,-7-2 29 16,-2 1-191-16,0 0 118 0,-5-1 60 0</inkml:trace>
  <inkml:trace contextRef="#ctx0" brushRef="#br0" timeOffset="-163736.6">31833 13768 1314 0,'-19'-31'0'0,"11"10"0"0,5 5 0 0,3 2 0 0,1-2 0 0,15-4 0 0,10 4 0 0,2 3 105 0,12 1-36 0,-6 9 8 16,11 1-44-16,-3 2 79 0,0 10-40 0,-16 6 0 15,4 8-69-15,-9 7 38 16,-6 0-8-16,-7 6 0 0,-6 7 65 0,-2-1-33 16,0-6 9-16,-10 12-41 0,-4-9 90 0,3-6-45 15,-3 2-23-15,6-6 42 0,3-7-24 0,5-3-8 16,0-4-33-16,0-2 98 0,13-7-49 0,11-5-24 16,1-2 19-16,12-5-44 0,-2-14 1 0,3-4 0 15,4-2-78-15,-2-3 39 0,-5 5 8 0,8-9 30 16,-10 7-297-16,-6 3 144 15,-3-1 48-15,0 2-192 0,-8 6 93 0,-2-1 81 16,-6 0-18-16,0 4-356 0,-7-1 216 0,-1 3 108 16,0-1-300-16</inkml:trace>
  <inkml:trace contextRef="#ctx0" brushRef="#br0" timeOffset="-163538.84">32432 13570 1462 0,'-4'-7'0'0,"-2"1"0"0,4 4 0 0,1 0 0 0,-3 2 0 0,0 0 0 0,-2 4 0 0,1 13 0 0,0 7 235 0,-2 7-101 0,-2 10-51 0,1 2 317 16,2-4-176-16,-2 18-99 0,0-9-46 0,3 3 57 15,2 0-51-15,-2-1-26 0,2 1 8 0,0 0-34 16,1-3 0-16,-1 0-1 0,1-7-340 0,-2-5 170 16,4-6 94-16,-2-2 34 0,2-5-461 0,0-7 169 15,0-6 146-15,2-4-431 16,9-6 269-16</inkml:trace>
  <inkml:trace contextRef="#ctx0" brushRef="#br0" timeOffset="-163356.47">32795 13354 1438 0,'0'-22'0'0,"0"20"0"0,8 2 0 0,0 0 0 0,0 0 0 0,-7 0 0 0,1 11 300 0,-2 8-134 15,0 9-66-15,-2 6 127 0,-10 13-101 0,-1 3-47 16,-1 16-23-16,3-1-314 0,-1 0 146 0,3-5 80 16,0 16-398-16,-4-6 216 0</inkml:trace>
  <inkml:trace contextRef="#ctx0" brushRef="#br0" timeOffset="-162655.12">31861 14814 1098 0,'-14'-2'0'16,"5"-3"0"-16,2 4 0 0,-2-3 0 0,6 0 0 0,-2-1 0 0,0 1 0 0,4 1 0 0,1-1 0 0,0-1 171 0,0 1-70 0,4 1-33 0,9-1 231 0,13 3-133 15,2-1-58-15,10-1 88 0,5 1-81 0,6 2-41 16,15-1-1-16,-2-1 154 15,-5-2-88-15,17 3-58 0,-7-1 87 0,-2-1-67 16,-1 3-34-16,-14 0-1 0,7 0-78 0,-4 0 19 16,-2 0-1-16,-5 0-106 0,-2 3 66 0,-7-1 34 15,-4-1 8-15,-4 2-60 0,-4-2 42 0,0-1 22 16,-7 0-35-16,-2 0-170 0,-5 0 60 0,-3 0 63 16,-2 0-224-16,-4 0 130 0,-2 0 66 0,0 0 33 15,-6 0-9-15,-9 0 41 16,-2 0 0-16,-9 0-313 0</inkml:trace>
  <inkml:trace contextRef="#ctx0" brushRef="#br0" timeOffset="-162271.91">31898 14832 939 0,'-27'-13'0'0,"17"13"0"0,1 0 0 0,8 1 0 0,1 10 0 0,0-1 0 0,0 7 228 0,0 6-97 0,0 3-50 0,0 8 191 16,0 2-120-16,3-1-51 0,0 11-39 0,5-7 85 16,-7 2-58-16,-1-5-28 0,0 2 1 0,0 1 56 15,0-3-47-15,-3-1 0 0,-8-3-38 0,5-2 0 16,-4-3-1-16,-1-9 9 0,0-1 24 0,0-4-33 16,-2-6 1-16,0-1-62 0,-1-6 31 0,-2 0 9 15,-1-4 21-15,-1-12-204 0,1-3 98 16,1-2 31-16,-3-3 31 0,6-2-91 15,-4-2 53-15,4-1-11 0,-1 3-79 0,3 5 38 16,-2 2 38-16,5 6-14 0,-2 3 62 0,2 6-17 16,-1 2 1-16,1 2 42 0,-2 2 31 0,-2 17-42 15,2 4 7-15,-1 4 117 0,0 1-69 0,3 0-20 16,-1 3-22-16,-1-7 13 0,4 6 1 0,1-8-2 16,3 0-95-16,-2 0 46 0,4-6 0 0,0-4 46 15,0-1-308-15,0-4 125 16,0-3 73-16,1-4-329 0,9 0 193 0,4 0 87 15,5-9 57-15</inkml:trace>
  <inkml:trace contextRef="#ctx0" brushRef="#br0" timeOffset="-161901.47">31914 15087 1209 0,'9'-12'0'0,"-7"2"0"0,0 8 0 0,-2-2 0 0,0 3 0 0,0 1 0 0,-2 0 0 0,-9 0 135 0,5 15-43 0,-4 5-34 15,-1 0 109-15,6 4-67 0,-1 2-34 0,4-3 122 16,2 1-70-16,0-2-47 0,0 0 1 0,8-5-3 16,6-1 0-16,4-3-37 0,1-6 9 0,8 1-53 15,-2-7 22-15,-2-1 0 0,4 0-84 0,1-5 54 16,-1-9 34-16,-3-1-7 0,-3-3-131 0,-1-3 71 16,-4 1 37-16,-3-3-69 0,-7 2 21 15,-1-7 30-15,-3 6-12 0,-2-5-15 0,0 3 9 16,-2 1 0-16,-9 6 1 0,-4 3-36 15,-2 1 22-15,-2 6 1 0,0 4 111 0,-3 2-38 16,1 1-8-16,-1 5-31 0,3 10 197 0,0 3-92 16,6 5-37-16,2 3 84 0,3-2-51 0,2 9-35 15,1-1 3-15,5-2 83 0,0 3-30 0,0-1-33 16,0 2 17-16,0-2-113 0,0 0 35 0,3 0 0 16,2-4-300-16,-2 1 159 0,-1-5 69 0,2-2 42 15,-2-1-439-15,-2-2 219 0,0-5 110 0,0-2-100 16,0 0 97-16</inkml:trace>
  <inkml:trace contextRef="#ctx0" brushRef="#br0" timeOffset="-161689.04">32284 14731 1144 0,'0'-20'0'0,"0"13"0"0,0 5 0 0,0 1 0 0,3-2 0 0,-3 3 0 0,0 0 0 0,0 0 338 0,0 9-152 0,0 7-77 0,0 5-38 16,0 3 0-16,0 5-30 0,-3 0-8 0,-2 1 11 15,0 1-11-15,-1-3-1 0,3 0-308 0,-1-8 160 16,0 4 69-16,-1-2 38 0,4-4-437 0,1-1 219 16,0-6 71-16</inkml:trace>
  <inkml:trace contextRef="#ctx0" brushRef="#br0" timeOffset="-161332.08">32422 14886 986 0,'3'-13'0'0,"0"6"0"0,2 2 0 0,3-1 0 0,-2 2 0 0,-3-2 0 0,2 4 173 0,2 0-70 15,-1 2-35-15,3 0 194 0,-1 0-115 0,-1 4-48 16,1 6-38-16,1-1 7 0,-4 3-1 0,-3 0-34 16,-1 2-49-16,-1 0 33 0,0 4-8 0,0-1 24 15,-6-3-111-15,-7 3 56 0,0-2 27 0,-2-1-86 16,-1-4 52-16,0 0-5 0,2-3 26 0,-2 1 16 16,6-4-3-16,0-2-34 0,1-2 26 0,6 0 189 15,0 0-89-15,1 0-39 16,2 0 73-16,0 0-37 0,2 0-38 0,4 0 14 15,8-2 7-15,1-2-22 0,2 2 0 0,-1-2-73 16,3 2 22-16,-2 1-1 16,-2 1 30-16,2 0-279 0,-4 0 146 0,-2 0 41 0,2 5 41 0,-2 3-554 15,-3 1 273-15,-2 0 119 0,-3 5-150 16,-1-1 153-16</inkml:trace>
  <inkml:trace contextRef="#ctx0" brushRef="#br0" timeOffset="-161124.65">32428 15228 2090 0,'-11'3'0'0,"2"-1"0"0,4 4 0 0,2-2 0 0,1-2 0 0,-1 0 0 0,3 0 0 0,0 3 0 0,0-1 0 0,3 0 0 0,10 0 0 0,4-1 0 0,2-3 314 0,1 2-140 0,3 0-71 16,-1-2-90-16,-1 0 19 0,3 0 1 0,-2 0 0 15,0 0-142-15,-4 0 71 16,1 0 44-16,-3 0-9 0,0 0-362 0,-5 0 199 15,-3 0 99-15,1 0-544 0,-4 0 280 0,0 0 154 16,-2 0-214-16</inkml:trace>
  <inkml:trace contextRef="#ctx0" brushRef="#br0" timeOffset="-160940.43">32679 15102 1032 0,'-8'-1'0'0,"3"-1"0"0,4 2 0 0,-1 0 0 0,-2 0 0 0,2 0 0 0,-1 0 185 0,1 3-76 0,1 11-38 15,-2 4 193-15,-1 6-116 0,-4 0-49 0,-1 7 180 16,3 1-123-16,-1 2-61 0,-1 0-32 0,-3 2-27 16,5-3 5-16,1 3-8 0,-2 0-1 0,3-4-283 15,0-5 141-15,0-4 72 0,4-2-463 0,0-4 257 16,0-7 60-16,0-2 89 0,0-3-370 0,0-5 208 16</inkml:trace>
  <inkml:trace contextRef="#ctx0" brushRef="#br0" timeOffset="-160673.28">32687 15145 1293 0,'0'-11'0'0,"6"2"0"0,7 0 0 0,0 0 0 0,1-3 0 0,2 3 0 0,0 4 0 0,0-1 0 0,3 4 212 0,-6 2-89 16,4 0-37-16,-6 8 55 0,-3 6-54 0,-2 10-27 0,-4 2 0 15,-2 6-46-15,0 3 27 16,-7-2-8-16,-5 3 40 0,1-2-40 0,1-5 0 15,-1-1-1-15,7-7 44 0,0 0-8 0,4-4-35 16,0-5 48-16,0-3-24 0,0-2-1 0,7-5-15 16,8-2-54-16,0 0 23 0,2-3 0 0,4-11 23 15,1 1-163-15,-5 0 89 0,1-1 27 0,1-4-370 16,-3 4 179-16,-2 0 101 0,-1-1 20 0,-2 0-182 16,-5 2 112-16,1-2 61 0,-6-1 30 0,1 0-342 15</inkml:trace>
  <inkml:trace contextRef="#ctx0" brushRef="#br0" timeOffset="-160512.58">32947 15081 1030 0,'0'-6'0'0,"-1"2"0"0,-1 1 0 0,2 1 0 0,-1 2 0 0,1 0 0 0,0 0 0 0,-2 0 0 0,0 17 366 0,-2 9-166 16,1 10-84-16,-2 5-41 0,2 1 260 0,-4-1-143 16,2 16-83-16,-2-6 7 0,0-1-48 15,3 4-35-15,0-4 8 0,-4 1-326 16,3-2 159-16,-2-3 79 0,2-10 40 0,0-5-267 15,0-6 161-15,2-4 39 0,1-7-566 0</inkml:trace>
  <inkml:trace contextRef="#ctx0" brushRef="#br0" timeOffset="-160303.93">33119 14911 1314 0,'-3'-7'0'0,"3"7"0"0,0 0 0 0,3 0 0 0,-3 3 0 0,2 8 0 0,-2 8 0 0,0 2 190 0,0 7-79 0,-2 2-39 15,-4 2 143-15,-1 1-95 0,-1-5-44 0,-1 3-215 16,6-1 87-16,-2-9 42 0,3 1 29 0,1-2-497 16,1-2 236-16,0-3 119 0,0-6-417 15</inkml:trace>
  <inkml:trace contextRef="#ctx0" brushRef="#br0" timeOffset="-159979.75">33225 15038 1044 0,'-1'-7'0'0,"1"0"0"0,0 1 0 0,3 0 0 0,7-1 0 0,-4 2 0 0,3 0 307 15,-1 3-129-15,0 2-77 0,5 0 109 0,-5 0-89 16,0 11-44-16,-3 1-13 0,-2 5-41 0,1 2 10 16,-4 5-1-16,0-1-130 0,-4 1 66 0,-4-3 40 15,-5 3-8-15,-1-1-91 0,4-7 62 0,-3 2 31 16,-1-5-32-16,6-4 9 0,0 0-20 0,-1-3 21 16,4-2 199-16,4-2-88 0,-1-1-46 15,0-1-21-15,2 0 148 0,0 0-77 16,0 0-7-16,7 0 63 0,8-1-59 0,0-5-21 15,4-2-9-15,0 3-158 0,0-3 64 0,1 5 33 16,0-3-499-16,0 5 264 0,-1-2 99 0,-3 1 72 16,2 2-631-16,-12 0 330 0</inkml:trace>
  <inkml:trace contextRef="#ctx0" brushRef="#br0" timeOffset="-159706.18">33454 14236 1198 0,'0'-10'0'0,"0"8"0"0,0 2 0 0,11 0 0 0,0 0 0 0,-3 5 0 0,5 9 328 16,-2 6-148-16,0 7-74 0,3 9 339 0,-1 8-199 15,-2 7-110-15,-3 15-52 0,-3-2 179 0,-5 5-114 16,0 4-59-16,-7 6-10 0,-10 0-48 0,-1 1 1 16,-2 0 0-16,-5-4-217 0,1-2 108 0,3-12 63 15,-9 12 19-15,1-6-278 0,-1-2 153 0,-3-4 76 16</inkml:trace>
  <inkml:trace contextRef="#ctx0" brushRef="#br0" timeOffset="-156812.6">13017 16263 276 0,'-2'0'0'0,"-4"4"0"0,2 1 0 0,0-3 0 0,1 3 0 0,-3-3 190 0,3 3-83 15,1-4-37-15,0-1 0 0,0 3 10 0,2-2-24 16,0-1 9-16,0 2 11 0,0-2-22 0,0 1 0 16,0-1-21-16,0 3 60 0,2-3-23 0,0 0-7 15,0 2 64-15,0-2-47 0,-1 0-24 0,3 1 1 16,-2-1 56-16,1 0-45 16,3 0 1-16,-2 0-36 0,2 0 21 0,-2 0 0 15,3 0-13-15,-2 0 14 0,1 0 11 0,2 0 1 16,-3 0-34-16,3 0 46 0,-1 0-15 0,1-1-8 15,0-1 26-15,-1-1-24 0,0 2 0 0,3-1-26 16,-3 1 31-16,3 1-9 0,0 0-21 0,2 0 0 16,3 0 25-16,0 0 0 0,0 0-25 0,4 0 3 15,2 0-3-15,3 3 0 0,0 1-11 16,1-1 10-16,0 1 9 0,5 2-8 16,-2 2-36-16,0-3 0 0,-1 1 36 0,4-1 0 15,-1 1-69-15,-2 0 28 0,-2-3 12 0,-5 2 0 16,4-3-14-16,-5 1-1 0,-1-1 20 0,-3-1 24 15,-4-1-27-15,-1 0 7 0,-2 0 39 0,-4 0 0 16,-1 0-35-16,-3 0-3 0,1 0 81 0,-2 0-38 16,0-1-12-16,0-4 0 0,0-2 54 0,0-1-37 15,-2 1 110-15,-1 0-172 0,-3 0-322 0,2-1 211 16,-2 3 71-16,4 2-329 16,1 1 169-16,1 2 99 0</inkml:trace>
  <inkml:trace contextRef="#ctx0" brushRef="#br0" timeOffset="-156120.75">14399 15863 598 0,'-4'-11'0'0,"0"2"0"0,1 3 0 0,1 2 0 0,-2-2 0 0,0 1 0 0,3 1 175 0,-5-2-71 0,3 3-36 15,-2-1 125-15,1 3-81 0,-1-2-31 0,1 1-8 16,-1 1 13-16,-3 1-27 16,0 0 0-16,-3 0 36 0,2 3-23 0,-3 7-8 15,1 3-31-15,-2 1 64 0,2 4-32 0,-4 6 0 16,5-3-24-16,-3 8 63 0,3 0-35 0,-1-1-1 15,4 4 37-15,0-2-36 0,1 1 8 0,2 4-44 16,0-3 28-16,4-1 0 0,0 2-28 0,0-1 0 16,0-2 78-16,2-1-43 0,10-2 0 0,-1-1-32 15,3 0-3-15,-2-3-1 0,-1-3 9 16,7 3-63-16,-2-6 27 0,-2-2 0 0,2 2-88 16,0-4 57-16,-4 0 36 0,2-1-8 15,-3-3-68-15,0 0 25 0,-3-3 27 0,1-1-14 16,-3 1-202-16,-1-2 88 0,1-1 63 0,-2 0-295 15,0-2 170-15,-2 2 86 0,3-2 34 0,-1-1-387 16,1 0 219-16,5 0 110 0</inkml:trace>
  <inkml:trace contextRef="#ctx0" brushRef="#br0" timeOffset="-155810.34">14679 15844 1300 0,'0'-15'0'0,"0"8"0"0,-2 4 0 0,2 2 0 0,-1-1 0 0,1 1 0 0,0 1 265 0,0 0-108 0,0 0-67 15,0 0 233-15,1 14-137 0,7 7-81 0,-1 7-36 16,0 3 283-16,-1 14-160 16,0-2-80-16,-2-2-31 0,-1 14 173 0,-1-7-110 15,0 5-56-15,2-2 33 0,-3 3-44 0,1-4 102 16,0 3-179-16,0 0 0 0,-2-2 0 0,2 3 0 15,1-7 0-15,-3-9 0 0,1 3 0 0,1-7 0 16,0-5-300-16,0-9 210 0,0 1 27 0,-1-10 46 16,1-3-425-16,0-4 208 15,-2 0 84-15,0-4-103 0,0 0 110 0,0 0 47 0,0-13 35 0,-2-5-273 16,-3-7 150-16,-1-5 76 16,-4-8-398-16,3 1 228 0,-4-14 127 0</inkml:trace>
  <inkml:trace contextRef="#ctx0" brushRef="#br0" timeOffset="-155542.05">14621 15930 832 0,'4'-26'0'0,"-3"8"0"0,3 0 0 0,0 2 0 0,1 2 0 0,-1 0 0 0,2 1 356 0,1 1-162 0,6 1-80 0,6 1 241 0,4 1-160 16,-1 2-74-16,8-1-48 0,0 6 73 15,0 0-57-15,2 2-29 0,0 0 1 0,-2 10-20 16,-4 2-8-16,-1 7 0 0,-2 2 71 0,-5 5-35 15,-2 3-1-15,-7 3-11 0,-6 2-24 0,-3 3 0 16,0 4 0-16,-5-1 56 0,-10-3-28 0,-4-6 8 16,-2 2-37-16,-2-2 34 0,-4-7-33 0,1-4-1 15,-1-3-86-15,4-9 51 0,-5 2 14 16,8-9 0-16,-3-1-287 0,2 0 147 16,5 0 63-16,0-4 16 0,7-3-470 0,2 0 244 15,3 0 116-15,2 0-476 0</inkml:trace>
  <inkml:trace contextRef="#ctx0" brushRef="#br0" timeOffset="-154334.75">15789 15433 439 0,'0'-9'0'0,"0"-1"0"0,-3 5 0 0,-2-3 0 0,1 5 0 0,-1-3 0 0,-1 0 0 0,3 4 0 0,-1-2 71 0,1 2-38 0,-2 2 0 16,3 0 53-16,-2 0-26 0,1 8 8 0,1 10 1 15,0 2-1-15,2 3-35 0,0 6 45 0,0 2-22 16,0 0 7-16,2 1-30 0,7 0 129 0,7-3-65 16,0-4-32-16,3 1 0 0,4-3 79 0,0-2-60 15,0-4-25-15,2 0-1 16,3-5 0-16,-1-2-26 0,-3-4 9 0,6 0-82 16,-6-5 37-16,-1-1 0 0,1 0-37 0,-3-1 37 15,-2-9 8-15,-2-5 29 0,-4-2-194 0,-1-1 65 16,-3-8 52-16,-4 2-10 0,-1 2-78 0,-2-8 38 15,-1 2 38-15,-1-2-11 0,0-2 18 0,0-1 4 16,-7 5 4-16,-2-1 51 0,-3 3-21 0,-1 9 0 16,-2-3 21-16,-1 9-14 0,0 2-7 0,0 5 4 15,0 4 153-15,2 0-69 16,-2 7-43-16,1 13-6 0,5 0 158 0,-2 11-74 16,4-1-48-16,5 4 123 0,-1 3-77 0,4 6-39 15,0-7 9-15,0 11-49 0,0-6 2 0,2 2 0 16,5-2-39-16,-1 2-58 0,-3-5 56 0,4 8 17 15,-5-12-103-15,-1 7 55 0,1-2 35 0,-2-3-9 16,0-3-280-16,0-4 116 0,0-9 83 0,0-1-132 16,0-8-8-16,0-4 101 0,0-2 42 0,0-5-163 15,0 0 111-15,0-16 55 16</inkml:trace>
  <inkml:trace contextRef="#ctx0" brushRef="#br0" timeOffset="-154161.75">16253 15140 810 0,'6'-21'0'0,"-1"11"0"0,0 3 0 0,1 6 0 0,-1-1 0 0,-4 2 0 0,3 2 170 0,-2 13-61 0,0 7-41 0,-1 5 152 16,-1 5-94-16,0 10-46 0,0 1-131 0,0-2 51 15,0 13 12-15,-1-5 0 0,1-3-467 0,0-2 236 16</inkml:trace>
  <inkml:trace contextRef="#ctx0" brushRef="#br0" timeOffset="-153509.66">15505 15990 789 0,'-11'0'0'0,"4"-1"0"0,-1 1 0 0,0 0 0 0,3 0 0 0,1 0 0 0,0 0 0 0,3 1 0 0,1 4 249 0,0 1-109 16,0 0-53-16,9 0 142 0,6 0-89 0,7 0-58 15,4-2-25-15,3-4 75 0,6 0-49 0,9 0-25 16,2 0 159-16,4-3-96 0,0-6-44 0,3-3-22 15,5 4 142-15,6-5-82 0,-10 9-33 0,14-4-29 16,-6 4 70-16,2 3-45 0,3-2-22 0,2 2-6 16,-11 1-9-16,13 0-8 15,-7 0 0-15,-2 0-88 0,-11 0 43 0,4 0 23 16,-11 0-68-16,6-2 41 0,-13 2 25 0,0 0-1 16,-5-2-200-16,-7-1 102 0,-6 2 21 0,-3 0 35 15,-7-2-201-15,-4 1 106 0,-1 1 25 16,-4-1-142-16,0 0 99 0,-8-2 61 0,-7 4 27 0,-10 0-405 15,-1 0 216-15,-1 6 108 0,-3 4-170 0</inkml:trace>
  <inkml:trace contextRef="#ctx0" brushRef="#br0" timeOffset="-153137.89">15531 16300 555 0,'-20'0'0'0,"5"0"0"0,6 0 0 0,1 0 0 0,0 2 176 0,6-2-63 16,0 2-44-16,2 0-1 0,0 2 266 0,4 0-151 16,13 0-75-16,6 0 184 0,6-3-133 0,4 3-64 15,8-4 151-15,4 0-107 0,4 0-54 0,4 0-17 16,4-2 147-16,8-5-90 0,-3-1-47 0,2 0-22 15,1 0 48-15,-4 4-27 16,11-5-8-16,1 7-37 0,-4-1 85 0,-4 1-43 16,-1 2-20-16,-5 0-41 0,8 0-8 0,-14 0 28 15,3 0 0-15,-4 2-147 0,-3 1 73 0,-6-2 45 16,7 0-217-16,-17-1 99 0,0 0 65 0,-2 0-1 16,-10 0-195-16,-5 0 87 0,-1 0 68 0,-6-1 15 15,-5 0-50-15,-2-2 46 0,-2 0 23 0,0-1-178 16,-15 2 105-16,-7 0 48 0,-3 2 24 0,-5 0-420 15,-9 2 222-15,6 10 103 0</inkml:trace>
  <inkml:trace contextRef="#ctx0" brushRef="#br0" timeOffset="-152742.95">15573 16423 931 0,'-24'-22'0'0,"4"5"0"0,13 13 0 0,0 1 0 0,1 1 0 0,2 2 0 0,0 0 163 0,2 2-57 0,1 11-41 16,1 7 110-16,0 6-71 0,0 4-36 15,1 10 0-15,5-1 126 0,2 12-89 0,-2-6-36 16,-1 0 0-16,-1-9 37 0,-3 3-36 16,3-4 8-16,-2 0-20 0,1-1 0 0,-3-7-26 15,0 1 1-15,0-5-9 0,0-3 17 0,-7-2-8 16,-2-5-47-16,0-2 24 0,-5-4-1 0,2-3 24 15,-6-2-78-15,2-2 35 0,-3 0 8 0,-4-9 1 16,5-6-157-16,-5-3 85 0,2-4 24 0,-1-2-25 16,1-2 18-16,2-1 24 0,3 5-10 0,0 7-36 15,3-1 10-15,-2 7 6 16,6 7 118-16,-2 0-40 0,-1 2-9 0,3 4-33 16,2 12 89-16,-2 8-38 0,2 0-13 0,2 1 0 15,1-2 3-15,0 4 0 0,4-7-1 0,-1 5-16 16,1-2-196-16,0-4 94 0,0-4 48 0,0-1-154 15,0-4 78-15,3-3 57 0,3-1-317 0,1-4 180 16,3-2 89-16,-3 0 46 0</inkml:trace>
  <inkml:trace contextRef="#ctx0" brushRef="#br0" timeOffset="-152353.93">15629 16617 1071 0,'0'-2'0'0,"0"2"0"0,0 0 0 0,-6 7 0 0,-1 8 0 0,0 2 0 0,1 5 0 0,5-1 215 0,-1 7-95 0,2-2-44 16,0 3 176-16,5-3-109 0,8-2-55 15,6 1-20-15,3-5 79 0,4-1-57 16,1-4-29-16,3-5 0 0,0-3-70 0,-5-6 29 16,8-1-9-16,-5 0-103 0,-1-1 63 0,-2-12 30 15,-4-4-159-15,-3 0 88 0,0-5 45 0,-8 5-12 16,-1-6-47-16,-3 1 12 0,-3-5 32 0,-1 7-31 15,-2-8-1-15,0 1 4 0,-5-1 0 0,-5 1 28 16,0 1 10-16,-1 5-11 0,1 3 9 0,-4 5 52 16,1 3-27-16,2 7 6 0,-3 1 174 15,2 2-93-15,0 5-45 0,-1 14-14 16,2 6 85-16,1 3-40 0,1 1-32 0,2 6 8 16,1-1 114-16,3 1-46 0,0 3-41 0,1-2-5 15,2 0-66-15,0-5 43 0,0 3-8 0,0-4-116 16,0-2 58-16,0-1 28 0,0-5-257 0,2 0 126 15,1-3 68-15,0-2 11 0,-1-6-143 0,0 1 61 16,0-7 54-16,0 1-25 0,1-6-208 0,1 0 139 16,1 0 69-16,4-2 34 0</inkml:trace>
  <inkml:trace contextRef="#ctx0" brushRef="#br0" timeOffset="-152165.84">16074 16464 1305 0,'2'-15'0'0,"2"7"0"0,-2 5 0 0,0 1 0 0,-2-1 0 0,0 3 0 0,0 0 0 0,0 11 0 0,0 0 178 15,0 4-64-15,0-1-45 0,0 3 15 0,0 1-26 16,0 3 1-16,0-3-27 0,0 0-83 0,0 0 37 16,0-3 24-16,0-6-298 0,0 0 160 0,0 1 81 15,0-4-436-15,0-5 238 0,1 0 117 0</inkml:trace>
  <inkml:trace contextRef="#ctx0" brushRef="#br0" timeOffset="-151867.65">16186 16484 776 0,'3'-11'0'0,"1"4"0"0,1-1 0 0,3 1 0 0,-1-3 0 0,5 2 0 0,1 0 0 0,0 2 296 0,4 0-132 0,0 3-65 0,-2 0-33 15,2 3 60-15,-4 0-51 0,0 0-21 0,-2 4 5 16,-2 7-1-16,-2 0-25 0,-4 5 8 0,-1 1-100 15,-2 1 46-15,0 2 23 0,-10 0-66 0,-3 3 44 16,1-8 31-16,-6-1-9 0,4 0-74 0,-2-5 41 16,2-1-8-16,4-5 16 15,-1 2-7-15,2-2-1 0,0-3-3 0,6 0 154 16,1 0-61-16,0 0-31 0,2 0 166 0,0 0-93 16,0 0-30-16,0 0-27 0,6 0 6 0,7 0-25 15,0 0 8-15,3-1-8 0,-2-1-25 0,5 2 0 16,-2 0 25-16,0 0 0 0,-1 0-208 0,0 0 98 15,0 0 40-15,0 0-189 0,-4 0 93 0,2 0 67 16,-5 0-9-16,2 5-462 0,-4 0 252 0</inkml:trace>
  <inkml:trace contextRef="#ctx0" brushRef="#br0" timeOffset="-151682.89">16370 16774 848 0,'-10'9'0'0,"4"-1"0"0,3 2 0 0,-1-4 0 0,4-2 0 0,0 2 0 0,0-4 0 0,0-1 322 0,9 2-145 0,8-3-72 0,2 0-28 16,7 0 187-16,-1-3-116 0,1-4-57 0,1-2-22 16,-4 0-36-16,-2 0 8 15,2-2-9-15,-3 4-127 0,-1 1 64 0,-3 0 32 16,-5 5-340-16,1 0 195 0,-3-2 84 0,-2 3 46 16,-4 0-519-16,1 0 253 0,-2 0 109 0</inkml:trace>
  <inkml:trace contextRef="#ctx0" brushRef="#br0" timeOffset="-151511.33">16565 16590 423 0,'-9'0'0'0,"0"0"0"0,4 1 0 0,0 9 0 0,1 1 0 0,-2 1 348 16,5 2-157-16,-1 4-72 0,2 0 53 0,0 2-70 16,0 4-35-16,0-2 1 0,0 5 9 0,0-7-14 15,0 8-8-15,0-7-22 0,0 1-185 0,0 0 93 16,0-1 45-16,-3-2 32 0,-1-4-356 0,4-2 179 15,-1-3 91-15,-3-3-368 0</inkml:trace>
  <inkml:trace contextRef="#ctx0" brushRef="#br0" timeOffset="-151259.02">16588 16656 957 0,'12'-18'0'0,"1"4"0"0,3 0 0 0,-2 1 0 0,2 2 0 0,-2 0 0 0,4 4 0 0,-4 2 0 0,3 4 101 0,-2 1-35 0,1 0 1 15,-4 1 77-15,-2 12-56 0,-1 5-19 0,-3 6-9 16,-4 3-2-16,-2 2 0 0,0 3-25 0,0-2 32 16,0-5 8-16,0 4-40 0,0-8 0 0,0-1 74 15,0-2-38-15,0-2 1 16,10-8-26-16,1-1-12 0,5-2 1 0,3-5 0 16,4 0-57-16,2-2 28 0,-5-9 8 0,6-4 21 15,-3-1-241-15,-4-1 105 0,-1 4 62 0,-1-3-385 16,-2 1 202-16,-6 0 73 0,-3-1-209 0,-2 3 164 15,-4-1 81-15,0-1 41 0,0 1-146 0</inkml:trace>
  <inkml:trace contextRef="#ctx0" brushRef="#br0" timeOffset="-151091.3">16907 16509 675 0,'-6'-4'0'0,"4"0"0"0,0 2 0 0,1 2 0 0,-1 0 0 0,-1 0 179 15,3 12-73-15,0 4-37 0,0 7 143 0,0 6-90 16,0 1-36-16,0 5-31 0,0 8 281 0,0 1-152 15,-2-1-76-15,-3 2 67 0,1-6-62 0,-1 12-45 16,-1-6 0-16,3 0-241 0,-4-1 102 0,2-3 52 16,3-9-472-16,2-1 257 15,0-10 134-15,0-1 41 0,0-4-538 0</inkml:trace>
  <inkml:trace contextRef="#ctx0" brushRef="#br0" timeOffset="-150892.83">17094 16419 1226 0,'0'-14'0'0,"0"10"0"0,0 1 0 0,0 3 0 0,0 0 0 0,0 0 0 0,0 0 0 0,0 9 0 0,0 6 255 0,0-4-103 0,0 8-63 0,0 6-68 15,-2-1 12-15,0 2 0 0,0 1 0 0,2-6-257 16,-2 3 124-16,2-3 66 0,0-4-445 0,0-4 246 15</inkml:trace>
  <inkml:trace contextRef="#ctx0" brushRef="#br0" timeOffset="-150619.55">17199 16430 917 0,'6'-8'0'15,"1"1"0"-15,4-1 0 0,-1 5 0 0,1-3 0 0,2 5 186 0,2-1-77 0,-2 0-38 0,3 2 54 0,-2 0-51 16,0 2-20-16,-3 7-56 0,-2 4 0 0,-3 1 34 0,-2 4 9 16,-4 3-130-16,0 2 61 15,-4-2 30-15,-9 2 1 0,-2-2-11 0,0-3 48 16,-2 2-9-16,0-6 135 0,2 0-79 0,2-5-30 16,3-1-39-16,3-4 160 0,1-1-79 0,4-1-34 15,0-2 174-15,2 0-102 0,0 0-53 0,0 0-17 16,6 0-87-16,7 0 26 0,2-6 0 0,2-1 27 15,1-1-230-15,2 1 123 0,-3 0 50 16,1 1-653-16,1 2 335 0,-1 1 116 0</inkml:trace>
  <inkml:trace contextRef="#ctx0" brushRef="#br0" timeOffset="-150099.65">17969 16141 1311 0,'-13'0'0'0,"6"0"0"0,3 0 0 0,2 0 0 0,2 0 0 0,0 2 0 0,0 0 0 0,11 2 198 0,14-3-87 0,3-1-38 0,11 0 307 15,4 0-173-15,6-3-79 0,0-4-52 0,1-5 57 16,0 3-50-16,-2-2-25 0,-2 3-157 0,-9 2 74 15,10-4 25-15,-13 5 0 0,0 1-253 0,-6 2 144 16,-6 1 70-16,-1-1 44 0,-10 2-294 16,1 0 146-16,-7 0-24 0,-3 0-364 15,-2 0 250-15</inkml:trace>
  <inkml:trace contextRef="#ctx0" brushRef="#br0" timeOffset="-149907.48">18211 15760 1305 0,'0'-10'0'0,"-4"3"0"0,3 5 0 0,1 0 0 0,-2 0 0 0,2 2 0 0,0 0 0 0,0 4 0 0,2 12 436 0,3 9-198 16,0 8-103-16,4 8 99 0,-6 4-100 0,-1 9-43 16,0 14-33-16,-2-3 67 0,0 1-46 0,0-1-23 15,0-3-170-15,0-5-169 0,0 12 154 0,2-6 81 16,0 1-648-16</inkml:trace>
  <inkml:trace contextRef="#ctx0" brushRef="#br0" timeOffset="-149096.33">19201 15768 327 0,'-2'-12'0'0,"-2"5"0"0,2 2 0 0,2 4 0 0,-1-1 0 0,1 0 195 16,0 2-81-16,-2 0-33 0,0 0 100 0,0 18-74 16,-1 11-37-16,-1 10 0 0,-2 9 58 0,2 4-39 15,2 4-32-15,0 2-1 0,2-3 125 0,0-4-74 16,2-6-38-16,8-11 110 0,5-2-77 0,2-7-35 15,5-4 0-15,1-3 24 0,3-9-29 16,0-5 7-16,6-4-5 0,-3 0-1 16,1-8-30-16,-2-11 0 0,4-8-26 0,-9 0 8 15,2-10 18-15,-6-2-1 0,-1 0-136 0,-6 0 68 16,-3 0 34-16,-5 2-160 0,-2-11 86 0,-2 7 22 16,-4-5 30-16,-8 3-77 0,-8 3 45 0,2 1-1 15,-10-4 18-15,0 9 6 0,1 10 10 0,-1 1-21 16,-6 11 77-16,2 6-34 0,0 3 6 0,1 3-18 15,1 13 24-15,3 12-16 0,1 10-11 16,7-4-139-16,0 10 70 0,8 3 36 0,5 1-1 16,4 3-315-16,2 5 166 0,0-1 75 15,0-3-284-15</inkml:trace>
  <inkml:trace contextRef="#ctx0" brushRef="#br0" timeOffset="-148840.98">18968 16498 777 0,'-19'-2'0'0,"6"-8"0"0,3-3 0 0,-2-4 0 0,4-1 0 0,1-9 0 0,5 0 239 0,2 2-104 0,2-7-50 0,14-1 71 15,9-4-65-15,3 2-29 0,4 3 114 0,6-1-76 16,-1 8-33-16,-3 6 7 0,2 1 52 0,-2 11-47 16,0 6-23-16,-2 1 0 0,-2 0 27 0,0 18-29 15,-2 5 0-15,0 9-22 0,-6 2 74 0,1 3-37 16,-6-5 9-16,3 11 6 0,-1-11-26 0,2 2 1 15,-1-2-30-15,5-5 3 0,1-2 9 0,4-4-8 16,1-5-163-16,2-8 81 16,3-4 41-16,1-4 0 0,1 0-519 0,-2-6 263 15,-1-7 101-15,1-1 76 0,5-6-543 0</inkml:trace>
  <inkml:trace contextRef="#ctx0" brushRef="#br0" timeOffset="-148459.22">20077 15989 944 0,'-23'0'0'0,"6"-6"0"0,5 4 0 0,5 2 0 0,2 0 0 0,1 0 160 0,2 0-56 0,2 0-40 0,0 0 376 0,0 0-204 15,2 0-101-15,14-1-51 0,9-3 173 0,3-2-116 16,10-1-54-16,4-1-27 16,2-1 182-16,7-1-105 0,8 1-43 0,10-3 156 15,2 1-109-15,19 0-53 0,-3 2 22 0,-1-1-39 16,-7 4 9-16,20 3 90 0,-9 1-170 0,1 2 0 16,4 0 0-16,-1 2 0 0,-11 6 0 0,20-3 0 15,-6-2 0-15,-3 0 0 0,7-3 0 16,-6 0 0-16,-12 0 0 0,17-8 0 0,-26-1 0 0,9-4 0 15,-10 2 0-15,-11 1-429 0,0-1 276 0,-11 1 41 16,-15 4-57-16,-12 1 69 16,-5 2 33-16,-6 0-8 0,-7 2-234 0,-6-2 138 15,-9 3 70-15,-16 0-455 0,-7 0 261 0,-5 0 124 16</inkml:trace>
  <inkml:trace contextRef="#ctx0" brushRef="#br0" timeOffset="-148014.84">19944 15258 1046 0,'-14'-13'0'0,"7"7"0"0,5 5 0 0,0-1 0 0,0-1 0 0,2 2 0 0,0-3 0 0,0-1 0 0,9-2 108 16,14 3-37-16,-5 2 8 0,9-2-23 0,-1 2-23 15,0 2-1-15,1 2 1 0,-2 8-8 0,-7 7 16 16,3 8-8-16,-7 4 2 0,0 3-2 0,-5 9 0 15,-5 0-1-15,-2-5 85 0,-2 11-47 0,0-15 1 16,0 6 80-16,0-8-59 16,1-7-21-16,3 2-9 0,6-6 58 0,3-6-43 15,4-4-22-15,8-7-1 0,2-2 26 0,3 0-47 16,8-15 0-16,-4-6-25 0,0-3 25 0,0-2-1 16,-4 1-183-16,5-8 87 0,-10 9 49 15,-1-5 23-15,-4 3-430 0,-2 1 194 0,-7 5 76 0,-4-3 71 16,-1 2-438-16,-4 2 244 0,-2 5 121 0,0-1 60 15</inkml:trace>
  <inkml:trace contextRef="#ctx0" brushRef="#br0" timeOffset="-147824.35">20420 15087 1041 0,'-4'0'0'16,"1"2"0"-16,3 4 0 0,-4 6 0 0,4 0 0 0,-2 6 0 0,2 6 258 0,0 6-112 0,0 4-57 0,0 7 351 0,0-2-204 15,0 0-93-15,0 12-60 0,0-3 99 16,0-3-75-16,0 1-37 0,0-1-230 16,0-5 105-16,0 9 40 0,0-13 23 0,0-1-178 15,0-4 101-15,0-10 52 0,0-1-480 0,0-7 255 16,4-4 41-16,3-5 94 0,4-4-416 0</inkml:trace>
  <inkml:trace contextRef="#ctx0" brushRef="#br0" timeOffset="-147647.83">20967 14907 1517 0,'0'-10'0'0,"0"9"0"0,0 1 0 0,0 0 0 0,0 0 0 0,2 4 0 0,0 7 146 0,-2 4-57 0,0 3-29 15,0 7 102-15,0 6-57 0,-2 6-40 0,-6 4 0 16,2 2-379-16,-1 7 173 0,3 5 87 0</inkml:trace>
  <inkml:trace contextRef="#ctx0" brushRef="#br0" timeOffset="-147032.75">20096 16407 606 0,'0'-10'0'0,"-9"-3"0"0,4 6 0 0,0 4 0 0,-1-4 0 0,2 1 0 0,-2 1 158 0,1 3-63 16,1-3-31-16,2 4 227 0,0-1-121 0,2 2-73 16,0 0 150-16,0 0-106 0,4 0-55 0,11 0-26 15,7 0 153-15,10 0-93 0,10 0-45 0,3 0-20 16,6 0 50-16,13-10-35 0,-8 3 7 0,17-4 24 16,0-1-35-16,1 3 1 0,0 3-34 0,4 1 54 15,-2 3-18-15,6-1-9 0,1 2-68 0,12 1 0 16,-5 0 41-16,3 0-1 0,-12 0-125 0,23 0 58 15,-8 0 34-15,0-1 0 16,5-5-53-16,-4-2 17 0,-12 0 6 0,15 0-80 16,-25-1 36-16,4 2 34 0,-6-1 0 0,-5 2 60 15,-10 4-59-15,-6-3 21 0,-10 4 68 0,-5-1-31 16,-10 0-1-16,-6 2-26 0,-8 0-77 0,-6 0 38 16,-2 0 13-16,-3 0 26 0,-2-2-200 0,-7 2 93 15,-11 0 36-15,-9 0-160 0,-5 0 103 0,-8 2 53 16,-3 8 25-16</inkml:trace>
  <inkml:trace contextRef="#ctx0" brushRef="#br0" timeOffset="-146575.83">20041 16390 1067 0,'-5'-15'0'0,"-6"8"0"0,6 6 0 0,1 1 0 0,1 0 0 0,-1 0 0 0,1 7 0 0,1 9 0 0,-1 5 235 0,3 8-101 0,0 1-51 0,0 4 82 15,0 9-71-15,3-2-30 0,-1 6 118 0,3 2-75 16,-1 0-37-16,-1-7 8 15,3 12 23-15,-5-8-34 0,3-1 0 0,-2-10-35 16,0 7 49-16,1-6-16 0,-3-2-9 0,0-6-39 16,0-5 8-16,0-3 8 0,-5-3 0 0,-1-7-20 15,-3-3-8-15,-1-4 28 0,-6-3-77 0,1 0 39 16,-6-5 0-16,6-10 46 0,-5-5-201 0,1-3 87 16,1-4 26-16,-2 0 28 0,3-4-136 0,1 3 55 15,0 3 44-15,5 9-15 0,-3-1 14 0,0 6 1 16,3 5 5-16,-1 5 79 0,-2 1-25 0,0 1 0 15,3 15-10-15,-4 4 1 16,4 2-21-16,1-2 11 0,0 7-27 0,3-6 21 16,2 1 15-16,3 3-12 0,0-4-207 0,2-2 91 15,0-5 57-15,0 0-281 0,4-4 162 0,8-2 83 16,0-4 40-16,3-4-273 0</inkml:trace>
  <inkml:trace contextRef="#ctx0" brushRef="#br0" timeOffset="-146160.33">20285 16686 1481 0,'-12'-2'0'0,"1"2"0"0,2 0 0 0,-3 10 0 0,2 6 0 0,-4 5 0 0,3 2 0 0,4 0 0 0,1 9 0 0,4-4 171 0,2 0-69 0,0-3-35 0,13-2 51 16,6-1-35-16,3-3-29 0,5-4 39 0,1-5-31 15,4-3 1-15,0-5-30 16,1-2-47-16,1 0 20 0,1-6 0 0,-2-8-107 16,-2-2 67-16,-6-3 33 0,-4 3 8 0,0-9-162 15,-7 5 85-15,-3-1 10 0,-4-5-63 0,-4 3 41 16,-1 1 30-16,-2-7-3 0,0 3-4 0,-9 1 8 16,-5 1 22-16,0 4-22 0,-2 5 47 0,-2 1 1 15,-1 7-30-15,-2 5 173 0,1 2-81 0,-3 0-28 16,6 12-30-16,-3 12 250 0,4 2-123 0,4 1-43 15,3 7 136-15,0 2-85 16,7 2-44-16,1 9-34 0,1-4 67 0,0 3-46 16,0-2-23-16,0 2 0 0,3-9-38 0,6 10-8 15,-4-11 23-15,4 1-246 0,-2-4 122 0,2 0 63 16,-4-9-362-16,-1 0 178 0,-1-3 106 0,-1-7 13 16,0-3-335-16,0-4 197 15,-2-5 92-15,0-2 57 0,0 0-201 16,0-13 126-16,2-11 61 0</inkml:trace>
  <inkml:trace contextRef="#ctx0" brushRef="#br0" timeOffset="-145833.22">20634 16483 775 0,'2'-17'0'0,"0"6"0"0,0 1 0 0,0 1 0 0,-1-2 0 0,1 5 0 0,0-2 383 15,1 1-175-15,-1 1-88 0,1 3-43 0,3-2 187 16,-3 5-120-16,1-3-56 0,0 0 14 15,-3 2-35-15,3-1 1 0,-2 1-27 16,1 1-4-16,-3 0-4 0,0 0 0 0,2 0-1 16,-2 0 38-16,0 0 8 0,0 0-45 0,-5 0 87 15,1 0-43-15,-1 0-22 0,1 0-46 0,2 0 9 16,1 0 15-16,-1 0-1 0,2 0-67 0,0 0 34 16,0 0 0-16,0 0 42 0,0 0-179 0,0 0 81 15,0 0 25-15,0 0-27 0,0 1 15 0,0 1 26 16,0 2-23-16,0-1 11 0,0 2-4 15,0 1 0-15,0 0 92 0,0 2-38 16,0 6-4-16,0-2-29 0,-4 3 71 0,-1 2-31 16,-2 3-8-16,2 0-1 0,-3 7-297 0,3-4 134 15,0 4 72-15,0 0-301 0,3-1 159 0,0-2 83 16</inkml:trace>
  <inkml:trace contextRef="#ctx0" brushRef="#br0" timeOffset="-145433.65">20833 16433 1201 0,'0'-3'0'0,"0"-2"0"0,0 4 0 0,3 0 0 0,-1 0 0 0,3-4 0 0,0 1 0 0,5 1 0 0,1-2 0 0,0 4 288 0,0-1-127 0,3 1-65 0,-1 1-22 16,-3 0 7-16,1 0-48 0,-4 1 0 0,0 8-104 15,-2 3 52-15,-3 1 26 0,-2 2-24 0,0 4 21 16,-7 4-1-16,-4-3 30 0,-3-1-94 0,0-3 47 16,-2 1-5-16,-2-2-38 0,4-1 57 0,-2-6-28 15,4 0 26-15,3-1 186 0,0-4-86 0,4-1-40 16,1-2-25-16,2 0 232 0,2 0-116 0,0 0-58 15,0 0 0-15,0 0-33 16,8 0-1-16,6 0-24 0,2-2-46 0,3-1 23 16,-1-2 8-16,1 3 15 0,-1 1-92 0,3-1 45 15,-2 2 24-15,-2 0-337 0,0 0 176 0,-2 0 49 16,0 3 55-16,-2 5-519 0,1-1 266 0,-3 5 134 16,-2-1-152-16,1 3 147 0</inkml:trace>
  <inkml:trace contextRef="#ctx0" brushRef="#br0" timeOffset="-145250.15">21001 16806 533 0,'-18'5'0'0,"4"3"0"0,5-3 0 0,0 2 0 0,4-2 259 0,3-4-114 0,2 3-48 0,0 0-36 16,11 0 306-16,12-2-167 0,3-2-83 0,4 0 184 16,6 0-126-16,6 0-75 0,-1 0-129 0,-7-2 31 15,3-2 0-15,-3-1 31 0,-8 1-347 0,8-1 169 16,-11 4 88-16,-1 0 46 15,-3-3-188-15,0 4 87 0,-8 0 74 0,1 0-78 16,-5 0-372-16,-2 0 227 0</inkml:trace>
  <inkml:trace contextRef="#ctx0" brushRef="#br0" timeOffset="-145074.33">21293 16602 955 0,'-9'-6'0'0,"4"4"0"0,-1 2 0 0,3 0 0 0,-1 0 0 0,1 11 0 0,1 6 0 0,0 6 290 0,2 4-128 0,0 3-57 15,0 3 204-15,2 0-138 16,0 3-70-16,1 1-34 0,-1-1-25 0,0 0-1 16,-2-1-8-16,0-1 0 0,0-1-124 0,0-5 62 15,0-1 31-15,-2-6-344 0,0-2 183 0,-1-9 96 16,3 1 8-16,0-5-595 0</inkml:trace>
  <inkml:trace contextRef="#ctx0" brushRef="#br0" timeOffset="-144829.15">21395 16638 1205 0,'20'-20'0'0,"3"3"0"0,-2 2 0 0,-3 4 0 0,5-1 0 0,-4 4 0 0,1 5 0 0,1 1 0 0,0 2 220 0,-3 0-93 0,0 12-47 0,-4 2-4 16,0 11-7-16,-3 4-37 0,-6 4 1 0,2 1 24 15,-4 2-24-15,-1-2 8 0,2-3 25 0,1 0-33 16,4-5 0-16,3-4-1 0,3-3 35 15,2-4 7-15,1-6-41 0,9-2-80 16,-4-7 40-16,3 0 0 0,1-1 40 0,-1-12-94 16,-2-6 36-16,-2 0 25 0,-1-1 3 0,-4-1-337 15,0 0 148-15,-8 4 89 0,0-5-409 0,0 2 237 16,-8-7 117-16</inkml:trace>
  <inkml:trace contextRef="#ctx0" brushRef="#br0" timeOffset="-144656.8">21783 16464 650 0,'-9'-4'0'0,"4"2"0"0,-1 2 0 0,5 0 0 0,-1 2 0 0,-1 11 0 0,3 10 443 0,0 5-205 15,0 6-94-15,0 10 296 0,0 2-204 0,0 3-101 16,0 3 23-16,0 3-62 0,0-1-24 0,0 1-8 16,0 0-151-16,0-1 60 0,0-4 30 0,0-2 0 15,0-7-498-15,0-1 259 0,0-5 135 16,0-10 67-16</inkml:trace>
  <inkml:trace contextRef="#ctx0" brushRef="#br0" timeOffset="-144455.5">22081 16348 1681 0,'0'-17'0'0,"-2"15"0"0,2 2 0 0,0 0 0 0,0 0 0 0,0 0 0 0,2 7 0 0,-1 8 81 0,1 3-24 0,-2 3 8 0,0 11-69 16,0-3 0-16,0 3 37 0,0 2-1 0,0-3-399 15,0-6 193-15,2 1 92 0,0-3-234 0,3-2 151 16,2-7 75-16</inkml:trace>
  <inkml:trace contextRef="#ctx0" brushRef="#br0" timeOffset="-144165.28">22265 16397 1048 0,'0'-10'0'0,"0"3"0"0,0-1 0 0,1 3 0 0,7-1 0 0,2 4 0 0,3-1 217 0,1 2-97 0,3 1-43 16,4 0 70-16,-4 4-57 0,2 6-28 0,-4 5 7 15,2 6-61-15,-8-1 0 0,-4 6 25 0,-1-2-160 16,-4 2 79-16,0-5 49 15,0 2-8-15,-7-3-40 0,-4-1 39 0,0-4 0 16,-1-4-1-16,3-1 102 0,-3-5-41 0,3 0-49 16,2-2 236-16,1-1-112 0,3-2-54 0,1 0-13 15,0 0 99-15,2 0-62 0,0 0-33 0,4 0 0 16,12 0 11-16,5-5-13 0,4-1-8 0,0-1-178 16,0 0 78-16,3 2 40 0,-2-1-1 0,-3 4-488 15,5 2 219-15,-4 0 141 0</inkml:trace>
  <inkml:trace contextRef="#ctx0" brushRef="#br0" timeOffset="-142922.48">23058 15538 271 0,'0'-11'0'0,"0"0"0"0,1 4 0 0,1 0 0 0,0 0 0 0,-2 1 0 0,2-1 129 0,0 1-52 0,-1 3-22 0,1 2 0 15,0-3 95-15,2 2-58 0,1 2-21 0,3 0 51 16,0 0-44-16,3 0-23 0,2 2 0 0,2 8 177 16,2 1-92-16,6 4-57 0,-1 3 191 0,1 0-120 15,1 6-61-15,1 3-30 16,-1 2 154-16,0 7-95 0,-3 2-45 0,-3 4-23 15,-2 2 120-15,-5 5-71 0,-6 6-27 0,-2 9-8 16,-3-1-7-16,0 3 0 0,-16 4-28 0,-3-2-43 16,1-10 30-16,-8 10-8 0,7-16 21 0,-3 0-173 15,-1-4 87-15,0-7 43 0,5-7-285 0,-3-6 151 16,0-4 40-16,3-6 51 0,0-5-400 0,2-1 210 16,-1-3 97-16,4-7 61 0,5 3-178 0,0-5 115 15</inkml:trace>
  <inkml:trace contextRef="#ctx0" brushRef="#br0" timeOffset="-142036.52">24109 15554 318 0,'-3'-4'0'0,"-3"-2"0"0,2 2 0 0,0 0 0 0,2 2 0 0,-3-1 0 0,1-1 95 0,0 0-31 0,3-3 86 15,-3 4-58-15,2-1-21 0,2 2-9 16,-3-3 137-16,3 4-83 0,0-1-41 0,0-2-22 15,0 2 94-15,0 0-61 0,0 0-27 0,0 2 192 16,0 0-109-16,0-1-55 0,5 1-19 0,4-2 154 16,4 0-95-16,4 2-48 0,8-2 64 0,5 1 19 15,5-2-56-15,8 1-41 0,5-2 52 0,3-2-42 16,14-1-21-16,-1 0 0 0,5-1 10 0,6 1-9 16,4-3-22-16,15 5-20 0,-4-1 20 15,-1 2-1-15,-11 1 9 0,19 1-45 16,-21 2 0-16,9 0 37 0,7 0-100 0,-21 0 49 15,-5 0 19-15,6 4-7 0,-17-3-145 0,2 1 80 16,-8 0 24-16,-4 0 24 0,-10-2-41 0,1 0 28 16,-5 0-6-16,-1 0 28 0,-5 0-18 0,-4 0 13 15,-6 0-30-15,-1 0 83 0,-7 0-29 0,-2 0 0 16,-3-2-157-16,0 0 64 0,-2 0 31 0,0 2 4 16,-13 0-407-16,-11 0 214 0,1 0 106 0,-2 7 54 15,0 7-560-15,-2-3 310 16</inkml:trace>
  <inkml:trace contextRef="#ctx0" brushRef="#br0" timeOffset="-141595.25">24083 15607 988 0,'-19'-8'0'0,"4"1"0"0,6 7 0 0,-1 8 0 0,1 11 0 0,-2 3 0 0,3 5 0 0,-1 0 251 0,3 6-108 16,1 7-56-16,3-3-19 0,2 14 181 0,0-1-107 16,0 3-56-16,0 1 107 0,0 3-81 15,0-1-31-15,0 1-8 0,0-3-7 16,0 0 0-16,0-4-33 0,0-1-19 0,0-10 27 15,-2 2-8-15,-6-5 0 0,0-2-24 0,-1-5 0 16,-4-4 23-16,4-7 9 0,-6-3-34 0,0-4 0 16,-2-4 26-16,-2-4-74 0,0-3 24 15,-1 0 16-15,-3-10-6 0,2-4-51 0,1-8 25 16,-3-1 24-16,2-6-146 0,3-1 68 16,-1-2 41-16,2 2 4 0,2 3-78 0,4 11 50 15,-3 2 8-15,3 6-12 0,0 2 99 0,-1 6-36 16,2 0 0-16,-4 15 49 0,1 6-33 15,1 3-2-15,3 4-29 0,0 1-83 0,4-1 42 16,-2-2 12-16,6-5-101 0,1 1 58 0,0-1 38 0,0-2-5 16,0-4-252-16,0-6 142 0,1 0 71 0,9-3 28 15,3-2-238-15</inkml:trace>
  <inkml:trace contextRef="#ctx0" brushRef="#br0" timeOffset="-141164.05">24196 16005 950 0,'-2'-12'0'16,"-6"3"0"-16,2 8 0 0,3 1 0 0,-3 0 0 0,1 6 0 0,1 6 0 0,-1 0 178 0,4 5-73 0,1 4-36 0,0 0 111 0,0 1-66 0,8 3-44 15,5-3 0-15,6 0 21 0,-1 1-29 16,5-4 0-16,-2-2 1 0,7-1-30 15,-3-2-1-15,2-4 1 0,-1 0-18 0,1-8 18 16,-4 0 8-16,1-2-8 0,-2 0-87 0,1 0 43 16,-5-7 22-16,1-6-145 0,-1-3 83 0,-4 0 14 15,0-6 26-15,-5 0-182 0,-2-1 94 0,-1-2 27 16,-5 1-98-16,2-5 63 0,-3 1 39 0,0 0 10 16,-3 0-15-16,-6 1 1 15,-2 7 31-15,-2 2 8 0,-2 6-38 0,0 1 38 16,-2 8 0-16,0 3 96 0,1 0-56 0,-4 14-15 15,6 6-1-15,0 5 160 0,1 2-88 0,2 6-25 16,2 3 168-16,3 5-88 0,2 0-55 0,1 1-2 16,1 0 44-16,0 5-24 0,2-12-16 0,0 14-7 15,0-4-65-15,0-5-1 0,0-4 41 0,0 1-231 16,0-1 113-16,0-6 51 0,0-5 10 0,0-3-321 16,0-5 168-16,2-7 53 0,0-1-195 0,0-5 147 15,-1-4 70-15,1 0 34 16</inkml:trace>
  <inkml:trace contextRef="#ctx0" brushRef="#br0" timeOffset="-140984.39">24713 15668 725 0,'4'-14'0'0,"-1"9"0"0,0 3 0 0,1 2 0 0,-2 0 0 0,0 0 0 0,0 0 235 16,-1 4-101-16,1 5-42 0,0 6 55 0,-2 3-58 15,0 4-28-15,0 0 1 0,0 6-174 0,-4 2 81 16,1-1 28-16,-1-1-399 0,4-2 201 0,-2 0 100 16,2 0 51-16</inkml:trace>
  <inkml:trace contextRef="#ctx0" brushRef="#br0" timeOffset="-140623.33">24945 15765 1089 0,'0'-16'0'0,"0"3"0"0,0 3 0 0,0 3 0 0,0 1 0 0,0 0 0 0,0 0 0 0,4-1 113 0,6 2-41 0,4 4 174 0,2 0-107 16,2 1-53-16,-1 0-19 0,0 0 25 15,-2 8-30-15,-3 4 0 0,0 3-29 16,-4 2-112-16,-3 1 65 0,-3 5 19 0,-2 2 0 15,0-1-112-15,-3 1 70 0,-11-1 35 0,1-3-94 16,-8 3 30-16,2-5 38 0,3-6-19 0,-2 0 19 16,0-4-17-16,1-2-4 0,2-1 172 0,0-1-68 15,6-2-35-15,0-3 1 0,1 0 243 0,5 0-124 16,2 0-42-16,-1 0 131 0,2 0-98 0,0 0-49 16,2 0-25-16,10 0-103 0,7-5 35 0,4-4 22 15,0 2-88-15,4 0 54 16,-2 1 28-16,-2 3 9 0,1 1-401 0,1 2 172 15,-2 0 110-15,-3 0 55 0,-1 11-531 0,0 8 279 16,-8 2 134-16,-4-5 68 0</inkml:trace>
  <inkml:trace contextRef="#ctx0" brushRef="#br0" timeOffset="-140432.39">24998 16341 1668 0,'-18'5'0'0,"8"-3"0"0,2 1 0 0,4 0 0 0,0-3 0 0,2 0 0 0,2 0 0 0,0 0 0 0,10 0 230 0,10 0-91 0,9 0-56 16,-1 0 66-16,4 0-58 0,0 0-29 0,3 0 0 16,1 0-91-16,-2 0 28 0,-2 0-1 0,-5 0 35 15,-4 0-374-15,2 0 187 16,-4 0 102-16,-5 0-434 0,-4 0 245 0,-5 0 49 0,-2 0-178 0,-2 0 169 16,-3 0 75-16,0-3 52 0</inkml:trace>
  <inkml:trace contextRef="#ctx0" brushRef="#br0" timeOffset="-140254.08">25283 16056 637 0,'-4'-9'0'0,"1"3"0"0,1 4 0 0,2 2 0 0,0 0 0 0,0 10 191 15,0 9-80-15,0 3-38 0,0 7 136 0,0 2-92 16,-3 10-42-16,-1-1-21 0,-1 3 231 0,0-2-125 16,-3-2-56-16,3 2-40 15,-5-3-31-15,4-1 0 0,-1-2-225 0,2-6 112 16,1-5 64-16,2-2 21 0,2-5-399 0,0-5 196 15,0-4 110-15,0-3 0 0,2-5-220 0,7 0 101 16</inkml:trace>
  <inkml:trace contextRef="#ctx0" brushRef="#br0" timeOffset="-139838.78">25299 16111 972 0,'10'-21'0'0,"5"4"0"0,4 4 0 0,4 2 0 0,0-2 0 0,6 3 0 0,-1 3 0 0,-1 1 190 0,3 4-79 15,-8 2 32-15,1 0-8 0,-3 4-55 0,1 7-23 16,-6 4-26-16,-2 4 1 0,-3 0 1 0,0 3 8 16,-1 3-50-16,-6-1 21 0,1 1 0 0,-2-1 34 15,1 2-13-15,1-6 8 0,0 2-8 0,2-2 46 16,1-3-23-16,3-1-1 0,-2-3-29 16,5-5-17-16,-1-1 19 0,2-6 4 0,1-1-77 0,2 0 36 15,1 0 5-15,-1-9 41 16,0-4-220-16,-2-2 100 0,-2-3 39 0,-1 0-106 15,-3 1 58-15,-5-4 42 0,-1 2-11 0,-3-1-292 16,0-4 160-16,0 1 81 0,-7-1-197 0,-4 0 130 16,-4-3 77-16,-4-1 35 0,0 1-89 0,-5 0 78 15,2 6 78-15,4 6 0 0,-4 2 0 0,5 3 0 16,-1 1 0-16,4 0 0 0,2 5 80 0,3 2-58 16,1-1-23-16,4 3 127 0,3 0-68 15,-1 0-42-15,2 5 398 0,0 10-190 16,2 7-74-16,6 4-58 0,1 12 239 0,0 3-148 15,-3 8-76-15,-2 3-29 0,0 10 171 0,-4-1-108 16,0-1-54-16,0 1-27 0,-4-2-159 0,-2-6 74 16,-2 4 25-16,1 0-196 15,0-4 114-15,-1-4 58 0,2-11 28 0,3-1-553 0</inkml:trace>
  <inkml:trace contextRef="#ctx0" brushRef="#br0" timeOffset="-139605.91">25918 15786 939 0,'0'-17'0'0,"0"10"0"0,-3 5 0 0,3-1 0 0,0 3 0 0,-2 0 0 0,1 3 333 0,-1 14-150 0,-2 5-75 0,3 3-37 15,-4 3 69-15,4 4-57 0,-1 2-26 0,0 3-229 16,2 1 102-16,0-1 52 0,0 0 33 0,0-4-285 16,0-1 141-16,2-14 72 0</inkml:trace>
  <inkml:trace contextRef="#ctx0" brushRef="#br0" timeOffset="-139001.87">26089 15872 661 0,'0'-11'0'0,"0"4"0"0,0 3 0 0,0 2 0 0,0 0 0 0,0 0 0 0,3 1 191 16,7-4-80-16,1 4-38 0,4 1 193 0,0 0-109 15,1 0-66-15,2 0-29 0,-3 1 62 0,-2 9-45 16,0-1-24-16,-3 6-26 0,-4-3 4 16,-3 3 0-16,-3 1 0 0,0 3-40 15,-3 2 1-15,-10-2 47 0,-3 2-8 0,-3-1 0 0,-1-4 0 16,5 0 0-16,-3-1 70 0,9-5-27 0,0-3-8 16,4 1-36-16,1-5 80 15,4 1-40-15,0-3 0 0,2 2-31 0,14-3-23 16,6 0 15-16,5-3-1 0,2-5 33 0,1-4-1 0,0 1-23 15,0-2-264-15,0 1 127 0,-4 4 65 0,-4 6 32 16,1 2-785-16</inkml:trace>
  <inkml:trace contextRef="#ctx0" brushRef="#br0" timeOffset="-137967.25">27149 16341 737 0,'-7'-5'0'0,"5"0"0"16,0-1 0-16,1 1 0 0,1-3 0 0,-2 0 0 0,-1-3 0 0,2-1 0 0,-1 5 0 0,0-2 161 0,-1 0-56 0,-2 2-40 0,0 1 97 0,-2 0-65 0,-3 2-32 16,0 2 0-16,-8 2 109 15,-5 2-75-15,-3 17-33 0,-4 13 210 0,-2 6-121 16,-2 12-61-16,6-3-22 0,-4 14 132 0,14-14-86 15,1 5-42-15,7-13-22 0,7 2 160 0,3-13-83 16,0 7-53-16,2-17-7 0,9-3-38 0,8-5 0 16,5-7 0-16,2-3-63 0,9-3 28 0,0-21-1 15,1-5-175-15,-1-9 106 0,6-12 52 0,-11 5 34 16,9-17-158-16,-9 5 32 0,-3-1 58 16,-2-3-32-16,-5 1-105 0,-4 4 59 15,2-13 53-15,-5 3 19 0,-1-2 0 0,-3 1 28 16,-2 13-1-16,0 7 26 0,-6 5-26 0,-1 16 0 15,0 10 226-15,0 2-114 0,0 10-55 0,-8 4-12 16,-3 13 176-16,-5 26-79 0,3 5-52 0,0 20 0 16,2 4 95-16,2 8-31 0,2 2-49 0,3 6 104 15,3-3-72-15,1-6-36 0,0-4 1 0,5-15-61 16,8 3-9-16,4-10 34 16,-1-15-119-16,5-3 60 0,1-11 29 15,-3-10 8-15,4-8-238 0,2-2 122 0,0-15 63 0,1-19 6 16,1-6-130-16,3-19 78 0,-1 0-12 0,-1-7 37 15,-1-5-138-15,3-12 84 0,-6 9 35 0,1-24-149 16,-2 6 99-16,0-4 50 0,0 6 25 0,-4 15-33 16,-3 10 21-16,-5 8 8 0,-8 20 261 15,-3 14-117-15,0 6-57 0,0 8-30 0,-8 9 415 0,-14 22-210 16,3 17-70-16,-4 16 94 0,3 5-59 16,4 9-67-16,6 8-24 0,3 4 304 15,5 1-173-15,2 0-87 0,0-4 94 0,2-4-213 16,8-12 0-16,3 8 0 0,-3-18 0 0,6 0 0 15,-3-5 0-15,1-11 0 0,-1-8-272 0,0-2 168 16,2-5 69-16,-1-8-398 0,-2-5 166 0,2-6 132 16,-1-2-51-16,-2 0-548 15,-5-10 350-15,0-12 176 0,-6-6 87 0</inkml:trace>
  <inkml:trace contextRef="#ctx0" brushRef="#br0" timeOffset="-137831.66">27413 16152 1331 0,'-48'0'0'0,"16"0"0"0,7 0 0 0,3 0 0 0,9 0 0 0,4 0 0 0,7 0 0 0,2 0 489 0,19 0-229 0,26 0-113 0,20-5-58 16,14-8 382-16,29-2-223 0,-3-3-108 0,9 4-104 15,-2 0-3-15,-10 8 0 0,-19 1 8 0,6 5-489 16</inkml:trace>
  <inkml:trace contextRef="#ctx0" brushRef="#br0" timeOffset="-135603.18">15637 16540 366 0,'-5'0'0'0,"0"0"0"0,1 0 0 0,1 0 0 0,1 0 0 0,-2 0 0 0,2 0 104 0,2 0-40 0,-1 0 0 0,1 0 25 0,0 0-28 16,0 0 0-16,0 0-20 0,0 0 34 15,0 0-21-15,0 0 0 0,0 0 38 0,0 0-29 16,0 0 8-16,0 0 13 16,0 0-25-16,0 0 0 0,0 0-26 0,0 0 34 15,0 0 9-15,0 0-43 0,0 0 0 0,7 1 30 16,4 5-30-16,4 2-1 0,4 2 62 0,7 4-35 15,4 1 0-15,2 0-26 0,10 3 26 0,-1 0 1 0,6 4-19 16,13 4 5-16,-1 3-14 16,6 3 1-16,3 5 0 0,12 12 0 0,-10-6 8 15,12 11-9-15,-6-1-35 0,-3 0 36 16,2-5-85-16,0-1 43 0,-11-11 24 0,3-1-8 0,0-3 23 16,-5-5-62-16,-14-9 27 0,-6-2-6 15,0-6 15-15,-4-2-30 0,-8-4 32 0,-7-3 3 16,-5-1 0-16,-4 2 25 0,-5-2-38 0,-4 0 8 15,-3 0-7-15,0 0 84 0,0 0-33 16,-2 0-28-16,0 0-3 0,0 0-2 0,0 0 10 0,-2 8-526 16,-7 9 242-16,3 5 121 0,3 7 53 0</inkml:trace>
  <inkml:trace contextRef="#ctx0" brushRef="#br0" timeOffset="-134981.5">20788 16720 326 0,'0'-5'0'0,"0"-3"0"0,0 5 0 0,0 1 0 0,0 0 0 0,0 1 0 0,0 1 179 0,0 0-74 0,0 0-36 0,0 0 84 16,8 1-52-16,3 9-38 0,8 3 0 0,2 4 145 15,5 4-87-15,8 8-44 0,1 0 81 0,6 3-67 16,10 5-29-16,8 1 0 0,4-1 120 0,9 2-75 16,1 2-29-16,13 7-8 0,-5-2 1 0,0 0-38 15,-2 2 0-15,2 0-142 0,-12-7 79 0,7 6 27 16,-11-2 1-16,-3-1-155 15,-5-3 95-15,-13-7 23 0,1-3-55 0,-3 0 14 16,-12-9 40-16,0 0-149 0,0-1 82 0,-2-2 20 16,1-4 19-16,1 4-351 0</inkml:trace>
  <inkml:trace contextRef="#ctx0" brushRef="#br0" timeOffset="-134369.34">24507 15815 566 0,'0'-9'0'0,"0"8"0"0,0 0 0 0,0-2 0 0,0 1 0 0,0 2 0 0,0 0 0 0,0 0 106 0,2 0-28 0,3 0-9 16,7 0 23-16,1 0-29 0,2 2-1 15,4 3-29-15,4 4 137 0,2 0-73 0,4 1-32 16,7 6 0-16,3 6 109 0,4 0-71 0,8 7-26 16,7 9 145-16,1 2-95 0,5 2-47 0,1 2-23 15,3 3 64-15,1-1-36 0,8 8-30 0,-2-2 0 16,3-2-22-16,0-3-1 0,-1 1 1 0,-7-7-50 16,5 0 21-16,-2-2-1 0,-5-7 30 0,-6-4-152 15,-10-7 85-15,1 0 29 0,-8-6-7 16,-14-2-89-16,2-2 27 0,-10-2 38 15,-5 1-79-15,-3-4 54 0,-6-1 9 0,-2-1-326 16,-5 2 173-16,-2-1 86 0,-9 3 35 0</inkml:trace>
  <inkml:trace contextRef="#ctx0" brushRef="#br0" timeOffset="-118809.47">5909 9442 460 0,'-15'0'0'0,"2"0"0"0,0 0 0 0,3 0 0 0,-1 0 0 0,2 0 0 0,2-2 82 0,-3 1-50 16,5 1 1-16,1-2 77 0,0 2-38 0,4 0-1 15,-2 0-30-15,2 0 22 16,0 0 1-16,0 0-31 0,0 0 33 0,0 0-34 16,0 0 9-16,0 0-8 0,0 0 25 0,0 0-25 15,0 0 0-15,0 0 31 0,0 0 9 0,0 0-40 16,0 0 0-16,0 0 0 0,0 0 0 0,4 0-1 16,2 0 9-16,-1 0-12 0,2 2 4 0,3-2 0 15,-1 0 0-15,2 1-33 0,-1-1 8 0,2 0 0 16,-2 0-4-16,2 2 27 15,-1-2-11-15,0 2-8 0,2 2 15 0,0-2-8 16,-1 2 5-16,1-2 11 0,3 2-12 0,0-3 1 16,1 1 2-16,3 0 10 0,2-2-13 0,3 2 4 15,-1-2-2-15,-3 0 8 0,9 0-8 0,-3 0-9 16,3 0 9-16,2 0 0 0,-2 0 1 0,5 0-5 16,-5 0 4-16,4 0-2 0,0 0 1 0,-2 1-18 15,0 3 18-15,2-2 4 0,3 0-5 0,3-2-12 16,-8 0 12-16,6 0-3 0,1 0 3 0,-1 0 3 15,-1 0-4-15,0-2-29 16,2 0 1-16,-2-3 24 0,-1 1 2 0,1 1-24 16,-2-3-4-16,1 2 21 0,-1 0 4 0,0-2-27 15,0 1 0-15,0-2 22 0,-2 0 1 0,-1-1-38 16,0-1 34-16,-2 2-6 0,-3-2 8 0,-7 3-3 16,3-1-1-16,-6 1 12 0,-1 2-12 0,-2-1 1 15,-3 1-1-15,-1 0 34 0,-2 0-1 0,-2 2-30 16,1-1-1-16,-3 0 66 0,1 2-29 15,-2-1 11-15,-1 1-41 0,1-2 39 16,-2 3-34-16,-1 0 9 0,0-1-35 0,0 1 10 16,0 0 18-16,0 0-26 0,0 0 1 0,0 0 25 15,0 0 0-15,0 0-142 0,0 0 64 0,0 0 24 16,0 0 0-16,0-3-282 0,0 2 149 0,0-3 50 16,0 2 48-16,2-3-672 0</inkml:trace>
  <inkml:trace contextRef="#ctx1" brushRef="#br0" timeOffset="136616.13">27101 16861 0,'0'0'0,"0"0"15</inkml:trace>
  <inkml:trace contextRef="#ctx0" brushRef="#br0" timeOffset="-117519.14">12491 9320 279 0,'-15'0'0'0,"2"-6"0"0,1 3 0 0,1-1 0 0,2 0 0 0,-3 1 0 0,5-3 0 0,-2 2 0 0,0 1 28 0,2-2 0 0,2 3 7 16,-1 1-7-16,3-3 6 0,-1 1-6 0,-1 2 33 16,5-1 0-16,-1 2-31 0,1 0 1 0,0-1 44 15,0 1-8-15,0 0-35 0,0 0-40 16,0 0 41-16,0 0 0 0,0 0-14 15,0 0 14-15,0 0-1 0,0 0 1 16,0 0-18-16,0 0 18 0,1 0 8 0,2 0 27 0,3 4-37 16,-1 2 2-16,4 1-8 0,-2-2-3 15,5 0 6-15,-1 3 2 0,1 0-8 16,-1-2 8-16,4 1 1 0,2 1 6 0,2-1-8 0,-1-2 1 16,9 1 1-16,-3 0-1 0,3-2 0 0,3 1-3 15,2 1 1-15,1-2 0 0,3 2-1 0,1-1 1 16,7 2 1-16,-8 1 8 0,10-1-8 0,2-2 0 15,0 1 1-15,5-1-12 16,9-4 12-16,-6-1 6 0,17 0-11 0,5-9 8 16,10-10-5-16,-6 3 0 0,6-4 4 0,-7 5 4 15,17-3-8-15,-10 4-28 0,3 3 0 0,-5 0 27 16,-13 4-1-16,8 1 14 0,-1 5-14 0,-2-2-3 16,-3 3 3-16,0 0 23 0,-4 0 0 0,-9 5-16 15,9 3-48-15,-9-1-1 0,-7-1 41 0,2 3-29 16,-5-5-15-16,-11 0 24 15,6 2-6-15,-11-2-4 0,0 0 0 0,-4 0 16 0,-8 0 5 16,-4 0-26-16,0 0 21 0,-8 0-12 16,-2 0 9-16,-2-2 26 0,-3 1-27 0,-1-1-3 15,-2-2 2-15,-2 2 0 0,0-2 2 0,0 0 4 0,0 0 28 16,0 0-26-16,0 0-4 0,0 0 4 16,0 0 5-16,0 0-6 0,0 0-1 0,-4-2-85 15,-2-7 39-15,-3-1 18 0,-1 2-499 16,-1-6 238-16,6 3 125 0,1-5 36 15</inkml:trace>
  <inkml:trace contextRef="#ctx0" brushRef="#br0" timeOffset="-109443.55">4320 10188 503 0,'0'2'0'0,"0"1"0"0,-4 0 0 0,1-2 0 0,0 3 0 0,0-2 0 0,1 0 0 0,-1-2 0 0,-1 0 57 0,3 2 8 0,-2-2-32 15,1 0-1-15,1 0 1 0,1 0 37 0,-3 0 0 0,3 0 2 16,0 0-9-16,-2 0-30 0,2 0-1 16,0 0 1-16,0 0 35 0,0 0 8 0,0 0-32 15,0 0-11-15,0 0 0 0,0 0-1 0,0 0 33 16,0 0-24-16,0 0-8 0,0 0-1 0,0 0 11 16,0 0-10-16,2 0 0 15,4-2 8-15,0 0 20 0,5-2 0 0,-2 1-25 16,3-1-4-16,-1-2 1 0,5 1 8 0,0 0-6 15,1 2-2-15,-1-3 0 0,5 4-1 0,-4 0 40 16,4 1-31-16,1 1-8 0,-1 0-1 0,3 0 19 16,-1 0-18-16,3 7 0 0,-3 3 37 15,5 3-7-15,0-2-30 0,4 2 0 0,6 0 30 0,2-2 1 16,-5-1-29-16,12-3-5 0,-4-1 3 0,0-5 0 16,1-1 0-16,-9 0-23 15,4 0-8-15,-3 0 31 0,-1 0-1 0,-8 0-77 16,-3-1 38-16,-2-1 21 0,-3-1-70 0,-6 3 32 0,-5-1 22 15,0 1-24-15,-2 0 0 0,-4 0 29 16,1-1 4-16,-3 1-17 0,0 0 67 0,0 0-28 16,0 0 0-16,0 0-25 0,0 0 12 0,0-2-4 15,0 2-5-15,-3 0-284 0,3 0 136 16,0 0 65-16,0 0 37 0</inkml:trace>
  <inkml:trace contextRef="#ctx0" brushRef="#br0" timeOffset="-91311.88">9277 9301 583 0,'-15'0'0'0,"3"0"0"0,3 0 0 0,2 0 0 0,0 0 0 0,0 0 122 0,2-1-49 0,-1-2 95 16,3 1-68-16,3 1-33 0,0-1 116 0,0 2-135 0,0 0-15 0,0 0-1 15,0 0 1-15,0 0 0 0,0 0-21 16,5 0 8-16,9 0 12 0,-1 0 88 0,6 0-43 16,-1 0 38-16,3 0-41 0,0 0-12 0,6 3-9 0,-2 2-20 15,6-4 55-15,0 1-27 0,1 1-1 16,3-3 8-16,4 0-9 0,3 0-26 16,1 0 0-16,-1 0-17 0,2 0 17 0,-6 1 8 15,10-1-9-15,-6 0-36 0,4 0 0 16,-3 0 36-16,0 0-55 0,-7 0 36 0,1 0-8 15,-1 0 15-15,-4 3-37 0,-2-3 13 0,-9 1 1 16,2-1 7-16,-7 2 41 0,-4-2-35 0,-1 1 4 16,-6-1-6-16,-1 3 30 0,-2-3-21 0,0 0-3 15,-1 0 1-15,-1 0 0 0,0 0 4 16,0 0 9-16,0-3-68 0,-1-5 28 16,-1-3-755-16,2 4 372 0,0-1 171 0</inkml:trace>
  <inkml:trace contextRef="#ctx0" brushRef="#br0" timeOffset="-90579.54">15763 9386 721 0,'-12'-4'0'0,"1"1"0"0,2 2 0 0,2-2 0 0,-2 0 0 0,4 2 0 0,-1 1 0 0,3-2 0 0,1 2 183 0,0 0-75 0,2 0-38 15,0 0 1-15,0 0 104 0,0 0-75 16,0 0-5-16,9 0-31 16,6 0-1-16,6 3-30 0,2 4 205 0,9-2-106 15,-1-1-50-15,7 0 103 0,7-1-76 0,0-3-38 16,4 0 9-16,-1 0-7 0,2 0 0 0,3 0-41 15,-2 0 1-15,2 0-66 0,-2-2 41 0,-2 1-9 16,-6-1-35-16,-7 0 34 0,0 2 0 0,-5 0 35 16,-6 0 7-16,0 0-233 0,-9 0 76 15,-2 2-257-15,-3 1 159 0,-2 1 96 0,-2-2 11 0,-1 2 42 16</inkml:trace>
  <inkml:trace contextRef="#ctx0" brushRef="#br0" timeOffset="-87482.45">9510 10979 257 0,'0'0'0'0,"0"0"0"0,0 0 0 0,0 0 0 0,0 0 0 0,0 0 0 0,0 0 218 0,0 0-93 0,0 0-38 0,0 0 106 16,0 0-81-16,0 0-39 0,-2 0 0 0,2 0 24 15,0 0-23-15,0-3-9 0,-2 0-33 0,2 1 8 16,0-2-7-16,-3 1-1 0,0-1-4 0,-1 0-8 16,1 0 13-16,-4 1 0 0,-1 0-25 0,-2 1 25 15,1 1 8-15,-4 1-44 16,0 0 9-16,0 3 27 0,-3 9-3 0,0 5-34 16,2 1 32-16,-4 7-11 0,3 1 8 0,0 4 55 15,1 4-27-15,3 2-1 0,4-2 27 0,0-2-26 16,2 0 0-16,5-5 43 0,0 2-32 0,0-9 1 15,2 0-24-15,6-4 25 0,3-3-33 0,3-5-1 16,0-3 1-16,7-5-63 0,-2 0 39 0,5-5-8 16,1-16 32-16,0-7-82 0,-2-6 41 0,-2-7 9 15,-2-5 6-15,-1-2-106 0,-2-5 57 16,-3-2-184-16,-1-8 109 16,-5 2 36-16,-2 7-83 0,-1-17 59 0,-2 3 37 15,-2-3-2-15,0 2 13 0,0 0 25 0,0 14-9 16,0-5 106-16,-4 9-49 0,1 4-25 0,-1 11 1 15,-2 2 148-15,0 13-92 0,2 7-25 0,1 2 138 16,-1 7-74-16,2 1-46 0,-3 4-1 16,-1 0 188-16,1 23-87 0,-2 10-54 15,2 8 128-15,1 4-92 0,4 8-36 0,0 4 197 16,0 11-243-16,0-7-8 0,2 2 0 0,4-4-53 16,2-7 51-16,0 5 2 0,0-2 0 15,1-6-72-15,1-3 36 0,-2-2 0 0,-1-9-187 0,0 2 108 16,0 0 57-16,-2-6 29 0,1 0 1 15,-3-9-330-15,-1-1 136 0,2-2 89 0,-2-10-2 0,-1 1-227 16,1-6 148-16,1-3 74 0,-1-1-339 0,1 0 210 0,3-17 102 16,3-6-795-16</inkml:trace>
  <inkml:trace contextRef="#ctx0" brushRef="#br0" timeOffset="-87235.49">9744 10734 1161 0,'2'-8'0'0,"3"3"0"0,0-1 0 0,1-1 0 0,1 0 0 0,0 2 328 0,5 0-148 0,1 3-74 16,2 2-36-16,5 0 348 0,3 9-196 0,0 6-95 16,-2 4-47-16,1 4 104 0,1 1-75 0,-2 2-30 15,-5 3-102-15,-1-1 28 0,-5 2-1 0,-5 2-82 16,-1 0 55-16,-4 2 36 16,0 0-8-16,-8-1-13 0,-8-3 0 0,-3 1 41 15,-2-5-35-15,-4-5-41 0,2-3-6 0,-6-5 27 16,3-2-24-16,5-4-69 0,1-2 43 0,4-3 26 15,2-2-268-15,4 0 142 0,4-2 66 0,6-13-354 16,2-8 214-16,12-1 98 0,9-8 62 0,4 0-176 16</inkml:trace>
  <inkml:trace contextRef="#ctx0" brushRef="#br0" timeOffset="-87001.13">10201 10706 1203 0,'4'-15'0'0,"-3"7"0"0,1-1 0 0,-2 0 0 0,0-1 0 0,-5 1 0 0,-1 2 0 0,-3 1 249 15,0 1-108-15,-1 2-55 0,3 2-26 0,-2 1 243 16,-3 0-126-16,3 7-77 0,-1 14 29 0,-3 3-48 16,4 12-24-16,1 3 75 0,3-1-41 15,-1 11-33-15,6-4-1 0,0 0 117 16,0-4-71-16,0-7-35 0,8 2 8 0,5-2-18 16,1-4 0-16,3-4-25 0,3-4 0 0,0-1-71 15,-1-7 44-15,4 2-8 0,-5-7-260 0,1-1 147 16,2-2 74-16,-3-6-559 0,-1 0 263 0,2 0 160 15,-2-11 47-15,4-3-429 0,-5-5 263 0,0 0 132 16</inkml:trace>
  <inkml:trace contextRef="#ctx0" brushRef="#br0" timeOffset="-86832.57">10498 10787 1519 0,'0'0'0'0,"0"0"0"0,2 0 0 0,0 0 0 0,1 0 0 0,3 0 191 0,2 0-79 0,3 0-31 0,3 0 375 15,4 0-211-15,1 0-106 0,1 0-36 16,1 0-35-16,2 0 8 0,-1 0-43 0,0 0-1 0,1 0-488 16,-3 0 244-16,1 0 123 0,-3 0-653 15,-2 0 374 1,-4 4 189-16</inkml:trace>
  <inkml:trace contextRef="#ctx0" brushRef="#br0" timeOffset="-86678.98">10551 11062 1813 0,'-21'11'0'0,"7"-1"0"0,7-4 0 0,1-2 0 0,3-1 0 0,1-3 0 0,2 0 251 0,0 0-109 0,9 0 399 15,10-3-246-15,8-4-135 0,-4-1-63 0,6 3 2 0,1-1-33 16,0 0 0-16,-4 3-693 0,8 0 325 0,-4 2 168 16,0 1 83-16,-2 0-961 0</inkml:trace>
  <inkml:trace contextRef="#ctx0" brushRef="#br0" timeOffset="-85821.76">11245 10569 818 0,'-12'0'0'16,"0"0"0"-16,4 0 0 0,1 2 0 0,2 7 0 0,-2 3 0 0,4 4 0 0,-1 7 232 0,4 4-91 0,0 4-59 0,0 5-24 0,2-1 81 15,8 3-53-15,1 0-26 16,1-5 7-16,4 2 108 0,0-8-71 0,4-4 32 16,1-2-52-16,0-4-25 0,0-8 8 0,8 0-60 15,-1-5 1-15,0-4 24 0,0 0-90 0,-1-4 45 16,-2-10 31-16,0-7-9 15,-2-4-130-15,-4-5 77 0,-3-4 25 0,0-5-79 0,-7 6 42 0,2-13 31 16,-5 3-11-16,-2 1-161 0,-2 0 74 16,-1 0 49-16,-1 8-7 0,0-3 29 15,-1 7-36-15,-8 7 28 0,-2 2-1 0,1 5 145 16,-4 6-67-16,1 7-21 0,-2 3 1 0,-2 0 247 16,-2 15-127-16,1 7-55 0,-3 12-38 0,2 1 162 15,2 7-89-15,2 3-45 0,4 4 230 0,4-1-116 16,1 4-71-16,3-4 62 0,3 1-62 0,0 1-31 15,0-4 0-15,0-5-47 0,7 7-8 0,0-1 24 16,2-5-1-16,0 1-244 0,0-7 122 0,0 1 70 16,0-5 22-16,-3-1-238 0,0-5 126 15,-3-5 8-15,3-3-411 0,-3-7 232 16,-1-4 129-16,4-2-257 0,0-5 188 0</inkml:trace>
  <inkml:trace contextRef="#ctx0" brushRef="#br0" timeOffset="-85626.65">11891 10167 1804 0,'-7'-17'0'0,"4"11"0"0,1 5 0 0,2 1 0 0,0 0 0 0,-2 0 0 0,0 0 0 0,-3 7 0 0,4 12 172 0,-3 11-73 0,2 2 113 15,0 10-90-15,2-3-44 0,0 2-23 0,0-6-178 16,0 5 74-16,0-5 41 0,2 2 0 0,4-6-430 15,2 1 236-15,1-2 125 0,-2-4-608 0</inkml:trace>
  <inkml:trace contextRef="#ctx0" brushRef="#br0" timeOffset="-85429.21">12166 10454 908 0,'-6'-1'0'0,"3"1"0"0,-3 0 0 0,-2 5 0 0,-1 10 0 0,-2 6 440 0,-3 9-203 0,0 9-103 16,-4 5-50-16,4 6 254 0,0 5-144 0,3 3-85 16,4-3-38-16,5-1 90 15,2-4-64-15,0-4-32 0,2-11-140 0,11 3 50 16,6-8 28-16,3-5-146 0,2-5 87 0,3-3 45 16,-5-8 30-16,9-1-560 0,-11-7 207 0,4-1 162 15</inkml:trace>
  <inkml:trace contextRef="#ctx0" brushRef="#br0" timeOffset="-85247.7">12288 10834 1421 0,'0'0'0'0,"0"0"0"0,0 0 0 0,0 0 0 0,0 0 0 0,2 0 0 0,5 0 284 0,7 0-125 0,4 0-64 16,5 0 378-16,5-2-224 0,-2 0-108 0,3 0-77 15,1 0 1-15,0 1-32 0,-7-2 8 0,10 3-190 16,-5 0 91-16,-2-1 45 0,-5-1 23 0,2 2-496 15,-5-2 268-15,-3 0 121 0,-5 1-347 0,-3-2-64 16,-1 2 237-16</inkml:trace>
  <inkml:trace contextRef="#ctx0" brushRef="#br0" timeOffset="-85087.13">12575 10565 1204 0,'-15'-2'0'0,"2"2"0"0,2 4 0 0,2 11 0 0,-3 6 0 0,3 4 0 0,3 5 246 16,1 15-107-16,-1-2 312 0,0 5-210 0,2 1-103 15,4 2-45-15,0-2 30 0,0-2-45 0,0-6-22 16,6-2-1-16,7-5-128 0,2-4 49 0,4-6 29 16,-3-8-526-16,4-4 278 0,-1-7 137 15,3-5 78-15,0-2-687 0</inkml:trace>
  <inkml:trace contextRef="#ctx0" brushRef="#br0" timeOffset="-84877.69">12734 10567 1649 0,'3'-23'0'0,"1"12"0"0,5-2 0 0,0 6 0 0,3-1 0 0,1 7 0 0,2 1 172 0,3 0-62 0,7 3 367 16,0 14-223-16,-1 3-110 15,2 10-56-15,-4 6 151 0,-2 0-96 0,-2 14-59 0,-4-7-25 16,-5 7-28-16,-4-3 2 0,-3 3 0 0,-2-1 8 16,-6 0-100-16,-10 0 47 0,-5-4 22 0,-5-4-210 15,-4-5 117-15,3-8 65 0,-5-1 22 0,0-5-398 16,4-7 195-16,6-5 98 0,1-3-16 0,8-5-374 15,3-2 233-15,7 0 112 0,3-15-188 0</inkml:trace>
  <inkml:trace contextRef="#ctx0" brushRef="#br0" timeOffset="-84265.32">13347 10884 1465 0,'2'0'0'0,"-2"-1"0"0,0-7 0 0,0-5 0 0,-8-3 0 0,-3 0 0 0,-2 1 0 0,-2 0 165 0,1 0-66 0,2 4-33 0,1 2 71 0,-1 2-52 0,1 4-18 0,-2 3-76 16,1 0 29-16,0 12 12 15,0 12 1-15,-1 10-22 0,4 1 7 0,-3 13 15 0,5-2 0 16,1 1 0-16,5-4 39 0,1-9 8 16,0 2-47-16,1-4 0 0,7-6 122 0,5-7-61 15,0-3-31-15,2-4-50 0,0-5-7 16,0-5 26-16,2-2-77 0,-2 0 39 0,4-17 0 0,-4-9 46 0,2-10-56 15,-2-3 23-15,0-6 1 16,-3-6-162-16,6-9 76 0,-7 6 50 0,4-18-161 16,-4 1 91-16,1-6 27 0,-3-2 27 15,-2 2-9-15,1 13-6 0,0-2-38 0,-3 10 32 16,-3 19 0-16,-2 10 250 0,0 10-109 0,0 6-63 0,0 4 327 16,0 7-174-16,-5 9-77 15,-4 19 12-15,0 15-30 0,0 8-24 0,0 13 19 0,3 0 164 16,4 5-99-16,2 5-49 0,0 0 135 15,0 2-84-15,0-5-54 0,6-4-40 16,2-14 141-16,3 2-180 0,-1-11 0 0,4-7-199 16,1-6 153-16,2-4 40 0,-4-10-1 0,4-6-123 0,1-8 82 15,-2-3 48-15,3-5-8 0,-1-18-356 0,5-12 153 16,-4-5 100-16,1-7-1 0,-1-5-220 16,4-14 153-16,-5-2 74 0,2-3 35 0,-4-3-148 0,1 3 92 15,-4 10 38-15,-1 2 32 0,-3 4 59 0,-4 17 0 16,-3 1-35-16,0 13 130 0,-2 5-73 0,0 6-25 15,0 6 0-15,0 3 377 0,0 4-169 0,0 0-114 16,-7 24 19-16,1 12 282 0,-1 6-182 0,1 6-89 16,2 5 164-16,4 14-127 15,0-10-57-15,0 16-39 0,2-10 112 16,4-10-177-16,5 4 0 0,4-4 0 16,-2-14 0-16,7 7 0 0,-6-14 0 0,3 2 0 0,0-7 0 0,-3-7 0 15,-2-4 0-15,-3-8-486 0,3-3 214 0,-1-5 136 16,-4 0-14-16,1-12-506 0,-2-10 315 0,-2-5 154 15,-4-4-486-15</inkml:trace>
  <inkml:trace contextRef="#ctx0" brushRef="#br0" timeOffset="-84110.74">13449 10665 1736 0,'-12'0'0'0,"7"0"0"0,5 0 0 0,0 0 0 0,7 0 0 0,14 0 0 0,7-2 752 16,17-6-359-16,2-1-172 0,17-2-98 0,-4 0 208 15,4-1-149-15,1 5-75 0,-3 1-38 0,-9 4 112 16,4 2-181-16,-2 0 0 0,-5 0-892 0,1 0 482 16</inkml:trace>
  <inkml:trace contextRef="#ctx0" brushRef="#br0" timeOffset="-83242.92">15798 10082 899 0,'0'-13'0'0,"-1"6"0"0,1 5 0 0,0 0 0 0,0 1 0 0,0 1 0 0,1 5 0 0,7 18 178 0,5 9-73 0,-2 5 183 15,0 6-127-15,1 6-64 0,-1 4-24 0,0 1 41 16,1 12-41-16,-5-6 1 0,0 5-41 0,0 3 81 16,-4-7-33-16,1 12-8 15,0-21-40-15,-1 4 43 0,1-6-22 0,-2-13 9 16,1-3-8-16,-1-12 0 0,0-1-22 0,0-8 35 16,-2-5-35-16,0-3 8 0,0-5-8 0,0 0 6 15,0 0-6-15,-7-5 0 0,-6-10-1 0,-1-4-62 16,-2-6 27-16,-2-1 1 0,2-4 34 0,-7-5-239 15,2-1 101-15,1 4 64 0,-1 0-248 16,-3 5 138-16,1 8 43 0,5 8 57 0,-5 5 18 16,0 6-7-16,1 0 8 0,3 12 219 15,3 10-110-15,0 7-54 0,3 3-28 0,5 3 150 16,3 3-57-16,5-3-51 0,0 1 13 0,2-4 319 16,9-1-151-16,8-5-83 0,3-4 29 0,7-5-64 15,3-4-34-15,1-4-157 0,3-5 62 0,-1-4 40 16,1 0-9-16,-1-1-402 0,-4-14 216 0,0-5 109 15,-4-2 24-15,1-2-348 0,-5-3 141 0,0 1 116 16,-5 0 32-16,-1-4-493 0</inkml:trace>
  <inkml:trace contextRef="#ctx0" brushRef="#br0" timeOffset="-83095.86">16117 10592 1092 0,'0'-6'0'0,"2"2"0"0,-2 2 0 0,2 2 0 0,1 0 0 0,-1 0 232 0,3 12-100 0,2-1-42 16,2 1 550-16,3 4-303 0,-1 1-153 0,5 3 163 15,-2-1-157-15,2 0-71 0,2 4-47 0,1-1-404 16,-1 1 182-16,0-1 92 0,1 1 45 0,-5 0-685 16,6 1 361-16,-8-7 185 15,1-6 92-15</inkml:trace>
  <inkml:trace contextRef="#ctx0" brushRef="#br0" timeOffset="-82855.69">16471 10394 2523 0,'2'-15'0'0,"-2"8"0"0,0 3 0 0,0 0 0 0,0 2 0 0,0 2 0 0,0 0 0 0,0 12 0 0,0 12 0 0,-9 16 303 0,-3 12-135 0,-1 11-60 0,-6 27 246 16,1-1-161-16,-5 7-79 0,-2 1-42 0,-3 6 188 16,-2-1-260-16,3 2 0 0,1-5 0 0,2-3 0 15,7-21 0-15,-2 3 0 0,6-19 0 0,2 1 0 16,3-11 0-16,1-11-226 0,3-4 146 0,2-10 46 15,0-6 39-15,2-8-592 0,0-4 278 0,0-4 133 16,0-2 71-16,0-10-495 16,2-16 276-16,7-11 149 0,5-8-192 0</inkml:trace>
  <inkml:trace contextRef="#ctx0" brushRef="#br0" timeOffset="-82676.79">16659 10687 1968 0,'0'-7'0'0,"0"3"0"0,5 4 0 0,6 0 0 0,1-3 0 0,2-2 0 0,2 4 0 0,2-3 0 0,3-1 749 0,6 2-358 0,1-2-180 15,2 1-88-15,2 1 76 0,2-1-75 0,-3 0-50 16,1 0-449-16,0 1 204 0,-9 0 101 0,1 2-310 16,-4 1 214-16,-3 0 96 0,-4 0 51 0,-7 15-903 15</inkml:trace>
  <inkml:trace contextRef="#ctx0" brushRef="#br0" timeOffset="-82539.16">16773 11024 1213 0,'-19'11'0'0,"7"0"0"0,3-3 0 0,4-4 0 0,1-1 0 0,4-3 0 0,0 0 657 16,11 0-312-16,12-3-156 0,0 0-79 0,3-4 542 16,2 0-314-16,4-3-153 0,4 0-392 0,-4 1 119 15,-1 2 61-15,-4 1-1002 0,6 0 526 0</inkml:trace>
  <inkml:trace contextRef="#ctx0" brushRef="#br0" timeOffset="-81849.27">17359 10415 643 0,'-23'-13'0'0,"6"4"0"0,8 1 0 0,1 2 0 0,7-1 295 0,1-3-123 0,0 3-74 16,1-2-33-16,16-3 248 0,6 4-141 0,3 1-69 15,6 1-27-15,0 5 90 0,3 1-67 0,1 0-32 16,-2 0 113-16,-2 13-74 0,-4 5-28 0,-4 7-9 15,1 7 66-15,-10 4-52 0,-4 6-24 0,-5 0 59 16,-4 0-34-16,-2 10-29 16,0-3-1-16,0-6 102 0,0-7-61 0,0-2-32 15,0-9 9-15,0-1 94 0,3-3 87 0,9-7-253 16,5-3 0-16,7-3 0 0,3-8 0 0,6 0 0 16,8-4 0-16,1-17 0 0,3-3 0 0,0-6 0 15,0-5 0-15,6-9 0 0,-6 4 0 0,-8 7 0 16,-1-7 0-16,-4 6 0 0,-11 6 0 15,0-1-454-15,-7 4 290 0,-4 4 48 0,-4 0-209 0,-4 0 147 16,-2 3 64-16,0 1-488 16,-2 1 285-16,-8 0 142 0,-3 3 71 0,-3 0-501 15</inkml:trace>
  <inkml:trace contextRef="#ctx0" brushRef="#br0" timeOffset="-81655.79">18078 10176 749 0,'-9'0'0'0,"1"0"0"0,0 0 0 0,1 0 0 0,0 0 0 0,-1 0 585 0,0 0-277 0,-1 12-129 16,2 7 499-16,-3 9-322 16,-1 8-162-16,2 6-80 0,-1 6 331 0,1 4-197 15,0 3-9-15,1 12-239 0,0-3 0 0,4 2 0 16,3-1 0-16,-1-6 0 0,2 14 0 0,0-10 0 16,0-8 0-16,0 6-685 0,2-3 424 0,-2-6 155 15,1-3 65-15,1-11-802 0,0-3 405 0,-2-10 203 16,2-9-376-16</inkml:trace>
  <inkml:trace contextRef="#ctx0" brushRef="#br0" timeOffset="-81466.23">18524 9899 1923 0,'0'-17'0'0,"0"15"0"0,0 2 0 0,0 0 0 0,0 0 0 0,0 0 0 0,0 7 286 0,0 9-126 0,0 0-64 0,0 7 202 0,-7 7-124 16,0 9-75-16,-2 3-340 16,3 4 137-16,0-1 69 0,4 1 33 0,2-7-339 15,0 12 182-15,0-8 97 0</inkml:trace>
  <inkml:trace contextRef="#ctx0" brushRef="#br0" timeOffset="-81246.81">18743 10301 1783 0,'-12'-11'0'0,"5"10"0"0,3 1 0 0,-3 0 0 0,-3 7 0 0,-3 9 0 0,-2 8 298 0,0 8-133 16,-6 11-58-16,3 6 408 0,-1 15-241 0,4-4-120 16,7 4-61-16,5 0 109 0,3-9-77 0,0 0-50 15,1-2-117-15,11-5 37 0,5-6 0 0,5-4 38 16,-1-10-396-16,3-2 194 0,3-7 101 0,1-6-610 15,-5-6 300-15,5-7 192 0,-10 0-22 16,3-5-463-16,-4-13 319 0</inkml:trace>
  <inkml:trace contextRef="#ctx0" brushRef="#br0" timeOffset="-81082.7">18814 10697 1576 0,'-3'-21'0'0,"-7"13"0"16,4 3 0-16,3 3 0 0,1-2 0 0,2 1 0 0,0-3 0 0,2 1 0 0,17-5 536 0,9 1-243 0,2 0-134 0,6 1 151 0,6-5-138 15,0 6-70-15,-1 0-35 0,-5 3 88 0,9-3-65 16,-9 3-29-16,0-1 1 16,-3 3-432-16,-3 0 201 0,-7 2 110 0,-1 0-637 15,-7 0 365-15,-5 2 181 0,-3 7 7 0,-4 0-544 16</inkml:trace>
  <inkml:trace contextRef="#ctx0" brushRef="#br0" timeOffset="-80916.16">19094 10332 825 0,'-14'-3'0'0,"2"3"0"0,4 0 0 0,-1 5 0 0,1 10 0 0,-1 10 264 16,0 6-116-16,2 7-49 0,-3 13 437 0,2 1-252 15,1 3-126-15,3 1 266 0,4-3-195 0,0-10-91 16,0 9-56-16,8-15-167 0,6-3 58 0,5-3 30 16,4-10 1-16,-3-6-489 15,10-6 255-15,-3-9 131 0,1 0-690 0,2-8 344 0</inkml:trace>
  <inkml:trace contextRef="#ctx0" brushRef="#br0" timeOffset="-80722.16">19326 10250 1715 0,'0'-11'0'0,"0"5"0"0,3 4 0 0,12 0 0 0,2 2 0 0,5 0 0 0,1 0 0 0,1 14 259 0,1 6-105 0,0 7-65 0,-4 9 244 15,-1 6-150-15,-6 5-76 0,-2 1-36 0,-6 7-87 16,-5 1 21-16,-1 11 0 0,-3-5-217 0,-16 2 122 15,-6-3 62-15,1-9 39 0,-8 3-358 0,1-11 184 16,-6-9 96-16,1-7-244 16,5-13 148-16,4-5 14 0,-1-7 63 0,6-3-231 15,7-5 142-15</inkml:trace>
  <inkml:trace contextRef="#ctx0" brushRef="#br0" timeOffset="-80135.72">19962 9885 1740 0,'0'-18'0'0,"0"14"0"0,3 4 0 0,7 0 0 0,1 0 0 0,-3 11 0 0,-1 12 125 0,-1 12-39 16,0 20-30-16,-4 7 389 0,-1 7-206 0,1 6-103 16,-2 6-44-16,0 2 263 0,2 2-161 0,0-3-81 15,0-1-39-15,-1-6 28 0,3-17-25 0,3 0-10 16,-2-7-101-16,0-14 33 0,-1-4 1 0,-2-13-77 15,0-5 63-15,-2-7 19 0,0-3 0 0,0-5-234 16,-4 0 88-16,-9-16 80 16,-2-5-41-16,-1-6-207 0,-2-3 124 15,-3-7 76-15,1-3-69 0,-1 1 73 16,2 3 28-16,-1 3 8 0,-1 2-1 0,0 11-1 0,3 7 39 0,-5 5 234 16,0 6-125-16,0 2-51 0,2 16-29 0,-4 13 145 15,4 5-83-15,3 7-46 0,4-3 17 0,5 13 309 16,5-8-115-16,4 1-97 0,0-9 117 0,6 4-105 15,11-5-45-15,3-6-39 16,7-4-22-16,3-5-1 0,3-5 1 0,8-11-258 16,-6-3 137-16,13-5 56 0,-2-18 33 0,-1-9-488 15,-2-5 224-15,4-12 131 0,-12 2 13 0,7-15-188 16,-8-2 138-16,-2-8 68 0,2-16-180 0,-4 2 125 16,-4 7 53-16,8-20-54 0,-11 25 62 0,0-5 32 15,-2 11-1-15,-6 16 273 0,-1 10-129 0,-5 0-52 16,-2 16-30-16,-2 5 539 0,-4 11-283 0,1 3-144 15,-2 5 0-15,0 2 266 16,-3 7-143-16,-13 26-100 0,1 15 179 0,0 8-139 16,2 2-63-16,-2 21-42 0,6-2 224 0,0-1-292 15,2 5 0-15,3-1 0 0,4-1 0 0,0-4 0 16,0-2 0-16,0-7 0 0,9-12 0 0,2-1 0 16,1-11 0-16,4-3 0 0,0-9 0 0,-2-7 0 15,2-7 0-15,2-8 0 0,-2-6-191 0,1-2 156 16,-2-4-791-16,-1-18 397 0,-7-4 198 0,-2-5-577 15,-3-10 391-15</inkml:trace>
  <inkml:trace contextRef="#ctx0" brushRef="#br0" timeOffset="-79979.13">20039 10413 1396 0,'-14'0'0'0,"13"-2"0"0,1-1 0 16,13 2 0-16,9-1 0 0,8-1 542 0,12-3-254 0,8 3-128 15,16-3 257-15,-10-2-184 0,18 1-104 0,-6 2-48 0,1 0 258 0,-3 4-153 16,-14 1-77-16,3 0-524 16,-5 0 220-16,-2 6 114 0,-4 1 57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9:05:12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9476 6661 649 0,'-8'-3'0'0,"1"1"0"0,1 2 0 0,3 0 0 0,-3 0 0 0,3-3 0 0,-2 3 154 0,3 0-52 0,2 0 105 0,0 0-88 16,0 0-42-16,0 0-23 0,0 5 75 15,2 0-40-15,8 4-32 0,1 3 0 0,1-3 50 0,1 2-37 16,1 0 0-16,4 3-3 16,-1-3-9-16,4 2-25 0,-1 0 0 0,1-2 26 0,-1 1 9 15,5 2-35-15,-3-4-1 0,-4 0-35 0,5-1 0 16,-5 0 36-16,-2-1 8 0,0-1-81 0,-6-3 36 15,0 4 0-15,-2-4 37 0,-5-1-186 16,1-1 89-16,-2 0 21 0,0-2-83 0,-2 0 45 16,0 0 39-16,0 0-231 0,0 0 115 0,0-2 57 15,0-5 34-15,0-7-261 16,0-1 147-16,0-2 75 0,0-1 28 0</inkml:trace>
  <inkml:trace contextRef="#ctx0" brushRef="#br0" timeOffset="250.44">9850 6522 1015 0,'4'-13'0'0,"-2"4"0"0,-1 5 0 0,1-2 0 0,-2 2 0 0,0 2 0 0,0 1 0 0,0 1 0 0,0 0 401 0,0 0-176 15,-3 13-101-15,-3 2 153 0,2 2-122 16,-1 7-61-16,-1 2 32 0,2 5-39 0,-2 0-31 16,-1 5 0-16,0 8 49 0,-1-3-37 0,-1 5-7 15,1-4-20-15,-5 12-12 0,3-3 4 0,0-1 0 16,-2 2 0-16,1 0-59 0,0-3 37 0,0 1-98 15,-2-3 60-15,0-3 30 0,2-3-1 0,2-8-55 16,4-2 43-16,-5 1-10 0,6-10 0 0,-1-1-142 16,3-8 79-16,0-2 20 0,2-5 22 0,0-2-251 15,0-4 129-15,0 0 65 0,4-6 33 0,7-16-332 16,4-3 173-16,1-9 101 0</inkml:trace>
  <inkml:trace contextRef="#ctx0" brushRef="#br0" timeOffset="438.91">9995 6704 889 0,'4'0'0'0,"0"0"0"0,-3 0 0 0,1 2 0 0,0 0 222 16,0 1-95-16,-1 1-38 0,5-2-33 0,6 1 341 0,2-2-183 0,2 1-90 16,2-2-46-16,1 0 20 0,1 0-37 15,1 0 0-15,0 0-263 0,-3 0 117 16,0 0 59-16,-4 0-442 0,0 0 241 0,-7 2 121 15,0 6 62-15,0-1-289 0</inkml:trace>
  <inkml:trace contextRef="#ctx0" brushRef="#br0" timeOffset="592.52">10073 6916 1172 0,'-7'11'0'0,"0"-2"0"0,2 0 0 0,2-3 0 0,3-5 0 0,0 3 0 0,0 0 0 0,1-3 0 0,13-1 446 0,-1 2-210 0,2-2-102 0,2 0 6 15,0 0-54-15,4 0-26 0,-3 0-344 16,3 0 155-16,-3 0 81 0,2 0 40 0,-1 0-544 16,-1 0 279-16,-3 0 141 0</inkml:trace>
  <inkml:trace contextRef="#ctx0" brushRef="#br0" timeOffset="833.88">10395 6695 1411 0,'4'-4'0'16,"7"1"0"-16,-2-3 0 0,3-4 0 0,0 3 0 0,4 0 0 0,-2 2 0 0,6 2 246 0,0 0-99 0,2 3 103 0,3 0-108 0,-2 9-55 15,-3 5-27-15,-1 5-35 16,0 3 16-16,-6 3-8 0,-2 3 0 0,-3 4-74 16,-4 0 38-16,-4 4-1 0,0 1 10 0,-4 7-7 15,-12-5 33-15,0-2-32 0,-1-5-1 0,-2 1 34 16,-3-2-40-16,1-5-12 0,-2-5 5 15,0-2-1-15,5-7 5 0,-3-3-314 0,3-6 149 0,4-3 83 16,3 0 32-16,6-1-508 0,0-20 268 0</inkml:trace>
  <inkml:trace contextRef="#ctx0" brushRef="#br0" timeOffset="1052.98">11022 6557 1072 0,'0'-16'0'0,"0"7"0"0,-7 3 0 0,-5-2 0 0,-5 3 0 0,0 3 0 0,-3 2 0 0,-3 0 252 0,-5 15-101 0,-7 9-63 0,-1 9-28 0,1 5 104 15,3 8-65-15,-1 12-34 16,11-8 9-16,-3 16 138 0,12-8-90 0,11-6-44 16,2 1 121-16,8-1-83 0,16-7-34 0,8-5 98 15,8-4-73-15,6-6-38 0,5-5 1 0,4-6-427 16,0-8 204-16,4-8 88 0,-1 0 49 0,0-3-886 0</inkml:trace>
  <inkml:trace contextRef="#ctx0" brushRef="#br0" timeOffset="2509.98">11839 7067 798 0,'0'-2'0'0,"0"1"0"0,0 1 0 0,0 0 0 0,0 0 0 0,0 0 0 0,0 0 198 0,0 0-83 0,0 7-41 0,0 4 30 16,-4 6-35-16,-2 1 8 0,-1 6-353 16,0 7 146-16,-3 4 73 0</inkml:trace>
  <inkml:trace contextRef="#ctx0" brushRef="#br0" timeOffset="3681.88">12613 6702 746 0,'-10'-9'0'0,"7"4"0"0,-1-4 0 0,2 2 0 0,2-2 0 0,0-4 0 0,0 1 217 0,4-5-92 16,8 5 28-16,9-4-64 0,2 3-28 0,2 4 0 16,-2 1 35-16,4 7-31 0,-4 1 8 0,5 0-40 0,-5 3-22 15,-1 12 22-15,-3 4 0 0,-2 2-51 16,-4-1 33-16,-2 8-8 0,-3-1 26 0,-4 1-40 15,-3 0-1-15,-1 3 41 0,-1-3-15 0,-13 1 12 16,-2 0-28-16,-4-5 22 16,-1 0-32-16,0-5 30 0,-2-3-9 0,-7-2-46 15,3-4 21-15,-1-5 1 0,0-1 24 0,4-4 4 0,-2 0-173 16,5 0 80-16,6 0-164 16,3 0 113-16,5-1 49 0,3-5 24 0,4-6 2 0,0-1-97 0,11-3 59 15,10 2 28-15,4-1-182 0,5-2 98 16,2 0 60-16,7-3-88 0,-5-1 70 0,-4 2 44 15</inkml:trace>
  <inkml:trace contextRef="#ctx0" brushRef="#br0" timeOffset="3911.28">13047 6621 399 0,'18'-24'0'0,"-6"7"0"0,-3-1 0 0,-5 1 0 0,-2 4 0 0,-2 2 69 16,0-3-9-16,-6 4 140 0,-5 4-84 0,-1 1-41 16,0 2-22-16,0 1 9 0,-3 2 144 0,0 0-87 15,-2 7-43-15,-2 11 103 0,1 4-73 0,1 2-28 16,0 4-9-16,2 4 94 0,4 1-65 0,3-2-32 15,2 3 46-15,6-1-31 16,0-1-9-16,0-1 88 0,7-3-64 0,7-3-32 0,1-3 1 16,2-2-24-16,6 1 21 0,-3-7-29 15,4 1 0-15,-1-3-117 0,0 0 58 0,-3-4 37 16,3-1-332-16,0-1 177 0,-3-3 71 0,1 1 48 16,-2-3-8-16,-1-1-505 0,-1 0 248 0,1 0 128 0,2-1-145 15,-3-6 138-15</inkml:trace>
  <inkml:trace contextRef="#ctx0" brushRef="#br0" timeOffset="4168.06">13607 6304 1439 0,'-2'-11'0'0,"0"9"0"0,0 0 0 0,2 2 0 0,-2 0 0 16,2 0 0-16,-3 0 495 0,2 0-235 0,-1 6-114 0,2 7-56 0,-2 6-29 0,2 3 0 15,-2 0 120-15,0 13-78 0,1-3-35 0,-3 3 0 16,0 3-35-16,1 0-64 16,-5-3 40-16,0 2-8 0,1 0-98 0,-4-2 65 0,-1-3 32 15,-1 0 0-15,-2-4-212 0,0-3 85 16,2-7 71-16,0-1-7 0,0-3-324 0,3-8 171 16,3-1 83-16,-1-3-100 0,5-2 100 0,3 0 51 0,0-10 24 15,0-3-336-15,5-5 173 0,6-7 98 16</inkml:trace>
  <inkml:trace contextRef="#ctx0" brushRef="#br0" timeOffset="4305.31">13559 6638 1434 0,'10'-5'0'0,"-1"1"0"0,-1 2 0 0,-3 0 0 0,0 2 0 0,0 0 0 0,-1 0 0 0,-1 4 155 0,1 5-66 16,1-2-28-16,1 1 312 0,0 4-170 0,0-3-122 16,-1 3-16-16,3-2-8 0,-1 2-25 0,-1 0 1 0,0-1-362 15,1-1 181-15,-2-2 98 0,1 2-233 16,0-3 157-16,0-3 80 0,1-3 39 0,4-1-645 15</inkml:trace>
  <inkml:trace contextRef="#ctx0" brushRef="#br0" timeOffset="4528.71">13918 6335 1663 0,'2'-10'0'0,"4"2"0"0,-1 5 0 0,-1 0 0 16,-2 2 0-16,0-1 0 0,0 2 0 0,0 0 281 0,0 10-124 0,0 7-62 0,-2 7 314 0,0 5-188 0,0 4-86 15,-8 10 66-15,-4 0-85 16,-2 2-41-16,-2 0-21 0,-2 3-13 0,-5 0-8 0,0 0-1 16,-1 3-116-16,-2-2 59 0,0-2 28 15,0-1 9-15,-1-5-289 0,2-4 156 0,4-9 76 16,3-1 39-16,5-10-497 0,2-6 195 16,2-2 134-16,3-3 70 0,1-4-343 0,5-2 207 15,0 0-263-15,0-10 227 0</inkml:trace>
  <inkml:trace contextRef="#ctx0" brushRef="#br0" timeOffset="4722.76">13867 6721 1097 0,'4'-1'0'0,"2"1"0"0,-2 0 0 0,0 0 0 0,-1 0 0 0,3 1 350 0,-1 5-159 0,2 3-71 16,0 4-47-16,2 0 445 0,0 2-243 0,3 4-121 0,1-2 144 15,-3 4-125-15,6 1-74 0,-3-1-33 0,0-4-147 16,2 2 56-16,2 2 30 0,-2-7 7 0,0 3-336 15,2-2 178 1,-2-2-188-16,2-2 183 0,0-1 60 0,2-4 60 16,-1-1-110-16,3-3-513 0,0-2 310 0</inkml:trace>
  <inkml:trace contextRef="#ctx0" brushRef="#br0" timeOffset="5506.86">14522 6593 992 0,'0'-3'0'0,"-5"-1"0"0,1 1 0 0,1-2 0 0,-3 4 0 0,1-4 0 0,-1 4 0 0,0-2 164 16,-1 2-66-16,-1 1 161 0,1 0-105 0,-3 0-65 16,3 7-28-16,-1 7 67 0,-1 2-48 0,1 5-15 15,1 6-9-15,1-1 116 0,5 2-69 0,1 2-36 0,0 0 107 16,0 2-63-16,3-2-43 0,8 1 0 15,6-4 11-15,0 0-23 16,4-4 0-16,2-2-15 0,1-1-63 0,0-4 27 0,0-5 1 16,1-1 26-16,-4-6-58 0,-1-2 37 15,1-2-150-15,-2 0 80 0,1-11 45 0,-2-8-5 16,-6-4-1-16,2-5-113 0,-5-2 66 0,0-2-63 16,-5-4 55-16,-1 1 16 0,-3-10 0 0,0 7 0 0,-3-13-89 15,-8 2 58-15,-2 0 29 0,-4 4 0 16,2 12-58-16,-4 1 36 0,-2 7 16 15,3 12 34-15,-8 2 0 0,1 9 0 0,0 2 1 0,5 4 109 16,-6 14-50-16,3 1 100 16,6 0-80-16,6-2-38 0,2 4 0 0,5-3-17 0,4 2-46 15,0-2 23-15,2-2 19 0,12-2-289 0,7 1 140 16,-1-4 72-16,9-1 38 0,1-3-215 16</inkml:trace>
  <inkml:trace contextRef="#ctx0" brushRef="#br0" timeOffset="5958.17">15085 6278 1500 0,'-4'-2'0'0,"4"2"0"0,2 0 0 0,7 0 0 0,2 0 0 0,3 0 263 0,0 0-114 16,5 0-59-16,2 0 130 0,3 0-93 0,-1 0-40 0,5 0-30 15,-7 0-1-15,4 0-228 0,-5 0 103 16,1 2 51-16,-5 0-141 0,0 2 91 0,-7-2 51 15,-2 0 25-15,-1-1-444 16,-2-1 219-16,-4 2-283 0,0-2 233 0,-4 0 117 0,-8 0 59 16,-2 0 29-16,-2 0-124 15,0-5 97-15,0-3 89 0,6-2 0 16,4 5 0-16,-2-2 0 0,-1-2 0 0,3 4 0 0,3 3 0 0,1 1 0 0,0 1 152 16,0 0-80-16,2 0-61 0,-2 3 337 15,-2 11-142-15,2 0-96 0,-3 5 2 0,-3 3 134 16,-1 2-98-16,-3 4-62 0,-2 0-26 0,-2 2 12 15,-2-2-40-15,-3 0 1 16,-2-5 10-16,1 0-11 0,0-5 1 0,1-5 0 0,2-2 0 16,0-5 53-16,8-3-18 0,-1-3 145 0,3 0-90 0,4 0-45 15,3 0-23-15,2 0 1 0,0-2 144 16,0-5-87-16,11-1-11 16,5 1-35-16,4 0 1 0,1 3-36 0,1 0 9 0,4 1-126 15,-5 0 58-15,3 3 30 0,1 0-162 0,-5 0 96 0,1 3 56 16,-4 3 16-16,0 1-594 15,-4 0 288-15,0 1 89 0,-6-3-395 16,3 2 277-16,-4-2 151 0,-2-4 71 0</inkml:trace>
  <inkml:trace contextRef="#ctx0" brushRef="#br0" timeOffset="6087.69">15321 6494 843 0,'4'-10'0'0,"0"3"0"0,0 2 0 0,-3 1 0 0,3 0 196 0,0 2-74 0,-1 0-48 15,3 2-1-15,0 0 231 0,0 0-136 0,-1 0-68 16,2 8-33-16,-1 3-8 0,-1 1-26 15,-2 3-166-15,-1 0 83 0,0 2 41 0,-2-1 30 16,0 1-495-16,0 2 253 0,-2 0 126 0,-10-3 64 0,-4 1-513 16</inkml:trace>
  <inkml:trace contextRef="#ctx0" brushRef="#br0" timeOffset="6237.29">15109 6753 507 0,'-17'6'89'0,"4"-1"-44"0,1 1-23 0,5-3 226 15,2-1-108-15,3 0-54 0,2-2-26 0,0 0 303 16,0 0-169-16,7 0-80 0,6 0-41 0,2 0 157 15,0 0-99-15,2 0-41 16,1 0-32-16,-2 0-242 0,1 0 109 16,-2 0 54-16,2 0-491 0,-6-2 279 0,5 0 129 0,-7 0 68 0,0 1-295 15,-4-3 92-15,-3-3 106 0,-2-3-178 0</inkml:trace>
  <inkml:trace contextRef="#ctx0" brushRef="#br0" timeOffset="6511.79">15214 6640 719 0,'-5'-2'0'0,"1"2"0"0,0 0 0 0,3 2 0 0,-6 14 0 0,2 4 0 15,3 6 154-15,0 3-60 0,2 2 277 0,0 3-173 0,0 2-83 16,0-3-41-16,0 1 167 0,0-1-104 0,4-11-44 16,3 2-34-16,1-5-92 15,1-4 32-15,2-6 1 0,1-3 32 0,1-6-278 16,4 0 135-16,0-17 72 0,2-7-410 0,1-10 200 16,1-2 126-16,-2 3-196 0,4-16 147 0,-3 3 70 15,1-6 34-15,0 4-136 0,0 2 102 0,-3 13 102 16,-2-4 0-16,0 10 0 0,-7 10 0 0,-4 5 0 15,2 5 0-15,-2 4 259 0,-3 3-127 0,0 0-83 16,0 9 465-16,-2 5-218 16,0 3-141-16,0 4-8 0,0-2 81 0,0 2-97 15,0-1-50-15,0-1-27 0,0-2 0 0,0-1-13 16,0 0-8-16,0-7-409 0,1 1 204 0,1-3 103 16,4-3 58-16,-1-4-579 0</inkml:trace>
  <inkml:trace contextRef="#ctx0" brushRef="#br0" timeOffset="6963.57">15710 6246 1051 0,'2'-19'0'0,"0"6"0"0,-1 2 0 0,1 1 0 0,-2 1 0 0,0 3 265 0,0 0-116 0,0 4-58 0,0-3 176 16,0 3-110-16,0 1-66 0,0-1-29 0,0 2 239 15,0 0-134-15,0 0-67 0,0 0-25 0,0 0 31 16,0 0-36-16,0 0 0 0,0 0-69 0,0 0 32 15,0 0 8-15,0 0-63 0,0 0 27 0,0 0 0 16,0 0 28-16,0 0-31 16,0 0 38-16,0 0-7 0,0 0 0 0,0 0-53 15,0 0 4-15,0 0 1 0,0 0 10 0,0 0-1 16,0 0-10-16,0 0 28 0,0 0 51 0,0 0-24 16,0 0 2-16,0 0-27 0,0 0 118 0,0 0-54 15,0 0-22-15,0 0 25 16,0 0-11-16,0 0-9 0,0 3-21 0,0 6-39 0,0 3 0 0,0 3 32 15,0 4 8-15,2 9 143 0,0 4-184 16,1 8 0-16,0 8 0 0,1 10 0 16,-2-3 0-16,1 15 0 0,-1-7 0 0,2 1 0 15,-1-9 0-15,1 3 0 0,3-6 0 0,-2-3 0 16,2-5 0-16,-3-10 0 0,0 1 0 0,-1-5 0 16,-1-10 0-16,-2-1 0 0,0-7 0 15,0-5 0-15,-2-2 0 0,-9-2 0 0,-3-3 0 0,-5 0 0 16,-6 0 0-16,-2-4 0 0,-1-6 0 15,-4-3-270-15,-1-1 128 0,-1-4 64 0,0-1 26 0,4-1-341 16,4-1 180-16,9 4 82 16,2 1 54-16,8-2-684 0</inkml:trace>
  <inkml:trace contextRef="#ctx0" brushRef="#br0" timeOffset="7244.82">16246 6195 1753 0,'-3'-18'0'0,"3"6"0"0,0 3 0 0,0-1 0 0,-2 2 0 16,0 4 0-16,1 1 0 0,1 1 398 0,-2 1-187 0,2 1 307 0,0 0-242 0,0 17-122 15,0 9-60-15,5 7 217 0,3 16-143 16,2 12 44-16,-5 1-212 0,-1 7 0 0,-3 4 0 0,3 5 0 15,-2-4 0-15,-2-1 0 0,0-3 0 16,0-6 0-16,0-7 0 0,0 0 0 16,0-4 0-16,-4-4 0 0,-1-11 0 0,-1-5 0 15,3-11 0-15,1-6-651 0,-2-7 318 0,4-3 124 16,-2-6 89-16,2 0-808 0</inkml:trace>
  <inkml:trace contextRef="#ctx0" brushRef="#br0" timeOffset="15037.76">17599 6373 774 0,'-2'0'0'0,"-2"-2"0"0,4 2 0 0,-2 0 0 0,2 0 0 0,0 0 0 0,0 0 0 0,-1-1 0 0,1 1 171 16,0 0-74-16,0-2-32 0,7 2 0 0,5-2 76 0,0 2-54 15,4 0-19-15,-2 0-8 0,4 0 57 0,0 0-43 16,3 0-20-16,0 0 29 0,1 0-17 16,-1 0-8-16,2 2-37 0,-3 1 12 0,1-1-1 15,-4 1 1-15,1-2-52 0,-2-1 22 0,-4 2 0 16,-3-2 30-16,2 2-168 0,-4-2 83 16,-4 0 29-16,-1 0 20 0,0 0-260 15,0 0 130-15,-2 0 38 0,0 0 41 0,0 4-168 16,-9 0 99-16,-4-1 45 0,-1 2-49 0,2-2 48 15,-2 1 22-15,3-2-6 0,-6-1 7 0,8-1 24 16,-2 3-1-16,-1-3 112 0,4 0-56 0,1 1-37 0,2-1 248 16,1 0-125-16,2 2-69 0,-2-2-7 15,4 2 237-15,-2 0-108 16,2 2 6-16,0 1-61 0,0 3-37 0,0 3 0 0,0-2-37 0,0 5 152 16,0 1-81-16,0-1-35 0,0 4 88 15,0-1-62-15,2 3-31 0,-1 0 8 16,2 7-39-16,-1-1 11 0,-2 2-11 0,2 3-98 15,-2 0 57-15,2 2 16 0,-2 1 0 0,0 1 25 0,0-1-207 16,0 0 100-16,0-3-57 0,0 0 54 16,0-1 44-16,0-3-11 0,0-6 21 0,-4 5-127 15,-2-9 56-15,0 0 14 0,-1-3 74 16,0-3 0-16,-2-1-27 0,2-5 1 0,-2-1 85 16,2-2-38-16,-1 0-24 0,0-1 0 0,3-1 189 15,-2 2-87-15,3-2-55 0,0 0 119 16,1 0-76-16,2 0-13 0,1 0-28 0,0 0 227 15,0 0-108-15,0 0-68 0,0 2 21 0,1 0-39 16,13-2 0-16,-1 1-41 0,4 1 9 0,1 1 135 16,3-3-71-16,2 1-95 0,0 1 1 0,-3 2 22 15,3-1 8-15,0 0-8 0,-3-1-102 0,-1 1 51 16,-2-1-355-16,-2 2 181 0,-2-4 110 0,-2 2 13 16,2-2-526-16,-3 0 282 0,1 0 139 15,-2-2 71-15,3-7-398 0,-3-9 238 16,2-4 115-16</inkml:trace>
  <inkml:trace contextRef="#ctx0" brushRef="#br0" timeOffset="15211.29">18149 6563 1322 0,'2'0'0'0,"1"0"0"0,6 0 0 0,-2 0 0 0,0 2 0 0,5-2 0 0,-1 0 323 0,2 2-136 0,4-1-82 0,1-1 234 16,-2 3-153-16,1-3-77 0,1 1-38 15,0 1-144-15,0-2 49 0,-1 3-489 16,-2-2 272-16,0 4 137 0,-6-2 69 0,3 2 42 0,-3 3-705 16</inkml:trace>
  <inkml:trace contextRef="#ctx0" brushRef="#br0" timeOffset="15383.83">18154 6849 1373 0,'-7'5'0'0,"4"1"0"0,1 2 0 0,2-4 0 0,0-1 0 0,0 1 0 0,3-2 0 0,15 0 0 0,4-2 498 0,6 0-233 16,0 0-116-16,2 0-58 0,0 0 138 0,-5 0-89 15,7 0-318-15,-11 0 105 0,3 0 53 0,-2 0 27 16,-4 0-635-16,-2 0 338 16,-1 0 158-16</inkml:trace>
  <inkml:trace contextRef="#ctx0" brushRef="#br0" timeOffset="17497.48">19393 6424 444 0,'0'-2'0'0,"0"1"0"0,0-2 0 0,0 2 0 0,0-5 0 0,0 1 97 0,0-1-36 0,0-2 57 16,0 1-42-16,0-1-22 0,0-1 1 0,0 0 0 16,0-1-23-16,0-3 1 0,0 2 0 0,0 0 2 15,0-3-2-15,-2 2 8 0,0-3-8 0,1-1-6 16,-4 4 6-16,1-4-29 16,-3 1 29-16,2 0 8 0,-3 2-8 0,-2-1-1 0,-1 4 23 15,2 0-22-15,-3 1 35 0,0 0-28 16,0 3-9-16,-1 0 1 0,2 2 44 0,-3 1-22 15,5 1 0-15,-2-1-13 0,1 2-8 0,1 1 40 16,0 0 0-16,-1 0-2 0,5 0-1 0,-3 0-29 16,1 4-8-16,-1 1 27 0,4 0 1 0,-1 3-29 0,1 4 1 15,-1-1 1-15,3 2-1 16,0 2 0-16,-2 2 74 0,3 2-37 0,1 8 1 16,-3-6-31-16,3 6-7 0,0-2 85 15,0 5-43-15,0-1 19 0,0 1-30 0,0 4 7 16,0 2-38-16,3 0 35 0,0 0 1 0,1 1-36 15,-1 0 8-15,1-1-9 0,2 1-1 0,-3 0 2 0,1 0-22 16,2-1 22-16,-2-4 8 0,0 2-8 0,-1-3-51 16,1 1 26-16,-2 1 0 15,-1-2 25-15,1 1-39 0,-2 1-7 0,0-2 27 0,0-1-15 16,0 2 16-16,0-3 4 16,0-4-4-16,-5 5-6 0,-1-9 1 0,-3 2 5 15,-3-5-36-15,1-3 0 0,-4 0 35 0,2-9-1 0,-4 0-98 16,0-4 46-16,0-2 20 0,-1 0-225 15,-1-2 108-15,1-14 63 0,-2 0 17 0,5-3-281 16,0-1 152-16,4 3 76 0,1-6 30 0,5 4-263 16,1 0 154-16,4 0 78 0,0 4-123 0,0 2 100 15,2 5 42-15,11 0-309 0,2 2 183 0,5 4 93 0,0 1 45 16</inkml:trace>
  <inkml:trace contextRef="#ctx0" brushRef="#br0" timeOffset="19897.2">19519 7014 151 0,'0'0'0'0,"0"0"0"0,0 0 0 0,0 0 0 0,0 0 0 0,0-2 0 0,0 0 158 0,0 1-62 0,0 1-24 0,0-2-7 16,0 2-19-16,0-3-13 0,0 3 7 0,0 0-8 16,0 0 9-16,0 0-8 0,0 0 26 0,0 0 1 15,0 0-28-15,0-1 31 0,0-1-22 16,0 2-8-16,0-2 0 0,0 0-1 0,0 1 40 15,0-2 0-15,0 3-31 0,0-2 43 16,-2 1-25-16,2 1-1 0,0 0 1 0,-2-2 1 0,0 2-19 16,2 0-8-16,-1 0 13 0,-2-2-14 0,1 2 1 15,0 0-14-15,0 0 22 0,0 0-8 16,-1 0-1-16,-1 0-29 0,2 0 29 16,1 0 1-16,-3 0-16 0,2 4-8 0,0-1 23 15,0 1-9-15,1 0-23 0,-2 2-4 0,3-3 36 0,-2 1-13 16,0 2-9-16,2-1 11 15,-2 1 1-15,2 1-4 0,-1 1 33 0,1 2-7 0,0 1 2 16,0 0-23-16,0 2 1 0,0-2-1 16,0 1 6-16,0 3-6 0,0-3 1 15,0 0 5-15,1 1-30 0,3-2 27 0,2 1 6 0,0-1-4 16,-1 0-2-16,3 2-31 0,-3-5 0 16,3 1 7-16,-2 1 25 0,3-3-9 0,0 3 2 15,3-4 5-15,-1-1-6 0,3-1-5 0,-4-2 9 0,5-2-4 16,1 0-1-16,-2 0 0 0,2 0 0 0,-2 0-35 15,2-4 38-15,-4-3-3 0,2-2-40 16,-3 1 0 0,-2-2 37-16,1 1-4 0,-1-3-70 0,-1 1 30 0,-1-2 0 15,-1-3 0-15,0 2-1 0,-3-2 21 0,-1-4 9 16,0 4-48-16,0-2 21 0,-2 1-13 0,0 0 31 16,0 1-42-16,0 0-3 0,0 4 43 0,-6-2-6 15,-1 3-4-15,-3 0 2 0,1 1 36 0,-4 0 5 16,-1 3-38-16,2 0 0 0,-2 1 57 0,-2 1-27 0,0 3 2 15,0 0-27-15,0-1 37 0,0 3 0 0,0 0-21 16,0 0-9-16,-1 0 71 0,2 3-31 16,1 3-8-16,3 0 0 0,1 0 0 15,-1 2-17-15,4-1 11 0,0 5-171 0,1-3 77 16,2 2 39-16,2 3-432 0,2-1 221 0,0 0 91 16,0 1 54-16,5-1-211 0,4 0 138 0</inkml:trace>
  <inkml:trace contextRef="#ctx0" brushRef="#br0" timeOffset="21218.81">19693 6004 326 0,'0'0'0'0,"0"0"0"0,0 0 0 0,0 0 0 0,0 0 0 0,-2 0 0 0,2-2 89 0,-2 0-28 0,2 2 0 0,-2-2-4 16,2 2 9-16,0 0-33 0,0 0 0 0,0 0-15 16,0-1 15-16,0 1 0 15,0 0 8-15,0-2-37 0,0-1 29 0,0 2-1 16,0-1-19-16,0-2 20 0,0 3 8 0,0-2-11 16,0-1 3-16,0 3-1 0,0-2-12 0,0 1 38 15,0 1-23-15,0-1-7 0,0 2 1 0,0 0 30 16,0 0-27-16,0 0-1 0,0 0 12 0,0 0-42 15,0 0 32-15,0 0-26 0,0 0 1 0,0 0 24 16,0 0 8-16,0 0-69 0,0 0 28 0,0 0-7 16,0 2 33-16,0 4 38 15,0-3-35-15,0 3-12 0,0 0 5 0,0 0 22 16,0 1 1-16,0 0-24 0,0 0 6 0,0 1 21 16,0 4 0-16,0-1-16 0,0 0-5 0,0-1 31 15,0 4-29-15,0-1 8 0,2 0-5 0,-2 0 3 16,0 3-2-16,2 1-26 0,-2-2 24 0,0 2 0 15,2 2 0-15,-2-3-30 0,0 3 28 0,0-2 4 16,0 0-4-16,3 0-36 0,-3-2 33 0,1-5-3 16,1 3-30-16,-2-4 35 0,2-1-4 0,0 0-3 15,-2-5-20-15,0-2 18 16,2 2 3-16,-2-3-42 0,0 0 17 0,0 0-5 16,0 0 25-16,0 0-34 0,0 0 31 0,0 0-4 15,0 0 2-15,0 0 28 0,0 0-1 0,0 0-29 16,0 0 2-16,0 0 27 0,0 0-26 0,0 0 3 15,0 0-35-15,0 0 41 0,0 0-8 0,0 0-236 16,0-3 112-16,0 0 51 0,0-1 30 0,0 1-496 16,0 2 247-16,0 1 115 0</inkml:trace>
  <inkml:trace contextRef="#ctx0" brushRef="#br0" timeOffset="27057.01">20213 6658 606 0,'0'0'0'0,"0"0"0"0,-2 0 0 0,1 1 0 0,-3-1 0 0,0 0 0 0,1 0 0 0,1 0 99 0,-2 0-38 15,1-1 1-15,1-5 11 0,-1 0 0 0,1-2-41 16,0-1 9-16,2-2 39 15,0 0-23-15,0 0-1 0,0-5-23 0,0 3 40 0,0-2-32 16,4 1 11-16,2-2-20 0,2 1 1 16,-3-1 0-16,4 4 17 0,-1-1-9 0,3 1-8 15,-2 1 0-15,3 2-4 0,-1-1 4 0,0 4-1 16,-1 3 9-16,1 1-11 0,2 0 3 0,-5 2-1 16,5 0 1-16,-1 0-37 0,1 0 22 0,-3 4-32 15,2 3 18-15,-1 2 1 0,0-2 16 0,1 2-34 16,-3 0 2-16,0 1 32 0,1 1-8 15,-2 0-25-15,-1 1 22 0,-4 1 10 16,-1 2-16-16,0 2-25 0,-2 1-5 0,0 7 36 16,0-3-39-16,-9 1 37 0,-2 5-5 0,-3-3-24 15,2 0 23-15,-2 0 1 0,-1 0-3 0,0-4-9 16,-1 3 9-16,-2-6 2 0,4-3-3 0,-4 0 11 16,2-1-9-16,0-3 0 0,0-2 0 0,0-3 23 15,4-1-22-15,0-3 75 0,3 0-34 0,0-2 1 16,3 0-32-16,1 3 129 0,2-3-57 0,1 0-33 15,0 0-7-15,2 0 5 0,0 0 69 16,0 0-43-16,0 0-21 0,4 1 2 0,8 1-23 16,1 2 8-16,2-3-8 0,0 1 19 0,2 0-19 15,1 0-1-15,0-2-43 0,-2 2 29 16,-1-2-7-16,0 0-132 0,1 0 69 0,-6 0 39 16,2 0 6-16,-3 2-306 0,-1-2 143 0,-1 0 82 15,1 3 22-15,-2-2-374 0,-1-1 203 0,1 0 94 16,1 0 59-16,-1 0-162 0,2 0 107 15,-1-1 53-15</inkml:trace>
  <inkml:trace contextRef="#ctx0" brushRef="#br0" timeOffset="27366.95">20535 6614 800 0,'0'-2'0'0,"0"-1"0"0,2 1 0 0,1-5 0 0,3 3 0 0,1-2 0 0,3 0 297 0,1 0-133 0,2 2-57 0,1 1-41 16,2 0 112-16,-1 2-73 0,3 1-36 0,-4 0 0 16,4 0 4-16,-4 10-40 0,-1 3-25 0,1 1 1 15,-2 3 24-15,0 2 8 0,-3 2-49 0,-3 2 0 16,-1 3 41-16,-1-5 0 0,-1 5-51 0,-3-6 34 16,0 6-15-16,0-5-12 0,-10 6 0 15,-3-6 18-15,-3-1-20 0,2-1 23 0,-9-1-5 16,0 0 8-16,0-5-7 0,-2-1-45 15,-1-1 24-15,3-6-3 0,-7 0 20 0,5-2-136 16,3-3 61-16,-1 0-198 0,4 0 118 16,5-5 59-16,2-3 21 0,5 0 22 0,3-6-203 15,4 4 110-15,0-5-129 0,2 1 112 0,13-5 68 16,3 2 30-16</inkml:trace>
  <inkml:trace contextRef="#ctx0" brushRef="#br0" timeOffset="27737.27">20937 6556 300 0,'7'-11'0'0,"-1"4"0"0,-1-5 0 0,1 1 0 0,-2 2 0 0,0-1 195 0,-2 0-72 0,-1 3-50 16,1 1 67-16,0 1-53 0,-2-1-27 0,0 3-1 16,0-2-18-16,0 4 50 0,0-2-29 0,0 2 0 15,-2-1-1-15,-3 2-28 16,-3 0 7-16,-2 0-7 0,1 0 0 0,0 0 0 0,-3 3-1 0,1 3 29 15,-1 0-21-15,0 2-7 0,-1 1 38 16,-2 2-38-16,0-1 0 0,-1 6-1 0,2 0 31 16,0-2-8-16,1 3 73 0,3 3-92 15,-1-3-3-15,2 3-1 0,4 0 9 0,1 1 24 16,3 0 0-16,1-1-32 0,0 3 43 0,0 1-21 0,1-3 8 16,8 4-30-16,0-3 38 0,2-4-38 0,1 7 0 15,-1-8 8-15,5 2-59 16,-2-2 26-16,2-2-1 0,0-2-99 15,2-2 62-15,-2-2 35 0,3 1-6 0,0-4 9 0,-1-3-119 16,3-3 46-16,-1 0-360 0,-4 0 181 16,1 0 113-16,0-2 26 0,0-4-334 0,-2-3 203 15,0 0 101-15,0-2 44 0</inkml:trace>
  <inkml:trace contextRef="#ctx0" brushRef="#br0" timeOffset="28327.91">21072 6212 1265 0,'-6'-9'0'0,"4"5"0"0,1-2 0 0,-1 1 0 0,2-3 0 0,0 0 0 0,0 3 0 0,0-5 0 0,5 5 144 0,8-1-47 0,1 3-36 0,2-1 42 16,1 3-36-16,4 1 1 0,-1 0-35 0,0 0 6 16,-1 5-6-16,-3 6-1 0,0 2-39 0,-4 2 0 15,-1 2 40-15,-1 0-48 0,-4 0 20 0,-3 2 0 16,-1-3 28-16,-2 4-1 15,0-2-66-15,0-1 36 0,-7 0-11 0,-5-1-31 16,-1-2 20-16,1-3 1 0,-6 0 18 0,1-3-31 16,-1-1 33-16,-1-3 4 0,0 0-14 0,0-1 12 15,3 0-2-15,0 0 34 0,5-1 54 16,1 0-40-16,1-2-20 0,4 3 174 0,1-2-81 0,2-1-53 0,1 2 42 16,1 2-39-16,0 1 0 15,0 1-39-15,7-1 8 0,4 1 55 0,2 0-31 16,4 0-1-16,2-1-9 0,-1-1-22 15,3-1 8-15,0-1-8 0,-3 0-27 0,3 0 0 16,0-1-83-16,-3-1 55 0,2 0 36 0,-4 0-9 16,1 0 28-16,-1 0-175 0,-3 0 71 0,-3 0 42 15,-1 0 9-15,-2 0-86 0,0 0 37 0,-3 0 30 16,-2 0-6-16,0 0 59 0,-1 0-19 0,-1 0-16 16,0 0 76-16,0 0-38 0,0 0-3 0,0 0-34 0,0 0 189 15,0-1-86-15,0 1-25 0,0-2-29 16,0 2-3-16,0-2-13 0,0 2-272 15,0 0 134-15,0 0 66 0,0 0 33 0,0 0-5 16,0 0-584-16,0 0 283 0,-1 2 153 0</inkml:trace>
  <inkml:trace contextRef="#ctx0" brushRef="#br0" timeOffset="30386.01">25336 6064 277 0,'-3'0'0'0,"2"0"0"0,-3 0 0 0,4-2 0 0,-2-2 0 0,0 2 0 0,2-1 0 0,0-1 64 0,0 0 0 0,0 0-23 16,0 2 46-16,0 1-28 15,0-2 1-15,0 2-27 0,0 1 34 0,0 0 8 16,0 0-42-16,0 0 0 0,0 0 44 0,-2 0-22 15,2 9 0-15,-3 6-14 0,1 4 80 0,-2 4-44 16,-1 5-22-16,1 6 82 0,-3-1-53 0,2 7-17 16,-3 5 49-16,5 0-41 0,0 0-22 0,-1 0 1 15,1 0-2-15,2-8-12 0,1 11-7 0,0-15 0 16,0 6-32-16,0-9 31 0,0-1 9 16,0 1-29-16,0-9 20 0,0 0 1 15,0-5 0-15,0-1-35 0,0-4 43 0,0-3-8 16,-3-3-45-16,3-2 15 0,-3-3 0 0,-4 0 13 15,3 0 19-15,-3 0-17 0,-4-10 5 0,1-1-5 16,-1-6-84-16,-3-3 39 0,3 1 25 0,-4-10-185 16,0 1 95-16,1 2 35 0,-1 0-97 0,-2 3 61 15,3 6 32-15,-5 2 6 0,1 6 80 0,-3 5-34 16,0 2-1-16,-1 2-31 0,0 2 225 0,0 14-101 16,4 6-53-16,-1 0-20 0,4 4 135 0,3 1-57 15,3 1-45-15,4 0 265 0,3 2-139 16,2-4-63-16,0 0-36 0,2-6 55 0,7 2-37 15,3-3-32-15,8 0-46 0,-5-8 0 16,5 1 23-16,1-4-1 0,2-2-188 16,-1-4 89-16,1-2 51 0,-1 0 24 0,1 0-168 15,1-2 62-15,-5-5 63 0,2-5-516 0,-3 3 260 0,1-2 129 16,0 0 64-16,0 0-357 0,-4-3 202 0,2-3 115 16</inkml:trace>
  <inkml:trace contextRef="#ctx0" brushRef="#br0" timeOffset="30606.42">25411 6580 1215 0,'7'-8'0'0,"3"4"0"0,4 1 0 0,2 0 0 0,-1 1 0 0,2-1 0 0,-3 3 0 0,4 0 0 0,-4 3 362 0,2 8-168 0,-3 2-81 0,-2 2-40 16,-1 3 101-16,-4 3-71 0,0-1-27 0,-2 1-37 16,-2 6-7-16,-2-4 1 0,0 4 0 15,-7-4-78-15,-6-2 47 0,-6 5-8 0,-1-3-84 16,-1-2 61-16,-6-3 31 0,1 0 8 15,-4-4-170-15,-2 1 87 0,-1-3 6 16,2-3 34-16,-1-2-218 0,7-2 107 0,-1-2 41 16,6-2-58-16,6-1 64 0,5 0 32 0,4-1 0 0,5-9-204 15,0-6 123-15</inkml:trace>
  <inkml:trace contextRef="#ctx0" brushRef="#br0" timeOffset="30809.88">25798 6511 990 0,'9'-15'0'15,"-4"5"0"-15,-3 3 0 0,0 1 0 0,-2 1 0 0,0 1 0 0,-2 0 0 0,-9 3 409 0,-1 1-179 0,2 0-103 0,-7 14 198 0,-1 7-146 16,2 6-73-16,-4 6-37 0,4-1 72 0,3 5-58 0,4 1-25 16,3 0 37-16,6-1-32 0,0 0 1 0,4-3-23 15,13 0-133-15,4-2 63 16,3-4 30-16,8 3 1 0,-1-9-422 0,0-4 235 15,3 1 65-15,6-1-655 0</inkml:trace>
  <inkml:trace contextRef="#ctx0" brushRef="#br0" timeOffset="31575.16">20252 6165 756 0,'-11'-2'0'0,"2"1"0"0,2 1 0 0,-3 0 0 0,-1 0 0 0,0 0 287 0,-4 10-128 16,-2 6-62-16,2 7 77 0,0 1-62 0,-2 4-44 15,4 4 0-15,-2 8-35 0,4-2 174 0,2 6-87 16,2-5 68-16,4 14-81 0,1-5-38 0,2 4 1 16,0-3-38-16,2-1 48 15,9-5-15-15,6 8-82 0,0-8 25 0,1-1 0 0,7-3 25 16,0-2-96-16,-3-2 56 15,10 4 16-15,-3-6 0 0,2 1-443 0,3 0 221 0,4-4 77 16,-1 0 65-16</inkml:trace>
  <inkml:trace contextRef="#ctx0" brushRef="#br0" timeOffset="32012">21640 6665 771 0,'-11'0'0'0,"4"0"0"0,2-2 0 0,1 0 0 0,-1-1 0 0,0 1 0 0,1-1 217 0,1 0-97 15,1 0-43-15,0 2-22 0,2 1 265 0,0 0-143 16,0-1-64-16,9 1-45 0,14 0 131 0,3-3-83 15,12 1-42-15,4 0 121 0,-3-1-72 16,11-1-50-16,-4 2-18 0,-2 2 0 0,0 0-23 16,-10 0 1-16,1 0-116 0,-3 0 54 0,-4 4 31 15,-5 1-273-15,-3-1 152 0,-1 0 75 0,-6 0-451 16,1-1 216-16,-7 3 126 0,-1-4 63 0,-5 2 14 0,-1-1-362 16</inkml:trace>
  <inkml:trace contextRef="#ctx0" brushRef="#br0" timeOffset="32204.69">21882 6300 1070 0,'0'-16'0'0,"-7"2"0"0,4 10 0 0,1-3 0 0,0 5 0 0,0 1 0 0,1-2 521 0,-1 3-245 0,2 8-121 0,0 17 238 0,0 7-184 0,0 9-88 0,0 6-44 15,0 7-22-15,2 12 66 16,-2-12-36-16,0 13-30 0,0-4-359 0,0-11 169 15,0 4 83-15,1-2-250 0,1-4 176 0,0 0 74 16,2-2 43-16</inkml:trace>
  <inkml:trace contextRef="#ctx0" brushRef="#br0" timeOffset="33383">22389 6526 384 0,'0'-5'0'0,"-2"0"0"0,2 2 0 0,-2-1 0 0,2 1 0 0,-2-3 0 0,2 2 331 0,0-1-149 0,0 0 142 0,6 0-146 16,6 1-72-16,4-1-29 16,0 1 163-16,5 2-103 0,6 2-52 0,-8 0-27 15,1 0 66-15,1 2-38 0,-2 9-31 0,-1 4 0 16,1 4 66-16,-6 2-45 0,-1 2-21 0,-3 0 8 16,-2 9 19-16,-3-4-24 0,-2 4-32 0,-2 0 7 0,0 2 0 15,-6-1 8-15,-5 0-58 0,-4-3 25 16,-1-2 0-16,-4-2 25 0,1-3-83 0,1-6 46 0,-8 2 14 15,3-9-6-15,-2-2-90 0,3-2 36 16,-2-6 31-16,3 0-3 0,1 0-255 0,2 0 112 16,6-8 73-16,2-3-211 0,2 0 135 0,6-3 59 15,2-6-211-15,0-1 143 16,11 3 73-16,9-3 35 0,1 0-316 0,0 1 168 16</inkml:trace>
  <inkml:trace contextRef="#ctx0" brushRef="#br0" timeOffset="33670.21">22897 6526 835 0,'0'-10'0'0,"0"1"0"0,-5-2 0 0,-1-1 0 0,1 3 0 0,-3 0 0 0,0 3 291 0,1 0-129 0,-2 1-64 0,-2 3-33 15,-1 2 161-15,-1 0-100 0,-2 0-47 0,0 13-23 16,-4 6 108-16,3 2-66 0,-3 5-24 0,4 2 51 15,-1 4-46-15,6 2-23 0,1 2 0 16,4-3 135-16,5 1-71 0,0-1-48 0,0 0 93 16,5-5-66-16,11 0-34 0,0-3 1 15,3-1-59-15,4-4-8 0,0 1 34 0,1-4-249 0,0-4 125 16,1-1 61-16,-2-3 40 0,-2-4-8 0,4 0-490 16,-2-5 242-16,-2 0-170 15,-1 0 192-15,1-3 88 0,-2-6-170 0,-3-4-77 16,0-2 175-16</inkml:trace>
  <inkml:trace contextRef="#ctx0" brushRef="#br0" timeOffset="34032.44">23093 6180 942 0,'-5'-9'0'0,"3"8"0"0,2-4 0 0,0 2 0 0,0-5 476 0,3-1-213 15,8-1-119-15,5 1 142 0,2-1-126 0,3 4-64 16,0-1-31-16,-1 3 215 0,1 1-127 0,-3 1-61 16,0 2 15-16,-3 0-37 0,-2 3-1 0,-4 3-67 15,1 7-10-15,-5 0 41 0,-3 7 0 0,-2 3 0 0,0 2-155 16,-7 3 74-16,-9 0 40 0,0 3-67 16,-3-4 54-16,0 0 9 0,2-6 7 0,-4 1-29 15,5-6-149-15,-1-2 54 0,1-7 111 16,7 1-21-16,0-2 5 15,4-4 259-15,-1-1-121 0,3-1-61 16,3 0-29-16,0 0 12 0,0 0 227 0,3 0-106 0,8 0-65 16,5 0 71-16,7 0-60 0,2-1-30 0,-2-1 8 0,7 1 0 0,0-4 111 15,-2 1-474-15,-1 0 237 16,0 3 44-16,-5-1 30 0,5 2-619 0,-6 0 308 0,1 0 130 16,-1 0 82-16,0 0-7 0,-3 3-754 15,1 3 408-15</inkml:trace>
  <inkml:trace contextRef="#ctx0" brushRef="#br0" timeOffset="34459.37">23754 6188 682 0,'0'-10'177'0,"0"6"-89"0,0 4-44 0,2 0-21 0,6 0 283 15,1 4-137-15,2 6 152 0,3 2-144 16,4 6-64-16,6 3-44 0,8 7 354 0,-2 1-195 0,0 6-98 0,-1 4-48 16,-3 6-17-1,-5 2 170-15,-6 6-101 0,-6-1-51 0,-6 2 74 16,-3 4-63-16,0 1-22 0,-12 7-247 15,-11-6 104-15,-2 3 52 0,-2-6 26 0,-3 1-242 0,3-9 143 16,-3 0-835-16,2-6 459 0,0-2 182 0</inkml:trace>
  <inkml:trace contextRef="#ctx0" brushRef="#br0" timeOffset="40436.86">26110 6640 164 0,'0'0'0'0,"-2"0"0"0,2 0 0 0,-2 0 0 0,-2 0 0 0,2 0 0 0,-1 0 0 0,0 0 0 0,1-2 19 16,-1 2-3-16,3-3 3 0,-2 1-3 0,0 0-1 16,0 0 0-16,0 0 27 0,1 0-25 0,-1 2-1 15,2-2 0-15,-2 2 41 0,0 0-1 0,0 0-32 16,2 0-5-16,0 0 81 0,0 0-37 0,0 0-13 15,0 0 56-15,0 0-28 0,0 0-8 0,0 0-10 16,0 0 0-16,0 2-27 0,2 2 0 0,5 2 112 16,4-1-60-16,0 1-26 0,1-2 0 0,1 2 43 15,1-3-35-15,-5 1 8 16,8 1-41-16,-6-1-29 0,2 0 0 0,-2-2-69 16,2-1 48-16,-3 2 33 0,1-1-9 0,2-2-73 15,-6 0 49-15,6 0 16 0,-3 0-1 0,-3 0-296 16,2 0 147-16,-6 0 43 0,-2 0 48 0,2 0-269 15,-3 0 148-15,-3 5 65 0</inkml:trace>
  <inkml:trace contextRef="#ctx0" brushRef="#br0" timeOffset="40647.81">26094 6854 915 0,'0'5'0'0,"-2"-2"0"0,2-1 0 0,0-1 0 0,0-1 0 0,0 0 0 0,0 0 0 0,0 3 183 0,0-1-74 0,4 1-39 15,6 3 255-15,3 0-151 0,0-1-70 0,1 2-36 16,4-1 140-16,-1 2-88 0,0-1-35 0,-2 2-30 16,4-4 0-16,-3-1 24 0,1 3-23 0,-2-3-154 15,-1-3 73-15,0 2 25 16,-4-3 0-16,1 0 33 0,-3 0-419 0,-3 0 209 16,-1 0-272-16,-2 0 221 0</inkml:trace>
  <inkml:trace contextRef="#ctx0" brushRef="#br0" timeOffset="44842.06">26719 6296 477 0,'0'-3'0'0,"0"-1"0"0,0 1 0 0,0-1 0 0,0 0 0 0,0-1 0 0,0 0 73 0,0 3 1 0,0-3-33 15,0 0-9-15,0 2 83 0,0 0-41 0,0-1-20 16,0 0-1-16,0 1 56 0,0 0-42 0,0 0 51 15,0-1-43-15,0 2-21 0,0 0 0 0,0 0-13 16,0 0 48-16,0 1-29 0,0-1 1 16,0 0-28-16,0 2 21 0,0 0 8 0,0 0-29 15,0 0 22-15,0 0-23 0,0 0 1 16,0 0-24-16,0 0 32 0,0 0-8 0,0 0-1 16,0 0-37-16,0 0 38 15,0 0-1-15,0 0 9 0,0 0-47 0,0 0 36 0,0 0 1 0,0 0-38 16,0 0 35-16,0 0-3 0,0 0 1 0,0 0-34 15,0 0 32-15,0 0-5 16,0 0 4-16,0 0 12 0,0 0-13 0,0 0-2 16,0 0 16-16,0 0-14 0,0 0 0 0,0 0-31 15,0 0 30-15,0 0 1 0,0 0-1 0,0 0-42 16,0 0-1-16,0 0 45 0,0 0-4 0,0 2-2 0,-1 3 0 16,1 1-4-16,-2 0 1 0,-1-1 2 0,3 2-1 15,-1 2-7-15,1-4 19 0,0 2-15 0,0-1 1 16,0 4 1-16,0 1 30 0,0 0-30 15,0 0 0-15,0 3 27 0,0-2 0 0,0 2-16 16,1 2 26-16,4 2-31 16,-4-2 1-16,4 5-1 0,-2 0 3 0,-1 2 57 15,0 2-27-15,-1 1 0 0,2 1 20 0,-1 0-21 16,-2 0 7-16,0-2-18 0,0 7 15 0,1-4 0 16,1 0-23-16,0 3-9 0,0-8 17 0,0 12-8 15,0-7 0-15,2-2-38 0,-2 2 0 0,2 0 37 16,-3-5 9-16,2 6-46 0,0-4 33 15,-1-2-31-15,-2 1 27 0,3 0 162 0,-1-2-186 0,-2 2 0 16,0-3 0-16,0-3 0 0,0-1 0 16,0 0 0-16,2-5 0 0,-2-1 0 15,0-2 0-15,1-3 0 0,-1-1 0 0,4-3 0 0,-4 0 0 16,0 0 0-16,1-2 0 0,-1 0 0 0,0 0 0 16,0 0 0-16,2 0 0 0,-2 2 0 0,2-1 0 15,-2-1 0-15,2 3 0 0,-2-2 0 0,2 1 0 16,-1 0 0-16,-1-2 0 0,0 2 0 0,0-2 0 15,0 0 0-15,0 0 0 16,0 0 0-16,0 0 0 0,0 0-188 0,0 0-327 16,0 0 241-16,0 0 112 0</inkml:trace>
  <inkml:trace contextRef="#ctx0" brushRef="#br0" timeOffset="47018.68">8706 6468 818 0,'-5'-8'0'0,"-2"2"0"0,4 2 0 0,-1 3 0 0,1-1 0 0,-1 0 0 0,0 0 187 16,2 0 96-16,1 2-117 0,1 0-71 0,0 0-31 16,0 8 0-16,0 7-31 0,0 7 103 0,0 5-43 15,1 1-35-15,5 2 78 0,-1 6-51 0,-1-1-11 16,0 1-20-16,-1 1 8 15,2-3-29-15,-3-1-55 0,0-4 28 0,-1 1-1 16,1-3 28-16,-2-5 8 0,2-1-127 0,-2 0 60 16,0-5 29-16,0-1-213 0,0-3 101 0,0-3 63 15,0-3-285-15,0-5 155 0,0 1 58 0,0-2-57 16,0 0 71-16,-5 0 27 16,-4-5-271-16,2-6 157 0,2-5 80 0,-5 0 38 0</inkml:trace>
  <inkml:trace contextRef="#ctx0" brushRef="#br0" timeOffset="47218.34">8445 6642 1467 0,'-20'10'0'0,"4"-1"0"0,0 4 0 0,0-1 0 0,5-2 0 0,0 5 0 0,3 1 0 0,5 3 277 0,1-1-126 0,2 3 310 0,0 0-214 16,0 4-107-16,0-2 253 0,3-2-352 0,7 3-8 0,-2-5 0 15,3 2 0-15,0 0-43 16,2-3 21-16,0 1 9 0,4-4 13 0,-4 0-277 0,3-4 139 15,-2-3 68-15,5-2-425 16,-4-5 242-16,5-1 47 0,-1 0-428 0,5-5 284 16,-4-14 142-16,4-6-261 0,-2-2 193 0</inkml:trace>
  <inkml:trace contextRef="#ctx0" brushRef="#br0" timeOffset="47396.08">8795 6572 733 0,'7'-7'0'0,"6"4"0"0,2 1 0 0,2-1 0 0,0 2 0 0,3 1 579 0,3 0-273 0,1 7 313 15,3 8-293-15,-3 3-147 0,0 3-65 16,0 2 116-16,-8 5-99 0,-3 3-49 16,-4 3-24-16,-6 3 100 0,-3-1-54 0,0 7-40 15,-16-6 0-15,-3-1-125 0,1-7 47 0,-7 3 23 16,1-5-428-16,-3-2 221 0,4-4 116 0,5-6-871 16,-1-2 467-16,8-6 208 0</inkml:trace>
  <inkml:trace contextRef="#ctx0" brushRef="#br0" timeOffset="48530.24">8618 8414 491 0,'0'-10'0'0,"0"2"0"0,-6 2 0 0,0 2 0 0,1-5 0 0,-1 4 0 0,-1-3 0 0,-2 2 116 16,0 1-46-16,2 1 112 0,0 2-75 0,-2 1-37 15,-3 1 0-15,3 0 127 16,-3 1-87-16,3 12-38 0,-2 6-1 0,4 4 133 15,0 5-86-15,5 6-34 0,2 12 152 0,0-5-102 16,2 0-50-16,12 2 35 0,1-4-43 0,1-5-13 16,1 3-9-16,1-3-2 0,-2-3-19 0,1-5-1 15,1-1 1-15,-6-7-138 0,6-2 65 0,-4-1 37 16,-3-5-1-16,-1-4-291 0,-1 0 162 0,0-6 44 16,2 0-409-16,-4-2 219 0,3-15 123 15,-2-6-127-15,2-3 126 0,-3-6 53 0</inkml:trace>
  <inkml:trace contextRef="#ctx0" brushRef="#br0" timeOffset="48825.85">8738 8449 943 0,'0'-10'0'0,"-2"7"0"0,2 1 0 0,0 0 0 0,-3 2 111 0,3 0-31 0,0-2-8 0,0 0 466 16,13 0-253-16,4 2 213 0,4 0-233 16,-1 0-108-16,4 0-66 0,-7 12-16 0,6 3-21 0,-7 2-1 0,-2 1-20 15,-3 1-194-15,1 7 93 16,-7 1 51-16,-3-1 24 0,-2 2 1 0,0 0-254 15,0-3 147-15,-9 1 63 0,-5-4-125 16,-1-3 90-16,-9-4-35 0,3-4 49 0,1-1-64 16,-5-4 48-16,4-3 281 0,5-1-121 0,0 0-59 15,7-2 876-15,1 0-908 0,4 0-4 0,3 0 35 0,-1 0 145 16,2 0-69 0,0 0-36-16,13 0 9 0,9 0 14 0,1 0-28 0,3 0-1 15,1 0 107-15,-4 0-352 0,10 0 172 0,-14 0 23 16,11 0-1-16,-6 0 165 0,-3 0-728 15,1 0 371-15,2 0 104 0,-4 0-782 0,-2 0 413 16,-1 0 207-16,1 0-499 0</inkml:trace>
  <inkml:trace contextRef="#ctx0" brushRef="#br0" timeOffset="49011.35">9116 8346 1358 0,'3'-8'0'0,"8"7"0"0,3-4 0 0,-2 4 0 0,2-1 0 0,4 2 211 0,3 2-90 15,-3 13 562-15,4 7-330 0,-3 3-160 0,-3 4 217 16,1 9-189-16,-8 1-94 0,-7 4-153 0,0 8 25 16,-2 0 0-16,-7 2 34 0,-8 1 0 0,-4-1-369 15,-2-3 192-15,-1-1 85 0,0-6 46 0,-3-7-653 0,5-10 299 16,-3-1 185-16,4-11-18 0</inkml:trace>
  <inkml:trace contextRef="#ctx0" brushRef="#br0" timeOffset="49943.75">9878 8402 503 0,'-5'-9'0'0,"-3"3"0"0,0 0 0 0,3 2 0 0,2 1 90 0,-1 1-21 16,2 0-8-16,0 0-28 0,-1 0 260 0,3 2-130 16,0 0-65-16,0 6-24 0,8 8 166 0,5 0-103 15,4 3-52-15,-2-4 185 0,6 6-119 16,-5-6-50-16,9 2 2 0,-6-4-35 0,1-2 0 16,1 1-35-16,0 0-40 0,-4-1 8 0,-2 0 31 15,-2 1 1-15,-3-3-177 16,-3 1 88-16,-1-1 45 0,-3-2 30 0,1 2-427 15,-2-4 164-15,-1-1 120 0,1-2-424 0,0 0 257 16,1 0 121-16</inkml:trace>
  <inkml:trace contextRef="#ctx0" brushRef="#br0" timeOffset="50195.64">10256 8090 1436 0,'0'-11'0'0,"0"6"0"0,0 1 0 0,0 2 0 0,0 0 0 0,0 2 0 0,0 0 0 0,0 0 290 0,-2 15-128 0,-2 8-57 16,0 8-40-16,-4 10 238 0,3 7-135 0,-4 11-68 16,1 1 131-16,-2-1-92 0,-1 14-56 0,1-2-26 15,-2 3 64-15,-1 1-44 0,-3 6-22 0,2 0-9 16,0-3-14-16,-2-6 1 0,3-7 0 0,1-15-36 16,1 4 1-16,1-15 43 0,3-1-8 15,0-9-114-15,3-5 57 0,2-10 29 0,0-2-266 0,2-7 138 16,0-3 36-16,0-2-382 15,0-2 212-15,0-17 113 0,2-4 55 0,7-4-515 16,2-3 290-16,5-8 141 0</inkml:trace>
  <inkml:trace contextRef="#ctx0" brushRef="#br0" timeOffset="50388.13">10330 8556 1847 0,'0'0'0'0,"0"0"0"0,3 0 0 0,1 0 0 0,1 0 0 0,2 0 0 0,4 0 0 0,3 0 326 16,-1 0-151-16,6 0 128 0,2-2-9 0,3-1-131 16,-3 0-65-16,3 0-94 0,-1 0-9 0,-1-1 38 15,1-1 0-15,-4 4-496 0,-3-4 248 0,1 4 133 16,-7 1 52-16,-1 0-306 0,-3 0 184 16,-4 0 93-16</inkml:trace>
  <inkml:trace contextRef="#ctx0" brushRef="#br0" timeOffset="50527.78">10390 8789 1538 0,'-7'4'0'0,"4"1"0"0,1-1 0 0,0-4 0 0,2 0 0 0,0 0 0 0,0 0 0 0,4 0 291 0,11 0-129 0,1 0-56 0,5 0 270 16,-1-4-172-16,1 0-85 0,2 0-44 0,2 1-257 16,-3-3 115-16,6 1 46 0,-5-3 27 0,3 3-627 15,-1-4 327-15</inkml:trace>
  <inkml:trace contextRef="#ctx0" brushRef="#br0" timeOffset="50772.63">10762 8488 1482 0,'-7'-9'0'0,"5"0"0"0,2 3 0 0,0-1 0 0,2 1 0 0,12-2 0 0,4 4 0 0,8-1 714 15,6 3-341-15,2 2-170 0,3 0-85 0,0 4 250 0,0 9-159 16,-3 4-92-16,-4-1-42 0,-4 6-82 15,-6 6 39-15,-4 1 1 0,-5 5-70 0,-8 4 31 16,-3 3 0-16,0-1 0 0,-14 0 1 0,-7-4 38 16,1-5 8-16,-8-3-98 0,-1-5 45 0,-3-3-2 15,1-5-1-15,-3-4-270 0,-1-5 137 0,3-3 42 16,0-3 45-16,9 0-391 0,2 0 210 0,3-1 105 16,11-7-408-16,0-6 260 0,7-2 127 15,2-4-179-15</inkml:trace>
  <inkml:trace contextRef="#ctx0" brushRef="#br0" timeOffset="51001.83">11302 8393 1238 0,'2'-16'0'0,"-1"7"0"0,-1-2 0 0,0 1 0 0,-12 0 0 0,-4 2 0 0,0 4 0 0,-5 3 567 0,2 1-271 0,-3 5 91 0,-1 13-178 0,2 9-88 15,-2 8-44-15,9-1-13 0,-1 11 82 0,5-1-56 0,6-1-29 16,4 0 0-16,0-4 87 15,2-4-49-15,14 2-44 0,2-6 1 16,3-2-24-16,4-5 1 0,-2-1-203 0,4-5 110 16,1-4 42-16,-7-5-446 0,7-5 220 0,-7-3 128 15,1-1 23-15,-1 0-564 0,0-5 316 0,-1-10 154 16,-3-2 77-16,-2-4-416 0</inkml:trace>
  <inkml:trace contextRef="#ctx0" brushRef="#br0" timeOffset="51344.55">11405 8043 1278 0,'-13'-11'0'0,"6"7"0"0,0-2 0 0,4-1 0 0,1-1 0 0,2 2 330 16,0-5-152-16,10 4-73 0,8-1 290 0,1 3-181 0,4 3-91 0,-1 0-92 16,-1 2 2-16,0 0-1 0,-1 9-258 0,-3 6 129 15,-2 2 64 1,-3 2 42-16,-5 2-9 0,-3 2-102 0,-3-1 68 0,-1 5 33 0,0-10-34 15,-7 4 31-15,-2-2-66 0,-5-3 249 16,3-1-116-16,0-4-39 0,5-4 316 0,-1-1-164 16,3-2-75-16,2-4-43 0,2 1 12 0,0-1-23 0,4 0 63 15,15 0-31-15,5 0-8 0,0 0-63 16,3 0 25-16,-6 3-1 0,1 2-68 0,0 2 30 16,-2 5 0-16,-4-1 39 0,-2 5-132 0,-7-2 66 15,-3 6 38-15,-4-2-44 0,0 4 7 16,-15-3 21-16,-6 0 53 15,-5-2 1-15,-3-2-55 0,-4-2 11 0,-1-6-5 0,0-3-251 16,2-4 120-16,2 0-1370 0,6 0 1441 16,-1 0 33-16,9-1 1 0</inkml:trace>
  <inkml:trace contextRef="#ctx0" brushRef="#br0" timeOffset="51622.67">12049 8849 1318 0,'-4'-3'0'0,"4"2"0"0,0 1 0 0,-1 0 0 0,1 0 61 0,-2 0 111 16,0 0-69-16,-3 9-36 0,-1 6 157 15,-4 4-88-15,-3 8-55 0,1 4-410 0,0 4 180 16,-1 0 92-16</inkml:trace>
  <inkml:trace contextRef="#ctx0" brushRef="#br0" timeOffset="52523.03">12879 8277 1126 0,'-9'-5'0'0,"4"4"0"0,-1-1 0 0,3 0 0 0,2 0 0 0,1 2 0 0,-2 0 0 0,2 0 171 0,0-2-68 0,3 2-36 0,13-1 75 16,3-2-46-16,5 1-36 0,-3 2 1 0,2 0 12 16,3 2 1-16,-6 10-41 15,-3 2 3-15,2 5-3 0,-6 4-1 0,-2 1-26 16,-5 4 0-16,-5 0 26 0,-1 4 9 0,0 0-60 15,-1 0 26-15,-10-2 0 0,-7 0 26 0,2-3-51 16,-1-9 21-16,-7 5-7 0,1-8 1 0,0-4-35 16,-1-3 20-16,0-2-1 0,1-5 23 0,-1-1-76 15,1 0 38-15,3 0 10 0,3 0-188 0,2-1 99 16,7-5 35-16,1-5-209 0,7-1 128 0,0-1 63 16,3-8 31-16,16 1-248 15,4-5 144-15</inkml:trace>
  <inkml:trace contextRef="#ctx0" brushRef="#br0" timeOffset="52730.48">13299 8178 1174 0,'0'-7'0'0,"0"3"0"0,-4 2 0 0,-8 2 0 0,-4 0 0 0,-5 0 0 0,-4 9 193 0,3 7-79 16,-2 4 78-16,1 5-79 0,0 5-32 15,5 0-9-15,2 4 168 0,5 0-104 0,6-1-51 16,3-1-27-16,2-2 121 0,0 0-77 0,11-1-35 15,4-3 1-15,4-2-54 0,2 1 18 0,1-5 9 16,2-1-303-16,1 0 147 0,3-2 74 0,2-7 37 16,0 0-224-16,0-4 97 0,0-4 72 0,0-2-628 15,-1 0 328-15</inkml:trace>
  <inkml:trace contextRef="#ctx0" brushRef="#br0" timeOffset="52955.92">13653 8036 1346 0,'5'-15'0'0,"0"9"0"0,-1 2 0 0,1 0 0 15,-3 4 0-15,2 0 0 0,-1 0 258 0,3 15-112 0,0 6 248 0,0 4-180 0,-5 3-82 16,1 12-54-16,-2 2 64 0,0 5-54 0,-7-1-28 16,-5 3 0-16,1-11-50 15,-6 13-9-15,4-7 32 0,-2-10 0 0,0 1-143 16,-2-1 72-16,2-9 43 0,-2 1-343 0,4-11 186 15,0 0 92-15,3-8-483 0,3-3 238 0,2-2 140 16,1-2 66-16,4 0-143 0,0-11 105 0,0-10 51 0</inkml:trace>
  <inkml:trace contextRef="#ctx0" brushRef="#br0" timeOffset="53090.63">13670 8422 654 0,'9'-5'0'0,"3"3"0"0,-3 1 0 0,-1-2 0 0,-1 1 544 0,-1 0-256 0,0 1-127 16,-1 1-56-16,1 0 190 0,-1 0-132 0,1 0-64 15,0 0-34-15,0 0 180 0,1 0-98 0,0 1-61 16,-1 6-365-16,2-2 155 0,-1 0 79 0,0 1-264 16,2-2-164-16,3 0 250 0</inkml:trace>
  <inkml:trace contextRef="#ctx0" brushRef="#br0" timeOffset="53303.07">14042 8009 973 0,'4'0'0'0,"-2"0"0"0,-1 0 0 0,-1 6 0 0,0 5 0 0,0 6 0 16,-7 6 553-16,0 1-252 0,-3 8-138 0,-3 9 270 0,-1 3-200 15,-6 6-101-15,-2 11 84 0,1-9-84 16,-8 16-53-16,-2-5-24 0,1-1-129 0,2 0 53 0,-2-4 27 16,5-10 8-16,-1 0-368 0,5-14 193 15,-1-2 97-15,7-11 49 0,0-6-249 16,7-8 63-16,1-5 101 0,1-2-534 0,6-5 300 0</inkml:trace>
  <inkml:trace contextRef="#ctx0" brushRef="#br0" timeOffset="53472.14">13883 8453 2176 0,'7'-2'0'0,"0"0"0"0,2 0 0 0,-4 2 0 0,0 0 0 0,3 0 0 0,-1 0 0 16,3 6 0-16,1 5 331 0,2 0-141 0,0 4-83 0,4 5 199 0,-2-3-137 0,2 4-68 15,-2 2-34-15,-2-4-86 0,6 5 22 0,-2-1-1 16,0-4-378-16,2-1 205 0,-3-5 101 0,3-1-605 16,0-5 347-16,2-3 75 0,-2-4 120 0</inkml:trace>
  <inkml:trace contextRef="#ctx0" brushRef="#br0" timeOffset="53806.24">14425 8265 957 0,'-9'-8'0'0,"5"5"0"0,-3 0 0 0,-1 3 0 0,-1 0 0 0,-1 3 544 16,3 12-260-16,-3 9-126 0,1 4-62 0,2 5 136 15,-1 9-99-15,4-8-43 0,4 13 180 0,0-7-119 16,2-6-59-16,8-1 10 16,4-1-35-16,7-4 8 0,0-3-42 0,5-7-94 15,2-2 47-15,0-9 24 0,1-3-1 0,-5-4-196 16,6 0 105-16,-5-6 58 0,-2-10-90 0,-3-5 19 15,-5-4 52-15,-2-3-221 0,-4 0 121 0,-3-4 42 16,-4-2 34-16,0 0-3 0,-2-7 0 0,-2 6 29 16,-11-13 8-16,-2 7-60 0,-4 1 30 0,1 11 0 15,-5 2 30-15,0 10 19 0,-9 5-19 16,2 7 1-16,0 5 122 0,0 0-61 0,7 12-39 16,-3 8 69-16,7 2-43 0,9-6-9 15,-2 4-1-15,8 1 4 0,4-2-3 0,0-1 9 16,2-1-23-16,12-2-318 0,9-3 153 0,4-4 80 15,1-7 33-15</inkml:trace>
  <inkml:trace contextRef="#ctx0" brushRef="#br0" timeOffset="53998.73">14791 8049 1926 0,'0'0'0'0,"0"0"0"0,4 0 0 0,2-2 0 0,3-2 0 0,4-1 0 0,5-1 0 0,0 0 0 0,5 1 185 0,3-1-80 0,-3 2-36 0,3 2 62 16,-4 0-49-16,1 1-25 0,0 1 9 0,-1 0-292 16,-3 0 130-16,0 0 64 0,-5 0-429 0,-2 0 244 15,-5 0 130-15,-1 1-482 0,-4 3 256 0,-2 0 140 16,0 2 71-16</inkml:trace>
  <inkml:trace contextRef="#ctx0" brushRef="#br0" timeOffset="54224.12">14996 8032 749 0,'-7'0'0'0,"2"0"0"0,0 0 0 0,3 0 0 0,0 0 0 0,2 0 150 0,0 4-58 16,0-1-30-16,0 5 70 0,0 2-42 0,-1 1-32 16,-5 4-1-16,1 3 104 0,-4 1-65 0,-3 4-31 15,1-5 8-15,-5 5-97 0,3-6 28 0,-2 0 0 16,2-4 2-16,1 0-1 16,1-6 36-16,2 1 75 0,4-2-41 0,1-4-21 15,2 0-1-15,1-2 55 0,1 2-30 0,0-2-8 16,1 0-37-16,9 0 46 0,4 0-23 0,2 0 9 15,0-4-33-15,3 0-24 0,0-2 25 0,-2 0-1 16,2 1 1-16,-3 1-376 16,2 1 169-16,-4-1 100 0,2 2-651 0,-4-2 346 0,2 2 173 0</inkml:trace>
  <inkml:trace contextRef="#ctx0" brushRef="#br0" timeOffset="54360.75">15103 8122 1188 0,'0'-7'0'0,"0"3"0"0,-2 0 0 0,2 1 0 0,-2 3 0 0,2-3 0 0,-2 1 0 0,2 2 375 15,0 0-175-15,0 0-84 0,6 0-41 0,2 0 76 16,-1 10-59-16,1 0-21 0,-1 3-9 0,-1 1-113 16,-2 1 42-16,-2 5 20 0,0-1-433 0,0 1 236 15,-2 2 105-15,0-1-541 0</inkml:trace>
  <inkml:trace contextRef="#ctx0" brushRef="#br0" timeOffset="54543.2">14885 8470 1309 0,'-16'2'0'0,"6"1"0"0,4-1 0 0,1-2 0 0,3 0 0 0,2 0 0 16,0 0 230-16,0-6-103 0,11 1 140 0,4-4-118 0,2 1-58 15,0 1-29-15,2-1-52 0,-1 2 23 0,2 0-1 0,-4 1 1 0,1 2 0 0,-2-2-355 16,-3 3 186-16,-1 1 81 0,-2-1-455 16,-1 2 265-16,-4 0 132 0,-2 0-348 15,-2 0 205-15,0 0 116 0</inkml:trace>
  <inkml:trace contextRef="#ctx0" brushRef="#br0" timeOffset="54810.49">14995 8321 886 0,'-8'-7'0'0,"2"1"0"0,2 2 0 0,2 2 0 0,1 2 0 0,-1 0 0 0,2 0 0 0,0 12 138 0,0 3-52 0,0 7 187 0,0 2-120 16,0 5-60-16,2-1-22 0,-1 0 58 0,3 2-48 16,1-3-25-16,0-6-26 0,1 1 3 15,1-6 8-15,0 0-173 16,1-9 82-16,1 1 41 0,2-8 21 0,3 0 1 0,-1-3-299 0,6-17 144 0,-3-3 84 15,2-3 2-15,-4-5-374 0,4-2 188 16,-4-2 96-16,3-8 61 0,-4 1-161 0,-1 11 123 16,3-6 62-16,0 8 61 15,-4 4 0-15,0 3 0 0,-1 5 0 0,-5 5 0 0,3 3 60 16,-3 5-48-16,-1 2-31 0,0 0 394 16,0 2-204-16,-2 0-64 0,0 6 318 0,0 5-180 15,-1 1-98-15,1 1-161 16,0 0 23-16,0 0 0 0,0 0 24 0,-1-4-462 0,1 2 239 0,0-2 107 15,0-3-203-15</inkml:trace>
  <inkml:trace contextRef="#ctx0" brushRef="#br0" timeOffset="55099.74">15485 7844 1852 0,'2'-11'0'0,"-2"5"0"0,1 1 0 0,-1 3 0 0,0 0 0 0,0 0 0 0,0 2 0 0,0 0 167 0,0 0-67 0,0 11-33 0,0 11 262 16,0 3-152-16,0 7-72 0,0 9 46 16,0 1-60-16,0 2-28 0,2 6 123 0,2 0-81 0,1 7-36 15,1-1 0-15,0 2 11 0,2-2-16 16,-1-1-8-16,0-1-23 0,0-8-93 16,0-3 46-16,-4-8 24 0,3 1 8 0,-4-4-81 15,0-4 48-15,-1-9 23 0,-1-2-126 16,0-5 71-16,0-5 20 0,0-2 18 0,-7-3-55 15,-4-2 33-15,-4 0-11 0,0 0 1 0,-2 0-102 16,-4-7 54-16,4-3 31 0,-4-3-394 0,3 2 210 16,-1-2 104-16,6 1 44 0,0 1-489 0,4-2 276 15</inkml:trace>
  <inkml:trace contextRef="#ctx0" brushRef="#br0" timeOffset="55433.85">15997 7807 1490 0,'3'-21'0'0,"-1"4"0"0,1 5 0 0,1 1 0 0,-1 1 0 0,-1 3 0 0,0 4 113 0,-2 2-32 0,0-2-9 15,0 1 218-15,0 2-129 0,0 0-64 0,0 0 4 16,2 0-25-16,0 2-9 0,0 5 1 0,-1 0-35 15,1 5 0-15,0 1 0 0,3 3 8 0,-2 1 38 16,1 5-23-16,-2 2-1 0,0 5 32 16,-1 3-27-16,1 6 8 0,-2 9-35 0,0 6 132 15,0 12-65-15,0 2-34 0,0 4 0 16,-5 2 21-16,1 1-31 0,2-3 0 16,2-7-49-16,0-9-1 0,0 1 27 0,0-4 8 15,0-5-174-15,0-9 83 0,0-3 41 0,0-3-397 16,0-9 197-16,0-4 107 0,0-6 18 0,0-4-591 15,0-1 321-15,0-2 160 0</inkml:trace>
  <inkml:trace contextRef="#ctx0" brushRef="#br0" timeOffset="56931.05">17520 7929 642 0,'-2'-2'0'0,"1"-1"0"15,-1 0 0-15,0 2 0 0,0-1 0 0,2-1 187 0,0 2-77 0,0-1-31 0,0-1 237 0,4 2-141 16,10-3-72-16,9-3-35 0,4-1 232 0,1-1-125 15,6 0-76-15,1-3-33 16,-1 2 75-16,1-1-54 0,-3 4-27 0,-7 1 62 0,7 1-49 0,-11 1 0 16,-1 2-144-16,-1 0 51 0,-8 0 27 0,1 2 8 15,-3 0-256-15,-4 0 136 16,-3 0 70-16,0 0-341 0,-2 0 190 0,0 0 55 16,0 0 10-16,-7 2 44 0,-6 2-63 0,-1 0 54 15,0 0 14-15,-2-1 8 0,0-1 31 0,0 0 0 16,2 0 103-16,0 0-52 0,5-1-33 0,0 1 7 15,-1 2-24-15,4 0 247 0,1 2-111 16,-1 1 245-16,5 3-147 0,-1 3-96 0,2 4 179 16,0 2-126-16,0 6-64 0,0 0-30 15,2 3 7-15,1 4 31 0,1 3-36 16,-1-1 34-16,-1 11-35 0,0-5 1 0,-2-1-26 16,0 12-9-16,0-3-100 0,-2 0 51 0,-5 1-188 15,-2-4 119-15,1-8 68 0,0 2 21 0,-1-6-1 16,0-5 31-16,1-6-257 0,1-1 110 0,-1-3 12 15,3-7 42-15,-3-2 0 0,4-4 116 16,-1-1-48-16,3-1-1 0,0-2-47 0,0-1 7 0,2 0 367 16,0 2-174-16,0 2-64 0,0 1 269 0,2 1-146 15,7 2-98-15,5-1-43 0,0-1-23 16,5 1 261-16,0 0-316 0,3 1 0 16,1-1 0-16,4 1 0 0,-9-2 0 15,8 3 0-15,-7-2 0 0,4 1 0 0,-5-2-641 0,2 0 331 16,-4-1 165-16,-2-1 28 0,-2-2 60 0,0-1-849 15,-1-1 440-15</inkml:trace>
  <inkml:trace contextRef="#ctx0" brushRef="#br0" timeOffset="57466.43">18324 8257 1078 0,'0'0'0'0,"0"0"0"0,0 0 0 0,0 0 0 0,0 0 0 0,4 0 0 0,3 0 198 0,7 2-75 0,2-2 227 0,3 0-158 16,2 0-80-16,-1 0-40 0,3 0 44 0,-2 0-33 0,-1 0-30 15,-1-2 1-15,-3 1-230 0,0-1 104 0,-3-1 53 16,-1 2 34-16,-3 1-192 0,-2 0 105 0,-1 0 53 16,-4 0 26-16</inkml:trace>
  <inkml:trace contextRef="#ctx0" brushRef="#br0" timeOffset="57618.82">18320 8499 1360 0,'0'8'0'0,"0"-2"0"0,0-2 0 0,0-2 0 0,2-2 258 0,2 0-104 0,5 0-65 0,3 0 251 0,4 0-154 0,5-2-76 16,2-2-39-16,-1 1-289 0,4-3 122 0,1 3 64 0,-1 1 32 15,2 0-322-15,1 2 178 16,1 0 96-16</inkml:trace>
  <inkml:trace contextRef="#ctx0" brushRef="#br0" timeOffset="58117.52">19327 8030 822 0,'-1'-19'0'0,"-4"6"0"0,5 4 0 0,-2 0 0 0,-1-5 0 0,-1-1 0 0,-2 3 123 0,1-2-45 0,0 1-22 0,-4 2 60 16,2-4-41-16,0 6-13 0,-5-3-9 15,3 4 21-15,-2 1-1 0,-3 3-40 0,1 2 0 16,0 2 84-16,-2 0-46 0,2 0 0 0,-2 6-38 16,0 7 92-16,2 1-46 0,-2 4-14 0,1 1-9 15,2 1 105-15,3 0-63 0,-1 1 132 0,0 5-90 16,3-1-58-16,1 0-25 15,2 1 1-15,4 1 123 0,0 2-73 0,0-1-30 0,0 4-8 0,2 2 9 16,8 6-23-16,-1-1 0 16,2 2 45-16,-1-2-26 0,1 9-9 0,-2-3 118 15,1 2-184-15,-3 2 0 0,-1-2 0 16,-1 3 0-16,-3 0 0 0,0 2 0 0,-2-4 0 0,0 1 0 16,0-5 0-16,-6-9 0 0,-1 3 0 15,-4-7 0-15,-2 0 0 0,0-9 0 0,-1-2 0 16,0-6 0-16,-2-2 0 0,0-5 0 0,-2-1-331 15,0-6 199-15,1 0 46 16,2 0-292-16,0-2 177 0,4-9 84 0,4-1 43 0,-2-1-351 16,7-3 196-16,2 0 90 0,0-1-149 15,0 0 127-15,8 0 64 0,7 2 32 0,0 1-412 16</inkml:trace>
  <inkml:trace contextRef="#ctx0" brushRef="#br0" timeOffset="58431.03">19383 8787 899 0,'2'-6'0'15,"1"3"0"-15,-2 1 0 0,1 2 0 0,-2 0 0 0,0 0 62 0,0 9 348 0,0 4-189 0,-3 4-85 16,3 2 199-16,0 5-151 0,0-1-76 16,0 0 54-16,3 3-68 0,8-8-23 0,2 1 26 15,2-4-32-15,0-4 0 0,2-1-32 0,1-6-41 16,-2-3 9-16,1-1 32 0,0 0-109 15,-2-7 54-15,-2-8 27 0,-2-2 9 0,-1 0-96 0,-3-2 57 16,-3-1 15-16,-2-1-30 16,0-2 10-16,-2 3 2 0,0-7-9 0,-8 5 4 0,-3 0-15 0,-2 4 38 0,0 3-21 15,-4 2 0 1,0 6 9-16,-4 3 5 0,2 3-3 16,-1 1 2-16,1 0-66 0,0 7 26 0,4 4 4 0,2 0 33 15,3 3-154-15,5-1 72 0,3-2 32 0,2-2-8 0,0-1-290 16,0 3 167-16,6-5 85 0,1-5-167 15</inkml:trace>
  <inkml:trace contextRef="#ctx0" brushRef="#br0" timeOffset="58650.44">19607 7651 1700 0,'0'-8'0'0,"0"6"0"0,0 2 0 0,-2 0 0 0,2 0 0 0,-1 6 215 0,1 9-95 0,0 8-44 0,0 3 325 15,0 5-184-15,0 1-92 0,0 2-38 16,1 10-31-16,1-1 51 0,-2-2-38 16,2 3 1-16,-2-3-653 0,0-2 316 0,0 12 146 0,0-5 77 15</inkml:trace>
  <inkml:trace contextRef="#ctx0" brushRef="#br0" timeOffset="60849.95">20245 8119 526 0,'0'-6'0'0,"0"0"0"0,0 3 0 0,0-2 0 0,0 2 0 0,0-1 0 0,0-2 0 0,0 1 169 16,-2 1-60-16,0 1 19 0,-1-1-47 0,1 0-25 15,-2 2 1-15,3 1-25 0,-3-2 99 0,0 1-53 0,-2 1-23 16,0 1 1-16,-1 0 47 0,-4 0-35 16,-1 0 9-16,0 11 46 0,-6 6-45 0,2 2-22 15,-3 4 135-15,1 7-79 0,-3 5-31 16,1 4-9-16,4 2 49 0,0-1-44 16,6 2-23-16,1 0 1 0,4-4 164 0,3 7-97 15,2-4-45-15,0-5 69 0,7 0-57 0,5-1-19 16,6-1-10-16,0-2-51 0,3-4 0 0,0-2 24 0,1-1-166 15,0-3 90 1,1-3 35-16,-3 0-163 0,1-5-180 0,-4 1 163 0,0-4 97 0,0 4 5 16,0-7-307-16,0 4 180 0</inkml:trace>
  <inkml:trace contextRef="#ctx0" brushRef="#br0" timeOffset="62365.65">20426 8503 363 0,'-4'4'0'0,"0"0"0"0,1-2 0 0,1 0 0 0,-2 0 0 0,1 0 0 0,-2-2 61 15,1 1-28-15,1-1 8 0,-1 0-9 0,0 0 65 0,1 0-33 0,-3 0 58 16,3 0-44-16,-4 0-15 16,4 0-8-16,-3 0-22 0,3-3 37 0,-3-3 1 15,2-1-38-15,1 0 76 0,-2 0-43 16,2-4 1-16,1 2 11 0,0-3-23 0,2 1 0 16,0 0-14-16,0-3 25 0,0 3 0 0,0-2-33 15,0 2-1-15,2-2 31 0,3 2-22 0,2-3-9 0,2 3 3 16,0 0-2-16,3-1-1 0,0 3 9 0,1-1-15 15,1 4 6-15,0-1 1 0,4 1 5 0,-4 3-6 0,5 1 9 16,-1 1-8-16,-2 1-7 0,2 0 7 16,-2 0 0-16,-1 1-1 15,-2 7-16-15,0 2-10 0,-1 0 25 0,-3 2-2 0,-2 1-27 16,0 2-2-16,-2-1 32 0,-3 6-7 16,0-1 2-16,-2-1-6 0,0 3-41 0,0 1 18 15,-2-1 7-15,-10 5 10 0,-1-3-86 0,0-2 40 0,-4 1 21 16,-2-1-8-16,1-2-45 0,-5 1 28 0,2-5 1 15,1 0 23-15,1-3 31 0,1-4-30 16,-3 0 3-16,3-1-15 0,2-2 81 0,0-3-38 0,4 2 190 16,4-4-100-1,0 1-49-15,3-1-18 0,1 0 231 0,4 0-117 16,0 0-62-16,0 0-32 0,0 0 8 0,6 0-9 16,11 0-30-16,1 0 0 0,3 0 68 0,5 0-38 0,-5-1 151 15,8-3-214-15,-6 0 0 0,-2 2 0 0,2-2 0 16,-1 2 0-16,-1 2 0 0,-4 0 0 0,0 0-478 15,-4 0 313 1,-2 0 61-16,-2 0 53 0,1 0-493 0,-2 0 259 0,-3 0 127 16,-1 0-399-16,1 0 262 0,-1 0 132 15,1 0 56-15,0-2-324 0,0-6 199 0</inkml:trace>
  <inkml:trace contextRef="#ctx0" brushRef="#br0" timeOffset="62653.91">20737 8351 533 0,'2'-11'0'0,"-2"2"0"0,0 3 0 0,0-1 0 0,0 1 0 0,2-2 432 0,1 3-200 0,4-2-99 0,4 0-42 15,4 4 293-15,4-2-176 0,5 4-87 0,1-1-45 16,1 2 165-16,-4 0-96 0,8 2-60 0,-5 12-26 0,-1-2 1 16,-1 6 1-16,-3 2-28 0,-2-2-16 0,-2 11-7 15,-2-2 23-15,-5 2-67 0,-6 0 34 0,-1 3 0 16,-2 3 41-16,0-2-33 0,-7 2 0 0,-8-2 25 15,-2-1-27-15,-1-1 3 0,-3-5 19 16,-2-4-31-16,0-3-39 0,0-6 25 16,-2-3 0-16,-1-3 31 0,3-5-208 15,-6-2 96-15,6 0-91 0,-2 0 84 0,6-2 47 16,-2-5 9-16,5-5-3 0,2 1-237 0,5-2 129 16,3-2 63-16,5 2-231 0,1-2 148 0,0 0 66 15,7-1 44-15,10 0-321 0</inkml:trace>
  <inkml:trace contextRef="#ctx0" brushRef="#br0" timeOffset="62930.78">21291 8251 924 0,'2'-12'0'0,"-2"0"0"0,0 6 0 0,0 3 0 16,-11-1 0-16,-1 4 0 0,-8 0 0 0,-2 4 315 0,0 13-142 0,1 4-61 0,-2 3-44 0,2 4 160 15,3 2-97-15,2 4-50 0,5 0 152 0,4 2-91 16,5-3-60-16,2-1-24 0,0 3 182 16,8-6-103-16,6-1-53 0,3-2-17 15,3-1 26-15,0-3-30 0,2-1-1 0,-1-4-59 16,-1-2 8-16,5 0 22 0,-2-4 0 0,-5-4-1 0,3 1-268 16,0-4 134-16,-1 0-475 0,-1-4 267 15,-2 0 152-15,0 0 24 0,0-2 55 0,-2-6-466 16,2-3 248-16,-4-4-76 0</inkml:trace>
  <inkml:trace contextRef="#ctx0" brushRef="#br0" timeOffset="63292.34">21509 7936 1352 0,'-2'0'0'0,"-3"0"0"0,3-2 0 0,0 0 0 0,2 2 0 0,0 0 0 0,-2 0 157 0,2 0-55 0,0 4-38 0,-1 9 86 16,-1 2-59-16,-2 7-29 16,-1 3-40-16,-4-3 19 15,-1 9-9-15,0-3 1 0,-3-1-127 0,0-3 64 0,1-6 31 16,-1 2 8-16,-1-4-12 0,0-1 1 0,1-3 35 16,1-3 64-16,3-3-40 0,2-1 6 0,2-3-69 15,0 1 269-15,3-3-116 0,0 1-58 0,2-1 49 16,0 0-44-16,7 0-35 0,7 0 0 0,7 0-26 0,3 0 97 15,2 0-48 1,5 0-7-16,-1 0-8 0,-2 0-34 0,2 0 0 0,-2 0 0 16,0 0-82-16,-7 0 49 0,3 0-258 15,-3 0 146-15,-2 0 69 0,-1 0 37 0,-2-1-441 16,-3-2 214-16,-3 1 85 0,-1 0 60 0,-4-4-172 16,-1 3 113-16,0-1-312 0,-3-1 205 15,-1-1 115-15,0 0 53 0,0-2 26 0</inkml:trace>
  <inkml:trace contextRef="#ctx0" brushRef="#br0" timeOffset="63524.71">21599 8033 706 0,'-9'-3'0'0,"2"1"0"0,2 0 0 0,-2 0 0 0,2 0 0 0,1 1 33 0,2-1 345 0,2 2-172 16,-2 0-87-16,2 0 280 0,0 0-187 0,0 9-90 15,0 5-44-15,2 1 132 0,0 5-89 0,3 0-36 16,2 9 160-16,-3-1-106 0,-1 0-54 0,-1 6 37 15,2-1-44-15,-3 0-15 0,-1 0-8 0,0-1-22 16,0 0-121-16,0-2 61 16,0-3 30-16,0-6-173 0,0 1 97 0,0-5 53 15,0-3 27-15,0-5-267 0,0-4 109 0,0-3 74 16,0-1-127-16,0-1 88 0,0 0 33 0,2 0-232 16,0-8 142-16,-2-1 61 0,0-4 44 0,0 4 0 15,2 2-388-15</inkml:trace>
  <inkml:trace contextRef="#ctx0" brushRef="#br0" timeOffset="64810.37">24929 8186 1303 0,'0'-8'0'0,"0"5"0"0,0 2 0 0,0-2 0 0,0 1 0 0,5 0 0 0,4 0 0 0,2 2 0 0,5 0 0 0,3 0 196 0,3 0-82 0,2 10-40 0,-1 1 178 16,2 4-109-16,-2 2-47 0,0 4 19 15,0 2-41-15,-3 2-21 0,-3 6 0 16,0-2-35-16,-2 3 23 0,-4 0-8 0,-3 2-1 16,-2 2-66-16,-5 0 34 0,-1-1-1 0,0 1-64 15,-10-3 45-15,-5 3 27 0,-5-4-133 0,0-1 55 16,-3-6 41-16,-2-4-5 0,1-4-75 0,0-4 40 16,-2-5 29-16,1-5-1 0,1-3-55 0,2 0 19 15,1 0 29-15,2-5-3 0,4-4-172 0,3-3 95 16,7-1 49-16,5-1-225 0,0-2 141 15,10-2 65-15</inkml:trace>
  <inkml:trace contextRef="#ctx0" brushRef="#br0" timeOffset="65303.44">25848 7893 976 0,'-2'-16'0'0,"-1"6"0"0,-2 4 0 0,5 2 0 0,-3 3 0 0,3-1 0 0,0 0 262 0,-2 2-116 16,2 0-56-16,0 5 261 0,0 12-151 0,0 6-88 15,2 4 148-15,0 6-114 0,4 8-56 0,-6 0-29 16,3-1 87-16,-1 13-62 0,-2-3-26 0,0 4-1 16,0 2 41-16,0-2-34 0,0-2 8 0,-5 1-41 15,0-3 0-15,0-3 0 0,2-9 0 0,-1 1-6 16,0-4 14-16,0-3-8 15,2-4-30-15,0-10 30 0,0-2 0 0,2-6 0 16,0-4-25-16,0-2 24 0,0-2 1 0,-1-2 0 16,1 0-16-16,-2 0 12 0,0 0-1 0,-2-10 28 15,-1-2 0-15,-4 0 125 0,4-1-181 0,-2-4-305 16,-2-2 223-16,-1 0 48 0,-3-3-278 0,0 1 152 16,-2 2 61-16,0 2 42 0,-4 4-144 0,0 2 88 15,-5 1 41-15,0 9-1 0,-1-1 152 0,-1 2-56 16,4 2-36-16,-5 10 110 0,5 4-64 15,1-1-33-15,6 0-1 0,-1 6 299 0,6-3-125 16,2 2-88-16,4 2 227 0,4-3-139 16,0 1 76-16,0 0-249 0,10-2 0 0,2-1 0 15,4-3 0-15,-1 0 0 0,7-5 0 0,-1 0 0 16,-1-5 0-16,3-1-323 0,4-3 190 0,-6 0 82 16,4-1 7-16,0-8-332 0,-4-3 132 15,3-5 112-15,-2 3-531 0,-1-3 315 0,0-1 158 0,-3-2 78 16,1 0-440-16,-6-6 264 0</inkml:trace>
  <inkml:trace contextRef="#ctx0" brushRef="#br0" timeOffset="65526.85">25910 8436 907 0,'5'-17'0'0,"6"4"0"0,-2 2 0 0,4 2 0 0,0-3 0 0,0 4 0 0,4 2 420 0,-1 4-193 0,4 1-98 0,1 1-47 16,-3 0 356-16,1 3-194 0,2 12-109 0,-3 5 122 15,-2-1-113-15,-5 3-55 0,2 0 4 0,-4 1-22 16,-1 7-8-16,-3-3-30 15,-3 0-42-15,-2 0 21 0,0 1 0 0,0-6 29 16,-15 7-121-16,-2-5 56 0,-3 1 29 0,-5-5 0 16,-3-2-144-16,-2 0 93 0,-4-4-16 0,-1-2-231 15,-6 1 117-15,8-6 80 0,-4 1 6 0,1-2-175 16,4-6 120-16,8 0 56 0,4 0-71 0,4 0 63 16,9-8 32-16,5-5-8 0,2-2-242 15,5-7 140-15,15-2 72 0</inkml:trace>
  <inkml:trace contextRef="#ctx0" brushRef="#br0" timeOffset="65746.25">26344 8293 1822 0,'10'-11'0'0,"-8"5"0"0,1 4 0 0,-1-1 0 0,-2 1 0 0,0 2 0 0,-7 0 0 0,-7 3 316 0,-4 15-146 15,1 6-68-15,-8 5 159 0,2 5-114 0,1 4-57 0,5-2-21 16,-3 10 325-16,8-1-180 0,5-11-91 0,7 6-45 15,0-2 231-15,7-5-309 16,18 2 0-16,5-4 0 0,4-6 0 16,1-5 0-16,4-1-579 0,-4-6 330 0,10-1 137 0,-12-5 73 15,7-3-796-15,0 1 396 0,-5 1 203 0,-1 1 94 16</inkml:trace>
  <inkml:trace contextRef="#ctx0" brushRef="#br0" timeOffset="66547.84">21944 8447 540 0,'-10'-4'0'0,"-1"-1"0"0,2 1 0 0,-1 2 0 0,-1 0 0 0,2 0 0 0,-3 0 210 0,5 0-89 15,1 0-43-15,4 2-15 0,1 0 240 16,1 0-135-16,0 0-67 0,9 0 193 0,8 2-130 16,5 0-57-16,8-2-42 0,0 0 106 0,2 0-69 15,2 0-34-15,1 0 104 0,-9 0-61 0,10 0-44 16,-6 0 1-16,-3 0-121 0,-5 0 43 0,-1 0 22 16,-1 0 7-16,-4 0-257 0,-3 0 136 0,-3 0 67 15,-1 0-485-15,-6 0 230 0,1 0 137 0,-2 0-202 16,-2 0 161-16,0 0 81 0</inkml:trace>
  <inkml:trace contextRef="#ctx0" brushRef="#br0" timeOffset="66745.06">22137 8129 1239 0,'-7'-7'0'16,"-1"2"0"-16,4 3 0 0,0 0 0 0,1 2 0 0,-1 0 0 0,-1 4 0 0,3 11 0 0,0 7 0 0,-1 2 465 0,3 6-217 0,0 4-107 15,0 11 228-15,0-7-160 0,0 9-92 0,0-4-45 16,0-1 1-16,0-2-40 0,0-4 0 0,0 3-105 16,3-3 48-16,1-2 29 0,1-4-1 0,-1-5-428 15,1-2 228-15,1-6 123 0,-1-7 18 0,1 0-636 16,0-7 329-16,-2-3 164 0</inkml:trace>
  <inkml:trace contextRef="#ctx0" brushRef="#br0" timeOffset="67040.7">22366 8251 954 0,'2'-9'0'0,"6"-2"0"0,3 1 0 0,0 1 0 0,2-2 188 0,0 3-77 16,4 3-31-16,-2 3-9 0,1 2 371 0,0 0-204 0,-1 0-103 15,0 11 139-15,-1 6-112 0,-2 5-69 0,-1 4-4 16,-2-3-28-16,-4 7-1 0,-3 1-27 15,0 0-21-15,-2 1-9 0,0 2 30 16,0-2 0-16,-8-3-63 0,-2-1 31 0,1-8 9 16,-3 0 23-16,-8 0-179 0,-1-5 64 0,-2-2 53 15,-6 0-199-15,-4-4 109 0,-9 3 25 0,4-1-53 16,3-4 48-16,-1 1 33 0,3-1 0 0,8-2-130 16,2-4 86-16,9-1 39 0,4 0 0 0,6 0-206 15,4 0 114-15,4-11 70 0,17-4-148 0,11-4 104 16</inkml:trace>
  <inkml:trace contextRef="#ctx0" brushRef="#br0" timeOffset="67293.57">22785 8171 1006 0,'-4'-14'0'0,"-4"7"0"0,-1 2 0 0,-4-1 0 0,0 2 0 0,0 4 0 0,-3 0 395 0,2 0-181 16,-5 11-91-16,4 6-45 0,-4 6 198 0,4 5-114 15,-2 4-68-15,1 7-31 0,0 3 81 0,7-1-56 16,0 2-28-16,4-7 144 0,4 5-89 16,1-2-42-16,0-3 122 0,1 0-81 0,11-6-41 15,1-5 9-15,6 3-102 0,-2-6 27 0,2-5 0 16,2-1 25-16,-5-6-290 0,5-4 153 0,-3-2 65 16,1-3-447-16,2-1 220 0,-2 0 130 0,0-7 17 15,-2-4-189-15,-1-2 134 0,2-2 75 16,-4-2-376-16,0-2 221 0</inkml:trace>
  <inkml:trace contextRef="#ctx0" brushRef="#br0" timeOffset="67697.14">22833 7812 1466 0,'-11'-13'0'0,"4"4"0"0,2 0 0 0,1-1 0 0,1-2 0 0,3 4 0 0,0 0 0 16,0-2 0-16,10 6 354 0,7 1-161 0,0 2-80 0,4-2-40 0,-1 3 115 15,3 0-81-15,-2 0-38 0,-1 10 1 0,-3 3-92 16,-4-1 27-16,-1 6-85 0,-7 1 52 0,-1 1 30 16,-2-1 1-16,-2 2-54 0,0-1 42 0,-8-1 29 15,-3-3-8-15,-4 0-195 0,-1-1 96 0,0-4 6 16,-1-3 39-16,0-3-38 15,-2-1 33-15,3-2-10 0,0 0 185 0,2-2-76 16,2 0-37-16,3 0 319 0,0 0-157 0,2 0-86 16,4 0-21-16,1 0 127 0,2 0-84 0,0 0-22 15,0 0-33-15,3 0 50 0,11 0-38 0,2 0 0 16,4 0-38-16,1 0 82 0,0 0-44 0,2 0-1 16,0 0-154-16,0 0 59 0,-1 0 29 0,-3 0 9 15,0 0-277-15,-4 0 148 0,-3 0 38 16,0 0-171-16,-3 0 86 0,-1 0 71 0,-2 0-14 15,-4 0-295-15,0 0 184 0,-1 0 93 16,1 0 46-16,-2 2-442 0</inkml:trace>
  <inkml:trace contextRef="#ctx0" brushRef="#br0" timeOffset="68089.12">23065 8363 1913 0,'-4'0'0'0,"4"0"0"0,0 0 0 0,0 0 0 0,0 0 0 0,0 0 0 0,0 0 0 0,0 0 390 0,0 0-179 0,2 0 349 16,5 0-256-16,-1 0-139 15,-1 0-67-15,2 0-41 0,-2 0 0 0,1 0-24 16,-3 0 8-16,-1 0-189 0,0 0 91 0,1 0 44 16,2 0 24-16,-1 3-810 0</inkml:trace>
  <inkml:trace contextRef="#ctx0" brushRef="#br0" timeOffset="71878.2">23511 8225 952 0,'-7'-1'0'0,"2"-2"0"0,-1 2 0 0,1-1 0 0,-2 0 0 0,2 0 0 0,1 0 0 0,1 0 192 16,1 2-84-16,0-2-38 0,2 2 0 0,0 0-37 15,0 0 8-15,0 0-8 0,5 0 201 0,9 0-100 16,2 0-51-16,5 0-25 0,-1 0 20 0,1 0-8 16,2 2-37-16,-3 4 0 0,-1 3-51 0,-1 5 26 15,-2 1 8-15,0 5-18 0,-5 1 0 0,-4 2 35 16,-2 1-96-16,0 2 44 0,-3-4 10 16,-2 7-5-16,0-3-69 0,-2-2 46 15,-8-3 8-15,-1 2 1 0,-3-7-8 0,0 1 32 16,-1-3-13-16,-2-3 110 0,-1-1-49 0,2-5-24 15,0-1 3-15,4-4 155 0,1 2-78 16,1-2-44-16,4 0 94 0,3 0-62 0,1 0-7 0,2 0-28 16,0 0 84-16,5-2-52 0,16 0-26 15,2 0-1-15,1 0-46 0,6 2 21 0,-2 0-1 0,0 0 1 16,-1 6-55-16,-3 7 27 0,-5 4-81 16,3 3 51-16,-6 3 28 0,-3 1 1 15,-4 3-40-15,-6-1 29 0,-1-2-4 0,-2 5-5 16,0-3-18-16,-11-2 38 0,-5-5-20 0,0-4 16 15,-5-2 78-15,-2 0-38 0,-2-5-7 0,-1-4-66 16,1-4 2-16,0 0 36 0,4 0 11 16,-6-4-337-16,10-7 154 0,-1-2 79 0,2-3-210 0,7-2 135 15,4 1 46-15,5 0 47 16,0-2-376-16,0 2 207 0,12-3 103 0</inkml:trace>
  <inkml:trace contextRef="#ctx0" brushRef="#br0" timeOffset="72155.6">23904 8389 1656 0,'0'0'0'0,"0"0"0"0,0 0 0 0,0 0 0 0,0-2 0 0,0 1 0 0,9-2 0 0,7 3 262 0,3 0-118 0,-1 0-56 16,10 0 81-16,-3 4-68 15,0 5-35-15,-5 2 9 0,6 6 22 0,-3 1-33 16,-4 2 1-16,-4 0-79 0,-5 5 23 0,-5 0 9 15,-1 4 14-15,-4 0-50 0,0 1 26 0,-14-2-1 16,-2 0 40-16,-7-1-6 0,0-1-8 0,-3-4-7 16,-3-1-26-16,-3-3-6 0,1-4 29 15,-1-1-24-15,-2-4-85 0,4-1 48 0,2-6 25 16,8-2-331-16,0 0 168 16,10 0 69-16,1-2 49 0,7-10-377 0,2-3 201 0,5-3 100 15,13-3-308-15,7-2 196 0,3 0 111 0</inkml:trace>
  <inkml:trace contextRef="#ctx0" brushRef="#br0" timeOffset="72392.06">24250 8449 757 0,'15'-15'0'0,"-4"2"0"16,-1-1 0-16,-3 2 0 0,-1-2 0 0,-3 1 0 0,-1 5 377 0,0 1-173 0,0 1-85 0,-2 2-35 0,0 3 138 16,0 1-95-16,-4 0-47 15,-8 9 206-15,-2 12-126 0,-3 5-56 0,2 4 95 16,0 4-83-16,2 1-42 0,4 3-20 0,5-1 145 15,4 1-75-15,0 0-50 0,1-4-20 0,12-1 81 16,5-3-50-16,3 1-27 0,-1-5 9 0,3-4-68 16,-1-3 1-16,3-1-212 0,-3-8 122 0,-1-2 62 15,0-5 38-15,-3 0-498 16,1-3 223-16,-1 0 134 0,-4-3 16 0,1-8-441 16,-4-2 254-16,0-3 138 0,-2-2 66 0,0-2-409 0</inkml:trace>
  <inkml:trace contextRef="#ctx0" brushRef="#br0" timeOffset="72700.23">24465 8086 1881 0,'-5'-10'0'0,"1"4"0"0,4 2 0 0,0-4 0 0,0 1 0 0,0-1 0 0,2 3 0 0,10-1 0 0,3 2 0 0,4 0 248 0,-1 2-108 0,1 1-54 16,-1 1 62-16,0 0-57 0,-3 1-22 0,0 9-7 15,-6 1-120-15,1 4 46 0,-6 1 22 0,-3 0 0 16,-1 1-98-16,0 3 55 0,-7 1-20 0,-7-2 43 16,-2 0 22-16,-3-2-1 15,3-2-25-15,-2 0 26 0,1-2-34 0,2-2 1 16,6-5 243-16,-1 2-107 0,5-5-47 0,3-1-31 16,0-1 305-16,2-1-154 0,0 3-78 0,4-3 77 15,12 0-69-15,3 0-47 0,6 0 97 16,-1 0-168-16,-4 0 0 0,3-3 0 0,0 2 0 15,-3-1 0-15,-3-1 0 0,-1 1 0 0,-2 2-605 16,-3 0 333-16,1 0 109 0</inkml:trace>
  <inkml:trace contextRef="#ctx0" brushRef="#br0" timeOffset="75719.48">26912 8233 688 0,'-9'-6'0'0,"2"4"0"0,2 2 0 0,3 0 0 0,-1 0 0 0,2 0 0 0,1 0 72 0,0 0 1 0,0 0-41 0,0 4 197 15,11 0-103-15,6-2-46 0,6-2 105 0,-1 0-76 16,4 0-38-16,-5 0 8 0,4 0-79 0,-5 0 1 15,0 0 32-15,-3 0 0 0,-3 1-236 0,-5 2 126 16,3 0 51-16,-5 1-427 0,1 4 210 0,-5 0 123 16</inkml:trace>
  <inkml:trace contextRef="#ctx0" brushRef="#br0" timeOffset="75879">26933 8479 1201 0,'-12'3'0'0,"4"3"0"0,5-2 0 0,-1-2 0 0,1-2 0 0,2 0 0 0,1 0 0 0,0 0 0 0,1 0 331 0,9 2-149 0,3-2-75 0,4 1-37 16,0 1 7-16,1 0-44 0,4 0-1 0,-1 2-380 15,1-1 190-15,1-2 95 16,-1 1 56-16,4 0-241 0,0-2 140 0</inkml:trace>
  <inkml:trace contextRef="#ctx0" brushRef="#br0" timeOffset="76290.22">27650 8090 390 0,'5'-24'0'0,"-1"5"0"0,1 0 0 0,-3 0 0 0,0 3 0 0,-2 3 0 0,0 3 278 0,0 2-122 0,0 3-54 0,0-1 129 15,0 4-99-15,-2 0-50 0,-2 1 45 16,1-2-48-16,-1 3-14 0,-1 0-9 0,1 0 100 0,-1 0-62 15,-2 0-31-15,2 0 1 0,-3 0 100 0,3 0-70 16,0 0-30-16,-2 0-1 0,2 0 54 16,-3 0-42-16,1 8-13 0,-2 0 5 0,1 3-1 0,0 2-33 15,-1 2 0-15,-1 4 23 16,2 0-16-16,0 8-7 0,3-4 61 0,0 6-30 16,1 1-1-16,4 3-22 0,0 3 66 0,0 7-36 15,0-1-1-15,0 1-38 0,6 2 78 0,2-6-30 16,3 12-9-16,-1-8-15 0,3 0 138 0,-4 1-194 15,-1-3 0-15,1-6 0 0,0 9 0 0,-5-11 0 16,0 7 0-16,-3-4 0 0,-1 0 0 0,0 2 0 16,0-4 0-16,-11-2-173 0,-2 0 162 15,0-5-12-15,-3-2-94 0,-1-9 43 16,4 0 36-16,-5-5-247 0,4-4 131 0,0-3 49 16,1-4 39-16,3 0-342 0,3 0 192 0,1-2 91 15,3-4-189-15,3-5 140 0,0-1 70 0,1 0 28 16,12-2-433-16</inkml:trace>
  <inkml:trace contextRef="#ctx0" brushRef="#br0" timeOffset="76590.92">27837 8776 1300 0,'0'-4'0'0,"0"0"0"0,0 2 0 0,0 0 0 0,0 2 0 0,0 0 0 0,-3 2 193 16,1 11-84-16,0 1-38 0,2 3 138 0,0 1-88 15,0 3-45-15,0-2-13 0,2 0 20 0,9-2-25 16,3-1-1-16,-2-1-55 0,2-4 31 0,2-1 8 16,-1-5-9-16,0-1-82 0,1-4 42 0,0 0 20 15,-5-2-149-15,1-9 94 16,-3-4 33-16,-1-4-7 0,-5 1-87 0,-1-3 38 16,-1-1 33-16,-1-1-10 0,0 0 0 0,0 2-4 15,-5 1 0-15,-4 3 18 0,0 2-8 0,-3 4 13 16,1 4-1-16,1-1 37 0,-1 6-34 0,2 0 4 15,0 0-75-15,1 2 38 0,3 0 1 0,-2 0 34 16,6 0-250-16,-1 0 119 0,2 0 50 0,0 2 39 16,0 0-286-16</inkml:trace>
  <inkml:trace contextRef="#ctx0" brushRef="#br0" timeOffset="76849.23">27873 7777 1676 0,'0'-16'0'0,"-2"9"0"0,2 6 0 16,0-1 0-16,0-1 0 0,0 3 0 0,0 0 0 0,0 0 0 0,2 3 0 0,3 11 221 0,3 7-94 0,-2 1-47 0,-2 6 204 0,-3 3-126 15,1 3-54-15,0 1-40 0,-2 3-44 0,0-3 13 16,0 1 0-16,0 0-393 0,-2 0 204 0,0-1 91 16,1 3 48-16,1-4-293 0,0-2 148 0</inkml:trace>
  <inkml:trace contextRef="#ctx0" brushRef="#br0" timeOffset="77467.59">28388 8148 977 0,'-2'-13'0'0,"0"5"0"0,2 5 0 16,-1-1 0-16,1 3 0 0,0-1 0 0,0 2 0 0,0 0 0 0,0 0 0 0,-2 0 289 0,-3 3-128 0,0 10-65 0,-2 4 101 0,2 7-86 16,0 2-39-16,-1-1-1 0,0 6-8 0,1-2-1 15,-1 1-21-15,1 1 11 16,0-3-19-16,3-7 0 0,-3-1-1 0,1-1-22 0,1-6 31 16,-2-2-9-16,4 0 1 0,0-9-17 0,1-1 16 15,-3 2 1-15,3-3 8 0,0 0-8 0,0 0 0 16,0-4-1-16,0-5-13 0,3 0 20 0,7-1-22 15,6-1 91-15,6 1-38 0,1 3 0 0,5 1-37 16,-1 4-33-16,-3 2 7 0,8 0 26 16,-9 4 0-16,0 7-77 0,-3 5 31 0,-1 3 21 15,-6-4 2-15,4 10-73 0,-9-5 25 0,0 2 25 16,-4-1-26-16,-3 1 23 0,-1-1-8 16,0-2 28-16,-1 1-7 0,-12-1 4 0,-6-3-4 15,1-1 19-15,-7-3-19 0,0-1 3 0,-3-4 3 16,-5 0-45-16,3-5 1 0,-3-2 41 0,2 0-232 15,0 0 110-15,1-2 45 0,1-9 30 0,5-4-316 16,6-3 156-16,1-4 92 0,6-4 41 0,6-3 21 16,5 0-1-16</inkml:trace>
  <inkml:trace contextRef="#ctx0" brushRef="#br0" timeOffset="77636.1">28342 8188 970 0,'-1'-12'0'0,"1"10"0"0,0-5 0 0,0-1 0 0,1 1 0 16,13-2 0-16,-1 1 198 0,4 0-82 0,1 3-34 0,3-2 250 0,0 3-150 16,1-3-74-16,1 7-38 0,2-3-75 0,-3 3 46 15,0 0-9-15,3 0-390 16,-6 8 196-16,4 5 97 0,-5 1 49 0,-1 2-535 0,-2 3 274 16</inkml:trace>
  <inkml:trace contextRef="#ctx0" brushRef="#br0" timeOffset="78023.32">28747 8407 1109 0,'-6'-7'0'0,"2"2"0"0,1 0 0 0,1 1 0 0,2-3 0 0,0 0 0 0,0-1 0 0,0 1 0 0,0-3 0 0,1 1 125 0,12 0-46 0,3 1-15 0,5-1 64 0,0 1-48 15,1 3-24-15,4 1 0 16,-5 2 23-16,1 1-15 0,1 1-8 0,1 0 3 16,1 0-27-16,-4 10 1 0,1 2-15 15,0 1 23-15,1 2-8 0,-1 1 0 0,-8 0-64 0,2 3 32 16,-5-1 1-16,-1 1 38 0,-4 2-80 15,-3-2 34 1,-1-1 2-16,-2 1 1 0,-2-2-26 0,-9-2 25 0,-6 2-21 0,-3-2 10 0,-3-4-8 0,-2 0 29 16,-3 0-11-16,-2-3-15 15,0 1 19-15,-2-1 3 0,-1-2-172 16,1-2 82-16,2-1 35 0,7-3 19 0,3 0-279 16,6 0 141-16,3 0 68 0,4 0 36 0,2 0-254 15,5-5 137-15</inkml:trace>
  <inkml:trace contextRef="#ctx0" brushRef="#br0" timeOffset="78745.85">29482 8254 730 0,'0'-8'0'0,"0"1"0"0,0 1 0 0,0-2 0 0,0 1 0 0,0-1 0 0,0 1 0 0,0-3 0 0,0 5 0 0,-5-1 294 0,-3 0-131 0,-2 4-66 0,-4-1-23 16,0 3 36-16,-7 0-39 0,-1 4 1 0,1 7 34 16,-4 6-36-16,1 1 8 0,2 3 114 15,4 4-80-15,3 1-39 0,2 2 0 0,6 0 134 0,2-3-79 16,3 7-52-16,2-8-21 0,0 3 139 15,12-5-81-15,3 0-40 0,2-3 8 0,8 4-20 0,-2-6-28 16,4-2 0-16,1-2-140 0,-1 0 70 0,5-4 43 16,-2-1-9-16,1-4-464 15,-3 1 209-15,2-3 137 0,0 0-742 0,-5-2 406 16,-3 0 217-16</inkml:trace>
  <inkml:trace contextRef="#ctx0" brushRef="#br0" timeOffset="80484.22">29707 7874 847 0,'0'-3'0'0,"3"-1"0"0,-3 2 0 0,0 0 0 0,0 0 0 0,0 2 0 0,0 0 0 0,0-2 0 0,0 2 0 0,0 0 146 15,0 0-47-15,0 0-38 0,0 0 8 0,0 4 1 0,0 5-37 16,-3 4 0-16,-4 3 34 0,-5 3-8 0,-1 1-26 15,-5 0-3-15,0 0 3 0,0-2 0 16,1-1 8-16,-1-2-32 0,1 0-1 0,1-3 25 0,0-1-2 16,5-5 1-16,0-3 9 15,5 1-8-15,0-2 31 0,2-2 1 0,3 0-35 16,1 0 64-16,0 0-23 0,0 0-8 0,0 0-30 16,6 0-25-16,13 0 0 0,4 0 25 0,4-2 8 15,3 0 19-15,1-1 0 0,1 1-27 0,-2 2-46 16,2 0 23-16,-10 0 7 0,11 0 16 0,-12 0-148 15,-3 0 70-15,5 0 24 0,-5 2-109 0,-9 1 56 16,4-1 41-16,-2 2-2 0,-4-3-351 16,-1 1 157-16,-4 0 97 0,-1-2 42 15,1 2-272-15,-2-2 165 0,0 0 82 0</inkml:trace>
  <inkml:trace contextRef="#ctx0" brushRef="#br0" timeOffset="80657.75">29810 7849 920 0,'-3'-9'0'0,"3"5"0"0,-3 3 0 0,3-1 0 0,0 2 0 0,-2 0 0 0,2 0 0 0,0 0 0 0,0 11 331 0,0 6-149 0,0 5-74 16,0 3 212-16,0-1-135 15,0 8-80-15,0-1-36 0,-3 2-8 0,-3-1 0 16,3 2-28-16,-2-1 8 0,0 3-127 0,2 2 60 16,0 5 29-16,1-7-431 0,0 2 231 15,2-3 122-15,0-1 51 0,0-12-663 0</inkml:trace>
  <inkml:trace contextRef="#ctx0" brushRef="#br0" timeOffset="81193.55">30233 8492 705 0,'0'-11'0'0,"0"2"0"0,0 1 0 0,0-3 0 0,0-4 0 0,0 1 0 0,-4-3 165 0,0-1-71 0,-1 1-30 0,2-1-1 16,-4 4 68-16,1-1-49 0,-5 0-17 0,5 5-8 15,-4 3 21-15,0 1-23 0,-2 4 0 0,1 2-22 16,-5 0 34-16,0 7-34 0,0 9 28 0,2 5 0 16,0 3-28-16,4 2 0 0,2 2 37 15,0 3-7-15,2 0-30 0,5-3-1 0,1-1 23 0,0-5-23 16,0 1 9-16,0-2-8 0,3-3-54 0,6-5 27 15,-4-3 0-15,4-2 27 0,-2-3-27 16,2-3-8-16,2-2 17 0,-3 0-119 0,6-9 51 16,1-10 34-16,-1 0-142 0,0-8 80 15,2 0 24-15,-3-1 26 0,1-4-126 16,2-4 67-16,-4-2 12 0,3-9 29 0,-2 3-72 16,1-7 45-16,2-11 21 0,-2 3-21 0,1 5 13 15,-1-2 8-15,-3 1-3 0,-1 8 1 0,-7 12 24 16,3 3 0-16,-5 12 147 0,-1 6-70 0,0 3-38 0,0 5-1 15,-1 4 279-15,-8 2-149 0,-1 8-51 0,0 12-44 16,0 7 285-16,1 4-147 16,-4 10-67-16,3 2 151 0,0-3-107 15,2 13-65-15,3-3-29 0,-2 2 30 0,3-2-29 16,3 1 8-16,1-2-78 0,0-3 0 0,0-1 41 16,0-3 0-16,0-9-235 0,0 5 126 0,0-8 50 15,1-5 29-15,3-3-388 0,5-5 196 0,-4-7 47 16,4-1-325-16,-2-7 221 0,2-2 107 0,-1 0-80 15,2 0 93-15,0-11 46 0,-3-7 16 0,-1-8-220 16</inkml:trace>
  <inkml:trace contextRef="#ctx0" brushRef="#br0" timeOffset="81431.92">30377 8256 791 0,'2'-14'0'15,"2"-1"0"-15,-2 8 0 0,4-1 0 0,4 4 0 0,2 0 135 0,1 3-52 0,0 1-24 0,6 0-1 0,5 7 277 0,-5 4-143 16,5 4-84-16,-4 5-37 0,-3 1 154 0,-2 2-96 15,-3 1-48-15,-6-5 1 0,3 4-28 0,-6 0-1 16,-1-1-50-16,-2-1 0 16,0 4 29-16,-3-7 9 0,-13 4-42 0,-2-2-1 15,-4-2 34-15,2-2 1 0,-1-2-117 16,0-4 57-16,-2-1 25 0,-1-1-25 0,3-3-230 0,0-1 107 16,1-4 71-16,7 0-310 0,3 0 182 15,3 0 88-15,5-6-224 0,2-7 155 0,8-4 78 16,6 0 30-16,5-7-140 0,1-3 93 15</inkml:trace>
  <inkml:trace contextRef="#ctx0" brushRef="#br0" timeOffset="81628.39">30787 8142 1492 0,'0'-18'0'0,"0"9"0"0,0 3 0 0,0 1 0 0,-4 2 0 0,-5 1 0 0,1 2 0 0,-3 0 0 0,-3 8 244 0,-1 12-106 0,-2 3-44 16,1 8 272-16,-3 6-167 0,0 1-83 0,6 1 63 0,4 0-73 15,-2-5-29-15,4 2-8 0,4-1-77 16,3-4 1-16,0-4 39 0,0 0 1 16,5-6-85-16,9-3 38 0,-1 1 23 0,9-4 1 15,-1-5-318-15,4-3 155 0,-1-3 97 0,11-2-622 16,-3-2 322-16,1 0 162 0</inkml:trace>
  <inkml:trace contextRef="#ctx0" brushRef="#br0" timeOffset="82003.53">31093 8315 1242 0,'-2'-9'0'15,"2"7"0"-15,0 2 0 0,7 0 0 0,9 0 0 0,4 2 0 0,3 0 0 0,5 2 0 0,2-1 0 0,4-3 327 0,-1 0-152 0,0 0-70 16,2 0 58-16,-3 0-65 0,-2 0-33 0,-6 0 9 16,1 0-143-16,-5 0 51 0,-1 0 25 0,-2 0 1 15,-3 0-299-15,-4 0 171 0,-2 0 72 0,-2 0-235 16,-4 0 105-16,-2 5 90 0</inkml:trace>
  <inkml:trace contextRef="#ctx0" brushRef="#br0" timeOffset="82178.07">31169 8524 1428 0,'-11'2'0'0,"2"4"0"0,7 1 0 0,2-1 0 0,0-3 0 0,0-3 0 0,10 0 0 0,4 0 0 0,5 0 223 16,9 0-95-16,1 0-48 0,1-3 224 0,2 0-127 16,1-4-77-16,1 4-204 0,-1-2 68 0,2 4 34 15,-3-1-203-15,-2 0 127 0,2 2 52 0,-4 0 29 16,-2 0-543-16,-7 0 282 0</inkml:trace>
  <inkml:trace contextRef="#ctx0" brushRef="#br0" timeOffset="82685.64">31987 7986 817 0,'-6'-11'0'0,"4"4"0"0,2 3 0 0,-3-1 0 0,1-3 0 0,2 3 0 0,-1-1 0 0,1 2 100 0,-2 0-33 0,2 3 8 0,0-1 172 16,-3 0-107-16,3 0-54 0,0 2-26 0,0 0-1 15,-2 0-18-15,2 0-8 0,-3 0 159 0,3 0-79 16,0 0-41-16,0 0 39 0,-1 0-31 0,1 0-8 16,0 2-39-16,0 5 26 0,0 1 0 0,0 3-27 15,0 2 9-15,0 4 54 0,0 6-32 0,1 1 1 16,-1 6 5-16,3 9 0 15,-3-2-28-15,0 17-8 0,0-2 69 0,0 2-35 0,-3 3 1 16,0 1-35-16,-4 1-51 0,2 0 21 16,1-2 1-16,1-1-57 0,0 1 43 0,3-5 22 15,-2 1-91-15,-1-3 40 0,1-4 30 0,1-9-3 16,-1-2-1-16,2-4 0 0,0-10 1 0,0-3-21 16,0-6-86-16,0-3 41 0,0-4 32 15,0-1 8-15,2-4-4 0,-1 0 9 0,1 0 16 0,-2 0-183 16,0 0 83-16,0 0 42 0,0-1-439 0,0-5 244 15,0 2 119-15</inkml:trace>
  <inkml:trace contextRef="#ctx0" brushRef="#br0" timeOffset="86153.72">5932 11767 777 0,'-2'-5'0'0,"1"-1"0"0,1 4 0 0,-3 1 0 0,3-4 0 0,0 4 0 0,0-3 78 0,0 2-15 0,0 0-8 15,0 0 43-15,0 0-33 0,0 2 0 0,0-2-32 16,0 2-33-16,0 0 32 0,0 0 1 0,0 0 0 16,0 8 5-16,0 4-5 0,0-1 8 0,0 1 73 15,-3 4-41-15,0-2 0 16,-2 6 45-16,-1-2-43 0,4 3-13 15,-3 5-8-15,2-2 62 0,-2 3-41 0,5-1-22 16,0-5 9-16,0 2 11 0,0-2-1 0,0 3-39 16,6-6 0-16,6 1-26 0,2 1 34 0,3-5-8 15,0-1-83-15,2-1 42 0,2 0 20 0,-3-2 0 0,3-1-211 16,-2-3 87-16,-1 1 63 0,2-4-322 16,-4-2 176-16,1-2 58 0,-1 0 45 0,0 0-330 0,-1-8 195 15</inkml:trace>
  <inkml:trace contextRef="#ctx0" brushRef="#br0" timeOffset="86525.72">6202 11741 1397 0,'0'-4'0'0,"0"2"0"0,0 0 0 0,0 1 0 0,0-2 0 0,0 2 0 0,2-1 0 0,6-2 0 0,3 2 264 0,3 0-116 0,-1 1-57 16,-3 1-21-16,7 0-50 0,-4 0 12 15,-3 0 1-15,-3 1 0 0,-1 4-181 0,1 1 99 16,-7 4 37-16,2-1-44 0,-2 3 44 16,0-1 22-16,-7 0-66 0,-1 3 43 0,-6-5-34 15,1 2 26-15,-1-1 155 0,3-3-67 0,2-1-47 0,1-2-1 16,2-1 241-16,2-2-121 0,4 1-37 0,0-2-3 16,0 3-34-16,2 0 9 0,13 1-41 0,0 1-83 15,6-3 42-15,-2 6 20 16,1 0-40-16,3 3 39 0,-4 0-9 0,1 2 31 15,-2 2-136-15,-4 0 65 0,0 2 3 0,-7 1 31 16,-1-2-76-16,-3 1 40 0,0 0-5 0,-3 0 0 16,0-5 158-16,-6 2-61 0,-3-1-26 0,-5-3 114 15,-2-3-61-15,0 2-35 0,0-5-49 0,1-2-3 16,-2-2 47-16,-1 0-21 0,6 0-424 0,0-4 204 16,6-8 98-16,1-5 39 0,3-6-593 15,2-1 313-15</inkml:trace>
  <inkml:trace contextRef="#ctx0" brushRef="#br0" timeOffset="86717.21">6424 11676 1036 0,'11'-8'0'0,"4"-3"0"0,1 7 0 0,3 0 0 0,-3 2 0 0,3 2 0 0,1 0 226 0,3 2-100 16,0 9-47-16,-2 4 330 0,0 1-188 16,-1 3-95-16,-4 0 197 0,3 8-149 0,-3-1-71 0,-5 2-35 15,-4 3 12-15,-4 0-24 0,-1 1 9 0,-2 1-32 16,0 0-58-16,-5-1 29 15,-5-1 1-15,-7 0-294 0,-1-5 170 0,-1 0 71 16,-4-1 41-16,1-2-653 0,0-3 323 16,-1-3 109-16</inkml:trace>
  <inkml:trace contextRef="#ctx0" brushRef="#br0" timeOffset="88687.88">2095 14807 606 0,'-14'0'0'0,"0"0"0"0,4 0 0 0,2 0 0 0,-1 3 0 0,2-1 92 0,1 0-29 0,1-1-1 0,2 0-29 16,0-1 172-16,0 3-78 0,3-3-51 0,0 1-22 16,0-1 85-16,0 3-53 0,3-1-26 0,3-1 40 15,-1-1-37-15,3 2 0 16,0 1 11-16,-2-2-20 0,-1 1-1 0,1 0-12 15,-1 0 25-15,-2-1 0 0,-1-1-34 0,1 2 1 16,-1-2-18-16,-2 0 26 0,3 0-8 0,0 2-23 16,-2-2 0-16,1 0 22 0,-1 0 1 0,1 0-14 15,0 0-8-15,1 0 21 0,0 0 37 0,-1 0-39 16,-1 0 1-16,1-2-6 0,3 0 38 16,-5 1-2-16,3-1-31 0,1 0 2 0,1 0 15 0,-3 2-2 15,3-1-13-15,-1-2-19 16,3 1 19-16,0 1 1 0,0 1 0 0,1-2-24 15,2-1-8-15,-3 2 32 0,3-2-16 0,-4 2 11 16,4 0 2-16,-1-1 0 0,1 0 31 0,0-1-3 16,-1 2-29-16,0-1-4 0,0 0 40 0,1 0-27 15,0 0-8-15,-2 1 24 0,3-2-21 0,-1 2 0 16,-1-1-1-16,4 0-7 0,0-1 8 0,-1 3 0 16,4-3-25-16,-1 2 0 0,3-2 31 0,0 1-6 15,-1 1-26-15,4-3-5 0,-3 2 26 16,4 0-6-16,-3 2-29 0,0 0 31 15,1 0 150-15,1 0-174 0,-3 0 0 0,4 0 0 16,-2 0 0-16,0 0 0 0,7 0 0 16,-5 0 0-16,3 0 0 0,2 0 0 0,-6 0 0 0,7-2 0 15,-1 1 0-15,-1-4 0 0,1 3 0 0,1-1 0 16,1 2 0-16,1-2 0 0,-4 2 0 0,5-1 0 16,0-1 0-16,-1 2 0 0,0-1 0 0,2 0 0 15,1 2 0-15,1 0 0 16,0 0 0-16,1 0 0 0,0 0 0 0,-2 0 0 15,2 0 0-15,-1 0 0 0,1 2 0 0,6 1 0 16,-6 0 0-16,11 0 0 0,-5 0 0 0,2-2 0 16,0-1 0-16,1 0 0 0,-6 0 0 0,13 0 0 15,-3-1 0-15,-2-5 0 0,1-4 0 0,1 1 0 16,2-1 0-16,2 1 0 0,1-3 0 0,3 0 0 16,-2 1 0-16,-1-3 0 0,2 1 0 15,-4 4 0-15,1-3 0 16,-1 3 0-16,-4-1 0 0,1 3 0 0,3-1 0 15,0 2 0-15,0 1 0 0,-2 0 0 0,2 2 0 0,-5 0 0 16,-3 1 0-16,9-1 0 0,-10 2 0 0,2 1 0 16,-3-1 0-16,-6 1 0 0,3 0 0 0,0 0 0 15,-1 0 0-15,1-2 0 0,-3 2 0 0,1-3 0 16,-1 2 0-16,-2-1 0 0,-1-1 0 0,0 2 0 16,-2-3 0-16,0 2 0 0,0-1 0 0,0-3 0 15,-2 1 0-15,2-2 0 16,-2 0 0-16,3 2 0 0,-7-3 0 0,6 0 0 15,-4 2 0-15,1-1 0 0,-3 2 0 0,-1 2 0 16,-1-2 0-16,0 2 0 0,-4-1 0 0,-1 3 0 16,-3-2 0-16,-1 1 0 0,-5 0 0 0,1 1 0 15,-3-2 0-15,-2 3 0 0,0-2 0 0,-2 2 0 16,0 0 0-16,-2-2 0 0,0 2 0 0,0 0 0 16,0 0 0-16,0-1 0 0,0-1 0 0,-8-3 0 15,-4-1-179-15,-2 0 146 16,-1 3-345-16,-2-3 160 0,1 2 98 0,2 1 27 15,2-5-675-15,3-2 367 0,2-7 185 0</inkml:trace>
  <inkml:trace contextRef="#ctx0" brushRef="#br0" timeOffset="88902.34">5956 14091 1807 0,'0'0'0'0,"0"0"0"0,8 0 0 0,10 4 0 0,4 2 0 0,-2 2 0 0,4 1 0 0,2 3 0 0,4 1 539 15,2 3-254-15,-2 2-126 0,0 2 110 0,2 3-110 16,-2 0-67-16,-5 3-30 0,0-2 95 0,-7 2-63 16,-2 0-30-16,-8-1 8 0,0 5-78 0,-5 1 39 15,-3 2-1-15,-11 4-77 0,-13 3 38 0,-6-1 9 16,-8 2 30-16,-10 4-250 0,-3-3 125 0,-4-2 33 16,-7-2-688-16,-8-1 338 0,2-4 192 15,-5 0 93-15</inkml:trace>
  <inkml:trace contextRef="#ctx0" brushRef="#br0" timeOffset="89870.16">3259 12370 670 0,'-2'-11'0'0,"-1"3"0"0,0 3 0 0,-2-1 0 0,2 1 0 0,-2-1 117 0,2 2-42 16,0 0 163-16,-2 2-95 0,5 0-59 0,-3 0 46 15,3 1-49-15,-2 1-24 0,2 0-1 0,0 0 14 0,0 0-8 0,0 0-29 16,0 0-1-16,0 0-25 0,0 7 26 16,0 7 40-16,2 1-9 0,1 1-31 15,-1 5 0-15,2 6 0 0,-2 0 36 0,0 7 8 0,-2 6-44 16,0 1 0-16,0 3-1 0,0 4 24 16,0 5-1-16,0 1-14 0,0 9 46 15,0 2-28-15,0 0 1 0,0 7-27 0,0 1 55 16,0 3-20-16,0 5-7 0,0 10 29 0,0-5-28 15,0 2-1-15,0 5-28 0,0-9 41 16,0 18-9-16,0-10-32 0,0 1 29 0,1 4 0 16,1 1-49-16,1-7 28 0,-1 21-8 0,1-10 13 15,0 3-13-15,-2 6 0 0,4 4 0 0,-5-1-83 16,2-1 38-16,2-2 22 0,-2-3 0 0,0-1-141 16,1-4 75-16,-1-14 36 0,1 16-169 15,-2-26 169-15,-1 4 21 0,1-4-12 0,-1-4-21 16,0-12-16-16,0 9 36 0,0-20-25 0,0 0-7 15,0-15-10-15,-2 1 21 0,-3-8-15 0,2-9-90 16,-2 2 53-16,0-6 26 0,-4-1-266 16,1-6 137-16,3 0 82 0,-3-3 37 0,1-2-386 15,2-4 211-15,-4-1 106 0,3 0-169 16,0-8 142-16,-2-16 65 0</inkml:trace>
  <inkml:trace contextRef="#ctx0" brushRef="#br0" timeOffset="90159.45">3277 12447 1353 0,'0'-17'0'0,"0"10"0"0,0 5 0 0,0-1 0 0,0 2 0 0,0 1 0 0,-1 0 0 0,-3 0 0 0,-3 8 0 0,-1 14 236 0,-6 10-102 0,-2 5-50 15,-6 9-26-15,1 10 47 0,-3 10-40 0,2-6-1 0,5-11-31 16,-1 3-44-16,4-1 22 0,4-8 9 16,4 4-261-16,-1-16 138 0,6-5 67 15,-3-12-492-15,4-2 236 0,0-12 141 0</inkml:trace>
  <inkml:trace contextRef="#ctx0" brushRef="#br0" timeOffset="90306.09">3237 12483 1839 0,'8'0'0'0,"-1"0"0"0,3 2 0 0,-2 1 0 0,4 5 0 0,1 3 0 0,4 2 0 0,1 2 0 0,3 3 173 0,2 0-62 0,2 2-43 16,-2 5 91-16,6 7-63 0,-1 0-31 0,3 2-507 15,-1 5 245-15,0 4 112 0</inkml:trace>
  <inkml:trace contextRef="#ctx0" brushRef="#br0" timeOffset="91132.24">4964 14336 793 0,'0'-7'0'0,"-5"1"0"0,2 1 0 0,0 1 0 0,0 0 0 0,1-1 274 0,2 4-120 0,-2-1-61 0,0 1 269 15,2-2-168-15,0 3-81 0,0 0-40 0,0 3 159 16,4 12-100-16,1 3-41 0,3 7 1 0,0-1-29 0,-1 1 0 16,1-1-30-16,-3 2-86 0,0-1 51 15,2 3 14-15,-4-2-1 0,1-1-432 16,-2 0 227-16,1 1 114 0,-2-5 64 0,-1 3-654 16,0 1 293-16,0-4 171 0</inkml:trace>
  <inkml:trace contextRef="#ctx0" brushRef="#br0" timeOffset="91386.56">4953 14873 934 0,'0'0'0'0,"0"0"0"0,0 0 0 0,0 0 0 0,0 0 0 0,0 0 0 0,-3 3 516 0,-1 4-242 0,2 4-112 15,0 4 179-15,0 6-154 16,-2 5-78-16,0 5-37 0,-1 11 104 0,0-8-63 15,-4 12-44-15,0-4-1 0,0 2-64 0,2-1 0 16,-3-2 29-16,2-1-35 0,-1 4 14 0,2-8 0 0,-2-1 20 16,3-3-284-16,-2-7 142 0,6-3 80 0,-5-4-454 15,6-9 233-15,-2-1 74 16,1-6 73-16,1-2-331 0,1-2 192 16,0-17 110-16,0-9-301 0</inkml:trace>
  <inkml:trace contextRef="#ctx0" brushRef="#br0" timeOffset="91588.98">4908 14931 1231 0,'8'-20'0'0,"-2"6"0"0,3 4 0 0,-1 2 0 15,-3 0 0-15,4 5 0 0,-5 1 555 0,5 2-265 0,3 0-128 0,1 3 135 0,2 9-133 0,5 4-65 0,-1 5 208 16,0 2-142-16,2 4-66 16,1 0-33-16,-5 4-55 0,4-2 22 0,-2 3 8 15,-1-3-534-15,0 3 499 0,-2-1 27 0,-1 2 0 16,-2-4-773-16,-1 1 747 0,-3 1-7 0,0-7 7 0,-3-6-260 15,-2 0 77-15,-2-8 75 0,0-4-386 16,1-2 232-16,-3 0 111 0,0-4 55 16,0 0-311-16</inkml:trace>
  <inkml:trace contextRef="#ctx0" brushRef="#br0" timeOffset="91761.52">4932 15189 1577 0,'-14'2'0'0,"3"-1"0"0,3-1 0 0,4 0 0 0,0 0 0 0,4 0 291 0,0 0-129 0,0 0-64 0,0-3 347 16,6-4-210-16,10-1-101 0,2 0-51 0,1 3-10 16,0-1 0-16,1 1-32 0,1-1-9 0,0 0-239 15,-3 2 120-15,0-1 60 0,0-1 30 0,-1-1-653 16,-4-2 337 0,1-5 173-16</inkml:trace>
  <inkml:trace contextRef="#ctx0" brushRef="#br0" timeOffset="92878.61">4865 12933 268 0,'0'-7'-30'15,"0"1"0"-15,0 2 30 0,0 0 123 16,0-1-45-16,0 2-15 0,0 0-7 0,0 0 13 0,0 1 0 15,0 0-36-15,0 0-1 0,0 2 86 0,0 0-46 0,0 0-1 16,0 0 22-16,0 0-30 0,0 0 0 0,2 0-22 0,0-2 79 16,-1 2-44-16,1 0-21 0,0 0 0 0,1 0 39 15,-2 0-22-15,1 0-8 0,1 0-1 16,-2 0 1-16,-1 0-31 16,2 0-1-16,-2 2 68 0,2 4-38 15,-2 1 0-15,0-1-29 0,0 3 40 0,0 1 0 0,0-1-32 16,3 5-8-16,-3-5 26 0,0 4 1 15,0 0-27-15,0 0 22 0,0 2 8 0,0-1-30 0,0 4 0 16,0-4 25-16,3 3-26 0,-3 1 1 0,0 0 16 16,1 1-16-16,-1 1 0 0,0-2 0 0,2 0-5 0,-2 4 4 15,2-4 9-15,-2 3-29 0,2 1-1 16,-1 1 22-16,1-1-50 0,1-1 23 16,-2 1 4-1,1 1-43-15,1 0 55 0,-2-1 2 0,-1-1-15 16,2 1 12-16,-2-1 0 0,0 1-2 0,2-1 2 15,-2 0-3-15,0 1-4 0,3 1 2 0,-2-1-31 0,0 1 30 16,2 1-1-16,-2 1 0 0,1-5-31 0,0 3-1 16,-1-1 34-16,3-1-36 15,0-1-2-15,-2 1 32 0,0 0-3 0,0-2-34 0,2 2 32 0,-1-3 0 0,-3 1-8 0,3-1-5 16,-2 0 6 0,1 0 3-16,0 4-8 0,1-4 67 0,-3 3-29 15,0-3 0-15,2 1-4 0,1-2 0 16,-2 2-16-16,1-3 3 0,1 4-31 0,-2-6 26 15,1 4 4-15,0-4-3 0,1 3-16 0,-2 1 22 16,0 0-4-16,-1-1-1 0,3 2-32 0,-2 2-3 16,-1-3 32-16,2 3-15 0,-2-2-4 0,2-1 7 0,-1 2 7 15,1-2-8-15,1-1 6 0,-1-1-1 0,-1 0 1 16,1-3-12-16,-2 0 12 16,2-3 1-16,-2 1-2 0,0 0-45 0,0-1 22 15,0-1-2-15,0 1 12 16,0-2 5-16,0 4 3 0,0-3-7 0,0 1 4 0,0 0-4 15,-2-2 4-15,0 0-11 0,1 0 11 0,-1-3-4 16,2-1-75-16,-3-1 36 0,3 0-449 0,0-3 417 16,-2 1 30-16,2-1-6 0,-1 0-169 0,1 0 98 0,-2-7 49 15,2-10 16-15,0-7-447 0,0-10 240 0,0-8 119 16,0-6-366-16</inkml:trace>
  <inkml:trace contextRef="#ctx0" brushRef="#br0" timeOffset="93194.76">4908 12160 896 0,'0'-7'0'0,"0"2"0"0,0 4 0 0,0-2 0 0,0 3 0 0,0 0 280 0,0 0-123 0,0 3-54 0,5 12-39 16,0 3 103-16,0 7-67 0,-1 5-33 0,0 4-1 15,-1 6 103-15,-1 4-72 0,1-1-32 0,-2 0 0 0,1 1-51 16,0-5 27-16,0 10-8 0,0-6-132 16,0-2 65-1,1-6 34-15,-3-4-209 0,4-6 130 0,-2-3 47 0,3-7-271 16,-5-4 140-16,2-5 79 0,1-2 7 0,-3-4 22 15,0 0-129-15,0-7 75 0,0-14 38 0,0-4-270 0</inkml:trace>
  <inkml:trace contextRef="#ctx0" brushRef="#br0" timeOffset="93659.06">4824 12186 782 0,'-6'-9'0'0,"3"3"0"0,0 0 0 0,1-3 0 0,2 1 332 15,0-4-149-15,0 2-67 0,8-2-46 0,9-4 132 0,4 3-85 16,1-3-42-16,2 6 12 0,0 0-19 0,6 1-8 0,-6 2-27 16,-2 6-30-16,2-1 30 0,-1 2 0 0,-2 2 7 0,-5 9-64 15,0 6 28-15,-3 2 0 0,-4 1 29 16,-3 3-38-16,-4-1 8 16,0 7 30-16,-2-4 0 0,0 1-36 0,-5-1 17 15,-6 0 9-15,0-2 68 16,-8 1-38-16,3-3-3 0,0-4-30 0,0-2 60 0,-1-2-27 15,2-4 16-15,1-1-41 0,5-2 141 0,0-2-67 0,2-3-35 16,2-1 119-16,5 0-69 0,0 0-46 16,0 0 0-16,0 0 0 0,0 0-38 0,6 0 0 0,13 0 8 15,5 0 71-15,0 0 117 0,3 0-229 0,2 2 0 0,1 2 0 16,0 1 0-16,-3 5 0 0,0 4 0 0,-4-2 0 16,-3 6 0-1,-3 6 0-15,-4-4 0 16,-1 9 0-16,-5-3 0 0,-4 2 0 0,-3 0 0 15,0-4 0-15,0 8 0 0,-10-4 0 0,-8-1 0 0,0-4 0 16,-3 1 0-16,-2-6 0 0,-1 0 0 0,-2-6 0 16,-2-1 0-16,1-5 0 0,1-2 0 0,1-4 0 0,3 0 0 15,1 0-305-15,-1-4 275 16,3-4 24-16,6-7-3 0,2 5-854 16,5-4 821-16,3 5 10 0,0-3-1 0,3-1-1128 15,0 5 1097-15,0 0-8 0,6 2-322 0,8 1 180 0</inkml:trace>
  <inkml:trace contextRef="#ctx0" brushRef="#br0" timeOffset="99280.16">2570 15144 959 0,'0'-7'0'0,"-6"3"0"0,1-2 0 0,5 4 0 0,-5-2 0 0,0 2 0 0,2-1 0 0,-3 3 88 0,3-3-28 16,1 1 165-16,-1 2-97 0,1 0-39 0,1 0-32 15,1 2 0-15,0 18 30 0,0 2-27 16,0 6-1-16,0 4 9 0,3 4-9 0,9 7-26 16,1-11 0-16,0 2 40 0,4-5 0 0,-1-6-32 15,3 3-8-15,0-9-34 0,0-4 34 0,2-3 0 16,1-7 0-16,-3-3-54 0,0 0 22 0,0-6 1 15,-3-14-87-15,-2-4 55 0,-4-2 16 16,-4-7-104-16,-2 4 53 0,-4-5 34 0,0 2 3 16,-2-2-20-16,-11 6 7 0,-6-1-1 15,0 6 0-15,-6 4 37 0,-2 4-26 0,3 7 11 16,-3 6-17-16,5 2 68 0,-6 2-24 0,5 14 1 0,10-2-61 16,2 5 37-16,5 2 6 0,6 0-154 15,0 3 75-15,17-6 35 0</inkml:trace>
  <inkml:trace contextRef="#ctx0" brushRef="#br0" timeOffset="100007.06">8482 12212 1239 0,'-2'-15'0'0,"-5"8"0"0,3 3 0 0,1 0 0 0,0 0 0 16,-2 1 0-16,-1 1 0 0,3 0 0 0,-3 2 203 0,2 0-90 0,-3 2-40 0,3 13 151 0,-6 8-95 15,6 9-48-15,-1 3 57 0,2 8-57 0,1 0-24 0,2-7 0 16,0 2 36-16,0-3-30 16,7-10 8-16,7 5-38 0,-2-11-26 0,6-4 26 15,-2-2-1-15,3-4-29 0,2-3 7 16,-2-6 23-16,0 0-98 0,0 0 48 0,-5-11 26 0,-1-6-1 16,-4-4-163-16,1-8 83 0,-4 2 20 0,-4-4 30 15,-2 2-117-15,0-5 63 0,0 2 8 0,-10-2 7 16,1 2 10-16,-4 5 0 0,2 7 4 0,-3 2 47 15,1 4-20-15,-2 5-13 0,3 2 143 16,-4 7-67-16,1 0-27 0,-1 3 0 16,1 14 52-16,-1 4-37 0,3 2-6 0,4 1-1 15,2-4-106-15,4 3 41 0,3-2 14 0,0-1 29 16,7 1-412-16,8-10 193 0,12 1 84 0,-1-12-188 16</inkml:trace>
  <inkml:trace contextRef="#ctx0" brushRef="#br0" timeOffset="100201.93">8952 11992 1388 0,'2'0'0'0,"0"0"0"0,-2 0 0 0,0 0 0 0,0 0 0 0,0 8 0 0,-4 7 0 0,-4 3 0 0,2 9 530 0,-6 3-248 16,-2 6-117-16,0 9 187 0,-2-2-159 15,3 0-81-15,1 4-39 0,2-5-136 0,-1 8 44 16,5-7 26-16,3-7-185 0,1 1 106 15,2-6 52-15,0-12 34 0,0 1-557 0,0-11 244 0,3-3 158 16,8-6-55-16</inkml:trace>
  <inkml:trace contextRef="#ctx0" brushRef="#br0" timeOffset="100396.42">8925 11966 1829 0,'0'-11'0'15,"0"3"0"-15,0 7 0 0,0-1 0 0,0 0 0 0,0 2 0 0,0 0 0 0,5 0 0 0,7 9 600 0,6 10-287 0,-2 2-141 0,7 11 140 16,-2 5-140-16,3 8-70 0,-7 4-26 16,4 0 150-16,0 1 67 0,-3 1-293 0,3-2 0 15,-3-2-223-15,1-8 153 0,0 9 47 0,-4-15-530 16,-1 0 293-16,-3-6 146 0,-6-6 74 0,1-8-724 16,-5 1 371-16,-1-9 179 0,0-1-379 0</inkml:trace>
  <inkml:trace contextRef="#ctx0" brushRef="#br0" timeOffset="100544.03">8900 12366 1060 0,'-21'-7'0'0,"6"3"0"0,8 2 0 0,-2 0 0 0,6 1 0 0,-1 1 580 0,4-2-273 16,0 0-138-16,2-2-67 0,14 0 145 0,1-4-98 16,5 0-63-16,1 3 170 0,2 2-112 15,3-1-56-15,-1 3-27 0,-3-2-538 0,6 3 251 0,-3 0 130 16,-4 0 64-16</inkml:trace>
  <inkml:trace contextRef="#ctx0" brushRef="#br0" timeOffset="100712.58">9471 12079 2320 0,'-5'0'0'0,"4"0"0"0,1 0 0 0,0 0 0 0,0 0 0 0,0 0 0 0,0 0 0 0,0 0 0 0,0 0 411 0,-2 0-190 15,2 0-85-15,0 0 67 0,0 0-84 0,0 0-44 0,0 4-650 0,8 1 304 16,-1 3 160-16,2 3 68 16</inkml:trace>
  <inkml:trace contextRef="#ctx0" brushRef="#br0" timeOffset="100836.25">9558 12443 2177 0,'0'16'0'0,"-1"-6"0"0,-1 4 0 0,1-5 0 0,-2-5 0 0,1-2 0 0,0 0 0 0,1-2 0 0,1 0 897 0,0 0-437 0,0 0-213 0,0 0 67 0,0 0-314 16,0 0 0-16,0 0 0 0,0-2-595 0</inkml:trace>
  <inkml:trace contextRef="#ctx0" brushRef="#br0" timeOffset="102927.92">10273 12026 463 0,'-10'0'0'0,"3"-3"0"0,3-1 0 0,0 2 0 0,2 0 0 0,1-1 314 0,1 2-141 16,0 1-70-16,0 0-35 0,0 0 82 0,0 0-50 16,7 0-38-16,6 1 52 0,2 8-41 0,2 2 1 15,4 4 26-15,-4-3-25 0,3 6-9 0,-3-5-33 16,0 2-50-16,2 0 25 0,0 4 0 0,-5-5 33 16,4 2-173-16,-5 1 83 0,-3-2 41 0,2 0 20 15,-3 1-181-15,-5-5 95 0,2-1 8 0,-3-2-324 16,2 0 158-16,0-5 99 0,-3-3-199 0</inkml:trace>
  <inkml:trace contextRef="#ctx0" brushRef="#br0" timeOffset="103193.72">10748 11760 1397 0,'0'-4'0'0,"0"2"0"0,0 1 0 0,0 1 0 0,0 0 0 0,-6 0 0 0,-1 16 0 0,-1 5 0 0,0 7 173 0,-2 9-74 0,-4 7-33 0,1 12 60 0,-1 6-48 16,0 6-22-16,-4 3 51 16,2 5-42-16,-1 2 1 0,0 1-34 0,0 3 33 0,3-3 1 15,-2-1-25-15,3-5-9 0,0-6-31 0,5-14-1 16,-1-1 33-16,4-5-116 0,1-9 66 16,1-6 20-16,1-6 1 0,1-7-89 0,-1-6 32 0,0-4 36 15,0-1-288-15,-1-7 149 0,-1 2 47 0,0-3 45 16,-1 0-200-16,0 0 116 0,3-7 50 15,2-7 36-15,0-5-218 0,0-6 124 0</inkml:trace>
  <inkml:trace contextRef="#ctx0" brushRef="#br0" timeOffset="103415.13">10905 12083 859 0,'-1'-6'0'0,"1"4"0"0,-2 0 0 0,2 2 0 0,0 0 0 0,0 0 0 0,0 0 506 0,2 0-236 0,7 0-111 0,6 2-67 16,0 0 245-16,4-2-152 0,2 0-77 0,-1 0-37 15,3 0 61-15,-1 0-54 0,0 0-22 0,-1 0-197 16,0 0 86-16,-4 0 44 0,-5 0-374 0,-2 0 205 16,0 0 106-16,-4 0 41 0,-2 0-308 0,-3 0 171 15,-1 6-1-15,0 9 45 16,-1 2-308-16</inkml:trace>
  <inkml:trace contextRef="#ctx0" brushRef="#br0" timeOffset="103579.68">10937 12377 1130 0,'0'5'0'0,"0"-2"0"0,0-3 0 0,0 2 0 0,0-2 0 0,0 0 0 0,2 0 0 0,8 0 0 0,3 0 378 0,1 0-173 15,4 0-78-15,-1-2 97 0,1-1-96 0,1 0-48 16,0 1-24-16,-2 1-97 0,-2-1 45 15,2 2-9-15,-1 0 38 0,2 0-393 0,-1 0 197 16,-1 0 98-16,2 0 57 0,-2 0-547 0</inkml:trace>
  <inkml:trace contextRef="#ctx0" brushRef="#br0" timeOffset="103943.71">11392 12182 1343 0,'0'-4'0'0,"-2"3"0"0,0-1 0 0,-3 0 0 0,0 2 0 0,3 0 0 0,-1 0 0 0,-1 0 226 0,1 4-97 0,1 10-48 16,-2 4 216-16,2 5-123 0,-1 2-75 0,3 4-33 16,0 0 77-16,0-2-55 0,0-1-28 0,7-5 8 15,4 0 84-15,6-2-60 0,0-5-30 0,2-3-17 16,2-3-12-16,-1-1 8 0,-1-5-54 0,0 0 24 16,-1-2-1-16,0 0 23 0,-4 0-34 0,2-2 8 15,-4-7 26-15,-1-3-1 16,1-4-32-16,-3-1 1 0,0-6-1 0,-2 3-37 0,-4-8-37 15,1 1 30-15,-2-1 26 0,0-2-81 0,-2 1 49 16,0-5 16-16,0 5-72 0,-4 1 42 16,-7 2 25-16,-3 3 0 0,2 6 50 0,-4 2-45 15,-2 4 0-15,-3 2 9 0,0 7 96 0,-7 2-45 16,1 0-23-16,2 5 1 0,-2 11 12 0,5 0 1 16,-1 1-29-16,5 2 33 0,4-4 15 0,-1 3-38 15,5 0-112-15,3-2 55 0,2 2 29 16,3-2 0-16,2 1-305 0,0 0 157 15,2 2 60-15,9 3 43 0,6-3-437 0,4 0 240 16</inkml:trace>
  <inkml:trace contextRef="#ctx0" brushRef="#br0" timeOffset="104322.68">12151 12436 936 0,'0'0'0'0,"0"0"0"0,0 0 0 0,0 0 0 0,0 0 0 0,0 3 123 0,0 1-37 0,0 0-30 15,0 2 362-15,0 0-193 0,0 2-96 0,0 5-48 16,0 3 130-16,-8 6-94 15,-5 7-41-15,-4 6-22 0,-1 7-348 0,-1 3 172 16,4 0 74-16</inkml:trace>
  <inkml:trace contextRef="#ctx0" brushRef="#br0" timeOffset="106871.62">12943 12032 318 0,'-5'0'0'0,"-1"0"0"0,-1 0 0 0,0 0 0 0,2-2 0 0,0 1 0 0,1-2 301 0,2 2-137 0,2 1-67 0,-2 0-31 16,2 0 181-16,0-2-106 0,9 0-47 0,7-2 39 15,4 2-50-15,3-1-25 0,-2 3 64 0,5 0-45 16,-4 0-14-16,4 11-8 0,-3 2 13 0,-2 4-36 16,-4 3 1-16,0 3 0 15,-8-3-32-15,4 11 32 0,-7-5 0 0,-4 4-34 16,-2 2-21-16,0-1 36 0,-8 4-8 0,-5-4-136 15,-4-1 77-15,0-1 19 0,-2-6-176 0,3-7 90 16,-5-2 57-16,0-1 7 0,1-6-139 0,1-4 73 16,-2-1 45-16,4-2 14 0,2 0-52 0,4-2 41 15,5-8 20-15,3-8 1 0,3-3-137 0,0-3 71 16,5-2 47-16</inkml:trace>
  <inkml:trace contextRef="#ctx0" brushRef="#br0" timeOffset="107089.04">13295 11961 1027 0,'5'-10'0'0,"-1"6"0"0,-2 1 0 0,-2-1 0 0,0 1 0 0,0 3 0 0,-13 0 0 0,-1 0 187 0,0 5-82 0,-2 8-35 15,-2 6 159-15,4 3-99 0,0 3-48 0,2 5-16 16,5 1 91-16,1 1-63 0,4-2-30 0,2 1 0 16,0-1 20-16,6-2-18 15,7-2-8-15,4 2 2 0,2-1-1 0,-1-3-26 16,5 0 0-16,-4-3-94 0,3 1 43 15,-1-1 26-15,-2 0-320 0,-1-4 169 0,0-2 85 0,-2-2 9 16,0-4-518-16,0-3 268 0,-2-2 132 0,0-4 68 16,0-2-145-16</inkml:trace>
  <inkml:trace contextRef="#ctx0" brushRef="#br0" timeOffset="107273.58">13772 11849 920 0,'3'0'0'0,"-1"0"0"0,0 10 0 0,-2 5 0 0,0 7 0 0,0 5 0 0,0 1 428 0,-9 4-198 16,0 0-90-16,-5 4-58 0,-1 5 180 0,0-1-115 15,4-7-57-15,-4 3-166 0,2-2 62 0,2-3 20 16,1 0 0-16,2-3-154 0,3-5 91 16,1-5 45-16,4-7-514 0,0-3 273 0,0-8 79 15</inkml:trace>
  <inkml:trace contextRef="#ctx0" brushRef="#br0" timeOffset="107419.69">13752 12150 643 0,'1'0'0'0,"1"0"0"0,0 0 0 0,-2 0 0 0,2 0 0 0,-2 3 436 0,2 0-206 0,-1 1-90 0,5 1-58 16,-1 1 278-16,-1 1-163 0,4 3-83 0,-2-1-12 16,-3-1-120-16,5 3 21 0,-3-3 0 0,0 0-433 15,2-3 232-15,0-2 115 0,2 1-214 0,1-4 158 16</inkml:trace>
  <inkml:trace contextRef="#ctx0" brushRef="#br0" timeOffset="107626.67">14040 11823 633 0,'6'-7'0'0,"-1"0"0"0,1 3 0 0,-3 2 0 0,0 2 0 0,-1 0 0 0,0 3 485 0,-2 13-226 0,0 8-113 0,0 4-56 0,-2 7 332 0,-8 7-199 16,-3 3-95-16,-2 2 162 0,0 0-128 15,-4-1-65-15,4-5-14 0,-7 10-29 16,3-7 0-16,-2 1-21 0,-1-1-121 0,3-1 61 16,0-9 37-16,4-1-7 0,4-8-361 0,2-5 195 15,5-8 99-15,-1-1-633 0,5-6 325 0,0-2 173 16,3-3 83-16</inkml:trace>
  <inkml:trace contextRef="#ctx0" brushRef="#br0" timeOffset="107862.86">14029 12182 1250 0,'6'-5'0'0,"-1"3"0"0,1 0 0 0,-1 2 0 0,-1 0 0 0,4 0 285 0,-1 4-126 0,3 5-64 15,3 3 202-15,2 6-124 0,4 5-74 0,-1 0-33 16,5 12 307-16,-4-2-171 0,1 3-84 0,-3-2 63 16,6 9-78-16,-6-13-36 0,2 1 1 0,-1-3-87 15,3-4 26-15,-6-7 8 16,-2-2-98-16,0-3 59 0,-3-5 28 0,-3-2 0 15,-3-1-16-15,0-2 31 0,-3-2-9 0,1 0-20 16,-2 0-58-16,0 0 6 0,0 0 33 0,0 0-56 16,0 0 41-16,0 0 8 0,-3 0 0 0,-1 0-595 15,2 0 300-15,0 0 140 0</inkml:trace>
  <inkml:trace contextRef="#ctx0" brushRef="#br0" timeOffset="109427.72">14662 12000 988 0,'-4'-6'0'0,"-1"3"0"0,-1 1 0 0,0-2 0 0,0 2 0 0,1 1 0 0,-2-2 0 0,-1 3 0 0,0 0 97 0,-1 3-33 16,2 11 9-16,0 5 120 0,-2 6-80 0,4 2-41 16,1 4 162-16,4 3-101 0,0-2-41 0,0 2-34 15,2 1 181-15,9-2-102 0,4-2-53 0,5-3-25 16,0-3 86-16,4-3-61 0,1-5-25 16,-1-4-7-16,0-4-20 0,-3-5 1 15,0-4 8-15,1 0-66 0,-3 0 29 16,0-15-1-16,-4-6-112 0,0-5 80 0,-2-5 26 0,-2-4 0 15,-3-6-265-15,-2 0 137 0,-5 0 32 0,-1 1 45 16,0-9-204-16,-3 6 113 0,-11 3 55 0,1 9 30 16,-4 2-38-16,3 9 25 0,-7 4 8 0,1 7 84 15,-7 8-34-15,2 1 9 0,-3 5 191 0,2 14-117 16,-1 5-46-16,3 3-28 16,2 1 246-16,3-5-125 0,10-2-24 0,0 3 10 15,6-4-159-15,3-1 40 0,0-1 50 0,10-6-495 16,10-3 235-16,3-8 107 0,10-1-241 0,5 0 170 15</inkml:trace>
  <inkml:trace contextRef="#ctx0" brushRef="#br0" timeOffset="109615.79">15051 11771 1252 0,'-2'-4'0'0,"0"2"0"0,1 1 0 0,1-1 0 0,0 0 0 0,1 0 0 0,12 0 0 0,8 0 473 0,3-2-220 15,2-2-110-15,2 3 150 0,1-3-129 0,-3 4-58 16,4-2-232-16,-7 3 80 0,2-1 39 0,-4-1 0 16,-3 2-168-16,0-1 112 0,-6 2 44 0,-1 0 25 15,-6 0-578-15,-1 0 233 0,-1 0 168 0</inkml:trace>
  <inkml:trace contextRef="#ctx0" brushRef="#br0" timeOffset="109864.21">15239 11776 1066 0,'0'4'0'0,"0"0"0"0,-2 0 0 0,2 1 0 0,-4 1 0 0,1 4 0 0,-4-1 0 0,2 5 0 0,-1-2 283 16,-1 5-116-16,-3 0-72 0,-1 1 10 0,-2 5-36 15,1-6 1-15,-2 2-38 0,-2-2-28 16,0-2-8-16,-1 0 37 0,2-5-1 0,0 1-83 0,2-4 42 16,6-4 29-16,-2 2 26 0,4-3-14 15,3-1 1-15,0-1 0 0,2 0 139 16,0 0-61-16,0 0-51 0,8 0-5 0,7-1-22 15,5-9 0-15,1 3-1 0,-2-1-85 0,3 1 39 16,1-1 23-16,0 4 1 0,-5-1-124 0,1 3 73 16,-2 0 45-16,-2 0 1 0,-1 2-555 0,-5 0 230 15,2-2 148-15,-1 2-314 0,-3-1 218 0</inkml:trace>
  <inkml:trace contextRef="#ctx0" brushRef="#br0" timeOffset="109997.85">15308 11921 1326 0,'0'-6'0'0,"-2"3"0"0,2 1 0 0,-2-2 0 0,1 2 0 0,-1 1 0 0,2 1 0 0,0 0 0 0,0 0 237 0,0 0-107 16,0 0 153-16,0 1-125 0,2 9-62 0,3-1-32 16,0 2-74-16,3 2 17 0,-2 1 0 0,0-1 26 15,-3 2-192-15,1-2 95 0,-2 2 57 0,0-2 16 16,-2 1-559-16</inkml:trace>
  <inkml:trace contextRef="#ctx0" brushRef="#br0" timeOffset="110478.42">15115 12186 1136 0,'-21'4'0'0,"5"-3"0"0,4 4 0 0,1-4 0 0,2-1 0 0,4 0 0 0,1 0 0 0,4 0 265 0,0 0-119 0,4 0 238 0,13 0-175 15,4-1-89-15,-3-5-35 0,3 0 145 16,-1 0-99-16,-2 3-50 0,-1-1-23 0,-2 2-202 0,-6 0 96 16,3 2 37-16,-1 0 22 15,-4 0-181-15,-1 0 101 0,0 4 52 0,-3 2-455 16,-1-3 168-16,0 1 148 0,-2 0-270 0,0-4 197 15,0 0 98-15,0 0 41 0,-5-2-124 0,-1-9 91 16,-2-2 45-16,2-2 23 0,-1 3 17 0,2 3-3 16,-3-1 8-16,0 5 33 0,3 1 71 0,-3 2-65 15,3 2 0-15,0 0 292 0,-4 6-161 0,6 9-85 16,-1 3 259-16,2 7 52 0,2 2-149 0,0 3-82 16,0-1 207-16,0 3-152 15,0 0-78-15,2-3-38 0,5-1 54 0,-1-10-39 16,4 3-30-16,-1-2 0 0,0-6-89 0,3-6 33 15,-1-1 0-15,1-6-62 0,2 0 44 0,1-6 25 16,0-12-323-16,0-4 174 0,2-7 38 0,-2-1 62 16,2-4-448-1,0-7 229-15,0 1 114 0,0 1 57 0,1 2-225 0,-2 5 132 0,0-1 80 16,0 5 29-16,-4 10 1 0,0-3 40 0,-1 8 0 0,-3 5 101 16,-3 2-46-16,0 5-28 15,-2 1 367-15,1 0-197 0,-2 0-98 0,0 7-58 16,-2 7 516-16,0-1-251 0,0 0-92 0,0 0-74 15,0 2 82-15,0-2-71 0,0-1-46 0,0-1 0 16,0-4-315-16,0 0 138 0,1-3 69 0,5-4-493 16,1 0 277-16,3 0 142 0,-1-7-266 15</inkml:trace>
  <inkml:trace contextRef="#ctx0" brushRef="#br0" timeOffset="110705.33">15708 11647 990 0,'7'-28'0'0,"-3"7"0"0,2 5 0 0,-2 2 0 16,0 5 0-16,-2 3 0 0,1 2 0 0,1 4 284 0,-1 0-125 0,3 6-64 0,-1 15 354 0,-2 14-212 16,1 8-102-16,-2 17-51 0,-1 2 364 0,-1 9-207 15,2 7-96-15,-2 2 156 0,2 2-133 16,0-2-68-16,0-1 159 0,0-4-259 0,-1-13 0 0,1 12 0 16,0-22 0-16,0-1 0 15,-2-7 0-15,0-9 0 0,0-5 0 0,-7-6-170 16,-6-5 169-16,-5-6-179 0,-3-8 102 0,-2-1 4 15,-2-4 43-15,-7 0-463 0,4 0 230 0,-4-7 116 16,0-8-555-16,-3-6 335 0,5 1 159 0</inkml:trace>
  <inkml:trace contextRef="#ctx0" brushRef="#br0" timeOffset="111710">3923 14456 609 0,'-10'0'0'0,"5"0"0"0,-1 0 0 0,1 0 0 0,0 0 0 16,-1 0 0-16,3 0 196 0,1-1-82 0,0-2-41 0,2 3 128 0,0-2-76 15,0 0-50-15,0 1 49 0,0-1-46 16,0 0-22-16,0 2-1 0,0-2 136 0,0 2-84 0,0-1-37 16,0 1 139-16,0 0-88 15,0 0-44-15,0 0 116 0,0 0-85 0,0 0-37 0,2 0 169 16,1 0-196-16,1 0-11 15,2 0 8-15,0 0-8 0,2 0-1 0,-2 0 27 0,3 0 0 16,-2 0-26-16,3 0 32 0,-2 1-8 0,3 5-24 0,-3-5 29 16,3 6 0-16,0-2-30 15,-3-1 2-15,3 1-1 0,1-1 0 16,0 0 0-16,-2 0-1 0,2 2 160 0,-2-3-192 16,3 3 0-16,1-1 0 0,-3 3 0 15,3-1 0-15,0 1 0 0,2 2 0 0,-1-1 0 0,0 1 0 0,-2 1 0 16,0-2 0-16,1-2 0 0,-6 0 0 15,4-1 0-15,-3 1 0 0,-3-2 0 0,-1-2 0 16,0 2 0-16,-2-4 0 0,0-1 0 0,-2 2 0 0,-1-2 0 16,0 0 0-16,0 0 0 0,0 0 0 15,0 0 0-15,0 0 0 16,0 0 0-16,0 0 0 0,0 0 0 0,0 0 0 16,0 0 0-16,0 0 0 0,0 0 0 15,0 0 0-15,0 0 0 0,0 0 0 0,-1 8 0 16,-10 8 0-16,0 7 0 0,-10 9 0 0,2 5 0 0,-5 4 0 0,-4 6 0 15,1 2 0-15,-2 0 0 0,2 1 0 16,-1-4-197-16,8-6 155 16,-5 7-931-16,12-15 470 0</inkml:trace>
  <inkml:trace contextRef="#ctx0" brushRef="#br0" timeOffset="112292">4975 13312 825 0,'0'0'0'0,"0"0"0"0,0 0 0 0,0 0 0 0,0 0 0 0,0 0 0 0,0 0 148 0,0 0-58 0,0 0-29 0,0 0 161 16,0 0-87-16,-3 10-54 0,0 2-25 15,-5 6 0-15,0 3 156 0,-5 3-90 0,2 2-37 16,-4 6-30-16,-2 0 112 0,0 4-67 16,-2-2-34-16,3 0-33 0,0-2 8 0,-3-3-8 15,8-2 0-15,-2-8-1 0,4-2-153 0,0-2 77 0,3-8 46 16,3-1-141-16,-2-2 86 0,4-4 43 0,1 0-18 16,-3 0-412-16,3-2 161 15,0-11 129-15,0-3-312 0,6 0 214 0,6-7-109 16</inkml:trace>
  <inkml:trace contextRef="#ctx0" brushRef="#br0" timeOffset="112542.33">4894 13416 410 0,'3'-9'0'0,"-1"2"0"0,0 3 0 0,-2-1 0 0,0 2 339 16,0-1-146-16,0 0-83 0,0 3 271 16,0-1-174-16,0 2-88 0,0-2-42 0,0 2 99 15,0 0-75-15,3 0-34 0,7 2-1 0,2 9 159 16,1 1-96-16,1 0-40 15,8 6 120-15,-3 2-88 0,5-1-44 0,-2 2-8 0,2-3-37 16,-2-3 9-16,5 3-8 0,-3-2 0 0,-5-1-80 16,-2-2 40-16,1-2-227 0,-6 1 257 0,-3-4 9 15,0 0 1-15,-4-2 0 0,-1-1-69 0,-3-3 32 16,2 1-17-16,-3-3-28 0,0 0 11 16,0 0-1-16,-4 0 0 0,-4 0-55 0,1 0 31 15,-3-6 26-15,1-2-593 16,1 1 299-16,0 2 149 0</inkml:trace>
  <inkml:trace contextRef="#ctx0" brushRef="#br0" timeOffset="114447.76">16425 11671 1165 0,'0'-3'0'0,"-2"1"0"0,1 2 0 0,-1 0 0 0,2 0 0 0,0 0 0 0,0 0 0 0,0 0 0 0,0 0 162 0,0 0-64 0,0 0 75 16,0 7-69-16,0 6-28 0,3 0 0 0,6 6-19 16,0 7 0-16,-2 3-24 0,0 4 0 0,3 10-17 15,-6-5 25-15,2 17-8 0,-3-3-30 0,-1 5 1 16,-2 8 28-16,0-12 1 0,0 6-152 0,0-3 56 15,0-4 45-15,0-3-424 0,0-5 217 0,0-9 80 16,0-5 58-16</inkml:trace>
  <inkml:trace contextRef="#ctx0" brushRef="#br0" timeOffset="114851.61">17867 11661 1165 0,'0'-8'0'0,"-3"4"0"0,-1 2 0 0,1-1 0 0,-1 3 0 0,-3 0 0 0,2 0 0 0,1 0 0 0,-5 3 364 0,4 4-165 0,-1-1-76 0,2 2 139 0,0-1-115 15,-1 0-58-15,3 0-27 0,0-2 21 0,0 0-17 16,0 1-8-16,1 4 12 0,-1 1 1 16,0 4-38-16,-2 8-1 0,-2 3 12 0,-1 6-12 15,-4 10 1-15,-3 0-63 0,1 3 32 0,0 2-1 16,2-7 40-16,-4 10-181 0,5-14 82 0,-1 2 43 15,4-7-134-15,-1-6 79 0,4-3 18 0,2-5-2 16,2-8-348-16,0-1 184 0,0-5 92 16,0-3 47-16,0-6-374 0,6-19 215 15</inkml:trace>
  <inkml:trace contextRef="#ctx0" brushRef="#br0" timeOffset="115050.07">17768 11526 1392 0,'2'-7'0'0,"0"3"0"0,0 4 0 0,-1 0 0 0,1 0 0 0,0 0 0 0,3 11 282 0,6 5-126 0,3 9 225 16,3 6-174-16,0 3-79 0,6 13-52 0,1 7 433 0,-1 6-238 15,1 2-119-15,-3 0-60 16,-4-5 153-16,5 13-41 0,-5-9-204 0,0-10 0 16,0 4 0-16,2-4 0 0,-4-7 0 15,2 5-641-15,-6-13 373 0,0-1 151 0,-3-11-726 0,-2-5 384 16,-5-5 205-16,-1-7 114 0,0-5-230 0</inkml:trace>
  <inkml:trace contextRef="#ctx0" brushRef="#br0" timeOffset="115213.64">17738 12105 1188 0,'-13'0'0'0,"5"-1"0"0,3 1 0 0,-1-3 0 0,3 1 0 0,1 1 0 0,2-3 0 0,0 0 538 16,0-1-245-16,12 2-134 0,8-2 238 0,-2 3-182 0,6 0-92 15,1 2-199-15,0 0 62 0,3 0 20 0,0 0-1 16,-2 6-604-16,0 2 316 0,1-3 158 0,-3 1 87 16</inkml:trace>
  <inkml:trace contextRef="#ctx0" brushRef="#br0" timeOffset="115389.17">18209 11762 1982 0,'2'-6'0'0,"0"3"0"0,4 0 0 0,-2 3 0 0,0 4 0 0,-1 13 0 0,1 9 0 0,1 10 0 0,-1 5 366 0,1 2-167 0,-4 4 326 0,-1-3-237 16,2 8-133-16,0-5-60 0,0-11-176 0,0 3 57 15,3-9 28-15,2-7 9 16,1-5-632-16,-2-6 326 0,1-3 163 0,-1-5 81 16,-1-4-383-16,-1-1 196 0</inkml:trace>
  <inkml:trace contextRef="#ctx0" brushRef="#br0" timeOffset="115758.37">18211 11771 1718 0,'-4'-18'0'0,"3"4"0"0,1 3 0 0,0 0 0 0,0-3 0 0,3 3 0 0,13 1 0 0,4-3 0 0,4 3 466 0,5-2-221 16,1 6-106-16,0 3-53 0,-2 1 39 0,0 2-46 16,-5 2-15-16,4 13-8 0,-9 1-240 0,-1 4 109 15,-4 1 53-15,-6 2-123 0,-3 2 97 0,-4 5 37 16,0 0-219-16,-6-1 129 0,-8 2-16 15,-5-3 59-15,-4-4-42 0,3-3 37 0,-5-4 1 0,6-6 29 16,-1 1 258-16,1-5-128 0,6-3-74 16,1-4-23-16,3 0 413 0,5 0-204 15,3 0-57-15,1 0 103 0,5-8-102 0,16-3-65 16,7 2-27-16,2 1 32 0,6 3-30 16,1 1 0-16,1 4-18 0,-1 0-13 0,-3 5 1 0,-4 15 0 15,-2 0-71-15,-5 7 35 0,-2 1 8 0,-8 3 28 16,-6 1-22-16,-4 2 0 0,-3 2 21 0,-5-2 245 15,-13-1-277-15,-5-3 0 0,-5-2 0 0,-6 0 0 16,4-9 0-16,-11 1 0 0,5-9 0 0,-9 1 0 16,4-3 0-16,5-8 0 15,0-1-395-15,6 0 206 0,10-11 89 0,-3-14 52 16,16-4-747-16,7-11 382 0,0 1-554 16</inkml:trace>
  <inkml:trace contextRef="#ctx0" brushRef="#br0" timeOffset="115894.14">18801 11767 1939 0,'6'0'0'0,"-2"0"0"0,3 0 0 0,-2 0 0 0,-1-2 0 0,-2-1 0 0,0-1 0 0,2 0 430 16,-2 0-203-16,2 1-97 0,-1-3-49 0,3 4 4 0,-2 0-27 16,-1 2 9-16,1 0-34 0,0 7-796 0</inkml:trace>
  <inkml:trace contextRef="#ctx0" brushRef="#br0" timeOffset="116026.3">18834 12136 1899 0,'0'12'0'0,"0"0"0"0,0 1 0 0,0-6 0 0,0-1 0 0,-3-6 0 0,3 2 354 0,-2-2-161 16,2 0-80-16,0 0 433 0,0 0-257 16,0 0-119-16,0 0-207 0,2-2 35 0,6 0 0 0,3 0 35 15,0 2-897-15</inkml:trace>
  <inkml:trace contextRef="#ctx0" brushRef="#br0" timeOffset="116903.37">19650 12008 1132 0,'-13'0'0'0,"1"0"0"0,2 0 0 15,0-3 0-15,0-4 0 0,1-6 0 0,2-2 0 0,3-2 0 0,3-2 91 0,1-3-29 0,1 1 8 0,14-4 107 0,6 3-72 16,4 4 10-16,0 2-42 0,0 9-11 0,6 0-9 0,0 4-20 16,-3 3 62-16,0 0-31 0,0 12-1 0,-3 5-22 15,0 4-12-15,-4 2 4 0,-3 4-41 16,-4 3 20-16,-2 2 0 0,-6 4 29 0,-5 5-8 15,-1-7-55-15,0 4 28 0,-7-1-21 16,-8-3 15-16,0-2 7 0,-6-6-5 0,0-2 21 16,1-4-95-16,-5-6 43 0,-1-3 8 15,3-4-95-15,-7-6 52 0,4-1 31 0,0 0 7 0,2-4-190 16,-1-9 91-16,6 2 46 0,3-5 16 16,5-1-187-16,2 1 109 0,8-1 54 0,1-2-72 15,5 0 55-15,18-3 39 0</inkml:trace>
  <inkml:trace contextRef="#ctx0" brushRef="#br0" timeOffset="117135.87">20298 11703 1646 0,'0'-12'0'0,"-4"3"0"16,-11 3 0-16,-3 5 0 0,-7 1 0 0,-1 0 0 0,-3 17 0 0,-1 11 0 0,2 6 205 0,3 4-85 0,-2 9-44 0,4 3-22 0,4 1 8 0,6 3 195 15,8-4-31-15,5-4-97 0,0-10-48 0,4 2-25 16,12-5 9-16,9-4 14 0,1-3-23 0,4-6-201 16,2-2 88-16,0-6 46 0,2 0 29 0,-3-7-7 15,3-3-401-15,-4-2 210 16,-1 0 54-16,-3 0-535 0,-3-6 306 0,1-7 165 0,-2-2-339 16</inkml:trace>
  <inkml:trace contextRef="#ctx0" brushRef="#br0" timeOffset="117303.46">20550 11803 891 0,'-2'-4'0'0,"2"2"0"0,0 2 0 0,0-1 0 0,0 1 0 0,7-3 486 0,5 2-218 0,4-1-122 0,2-2 229 16,3 0-171-16,-1 0-86 0,-1 1-42 0,2 1-218 0,-1 0 84 15,-1 0 45-15,-3 2 23 0,-2 0-561 16,-1 0 290-16,-3 0 153 0,-3 9-327 0</inkml:trace>
  <inkml:trace contextRef="#ctx0" brushRef="#br0" timeOffset="117458.04">20530 12057 1241 0,'-23'12'0'0,"7"1"0"0,9-5 0 0,0-4 0 0,3 0 0 0,4-3 95 15,0-1-35-15,2 0 0 0,14 0 368 0,11 0-197 16,1 0-99-16,0-1 118 0,4-5-113 0,-2 1-52 15,0 0-405-15,-2 0 176 0,-1 1 88 16,-4 0 53-16,0 1 13 0,4 1-641 0,-8-1 331 0</inkml:trace>
  <inkml:trace contextRef="#ctx0" brushRef="#br0" timeOffset="117765.16">21112 11532 1207 0,'-5'-15'0'16,"3"7"0"-16,1 0 0 0,-1 0 0 0,0 2 0 0,0 0 57 0,0 5 479 0,2-1-244 0,0 0 132 0,0 2-195 15,0 0-99-15,0 10-48 0,6 10-25 16,-1 4 9-16,2 7 121 0,-2 10-77 0,-1 1-7 16,-1 8-35-16,1 3 0 0,-2 1 61 0,0 11-53 15,-1-5-21-15,-1 1-1 0,0-7 111 0,0 4-165 16,0-1 0-16,0-4-164 0,0-5 146 0,0-3 25 15,0-1 1-15,0-11 159 0,0-4-440 0,0-1 199 0,0-7 48 16,0-9 3-16,0-2-101 16,2-4 40-16,-2-4 39 0,2-2-267 15,-2 0 140-15,0 0 69 0,0 0-298 0,0-2 184 0,0-4 85 16,-2 0 53-16,0 2 23 0,1 1-563 16,1-1 294-16</inkml:trace>
  <inkml:trace contextRef="#ctx0" brushRef="#br0" timeOffset="117949.66">21463 12224 1627 0,'2'0'0'0,"-1"0"0"0,7 0 0 0,-3 0 0 0,0 0 0 0,-2 0 0 0,1 0 0 0,0 2 71 0,-3 0 533 0,1 2-285 0,2 1-144 0,-4 4 151 16,0 4-150-16,0 0-892 15,-7 9 734-15,-9-1 15 0,0 7 0 0,-5 1 8 0,-4 7-9 0,0 0-402 16</inkml:trace>
  <inkml:trace contextRef="#ctx0" brushRef="#br0" timeOffset="118707.9">21829 11551 876 0,'-10'-19'0'0,"3"8"0"0,3 4 0 0,2 3 0 0,2 3 0 0,-2-2 0 0,2 1 103 15,0 1-36-15,0 1 226 0,0 0-122 0,4 7-73 16,10 4-33-16,-1 4 258 0,4 2-145 0,-4-2-72 16,4 2-29-16,-1 3 89 0,-3-5-66 0,3 3-34 0,-4-2-101 15,0 3 34-15,-1 0 8 0,0-1 26 0,-5 1-129 16,0 2 65-1,-1-4-382-15,-3 0 217 0,0-5 119 0,0-2-1 0,0 0 44 16,-1-3-533-16,3-4 266 0,3-3 135 0</inkml:trace>
  <inkml:trace contextRef="#ctx0" brushRef="#br0" timeOffset="118934.3">22201 11414 1271 0,'0'-7'0'0,"0"3"0"0,0 1 0 0,0 2 0 0,0 1 0 0,0 0 0 0,0 1 249 0,0 17-112 15,-4 8 326-15,-1 8-215 16,-5 5-107-16,-3 11-55 0,-3 6-18 0,-4 13 120 16,-2 3-78-16,-3 1-38 0,0 2 112 15,0 0-75-15,-1 4-30 0,1-4-46 0,0-2 0 16,2-1 0-16,3-5-252 0,1-5 126 0,5-15 71 0,0 0 24 16,5-12-356-16,2-2 194 15,0-10 58-15,4-5 58 0,1-7-266 0,0-3 144 0,2-6 54 16,0-2 40-16,0 0 0 0,0-2-388 0,2-15 206 0</inkml:trace>
  <inkml:trace contextRef="#ctx0" brushRef="#br0" timeOffset="119167.78">22631 11454 1857 0,'0'-17'0'0,"0"13"0"0,0 2 0 0,0 2 0 0,0 0 0 16,0 0 0-16,0 12 0 0,0 7 185 0,0 8-76 0,-4 8-30 16,-9 13-8-16,-2 0 265 0,-2 5-152 0,-1 2-75 0,0-1 25 15,-3 1-42-15,3-1-166 0,-1-3 54 16,3-4 26-16,-4-3 1 0,6-2 25 0,-2-8 9 0,2-2-455 16,0-4 224-16,5-11 111 0,5-2-290 15,1-5 114-15,1-5-387 0,2-5 308 0,0 0 151 16</inkml:trace>
  <inkml:trace contextRef="#ctx0" brushRef="#br0" timeOffset="119320.88">22555 11866 1218 0,'9'-11'0'0,"-2"5"0"0,-2 3 0 0,1 0 0 0,-4-1 0 0,-1 2 279 0,3 0-127 16,-1 2-59-16,-1 0-31 0,1 0 329 0,3 0-179 15,-1 2-82-15,1 5-132 0,-1 3 0 16,2 0 35-16,-2 0 0 0,0 3-546 0,3-4 281 0,0 4 128 15,1-7-241-15,0 2 184 16,0-5 92-16</inkml:trace>
  <inkml:trace contextRef="#ctx0" brushRef="#br0" timeOffset="119526.03">22909 11468 1177 0,'2'-11'0'15,"0"2"0"-15,1 5 0 0,1 3 0 0,-2 1 0 0,0 0 0 0,-1 9 0 0,-1 10 0 0,0 6 461 0,0 8-214 0,-5 6 228 16,-8 4-221-16,-2 5-103 0,-4 3-63 16,-3 12-28-16,1-4 162 0,-3-2-94 0,-1 1-48 0,1-5 2 15,-6 11-50-15,1-8 1 0,5-9-258 0,-4 2 129 16,4-4 65-16,7-12 40 0,-1 0-556 16,11-14 288-16,2-6 145 0,3-4-7 0,2-7-603 0,0-2 337 15</inkml:trace>
  <inkml:trace contextRef="#ctx0" brushRef="#br0" timeOffset="119687.42">22835 11910 2433 0,'3'-4'0'0,"1"2"0"0,-1 2 0 0,1 0 0 0,-2 5 0 0,3 5 0 0,2 5 0 0,3 6 0 0,3 3 208 0,1 1-88 16,0 0-43-16,4 0 156 0,0 0-91 15,5 1-60-15,-2-3 65 0,1-1-58 0,0-1-28 16,-1-1-533-16,-1-2 261 0,3-1 117 0,-2 0 64 15,-1-1-906-15,-1-1 450 0</inkml:trace>
  <inkml:trace contextRef="#ctx0" brushRef="#br0" timeOffset="120935.97">23467 11696 831 0,'-6'-10'0'0,"1"6"0"0,0-2 0 0,2 1 0 0,-3 2 0 0,1 1 0 0,-3 0 0 0,-2 2 0 0,1 0 244 16,-2 4-106-16,-4 17-44 0,2 5-35 0,-6 12 152 15,4 5-89-15,2 2-45 0,2 1 131 0,5-7-80 0,3 3-51 16,3-2-23-16,0-5 115 0,9-5-69 0,5-4-33 16,5-7 8-16,6 2-17 0,0-10-25 15,-2-4 0-15,4-2-38 0,-1-5 0 0,-1 0 46 16,5-5-152-16,-6-11 72 15,-2-5 35-15,-3-1 1 0,-1-7 36 0,-7 0-196 16,-4-3 87-16,-2-2 16 0,-3-4-53 0,-2-4 37 16,0 2 30-16,-11 4-7 0,-8-11 7 15,1 8-7-15,-5 1 23 0,2 10 44 0,-4 2-22 0,-2 5-13 0,-1 6 80 16,-2 7-39-16,-2 6-21 0,2 2 18 16,2 4-41-16,1 12 67 0,3 2-27 0,7 3 19 0,4-5-167 15,2 11 63-15,7-6 28 0,4 5 5 0,0-2-152 16,4 1 78-16,13-3 44 0,3-3-381 15,7-3 199-15</inkml:trace>
  <inkml:trace contextRef="#ctx0" brushRef="#br0" timeOffset="121130.43">23818 11530 1180 0,'1'0'0'0,"-1"-7"0"0,5 3 0 0,4 0 0 0,2 1 0 0,1-3 0 0,1 1 56 0,4 0 384 0,5-2-204 0,1 4-102 16,1-3 21 0,-1 2-53-16,1 0-39 0,-2 3-163 0,1 1 67 15,-3 0 33-15,0 0-1 0,0 0 42 0,-5 0-525 16,-1 0 258-16,-5 0 129 0,-2 0-507 0</inkml:trace>
  <inkml:trace contextRef="#ctx0" brushRef="#br0" timeOffset="121511.46">24052 11449 1031 0,'-10'5'0'0,"2"0"0"0,2 4 0 0,1 3 0 0,-1 0 0 0,3-3 0 0,-3 5 0 0,-2 1 92 0,2 2-30 15,-3 4 0-15,-3 2 50 0,3-7-31 0,-5 9-8 16,-3-4-55-16,2-3 14 0,-1 0 1 0,0-6 23 16,-3 2 7-16,1-6-30 0,6 2 0 0,1-6 0 0,-1 2 117 15,5-5-59-15,1 2-20 0,3-3 133 16,1 0-86-16,2 0-42 0,0 0-19 15,0 0 8-15,9 0-32 0,5 0 0 0,4-3 0 0,1 2-23 16,1-3 1-16,1 0 30 16,0 2-277-16,-1 1 134 0,1-2 67 0,-2 2-479 15,-3 1 234-15,0 0 132 0,-2 0 22 0,-3 0 49 16,1 0-306-16,-3 0 175 0,-1 0 88 16,0 0-96-16,-3 0 95 0,1-2 44 0,-3-7 105 15,-2 1-31-15,2-2 0 0,-1 2 99 0,0-1-60 0,-2-4-35 0,0 5 1 16,0 1-35-16,0 0 0 0,0 1 353 15,0 3-125-15,0 1 260 16,0 0-192-16,0 0-116 0,0 2-56 0,0 0 102 0,0 0-83 16,0 4-39-16,0 4-1 0,0 5-3 15,0-2-34-15,0 3-121 0,0 2 57 0,0 0 32 0,0-1 0 16,0 3 31-16,0-1-548 0,0 1 280 16,0 3 77-16</inkml:trace>
  <inkml:trace contextRef="#ctx0" brushRef="#br0" timeOffset="121658.07">23872 11959 1415 0,'-16'2'0'0,"6"-1"0"0,4 1 0 0,3 0 0 0,1-2 0 0,2 0 0 0,0 0 0 0,2 0 0 0,10-4 176 0,4-1-75 0,3-1-34 16,1-1-1-16,-1-1-117 0,1 2 42 0,1 2 29 0,-3 1-435 16,-4-1 224-16,2 2 112 0,-7 0-209 15,0 1 148-15,-1 1 76 0</inkml:trace>
  <inkml:trace contextRef="#ctx0" brushRef="#br0" timeOffset="121952.93">23962 11859 507 0,'-9'-4'0'0,"2"1"0"0,1 0 0 0,-1 3 0 0,5 0 95 0,-2 0-35 0,2 12 190 0,0 3-108 16,2 2-55-16,0 5-27 0,0-1 8 0,0 7 113 16,0-3-74-16,0 1-38 0,0-5-27 0,0 0-9 15,4-3 8-15,1-1-206 0,3-5 98 0,0-5 51 0,3-2 24 16,0-5 0-1,4 0 33-15,2-5-351 0,0-10 164 0,-1-6 39 0,4-1-99 16,-1-5 47-16,-1-5-78 0,3-5 106 16,-2 1 50-16,-1-1 25 0,-2 7-1 0,0-2 25 15,-4 7 32-15,3-1 0 0,-6 5 205 0,1 6-121 16,-5 6-58-16,2 1-30 0,-3 5 417 0,2 3-186 16,-2 0-115-16,-2 0 127 0,2 8-104 0,-3 6-49 15,1 2 53-15,-2 2-57 0,2 1-25 0,-2 0 1 0,2 1-272 16,0-3 123-16,0-4 71 0,-1 0-437 15,5-3 245-15,-1-5 114 0,2-3 62 16,-4-2-23-16</inkml:trace>
  <inkml:trace contextRef="#ctx0" brushRef="#br0" timeOffset="122175.47">24373 11501 833 0,'7'-21'0'0,"-3"9"0"0,-1 3 0 0,3 4 0 0,-4 3 0 0,5 2 57 0,-1 0 432 16,1 16-228-1,3 9 153-15,-3 6-195 0,1 12-93 0,-2 1-47 16,-3 6-23-16,1 6 406 0,-2 2-206 0,-1 0-78 16,-1-2-72-16,0-1-37 0,0-5 0 0,0-1-36 0,0-9-138 15,0-1 65-15,-3-7-220 16,-1-8 145-16,1-1 75 0,-3-8 44 0,-2-3-8 0,-1-5-132 16,-2-3 85-16,-3-3-32 0,-2-1 46 0,-2 0-420 15,-4-1 216-15,0-10-265 0,-1-5 237 16,0 0 118-16,3-9 59 0,1-3-413 0</inkml:trace>
  <inkml:trace contextRef="#ctx0" brushRef="#br0" timeOffset="122427.8">24683 11276 1222 0,'3'-12'0'15,"-1"5"0"-15,3 1 0 0,-1 3 0 0,-2 2 0 0,1 1 58 0,1 0 384 0,0 10-205 16,3 14-102-16,-1 9 346 0,2 9-228 0,-1 7-110 16,3 3-56-16,-3 14 261 0,2-6-158 0,-3-3-70 0,2 12-48 15,-1-7 235-15,1 0-307 0,-1-2 0 16,1-7 0-16,0 5 0 0,-5-2 0 0,0-1 0 16,-3-3 0-16,0-5 0 0,0-4 0 0,0-9 0 0,-5 0-535 15,-3-9 303-15,1-3 64 0,0-3-635 16,1-5 385-16,1-4 185 0,1-2 104 0,2-5 48 15</inkml:trace>
  <inkml:trace contextRef="#ctx0" brushRef="#br0" timeOffset="122612.3">25299 12543 2390 0,'0'0'0'0,"0"10"0"0,5 4 0 0,2-1 0 0,-3-2 0 0,-2-2 397 0,0-2-183 0,-2-2-82 0,3-1 81 15,-3-4-90-15,0 0-45 0,0 0-23 0,0-2-336 0</inkml:trace>
  <inkml:trace contextRef="#ctx0" brushRef="#br0" timeOffset="124807.95">8868 13546 1073 0,'-9'-5'0'0,"2"2"0"0,7 1 0 0,-2 2 0 0,2-2 0 0,0 2 0 0,2-1 0 0,10-2 0 0,3 2 139 0,7-3-53 0,3-2 112 0,1-1-82 16,4 5-42-16,-3 0-13 0,5 0-1 0,-5 0 0 16,-3 2-27-16,-2 0 0 0,0 0-59 0,-3 0 38 15,-4 6-8-15,-4-4 29 0,-2 5-158 0,-1-1 78 16,-4-2 41-16,-2-3-231 0,0 2 123 0,-2 0 26 16,0-3-63-16,-8 2 48 0,-5-2 38 0,-2 0-6 15,0 0 4-15,-2 0 35 16,2 0-1-16,-2 0 0 0,4-2 43 0,4 0-29 15,0 2 8-15,-2 0-22 0,4 0 225 0,2 0-93 16,1 6-60-16,2 4 254 0,2 5-142 0,0 2-43 16,0 5-44-16,0 6 130 0,6 2-72 0,1 6-49 15,0 6 29-15,2 0-34 0,-4 3-1 0,0 3-34 16,-1-8-24-16,0 13 24 0,-2-7-1 0,-1 0 1 16,-1-1-104-16,0-2 52 0,0-7 33 0,0 0-7 15,-1-4-174-15,-5-9 73 0,-1-3 55 16,0-4-97-16,-5-2 64 0,3-7 7 15,-1 0 124-15,-1-2-46 0,1-4 0 0,1 2-52 16,1-3 294-16,4 0-126 0,3 0-65 0,-1 0-20 16,0 0 140-16,2 0-58 0,0 0-45 0,0 0 55 15,12 0-51-15,9 2-27 0,-5-2 63 0,9 1-45 16,-4 3-13-16,6 0-8 0,-2 2-96 0,1-3 37 16,-1 1 1-16,-2 0 35 0,-2-3-339 0,4 1 163 15,-2 0 88-15,-3-2 9 16,-1 0-280-16,1 0 118 0,-1 0 92 0,0-2-497 15,0-9 291-15</inkml:trace>
  <inkml:trace contextRef="#ctx0" brushRef="#br0" timeOffset="124970.02">9468 13798 1097 0,'0'0'0'0,"7"0"0"0,-2 0 0 0,2 0 0 0,1 0 0 0,3 0 0 0,0 0 446 0,2 0-210 15,3 0-102-15,-2 0-50 0,4 3-3 0,1-3-24 16,-1 0 8-16,1 0-210 0,-3 0 89 0,2 0 44 16,-6 1 23-16,3 4-593 0</inkml:trace>
  <inkml:trace contextRef="#ctx0" brushRef="#br0" timeOffset="125130.59">9574 14054 1331 0,'-14'12'0'0,"5"-2"0"0,4-3 0 0,-3-1 0 0,5-4 0 0,3 2 0 0,0-1 0 0,0 0 483 0,9 1-225 0,5 0-113 0,7-2-56 16,2 0 243-16,0 0-142 0,1-1-82 0,-2 1-80 15,3-2 5-15,-5 0-1 0,1 0-481 0,0 0 249 16,0 0 113-16,-5 4 59 0</inkml:trace>
  <inkml:trace contextRef="#ctx0" brushRef="#br0" timeOffset="126470.26">11022 13533 511 0,'2'0'0'0,"0"0"0"0,-1 0 0 0,3 0 0 0,0 0 0 0,-1-4 0 0,2 0 166 0,-1-2-66 16,1-1-34-16,-3-1 56 0,3-3-45 0,-1 0-13 16,0-2 62-16,-1-3-46 0,0 1-23 0,-1-1-1 15,0-4-47-15,0 2 9 0,-1-1 15 0,-1 1-1 16,0-2-63-16,0 2 32 0,0-1 0 0,-3 2 40 16,-6 2-75-16,2 0 33 0,-4 2 5 0,-1 1-7 15,1 2-7-15,-3 0 4 16,0 2 51-16,0 5-1 0,-2-1-43 0,0 3 10 15,0-2 107-15,2 3-44 0,-2 0-24 0,3 3 0 16,0 4 87-16,2 4-52 0,2 1-26 0,-1-1 48 16,2 3-41-16,5 1 0 0,-1 1-33 0,2 1 17 15,2 1-17-15,0 3 8 0,0 0 14 0,0 5 0 16,0-1-22-16,0 2 0 0,2 1 57 0,0 5-33 16,2 1 0-16,-1 7-24 0,3-2 75 15,-3 3-38-15,4-5 8 0,-2 10 25 16,1-6-36-16,-1 1 1 0,-1-6-35 0,1 1 24 15,0 1 9-15,-2-3-33 0,1 3 3 0,0-3-3 16,-2 3 0-16,-1 3 0 0,1-5-10 0,-2 7 10 16,0-3 0-16,0 1 0 0,0-8-34 0,0 5 0 15,0-4 196-15,-3-4-383 0,-1 1 179 16,-2-7 0-16,1-3 18 0,-3-3-55 0,0-1 30 0,-1-4-4 16,-3-1 24-16,2-2-38 0,-1-4 0 15,-3 1 23-15,1-2-108 0,0-3 50 16,-2-2 31-16,1 3 3 0,0-3-207 0,-2 0 96 15,5 0 49-15,-1 0 30 0,0-4-174 0,1-2 104 16,3 0 52-16,0 1-251 0,5-2 144 0,1-4 83 16,2-1-161-16,0-1 119 0,13-2 58 0</inkml:trace>
  <inkml:trace contextRef="#ctx0" brushRef="#br0" timeOffset="131364.03">11387 14286 248 0,'-6'0'0'0,"1"-2"0"0,4 0 0 0,-3-3 0 0,2 4 0 0,0-2 77 0,-1 0-22 0,1 1 9 0,-2-1 10 16,2 1-21-16,-1 0 0 0,1 0-20 0,-3 0 22 15,4 0 7-15,-1 2-29 0,0-2 49 16,0 2-24-16,-1 0-1 0,1 0-24 16,-2 0 71-16,0 0-40 0,1 0 0 0,-4 4-31 15,2 7 40-15,-1 1 1 0,1 5-33 0,0 0 25 16,-1 1 1-16,3 1-34 0,0 2 0 0,1 1 26 16,2-1 9-16,0 2-35 0,0 3 0 0,0-7 24 15,5 3-1-15,4-2-23 0,0 1 39 16,2-3-8-16,0-2-31 0,4-3-31 0,0-2 0 15,0-4 31-15,4-4 8 0,-1-3-76 0,3 0 33 16,4 0 1-16,-10-1 34 0,6-17-121 16,-6 3 53-16,0-9 14 0,-4 2-29 0,-1-3 16 15,-5-1 1-15,-3 1 4 0,-2-2-32 0,0 6 16 16,0-8 1-16,-9 13 29 0,-3-4 0 0,-3 6-11 16,-2 2 10-16,1 3 96 0,-4 4-46 0,-1 4-21 15,1 1 0-15,-1 0 68 0,2 0-40 16,1 7-12-16,3 3 0 0,0 0 17 0,4-1-37 15,3-4 32-15,1 1-142 0,3 0 61 16,2 0 25-16,0-4-278 0,2-1 142 0,0 3 55 16,0-1 44-16,2 0-318 0,7-2 168 0,0-1 85 15,5 0 42-15</inkml:trace>
  <inkml:trace contextRef="#ctx0" brushRef="#br0" timeOffset="131969.41">11583 13043 754 0,'0'-6'0'0,"0"2"0"0,0 0 0 0,0 3 0 0,0-2 0 0,0 2 0 0,-1-1 0 0,-1 0 131 0,2-1-41 0,-2 2 140 15,2 1-98-15,0 0-50 16,0 0-24-16,0 0 34 0,0 0-21 0,0 0-9 16,0 0-29-16,0 1 30 0,0 10 0 0,0-1-30 15,0 4 8-15,2 0 92 0,-2 5-51 0,0 0-24 16,0 4 38-16,0 0-32 0,0-1 9 0,0 4-40 16,0-1 28-16,-2 2 1 0,0-4-30 0,2 2-18 15,0-3 27-15,0 1-8 0,0-1-1 16,0-3-28-16,0-2 29 0,0-2 0 0,2-2 8 0,0-2-61 15,0 0 27-15,-1-4-1 0,1 0-39 16,0-3 28-16,0-2 10 0,0-1-5 16,-2-1-9-16,0 0 0 0,0 0 13 0,0 0 79 15,0 0-31-15,0 0-4 0,0 0-33 0,0 0 50 16,0 0-19-16,0 0 0 0,0 0-5 0,0 0 24 16,0 0-10-16,0 0 0 0,0 0-107 0,0 0 40 15,0 0 17-15,0 0-177 0,0 0 93 0,0 0 48 16,0 0 14-16,0 3-205 15,0-2 93-15,0 1 60 0,0-2 3 0,0 2-16 16,0-2 7-16,0 0 20 0,0 0-7 0,1 0-241 16,4 0 135-16,-1 0 68 0</inkml:trace>
  <inkml:trace contextRef="#ctx0" brushRef="#br0" timeOffset="137504.72">12414 13745 629 0,'-6'0'0'0,"1"-5"0"0,1 2 0 0,-2 1 0 0,2-1 0 0,-1-2 0 0,1 0 91 0,-2 1-30 15,3 1 9-15,-1 1 24 0,0-2-30 0,0 2-1 16,-2-2-30-16,3 2 107 0,-1 1-46 0,1-1-34 16,-3-1 0-16,1 0 66 0,0 1-46 0,1 1-24 15,-1-2 82-15,1 3-56 0,-1 0-25 0,-2 0 33 16,2 0-29-16,-1 0 0 0,-1 0-20 0,2 3 18 16,-3 3-26-16,-2 0 0 0,3 2 0 0,-2-1 15 15,-1 4-7-15,3 1-8 16,-4 1-1-16,3 3-13 0,-2-2 14 0,3 2 8 15,0 2-9-15,-1 2 1 0,4-3 0 0,-1 3-1 16,3 0 1-16,-2 0 7 0,2 1-7 0,2 0-11 16,0-1 8-16,0 2 2 0,0 0-2 0,0 0 38 15,0 0-36-15,0-5 0 0,2 4 2 0,5 0-7 16,1-2 6-16,0 1 8 0,1-1-18 0,0 1 9 16,1 0 1-16,1-4 4 0,0 3-4 0,5-4 7 15,-4 1-7-15,4-4 18 16,0 0-18-16,3-3 0 0,-1-2-1 0,3-1-15 15,0-4 15-15,2 0 1 0,1-2-34 0,-1 0 0 16,-2 0 30-16,0 0 9 0,0-5-53 0,0-3 21 16,-2 1-7-16,-2-4-12 0,-1 3-5 0,0-3 43 15,-2 0-16-15,0-1-34 0,-1-3 35 0,-1 0 5 16,-1-2-8-16,-2-2-19 0,-1 1 19 0,-1-8 4 16,-1 9-7-16,-3-6-20 0,1 0-4 0,-2 3 23 15,0-3-39-15,-1 1 0 16,2 1 34-16,-3 0-20 0,0 1-4 0,0 3 18 15,0-3 5-15,0 4-16 0,-4 1 14 0,-4 0-1 16,1 3-4-16,0-5 29 0,-3 2-25 0,-1 2-2 16,0-1 17-16,-1 0-14 0,1 1 0 0,-3 0 3 15,4 0 19-15,-3 4-17 0,1-3-2 16,1 4-18-16,0 0 18 0,1 4 1 0,-3-2-1 16,1 2 10-16,1 2-9 0,-1 0-2 15,0 1 1-15,-1 1 27 0,-2 0-26 0,2 0 0 16,-3 3 10-16,4 3-9 0,-3 1-1 0,1 1 3 15,2 0-24-15,-2 0 2 0,1 0 20 0,2 0-95 16,-1 0 44-16,3-1 18 0,-3 1 2 0,5-1-139 16,0-2 75-16,0 2 28 0,1 0 15 0,0-2-241 15,2 0 130-15,2 0 65 0,0 1-429 0,2 1 246 16,0 0 117-16,2 1 69 0</inkml:trace>
  <inkml:trace contextRef="#ctx0" brushRef="#br0" timeOffset="140026.57">13685 13209 746 0,'-6'-3'0'0,"1"0"0"0,1 2 0 0,1 1 0 0,-1 0 0 0,2 0 0 0,-1 0 0 0,2 0 219 0,-1 0-94 0,2 0-46 0,0 0-23 0,0 0 128 15,0 0-81-15,0 6-34 16,0 7 15-16,2 6-25 0,4 5 0 0,-4 4-18 15,2 4 129-15,-3 5-68 0,-1 7-35 0,0-1 98 16,0 2-66-16,0 6-25 0,-1 0-8 0,-3-1 23 16,-3 1-28-16,4-2-1 0,-1-5-27 15,2-4 40-15,1 0-41 0,-1-5 1 0,2-3 35 0,0-3-35 16,0-8 0-16,0-3 29 0,0-1-29 16,0-8-1-16,0 1 1 0,0-7-3 15,0-1 3-15,0 0 8 0,0-2-8 0,0 0 31 16,0 0 0-16,-4 0-31 0,-1-4-1 0,-1-5-34 15,-2-4 13-15,2-4 0 0,-3-4-153 0,-3-2 79 16,2-3 44-16,-1-3 18 0,-5 1-89 0,3-1 38 16,-4 1 30-16,1 2-128 0,-3 3 70 0,2 10 10 15,-2 0 28-15,-2 3 67 0,1 7-25 0,-1 1-35 16,0 2 4-16,-1 0 234 0,1 15-108 0,2 0-41 16,3 4 214-16,0 3-114 15,3 4-69-15,2 2 2 0,3 4 242 0,5-1-329 16,1-2 0-16,2-1 0 0,0 1 0 0,2-4 0 15,7 0 0-15,6-2 0 0,0-2 0 0,0-6 0 16,4-3 0-16,2 0 0 0,1-3 0 0,-1-4 0 16,1-3 0-16,-1-2 0 0,0 0 0 15,-1 0-368-15,-1-5 167 0,2-6 93 0,-4-1 24 0,0 0-248 16,1-3 141-16,-2 4 84 16,0-3 37-16,3 1-555 0,-2-2 296 0,4-1 149 15,-4-1 65-15</inkml:trace>
  <inkml:trace contextRef="#ctx0" brushRef="#br0" timeOffset="140275.91">13798 13680 1657 0,'0'-12'0'0,"0"4"0"0,2-2 0 0,3 1 0 0,5 0 0 0,1 1 0 0,7 0 0 0,0 6 311 0,5 0-130 0,-1 2-79 16,2 0 313-16,-1 2-191 0,0 8-96 0,-2 7 22 15,-5 0-50-15,3 8-38 0,-4 1 0 0,-6 2-63 16,-3 0 1-16,-2 4 32 0,-4 1 9 0,0 0-154 15,-7 1 72-15,-9-1 38 0,-5 0-110 0,-3-3 73 16,-4-2 42-16,-8 1-8 0,-2-6-162 16,1-5 84-16,-2 2 0 0,-1-6-64 0,8 0 42 0,-4-1 41 15,4-6 10-15,9-1-64 0,2-3 44 0,7-3 20 16,3 0-7-16,4 0-191 0,7-12 110 16,2-5 55-16,12-6-336 0,14-2 196 0,1 4 89 15</inkml:trace>
  <inkml:trace contextRef="#ctx0" brushRef="#br0" timeOffset="140491.34">14277 13504 1647 0,'4'-19'0'0,"-2"9"0"0,-2 0 0 0,0 0 0 0,-6 5 0 0,-6 1 0 0,0 2 0 0,-6 2 479 0,-2 4-224 0,-2 13-102 15,-5 11-65-15,-1 8 133 0,1 7-94 0,3 8-48 16,4 3 265-16,2 2-148 0,8-3-86 0,6-3-38 15,4 0 252-15,0-3-324 0,14-5 0 0,6-5 0 16,8 1 0-16,2-4 0 0,2-3 0 0,2-5 0 16,-1-3 0-16,-1-5 0 0,2-3 0 0,0 1-293 15,-1-5 179-15,-3 1 3 0,4-2-923 16</inkml:trace>
  <inkml:trace contextRef="#ctx0" brushRef="#br0" timeOffset="151205.49">15005 13700 387 0,'-5'0'0'0,"1"1"0"0,1-1 0 0,1 0 0 0,0 2 0 0,-2-2 203 16,0 0-77-16,2 0-51 0,0 0-21 0,2 0 156 16,0 0-89-16,-2 0 48 0,2 0-61 0,0 0-41 15,0 0-1-15,0 0 109 0,0 2-71 0,0 0-35 16,0 2 7-16,4 1-43 0,8-2 0 0,-1 4-1 15,4-6 1-15,2 4 280 16,4-4-131-16,0 1-80 0,4 0-34 0,2-2 72 16,1 0-53-16,2 0-28 0,0 0 8 0,2 0-8 15,2 0-26-15,-1 0-1 0,-1 0-41 0,2 0 21 16,-6 0 8-16,4 0-127 0,-9-2 70 0,1 0 35 16,-3 2-1-16,-4 0-145 0,-2 0 80 0,-6 0 15 15,-1 0 29-15,-3 0-139 0,-1 0 73 0,-1 0 9 16,-2 0-155-16,-1 0 102 15,0 0 50-15,0-1-80 0,-1-5 66 0,-6-1 24 16,-2 1 8-16,0-2-412 0,-3-1 222 0</inkml:trace>
  <inkml:trace contextRef="#ctx0" brushRef="#br0" timeOffset="151408.97">15317 13176 1555 0,'0'-10'0'0,"-4"6"0"0,1 1 0 0,1 1 0 0,-2 0 0 0,4 2 0 0,-1 0 0 0,-1 0 69 0,2 7 384 0,0 14-211 0,0 4 69 16,2 4-140-16,3 9-60 0,4 13-44 0,3 9 189 15,-3 0-112-15,0 6-56 0,-2 7-28 0,-4 2-3 16,-1 0-24-16,0 5-1 0,-2-5 1 0,0 0-290 16,0-4 144-16,0-11-557 0,0 2 346 0,0-7 125 15,0-7 103-15,0-12-721 0</inkml:trace>
  <inkml:trace contextRef="#ctx0" brushRef="#br0" timeOffset="153216.16">16894 13275 582 0,'0'0'0'0,"0"0"0"0,0 0 0 0,0 0 0 0,0 0 0 0,2 0 0 0,-1 0 0 0,1 0 0 0,0-2 60 15,0-3 9-15,2-1 35 0,-3-2-35 0,3-1 0 16,-2 1-37-16,0 0 31 0,-1-3 8 0,1 1-38 16,0 0 0-16,1 1 37 0,-1-2-37 0,0 1 0 15,-2-1 25-15,0 0-25 0,0-1-1 0,0 1 1 16,0-2 11-16,0 0-11 0,-2 0 8 0,-5 0-20 16,2-3 11-16,-2 1 1 0,-1 3 0 0,0-2-2 15,-1 0 2-15,0 0 0 0,-2 3-1 16,1-2-14-16,-1 4 11 0,-1 1 11 15,1-3-45-15,0 5 0 0,-1 0 31 0,5 2 2 16,-4 0-48-16,4 1 29 0,-3-1-13 0,3 1 8 16,1-1 14-16,1 0 1 0,-2 2-6 0,4 0 40 15,-1 0-6-15,2 1-29 0,0-2-3 0,2 2 44 16,-2 1-38-16,2-2 4 0,-1 2 50 0,-3 0-25 16,0 0 9-16,-1 0-32 0,0 6-22 0,0 1 32 15,-2 2 2-15,1 2-8 0,1 1 2 0,0-1-2 16,0 3 2-16,3 0-10 0,-2 1 7 15,2 0 1-15,0 2-5 0,2-1 31 16,0 4-28-16,0 1 8 0,0 1-2 0,0 4-5 16,0-4 1-16,0 5-1 0,0 1 38 0,0 3-28 15,0-1-4-15,0 2 35 0,0-1-38 0,0 3-1 16,2 0 1-16,0 0 32 0,0 1-7 0,2 3-26 16,-1 0 1-16,4 4 38 0,-2-2-38 0,-1-3 8 15,1 7-8-15,-1-8-6 0,1 3 6 16,0-1 0-16,-1-1-21 0,-1-1 8 15,1 0 12-15,-1-4 1 0,-1 1-57 0,0-1 28 16,-2-2-9-16,0 1-2 0,0-2-5 0,0-1 24 16,0 0 8-16,0-3 188 0,-2 2-208 0,-1-7 0 15,-5 6 0-15,3-8 0 0,-5 2 0 0,1-3 0 16,1 0 0-16,-3-4 0 0,0-2 0 0,-3-1 0 16,1-3-189-16,-1-3 171 0,-4-3 0 0,1-1-211 15,-3 0 111-15,-3 0 40 0,2-9 32 0,1-8-287 16,1-2 149-16,4 1 68 15,-4-9 46-15,7 3-283 0,1-3 161 0,4 2 79 16,5 0-135-16,2-5 112 0,0 2 52 0,4 3-334 16,12 1 193-16,4-1 96 0</inkml:trace>
  <inkml:trace contextRef="#ctx0" brushRef="#br0" timeOffset="153826.74">17094 14068 402 0,'0'-5'0'0,"0"0"0"0,0 1 0 0,0 0 0 0,-2 1 0 0,2 1 0 0,-2-2 288 0,0 3-120 0,-1-1-71 15,3 0-33-15,-2 0 136 0,0 2-83 0,0 0-43 16,-2 0 76-16,2 0-63 0,-2 0-27 0,-1 0 34 16,1 9-31-16,-1 2 0 0,-1 3-22 0,1 2 30 15,2 1 0-15,1 4-38 0,2 0 0 0,0 0 75 16,0 1-42-16,0-1 1 0,2-1-34 0,6-1 45 16,3 0-22-16,0-4 7 15,3-2-62-15,0-4-1 0,2-1 33 0,0-2-29 16,0-4 0-16,0-2 37 0,1 0-9 0,-2 0-78 15,-1-4 30-15,-2-9 23 0,0-2-9 0,-3-3-125 16,-3-6 51-16,-3 1 41 0,-1-3-3 0,0 0-59 16,-2-2 32-16,0-2 23 0,-2 2-8 0,-5-1-1 15,-4 5 19-15,1 6 55 0,-3-3-3 0,0 7-47 16,-2 2 3-16,-2 4 62 0,2 2-24 0,0 5-1 16,0 1-12-16,-1 0 64 0,4 0-25 0,1 1-21 15,1 8 4-15,2-1-82 16,3 1 35-16,1 1 1 0,3 0-283 0,1-3 146 15,0 3 64-15,0-5-335 0,0 1 199 0,7-2 92 16,2-3 57-16,-1-1-278 0</inkml:trace>
  <inkml:trace contextRef="#ctx0" brushRef="#br0" timeOffset="154252.6">17239 12755 1000 0,'0'-2'0'0,"-2"0"0"0,2 1 0 0,-2-1 0 0,2 2 0 0,-2 0 0 16,-1 0 136-16,3 0-43 0,0 0-34 0,0 0 299 0,0 0-162 15,0 0-82-15,0 3 86 0,0 11-75 0,0 3-50 16,0 1-22-16,0 7 107 0,0 1-64 0,0 0-32 16,0 4 9-16,0 0 52 0,0 4-46 0,0-1-24 15,0 1 9-15,0 3 0 16,0-2-24-16,0-1-7 0,0-2 0 0,0 0 0 15,0-6 0-15,0-3-64 0,0-1 41 0,0-3-9 16,3-5 32-16,-1-4-114 0,2-2 57 0,-3-4 10 16,1-1 7-16,-2-3-146 0,0 0 80 0,2 0 18 15,-2 0-11-15,0 0 12 0,0 0 18 0,0-3-10 16,0-1-355-16,0 0 184 0</inkml:trace>
  <inkml:trace contextRef="#ctx0" brushRef="#br0" timeOffset="173633.11">18012 13416 402 0,'-9'0'0'0,"5"0"0"0,0 0 0 0,2 0 0 16,0 0 0-16,1 0 226 0,1 0-96 0,0 0 114 0,0 0-106 0,0 0-52 15,0-2-19-15,0 0 16 16,7-1-26-16,7-4 0 0,-2 1-24 0,4-2 120 15,-2-1-53-15,2 1-37 0,0-2 0 0,0 0 34 16,-2 0-33-16,4 1 1 0,-6-3-24 0,2 3 15 16,-3-2 0-16,0 1-23 0,-1-1-31 0,-1 0 30 15,-2-3 9-15,1 1-8 0,0 2-37 0,-3-4 37 16,-1 2 0-16,0 1-62 0,-1 4 39 0,-1-2-15 16,0 4 37-16,0 2-30 0,-2 3 0 0,0-1 3 15,0 0-1-15,0 2 112 16,0 0-47-16,0 0-24 0,0 0 38 0,0 0-24 15,0 9 18-15,0 1-4 0,0-1 0 0,0 4-40 16,0 1-1-16,0-2 40 0,0 4 8 0,0 1-47 16,0 5 0-16,0 2-1 0,0 5 1 0,0 0 0 15,0 6-37-15,0-1 14 0,0 4 0 0,0-2 23 16,0 1-89-16,0 1 44 0,0-1 19 0,0 1-64 16,0-2 25-16,0 0 24 0,0-1-6 0,-2-1-104 15,-5 0 46-15,-1-2 35 0,1-2-2 0,-3-2-43 16,1-3 21-16,0-4 20 15,-1-3-10-15,1-3 64 0,-2-4-47 0,1-1 9 16,2-4 78-16,-1-1-38 0,2-3 1 0,-1-2 128 16,1 0-70-16,1 0-40 0,2 0-9 0,1 0 90 15,1 0-37-15,0 0-35 0,2 0 8 0,0 0 201 16,0 0-110-16,0 0 100 0,2 0-242 0,9-3 0 16,4-1 0-16,2 1 0 0,2 0 0 15,1 0 0-15,-1 2 0 0,4 0 0 0,-3 1 0 0,1 0 0 16,0 0 0-16,-3 0 0 15,-1 0 0-15,0 0 0 0,-2 2 0 0,-6 3 0 16,0-1 0-16,0 0 0 0,-4-1 0 0,-3 1 0 16,0-2-200-16,0 0-170 0,-1-2 161 0,-1 1 82 15,0-1 46-15,0 0-408 16,0 0 228-16,0 0 114 0,-1 0 57 0,1-9-587 0,0-8 327 0</inkml:trace>
  <inkml:trace contextRef="#ctx0" brushRef="#br0" timeOffset="174106.72">18416 12969 1021 0,'-4'-14'0'0,"-1"4"0"0,5 4 0 0,-2-1 0 0,2-1 0 0,0 0 0 0,0-1 0 0,0 0 209 0,7 0-88 0,8-3-36 15,1 2-30-15,-2 1 193 0,2 1-108 0,0 1-53 16,1 3 75-16,-6 3-57 0,5 1-40 0,-5 0 3 16,1 0-1-16,-3 13-35 0,-2 0 1 0,-3 3 29 15,-1 4-7-15,-1-2-23 0,0 3 1 0,-2 0-23 16,0-1 1-16,0 1 29 0,-6-2-40 16,-3-1-1-16,-2-1 34 0,-1-3-87 0,0-1 32 0,-2 0 21 15,1-4-7-15,0 1-15 0,2-3 0 0,-2 0 21 16,5-1 16-16,-1 0 146 15,1-2-73-15,3-2-38 0,3 0 0 0,0 0 227 16,2-2-113-16,0 4-70 0,0-3 17 16,0 3-40-16,9-1 1 0,4 1 49 0,4-1 73 0,0 2-193 15,2-3 0-15,2 1 0 0,-1 1 0 0,1-2 0 16,-2 2 0-16,-1 0 0 0,1 1 0 0,-4-1 0 16,1 0 0-16,-4-2 0 0,-2-1 0 0,-1-1 0 15,-1 3 0-15,-3-3 0 16,-1 0 0-16,-1 0 0 0,-2 0 0 0,1 0-174 15,0-3 170-15,-2 2 182 0,0-5-178 0,0 0-167 16,0 3 154-16,0-1-105 0,0 0 52 0,0 1 25 16,0 0 0-16,0 2-580 0,4 1 286 0,1 0 156 15,4 5-329-15</inkml:trace>
  <inkml:trace contextRef="#ctx0" brushRef="#br0" timeOffset="174505.86">18893 13574 679 0,'0'-2'0'0,"0"0"0"0,0 0 0 0,0 0 0 0,0 2 0 0,0-1 0 0,0 1 510 0,0-2-244 0,0 0-116 15,3 2 319-15,4 0-219 16,0 0-108-16,2 0 233 0,1 0-175 0,1 0-83 15,-2 0-43-15,1 5 63 0,-2 1-52 0,-3-1-18 16,2 1-8-16,-1 0 93 0,0 0-60 0,-2-3-29 16,-2-1 145-16,-1 0-208 0,1-2 0 0,0 2 0 15,-2-2-324-15,0 0 233 0,0 0 62 0,0-4 39 16,0-3-785-16,0-1 380 0</inkml:trace>
  <inkml:trace contextRef="#ctx0" brushRef="#br0" timeOffset="176652.6">19845 13591 523 0,'-2'0'0'0,"2"0"0"0,-2 0 0 0,2 0 0 0,-1 0 0 0,1 0 0 0,0 0 0 0,0 0 62 16,0 0-29-16,0 0 35 0,0 0-35 0,0 0 8 15,0 0-8-15,0-4 26 16,0 0 0-16,0-2-26 0,0-1 29 0,0 0 9 0,0-1-38 16,0-1 0-16,0-1 31 0,0-1 1 0,0-2-32 15,0 7 32-15,-6-5-8 16,-1 3-25-16,-5 1 26 0,3 2-25 0,-4 2-1 15,-1 2 9-15,0 1 26 0,-3 0-35 0,-3 9 1 16,0 6 0-16,-1 5 0 0,3 3 13 0,-1 4-13 0,3 3 0 16,-2 4 47-16,6 1-23 0,0 1 0 0,6 1 71 15,3-1-52-15,3-2-21 0,0-1-1 0,0-2 18 16,1-5 0-16,9-5-31 0,3-3-9 0,0-3-30 16,4-3 31-16,1-5-1 15,0-5 1-15,2-2-45 0,1 0 18 0,0-9 0 16,-1-14-70-16,3-9 48 0,-8-1 20 0,3-15-188 15,0 0 87-15,-2-15 52 0,-2 4 26 0,-3-5-172 16,-4 4 71-16,3-18 52 0,-3 5 6 0,1-2-55 16,-3 2 42-16,3 4 21 0,-4 12-33 0,1-1 32 15,-1 8-1-15,0 15 23 16,-3 9 143-16,-1 3-71 0,0 11-44 0,0 2 296 0,0 6-147 16,0 4-82-16,0 0 223 15,0 24-136-15,-3 9-41 0,1 10-44 0,0 4 1 0,2 13 82 16,0 0-58-16,0 2 158 0,0-3-100 15,7 15-61-15,5-4-26 0,-1-1-1 0,0 1 93 16,1-2-60-16,-1-12-21 0,3 4 144 0,-2-7-215 16,1-1 0-16,-1-16 0 0,1 1 0 15,-4-13 0-15,3-1 0 0,-5-10-490 0,-2-3 332 0,1-6 80 16,-1-4 51-16,0 0-11 0,-1-6-271 16,-1-11 101-16,1-7-389 0,0-3 283 15,-1-3 140-15,1-4-217 0,4-7-100 0</inkml:trace>
  <inkml:trace contextRef="#ctx0" brushRef="#br0" timeOffset="176840.31">20236 13296 635 0,'2'0'0'0,"1"0"0"0,-1 0 0 0,0 2 0 0,0 3 0 0,1 3 631 0,0 1-303 0,3 1 425 16,3 3-361-16,2 2-179 0,1 2-90 15,0 1-37-15,6 5 134 0,-4-2-94 16,2-3-42-16,-3 2-26 0,2-2 1 0,-2-1-18 15,1-1-8-15,-2-1-435 0,-1-3 217 0,-1-2-567 16,-1-3 392-16,-1-2 190 0,2 2 99 0,-3-6-75 0,0-1-532 16</inkml:trace>
  <inkml:trace contextRef="#ctx0" brushRef="#br0" timeOffset="177198.34">20704 13011 885 0,'3'-14'0'0,"4"5"0"0,-4 3 0 0,-1 1 0 0,0 3 0 0,-2 0 0 0,0 2 645 16,0 0-306-16,0 0-153 0,0 7 312 0,0 9-236 15,0-1-115-15,0 7 257 0,-2 2-185 0,-5 3-93 16,-1 4-39-16,-3 4-31 0,-3 4 185 0,-2 2-241 16,-4 7 0-16,-1 7 0 0,-4-2 0 15,-9 22 0-15,-4 14 0 0,1 4 0 16,-1 9 0-16,-1 6 0 0,4 4 0 0,-2-4 0 0,10-1 0 15,2-1 0-15,4-11 0 0,8-18 0 16,0-7 0-16,4 10 0 0,1-15 0 0,0-15 0 16,4-1 0-16,1-9 0 0,-3-4 0 0,3-7 0 15,-1-6 0-15,0-3 0 0,-2-3 0 0,-1-3 0 16,1-2 0-16,-1 0 0 0,0-1 0 16,-3 0 0-16,2 3 0 0,-1-4 0 0,-1 6 0 15,1-3 0-15,0 0 0 0,-1 0 0 0,3-2 0 16,-1 1-167-16,3-4 134 0,-2 1 1 15,0-2-378-15,5-3 192 0,1 0 83 0,1-2 52 16,0-2-807-16</inkml:trace>
  <inkml:trace contextRef="#ctx0" brushRef="#br0" timeOffset="177883.48">21316 13462 627 0,'0'0'0'0,"0"-1"0"0,0-2 0 0,0 2 0 0,0-1 0 0,0 2 0 0,-2-2 160 15,2 2-64-15,0 0 191 0,0 0-127 16,0 0-56-16,2 0-39 0,7 0 168 0,5 0-99 15,-2 0-51-15,6 0-26 0,-2 0 115 0,3 2-74 16,4 1-12-16,-1 0-27 0,4-2 0 0,1 2-26 16,-4-3-89-16,5 0 41 0,-3 0 24 0,-5 0-1 15,2 0-303-15,-1 0 164 0,-2-4 90 0,-4 0 24 16,-4 2-521-16,-4 0 228 16,0 2 141-16,-6 0-303 0</inkml:trace>
  <inkml:trace contextRef="#ctx0" brushRef="#br0" timeOffset="178080.61">21325 13851 1149 0,'-7'8'0'0,"1"4"0"0,3-3 0 0,1 1 0 0,0-5 0 0,2 1 677 0,0 1-322 0,0 0-153 0,11 1-89 15,12-1 418-15,3-3-250 0,4 1-3 0,4-5-122 16,3 0-54-16,-1 0-39 0,-1 0 125 0,-1 0-607 15,-4 0 287-15,-3 0 83 0,-5 0-295 0,3 0 184 0,-7 0 97 16,1 0 48-16,-6 0-993 0</inkml:trace>
  <inkml:trace contextRef="#ctx0" brushRef="#br0" timeOffset="181045.05">22695 13078 683 0,'0'-6'0'0,"0"0"0"0,-2 5 0 0,0-2 0 0,2 2 0 0,-3-2 0 0,1 2 0 0,0 1 0 0,-1 0 198 0,1 0-83 0,2 0-41 0,-2 0 73 15,2 0-49-15,0 9-36 0,0 4-1 0,0 3 49 16,0 1-38-16,0 4 0 16,2 3-31-16,7 6 30 0,-2 2 1 0,0 7-39 15,-1 3 0-15,0 5 86 0,-2 3-35 0,-3 4-30 16,1 10 63-16,-2-2-42 0,0 2-21 0,2-2 36 15,-2-7-21-15,2 5-7 0,0-5-30 0,0-3-11 16,1-5 12-16,1-7 8 0,1-2-9 0,0-1-31 16,0-6 32-16,-1-1 0 0,0-4-8 0,-3-3 16 15,1-2-8-15,0-3 0 0,0-6-25 16,-2-1 0-16,0-1 15 0,0-3-98 16,0-1 46-16,0-2 19 0,-4 0 1 0,1-3-364 15,1-1 184-15,0 0 73 0,2 0 55 0,0 0-580 16,0 0 304-16</inkml:trace>
  <inkml:trace contextRef="#ctx0" brushRef="#br0" timeOffset="181203.63">23235 14236 1371 0,'0'0'0'0,"0"3"0"0,0 4 0 0,0-1 0 0,0-5 0 0,0 1 615 0,0 0-292 0,0-2-137 15,0 0-80-15,0 0-48 0,0 0 0 0,0 0-1029 16,0-2 474-16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9:09:30.9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14474 11841 725 0,'0'-6'0'0,"0"4"0"0,0 1 0 0,0-2 0 0,0 0 0 0,0 3 0 0,0-3 0 0,0 3 90 0,0 0-20 0,2 0 53 16,2 0-45-16,1 0-22 0,-1 0-1 0,2 3 92 16,0 4-50-16,-1 4-35 0,-1 0-1 0,-1 1 51 15,-1 5-39-15,0 0-1 0,-2 3 30 16,0 5-38-16,0 1-1 0,-5 0-13 16,-6 5-18-16,-3 0 1 0,-1 5 8 0,-6 3-34 15,3-1 1-15,-5 3 25 0,1-2-1 0,-1 2-32 16,1-3 8-16,-6 7 24 0,3-8-133 0,4-8 64 15,-3 1 17-15,3-3 21 0,4-9-210 0,3-3 105 16,4-5 34-16,0-3-239 0,5-3 128 16,5-4 74-16,0 0 29 0,0-7-291 0,9-14 168 15</inkml:trace>
  <inkml:trace contextRef="#ctx0" brushRef="#br0" timeOffset="205.56">14397 12191 810 0,'2'-5'0'0,"0"3"0"0,0 0 0 0,-2 0 0 0,0 2 0 0,2 0 187 0,0 0-81 0,0 4-37 16,-1 8 1-16,5 1 435 0,-3 2-236 0,1 1-110 16,3 6 200-16,-2 3-163 0,-1 2-82 0,-1 2-5 15,-1 2-38-15,2 3 8 16,-2-3-46-16,1 5-132 0,-1-2 67 0,0 0 32 16,1 0 0-16,-2-2-278 0,-1-1 151 0,0 0 80 15,2-5-199-15,-2-4 131 0,2-1-10 0,0-6-36 16,0-2-276-16,0-5 202 0,3-7 101 0,0-1-276 15</inkml:trace>
  <inkml:trace contextRef="#ctx0" brushRef="#br0" timeOffset="385.08">14655 12019 2053 0,'5'-2'0'0,"2"2"0"0,-1 0 0 0,0 0 0 0,-4 6 0 0,0 3 0 0,0 2 0 0,0 0 0 0,1 1 236 15,3-1-102-15,-3 0-42 0,3 2-41 0,0 0-18 16,0-1 0-16,-3-2-322 0,1 1 161 0,-2-2 89 16,-1 0 31-16,1-1-499 0,0-4 267 0,-2-1 134 15,0-3 67-15</inkml:trace>
  <inkml:trace contextRef="#ctx0" brushRef="#br0" timeOffset="695.27">14628 11957 1757 0,'0'-6'0'0,"0"2"0"0,0 1 0 0,2-4 0 0,7 4 0 0,3-2 0 0,1-1 0 0,6 0 0 0,-1 3 280 0,5-2-115 0,0 0-70 16,-2 4 104-16,0-1-83 0,0 0-41 0,0 2-7 15,-4 0 8-15,0 0-43 16,-6 0-1-16,5 0-197 0,-9 0 99 0,0 10 49 16,-3-4 33-16,-4 8-280 0,0-1 148 0,0 2 75 15,-11 4-234-15,-6-3 92 0,0 2 76 0,-6 2 7 16,1-3 99-16,-1-3-32 0,-1 0 1 0,1-1 101 15,4-2-59-15,-1 1-17 0,3-5 0 0,6-1 287 16,1-2-152-16,3-3-45 0,3 2-53 0,4-3 403 16,-2 0-201-16,2 0-97 0,2 0-51 0,12 0 13 15,2 0-25-15,3 0-7 16,-1-3 3-16,3-2-35 0,0-1-1 0,-3 3-48 16,3-3 32-16,-4 2-8 0,-2 0 25 0,-2 2-377 15,1 1 189-15,-7 1 67 0,0 0-2 0,-1 1-639 16,-3 11 347-16,-2 1 176 0</inkml:trace>
  <inkml:trace contextRef="#ctx0" brushRef="#br0" timeOffset="913.8">14655 12309 1377 0,'-18'5'0'0,"6"0"0"0,4-2 0 0,-2 0 0 0,7-3 0 0,-1 0 0 0,2 0 337 15,2 0-153-15,0 0 352 0,13 0-244 0,10-3-133 16,5-2-64-16,2-3 151 0,4-1-106 0,-1-1-54 15,1 2-19-15,-2 0 56 0,-2 3-45 0,-2 1-23 16,-5 1-203-16,0 2 90 0,-3-1 54 0,-1 2 14 16,-6 0-389-16,-1 0 206 0,-3 0 103 0,-2 0-521 15,-3 0 248-15,-1 0 155 16,-2 0 77-16,-1 0-169 0,0 0 123 0,0 0 54 16,-10 0 40-16,3 0-325 0</inkml:trace>
  <inkml:trace contextRef="#ctx0" brushRef="#br0" timeOffset="1269.83">14831 12141 857 0,'-8'-2'0'0,"1"-1"0"0,0 3 0 0,1 0 0 0,0 0 0 0,2 0 0 0,0 5 0 0,3 7 514 0,1 4-244 0,0 5-119 0,0 1 320 0,0 5-218 16,1 3-111-16,7 2 150 16,-2 2-133-16,0 1-63 0,-1-1-32 0,1 1-86 15,-1-1 27-15,0 0 9 0,-4 2 18 0,1-2-127 16,-2 0 64-16,0-1 32 0,0 1-350 0,0-4 199 15,-8 0 88-15,1-2 47 0,-1-9-477 0,1 0 230 16,-1-6 114-16,1-7-135 0,-1-4 129 16,-1-2 61-16,1-2 30 0,1-17-181 0,-1-8 105 15,1-4 46-15,1-11 34 0,-2 0-159 16,5 2 93-16,1-3 46 0,-2 1-10 0,4 5 89 16,0-3 0-16,0 5 0 0,0 4 0 0,0 9 0 15,0 1 0-15,0 8 207 16,0 2-108-16,0 5-66 0,0 2-32 0,0 2 501 0,0 2-215 0,0 0-82 15,0 6-90-15,-3 8 211 0,-3 2-146 0,-4 5-74 16,1 1-11-16,0 1-23 0,-5 7-7 0,2-4-33 16,-4 2-180-16,2-1 90 0,-2-2 45 15,3-5-421-15,-2 0 228 0,2-2 120 16,4-4 60-16</inkml:trace>
  <inkml:trace contextRef="#ctx0" brushRef="#br0" timeOffset="1464.34">14850 12346 1930 0,'9'-4'0'0,"3"2"0"0,-3 2 0 15,-2 0 0-15,-1 0 0 0,2 0 374 0,3 0-171 0,0 10-84 16,4 2 210-16,6 2-147 0,-5-1-67 0,9 3 123 16,0 4-102-16,3-4-52 0,0 3-25 0,0-4-300 15,1 2 146-15,-2-4 59 0,1 0 35 0,-1-2-500 16,-6-3 266-16,1-1 135 0,-3-1-644 0,-2-3 326 15,-4-3 193-15,-6 0 96 0</inkml:trace>
  <inkml:trace contextRef="#ctx0" brushRef="#br0" timeOffset="1663.53">15361 11822 2761 0,'0'-4'0'0,"0"2"0"0,0 0 0 0,0 2 0 0,0 0 0 0,0 0 0 0,0 0 0 0,0 0 0 0,0 0 0 0,0 6 273 0,0 3-120 0,0 5-61 16,0 2-188-16,0 5 64 15,0 0 40-15,-4-1-277 0,1 3 150 0,-2-1 76 0,1-1 38 0,-1 0-720 16,1 0 367-16,-5-3 182 16</inkml:trace>
  <inkml:trace contextRef="#ctx0" brushRef="#br0" timeOffset="1786.72">15218 12129 1065 0,'-4'6'0'0,"1"3"0"0,1 0 0 16,-2-5 0-16,2 3 0 0,2-4 0 0,-2 3 0 0,2-2 466 0,0 1-217 0,0-1-100 0,0 3 59 0,2-2-88 15,2 4-44-15,1-2-21 16,-1 1-386-16,1-1 190 0,-1-1 82 0,3-4-246 16,-4 0 169-16,-1-2 84 0</inkml:trace>
  <inkml:trace contextRef="#ctx0" brushRef="#br0" timeOffset="2112.85">15161 12085 1085 0,'-9'-14'0'0,"6"4"0"0,-1 6 0 0,2-2 0 0,2-1 0 0,0 3 260 0,6 0-113 0,16 0-58 0,4 1 162 15,7-3-114-15,8 0-52 0,-8 1-26 0,10 4 366 16,-6 0-196-16,2-1-91 0,0-1-51 0,-3 3-27 16,-5 0 0-16,0 0-301 0,-5 0 137 0,-5 6 77 15,-1 4 26-15,-3-1-330 0,-4 2 183 0,-5 1 90 16,-2 1 13-16,-6 0-286 0,0 2 122 0,-4 5 88 15,-13-5 44-15,-4 3-7 0,-3 0 25 0,-2-1-7 16,-4-1 80-16,-2 2-24 0,0-2 1 0,-4-4-24 16,3 1 210-16,-2-1-114 0,5-1-43 15,10-4 374-15,1-3-176 0,10 2-110 16,1-3-4-16,2-2 277 0,4-1-179 0,2 0-84 16,2 0-43-16,13 0-4 0,8 0 1 0,-3 0-31 15,8 0 54-15,1-1-30 0,-1-5-1 0,2 2-31 16,0-2-168-16,-5 0 92 0,-1 0 34 0,0 0-468 15,-5 2 251-15,-1 1 126 0,-8 1 2 0,0 0-572 16,-5 2 323-16,0 0 157 16,-4 0 78-16,-1 0-162 0</inkml:trace>
  <inkml:trace contextRef="#ctx0" brushRef="#br0" timeOffset="2430">15494 12088 1270 0,'-6'-6'0'0,"1"-1"0"0,3 5 0 0,0 0 0 0,2 0 0 0,0 2 0 15,0 0 0-15,0 6 301 0,0 11-133 0,6 6-68 0,1 3 409 0,-1 6-241 16,1 9-118-16,1-2 211 0,-2 5-164 16,-1 1-83-16,-1-5-32 0,-1 10-23 15,1-5-27-15,1-2 1 0,-4-1 0 0,1-7-142 16,0 1 79-16,0-4 27 0,-2-3-95 0,0-6 65 16,0-2 33-16,0-6 0 0,-4-3-224 0,-4-8 52 15,-3 1 86-15,-4-5-214 0,2 0 133 0,-8-6 68 16,1-11 24-16,-1-4-132 0,-2-6 86 0,-1-11 45 15,3 1 21-15,4-3-66 0,2 5 36 0,5-2 30 16,-1 6 137-16,8 8-57 0,-1 2-29 0,4 9 158 16,0-2-101-16,0 4-39 0,2 5-24 15,9 1 416-15,3 2-204 0,0 1-58 16,4-1-62-16,-2 2 147 0,3 0-98 0,0 0-49 16,1 2-25-16,1 5-372 0,0 3 182 0,3 1 79 15,-1-2-796-15,-1-1 404 0</inkml:trace>
  <inkml:trace contextRef="#ctx0" brushRef="#br0" timeOffset="2991.5">15851 12162 1689 0,'-8'-8'0'0,"6"7"0"0,2-2 0 0,0 1 0 0,8 1 0 0,5-3 0 0,4 0 0 0,5-2 437 16,1 2-207-16,7 1-98 0,2-1-72 0,0 0 1 15,3 2-28-15,-1 0 8 0,0-1-181 0,-1-1 86 16,-6 2 44-16,-4-2-45 0,0 2 45 0,-2 1 29 16,-7-1-8-16,-3 0-25 0,-1 2-20 15,-4 0 26-15,-3 0-66 0,-1 0 229 16,0 0-96-16,-2 0-31 0,0 0 382 0,0 0-192 16,0 0-82-16,0 0 210 0,0 0-160 0,0 0 57 15,0 4-243-15,0 7 0 0,2 4 0 0,0 4 0 16,1 7 0-16,-1 1 0 0,3 3 0 0,-4 1 0 15,1 6 0-15,0 1 0 0,0 6 0 16,0-5 0-16,-2-4 0 0,0 3 0 0,0 0 0 0,0-4 0 16,0-1-273-16,-6-2 203 15,-2-3 0-15,-1-3 8 0,0-9 11 0,-7 1-6 16,2-5 13-16,-5-4-48 0,-1-4 28 0,-1-3 0 16,-8-1 31-16,5-1-271 0,-3-14 140 0,2-11 65 15,2-10-387-15,0-9 226 0,2-20 114 0,5-9 48 16,2-16-426-16,5 16 246 0,4-7 122 15,-1 6-210-15,3 5 183 0,3 16 87 16,0-3 96-16,0 8 0 0,0 13 0 0,0 6 0 0,0 10 0 0,1 6 93 16,3 5-52-16,1 4-36 0,3 5 526 15,2 0-281-15,1 9-120 0,0 10 585 16,2 11-345-16,-2 9-169 0,-2 4-84 0,-2 8 390 16,-4 13-237-16,-1-6-111 0,-2 18-67 0,-2-3 125 15,-11-1-92-15,-2 0 92 0,-4-4-217 0,3-12 0 16,-7 2 0-16,0-3 0 0,0-6-277 0,-2-6 171 15,2-10 77-15,-4 1-523 0,1-7 293 16,0-7 145-16,6-9-20 0,0-7-562 16,8-4 324-16,-2 0 173 0,7-11 84 0</inkml:trace>
  <inkml:trace contextRef="#ctx0" brushRef="#br0" timeOffset="3163.09">16792 12714 2158 0,'1'3'0'0,"11"10"0"0,3-1 0 0,-8-8 0 0,-2-2 0 0,-3-2 0 0,-1 0 431 0,1 0-199 0,0 0-100 16,0 0-41-16,2 0-628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9:10:07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3084 9880 573 0,'-5'0'0'0,"1"0"0"0,2 0 0 0,-1 2 0 0,1-2 0 0,2 0 0 0,-2 0 0 0,2 0 154 15,0 0-61-15,0 0-29 0,0 0-1 16,0 0 71-16,0 0-42 0,0 0-33 0,0 0-1 0,0 0 84 15,2 0-54-15,-2 0-28 0,0 0 32 16,2 0-34-16,-2 0 0 0,3 0 65 16,-3 0-46-16,0 0-22 0,0 0 9 0,2 0 42 15,1 0-36-15,-2 0 0 0,1 0-38 0,0 1 47 16,-1-1-15-16,4 2-8 0,-2 0-23 0,3 0 30 16,-1 2 0-16,1-2-30 0,1 0 22 0,0 2-22 15,2 0-1-15,-1-1 1 0,0-1 32 0,4 1-32 16,-1-1 8-16,2 1 31 0,3-2-39 0,-3 1 0 15,1-2-1-15,2 0 7 0,-2 2 2 0,1-2-9 16,2 2 1-16,-4 2 4 16,4-2-4-16,-4 1 0 0,6 1 3 0,-8 0-3 15,8-1 0-15,-6 3 0 0,4-2-5 0,1-1 4 16,-1 0 9-16,1-2 5 0,2 1-13 0,1 1-1 16,2-3 1-16,-1 0 1 0,4 0 161 0,-5 0-195 15,2 0 0-15,2 0 0 0,0 0 0 0,-4 0 0 16,4 0 0-16,2 0 0 15,-3 0 0-15,1 0 0 0,2 0 0 0,-3 0 0 16,8 0 0-16,-5 0 0 0,1 0 0 0,2 0 0 16,-1 0 0-16,-3 0 0 0,7 0 0 0,-3 0 0 15,2 0 0-15,2 0 0 0,0 0 0 0,-2 0 0 16,1 0 0-16,-1 0 0 0,-2 0 0 0,2 0 0 16,-2 0 0-16,2 3 0 0,1 1 0 0,-1 0 0 15,-1-1 0-15,1 1 0 0,0 0 0 0,2 0 0 16,-3-3 0-16,3 3 0 0,2-4 0 15,0 2 0-15,6-2 0 0,-11 0 0 16,3 0 0-16,1 0 0 0,0 0 0 0,-3 2 0 16,1 0 0-16,1 0 0 0,-2-1 0 0,2 0 0 15,1-1 0-15,1 3 0 0,1-1 0 0,1-2 0 16,5 0 0-16,-3 0 0 0,4 0 0 0,0 0 0 16,-1 0 0-16,-5-2 0 0,9-1 0 0,-14 2 0 15,16 0 0-15,-11-1 0 0,2 0 0 0,-3 2 0 16,7 0 0-16,-4 0 0 15,-6 0 0-15,6 0 0 0,5 0 0 0,-6 0 0 16,9 0 0-16,-8 0 0 0,4-2 0 0,-3 0 0 16,-7-1 0-16,4 2 0 0,-2 0 0 0,-1-2 0 15,0 3 0-15,-4 0 0 0,0 0 0 0,-6 0 0 16,7 0 0-16,-5 0 0 0,-4 0 0 0,0 0 0 16,2 0 0-16,-3-1 0 0,0-1 0 0,-1-2 0 15,0 0 0-15,-3 0 0 0,-4 1 0 0,-5 1 0 16,3 0 0-16,-3 1 0 0,-3-2 0 0,-1 1 0 15,-3 1 0-15,0 1 0 0,1 0 0 16,-3 0 0-16,0 0 0 0,0 0 0 16,0 0 0-16,0 0 0 0,0 0 0 0,0 0 0 15,0 0 0-15,0 0 0 0,0 0 0 0,0 0 0 16,0 0-698-16,0-3 386 0,0 3 140 0,0-5 70 16,0-8-633-16,0-8 355 0,0-8 174 0,0 0-467 15</inkml:trace>
  <inkml:trace contextRef="#ctx0" brushRef="#br0" timeOffset="205.96">6630 9682 686 0,'-2'3'0'0,"2"0"0"0,0-1 0 0,0 2 0 0,0 0 312 15,2-1-139-15,4 2-71 0,8 0-26 0,2 2 330 16,5 3-186-16,2-1-94 0,3 2-47 0,0 2 117 16,5 1-73-16,-4 3-50 0,1-1 74 0,-1 4-57 15,-5-2-28-15,-1 3-1 0,-3-5-87 0,0 9 26 16,-7-2-1-16,-4 1 7 15,-5 4-1-15,-2 2 28 0,-2 3 8 0,-18 7 29 16,-6-2-38-16,-4 0 1 0,-5-1 0 0,-3 1-34 16,-3-4 2-16,-1-4-9 0,-4-1-444 0,-4-4 214 15,-8 3 116-15</inkml:trace>
  <inkml:trace contextRef="#ctx0" brushRef="#br0" timeOffset="1099.97">4623 8109 911 0,'-5'-5'0'0,"0"5"0"0,0-3 0 0,3 3 0 0,-2 0 0 0,1 0 0 0,0 0 0 0,0 0 155 0,1 0-53 0,0 0 95 16,-1 3-82-16,0 6-41 0,3 2-21 0,0 7 39 15,-3 1-22-15,1 10-8 0,2 2-29 0,0 10 114 16,0-1-58-16,0 7-28 16,0 6 9-16,0 9 113 0,0 0-75 15,0 4 73-15,0 5-75 0,0 4-36 0,0 4 8 0,0 14 8 0,0-6-27 0,0 5 1 16,0 6-28-16,0 2 24 0,0-9 8 15,0 18-31-15,0-13 0 0,0 0-12 16,0-4 12-16,-2 0 0 0,1-10 8 0,-5 20 13 16,1-10 0-16,2 2-21 0,-1-4 22 0,0-2-22 15,2-9 8-15,-3 17-62 0,1-9 26 0,-1-2 1 16,0-9 27-16,0 5-72 0,-1-3 38 0,-1-3-8 16,1-1 24-16,0-5-24 0,3-1-12 0,-1-6 40 15,3-11-94-15,-2 3 40 0,3-7 10 16,0-8 1-16,0-1-123 0,0-4 69 15,0-8 20-15,0-2-136 0,0-3 76 0,0-4 45 16,0-4 9-16,-2-3-146 0,-1-5 80 16,-1 1 53-16,2-4 22 0,-6-2-248 0,1 0 136 0,2-10 67 15,-1-9 25-15,0-9-180 0,3-3 111 0,-2-11 56 16,4-3-353-16</inkml:trace>
  <inkml:trace contextRef="#ctx0" brushRef="#br0" timeOffset="1380.04">4605 8109 662 0,'0'-13'0'0,"-3"5"0"0,3 5 0 0,0-1 0 0,0 2 0 0,0 0 301 16,0 1-134-16,0 1-59 0,-2 0-42 0,-2 0 147 16,-6 14-90-16,-1 9-16 0,-8 9-37 0,2 1 9 15,-8 10-46-15,2 3-68 0,1-3 34 0,1-2 1 16,5-9 32-16,0 2-235 0,2-6 114 0,4-7 60 16,3-2 31-16,2-8-492 0,3-8 242 0,2-3 57 15</inkml:trace>
  <inkml:trace contextRef="#ctx0" brushRef="#br0" timeOffset="1517.44">4518 8156 1229 0,'3'-8'0'0,"-1"3"0"0,2 1 0 0,0 1 0 0,-1 2 0 0,2 1 257 0,0 0-112 0,7 0-56 16,1 11 391-16,1 2-215 0,5 3-120 0,0 2 53 16,0 3-82-16,5 4-42 0,5 5-21 0,-6-4-218 15,14 11 95-15,-2-3 51 0,3 4 26 0,8 7-713 16</inkml:trace>
  <inkml:trace contextRef="#ctx0" brushRef="#br0" timeOffset="4326.66">5855 10040 235 0,'0'0'0'0,"0"0"0"0,0 0 0 0,0 0 0 0,0 0 0 0,0 0 137 0,0 0-52 0,0 0-26 15,0 0 52-15,0 0-32 0,0 0-7 0,0 0-39 16,0 0 59-16,0 0-30 0,0 0 1 0,0 0 39 16,0 0-39-16,0 0 0 0,0 0-31 0,0-3 54 15,0 2-27-15,0-5 9 16,0 2-36-16,0-1 26 0,3-3-25 0,-3 1 0 15,0-1 0-15,2 0-17 0,-2 1 17 0,3-2 0 16,-3 2-16-16,0-3 16 0,0 4 0 0,0-3 30 16,0 1-8-16,0 2-22 0,0-4 0 0,0 0 28 15,-3 1-28-15,1-1 8 0,-1-3-8 0,-1 2-37 16,3-2 37-16,-3 1 0 0,0 1-40 0,2 0 48 16,-1-2-8-16,0 1-31 0,0 0 0 0,-2 0 23 15,2-2 4-15,-1 2 22 0,1-3-24 0,-1 0-9 16,-2 0 7-16,2-2 27 15,-2 1 0-15,1 0-19 0,-1-2-7 0,1 4-3 16,1-3 5-16,-2 2 6 0,2 0-4 0,-3 0-9 16,1 2 9-16,1 0-34 0,-3-1 0 0,2 4 31 15,1-2 0-15,0 2-37 0,-1-2-5 0,0 2 29 16,-2-1 7-16,1 0-41 0,2 1 41 0,-3-3-11 16,1 1 5-16,-1 1-14 0,1 0 13 0,-1 0-2 15,1-2 11-15,-3 1-12 0,3 2 2 16,-2-4 24-16,-2 3 0 0,5 0-21 15,-2-2 2-15,-2 1 27 0,4-1 0 0,-4 0-22 16,2 2-4-16,-2-3 8 0,1 3-1 0,0-2-2 16,-1 2-2-16,1 1-34 0,1 2 34 0,-3-5 1 15,3 6 4-15,-3-2-34 0,2-1 1 16,-1 3 21-16,2 0-20 0,-4 1 17 0,2-1 8 0,0 1-41 16,-2-1 34-16,2 0-5 0,-2 4 4 15,0-3-17-15,3 1 19 0,-4-3-6 0,3 2 2 16,1-1-33-16,0-1 31 0,-1 1 0 15,0-1-35-15,1-3 32 0,0 3 2 0,-1-3-22 16,1 2 20-16,0 0-3 0,-3-1 4 0,2 1-26 16,-2-1 22-16,-1 2-3 0,3-2 3 0,-4 0-2 15,1 1 1-15,-1 0-3 0,3 2 3 0,1 0 38 16,-4 2-37-16,1-1 0 0,3-1 12 0,-2 4-10 16,1-2 0-16,1 2 9 15,-2-1-9-15,5 1 2 0,-4 0 2 0,0 1-13 0,3-2 11 0,-6 2-1 16,6 1 1-16,-3-3-24 15,1 2 22-15,-1 0 0 0,0 0-4 0,0 0-14 16,1 0 17-16,-1 0-2 0,0 2-10 0,2-2 10 16,-1 2-1-16,-1-2-5 0,0 2 5 0,2 0 0 15,-3 0-1-15,1-1-21 0,3 1 21 0,-6 0 1 16,2 0-2-16,1 0-19 16,1 0 17-16,-3 0 2 0,3 0-3 0,-2 0-15 15,2 0 15-15,-3 0 0 0,4 0-3 0,-4 0 6 16,2 0-4-16,1 0 1 0,-1 0 0 0,-1 0-2 15,-1 0 2-15,0 0-14 0,0 1 14 0,0 1 0 16,0 0-1-16,-2 2-17 0,1-2 16 0,1 4 1 16,-1-2-1-16,-2 0 29 0,2 3-29 0,-2-2-1 15,2 3 42-15,-2-3-1 0,1-1-35 0,3 2 46 16,-1-2-20-16,-3-1 0 0,5 1-15 16,0-1 20-16,-2 2-19 0,3-2-3 0,-2 4 7 0,1-4-8 15,0 2 11-15,0 1-7 16,1 0 8-16,-3-1-35 0,2 2 1 0,2-3 29 15,-5 4-29-15,4-1 0 0,0-1 16 0,-2-1 6 16,4 2-11-16,-4-4 10 0,-2 3-6 0,5-2 28 16,0-1 0-16,-1 1-23 0,-1-2 0 0,2 2 9 15,-1-1-7-15,0 2-1 0,-1 0 6 0,0-2 9 16,3 2-10-16,-4-2 0 0,0 3-35 0,6-2 33 16,-6-1 1-16,2 3-36 0,1-2 32 0,0 1 3 15,0-1-6-15,-1 3-21 16,-1-1 20-16,1 2 2 0,1-1-4 0,-2 3-7 15,0 1 8-15,-1 0 1 0,1 2-3 0,-1 0 6 16,2 0-5-16,-1-1 1 0,0-1 35 0,0-1-33 16,4-1 0-16,-3 1 35 0,5-3-32 0,0 0-1 15,-3 1 2-15,3-3-3 0,-1 3 3 0,-1 0-1 16,3-3 3-16,-1 3-21 16,-2-1 20-16,1 0-2 0,-2 1 2 0,3-1-14 15,-1 2 11-15,-1-2-1 0,2 0-11 0,-2 2 9 0,1-1 2 16,1 1 23-16,-3 1-24 0,2-1 1 15,-2 4 0-15,3-5 31 0,-3 3-29 0,0 0-1 16,0 2 4-16,2-1-3 0,-2 1 0 0,0-2 3 16,0 3-2-16,2-2-2 0,-2 2 4 0,3-3 0 15,-4 0-11-15,4 2 9 0,0-3 1 0,0 1 6 16,-2-1-6-16,2 1-2 0,0-2 1 0,1 1-5 16,0 2 4-16,-1-2 1 0,2 1 163 0,-1 0-348 15,-1 3 184-15,3-2 0 0,-3 4 164 0,2-1-351 16,-1 1 187-16,0-2-3 15,2 2-8-15,-3 2 8 0,4-1 1 0,-4-3-14 16,4 4 13-16,-4-3-4 0,3 2 3 0,1-2 1 16,-1 2-2-16,0-3 0 0,1 2 0 0,1-2 10 15,-3 2-10-15,3-4 1 0,0 2 0 0,0-1-3 16,0-4 4-16,0 2-1 0,0-1 0 0,-2-3-7 16,2-1 7-16,0 0 0 0,0 0-55 0,0-3 24 15,0 3 1-15,0-3-42 16,0 0 31-16,0-1-8 0,0-2 35 0,0 1-98 15,0-1 45-15,0 0 14 0,0 0 1 0,0 0-234 16,0 0 117-16,0-1 73 16,5-5-580-16,11-5 322 0,11 3 160 0</inkml:trace>
  <inkml:trace contextRef="#ctx0" brushRef="#br0" timeOffset="4759.51">6022 10208 1097 0,'-10'-11'0'0,"2"7"0"0,5 3 0 0,1 1 0 0,-3-2 109 15,2 2-42-15,-2 0 323 0,1 0-179 16,1 11-89-16,-1 7-44 0,-1 3 103 0,-1 7-78 0,-2 5-35 0,2 8-1 15,-2-2-34-15,-2 3 13 16,-2 4-5-16,1 3-9 0,1 2 1 0,-4 2-28 0,1-2 1 16,-1-3 26-16,2-9-106 0,-2 1 50 0,3-6 28 0,2-6-253 15,3-10 135-15,1-6 47 0,0-3-180 16,5-3 102-16,-3-6 64 16,3-3 1-16,0-22-390 0,0-12 219 15,5-5 101-15,5-11 63 0</inkml:trace>
  <inkml:trace contextRef="#ctx0" brushRef="#br0" timeOffset="4917.09">5893 10332 1392 0,'3'-22'0'0,"1"9"0"0,3 3 0 0,-2 4 0 0,0 5 0 0,2 1 268 0,3 0-118 0,1 9-50 0,6 14-38 0,1 3 579 15,6 8-304-15,-4 5-152 0,3 3 264 0,-4-5-199 16,7 10 11-16,-6-4-261 0,1-1 0 0,-1 1 0 0,-5-5 0 16,3 5 0-16,-6-10 0 0,0 3-588 15,-3-2 362-15,-3-4 130 0,-3-8-226 16,-1 1 163-16,-2-8 94 0,0-4 47 0,0-3-742 15,-9-4 363-15,-5-4 174 0</inkml:trace>
  <inkml:trace contextRef="#ctx0" brushRef="#br0" timeOffset="5063.68">5920 10760 1712 0,'-20'5'0'0,"10"-2"0"0,3 1 0 0,4 0 0 0,-3-2 0 0,6-2 0 0,0 1 0 0,6-1 645 16,14 0-298-16,6 0-161 0,3-5 156 15,2-2-155-15,1-3-77 0,0 2-261 0,2 1 100 16,-3-1 38-16,-1 4 22 0,-1 3-889 0,-2-2 456 0</inkml:trace>
  <inkml:trace contextRef="#ctx0" brushRef="#br0" timeOffset="5730.18">3346 10393 489 0,'0'-3'0'0,"0"1"0"0,0 1 0 0,0-1 0 0,0 2 156 0,0 0-65 0,0 0-30 0,0 3 1 15,0 9 199-15,0 5-115 0,2 2-48 0,1 7-36 16,0 0 154-16,-1 4-91 0,-1 1-46 0,1 0-5 15,-1 3-12-15,1 0-9 0,-2 1-98 16,0 0 39-16,2 0 0 0,-2-3 38 0,3-7-220 16,-3 1 106-16,0-6 58 0,0-5 26 0,2-6-172 15,-2 0 53-15,0-6 59 0,0-3-329 0,0 0 176 16,0-8 90-16,-2-18 44 0</inkml:trace>
  <inkml:trace contextRef="#ctx0" brushRef="#br0" timeOffset="6095.45">3272 10440 503 0,'0'-17'0'0,"0"5"0"0,0 5 0 0,0-1 0 0,0 0 356 0,3-1-154 0,4 0-88 16,8-4 250-16,2 2-166 0,1-1-82 0,1 3 144 15,4 2-218-15,-1 1-9 0,3 4-1 0,-3 2-152 16,-1 0 76-16,-1 0 38 0,-2 11 9 16,-2 4 30-16,-4 2-98 0,-2 4 49 0,-5 5 25 15,-4-1-1-15,-1 3-124 0,-3-1 71 16,-12 1-37-16,-3-1 56 0,-4-4-15 0,0-7 33 15,5-4-45-15,-3-4 268 0,2-1-118 0,-1-7-54 16,8 0-22-16,3 0 281 0,-1-2-119 0,7-7-59 16,2-5 18-16,0 1-54 0,14-1-28 0,4 0 0 15,4 5 7-15,5-2-8 0,0 4-26 0,3 6-34 16,5 1 0-16,-5 0 33 16,-1 16 9-16,-1 2-75 0,-4 4 33 0,-5 5 0 0,-3 1 34 15,-6 2-24-15,-6 2 8 0,-2 0-20 16,-2-1 50-16,-3 0-22 0,-13-7-6 0,-3-1-18 15,-2-8 96-15,-11 2-41 0,1-10 0 0,-3-3-170 16,1-4 67-16,-2 0 38 0,5-2 5 0,-2-9-459 16,4-6 227-16,2-3 98 0,3-7 62 0,5-2-526 15,7 0 276-15,5-2 151 0,6 0-409 0</inkml:trace>
  <inkml:trace contextRef="#ctx0" brushRef="#br0" timeOffset="8456.81">5045 8958 311 0,'-3'0'0'0,"-1"0"0"0,0 0 0 0,2-2 0 0,-2 0 0 0,2-2 0 0,-1-2 0 0,1 1 61 0,0-1 1 0,2-1-37 16,0-2 8-16,0 2 0 0,0-3-28 15,0 2 26-15,0-2 0 0,0 3 8 16,2 0-34-16,0 1 20 0,-2 1 4 0,0 1 0 15,3 0 0-15,-3 1 57 0,0 3-32 0,0-1 3 0,0 1 85 16,0 0-55-16,0 0-19 0,0 0 85 16,0 0-61-16,0 4-29 0,0 0 38 15,0 0-35-15,0-3 9 0,0 3 45 0,0-2-44 0,0 0-21 16,0-2 0-16,0 2 52 0,0-1-29 0,0-1-9 16,0 2-36-1,0-1 0-15,0 2 86 0,0-1-42 0,0 3-15 0,0 0-7 0,0 2 66 16,2 1-43-16,2 1-24 0,1 0 70 15,0 3-37-15,1 0-32 16,1 2 11-16,0-1-1 0,3 2-32 0,-1 2 37 0,0-2-29 16,3 4-8-16,-1-2 0 0,5 5 0 0,-6-5-28 0,4 2 0 15,-3 1 36-15,0-1-8 0,-1 1-58 16,-1-2 29-16,0-1-1 0,0-2 30 0,-3-2-39 16,2 0-6-16,-4-5 19 0,0-1-25 15,-1-3 23-15,-1-1 12 0,-1-1-41 0,-1-2-2 16,0 0 30-16,0 0-30 0,0 0-2 0,0 0 34 15,0 0-310-15,-3 0 149 0,-3 0 67 16,1 0 37-16,0 0-568 0,-1 0 293 16,1 0 139-16,2 0 81 0,-1 0 37 0,4 0-1 0,0-3-532 15</inkml:trace>
  <inkml:trace contextRef="#ctx0" brushRef="#br0" timeOffset="8937.16">5081 8872 233 0,'0'-4'0'0,"-1"-2"0"0,-2 2 0 0,1 0 0 0,-5 1 0 0,3-2 77 0,-2 4-23 0,1-1 56 15,0 1-31-15,2-2-7 0,-2 3 156 0,-1 0-194 16,3 0-1-16,-2 0 0 0,2 0 8 0,1 0 115 0,2 0-61 0,-2 0-31 16,2 0 0-16,0 0-32 15,-1 0 83-15,1-1-45 0,0 1 0 16,0 0 110-16,0-2-78 0,0 0-35 0,0 0 115 16,0 0-78-16,1-2-36 0,1 0 77 15,3 1-56-15,3-1-28 0,3 0 8 0,-3 0 45 0,6 1-40 0,-1 1 0 16,1-2-5-16,5 2 0 0,0-1-28 15,2 0 47-15,1 2-28 0,3-3 0 0,-1 2-31 16,-4 0 4-16,5 2 8 0,2 0-9 0,-2 0 1 16,-1 0-57-16,-5 0 28 0,5 0 0 15,-4 0 37-15,-2 2-8 0,1 0-69 0,-6 0 35 16,-3-2 3-16,2 2-49 16,-4-2 31-16,-6 0-5 0,2 0 15 0,-2 0 47 0,1 0-47 15,-3 0 14-15,0 0 114 0,0 0-56 0,0 0-25 16,0 0 46-16,0 0-28 0,-3 0 141 0,0-2-589 15,-2 0 272-15,2 0 68 0,1 0 34 0,-1-1-871 16,-1 3 427-16,3 0 205 0</inkml:trace>
  <inkml:trace contextRef="#ctx0" brushRef="#br0" timeOffset="12822.07">11061 7491 868 0,'-2'-7'0'0,"1"5"0"0,1 0 0 0,0 2 0 0,0 0 0 0,0 0 0 0,0 0 0 0,0 0 219 16,5 5-97-16,7 5-45 0,-1 3 104 16,2 0-74-16,2 2-29 0,0 2-8 0,0 0-38 0,2-2 24 15,-2 2 0-15,0 0-57 0,0-4 9 16,0 2 25-16,-2-4-1 0,-2 1 1 0,-2-5-157 15,0-2 78-15,-6 1 48 0,1-4-338 0,-2-1 156 16,0-1 94-16,-2 0-337 0,0 0 196 16,0 0 88-16</inkml:trace>
  <inkml:trace contextRef="#ctx0" brushRef="#br0" timeOffset="13030.01">11458 7235 1194 0,'0'0'0'0,"0"0"0"0,0 6 0 0,0 6 0 0,-8 0 0 0,-2 8 0 0,1 3 256 0,0 8-112 16,-2 2-48-16,-4 11-35 0,0 1 196 15,0 3-112-15,-5 15-56 0,2-5-3 0,1-2-18 0,-1 11-8 16,2-17-28-16,3 6-95 0,0-6 47 16,2-2 25-16,4-10-86 0,-2 0 51 0,4-3 29 0,1-11-339 15,2-3 178-15,2-7 88 0,0-5-16 16,0-3-398-16,2-6 226 0,5 0 112 0</inkml:trace>
  <inkml:trace contextRef="#ctx0" brushRef="#br0" timeOffset="13196.99">11516 7496 1485 0,'4'-5'0'0,"3"3"0"0,1-1 0 0,1 3 0 0,0 0 0 0,5 0 0 0,2 0 0 0,2-1 0 0,2 1 361 16,1 0-164-16,2 0-82 0,-2 0-31 15,4 0-17-15,1 0-9 0,-5 0-252 0,-1 0 113 0,1 4 57 16,-3 3-480-16,-6 3 276 16,-1 1 126-16,-2 3 67 0</inkml:trace>
  <inkml:trace contextRef="#ctx0" brushRef="#br0" timeOffset="13345.71">11587 7736 1237 0,'-7'3'0'0,"3"0"0"0,2-2 0 0,0-1 0 0,2 0 0 0,0 0 0 0,0 0 229 0,11 0-97 16,7 0-50-16,4 0 157 0,-1 0-95 0,7 0-59 16,0 0-108-16,0 0 27 0,2 0 1 15,2 0 28-15,-2 0-432 0,2 3 212 16,0-1 110-16</inkml:trace>
  <inkml:trace contextRef="#ctx0" brushRef="#br0" timeOffset="13622.13">12251 7254 1302 0,'-11'-19'0'0,"10"14"0"0,1 3 0 0,0 0 0 0,6 0 0 0,7-5 0 0,4 3 272 16,5 0-124-16,8 2-58 0,10-1 230 15,3-1-145-15,6 2-70 0,5 0-28 0,2 2 41 16,10 0-43-16,-4 0-21 0,-9 0 0 0,5 0-49 15,1-1 8-15,-1-1 19 16,-4-1-53-16,-2 2 27 0,0-5 0 0,-8 2 27 16,-6 0-76-16,0 1 34 0,-6-1 21 0,-10 2-15 0,-1 0-198 15,-11 2 78-15,1-2 62 0,-8 2-3 0,-3 0-290 16,0 0 155-16,-5 0 84 0,-9 0-344 16,-4 0 217-16,-3 0 104 0</inkml:trace>
  <inkml:trace contextRef="#ctx0" brushRef="#br0" timeOffset="14004.87">12403 7189 1162 0,'-19'-3'0'0,"4"3"0"0,5 0 0 0,1 0 0 0,2 4 0 0,1 6 108 0,0 1-42 0,4 6 0 0,2 8 356 0,0 1-195 15,0 6-97-15,0 4 136 0,3 7-120 16,8-2-57-16,-1 2-28 0,1 3-1 0,-1 1-28 15,0-6 9-15,0 9-77 0,-1-5 34 0,-4-2 0 0,1 1 35 16,-5-10-56-16,1 1 36 16,-2-5-7-16,0-1-31 0,0-11-37 0,-5 0 5 15,-6-2 37-15,-3-9-169 0,1-1 92 0,-4-6 18 16,-1 0 33-16,-1-3-98 0,-2-15 59 16,3-4-71-16,-3-4 65 0,0-11 30 0,4-2-1 15,0 2-11-15,4 7 0 0,4 4 32 0,-3 1 68 0,3 7-30 16,5 7 257-16,1 5-143 0,1 0-72 0,0 6-39 15,2 0 219-15,0 12-111 0,0 14-42 0,0 0-30 16,0 2 121-16,2 4-49 16,2 3-40-16,1 4 0 0,1-2-177 15,-3-2 71-15,3-1 35 0,-2-8 9 0,2 7-144 0,-1-12 85 16,1-1 44-16,-3-4-491 16,3-6 227-16,0 0 132 0,1-7 22 0,3-3-356 0,-1 0 222 15,4-9 109-15</inkml:trace>
  <inkml:trace contextRef="#ctx0" brushRef="#br0" timeOffset="14198.34">12530 7456 1278 0,'6'-8'0'0,"3"4"0"0,-3 3 0 0,-2 1 0 0,-2 0 0 0,0 9 555 16,-1 11-261-16,-1 3-122 0,0 9-74 16,0-1-32-16,0 7 255 0,0 5-144 0,0-8-72 15,0 4-28-15,0-1-75 0,0-5 31 0,0 1-1 16,2-6-306-16,2-5 154 15,3 0 84-15,-1-6-513 0,0-5 291 0,-1-2 146 16,3-7 34-16,-1-3-567 0,3 0 298 0,-3-7 161 0</inkml:trace>
  <inkml:trace contextRef="#ctx0" brushRef="#br0" timeOffset="14323.04">12637 7722 866 0,'-2'-11'0'0,"0"4"0"0,2 5 0 0,0-1 0 0,0 0 0 0,0 1 217 0,0-2-97 0,6 2-43 0,6-1 311 16,0 0-178-16,4 2-89 0,-3 1-28 15,4 0-35-15,-1 0 0 0,2 0-25 0,0 0-168 16,-1 1 84-16,-2 5 50 0,2 0-545 0,-2-1 290 0,0-1 144 0</inkml:trace>
  <inkml:trace contextRef="#ctx0" brushRef="#br0" timeOffset="14538.46">12861 7588 992 0,'0'-18'0'0,"0"6"0"0,0 1 0 0,0 2 0 15,0-2 0-15,4 1 242 0,3 1-109 0,6 3-50 0,2 3 258 0,3 0-155 0,2 3-76 16,1 0-31-16,3 16-7 0,-4 3 50 0,1 3-45 0,-3 4-22 16,-2 4-94-16,-3 2 44 0,-3 1-8 0,-5 2-35 15,-3 1 35-15,-2 0 1 0,-2-3-145 16,-12 2 98-16,-2-7 36 0,-5-3-116 16,-1-3-53-16,-2-6 65 15,-5-5 54-15,5-3-19 0,-6-3 31 0,3-3-162 16,4-2 90-16,4 0 45 0,1-4-179 0,9-11 103 0,5-7 65 0,4-1-95 15,0-2 76-15</inkml:trace>
  <inkml:trace contextRef="#ctx0" brushRef="#br0" timeOffset="14732.98">13201 7564 472 0,'6'-8'0'0,"-1"3"0"0,-3 1 0 0,-2 3 0 0,0-2 0 0,-6 3 473 15,-7 0-224-15,-2 0-109 0,0 13 231 0,-5 5-169 0,0 6-85 16,2 2-34-16,1 8 134 0,-1-1-92 15,8 4-46-15,2 0-24 16,5-1 40-16,3-2-23 0,0 0-8 0,3-4-149 0,10 0 59 0,6-5 29 16,4-2 0-16,-5-5-138 15,9-2 79-15,-1-5 45 0,-1-3-471 0,-1-6 212 16,-4-2 135-16,3 0 3 0,-2-2-404 0,-3-11 251 0</inkml:trace>
  <inkml:trace contextRef="#ctx0" brushRef="#br0" timeOffset="14988.93">13323 7448 1417 0,'0'-10'0'0,"0"4"0"0,0-1 0 0,4 0 0 0,5-1 0 0,4 1 0 0,0 1 205 0,4 4-86 0,-2 0 20 16,0 2-57-16,0 0-25 0,-2 0 1 0,-3 11-25 16,-1 5-1-16,-2 0-36 0,-3 2 14 15,-2 0 0-15,-2 3-156 0,0 1 89 0,-6-3 46 16,-6 3 29-16,-6-8-115 15,2 1 34-15,-1-4 42 0,0-1 21 0,2-5 35 0,4-1-49 0,1-2 343 16,3 0-159-16,3-2-80 0,2 0-40 0,0 0 166 16,2 0-79-16,2 0-56 15,14 0-24-15,7-2-1 0,4-4-1 0,3 1-22 16,-6 1 8-16,10 2-196 0,-4 0 93 0,-9 2 48 16,9 0-671-16,-4 6 349 0</inkml:trace>
  <inkml:trace contextRef="#ctx0" brushRef="#br0" timeOffset="15779.42">15002 7628 620 0,'-18'-17'0'0,"4"4"0"0,5 5 0 0,3 1 0 0,5-1 0 0,-2 0 250 0,3-2-112 0,0 0-53 15,8 1-26-15,12 2 124 0,5 0-74 0,5 0-31 16,3 5-7-16,3 1 20 0,0 1-29 0,-2 1 0 15,-4 15 13-15,-1 4-42 0,-9 4-1 0,-3 5 8 16,-8 5-8-16,-4 7 1 0,-5-3 8 16,0 8 31-16,-11-1-39 0,-8-3 0 15,-4-3 0-15,-2-3 44 0,0-10-14 0,-3 0-9 16,-4-5-21-16,2-4-20 0,2-6 20 0,0-5-231 16,7-2 121-16,-1-4 45 0,3 0 30 0,4-6-13 0,5-9-191 15,6-7 90-15,4-5 62 0,2 1-470 16,14-5 246-16,10-1-180 0,4-1 212 0</inkml:trace>
  <inkml:trace contextRef="#ctx0" brushRef="#br0" timeOffset="15967.92">15407 7485 1088 0,'9'-17'0'0,"-8"8"0"0,-1 2 0 0,0 1 0 0,-11 4 0 0,-6 2 0 0,-4 0 0 0,-3 8 0 0,4 11 352 0,-3 3-160 15,0 6-79-15,0 8 174 0,7-3-119 0,-3 13-72 0,10-5-31 16,5-7 66-16,4 3-50 15,0-3-23-15,5 0 7 0,15-4-67 0,3-4 0 16,7-3 35-16,9-3-255 0,-9-6 127 0,7-3 72 16,2-4-404-16,-2-5 197 0,-1-2 120 15,-1 0 5-15,-3 0-400 0,-7-6 229 0,3-6 125 0</inkml:trace>
  <inkml:trace contextRef="#ctx0" brushRef="#br0" timeOffset="16167.38">15862 7232 1106 0,'4'0'0'0,"-1"0"0"0,1 6 0 0,-2 5 0 0,-2 5 0 0,0 5 0 0,0 6 252 0,-7 3-114 0,-1 9-52 0,-3 1-27 16,-2 3 266-16,-2 4-145 0,-2 1-66 0,0 3-45 16,0-2 7-16,1-2-22 0,0-3-216 0,5-13 97 15,-1-1 57-15,1-4 17 0,2-5-425 0,3-9 224 16,2-6 113-16,1-3 12 0,3-3-255 15,0-3 83-15</inkml:trace>
  <inkml:trace contextRef="#ctx0" brushRef="#br0" timeOffset="16302.02">15779 7588 645 0,'8'-3'0'0,"3"1"0"0,-3 2 0 0,2 0 0 0,-3 0 0 0,0 2 0 0,-1 8 0 0,-1 1 515 15,3 2-241-15,0 0-113 0,-3 2 117 0,2 2-122 16,-1 0-62-16,2-1-311 0,-1 1 125 0,1-2 70 15,2-1 24-15,-1-4-578 16,0-2 290-16</inkml:trace>
  <inkml:trace contextRef="#ctx0" brushRef="#br0" timeOffset="16503.57">16157 7365 709 0,'2'-9'0'0,"0"4"0"0,0 2 0 0,-2 3 0 0,0 0 0 0,2 0 249 0,-2 4-109 0,0 9-45 15,0 8-35-15,0 3 331 0,0 6-179 0,-9 8 105 16,-5 4-142-16,-1 2-63 0,-4 5-44 0,-2 0-14 16,-1 3-22-16,0-1 1 15,-3-2 0-15,-1 0-137 0,-1-6 65 0,3-6 36 16,3-10-1-16,4-7-403 0,4-4 229 0,2-7 40 16,3-3-195-16,5-6 103 0,3 0 99 0,0-10-297 15</inkml:trace>
  <inkml:trace contextRef="#ctx0" brushRef="#br0" timeOffset="16650.18">16052 7729 1429 0,'7'-3'0'0,"3"2"0"0,-3-2 0 0,1 1 0 0,-3 2 0 0,3 0 0 0,0 0 0 0,1 6 0 0,1 3 486 16,1 2-227-16,0 4-113 0,0 1-49 0,2 4 106 16,3-1-86-16,-4 1-42 0,6 3-21 0,-2-2-296 15,1-4 145-15,5 6 61 0,-1-7-231 0,0-1 150 16,-3-4 75-16,2 1 37 0</inkml:trace>
  <inkml:trace contextRef="#ctx0" brushRef="#br0" timeOffset="17224.96">16685 7335 370 0,'0'0'0'0,"0"0"0"0,0 0 0 16,0 0 0-16,0 0 0 0,0 0 0 0,0 0 0 0,0 0 0 0,0 0 80 0,0 0-24 0,0 0 108 0,0 0-70 0,0 1-30 15,0 8-1-15,0-2 46 0,0 4-38 0,0 3 8 16,0 0-46-16,0 5 170 16,0 2-85-16,0 4-42 0,0 1-22 0,0 1 133 15,0 4-81-15,0 3-36 0,0-2 92 0,0 3-64 16,0-1-33-16,0-2 39 0,0 3-40 0,0-6 0 16,0 1-31-16,0-2-34 0,0-5 34 0,0-1 8 15,0-3-8-15,2 0-32 0,0-6 32 0,0-4-1 16,-1 0-43-16,-1-3 30 0,2-4-9 15,-2 0 23-15,0-2-99 0,0 0 45 0,0 0 8 16,0 0-92-16,0 0 49 0,0 0 31 16,0 0 5-16,0 0-338 0,0 0 161 0,0 0 82 15,-2 0 30-15,2 0-185 0,0-2 119 0,0-2 59 16,0-4-164-16</inkml:trace>
  <inkml:trace contextRef="#ctx0" brushRef="#br0" timeOffset="17466.3">16873 7416 853 0,'-6'-9'0'0,"5"4"0"0,1-2 0 0,0 2 0 0,0-3 0 0,1 3 0 0,8-4 281 16,2 4-124-16,5 2-62 0,0-1-23 0,2 0 57 15,3 3-48-15,-2-2-25 0,2 3 59 0,0 0-42 16,-1 0 9-16,1 0-145 0,-5 0 48 0,2 0 24 15,-1 0 0-15,-2 0-233 0,-3 0 137 0,0-1 56 16,-3-1 31-16,-1 2-434 16,-4 0 211-16,0 0 55 0,-4 0 62 0,0 0-88 15,0 2 81-15,-14-1 40 0</inkml:trace>
  <inkml:trace contextRef="#ctx0" brushRef="#br0" timeOffset="17842.3">17085 7354 484 0,'-6'0'0'0,"3"-2"0"0,2 1 0 0,1-2 0 0,-2 2 0 0,2-1 0 0,0 2 205 0,0 0-86 0,0 0-43 15,0 0 72-15,0 0-58 0,0 0-20 0,-2 0 83 16,0 0-60-16,-3 12-31 16,-4 2 1-16,-2 1-3 0,1 2 8 0,-3 2-35 15,-1-1 0-15,1-1-62 0,0 0 31 0,2-5 0 16,2 1-13-16,1-4 17 0,1-2 0 0,3-1 27 16,0-2-10-16,3-2-12 0,1 0 24 0,-2 0-40 15,2-2 26-15,0 0-18 0,0 0 14 0,0 0-36 16,0 0 38-16,0 0-4 0,0 0 1 0,0 0-17 15,0 0 17-15,0 0 5 0,0 0 26 16,0 0-29-16,0 0-2 0,0 0-2 16,0 0-15-16,-2 0 14 0,-2 0 6 0,-1 0-33 15,0 1 0-15,0 1 26 0,1 2 2 0,1-2-63 16,-1-1 28-16,2 4-2 0,0-5 31 0,2 1 45 16,0 1-22-16,0 2-6 15,0-1 65-15,0-1-40 0,2 2 0 0,4-2 116 16,4 1-71-16,1-2-24 0,1-1-6 0,-1 0 2 0,3 0 0 0,-2 0-35 15,2 0 1-15,0 0-44 0,0 0 18 16,1 0-1-16,0 0 27 0,-2 0-325 16,1 0 159-16,-2 0 72 0,-1 0-523 0,-1 0 279 15,-1 0 122-15,0 0 76 0,-3 2-343 0,-1 0 200 0</inkml:trace>
  <inkml:trace contextRef="#ctx0" brushRef="#br0" timeOffset="17997.9">17154 7501 1141 0,'0'-6'0'0,"0"4"0"0,0-2 0 0,0 1 0 0,0 2 0 0,0 0 0 0,0 1 0 0,2 0 137 0,1 0-52 16,3 0-26-16,2 0 214 0,-1 0-124 0,2 0-58 15,-1 1-30-15,0 7 7 0,1-2-1 0,-3-1-26 16,-1 3-8-16,-3 1-321 0,1 2 160 0,0-2 80 16,-3 3-474-16,0 2 270 0,0 0 67 0</inkml:trace>
  <inkml:trace contextRef="#ctx0" brushRef="#br0" timeOffset="18145.5">16979 7709 865 0,'-9'4'0'0,"2"2"0"0,3-5 0 0,3-1 0 0,-1 2 0 0,2-2 182 0,0 0-75 0,0 0-37 0,9 0 182 16,5 0-113-16,1 0-54 0,2 0-25 0,0 0 10 16,-1 0-37-16,2 0 8 0,-1 0-250 0,-4 0 122 15,0 0 59-15,0 0 31 0,-4 0-475 0,1 0 240 16</inkml:trace>
  <inkml:trace contextRef="#ctx0" brushRef="#br0" timeOffset="18321.04">17083 7643 867 0,'0'-2'0'0,"0"2"0"0,0 0 0 0,-7 6 0 0,4 3 0 0,-3 6 0 0,1 4 0 0,1 5 369 0,1 1-169 0,1 1-83 15,2 1-42-15,0-1 90 0,0-4-58 0,0 7-41 16,0-9 7-16,2-1-40 0,1-2 0 0,3-2-1 15,-1-8-243-15,5-1 117 16,-3-5 64-16,4-1-304 0,1 0 183 0,1-11 90 16,-2-5-7-16,6-9-388 0,-6 0 212 0</inkml:trace>
  <inkml:trace contextRef="#ctx0" brushRef="#br0" timeOffset="18476.62">17464 7416 912 0,'0'9'0'0,"0"6"0"0,0-5 0 0,-4 4 0 0,-1-4 0 0,-1 5 147 0,0-2-57 0,-2 5 221 16,3-4-131-16,0 3-78 0,-1-1-35 0,1-2-169 15,5-5 67-15,0 3 34 0,0-5 8 0,0-1-518 16,0-4 256-16,3-2 128 0</inkml:trace>
  <inkml:trace contextRef="#ctx0" brushRef="#br0" timeOffset="18738.59">17618 6984 967 0,'2'-9'0'0,"1"2"0"0,1 6 0 0,-2-1 0 0,-1 2 0 0,4 0 237 0,-3 7-103 16,0 17-50-16,0 7 463 0,-2 13-257 0,0 9-120 16,0 19-73-16,0 6 339 0,0 13-201 0,0-4-102 15,0-10-50-15,0 5 64 0,1-2-62 0,5-6-26 16,1-6-88-16,1-15 31 0,0 3 0 0,-3-12 39 15,1 0-98-15,-3-8 46 0,-1-10 21 16,-2-5-161-16,0-8 92 0,0-4 54 16,-2-2 14-16,-9-7-286 0,-4 0 134 0,-5-7 14 0,1-8 52 15,-4-8-168-15,5 0 110 0,-5-13 52 0,5 0-353 16,9-2 202-16,2-2 101 0,7 5 41 16,0-4-454-16</inkml:trace>
  <inkml:trace contextRef="#ctx0" brushRef="#br0" timeOffset="18896.18">17834 7499 1080 0,'11'0'0'0,"2"2"0"0,0-1 0 0,1-1 0 0,-5 0 0 0,2 0 0 0,1 0 0 0,0-1 497 16,6-1-231-16,2-4-117 0,4-1-59 0,-3 3 136 16,9-2-101-16,-1 1-46 0,-3-1-374 0,2 2 163 15,-8 2 83-15,3 2 49 0,0 0-600 0,-7 0 316 16</inkml:trace>
  <inkml:trace contextRef="#ctx0" brushRef="#br0" timeOffset="19067.73">18391 7140 736 0,'2'-11'0'0,"0"7"0"0,0 0 0 0,0 3 0 0,1 1 0 0,-3 0 0 0,1 18 522 0,1 10-244 0,0 12-123 0,0 3 290 16,0 7-206-16,-1 11-95 0,-1 11 3 15,0 5-57-15,0 20-29 16,0-4 1-16,-1 7-512 0,-5 5 249 0,0 6 114 16,-2 22 59-16</inkml:trace>
  <inkml:trace contextRef="#ctx0" brushRef="#br0" timeOffset="37081.28">10346 8745 379 0,'0'0'0'0,"-2"0"0"0,0 0 0 0,-1 0 0 0,-1 0 0 0,-1 0 0 0,0 0 151 0,3 0-51 16,-2 0-38-16,4 0 0 0,-1 0 66 0,1 0-48 0,0 0-23 15,0 0 7-15,0 0 30 0,0 4-31 16,0 7 1-16,0 3 20 0,0 2-26 0,0 5 8 16,0 6-33-16,1-1 91 0,1 2-46 0,2 2-23 15,-2 0 1-15,-1-3-46 0,4 4 22 0,-3-4 1 16,0-1 0-16,0-4-104 0,-1-1 52 0,1 0-151 15,-2-3 86-15,0-3 53 16,0 1 8-16,0-7-233 0,0-4 109 0,0-1 63 16,0-1 7-16,0-3-97 0,0 0 71 0,0-10 35 15,0-17 0-15</inkml:trace>
  <inkml:trace contextRef="#ctx0" brushRef="#br0" timeOffset="37486.28">10287 8770 786 0,'-3'-13'0'0,"-4"7"0"0,3-1 0 0,-3 3 0 0,4 1 0 0,-1 0 0 0,2 1 0 0,1 2 358 0,1 0-163 0,0-1-73 0,1-1 111 16,12 0-101-16,4 0-49 0,4-2 96 15,-1 1-65-15,9-1-44 0,-3 2-1 0,2 0-11 16,4 0-25-16,-2 0 0 0,4 0 8 0,0 1-39 16,0-3 31-16,-3-2-1 0,1 0-81 0,-2 1 40 15,-5 0 29-15,0 2-136 0,-4 1 64 0,-3 1 39 16,-1-1-5-16,-4 2-54 0,-3 0 25 0,-1 0 24 15,-2 0-8-15,-3 0 90 16,0 0-39-16,-1 2 1 0,0-1-44 0,-1-1 86 16,-2 0-32-16,0 2-1 0,0-2 106 0,0 0-64 15,0 0-12-15,0 0 24 0,0 0-2 0,0 0-27 16,0 0-1-16,0 0-45 0,0 0 8 0,0 0 15 16,0 3 1-16,0 7-68 0,0 6 33 0,2-1 1 15,-1 1 29-15,1 1 27 0,2 4-41 0,0-3 11 16,-1 3-24-16,1 0-33 0,-1 0 19 0,4 1-4 15,-2-2-67-15,-1 3 46 0,0-2 16 16,-3 1-165-16,1 2 83 0,0-2 41 16,0-2 26-16,0 1-270 0,0-2 134 0,-2-3 70 15,0-2 27-15,0-1-271 0,0-4 157 0,0-1 79 16,0-4 39-16,-2-3-142 0,-4-1 82 0</inkml:trace>
  <inkml:trace contextRef="#ctx0" brushRef="#br0" timeOffset="37705.68">10380 8971 723 0,'-20'0'0'0,"6"1"0"0,3 2 0 0,1-2 0 0,4-1 0 0,1 0 448 16,5 0-207-16,0 0-96 0,2 0-61 0,21 0 225 16,3 0-138-16,6-1-69 0,11-7 74 0,-10 2-64 15,7 1-44-15,-2-1 16 0,-3 2-26 0,-3 2 0 16,-2 1-26-16,-5 0-120 0,-1 1 56 15,-2 0 32-15,-2 0 1 0,-6 0-272 0,-2 0 152 16,-3 0 76-16,-3 0 33 0,-3 0-522 16,-1 0 251-16,-2 0 114 0,0 0-230 0,0-3 174 15,-7-9 99-15</inkml:trace>
  <inkml:trace contextRef="#ctx0" brushRef="#br0" timeOffset="37903.18">10481 8558 1245 0,'-9'-6'0'0,"3"5"0"0,1-2 0 0,-2 1 0 0,4 2 0 0,1 0 0 0,0 0 0 0,0 5 0 0,2 9 324 0,0 7-146 0,0 1-64 0,6 9-45 15,2 2 82-15,1 10-59 0,0 0-30 0,-2 3-129 16,-2-7 57-16,2 13 18 0,-1-8 0 16,-3-7-231-16,1 3 127 0,-2-6 65 0,1-7-146 15,-1 1 101-15,1-6-13 0,-3-7 50 0,0-6-402 16,0-2 204-16,0-7 94 0</inkml:trace>
  <inkml:trace contextRef="#ctx0" brushRef="#br0" timeOffset="38220.33">10575 8460 1457 0,'8'-2'0'16,"-1"2"0"-16,-3 8 0 0,-2 7 0 0,-1 5 0 0,1 6 0 0,0 3 0 0,0 1 178 0,1 4-72 0,2 3-29 0,0 9-7 0,-3-5-38 0,0 2 1 15,0-6 0-15,-2 10-210 16,0-8 112-16,0 5 46 0,-2-10 25 0,-5-1-291 16,-5 0 152-16,-3-5 75 0,0-10-149 0,-5 3 100 15,1-8-15-15,0-4 200 0,-1-1-59 0,-1-2-26 16,1-3-7-16,6 1 150 16,3 0-84-16,1-4-42 0,4 3-11 0,3-2 552 0,-1-1-213 0,4 0-157 15,0 4-68-15,7-3 182 0,11 3-131 0,5-4-66 16,0 2 197-16,9-2-136 0,-4 0-62 0,4 0-23 15,-2 2-20-15,0-2 0 0,-3 0-13 16,3 2-310-16,-4 0 151 0,-6-1 75 16,3 2 39-16,-2 0-247 0,-3 1 148 0,0 0 64 15,-4-2-47-15,0-1-679 0,-1-1 367 0,-1 0 182 0</inkml:trace>
  <inkml:trace contextRef="#ctx0" brushRef="#br0" timeOffset="38652.87">11125 8481 1442 0,'0'-4'0'0,"0"2"0"0,2 2 0 0,-2 0 0 0,0 0 0 0,0 6 0 0,0 5 0 0,-4 4 0 0,-7 7 165 0,-1 3-58 16,0 5-41-16,-3 0-1 0,0 4-65 0,-3 0-1 16,4-1 34-16,-1-1-110 0,1-1 51 15,2-5 29-15,2-6-2 0,2 1 31 0,5-8 1 16,-1-3 8-16,2-3 24 0,2-3 1 0,0-1-37 15,0-3-32-15,2 0 54 0,9 0-3 16,3-3-15-16,0-8-9 0,4 0-29 16,-2-4 53-16,5-1 12 0,2 0-214 0,-9 2 91 15,5-1 44-15,0 2-245 0,-2 2 132 0,-2-1 44 16,-2 4 42-16,-2 0-99 0,-4 4 57 0,2 0 21 16,-6 3 0-16,1-1 170 0,-2-1-64 0,-2 3-36 15,0 0 0-15,0 0 307 0,-2 6-164 0,-7 5-64 16,-3 2 111-16,1 5-59 0,-3 0-58 0,3 3 28 15,-1 1 85-15,0-1-70 0,3 2-47 16,-2-3-3-16,4-1-37 0,2-2 1 16,3-6 0-16,2 0-38 0,0-1 15 0,0-3 0 15,0-1 23-15,4-4-84 0,8-2 42 0,-1 0 29 16,-1 0-49-16,6-6 5 0,-3-5 23 0,0 1-160 16,0-1 83-16,1 2 23 0,-3 2 26 0,-2 1-352 15,1 2 175-15,-1 1 80 0,-2 3 46 0,-1 0-443 16,0 11 249-16,-4 4 120 0</inkml:trace>
  <inkml:trace contextRef="#ctx0" brushRef="#br0" timeOffset="38794.5">11137 9119 1034 0,'-17'12'0'0,"2"-1"0"0,3-2 0 0,3-5 0 0,0 1 0 0,2-1 0 0,4-2 0 0,1-2 443 16,2 0-205-16,0 0-94 0,0 0 159 0,10 0-136 15,5 0-66-15,2-2-19 0,5-7-25 0,-5-1 9 16,8-3-33-16,-3 0-348 0,2 0 174 0,-1 0 87 15,0 0 43-15,-3 4-601 0</inkml:trace>
  <inkml:trace contextRef="#ctx0" brushRef="#br0" timeOffset="38965.04">11332 8772 1973 0,'-11'-2'0'0,"9"0"0"0,-1 2 0 0,3 0 0 0,0 0 0 0,0 0 0 0,0 0 0 0,7-2 285 0,7 0-129 16,5 1-63-16,1-4 25 0,3 1-43 0,0 1-21 16,2 1 8-16,-3 2-338 0,-1 0 154 0,0 0 78 15,-3 0 38-15,-1 8-617 0,-4 1 318 0</inkml:trace>
  <inkml:trace contextRef="#ctx0" brushRef="#br0" timeOffset="39127.6">11417 8948 1443 0,'-23'4'0'0,"4"0"0"0,6-2 0 0,-3 0 0 0,6-2 0 0,2 0 0 0,5 0 0 0,3 0 0 0,0 0 391 0,1 0-182 0,14 0-89 0,6-2-5 15,2-4-42-15,3 0-19 0,-4 2 7 0,8-3-174 16,-9 4 72-16,4-2 38 0,-5 4-1 0,1-1-443 16,-4 0 249-16,-2 2 111 0,-6 0-581 0,-3-2 319 15</inkml:trace>
  <inkml:trace contextRef="#ctx0" brushRef="#br0" timeOffset="39426.8">11520 8584 1310 0,'-6'-5'0'0,"3"1"0"0,1 1 0 0,0 3 0 0,0 0 0 0,-1 9 0 0,3 11 0 0,0 4 400 0,0 8-184 0,0 10-91 16,0 4-38-16,0 5 109 0,3 6-82 0,-1 1-40 15,3 0-1-15,1-3 93 0,1-3-71 0,3-6-31 16,-1-8-61-16,2-1 0 0,3-4 30 15,-3-8-232-15,1-2 113 0,2-7 59 16,-3-7 29-16,-1-1-286 0,-1-6 119 0,-1-2 93 16,-3-2-24-16,-1-12-163 0,-3-8 109 0,1-2 59 15,-2-5 29-15,0 4-1 0,0-4 7 0,-5 10 24 16,-4-1 71-16,0 5-36 0,-3 6 1 0,3 4-45 16,-6 4 278-16,0 1-135 0,-2 6-67 0,-2 10 312 15,0 6-146-15,1 6-47 0,-1-3-67 16,2 3-31-16,0-1-23 0,4-3 0 0,5-4-1 0,2-2-144 15,6-5 68-15,0-3 38 16,0-6-636-16,8-4 296 0</inkml:trace>
  <inkml:trace contextRef="#ctx0" brushRef="#br0" timeOffset="39568.43">11757 8407 2301 0,'0'-1'0'0,"3"1"0"0,6 0 0 0,-1 5 0 0,0 8 0 0,-3 5 0 0,-1 4 0 0,-2 2 0 0,1 8 431 16,-1-1-199-16,0 0-100 0,0 1-49 0,6 2-556 16,1 0 249-16</inkml:trace>
  <inkml:trace contextRef="#ctx0" brushRef="#br0" timeOffset="40735.06">13021 8882 501 0,'0'-10'0'0,"0"6"0"0,-2-2 0 0,2-2 0 0,-2 0 0 0,0-2 0 0,2-4 92 0,0-1-30 0,0-2 0 16,0 1 83-16,0-4-48 15,0 3-37-15,0-2 56 0,2 0-41 0,-2 0-22 16,0 0 1-16,0 2 16 0,0 0-7 0,0 2-30 16,-4 2 0-16,-4 0-16 0,1 2 16 0,-2 3 8 15,-5 1-8-15,1 1-20 0,-2 4 19 0,0 2 1 16,-2 0-31-16,-1 4 9 0,-3 9 22 0,1 4-11 16,4 0 8-16,-3 1-12 0,6 0 9 15,-2 0 42-15,4-1-7 0,2 1-36 0,3-4 2 0,2-2 41 16,2-1-30-16,2 0-1 15,0-2-5-15,0 2-69 0,2-1 34 0,4 1 3 16,1 1 4-16,-1-1-10 0,-1 4 33 0,1 0 7 16,-2 4-11-16,0 0-11 0,0 4 14 0,-3 6 130 15,1-3-64-15,0 5-34 0,0-2 0 0,-2 1 131 16,2 2-71-16,0 2-47 0,-1-2 0 0,5 2 68 16,0 0-54-16,0 2-27 0,1 0 40 15,0 6-37-15,0 3 0 0,4 0-10 16,-4 5-19-16,-2 0 0 0,1 1 8 0,0-1-67 15,-2 2 30-15,-1 2 0 0,-1-2 29 0,-2 1-68 16,0-1 42-16,0 2-9 0,0-3 35 0,0 2-165 16,-3-3 74-16,-3 1 18 0,2-8-183 0,-2 10 96 15,2-9 58-15,3-7-189 0,-1 2 115 0,2-3 45 16,0-2 24-16,0 0-509 0,2-4 276 0,3-2 136 16</inkml:trace>
  <inkml:trace contextRef="#ctx0" brushRef="#br0" timeOffset="43231.24">13501 8846 361 0,'-7'0'0'16,"-1"0"0"-16,5 0 0 0,-5 0 0 0,2-1 0 0,-1-2 227 0,1-5-97 0,-1-2-40 15,0-3 52-15,4 0-54 16,-1-2-28-16,2-4 7 0,2-3-1 0,0 0-25 0,0-6-9 15,0 1 1-15,8-1-6 0,2 1 6 0,2 1 0 0,4 5 20 16,-1 3-20-16,2 0 0 0,-1 8 0 0,2 3 12 16,-2 4-12-16,3 3 8 0,-3 0 20 15,5 8-28-15,-1 9-1 0,-4 3 1 0,3 3 2 16,-6-1 6-16,2 6-8 0,-4 1 0 0,-3-1-44 16,0 2 22-16,-6-2 0 0,-2 2-39 15,0 2 25-15,0 0-6 0,-12 2 35 16,-3-2-35-16,-4 0 0 0,-1-4 24 0,-3-2-32 15,-1-4-8-15,-1-3 38 0,-1-4-16 0,-2-3 12 0,4-6-84 16,-1-3 38-16,0-3-140 0,4 0 84 0,5 0 36 16,3-2 22-16,2-9-205 15,5-2 108-15,6-6 46 0,0-4 27 0,2 3-111 16,13-5 69-16,5 1 26 0,1 1-215 0</inkml:trace>
  <inkml:trace contextRef="#ctx0" brushRef="#br0" timeOffset="43470.73">13903 8487 1121 0,'8'-17'0'0,"-4"1"0"0,-3 4 0 0,-1 0 0 0,0 1 0 16,0 1 0-16,-10 3 0 0,-1 1 0 0,-1 3 0 0,-2 0 79 0,-2 3-23 0,-4 3 9 0,-1 11 13 0,1 7-23 0,0 5 68 16,-3 8-45-16,3 2-23 0,4 0 8 15,0 11 43-15,2-2-37 0,7 0 0 0,3 2 98 16,4-8-58-16,0 8-43 0,4-13 1 15,10-1-35-15,4-3-6 0,3-3 7 0,2-5 8 0,2-5-184 16,3-3 88-16,4-7 44 0,-2-2 22 16,0-3-352-16,-5-2 171 0,5 0 90 0,-5 0 12 15,-7-2-210-15,5-4 85 0,-2-6 80 0</inkml:trace>
  <inkml:trace contextRef="#ctx0" brushRef="#br0" timeOffset="43664.21">14101 8539 1197 0,'-2'0'0'0,"0"0"0"0,2 0 0 0,0 0 0 0,0 0 0 0,2 3 456 0,9 0-204 16,2-2-114-16,4 1 180 0,4-2-142 0,1 3-72 0,0-3-36 16,3 0-33-16,-2 0-3 15,0 0 1-15,-3 0-348 0,-1 0 173 0,-3 1 88 16,0 1 51-16,-4 0 14 0,0 2-570 0,-3-1 295 15</inkml:trace>
  <inkml:trace contextRef="#ctx0" brushRef="#br0" timeOffset="43814.81">14136 8727 1673 0,'-9'5'0'0,"4"3"0"0,0-3 0 0,5-3 0 0,-2-2 0 0,2 2 0 0,0-2 0 0,7 0 0 0,7 0 195 0,7 0-81 15,-1 0-40-15,6 0-15 0,1 0 1 0,-4 0-19 16,9 0-8-16,-6 0-352 0,0 0 175 0,2 0 89 0</inkml:trace>
  <inkml:trace contextRef="#ctx0" brushRef="#br0" timeOffset="44419.86">14954 8582 932 0,'-7'-13'0'0,"2"2"0"0,1-2 0 0,-1-3 0 0,-1 0 0 0,1 0 0 0,-2 1 0 0,0 2 0 0,1-2 131 0,-1 3-41 0,-3 0 26 0,1 4-42 0,0 3-20 15,-3 3-1-15,-1 2 14 16,-2 0 7-16,-2 11-41 0,-2 10 0 0,1 7 33 15,-3 10 0-15,2 0-33 0,4-1 8 0,-2 8 73 16,6-2-41-16,2-9 1 0,4 5 73 0,2-1-57 16,3-4-20-16,0-4 45 0,0-4-42 0,8-8-19 15,3 4-1-15,4-9-63 0,0-1 29 16,2-8-7-16,0 0 20 0,2-4-132 16,-1 0 67-16,5-8 32 0,-2-10-67 0,-1-4 47 0,-1-3 3 15,0-6 23-15,-2 2-301 0,0-3 145 0,-4-2 32 16,0 4-117-16,-2 2 102 0,-3 6 50 15,-3 1 26-15,0 8 55 0,-4 3-38 0,1 4 9 16,0 5-1-16,-2-1 193 0,0 2-96 0,0 7-48 16,0 14-33-16,-5 5 112 0,-2 2-61 0,4 4-31 15,1 0 313-15,2 0-154 0,0-6-27 0,0 6 20 16,5-7-61-16,5-7-31 0,5 0 1 0,2-3-73 16,0-6 17-16,4-4 0 0,0-3 25 15,-2-2-126-15,2 0 63 0,0-7 40 16,1-12-9-16,-4-1-54 0,-4-3 38 0,0-3-19 15,-3-1-116-15,-4 1 51 0,0-6 46 0,-4 3-35 16,-1-4 34-16,-2 1 2 0,0-1 0 0,-2-2 33 16,-10 3-9-16,0 5-7 0,-4 4 5 0,1 8 74 15,-4 4-34-15,3 5 136 0,-9 4-78 0,2 2-35 16,2 6-22-16,-2 13 19 0,2 0 12 0,6 0-7 16,-2 2-35-16,6 0 18 15,1 0-7-15,6-2 18 0,3-4-276 0,1 0 127 0,0-2 60 16,10 0 31-16,8-3-1 0,8-5-408 0,3-3 202 15,4-2 94-15,10 0-292 0</inkml:trace>
  <inkml:trace contextRef="#ctx0" brushRef="#br0" timeOffset="44692.94">15540 8517 1342 0,'1'-6'0'0,"-1"2"0"0,0 0 0 0,-1 0 0 0,-13 2 0 0,3 1 0 0,-3 1 135 0,0 0-55 16,0 3 108-16,-2 11-77 0,-4 2-39 15,6 3-1-15,2 0 157 0,1 4-102 0,6-3-47 16,3-1-23-16,2 2 47 0,2 0-36 0,12-7 9 16,9 4-92-16,2-3 24 0,1-4 0 0,2-2-130 15,-1 0 78-15,-7-2 46 0,4 2-8 0,-4-2-32 16,-6 2 36-16,-3 1-4 0,-3 1 0 0,-6 0-95 16,-2 4 52-16,0 1 80 15,-12 4 1-15,-6-1-55 0,-7-3 11 0,-3 4 73 16,-2-5-34-16,-4-1 4 0,2 0-36 0,-1-5-95 15,6-3 56-15,-5 0 22 0,11-6 16 0,3 0-198 0,6 0 99 16,3 0 50-16,7-10 15 0,2-7-473 0,11-4 240 16</inkml:trace>
  <inkml:trace contextRef="#ctx0" brushRef="#br0" timeOffset="44948.28">15967 8274 771 0,'0'-20'0'0,"0"5"0"0,0 0 0 0,0-1 0 0,0 5 455 0,3 4-202 0,-3 3-115 0,2 0-52 16,-2 3 147-16,0 1-100 0,1 1-50 0,-1 24-17 15,0 12 68-15,0 4-51 16,-6 8-25-16,-3 4 0 0,2 3 79 0,1 0-45 16,2 1-33-16,0-5 83 0,4 0-55 0,0-6-27 15,0-3-50-15,3-7 8 0,6 0 15 0,2-6 0 16,2-4-163-16,-2-8 81 0,2 2 41 0,1-9 8 15,-2-4-372-15,-2-5 175 0,5-2 100 0,-4 0 14 16,-1-3-218-16,-1-11 117 0,-3-1 79 16,-1-3-362-16,-2-3 217 0</inkml:trace>
  <inkml:trace contextRef="#ctx0" brushRef="#br0" timeOffset="45102.4">15642 8515 1206 0,'-15'4'0'0,"8"1"0"0,3 0 0 0,4 1 0 0,0-3 0 0,4-2 503 16,20-1-235-16,8 0-110 0,11 0-66 0,1 0 334 16,2-4-196-16,5-4-99 0,-1 5-49 0,-9 1-19 15,10 0-9-15,-14 2-21 0,2 0 0 0,-2 0-554 16,-1 0 277-16</inkml:trace>
  <inkml:trace contextRef="#ctx0" brushRef="#br0" timeOffset="45567.16">13359 9951 1577 0,'-9'-9'0'0,"8"5"0"0,1 0 0 0,-2 2 0 0,2 1 0 0,0 1 0 0,0 0 252 0,8 0-110 16,7 5-46-16,0 4-36 0,3 3 145 0,3 3-86 16,0 0-44-16,-1 4 106 15,1-4-66-15,2 4-45 0,-3-2 0 0,1-1-197 0,-2 1 80 16,-4-1 40-16,2 1-394 0,-2-5 212 15,-4-1 111-15,-1-3 56 16,1-2 27-16,-2-3-671 0,1-3 309 0,-1 0-172 0</inkml:trace>
  <inkml:trace contextRef="#ctx0" brushRef="#br0" timeOffset="45788.58">13892 9579 1156 0,'2'-5'0'0,"-2"3"0"0,0 2 0 0,0 0 0 0,0 0 0 0,-4 13 0 0,-5 9 0 0,-3 5 539 0,-1 11-253 0,-4 7-127 0,-1 9-55 16,-5 15 288-16,-2 3-180 0,-3 18-89 0,0-2 94 16,2 1-91-16,2-10-39 0,-8 24-31 15,7-14 48-15,1 0-35 0,5-14 0 0,2 4-84 16,4-21 32-16,1-4-8 16,5-13 24-16,4-7-234 0,1-10 118 0,2-5 57 15,0-9 38-15,0-2-466 0,0-6 178 0,0-2 130 16,0 0-431-16,0-2 273 0,3-16 127 0,3-5-327 15,1-2 236-15,1-4 117 0</inkml:trace>
  <inkml:trace contextRef="#ctx0" brushRef="#br0" timeOffset="45967.11">13941 10034 2311 0,'0'-4'0'0,"2"4"0"0,3 0 0 0,3 0 0 0,-3 0 0 0,7 0 0 0,1 0 0 0,4-2 0 0,-1 0 0 0,5-1 290 16,6-3-133-16,-1 0-62 0,3 1-32 0,-2 1 0 16,-1-3-30-16,1 5-505 0,-3-2 249 0,1 2 128 15,-5 0 63-15,-3 2-706 0,-2 0 374 0</inkml:trace>
  <inkml:trace contextRef="#ctx0" brushRef="#br0" timeOffset="46099.14">14053 10299 1321 0,'-13'9'0'0,"4"-4"0"0,3 1 0 0,2-2 0 0,2-4 0 0,1 0 0 0,1 0 0 0,0 0 0 0,5-5 240 0,16-7-108 0,2-1-159 15,5 1 29-15,4 2 1 0,3 0 30 0,3 3-569 16</inkml:trace>
  <inkml:trace contextRef="#ctx0" brushRef="#br0" timeOffset="46395.93">14825 9897 1119 0,'-16'-21'0'0,"-2"12"0"0,2 3 0 0,-3 2 0 0,-2 3 0 0,1 1 0 0,-3 0 294 0,-5 5-134 0,1 14-64 0,1 4 237 16,2 2-150-16,1 4-76 0,4 4 48 15,5 0-66-15,6-3-28 0,7-2 0 0,1-8-67 16,1 7 0-16,16-8 47 0,7-1-8 0,5-2-93 15,3-5 47-15,3-4 22 0,1-1-87 0,-5 1 64 16,1 0 19-16,-5 2-218 16,-8 0 109-16,-3 2 21 0,-4 2 38 0,-6 4-74 0,-4 1 47 15,-2 4 3-15,-4-2-1 0,-13 3 178 16,-6-1-76-16,-1-1-33 0,-4 0 0 0,-2 0 138 0,0-4-77 0,0-1-23 16,5-5-176-16,0-1 76 15,4-6 29-15,5-3 24 0,7-1-243 0,3-1 123 16,6-13 55-16,2-7-479 0</inkml:trace>
  <inkml:trace contextRef="#ctx0" brushRef="#br0" timeOffset="46560.17">14929 10124 1194 0,'13'-6'0'0,"-1"5"0"0,-3 1 0 0,-4 0 0 0,-3 0 0 0,0 0 0 0,0 0 0 0,-1 9 615 0,1 2-283 0,0 2-153 0,0 4-74 15,-2 2 220-15,0 2-147 0,3 0-72 16,-3-1-247-16,0 0 83 0,0-1 46 0,0-1 22 15,0-8-520-15,0 1 271 0,0-3 144 0,0-4-259 16,0-2 192-16,0-2-1 0,1-6 82 0</inkml:trace>
  <inkml:trace contextRef="#ctx0" brushRef="#br0" timeOffset="47061.98">15108 9602 1737 0,'7'-4'0'0,"4"4"0"0,-4 2 0 0,1 13 0 0,0 6 0 0,-3 5 0 0,0 10 0 0,1 5 0 0,-1-1 0 0,-4 12 191 0,1-1-78 16,-2 5 1-16,0 8-40 0,0-4 0 0,0-9-33 16,0 3-48-16,-3-7-1 0,-2-13 41 15,3-1 0-15,2-13-123 0,0-9 57 0,0-2 33 16,0-7 0-16,0-2-167 0,10-17 59 16,5-9 67-16,0-4-75 0,0-1 54 0,2 0-7 15,-2-1 91-15,2 4-14 0,-4 6-38 0,2-2-7 16,-2 10 231-16,-2 4-99 0,-1 5-53 0,-1 3-13 15,0 2 90-15,-1 7-38 0,-2 17-35 16,-1 5 19-16,-3 4 194 0,4 4-114 16,-5-4-47-16,3 1 62 0,3-2-63 0,0-9-32 0,2 0-65 15,0-3 0-15,3-5 41 16,1-4-9-16,2-7-230 0,1-4 115 16,5 0 58-16,0-18 28 0,1-6-124 0,1-7 40 0,-2-5 50 0,-1-6-31 15,-1-7-263-15,2-9 121 0,-6 6 78 0,4-16-79 16,-3 2 86-16,2 5 43 0,-2-2 16 15,0 13 0-15,-2-7 19 0,2 9 8 0,-7 8 241 0,0 6-120 16,-5 13-61-16,-2 6-29 0,2 6 379 0,-2 4-171 16,0 4-106-16,-2 1-8 0,0 23 106 0,0 13-60 15,0-1-45-15,0 14 161 0,0 4-110 16,0 2-56-16,0 3 137 16,0 2-96-16,3-2-40 0,4-2-32 0,2-4-51 0,2-4-1 15,-2-12 175-15,4 3-180 0,0-7-430 0,-2-4 285 16,-1-10 89-16,1 1 44 0,-6-6-265 0,4-6 106 15,-6-4 22-15,1-3-550 0,0 0 334 16,-4 0 165-16,0-3-361 0,0-15 264 0</inkml:trace>
  <inkml:trace contextRef="#ctx0" brushRef="#br0" timeOffset="47200.61">15565 9913 2043 0,'-24'-8'0'0,"12"0"0"0,5 6 0 0,2 0 0 0,3-2 0 0,2 0 0 0,2 1 0 0,16-1 168 0,5 2-68 0,7 0-25 15,9 0 343-15,3 1-193 0,4 1-96 0,4 0-48 16,-2 0-49-16,-4 5 9 0,9 8-9 0,-5 4-343 16,-1 0 172-16,1 2 86 0</inkml:trace>
  <inkml:trace contextRef="#ctx0" brushRef="#br0" timeOffset="47345.21">16664 10075 2636 0,'-11'0'0'0,"9"0"0"0,2 0 0 0,0 0 0 0,0 0 0 0,-1 0 0 0,1 0 0 0,0 0 342 0,0 0-146 0,0 0-85 0,0 0-1142 0</inkml:trace>
  <inkml:trace contextRef="#ctx0" brushRef="#br0" timeOffset="64176.89">5872 9893 315 0,'0'0'0'0,"0"0"0"0,0 0 0 0,0 0 0 0,0 0 0 0,0 0 79 0,0 0-23 0,0 0 0 15,0 0 19-15,0-3-42 0,0 2 0 0,0 1 12 16,0-2-8-16,0 2 4 0,0-2-8 0,0 0-1 0,0 1 14 16,0-1-14-16,0 0 1 0,0 2 29 15,-2 0-30-15,2-2 1 0,-2 2 0 0,0 0 0 0,0 0 24 16,1 0-16-16,-2 0-34 16,1 0 1-16,-1 0 25 0,-1 2-25 15,0 5 0-15,2 3 33 0,-3 3-10 0,2-2 2 16,0 1 5-16,0-1-8 0,0 0-5 0,1-2 18 15,2 3-17-15,0-5 2 0,0 2-28 0,0-4 0 16,0 2 25-16,0-2 7 0,2-1-7 0,7-2-55 16,-4 0 26-16,0-2 0 0,3 0 0 0,0 0 4 15,1 0 14-15,-3-7-39 0,1-3 14 16,1-3 0-16,-2-4 10 0,-3 0 12 0,2-2-78 0,-4 0 35 16,0 3 10-16,-1-3-33 15,0 4 22-15,0 4-2 0,0-1 56 0,-1 3-1 0,-3 2-31 16,-1 1 1-16,-4 4-4 0,4 2 62 15,-3 0-27-15,-1 0 81 0,-1 15-48 0,-1 6-27 16,1 1 14-16,1 7 41 0,2-3-28 0,4-4-1 16,-3 2-12-16,6 1-21 0,-2 0 40 0,2-4-27 0,0-4-34 15,0-2-1-15,2-1 33 0,2-3-2 0,3-3-71 16,1-1 38-16,-1-2-11 0,0-4-10 16,1-1 18-16,-1 0 0 0,3 0 13 15,-2-11-57-15,-1-4 28 0,2-8 0 16,-3 1 10-16,1-5 16 0,-5 3-77 0,1 3 24 15,-2 1 7-15,-1 1-4 0,0 2 33 0,0 5 0 16,0 4-10-16,0 0 94 0,-1 4-39 16,-4 1-22-16,-2 3 59 0,1 0-39 0,-3 0 66 0,2 15-40 15,-3 5-26-15,2 2 17 0,3 3-37 0,-3-2 88 16,6 1-34-16,-1 0 2 16,1 1-1-16,0-5-26 0,2-1-6 0,0-3 3 0,0-6-55 15,2 0 23-15,3-3-1 0,1-3 24 16,1-2-115-16,1-2 52 0,0 0 33 0,1 0-39 15,-2-9 29-15,3-5-16 0,-2-6-34 0,-1-3 26 16,-2 1-1-16,-2-6 15 0,-2 1 18 16,1 3-75-16,-2 3 33 0,0-4 10 0,0 5 13 0,-6 3-2 0,-1 8 5 15,-2 1-6-15,-1 2 95 16,1 5-42-16,1 1 36 16,-5 0-33-16,4 13 0 0,-1 10-33 0,2 1-6 0,-1 2 146 0,4-1-65 0,3 7-18 15,2-11 37-15,0 2-26 16,0-2-21-16,0-3 5 0,5-2-82 15,6-5 32-15,2-2 0 0,-3-3 40 0,4-2-224 0,-3-4 98 16,-2 0 54-16,5 0-86 0,-5-7 60 0,0-3 13 16,-1-6 21-16,-4-2-137 0,-2 0 62 0,0-4 21 15,-2 2 15-15,0 0 33 0,0 1 0 16,-4 0 0-16,-5 2 68 0,0 4-30 16,1 1 0-16,0 7 141 0,-2-1-86 0,4 5-34 15,-4 1-30-15,0 0 146 0,2 3-73 0,1 12-20 0,0 4-22 16,1 2 33-16,3-2 2 0,-2 3-5 15,5-1-57-15,0-3 0 0,0-2 28 0,0-2 17 16,0-5-121-16,0 0 48 0,5-3 21 0,0-3 0 0,4-3-166 16,0 0 79-16,1-2 32 0,-2-11-53 15,2-8 41-15,-4-1 28 0,-1-3-3 0,-2-1-14 16,-1 3 5-16,-2-1 25 0,0 3-1 16,0 3 77-16,-2 2-37 0,-4 7-9 15,-2 2 191-15,3 3-103 0,-1 2-38 0,-3 2-31 16,1 0 13-16,3 15 101 0,1 2-40 15,0 7-196-15,4-1 68 0,0 0 27 0,0 1 18 0,13-7-677 16</inkml:trace>
  <inkml:trace contextRef="#ctx0" brushRef="#br0" timeOffset="65570.33">17423 9033 1066 0,'-16'-7'0'0,"11"2"0"0,3 3 0 15,0 2 0-15,2 0 0 0,0 0 0 0,0 0 0 0,2 0 245 0,9 0-106 0,8 0-45 0,9 0 222 0,4 0-142 0,2 0-70 16,3 0-36-16,1 0 63 0,0-1-40 0,-4-3-34 16,1 0 28-16,-3 1-27 15,-4-3 1-15,-5 2-156 0,-3 0 74 0,-3 1 23 16,-6 1 0-16,-3-1-289 0,-4 0 161 0,-2 2 81 15,0 1 32-15,-2-2-448 0,0-5 217 0,-4 2 108 16,-8-4 42-16,0-3-114 0,0-1 80 0,-1-2 53 16,-4-6-214-16,0 3 130 0</inkml:trace>
  <inkml:trace contextRef="#ctx0" brushRef="#br0" timeOffset="65750.89">17695 8722 589 0,'-6'-14'0'0,"4"6"0"0,0 1 0 0,0 6 0 0,2-2 0 0,0 3 295 15,0 3-132-15,0 15-56 0,0 9 123 16,0 8-98-16,0 6-50 0,0 8-25 0,0 6 276 15,0 0-142-15,0 2-83 0,0-1 32 0,0-1-54 16,0-5-27-16,2-2 1 0,0-14-122 0,6 4 43 16,1-11 26-16,0-8 0 0,3-4 26 0,1-7-254 15,-2-6 135-15,8-2-108 0,-4-16 113 0,7-13 0 16,-1-10 46-16,-1-3-60 0,5-7-342 0,2-14 206 16,-5 5 99-16</inkml:trace>
  <inkml:trace contextRef="#ctx0" brushRef="#br0" timeOffset="65904.2">18110 8481 884 0,'2'-9'0'0,"-2"8"0"0,0 1 0 16,0 14 0-16,0 12 0 0,-9 6 61 0,-3 9 402 0,3 4-216 0,-2 6-98 0,-3 1 331 15,1 12-223-15,2-6-112 0,1-8-57 0,3 6 63 16,2-11-52-16,-3 10-37 16,2-12 1-16,4-8-333 0,-2-1 152 15,1-4 75-15,1-10-221 0,0 0 144 0,0-7 76 16,2-6 39-16,0-3-721 0,0-4 356 0</inkml:trace>
  <inkml:trace contextRef="#ctx0" brushRef="#br0" timeOffset="66049.38">18085 8958 2382 0,'0'0'0'0,"0"0"0"0,2 3 0 0,0 3 0 0,3 2 0 0,-2 3 0 0,3 0 0 0,-1 5 0 0,-1-3 0 0,1 3 177 0,1-1-254 0,2 2 55 16,-1-2 27-16,0-1 0 0,1-3 28 0,-2-4 8 0,3 1-587 15,0-5 290-15,5-3-218 0,-3 0 241 0</inkml:trace>
  <inkml:trace contextRef="#ctx0" brushRef="#br0" timeOffset="66226.23">18461 8517 1844 0,'4'16'0'0,"-2"12"0"0,-2-1 0 0,0 5 0 0,-6 9 0 0,-7 4 0 0,-2 7 203 15,-6 18-89-15,-1-4-41 0,-5 3 340 0,1 1-190 16,0 0-145-16,4-10-14 0,-5 13-8 0,6-8-23 16,3-5-230-16,2-11 115 0,5-9 65 0,6-12 21 15,-1-3 0-15,4-15-644 0,2-5 336 0,0-5-555 16</inkml:trace>
  <inkml:trace contextRef="#ctx0" brushRef="#br0" timeOffset="66371.84">18367 9029 2460 0,'10'0'0'15,"3"0"0"-15,-4 0 0 0,1 0 0 0,-1 10 0 0,0-1 0 0,-1 4 0 0,1 3 0 0,4 7 207 0,-3-2-79 0,1 5-52 0,0-1 28 0,-1 3-36 0,1 0 0 0,0 2-540 16,1-8 260-16,2 8 118 0,0-12-281 16,1-2 204-16,4 0 102 0</inkml:trace>
  <inkml:trace contextRef="#ctx0" brushRef="#br0" timeOffset="66681">18893 8822 2031 0,'0'-7'0'0,"0"5"0"0,0 0 0 0,0 2 0 0,0 0 0 0,-6 13 0 0,-1 9 0 0,3 11 0 0,-3 6 442 15,5-1-197-15,-1 11 45 0,3 0-129 0,0-3-64 16,1 5-32-16,10-6 0 0,2-9-24 0,8 0-8 15,5-7 0-15,1-4-108 0,3-7 53 0,2-8 28 16,0-6-169-16,0-4 94 0,-2-2 51 0,-2-17 26 16,-2-4-1-16,-2-16-179 0,-7 6 59 0,0-15-72 15,-5 1 81-15,-7-4 24 0,-3-12 24 0,-2 1 0 0,0 2-20 16,-16-11 9 0,-4 9 34-16,-2 19-33 0,-7 4 1 0,-3 16 24 15,-7 4 235-15,-2 15-113 0,-1 4-57 0,0 11-28 0,4 14-1 16,10-1 132-16,-6 14-67 0,13-3-16 0,10-1-208 15,5 4 89-15,6 1-1177 0,0-2 1083 16,14 5 72-16</inkml:trace>
  <inkml:trace contextRef="#ctx0" brushRef="#br0" timeOffset="67000.39">19445 8637 1758 0,'-4'-6'0'0,"4"4"0"0,0 0 0 0,4 0 0 0,8-2 0 0,1-1 0 0,2-1 302 0,3 3-135 16,7-3-68-16,1 0-32 0,-1 1 188 0,5-1-116 0,-2 3-53 0,-2 1-186 15,-7-1 66-15,4 3 33 0,-7 0-456 16,1 0 240-16,-6 0 126 16,1 5 61-16,-4 0 32 0,-5 2-732 0,-1 1 340 0</inkml:trace>
  <inkml:trace contextRef="#ctx0" brushRef="#br0" timeOffset="67258.7">19604 8586 922 0,'-3'2'0'0,"3"3"0"15,0 1 0-15,0-1 0 0,0 3 0 0,0 1 194 0,0 5-80 0,0-1-32 0,-4 4 118 0,2 3-83 16,-1 1-43-16,-3 2 69 16,-3 1-55-16,1-3-20 0,-5 3-74 15,2-5 38-15,-2-2 1 0,-2-2 0 0,-1-3 0 16,2-2 44-16,0-4-7 0,5-2-38 0,2 0 164 15,0-4-82-15,4 2-41 0,-1-2 99 0,4 0-75 16,0 0-31-16,0 0 17 0,2 0-25 0,13 0 0 0,2 1-17 16,6-1-8-16,-1 2-1 0,5 0 41 15,-7-2-40-15,10 2-1 0,-9-1-369 0,4 4 181 16,-1-3-603 0,-2 0 374-16,-3 1 153 0,-1 1 101 0,-2 0-444 0,-5-4 275 0,-1 0 134 15</inkml:trace>
  <inkml:trace contextRef="#ctx0" brushRef="#br0" timeOffset="67386.98">19770 8800 1102 0,'-7'-15'0'0,"3"6"0"0,0-1 0 0,0 1 0 0,2 1 0 0,1 4 0 0,1 3 457 0,0-1-212 15,0 2-5-15,1 0-104 0,8 7-52 0,0 7-17 0,0 2-8 16,3 7 3-16,-3 1 1 16,-2 1-30-16,0 3-511 0,-1-4 264 0,2 6 119 0,-3-5-638 15,-3-4 363-15</inkml:trace>
  <inkml:trace contextRef="#ctx0" brushRef="#br0" timeOffset="67563.52">19489 9097 1800 0,'-16'3'0'0,"11"2"0"0,1-4 0 0,0 1 0 0,4-2 0 0,0 0 0 0,0 0 0 0,10 2 465 16,7-2-208-16,3 0-116 0,3 0-43 15,3 0-33-15,-5 0 1 0,3 0-386 0,-1 0 185 16,-1 0 80-16,-5 2-519 15,0 0 302-15,-1 2 151 0,-9 0 75 0,0 3-520 0,-3-2 271 0,-2-1 130 16,-2-2-146-16</inkml:trace>
  <inkml:trace contextRef="#ctx0" brushRef="#br0" timeOffset="67843.03">19605 9039 737 0,'-13'-6'0'0,"5"4"0"0,-1 2 0 0,3 0 0 0,0 0 0 0,5 2 0 0,1 12 333 15,0 2-151-15,0 3-74 0,0 5 282 0,1-3-170 16,5 9-98-16,0-2-45 0,0-1 100 0,-1-1-71 15,3 0-37-15,-3-8 8 0,1 6-98 0,2-8 28 16,-3-2-1-16,2-7-275 0,5-2 151 16,-3-5 83-16,6 0 30 0,0-15-384 15,2-8 204-15,-2-7 36 0,2-1-274 0,2-5 187 0,0-6 105 16,-3 0 50-16,4 2-95 0,-6 7 72 0,2-4 36 16,-2 6-9-16,-2 4 93 0,-3 9-24 15,-3 5 0-15,-1 3 331 0,-3 5-178 16,3 3-98-16,-4 2-35 0,1 0 535 0,0 7-273 15,0 6-70-15,0 2-89 0,-2 2 343 0,1 0-217 16,1 0-104-16,0 0-139 0,2 0 35 0,-1 0 0 16,3-4-213-16,-2-2 102 0,2-2 55 0,-1-3-270 0,3-3-169 15,-1-3 248-15,3 0 95 0</inkml:trace>
  <inkml:trace contextRef="#ctx0" brushRef="#br0" timeOffset="68084.39">20066 8488 1220 0,'1'-16'0'0,"1"8"0"16,0 4 0-16,0 2 0 0,0 1 252 0,0 1-102 0,-2 3-62 0,1 14 424 0,1 7-240 0,2 7-119 0,-1 9-61 0,1 6 202 31,1 7-134-31,0 13-64 0,1-3-11 0,-1 3-26 16,1 1 0-16,1-10-18 0,-1 14-45 0,0-18 1 15,-1 4 36-15,1-4-1 0,-1-6-114 0,-3-5 66 16,1-3 20-16,-3-5 0 0,0-4-113 0,0-11 72 15,-7-2 34-15,-4-8-10 0,-1-3-5 0,-4-6-284 0,0 0 144 16,-3-10-295-16,1-7 210 16,7-4 97-16,-4-8-168 0,6-5 141 0,3-8 71 0,6 0 34 15,0-2-528-15</inkml:trace>
  <inkml:trace contextRef="#ctx0" brushRef="#br0" timeOffset="68300.82">20443 8779 2150 0,'0'-5'0'0,"0"1"0"0,-2-2 0 0,2-4 0 0,-2 3 0 0,2 0 0 0,0-2 314 0,4-1-133 0,12 1 18 16,7 0-83-16,4-1-41 0,3 2-22 0,3 3-8 16,3-1-4-16,1 3-9 0,0-1-211 15,-4 2 105-15,1 0 54 0,-2 2 34 0,-2 0-434 16,-2 0 226-16,-8 0 113 0,3 0 57 0,-5 2-527 15,-8 4 252-15,0-1 135 0,-5 2-716 16,-2 3 822-16,-3 1 25 0</inkml:trace>
  <inkml:trace contextRef="#ctx0" brushRef="#br0" timeOffset="68467.38">20606 8758 741 0,'-9'6'0'0,"2"2"0"0,2 1 0 0,1 0 0 0,1 5 0 0,1 3 306 0,0 5-136 0,2 4-69 15,0 2 473-15,0 2-263 0,0 3-143 0,0-1-67 0,2 2 173 0,0 0-121 16,0-1-60-16,-2 1-306 0,0-3 118 16,0 0 64-16,0-5 32 0,0-5-573 0,0 0 303 15,0-12 158-15,0-3 69 0,0-6-692 0</inkml:trace>
  <inkml:trace contextRef="#ctx0" brushRef="#br0" timeOffset="68637.92">20737 8751 2346 0,'9'-2'0'0,"0"2"0"0,3 0 0 0,-2 8 0 0,-2 1 0 0,1 4 0 0,-4 6 0 0,3 4 0 0,0 2 391 0,-3 10-183 0,-1 6-88 0,-2 0 331 16,-1 4-210-16,-1 3-104 0,0-7 64 0,0 9-401 16,0-4 170-16,-1-3 32 0,-3-1-249 15,4 0 140-15,-2-6 78 0,2 0-981 0,0-4 522 0</inkml:trace>
  <inkml:trace contextRef="#ctx0" brushRef="#br0" timeOffset="68821.95">21206 9481 2798 0,'0'0'0'0,"0"0"0"0,11 1 0 0,-8-1 0 0,-1 1 0 0,0-1 0 0,0 2 0 0,-2-2 282 0,0 2-116 0,0-2-71 0,0 0-210 16,2 0-1155-16</inkml:trace>
  <inkml:trace contextRef="#ctx0" brushRef="#br0" timeOffset="74527.73">9080 11266 1195 0,'-4'0'0'0,"1"0"0"0,1 0 0 0,-1 0 0 0,3 0 0 0,0 0 0 0,-2 0 0 0,2 0 0 0,0 0 0 0,0 0 0 0,9 0 0 0,5 0 216 15,3-2-95-15,5-4-44 0,1 2 152 0,-2 1-98 16,7-1-49-16,-8 3-17 0,6-2 44 0,-4 2-38 16,1-1 0-16,-4 0-82 0,2-1 22 0,-3 2 8 15,-2-1 14-15,-2 0-44 0,-3 0 22 16,-1-1 1-16,-6 1 20 0,3 0-200 0,-5 0 79 0,-1 0 57 15,1-1-287-15,-2 3 155 0,0 0 41 16,-3 0 45-16,-9 0-112 0,1 0 79 16,-3 0 39-16,3 0-1 0,-2 7 40 0,3-3-8 15,-1 3 9-15,4-1 42 0,-3 2-21 0,5-3-1 16,-1 2-20-16,3 1 215 0,-1-1-104 0,4 1-55 16,-2 0 334-16,2 1-177 0,0 2-51 0,0-2 194 15,0 6-150-15,0-1-71 0,0 3-35 0,2 1 167 16,0 7-101-16,1-1-43 0,-1 6-33 0,0 2 57 15,0 1-41-15,0 9-21 0,-2 1 1 16,0-3-41-16,0 10-8 0,0-3 28 16,0 2-144-16,0-2 72 0,0 0 35 0,0-9-210 15,0 1 118-15,0-3 62 0,0-4-10 0,-2-2-169 16,-4-4 75-16,1-3 16 0,-2-3 49 0,-3-1 62 16,-5-4-21-16,1-2-1 0,0 1 0 0,-2-7 34 15,2 1-14-15,-2-5 1 16,2 1 148-16,1-4-84 0,3 0-24 0,-1 0 248 0,4 0-137 15,2 0-40-15,2 0-44 0,1 0 176 0,2 0-100 0,0 0-40 16,0 0-34-16,0-2 8 16,3 0-32-16,9-1 0 0,3 1 0 0,0-2 33 15,3 2-9-15,5 0-24 0,4-1-26 0,-1 3 26 16,2-1-1-16,1 0-160 0,2-2 76 0,-2 1 42 16,3-3 22-16,-2-1-494 0,-5 1 235 0,5-3 90 0,-2-2 69 15,-3 1-537-15,0-3 296 0,-2 0 149 16,-5 2 65-16</inkml:trace>
  <inkml:trace contextRef="#ctx0" brushRef="#br0" timeOffset="74699.27">9751 11591 1375 0,'0'0'0'0,"0"0"0"0,0 0 0 0,3 0 0 0,3 0 0 16,-1 0 0-16,3 0 0 0,3 0 594 0,0-2-272 0,0-1-149 0,5 2-70 15,0-1 157-15,2 1-114 0,-1-2-57 0,-1 2-19 16,2-1-359-16,-2 0 161 0,-2 2-588 16,0 0 373-16,-3 0 188 0,1 0 100 0</inkml:trace>
  <inkml:trace contextRef="#ctx0" brushRef="#br0" timeOffset="74865.82">9792 11846 1189 0,'0'3'0'0,"0"0"0"0,0-1 0 0,-2-2 0 0,2 0 0 0,0 0 0 0,0 0 0 0,0 0 553 16,9-2-261-16,12-4-129 0,-5-3-57 0,11-2 156 15,-3 3-115-15,3 0-56 0,-1 3-422 0,2 1 182 16,-7 2 99-16,10 0-290 0,-4 2 186 0,1 0 94 16</inkml:trace>
  <inkml:trace contextRef="#ctx0" brushRef="#br0" timeOffset="75264.88">10585 11298 949 0,'0'-25'0'0,"0"3"0"0,0-3 0 0,0-1 0 0,0 0 0 0,-4-2 0 0,-1 3 162 0,0-5-69 0,1 9-30 0,-3 0 0 0,2 5 95 0,-4 4-63 15,2 3-23-15,0 4-8 0,-2 3 96 0,-3 0-64 16,3 2-32-16,-4 0 73 16,-1 11-44-16,3 6-34 0,-4 4 101 15,4 3-64-15,0 4-31 0,-1-1 168 0,1 7-92 0,2-1-58 16,1 1 76-16,2 3-64 16,1-1-30-16,-1 7-1 0,5-5 153 0,-1 7-97 15,2-2-43-15,0 0 115 0,0 2-192 0,0 3 0 16,0-7 0-16,5 13 0 0,3-5 0 15,-1 3 0-15,3 3 0 0,-3-1 0 0,2 1 0 16,-1-2 0-16,-2-3 0 0,-1 1 0 0,1-8 0 0,-4 1 0 16,-1-8 0-16,-1 3 0 0,0-3 0 15,0-1 0-15,-3-5 0 0,-11-3 0 0,1-7 0 16,-1-1 0-16,-5-5 0 0,0-4 0 16,-1-2 0-16,-3-6-641 0,0-2 344 0,-4 0 131 0,6-4 67 0,0-10-318 15,3-4 191-15,7-3 97 0</inkml:trace>
  <inkml:trace contextRef="#ctx0" brushRef="#br0" timeOffset="76483.83">10881 12171 732 0,'0'0'0'0,"0"0"0"0,0-2 0 16,0 0 0-16,0 0 0 0,-2 1 0 0,2 1 0 0,0-2 0 0,0 2 111 0,0 0-40 0,-2 0 119 0,0 0-70 0,0 0-48 15,1 9 0-15,-1 8 69 16,0 4-55-16,0 3-26 0,2-2 8 0,0 9 34 16,0-3-35-16,0 0 0 0,0-2-34 0,2-5 129 15,2 1-56-15,5-3-41 0,1-2 71 0,3-5-52 16,-1-2-26-16,4-6-48 0,3-2 31 0,-3-2-8 16,7-2 0-16,-5-11-95 0,0-8 47 0,-1 0 24 15,-4-4 8-15,-2-4-206 0,-3 1 107 0,-6-2 26 16,0 4-77-16,-2-5 69 0,0 11-2 15,-9-8-11-15,-2 11-81 0,-3-2 56 16,-2 4 35-16,0 4 57 0,-3 1-8 0,1 7-15 16,2 1 0-16,-1 2 59 0,2 0-29 0,1 0 0 15,7 2-38-15,0 4-76 0,5-2 43 0,0-1 4 16,2 2-93-16,0-5 65 0,9 0 24 0,7 0-278 0</inkml:trace>
  <inkml:trace contextRef="#ctx0" brushRef="#br0" timeOffset="76732.17">10870 10973 1168 0,'-9'-4'0'0,"7"2"0"0,2 0 0 0,0 2 0 0,0-1 0 0,0-1 0 0,9-6 0 0,7 3 131 0,7-3-49 0,0 2 241 0,7 0-150 0,2 1-69 15,-2 4-36-15,2-2 146 16,0 1-91-16,-6 2-37 0,8 0-30 0,-4 0-45 16,-2 0 1-16,1 0 21 0,-3 5-1 15,-6-3-216-15,1 2 104 16,-2-2 57-16,-4 0-165 0,-4-2 111 0,-1 0 55 0,-1 0-620 0,-4 0 309 0</inkml:trace>
  <inkml:trace contextRef="#ctx0" brushRef="#br0" timeOffset="76917.69">11084 10950 1422 0,'-9'10'0'0,"1"3"0"0,2-4 0 0,1 2 0 0,-1-3 0 0,3 1 0 0,-1 2 0 0,1 1 0 0,3 1 250 0,0 2-113 0,0 2 92 16,0 2-99-16,0 2-48 0,0 5-25 0,0-5-47 15,0 3-9-15,3-2 32 0,-1-1 0 0,1-2-305 16,1-2 153-16,-2-6 84 0,3 0 30 15,-1-5-479-15,0-3 188 0</inkml:trace>
  <inkml:trace contextRef="#ctx0" brushRef="#br0" timeOffset="77074.27">11261 10879 721 0,'3'-3'0'0,"1"2"0"0,-2 1 0 0,0 0 0 0,0 4 0 0,-2 8 513 0,0 2-240 0,0 6-112 0,0 9 362 0,1 1-245 15,-1 4-123-15,2 2-61 0,0 7 77 0,0-9-61 16,0 14-42-16,-1-6-1 0,6-1-156 0,0-2 61 16,2 1 30-16,0-6 9 0,5 7-622 0</inkml:trace>
  <inkml:trace contextRef="#ctx0" brushRef="#br0" timeOffset="79034.85">12199 11428 504 0,'2'-2'0'0,"0"-1"0"0,-2 0 0 0,0 1 0 0,2-2 0 0,-2 0 0 0,0 1 0 0,0-1 0 0,0 0 72 0,0 2-39 0,0 1 113 15,0-2-48-15,0 0-37 0,0 1 0 0,-4 0 99 16,1 0-63-16,-3 0-33 0,1 0 106 0,-4 1-81 16,2-2-24-16,0 2 0 0,-2 1 30 0,-3 0-31 15,1 0 8-15,-3 0-39 0,0 0 22 0,-5 7-22 16,-1 7 0-16,-3 2 6 15,0 5 2-15,-2 1-8 0,2 6 0 0,-4 6 37 16,4 0 0-16,3 1-38 0,3-1 9 0,0 10 85 16,6-5-47-16,5 2-23 0,6 3 103 0,0 1-63 15,0-6-24-15,8 8 36 0,9-7-37 0,1-3-1 16,1-7-37-16,6 1-27 0,0-3 8 0,4-4 18 16,3-5 1-16,0-3-214 0,-2 0 106 0,1-7 54 15,-4-1 36-15,5-1-491 16,-9-3 201-16,-1-2 131 0,1-2-420 0,-3 0 265 0,1-2 125 15,-4-11-332-15</inkml:trace>
  <inkml:trace contextRef="#ctx0" brushRef="#br0" timeOffset="79410.3">12295 11709 717 0,'0'-15'0'0,"0"6"0"0,0 0 0 0,0 1 0 0,0-1 186 0,0 1-77 0,2-2-30 0,3 3-8 15,5 3 351-15,5-1-195 0,1 3-97 16,2-1 115-16,1 3-98 0,2 0-61 0,-3 3-26 16,1 8-55-16,-2 2 28 0,2 6-1 0,-8 0-105 15,2 6 49-15,-5 0 29 0,-5 4-1 0,-1 0-65 16,-2 1 46-16,0 1 33 0,-5-1-9 0,-8-2-208 16,-3-3 57-16,-2-1 70 0,-3-6-65 0,0-5 50 15,-5-1 9-15,-1-6 117 0,2-4-40 16,-2-2 0-16,1 0-31 0,7 0 271 15,-1 0-119-15,3 0-67 0,6 0-16 0,1 0 388 16,4 0-180-16,2 0-100 0,3 0-55 0,1 0 109 16,0 0-82-16,5 0-43 0,16 0 11 0,0 0-17 15,9 0-9-15,0 0 75 0,0 0-50 0,2 0 135 16,2 0-219-16,-2 0-197 0,-2 0 162 0,-2 3 34 0,-2 1 0 16,-4 0-340-16,1 2 180 0,-2-3 56 15,-1 1 57-15,-2 0-318 0,-4-1 169 16,0-3 63-16,0 0-471 0,0 0 278 15,-1 0 151-15,-2-3 72 0</inkml:trace>
  <inkml:trace contextRef="#ctx0" brushRef="#br0" timeOffset="80000.72">12953 11689 1177 0,'2'-10'0'0,"0"2"0"0,0 1 0 0,-2-6 0 0,0 3 0 0,0-1 0 0,-6 1 0 0,2 4 268 0,-4-3-118 0,1 2-58 0,2 2 22 16,-3 1-45-16,0 1 0 0,-3 3-12 16,0 0 0-16,-1 5-25 0,0 9 9 0,-2 7-36 15,1 4 28-15,2 0 0 0,-2 6-1 0,3-1 59 0,3 4-22 16,-1-2-7-16,4 0-29 0,2-1 108 0,2-1-55 16,0-3-26-16,0-3 34 0,4-1-35 15,6-2 0-15,1-2-52 0,2-6 1 16,4-3 25-16,-2 0 8 0,4-6-119 15,0-2 55-15,-1-2 28 0,1 0 0 0,0-6-198 16,-2-8 112-16,4-7 25 0,-7-2 35 0,2-3-219 0,-3-3 112 16,-1-2 23-16,0-2-20 0,-3 2 50 15,-1-1 22-15,-2 2 35 0,-2 7-15 16,-2-1 0-16,-2 8-7 0,0 4 124 0,0 3-58 0,0 2-29 0,0 4 0 16,-4 3 229-16,-3 0-126 0,2 6-31 15,0 14 144-15,-1 4-82 0,1 3-56 16,3 3 3-16,0 2 74 0,2-1-64 0,0 2-28 15,0-3 4-15,5-2 0 0,8-6-31 0,-1-2 8 16,3-4-48-16,2-3 1 0,1-3 38 0,1-6 1 16,0-3-114-16,0-1 64 0,4-1 22 0,-4-14-173 15,2-4 83-15,-1-4 49 0,-2-3 3 16,-4-1-200-16,-2-1 110 0,-2 0 53 0,-4 1-65 0,-3-4 51 16,-1 1 18-16,0 2 8 15,-2 0 15-15,0 4 10 0,-7 2 0 0,-5 4 0 0,-1 3 54 0,-4 5-23 16,-1 3-1-16,-3 3 145 15,0 4-87-15,1 0-27 0,-3 0-34 16,0 15 209-16,3-1-101 0,1 6-26 0,2-2-2 0,6 1-7 16,-2 0-17-16,5 2 16 0,4-2-126 0,4-3 57 15,0 0 0-15,0-2 37 0,14 0-377 0,2-5 162 16,11-1 92-16,-1-4 14 0,6-4-465 0,3 0 254 16,1 0 118-16,2 0-304 0</inkml:trace>
  <inkml:trace contextRef="#ctx0" brushRef="#br0" timeOffset="80291.58">13608 11710 1454 0,'2'-11'0'0,"0"4"0"16,0-3 0-16,-2 1 0 0,0 0 0 0,-6 4 0 0,-6-1 0 0,2 4 0 0,-1 0 206 0,-3 2-78 0,1 0-52 0,1 0 175 0,-2 11-109 0,1 5-55 16,-2 6-27-16,7-5 54 0,1 3-45 0,3-1 0 0,4 0 42 15,0 0-39-15,2-2 0 16,9-3-31-16,5 2-44 0,7-3 1 0,0-4 35 0,0 1-111 15,0-3 56-15,-2 2 35 0,0-2-8 16,-2 3-116-16,-2 1 55 0,-4 0 39 0,-3 0-8 16,-5 5-20-16,-3-1-2 0,-2 2 23 0,-2 0 47 15,-13 4-1-15,-3-4-56 0,-2-3 17 16,-8 3 139-16,0-5-63 0,0-3-27 0,-1 0 11 0,0-3-29 16,3-4-6-16,-4 0 25 0,3-2-334 15,6 0 152-15,3 0 74 0,3-7 37 16,7-9-231-16,7-1 109 0,1-5 69 0,3-4-6 15,18-6-363-15,-1 0 205 0</inkml:trace>
  <inkml:trace contextRef="#ctx0" brushRef="#br0" timeOffset="80527.53">13961 11347 1153 0,'10'-16'0'0,"-4"7"0"0,1 1 0 0,-2-1 0 0,-3 3 0 0,0 3 0 0,0 1 272 0,1 0-123 0,-2 2-59 16,1 4 217-16,-2 15-138 15,0 7-68-15,0 8-26 0,-2 9 179 0,-6 1-111 16,-1 8-56-16,2 1 30 0,-2 0-42 0,2 3-13 16,4 0-8-16,3-2 38 0,0-3-29 0,0-8 0 15,1-8-110-15,13-1 49 0,1-5-9 0,2-7 39 16,-2-7-253-16,2-1 126 0,-1-7 64 0,3-7 40 16,-2 0-447-16,-2 0 211 15,0-10 64-15,0-6-256 0,-5-5 193 0,0 0 88 16,-3-5 57-16,-5-2-150 0,-1-2 98 0</inkml:trace>
  <inkml:trace contextRef="#ctx0" brushRef="#br0" timeOffset="80691.09">13803 11515 639 0,'-26'6'0'0,"8"-3"0"0,4 3 0 0,1 0 0 0,6-5 0 0,1 2 483 0,6-3-225 0,0 0-112 0,6 2-49 0,16 0 336 0,4-2-201 16,6 0-99-16,12 0-50 15,-1 0 237-15,-2 0-135 0,12 0-80 0,-6 0-75 16,-2 0 3-16,-1 0 0 0,-2 0-592 0,-4 0 304 16</inkml:trace>
  <inkml:trace contextRef="#ctx0" brushRef="#br0" timeOffset="82361.2">14527 11692 611 0,'-5'0'0'0,"-2"0"0"0,4 0 0 0,-1 0 0 0,2 0 0 0,0 0 0 0,0 0 0 0,2 0 161 0,0 0-64 0,0 0-32 0,4 0 172 0,12 0-106 15,5 0-49-15,4-1 238 16,3-5-143-16,2-3-73 0,2 4-27 0,0 0 136 0,-2 0-90 15,0 4-46-15,-1 1-21 0,-3 0 7 0,-6 0 8 16,5 0-38-16,-3 8-95 0,-2-1 47 16,-2 3 24-16,-3 1-269 0,-2-2 155 0,-2 1 64 15,-3-2 37-15,-2 1-506 0,-1-2 247 0,-3-3 71 0,0 0 84 16,-2-3-298-16,0-1 186 16</inkml:trace>
  <inkml:trace contextRef="#ctx0" brushRef="#br0" timeOffset="82543.25">14720 11390 1005 0,'0'0'0'0,"0"0"0"0,2 0 0 0,2 0 0 0,-1 6 0 0,-1 8 0 0,2 11 114 0,0 2-40 0,2 7 302 0,-1 10-176 16,-1-1-84-16,0 0-41 0,-1 6 153 16,1-2-98-16,0-2-41 0,0 6-31 15,2-4-65-15,-1-6-1 0,2-7 41 0,3 4 0 16,-1-6-312-16,1-2 152 0,-3-10 80 0,3 2-205 15,-1-8 116-15,0-5 80 0</inkml:trace>
  <inkml:trace contextRef="#ctx0" brushRef="#br0" timeOffset="82910.98">15143 11382 893 0,'16'-13'0'0,"7"2"0"0,-2 1 0 0,-3 3 0 0,2 3 0 0,-2 2 498 0,1 2-233 15,-2 0-116-15,3 8-58 0,-4 5 158 0,0 7-112 16,2 0-52-16,-6 0-65 0,0 3 12 0,-3-3 1 16,-3 1-84-16,-1 0 38 0,-5-1 23 0,0-1 0 15,0 0-118-15,-7-2 70 0,-8 0 44 0,-2-3-9 16,-2-1-52-16,-1-1 39 16,2-4-39-16,2-5 30 0,4 1 156 0,3-4-65 15,2 0-48-15,3 0 260 0,4 0-123 16,0 0-69-16,2 0 37 0,11 0-49 0,10-3-21 15,-1 2 0-15,4 1-48 0,-3 0 8 0,9 8 20 0,-8 5 0 16,1 5-85-16,-5 1 43 0,-3 3 20 0,-6 2 9 16,-1 5-80-16,-8 1 25 0,-2-1 30 0,0 0 35 15,-7-2-16-15,-11-4-28 0,-3-1 104 0,0-3-40 16,-6-6 1-16,-3-2-34 16,0-5-27-16,3-4 38 0,-4-2-16 0,2 0 6 15,3-4-281-15,3-7 135 0,9-4 71 0,0-5-520 16,5 0 276-16,9-6 134 0,0 1 67 15,9-2-433-15,14 0 250 0</inkml:trace>
  <inkml:trace contextRef="#ctx0" brushRef="#br0" timeOffset="83224.42">15864 11524 985 0,'11'-12'0'0,"1"3"0"0,-7-2 0 0,-3-5 0 0,-2-1 0 0,0 2 331 0,-4 0-141 16,-8 2-82-16,0 0-38 0,-3 3 68 0,0 5-53 15,-3 3-26-15,-2 2 8 0,-1 0 81 0,1 10-57 16,-1 6-29-16,2 7 1 0,1 3 1 16,1 0-23-16,6 1 64 0,5-5-37 0,3 1 1 15,3 0-36-15,0-6 47 0,7 3-15 0,11-3-8 16,3-4-24-16,4-2 8 16,-1-3-8-16,2-1-1 0,-3 0-44 0,1 0 18 15,-3 0 0-15,-3 2 27 0,-2 1-95 0,-5 1 48 16,-4 4 27-16,-5 0-86 0,-2 2 37 0,0 0 26 15,-2 2-5-15,-9-2 72 0,-6 1-10 0,-3 2-41 16,-3-4-15-16,0-2 36 0,5-2-27 0,-3-3 5 16,5-3-255-16,6-2 123 0,-1-4 59 0,3 0-515 15,7 0 275-15,1-4 130 0,0-11 76 0,9-7-478 16</inkml:trace>
  <inkml:trace contextRef="#ctx0" brushRef="#br0" timeOffset="83388">15960 11638 1122 0,'19'-8'0'0,"-3"7"0"0,0 1 0 0,-7 0 0 0,0 0 0 0,-1 5 0 0,-2 5 618 16,-3 6-293-16,1 3-146 0,-1 1-73 0,-1 1 362 16,0 6-221-16,-2-3-107 0,0-5-86 0,0 3-21 15,0-1 0-15,0-8-186 16,0 2 89-16,0-4 48 0,0-3 25 0,0-1-573 16,0-5 298-16,0 0 157 0,-2-2 68 0,-3-4-670 15,1-17 340-15,1-8 169 0</inkml:trace>
  <inkml:trace contextRef="#ctx0" brushRef="#br0" timeOffset="83940.52">16067 11101 1347 0,'11'-21'0'0,"-2"9"0"0,7 2 0 0,-7 9 0 0,-2-1 0 0,1 2 0 0,0 7 0 0,-3 11 0 0,2 6 134 0,0 6-50 0,-2 4-18 16,1 8-255-16,-3 1 110 15,3 0 57-15,-3 4 27 0,1 2-174 0,1 2 109 16,-3 0 43-16,-1 4-307 0,-1-2 164 0,0-6 82 15,0-2-50-15,0-11 20 0,0 2 41 0,0-12 269 16,-3 0-118-16,0-7-58 0,1-7-30 16,0-5 370-16,2-2-191 0,-2-3-77 0,2 0-54 0,0-6 25 15,0-17 189-15,2-2-92 16,8-1-70-16,1-4 10 0,5 0-36 0,0 2 0 0,1 0-69 16,2 3-9-16,-6 10 41 0,2 2-37 15,-3 9 37-15,1 1 0 0,-1 3 7 0,-2 3-7 16,1 20 0-16,-3 4 58 0,0 11-29 0,-3 2-1 0,1-2 115 15,-1 8-76-15,1-11 21 0,2 2-44 16,1-5-22-16,4-5-1 0,-1-7-51 0,2-3 30 16,3-6 0-16,0-4-190 0,2-7 94 0,4 0 48 15,-7-5 33-15,9-20-9 16,-4-1-249-16,1-9 115 0,-1-2-450 16,-2-5 553-16,-3-4-3 0,0-2-36 0,0-12-20 0,0 2 24 0,-2-5 0 0,2-3-39 15,-4 7 24-15,6-13 7 0,-4 8 33 16,-3 12-1-16,3 1 0 0,-7 17 111 15,0 6-64-15,0 4-19 0,-5 13 359 0,1 1-190 16,-1 4-96-16,-2 4 340 0,2 2-164 0,-2 8-110 0,0 15 123 16,0 7-113-16,-2 9-55 0,-2 7-28 15,-2 6 8-15,1 11 21 0,1 0-28 0,0-1-1 0,1 1 43 16,3-10-35 0,0 6-134-16,0-6 45 0,3-6 26 15,6-9 0-15,3 1 27 0,3-4 0 0,-1-11-387 0,0-2 189 16,2-6 65-16,-2-5-500 0,0-8 276 0,-1-3 145 0,-1 0-144 15,0-2 149-15,-3-9 71 0,-2-4-334 16,-3-3 201-16,-2-7 102 0</inkml:trace>
  <inkml:trace contextRef="#ctx0" brushRef="#br0" timeOffset="84107.96">16595 11428 1423 0,'-28'7'0'0,"10"1"0"0,6-3 0 0,2 1 0 0,4-3 269 15,2-3-122-15,4 2-57 0,0 0 346 0,16 2-202 0,9-4-101 16,5 0-41-16,9 0 132 0,4 0-95 16,4-3-48-16,-1-4-25 0,2 0 1 0,-7 0-114 15,10-3 40-15,-16 7 25 0,4 1-595 0,-3-1 309 16,-5 2 156-16,-6 1-792 0</inkml:trace>
  <inkml:trace contextRef="#ctx0" brushRef="#br0" timeOffset="84901.2">17291 11065 1075 0,'-2'-8'0'0,"2"3"0"0,0-1 0 0,0 1 0 0,0 1 0 0,0 2 0 0,0 0 200 0,0 2-84 0,0 0 302 15,3 0-197-15,7 0-95 0,3 9-46 0,1 3 137 0,4 2-92 16,-2 4-38-16,4 4 227 0,-1 0-141 0,0 5-70 16,-3 2-35-16,2 4 109 0,-2 2-63 0,-2 1-45 15,-3 7 0-15,-6-9-37 0,-1 13-32 0,-4-9 8 0,0 13 25 16,-8-7-260 0,-8 3 129-16,-3 2 66 0,-2-1-183 0,-1 0 133 15,-4 1 30-15,-1 0 38 0,-3-6-654 0,0-2 318 16,-2-5 158-16,2-6 72 0</inkml:trace>
  <inkml:trace contextRef="#ctx0" brushRef="#br0" timeOffset="86268.89">18057 11193 489 0,'-2'-7'0'0,"-1"2"0"0,1 2 0 0,0-1 0 0,0 0 0 0,-2-1 0 0,3 1 0 0,-1 0 120 0,-2 0-44 16,2 0-22-16,-2 1 1 0,-2-1 16 0,3 2 8 16,-5 0-46-16,3 0 58 0,-5 2-28 15,1 0-1-15,-2 0-29 0,-5 8 31 0,4 5-8 0,-8 6-23 16,4 1 46-16,-3 7-23 0,-4 7-1 0,5-1-14 15,-5 10 106-15,6 0-57 0,0 4-29 0,4 1 0 16,2 0 37-16,7-6-24 0,2 11-8 0,2-8 132 16,0-3-83-16,11 0-40 15,8-3 27-15,0-7-26 0,9 6-8 0,-2-8-35 0,1-6-121 16,5 0 60-16,0-5 31 0,-2 0 7 16,1-5-336-16,-2-4 179 0,-1-2 90 0,-5-6 8 15,-1-2-245-15,-1 0 93 0,-2-2 34 0,-5-13-331 16</inkml:trace>
  <inkml:trace contextRef="#ctx0" brushRef="#br0" timeOffset="86457.49">18074 11537 846 0,'-15'0'0'0,"9"0"0"0,6 0 0 16,0 0 0-16,0 0 0 0,0 0 499 0,0 0-233 0,0 0-117 0,6 0-58 0,6 0 304 0,2 0-173 15,7 0-99-15,4 0-21 0,-3 0-35 0,4 0 0 16,-1 0-306-16,-1 0 143 0,5 0 61 0,-1 0 34 16,-2 0-576-16,0 0 304 0,0 0 152 0</inkml:trace>
  <inkml:trace contextRef="#ctx0" brushRef="#br0" timeOffset="86769.9">18769 11305 788 0,'-2'-16'0'0,"-4"3"0"0,-1 6 0 0,-2 0 0 0,-3-1 0 0,1 5 0 0,-4 0 153 0,-2 3-61 0,-2 0-29 0,-3 9 97 16,0 5-63-16,-3 5-25 0,2 5-7 16,0 0 42-16,0 5-38 0,4 0 1 0,2-3-37 15,9-5 61-15,3 1-35 0,3-1 0 0,2-3 21 16,2-1-24-16,11-2 0 0,5-2-49 0,7-1 26 15,0-5 0-15,-1 1 0 0,2-1-59 0,-2 1 29 16,-4-3 8-16,1 3 22 0,-7 2-124 0,-1-1 61 16,-3 0 13-16,-7 2 1 0,-1 3-57 0,-2-2 23 15,0 4 26-15,-15-2 78 0,-3 5-14 0,-3-4-41 16,0-1-13-16,-5 1 11 16,2-2 3-16,-1-4 0 0,6-1-111 0,1-3 54 15,4-3 29-15,3-2 13 0,6 0-461 0,5-2 217 16,0-11 113-16</inkml:trace>
  <inkml:trace contextRef="#ctx0" brushRef="#br0" timeOffset="86944.43">18844 11512 2015 0,'11'0'0'0,"1"0"0"0,-4 5 0 0,-3 7 0 0,-1-1 0 0,-3 6 0 0,1 2 0 0,-2 3 0 0,0 0 311 0,0 5-139 15,0-6 62-15,0 3-105 0,0-2-48 0,2-3-24 16,-2-2-320-16,0-7 147 0,0-1 83 0,0-3 29 15,0-5-230-15,0 1 134 0,0-2 66 0,0 0-555 16,0-13 295-16,-2-11 45 16,-3-10 108-16</inkml:trace>
  <inkml:trace contextRef="#ctx0" brushRef="#br0" timeOffset="87077.05">18947 10939 607 0,'8'-10'0'0,"4"6"0"0,0 3 0 0,0 1 0 0,-6 0 0 0,1 13 0 0,-2 4 337 15,1 5-152-15,0 7-76 0,0 3-22 0,-1 4-19 16,1 6-8-16,-1 1-28 0,3 3-135 0,0 1 68 16,-1 3 33-16,-2-4 9 0</inkml:trace>
  <inkml:trace contextRef="#ctx0" brushRef="#br0" timeOffset="87522.63">19098 11694 1025 0,'0'5'0'0,"0"1"0"0,0-4 0 0,-2-2 0 0,0 0 0 0,0-8 0 0,2-6 131 0,0-5-49 15,0-6-24-15,8 1 159 0,3-4-92 0,6 0-38 16,0-3-31-16,1 2-61 0,2 2-1 0,-6 8 39 16,0 1-187-16,-3 9 101 0,1 1 39 0,0 6 24 15,-3 2-77-15,-3 5 50 16,0 20-6-16,-4 5 27 0,0 4-23 0,-2 7 21 16,2-8-47-16,0 7 330 0,1-5-144 0,6 2-66 15,3-7 154-15,3-4-6 0,2-4-95 0,3-5-48 16,-1-9-51-16,4-3 12 0,5-5-8 15,-4 0 0-15,2-10-188 0,1-11 95 16,-1-1 46-16,1-5 31 0,1-8-138 0,-2 1 77 16,-4-6 13-16,1-3-355 0,-4-5 132 0,-1-2 117 0,2-12 30 15,-6 2-93-15,2-2 83 0,-4-2 42 16,2 8-38-16,-3-5 44 0,0 4 1 0,-1 4 35 16,-3 6 138-16,-3 11-69 0,-2 9-42 0,0 0 8 15,-2 9 331-15,0 6-180 0,0 4-53 0,0 4 157 16,-4 4-77-16,-3 0-83 0,-1 16 121 0,-2 10-92 15,1 10-47-15,0 5-23 0,1 8 122 0,1 15-77 16,-1 0-34-16,5 7 0 0,-1 2 28 0,4 0-31 16,0-9 8-16,0 13-76 0,0-13 37 0,5-13-1 15,6 1 1-15,3-4-88 16,-1-10 51-16,1-2 15 0,0-5 0 0,-3-13-324 16,3 0 141-16,-2-9 93 0,-2-7-458 0,1-2 257 15,-3 0 123-15,-1-8 62 0,-5-9-291 0,1-4 177 16,-3-3 80-16</inkml:trace>
  <inkml:trace contextRef="#ctx0" brushRef="#br0" timeOffset="87676.78">19522 11271 1576 0,'-26'0'0'0,"11"0"0"0,5 0 0 0,3 0 0 0,3 0 0 0,4 0 0 0,0 0 0 0,6 0 249 15,20 0-112-15,10 0 154 0,5 0-130 0,6 0-64 0,10 0-32 16,1-2 125-16,-1 1-83 0,-2-1-37 0,0 2 0 15,-4 0-505-15,-5 0 234 0,-8 3 125 0,2 7 50 16</inkml:trace>
  <inkml:trace contextRef="#ctx0" brushRef="#br0" timeOffset="87994.05">20305 10950 1234 0,'0'-1'0'0,"0"1"0"0,9 0 0 0,1 0 0 0,3 5 0 0,3 12 0 0,-2 5 489 0,5 13-233 0,-1 5-111 16,-4 3 313-16,-3 8-213 0,1 4-106 16,-5 1-45-16,-1 2 81 0,-4 10-71 0,-2-6-36 0,0 0 0 15,-15 0-96-15,0-6 38 16,-7 10-8-16,-3-8 31 0,2-11-369 0,-5 5 185 16,-4-6 91-16,-3-3-829 0</inkml:trace>
  <inkml:trace contextRef="#ctx0" brushRef="#br0" timeOffset="89109.03">11849 10665 808 0,'-4'-2'0'0,"2"0"0"0,2-1 0 0,-3 2 0 0,2 1 0 0,-3 0 0 0,2 0 0 0,-2 0 126 0,1 0-46 15,1 0 95-15,0 0-63 0,-3 0-44 0,1 4 0 16,-1 3 9-16,0-1-23 0,1 3 1 0,-1-3-14 16,1 2 80-16,1-2-44 0,-1-3-22 0,-1 1 100 15,2-1-69-15,1-1-15 0,-2 1-7 0,2 0 39 16,-1 1-35-16,-1 0 0 0,-1 1-34 0,1 3 7 15,-6 1-8-15,3 2 0 0,-2 3-3 0,-3 1 3 16,3 1 0-16,-4 3 8 16,-1 6 19-16,2-1-27 0,-2 2 0 0,1 4 34 15,2 4 1-15,-1 4-27 0,0 8-9 16,3 4 47-16,0 12-23 0,4 3 0 0,1 10 79 0,2 20-55 16,2-2-24-16,0 7 0 0,0 5 51 0,2 6-37 15,9 1 8-15,3-3 100 0,2-7-178 0,1-12 0 16,3-15 0-16,5 0 0 0,0-17 0 0,1 1 0 15,2-11 0-15,2-6-224 0,1-8 171 16,-7-8 23-16,3-2-174 0,0-5 87 16,-4-4 59-16,-6-4-1 0,1-1-233 0,-2-3 125 15,-5-3 58-15,0 1 43 0,-1-1-164 0,-3 4 99 16,0 0 49-16,-1 3 24 0</inkml:trace>
  <inkml:trace contextRef="#ctx0" brushRef="#br0" timeOffset="91296.15">20817 11257 368 0,'-2'0'0'0,"-2"0"0"0,0 0 0 0,1 0 0 0,-2 0 0 0,2 0 0 0,-1 0 0 0,0 0 62 0,2 0-1 0,1 0-28 0,-1-3-1 15,2 3 50-15,0 0-17 0,-2 0-8 16,2 0 31-16,0 0-27 0,0-1 0 0,0 1 5 16,0 0 10-16,0 0-44 0,0 0 1 0,0 0 93 15,0 0-47-15,0 5-23 0,0 3 8 0,2-3-31 0,0 0 131 16,3 4-66-16,1-4 66 0,4 1-65 15,2-3-25-15,3 2-8 0,2-4 68 16,8 3-51-16,0-4-25 0,0 0 19 0,1 2-14 0,6 1-8 16,-3-3-22-16,-1 3 0 0,0-2 22 0,0 3 1 15,-3 0-38-15,5-1-9 16,-10-1 24-16,3 2 0 0,-4-2 0 0,-3-1-81 16,-4 2 48-16,-1-1-7 0,-4-2-181 0,0 0 94 0,-5 0 54 15,0 0 8-15,-1 0-145 0,-1 0 64 16,0 0 50-16,0 0-327 0,-3-5 178 0,-4-2 90 15,0 0 36-15,0-2 31 0</inkml:trace>
  <inkml:trace contextRef="#ctx0" brushRef="#br0" timeOffset="91550.63">21079 10952 1459 0,'-11'0'0'0,"2"0"0"0,2 0 0 0,0 0 0 0,4 0 0 0,-1 0 0 0,0 0 0 0,3 4 241 0,-1 5-108 0,2 6-50 0,-2 8-25 16,2 2 131-16,0 4-79 0,0 5-30 0,0 9 85 0,0-1-3 16,0-1-65-16,0 4-34 15,0-2-1-15,0-4-21 0,0 10-147 16,0-3 69-16,0-4 35 0,0-6 0 0,0 2-256 16,0-2 141-16,-2-7 75 0,2 0 38 0,-2-7-367 15,0-1 180-15,2-6 46 0,-1-2 60 0,-1-5-91 0,2-3 71 16,0-3 37-16,0-2-239 0,0 0 129 0,2-2 77 15,9-9 34 1</inkml:trace>
  <inkml:trace contextRef="#ctx0" brushRef="#br0" timeOffset="91815.9">21628 10889 762 0,'-8'-14'0'0,"-1"7"0"0,1 3 0 0,-1 2 0 0,-2 2 0 0,-1 0 29 0,-2 0 358 0,-4 9-181 16,2 11 143-16,-2 4-158 0,0 7-79 15,-1 7-39-15,5-1 157 0,-6 16-103 0,6-1-47 16,0 5-23-16,0 7 169 0,2-4-97 0,4-7-40 16,1 3-32-16,4-1 56 0,3-7-40 0,0-10 0 15,1-1-124-15,14-2 50 0,4-7 12 0,1-3 1 0,1-4-305 16,0-2 162-16,-3-6 83 0,3 0 48 0,-2-5-550 15,1-2 267-15,0-3 86 0,-3-3 82 0,1 0-362 16,-1 0 215-16,0-1 118 0</inkml:trace>
  <inkml:trace contextRef="#ctx0" brushRef="#br0" timeOffset="92394.15">21960 11251 995 0,'2'-23'0'0,"-2"6"0"0,0 2 0 0,-2 0 0 0,-5 0 0 0,-2 2 0 0,1 6 0 0,-1-3 163 0,-1 4-69 0,0 5-31 0,3-2 150 16,-4 3-90-16,1 0-46 0,1 5-13 0,-2 11 22 16,-1 5-27-16,1 0 0 0,2 4 8 0,-3 3-1 15,1 3-25-15,1 3 76 0,-2 2-43 0,3 1-20 16,1-1 0-16,3 0-21 0,2-2 106 0,3-3-57 0,0-4-25 15,0-1 19-15,6-7-22 0,5 2 0 0,2-6-82 16,4-6 27-16,3-2 0 16,0-5 33-16,6-2-67 0,-3 0 34 15,1-11 8-15,0-7-202 0,1-5 95 0,-2-3 60 16,-1-3 4-16,-3-3-197 0,0 0 86 0,-5 1 67 0,2-1-47 16,-7 3 47-16,1 1 23 0,-5 9 1 0,-1 4 15 15,-2 2 114-15,0 6-53 16,-2 1-27-16,0 4 222 0,0 1-123 0,0 1-62 0,-2 7 93 15,-2 8-67-15,-3 7-33 0,0 3 18 0,2-1 160 16,3 1-60-16,-1 7-51 16,1-4 5-16,2-2-31 0,0 0 0 0,0-5-31 15,2 1-34-15,7-2 13 0,4-6 0 0,0 0 20 0,1-7-120 16,2-5 61-16,2-2 38 0,-2 0-9 0,1-2-62 16,-2-11 26-16,2-6 27 0,-4-1-17 0,-3-1-134 15,1-6 57-15,-6 2 46 0,1-2-8 16,-4-1-43-16,-1-2 23 0,-1-2 51 0,0-2-2 15,0 0 1-15,-7 2 0 0,-2 3 24 16,-3 8-8-16,-1 0-16 0,1 8 1 0,-6 5 63 0,4 4-24 16,-4 4 1-16,-1 0 101 15,1 7-60-15,1 11-19 0,2-1-1 0,3 2 6 16,3-1 0-16,4 3-16 0,5-2-16 0,0-2-242 16,2-1 117-16,15 0 59 0,5-9 29 0,4-1-468 15,4-6 238-15,4 0 116 0,0 0-313 16,1-4 214-16</inkml:trace>
  <inkml:trace contextRef="#ctx0" brushRef="#br0" timeOffset="92645.99">22479 11230 718 0,'5'-13'0'0,"-1"3"0"0,0 1 0 0,-1 2 0 0,0-1 0 0,-3 4 0 0,0 1 340 0,0 1-153 16,0 0-77-16,-3 2 103 0,-2 0-94 0,-1 6-43 16,1 5-21-16,1 4 172 0,2 0-97 0,2 1-40 0,0 3 71 15,0-2-64-15,6 2-32 0,5-2 0 16,2 0-33-16,2 0-15 0,-1-2-9 0,2-2-50 15,-2-2 37-15,-3 1 1 0,-2-1 36 0,-2-2 9 0,1 5-69 16,-6-3 30 0,-2 0 33-16,0 2-17 0,-2 0 10 0,-11 0-37 15,-6 4 29-15,0-4 65 0,-5-1-34 0,-3 1-8 0,2-4-49 16,2-1 8-16,-5 0 18 0,7-5 15 16,1-1-342-16,2-2 156 0,7 0 80 0,3 0-497 15,3-2 272-15,5-11 130 0,2-8 66 0,13 0-212 16,12-7 140-16</inkml:trace>
  <inkml:trace contextRef="#ctx0" brushRef="#br0" timeOffset="92821.54">22656 11176 2116 0,'3'-8'0'0,"-1"6"0"0,2 1 0 0,-1-2 0 0,-1 2 0 0,2-3 0 0,3 2 0 0,5-2 0 0,3 2 0 0,2-1 169 15,4 1-69-15,4-2-33 0,0 2-1 0,0 0 55 16,-3 0-36-16,3-1-289 0,2 3 118 0,-6 0 60 0,0 0-190 15,-1 0 124 1,-1 5 71-16,-3 1 23 0,-5-2 0 0,0-1-564 16,-3 3 197-16,-4-3 167 0</inkml:trace>
  <inkml:trace contextRef="#ctx0" brushRef="#br0" timeOffset="93042.07">22952 10856 1199 0,'-9'0'0'0,"1"0"0"16,3 2 0-16,-1 8 0 0,-2 1 0 0,1 6 0 0,0 7 0 0,-2 5 57 0,0 10 418 0,0 2-222 0,-1 3-110 16,1 2 260-16,0 3-177 0,4 2-100 0,1-1 73 15,1-2-83-15,3-1-41 16,0-6-22-16,0-5 9 0,10-3-64 0,3-3 35 0,4-5-215 16,1-7 107-16,2 0 53 0,-1-9 37 0,3-4-10 0,6-5-318 15,-5 0 173-15,1 0-437 16,-2-3 275-16,-5-8 117 0,3-1 80 0,-4 1-341 15,1 1 207-15,-4-1 103 0,-1 4 52 0</inkml:trace>
  <inkml:trace contextRef="#ctx0" brushRef="#br0" timeOffset="93316.46">23243 11286 1670 0,'0'0'0'0,"0"3"0"0,0 0 0 0,-1-1 0 0,1-2 0 0,0 2 0 0,0 1 0 0,0-1 0 0,3 1 531 0,10-3-253 16,3 0-122-16,4 0-62 0,4 0 220 0,-1 0-140 16,0 0-48-16,0 0-51 0,0-3-20 15,0 1-1-15,-2 2-56 0,-3 0 0 0,1 0 43 16,-2 0-8-16,-4 0-129 0,-2 0 65 0,-2 2 32 0,0 1-91 16,-6-3 69-16,1 0 23 0,-2 1-15 15,0-1-69-15,-1 0 26 0,-1 0 26 0,0 0-13 16,0 0 2-16,0 0-11 0,0 0 0 0,0 0-104 15,0 0 66-15,-1 0 22 0,-1 0 6 0,0 0 32 0,0 0-421 16,0 0 209-16,2 6-489 16</inkml:trace>
  <inkml:trace contextRef="#ctx0" brushRef="#br0" timeOffset="94358.17">23801 10854 765 0,'-12'0'0'0,"5"0"0"0,4 0 0 0,2 0 0 0,0 0 0 0,1 0 239 0,0-1-95 0,5-3-59 16,18-2 183-16,3 1-118 0,6-3-58 0,2 3-30 15,2-1 68-15,1 4-53 0,-4 0-22 0,-4 2 0 16,-6 0-50-16,-2 7 1 0,-3 7 35 0,-5 3-80 16,-4 1 37-16,-7 5-1 0,-2 3-80 15,0 0 57-15,-12 3 38 0,-13 4-8 0,-1-4-9 16,-6 1-7-16,0-4 0 0,2-8-21 0,-4 1 160 15,4-3-61-15,7-7-30 0,0-2 0 16,9-3 77-16,5-2-39 0,0-2-5 16,6 0 137-16,3 0-87 0,0 0-43 0,12 0-49 15,11 0 6-15,6 0 8 0,2 0-8 0,4 0-33 16,1 0 1-16,-4 0 31 0,-1 8 1 0,-6 2-108 16,2 8 49-16,-6-1 30 0,-3 4-1 0,-7 1-83 15,-6 0 47-15,-5 1 3 0,0 5 39 0,-4-1-33 16,-12-3 22-16,-5 0 121 0,-3-3-58 0,-1-2-24 15,-3-3-1-15,-1-4 14 16,-1-3 0-16,1-2-20 0,1-4-13 0,3-1-198 16,-3-2 95-16,9 0 54 0,1-2 22 0,0-5-385 15,6-4 189-15,6 2 68 0,1-4-131 0,5 2 118 16,0 0 59-16,11 0 30 0,10 1-372 0,2 3 193 0</inkml:trace>
  <inkml:trace contextRef="#ctx0" brushRef="#br0" timeOffset="94676.03">24701 11106 1317 0,'1'-20'0'0,"0"1"0"0,-1 6 0 0,0 0 0 0,0-3 0 0,-8 7 0 0,-7-2 0 0,-2 5 0 0,-2 3 190 0,-7 3-78 0,0 0 66 15,-4 3-64-15,2 12-45 0,0 2 0 0,1 1 140 16,6 3-88-16,9-5-44 0,1 2-14 0,8 1 122 15,3-2-77-15,2 1-37 0,11 0 0 16,5-3-67-16,3-4 9 0,7 4 19 0,-1 0-124 16,-2 0 62-16,1 0 32 0,-4 2-73 15,-6 0 60-15,0 1 18 0,-7 1 0 0,-1 2-194 16,-6 0 98-16,-2 0 11 0,0-3-13 0,-7 5 34 16,-10-5 37-16,-5 1-44 0,1-1 112 0,-4-6-41 15,-1 1-7-15,-1-4-26 0,1-3-36 16,6-1 5-16,-1-2 35 0,6-3-334 0,3 0 154 15,5 0 88-15,7-10 41 0,0-8-171 0,15-2 105 16,13-7 54-16</inkml:trace>
  <inkml:trace contextRef="#ctx0" brushRef="#br0" timeOffset="94837.18">24835 11238 990 0,'12'-3'0'0,"-2"3"0"0,0 0 0 0,-3 12 0 0,-2-1 0 0,-3 2 0 0,0 5 0 0,0 0 473 0,-2 3-220 0,0-1-111 0,0 1-54 16,0-2 278-16,0 0-159 15,2-3-91-15,-1 0-196 0,1-7 57 16,0 0 27-16,2-1-423 0,0-5 221 0,2-3 116 16,-1 0 57-16,1 0-229 0,-1-7 109 0,-1-8 89 15,-1-3-96-15,0-7-354 0</inkml:trace>
  <inkml:trace contextRef="#ctx0" brushRef="#br0" timeOffset="95348.05">25033 10719 1329 0,'11'-11'0'0,"-1"6"0"0,4 3 0 0,-4 2 0 0,-2 0 0 0,-2 11 0 0,-3 9 0 0,-1 5 0 0,0 5 0 0,-2 9 161 0,0 3-65 0,0-5 74 15,-4 12-72-15,-3-4-33 0,0 0 0 0,4-9-98 16,1 2 33-16,0-5 8 0,2-3 25 0,0-7-60 16,0-2 30-16,0-8 0 0,2-4 30 0,5-3-117 15,3-6 54-15,3 0 32 0,1-11-139 16,0-10 73-16,2-2 3 0,-3 3 27 15,3-7 8-15,-4 7 13 0,1 3-19 0,-1 0 167 16,-6 6-70-16,2 3-38 0,-4 3-10 0,2 2 191 16,-2 3-89-16,-1 0-51 0,1 10-8 0,0 7 72 15,-2 9-44-15,1 0-27 0,1 4 109 0,-2 1-68 16,3-1-35-16,3-6-49 0,1 6 14 0,0-9 1 16,5-3 0-16,3-1-143 0,0-5 72 0,4-7 43 15,1-3-7-15,1-2-245 0,1 0 118 16,1-9 73-16,-5-8 4 0,3-6-111 0,-2-3 37 0,0-8-85 15,-3-3 89-15,1-7 45 0,-4-5 22 16,0-3-67-16,0-14 49 0,2 4 0 16,-3-2 40-16,0 12-38 0,-2-4 38 0,-2 12-8 15,0 3 9-15,-3 6 186 0,-5 16-94 0,0 4-46 16,0 5 176-16,0 4-82 0,-2 5-65 0,0 1 376 16,0 21-197-16,-2 8-98 0,-4 5-17 0,1 13 162 15,1-2-117-15,-1 8-60 0,4 0-30 0,1 1 16 16,0-1-15-16,0-1-8 0,1-3-22 0,8-2-165 15,-2-2 82-15,6-6 42 16,-3-5 28-16,0-4-378 0,-2-5 195 0,4-5-212 0,-3-5 184 16,-3-5 42-16,2-5 56 0,-3-1-384 15,-1-4 222-15,-2 0 111 0,-2-2 56 0,0-11-250 0</inkml:trace>
  <inkml:trace contextRef="#ctx0" brushRef="#br0" timeOffset="95491.66">25405 10973 1310 0,'-39'-4'0'0,"11"2"0"0,12 0 0 0,7 2 0 0,4 0 0 0,5 0 0 0,0 0 0 0,18 0 278 16,12 0-123-16,16 0-61 0,-2 0 190 0,5 0-129 15,6 0-62-15,-3 0-86 0,1 0-1 0,-4 0 27 16,-10 0 8-16,2 0-468 0,-3 0 230 0,-7 2 114 16,0 2 59-16</inkml:trace>
  <inkml:trace contextRef="#ctx0" brushRef="#br0" timeOffset="95687.14">26023 10689 1822 0,'7'-15'0'0,"4"4"0"0,7 3 0 0,1 3 0 0,-1 3 0 0,1 2 0 0,2 0 0 0,2 20 331 0,2 13-148 0,-6 4 402 16,-4 8-276-16,-3 8-130 0,-3 11-77 0,-5-2 75 15,-4 0-71-15,0 1-37 0,-6 3 163 0,-10-8-232 16,-10 14 0-16,1-8 0 15,-7-2 0-15,-4 0-450 0,-2-4 266 0,1-9 116 16,-8 11-819-16,3-12 445 0</inkml:trace>
  <inkml:trace contextRef="#ctx0" brushRef="#br0" timeOffset="96749.19">26626 11058 692 0,'0'-6'0'0,"0"-4"0"0,0 5 0 0,2-3 0 0,0 0 0 0,0-1 0 0,0-2 0 0,-1 0 0 0,1-3 172 0,-2 2-70 0,0-2-34 0,0 1 0 15,0 0 9-15,0 3-13 0,0-7-9 0,0 6 14 16,-3 1-1-16,-3 3-35 0,-1 0 0 0,-1 3 37 16,0 2-8-16,-3 2-29 0,-5 0 40 0,0 10 4 15,-3 10-22-15,0 8 7 0,-3 7 64 0,5 2-46 16,3 2-24-16,0 4 0 0,3 0 82 0,6-5-45 15,4 4-34-15,1-3 21 16,0-5-23-16,6-2 0 0,5-10-16 0,3 1-34 16,2-4 25-16,3-8 1 0,-1-3-81 0,9-7 41 15,-6-1 8-15,5-1 31 0,1-13-159 0,-4-4 77 16,-1-5 16-16,2-2 28 0,-5-1-221 0,3-1 111 16,-5-5 28-16,-2 4-56 0,0 3 45 15,-6 4 33-15,-1 0 24 0,-5 10 10 0,-1 2-1 16,0 3 0-16,0 2 137 0,-2 4-69 15,0 0-42-15,-4 12 9 0,-7 8 153 0,4 3-86 16,1 3-24-16,5 0-28 0,1-3 201 0,0 5-104 16,0-4-20-16,9-6-4 0,5 0-25 15,2-3 1-15,2-4-25 0,3-3-69 0,2-5 31 16,3-3-1-16,-3 0-40 0,2-1 36 0,-4-13 7 16,4-4 28-16,-9-1-210 15,0-4 95-15,-5 1 30 0,-8 1 30 0,1-3-107 0,-2-4 61 0,-2 1 6 0,0 1 22 16,-12-2-32-16,-2 2 22 15,-4 1 53-15,0 4-38 0,-2 5 3 0,-7 3 0 16,0 7 62-16,-3 4-30 0,1 2 5 0,-1 0-11 16,0 8 119-16,3 7-52 0,3-2-35 0,9 0 0 15,2 0 50-15,7 2-25 0,6 0-22 0,0-2-214 16,6 4 93-16,14-4 48 0,9-2 9 16,14 1-485-16,0-7 243 0,7-1 122 0</inkml:trace>
  <inkml:trace contextRef="#ctx0" brushRef="#br0" timeOffset="97023.3">27434 11005 761 0,'0'-4'0'16,"-2"2"0"-16,-10 0 0 0,-4 2 0 0,-3 0 0 0,-10 0 0 0,8 4 421 0,-2 7-199 0,5 1-94 0,4 3 291 0,4 0-192 0,4 1-90 15,6 3 43-15,0 3-74 0,6-2-36 0,13 0 0 16,2 1-122-16,3-4 51 15,2-1 13-15,0 2-1 0,-3-3-30 0,-5-2 25 16,-5 0 1-16,0-1 34 0,-6 1-148 0,-5-1 70 16,-2 2 34-16,-5 0-142 0,-17 0 76 15,-4-1-7-15,-5 0-44 0,-9 0 38 0,1-3 30 0,-1-2 2 16,5-1-94-16,-1-2 47 0,4-3 36 16,8-2 1-16,6 0-171 0,5-7 99 15,8-12 50-15,5-7 16 0,5-8-110 0,20-2 72 16,8-3-266-16</inkml:trace>
  <inkml:trace contextRef="#ctx0" brushRef="#br0" timeOffset="97233.24">27810 10652 831 0,'10'-11'0'0,"-3"5"0"0,2 4 0 16,-2 2 0-16,-2 0 0 0,-3 2 0 0,0 15 403 0,-2 7-185 0,0 6-92 0,-4 10 274 15,-4-3-175-15,-2 14-100 0,2-2-46 16,3 3 178-16,3 3-112 0,2-1-56 15,0 1-20-15,0-3 2 0,5-3 0 0,11-2-39 16,0-8-33-16,1-7-1 0,3-2 43 0,3-6-250 16,-3-4 121-16,-1-9 61 0,2-4 29 0,-1-7-447 15,-1 0 193-15,-5 0 71 0,1-5 81 0,-5-8-339 16,-4-4 204-16,-1 0 101 0,-3-4 42 0,-2-5-275 0</inkml:trace>
  <inkml:trace contextRef="#ctx0" brushRef="#br0" timeOffset="97391.82">27631 11012 1436 0,'-47'-9'0'0,"17"3"0"0,7 2 0 0,6 1 0 0,2 1 0 0,4 0 0 0,6 0 0 0,5 0 161 0,0 0-68 15,11 2 304-15,14 0-182 0,5 0-92 0,10 0-44 16,-2 0 134-16,13 0-94 0,-3 0-43 0,3 0-21 16,-5 0-382-16,0 0 179 15,-8 0 99-15,0 0 37 0,1 0-543 0,-5 4 294 16,-4 5 84-16</inkml:trace>
  <inkml:trace contextRef="#ctx0" brushRef="#br0" timeOffset="97599.27">28253 10721 1490 0,'6'-11'0'0,"1"5"0"0,6 5 0 0,4 1 0 0,-1 0 0 0,7 0 0 0,-2 12 0 0,4 9 0 0,-4 3 559 0,6 10-263 0,-8-3-123 0,-1 12-74 15,-1 0 289-15,-5 0-177 0,-8 4-90 0,-1 0 51 16,-3 2-61-16,-4 0-43 0,-14-1-72 16,-7 0 37-16,-4-1 0 0,0-5 0 0,-5-1-260 15,0-3 126-15,1-2 67 0,-4-6 33 0,1-3-601 16,3-6 308-16,1-3 65 0</inkml:trace>
  <inkml:trace contextRef="#ctx0" brushRef="#br0" timeOffset="99157.4">29370 10332 729 0,'-1'-13'0'0,"-7"4"0"0,7 4 0 16,-1 3 0-16,1 0 0 0,1 0 0 0,-2 2 0 0,-4 0 149 0,5 11-62 0,-3 9-27 0,2 5 159 0,2 1-94 15,0 8-46-15,0 4-14 0,-2 7 133 16,2 0-83-16,-3 4-41 0,1 3-21 15,-5 1 112-15,0 1-58 0,0-1-41 0,0-1 92 16,-2-1-63-16,2-4-30 0,2-2 7 0,1-9-31 16,0 2-8-16,1-5 0 0,-3-1-11 0,5-9 11 15,-2-1 0-15,1-7 8 0,-3-3-39 0,3-5 1 16,2-1 30-16,0-4 0 0,-6-2-43 0,1 0 30 16,-6-6-9-16,2-9-75 0,-1-3 42 15,-4-2 12-15,1 1-117 0,-1-2 65 16,0-2 33-16,-4 0 9 0,2 0-86 0,-3 3 39 15,1 1 29-15,-2 4-5 0,-2 0-95 0,4 7 40 16,-5 3 33-16,2 3 123 0,3 2-46 0,-1 0-30 16,1 11 8-16,4 8 211 0,-1 3-112 0,5 2-41 15,2 5 218-15,5 1-114 0,1 0-72 0,2 2-2 16,0-2 65-16,4 0-55 0,9-3-28 0,2-8 9 16,10 4 38-16,-2-5-37 15,7-7 0-15,4-6-37 0,3-3-35 0,0-2 43 16,6 0-8-16,-1-6-131 0,-5-8 66 0,1-5 32 15,-3-2-159-15,-5-1 85 0,7-10 45 0,-3 2-3 16,-3-4-208-16,5-5 98 0,-2-5 58 0,1-6 4 16,1-1-76-16,-1-7 61 0,4-3 31 0,0-2 1 15,-1-3-166-15,-3 2 102 0,-5 13 47 0,-4 3-14 16,-9 12 30-16,-1 0 1 0,-5 14 211 16,-2 3-85-16,-7 8-49 0,0 2-23 0,-2 6 310 15,0 2-157-15,-8 1-93 0,-8 9 5 16,-1 11 72-16,1 6-13 0,-5 14-49 0,6 3 42 15,3 6 110-15,3 6-96 0,4 10-45 0,3-4 92 16,2 0-68-16,0-7-34 0,0 5 58 0,6-1-50 16,3-3 98-16,3-4-173 0,-1-1 0 15,1-5 0-15,0-9 0 0,-1 0 0 0,-3-6-274 0,1-10 174 16,-4-6 66-16,0-4-220 0,-2-3 102 16,-1-4 77-16,0-3 38 0,-1 0-460 0,-1-11 232 15,0-6 117-15,0-4-390 16,0-7 257-16,0-2 124 0,-1-5 62 0</inkml:trace>
  <inkml:trace contextRef="#ctx0" brushRef="#br0" timeOffset="99317.96">29293 10801 1232 0,'-21'0'0'0,"10"0"0"16,3 0 0-16,7 6 0 0,1-2 0 0,4 0 0 0,17 0 0 0,3 3 0 0,12 3 271 0,14 0-123 0,10-2-58 0,0 4 417 0,6-3-238 15,-1 0-117-15,-7-1-29 0,4 0-50 0,-3-1-19 0,-4-6-1 16,-4 5-525-16,-3-5 252 0,-11 1 135 0,13 1 55 16</inkml:trace>
  <inkml:trace contextRef="#ctx0" brushRef="#br0" timeOffset="104085.5">10323 13146 1102 0,'0'0'0'0,"0"0"0"0,0 4 0 0,0 1 0 0,0 1 0 0,2-1 0 0,3-2 149 15,7 2-59-15,-1-1-28 0,6-4 234 0,5 0-136 16,1 0-63-16,3 0-32 0,1-6 37 0,-1 0-34 15,-6 2 8-15,1 1-101 0,0 1 29 0,-4 0 0 16,-2 1 29-16,0 1-287 0,-3 0 152 16,-3 0 64-16,0 0-453 0,-4 3 221 0,2 1 135 0,-4 1 0 15</inkml:trace>
  <inkml:trace contextRef="#ctx0" brushRef="#br0" timeOffset="104271">10401 13465 1664 0,'0'10'0'0,"0"-3"0"0,0 1 0 0,0-1 0 0,0-4 0 0,3 3 0 0,4 0 0 0,4-3 193 0,3 1-80 0,7-2 303 15,-1 0-192-15,-1-2-87 0,4 2-56 16,-1-2-28-16,1 1-21 0,-2 3 1 16,0 0 0-16,2-2-427 0,0 2 209 0,0-3-516 15,0 4 356-15,4-5 178 0,-2 0 88 0,-3 0-41 16</inkml:trace>
  <inkml:trace contextRef="#ctx0" brushRef="#br0" timeOffset="104707.83">11500 13004 637 0,'5'-14'0'0,"-1"1"0"0,1-2 0 0,1 1 0 0,-5 0 0 0,1 2 294 0,0 1-122 15,-2 0-74-15,0 3 191 0,0-1-129 0,0-1-63 16,-2 4-32-16,-3 1 66 0,-1 1-53 16,1 0-23-16,-3 2 81 0,0 1-52 0,-1 0-26 0,0 1 9 15,-1 0 58-15,-1 0-46 0,-1 2-23 0,1 12 0 16,-3 0 56-16,0 6-32 16,0 4-8-16,0 3 118 0,1-1-79 0,1 1-39 15,5 4 77-15,0-1-49 0,3 2-38 0,0-2 0 16,4 2 286-16,0-1-348 0,0 3 0 0,0 0 0 15,4 0 0-15,5 0 0 0,-2 4 0 0,5 3 0 16,-1-3 0-16,-4-1 0 0,7 9 0 0,-5 0 0 16,0-2 0-16,0 5 0 0,-2-3 0 15,-3-5 0-15,-1 8 0 0,-1-14 0 0,0 6 0 0,-2-5 0 16,0 1 0-16,0-7 0 16,-9 2 0-16,0-6 0 0,-5 0 0 0,3-7 0 15,0-1 0-15,-3-3 0 0,2-3 0 0,3-4 0 16,0-3 0-16,2-1 0 0,0-3 0 0,3-1-423 15,1 0 203-15,2 0 100 0,1 0-219 0,0-1 153 16,0-11 77-16,10-3 30 0,6-2-513 0,3-1 280 16,4-2 139-16,1-2 71 0,4 0-419 15</inkml:trace>
  <inkml:trace contextRef="#ctx0" brushRef="#br0" timeOffset="104973.55">11654 13775 645 0,'9'-6'0'0,"-2"2"0"0,-2 3 0 0,-1 1 0 0,-2 0 0 15,0 5 0-15,0 8 536 0,-1 3-255 0,2 4-125 0,1 2 323 0,1 6-223 16,1-5-111-16,1-4 137 0,5 7-129 0,-3-9-60 0,5 2-30 16,2-5-6-16,0-3 0 0,4-2-16 0,-1-7-8 15,1-2-35-15,1 0 0 16,-4-2 35-16,1-9 0 0,-4-9-166 0,-1 2 79 16,-6-3 43-16,-2-2-179 0,-2 1 106 0,-1 0 4 15,-2-1 44-15,0 3-116 0,-10-1 66 0,-1 4 4 16,-4 4 72-16,-2 3-24 0,-2 6-7 0,1 3 8 15,-3 1 49-15,2 0-21 0,-1 11 1 0,4 0-29 16,2 2 95-16,2 1-25 16,6-7-29-16,1 3 6 15,3 0-81-15,2-6 17 0,0 0-398 0,0-2 211 0,9-2 102 0,5 0 51 16,0-3-437-16</inkml:trace>
  <inkml:trace contextRef="#ctx0" brushRef="#br0" timeOffset="105219.4">11762 13017 1794 0,'-14'-6'0'0,"7"-1"0"0,3 6 0 0,1-1 0 0,-1 1 0 0,4-2 0 0,0 2 0 0,0-4 322 16,4 0-145-16,15 1-72 0,1 1 322 0,6-1-198 15,3 2-90-15,1 0-57 0,0 2 88 0,0 0-69 16,0 0-34-16,-5 0 9 0,5 0-84 0,-4 0 1 15,-4 0 39-15,1 0-240 0,-4 0 121 0,-3 0 67 16,0 0-204-16,-7-2-134 0,0 0 114 16,-4-3 122-16,0 5-525 0,-3-4 299 15,-2-1 162-15,0 0 76 0,0 2-376 0</inkml:trace>
  <inkml:trace contextRef="#ctx0" brushRef="#br0" timeOffset="105370">11920 13000 1205 0,'-18'1'0'0,"7"2"0"0,1 2 0 0,2-2 0 0,0 1 0 0,4 2 0 0,3 1 0 0,-1 4 0 0,2 3 457 0,0 3-212 0,0 3-107 0,0 3 168 16,0 1-138-16,0-1-58 0,0 6 128 0,0-4-103 15,0 1-51-15,0-5-25 0,0 2-314 0,0-1 152 16,2-3 64-16,3-2 36 16,0-5-626-16,4-3 330 0,2-5 155 0</inkml:trace>
  <inkml:trace contextRef="#ctx0" brushRef="#br0" timeOffset="105521.04">12036 13016 1733 0,'0'0'0'0,"0"9"0"0,0 4 0 0,0 3 0 0,0 1 0 0,0 3 0 0,0 4 0 0,0 5 411 16,0 1-189-16,0 2-95 0,0-1 303 0,0 1-190 15,0-1-108-15,0-4-50 0,0-6-414 0,0 8 183 16,2-4 90-16</inkml:trace>
  <inkml:trace contextRef="#ctx0" brushRef="#br0" timeOffset="106928.16">12808 13150 507 0,'2'-9'0'0,"0"6"0"0,0 1 0 0,-2 0 0 16,2 1 0-16,-2-2 0 0,0 1 171 0,0 2-73 0,0 0-33 0,0-1 1 15,0 1 123-15,0 0-78 0,0 0-31 0,0 0 55 16,1 0-51-16,1 0-25 0,0 0-1 0,2 0 5 16,2 0 7-16,-2 7-37 0,-1 3 85 0,1 1-42 15,-2 3-22-15,0 4 0 0,-2 1 34 0,0 2-32 16,0 3 0-16,0 0-23 0,-6 1 11 0,-1 1-11 15,-1-4 8-15,-1 7-38 0,-1-6 30 16,3-3-1-16,-3-2 1 0,1-1-11 0,4-3 19 0,-3-5-8 16,0 0 19-16,3-5-20 15,1 0 1-15,0-2-7 0,4-2 87 0,-2 0-44 16,2 0 0-16,0 0-36 0,0-2 95 0,8-9-48 16,7-2-15-16,5-3-61 0,3 4 0 0,2-2 29 15,3 5 9-15,0 1-9 0,2 3 8 0,0 5-9 16,-1 0-20-16,4 0 21 0,-4 11 0 0,0 4-1 15,-1 3-29-15,-3 3 5 0,-4 4 0 0,-3-1-8 16,-1 2 50-16,-8-1 2 0,3 5-27 0,-6-2 52 16,-5 0-25-16,-1-1 130 0,0 1-182 0,-3-4 0 15,-13 4 0-15,0-4 0 0,-3-3 0 16,-4-2 0-16,-1 0 0 0,1-8 0 16,-7 1 0-16,4-6 0 0,-1-1 0 0,1-3-214 15,6-2 119-15,-6 0 39 0,3 0 30 0,2-7-410 16,4-2 202-16,2-6 97 0,4 2-403 0,4-1 246 15,3-3 134-15,2-1 64 0,2 2-455 0,0-3 259 16,6 2 130-16</inkml:trace>
  <inkml:trace contextRef="#ctx0" brushRef="#br0" timeOffset="107185.5">12846 13182 859 0,'0'-10'0'0,"0"3"0"0,-2 1 0 0,-2 2 0 0,1-1 0 0,3 3 0 0,-2 0 466 0,2 0-216 16,0-1-109-16,2 2-54 0,8-1 126 0,11 0-82 16,4 0-54-16,5 1 307 0,-2-2-176 0,4 3-87 15,0 0 124-15,0 0-97 0,0 0-62 0,-2 0-27 16,0-2-67-16,-2 1 20 0,-2-1 0 0,-3 0 29 15,5-2-348-15,-7 0 169 0,-1-1 86 0,-1-1-288 16,-2 2 186-16,-2 1 52 0</inkml:trace>
  <inkml:trace contextRef="#ctx0" brushRef="#br0" timeOffset="109864.74">12504 12722 827 0,'-2'-7'0'0,"-2"0"0"0,1 2 0 0,-1-4 0 0,-1 6 0 0,0-3 0 0,1 3 0 0,-1 1 0 0,1 0 0 0,1 1 93 0,-1 1-30 16,-1 0 54-16,2 0-43 0,-3 0-20 0,3 0 8 15,-3 7 3-15,-1 2 1 16,-1 6-34-16,-3 7 1 0,4 3 33 0,-7 3 8 16,3 4-41-16,-6 10 0 0,2 1 72 0,-2 2-36 15,2 3 8-15,1 2-44 0,2 2 71 0,-1 3-36 16,5-2 1-16,0 4 50 0,3 3-35 0,3 8-29 16,0-5 56-16,2 7-39 0,0 4 0 0,0-1-39 15,2-6 34-15,5 13-7 0,4-11-27 0,1-6 0 16,1-10-19-16,2-1 19 0,2-13 8 0,2 0-8 15,0-10-71-15,1-4 35 0,-1-8 0 0,-2-3-102 16,2-5 73-16,-2-6 9 0,0-1-250 16,-4-2 124-16,0 0 72 0,-2 0 12 15,-3-5-130-15,1-6 64 0,-1-1 50 0,-3 2 23 16,0-1-310-16,0 2 168 0,-1-1 75 0,-2-3 51 16</inkml:trace>
  <inkml:trace contextRef="#ctx0" brushRef="#br0" timeOffset="110248.95">12279 13565 971 0,'-8'0'0'0,"2"0"0"0,1-2 0 0,-1 2 0 0,3 0 0 0,-1 0 0 0,2 0 186 0,0 0-77 0,-1 0-38 16,3 0 252-16,0 0-150 0,0 0-69 0,5 0-37 16,6 0 190-16,2 0-112 15,4-2-48-15,2 2-36 0,1-2 80 0,1 0-54 16,6 0-27-16,-3 0 121 0,-4-1-66 0,5 0-46 16,-2 2 48-16,-2-1-42 0,2-1-21 0,-2 3 8 15,-3 0-43-15,3 0 14 0,-3 0 0 0,-4 0 0 16,2 0-42-16,-5 3 29 0,0 0-8 0,-1 1-10 15,-5 0-1-15,1 0 32 0,-3-2 0 0,-1 0-49 16,0-2 3-16,0 0-1 0,-2 0 3 16,0 0-1-16,0 0 27 0,0 0-11 15,0 0 46-15,0 0-37 0,0 0-4 0,0 0 3 16,0 0-184-16,0 0 88 0,0 0 40 0,0 0 24 16,0 0-347-16,0 0 174 0,0 11 63 0</inkml:trace>
  <inkml:trace contextRef="#ctx0" brushRef="#br0" timeOffset="111181.37">13807 13384 409 0,'0'-13'0'0,"0"2"0"0,0 2 0 0,0-1 0 0,-2 1 0 0,-1-3 0 0,-3 1 296 0,-1 0-132 0,1-1-57 0,-2-1 74 16,1 2-74-16,0-1-37 16,-1-3 0-16,2 7 9 0,-1-5-46 0,1 1 0 15,-1 0-32-15,1 5 1 0,0-2 31 0,-1 3 8 16,-2 3-20-16,-3 0 12 0,-1 3 0 0,-6 3 0 16,1 14-40-16,-3 9 48 0,-6 6-9 0,3 1 25 15,2 3-27-15,6-4-16 0,0 0 109 0,6-5-36 16,4-1-32-16,5-2 1 0,1-2 4 0,0-3-27 15,7-2 0-15,8-2 8 0,6 0-38 16,-1-2 0-16,1 1 30 0,2-4-68 16,-1 4 34-16,-5-1 8 0,1 1 25 0,0 4-82 15,-4 0 38-15,-5 3 4 0,-4 1-51 0,-3 1 30 16,-2 6 17-16,0-3-5 0,-9-2 69 0,-7 1-8 16,2-4-40-16,-2-9-3 0,-2 2-10 0,-1-6 15 15,0-1-1-15,1-7 7 0,0 0-102 0,5-2 48 16,3-11 24-16,3-10-376 0,7-3 187 0,0-6 80 15,4-8-316-15,11 7 197 0,10-11 111 0,-2 8 51 16,4 1-201-16</inkml:trace>
  <inkml:trace contextRef="#ctx0" brushRef="#br0" timeOffset="111323.99">13745 13484 1285 0,'19'-13'0'0,"-2"3"0"0,-4 4 0 0,-4 4 0 0,3 0 0 0,-3 2 0 0,-1 0 0 0,-1 0 0 0,1 10 0 0,-2 4 242 0,-1 2-109 0,-1 3-50 15,-1 4 314-15,-1 1-182 0,0 1-91 0,-2-5-37 16,0 4 32-16,0 0-43 0,0-4-22 0,0-1 1 15,0-5-137-15,0-2 66 0,0-3 20 0,0-1-432 16,0-5 231-16,0-1 114 0,0-2-593 0,0 0 322 16,2-7 134-16</inkml:trace>
  <inkml:trace contextRef="#ctx0" brushRef="#br0" timeOffset="111889.15">13909 12954 582 0,'2'-12'0'0,"2"4"0"16,-1 4 0-16,-1 0 0 0,2 2 0 0,-1 2 327 0,3 0-148 0,0 9-72 0,3 11 25 0,-1 4-42 0,1 3-32 16,3 14-1-16,-5-1-75 15,2 3 25-15,1 3 1 0,-3-5-227 0,2 12 121 16,-3-3 64-16,0 0 32 0,-2-4-203 0,0 1 104 16,-4-8 51-16,0 1 27 0,0-5-10 0,0-10 13 15,0-1-39-15,0-11 294 0,0 0-137 0,0-9-57 16,0-1-26-16,0-3 262 0,0-3-118 15,1-16-72-15,8-4 70 0,3-2-67 16,-1-1-28-16,4 1-1 0,-1 1-50 0,2 2 0 16,-2 7 30-16,0-3-8 0,0 7-21 0,-3 5 20 15,2 4 1-15,-2 2-52 0,-2 0 35 0,2 19-9 16,-4 8 25-16,-2 4 119 0,1 11-59 0,-3 1-30 16,3-8 64-16,0 5-50 0,2-2-22 0,1-4 0 15,4-8 53-15,2-2-37 0,0-8 8 0,5-3-46 16,1-6-89-16,4-4 45 15,-3-3 22-15,2-7-191 0,1-12 116 0,-2-7 44 0,2-10 27 16,-5-1-236-16,-1-4 98 0,-3-6 67 16,1-4-97-16,0-11 39 0,-4 3 45 0,0-6 23 15,-1-5-62-15,1-3 43 0,-2-2 12 0,1 2 8 16,-3 2-2-16,0 18 0 0,-3 10 23 0,-2 4 136 16,-2 17-75-16,0 9-27 15,-1 4 1-15,-1 3 339 0,0 6-177 0,0 8-64 0,-5 20 73 0,-5 9-50 16,4 6-50-16,1 11 16 0,1 9 140 0,2-8-91 15,2 16-56-15,0-5-25 16,0-3 117-16,2-1-71 0,2-11-35 0,7 2-85 0,3-6 21 0,0-4 0 16,0-11 29-16,0-2-377 15,-2-7 188-15,-1-2 103 0,0-7-457 0,-3-4 224 16,-2-7 132-16,-3 0 35 0,-1-3-113 0,0 0 92 16,-2-3 57-16,0-10 26 0,-2-4-222 0,-9-4 124 15,-2-3 60-15,-2-2-217 0,-6-12 143 0</inkml:trace>
  <inkml:trace contextRef="#ctx0" brushRef="#br0" timeOffset="112038.75">14487 13283 918 0,'-27'-8'0'0,"2"6"0"0,2 1 0 0,6 1 0 0,4 0 0 0,2 0 0 0,5 0 0 0,2 0 0 0,2 0 427 0,2 0-198 16,2 0-98-16,17 0 171 0,6 0-134 16,5 0-60-16,4 0-42 0,3-3 154 0,0-1-94 15,4-1-46-15,-2 2-238 0,0-2 104 0,-2 4 39 0,-3 0 24 16,1 1-283-16,-6 0 153 0,1 2 77 0,0 11 46 15</inkml:trace>
  <inkml:trace contextRef="#ctx0" brushRef="#br0" timeOffset="112582.85">15205 13448 1286 0,'0'-4'0'0,"0"-7"0"0,0-4 0 15,-4-2 0-15,-7-5 0 0,1-2 0 0,1 2 0 0,-1 3 0 0,1 1 302 0,0 0-126 0,-1 4-76 0,-1 2-34 0,0 7 104 0,-1 3-69 16,0 2-26-16,-8 7-8 16,4 16-48-16,-3 11 14 0,4 5 0 0,0 4-16 15,6-4 24-15,-3 13-8 0,8-8 28 0,2-5 1 16,2 0-29-16,0-6-1 0,4-5 49 0,10 3-9 16,0-9-39-16,2-5 0 0,7-1-82 0,-5-11 41 15,6-1 8-15,-1-4 33 0,4-2-109 0,-7-13 52 16,2-9 22-16,-2-3-298 0,-2-3 132 15,-3-3 82-15,-2 0 7 0,-2 0-162 0,-1-1 105 0,-5 5 51 16,1 4 69-16,-2 3-17 0,-3 9 1 0,-1 2-1 16,0 4 193-16,0 3-97 15,0 2-56-15,0 2 129 0,0 6-60 0,-5 12-50 16,-1 4 22-16,3 3 174 0,1-2-62 0,2 5-71 16,0-3 80-16,0-1-69 0,9-2-33 0,2-5-1 15,5 0-59-15,-2-3-9 0,5-6 35 0,2-2 0 16,-1-6-120-16,1 0 60 0,0 0 38 15,-1-3-163-15,3-13 75 0,-4 1 48 0,-2-6 3 16,-2 0-65-16,-4 0 19 0,3-7 34 16,-5 1-82-16,-4-1 47 0,1-2 5 0,-3-1-1 15,-1-3 53-15,0-1 7 0,-2 0-23 0,0-1-1 16,0 3 41-16,-7 3 0 0,-2 6-46 0,0 6 6 16,-5 2 123-16,-1 9-57 0,0 6-17 0,-6 1 69 15,-1 1-38-15,1 19-27 0,-2 4 69 0,3 2-43 16,1 2-9-16,3 1 0 0,2-6-26 0,-1 8 3 15,7-10 17-15,4-3-14 0,4 1-157 16,0-6 75-16,0-1 38 0,11-3-396 0,1-4 191 16,3 1 106-16,6-4 24 0,0-2-188 15</inkml:trace>
  <inkml:trace contextRef="#ctx0" brushRef="#br0" timeOffset="112928.92">15851 13388 939 0,'7'-15'0'0,"3"0"0"0,-5 0 0 0,0-4 0 0,-4 2 0 0,-1 0 0 0,0 2 203 0,0 0-85 16,-4 2-43-16,-2 6 175 0,-3-3-113 0,-2 4-52 16,-1 3 27-16,-2 3-39 0,-3 0 0 0,-2 0-33 15,-2 13 10-15,6 0-17 0,-1 2-1 0,2 2 1 16,3 2 64-16,5-3-24 0,3 2-8 0,3-2-49 15,0 1 17 1,0-2 0-16,7-2 0 0,6 3-21 0,1-3-8 0,0 2 28 16,3-1-33-16,-2 3-1 0,-1-3 34 15,-2 1 9-15,-1 0-137 0,-6 2 50 0,-1-2 33 0,-3 0-5 16,-1 1-40-16,0 0 20 0,-9-1 20 0,-4-2 59 16,-4-2-1-16,-4-1-48 0,-3 0 8 0,4-6 12 15,-9 0-10-15,10-2 1 0,-2-2-210 0,3 0 100 16,3 0 50-16,5 0 23 0,0-10-168 0,5-3 83 15,5-8 49-15,0-2 3 0,12-4-374 0,11-1 197 16</inkml:trace>
  <inkml:trace contextRef="#ctx0" brushRef="#br0" timeOffset="113178.26">16188 12896 637 0,'5'-19'0'0,"0"8"0"0,-1 2 0 0,-2 3 0 0,-2 5 0 0,0-2 445 0,0 3-206 0,0 0-103 15,0 22 239-15,0 10-171 16,-4 8-78-16,-3 9-50 0,0 6 228 0,-2 3-135 16,8-2-69-16,1 3-33 0,0-4 76 0,0-2-59 15,3-2-25-15,9-8 72 0,-1-10-49 0,6-1-24 16,-4-5-133-16,6-1 49 16,-4-11 30-16,2-2 0 0,-2-4-284 0,-2-2 156 0,-3-6 87 0,-1-1 31 15,-2 0-499-15,-1 0 209 0,-4-1 135 0,0-6 45 16,0 0-133-16,-2-4 112 0,0-2 52 0,-2-2-302 15,-8-2 177-15,-1-4 89 16</inkml:trace>
  <inkml:trace contextRef="#ctx0" brushRef="#br0" timeOffset="113321.87">15997 13234 1240 0,'-25'0'0'0,"7"0"0"0,9 0 0 0,1-2 0 0,1 2 0 0,5-2 0 0,2 1 0 0,0-1 269 0,21-4-118 16,7-1 224-16,11-4-170 0,7 3-79 0,4-4-50 0,3 3 160 0,3 0-102 15,-2 3-50-15,-3 1-26 16,-12 2-363-16,5 2 165 0,-9-1 87 0,-1 0-275 0,-4 2 180 16,-9 0 91-16</inkml:trace>
  <inkml:trace contextRef="#ctx0" brushRef="#br0" timeOffset="117537.4">16942 13380 512 0,'-9'0'0'0,"5"0"0"0,1 0 0 0,3 0 0 0,-2 0 0 0,2 0 310 0,0 0-139 0,0 0-69 15,0 0-34-15,2 0 183 0,10 0-114 0,6 0 69 16,3 0-86-16,4-1-44 0,1-3-21 0,-3 0 108 16,7 1-69-16,-2 0-31 0,-2 2 1 0,2 1 18 15,-2 0-25-15,-3 0 8 0,5 1-32 0,-5 7-31 16,-3-2-1-16,1-1 32 0,-4 2 0 0,0 2-113 16,-8-4 53-16,3-1 29 0,-7-1-249 0,1 1 115 15,-2-2 72-15,-3 0-170 0,-1-2 111 16,0 2 21-16,0-2 39 0,0 0-326 0,0 0 177 15,0 0 79-15</inkml:trace>
  <inkml:trace contextRef="#ctx0" brushRef="#br0" timeOffset="117992.43">17736 13061 1203 0,'-5'-11'0'0,"-1"6"0"0,2 3 0 0,0-1 0 0,0 0 0 0,3 1 0 0,-1 0 0 0,2-1 250 0,0 1-113 0,2-2-52 16,11-4 131-16,7-1-92 0,5 2-46 0,3-2 51 15,0 4-53-15,1-1-21 0,-1 5 0 0,-3 1-58 16,2 0 1-16,-8 0 43 0,2 4-110 0,-6 10 51 16,0 1 26-16,-6 2-1 0,-2 2-34 15,-5 4 36-15,-2 3-8 0,0 0-12 0,-3 2-46 0,-10-1 17 16,-3-3 22-16,2-3-15 15,-7 3 83-15,0-6-12 0,5-4-41 0,-4-1 131 16,4-2-61-16,-1-3-22 0,8-3 149 0,-2-1-78 16,6-2-44-16,1-2-7 0,3 0 37 0,1 0-27 15,0 0-8-15,7 0-34 0,14 0-72 0,2 0 36 16,3 0 0-16,-2 0 44 0,8 0 23 0,-2 0-1 16,-2 2-30-16,-2 7-59 0,-1 3 30 0,-6 3 8 15,1 5 20-15,-6 1-83 0,-7 1 37 0,-3 5 3 16,-2-1 17-16,-2-2-3 15,-6 6 9-15,-9-3-8 0,-4-5 120 0,-3 1-49 16,-5-6-27-16,5-4-13 0,-8 0 11 0,0-6-13 16,2-2-9-16,2-5-218 0,-1 0 105 0,8 0 58 15,-3-3-486-15,5-8 239 0,2-2 129 0,7-1 38 16,6-2-406-16,2-1 233 0,6-3 130 0,16 3 61 16,7 0-215-16</inkml:trace>
  <inkml:trace contextRef="#ctx0" brushRef="#br0" timeOffset="118331.53">18559 13258 1392 0,'9'-17'0'0,"-1"0"0"0,-5-1 0 0,-1-3 0 0,-2-2 0 0,0 2 0 0,-2 1 0 0,-5-1 0 0,-2 5 154 0,-3-2-61 0,-3 6-30 0,2 1 106 0,-4 5-73 15,-2 4-31-15,-3 2 0 16,0 0-7-16,-1 11 0 0,-2 9-17 0,3 1-8 15,1 6 37-15,4-3 1 0,8-5-39 0,0 3 67 16,5-3-26-16,4 1-7 0,0-4 22 0,4 0-28 16,9-2 0-16,7 0-27 0,-1-2-2 0,7-1 2 15,-1 2 0-15,-1 0 0 0,-1-1-71 0,-1 1 36 16,-3 0 7-16,-3 2 28 0,0 1-65 0,-7 0 33 16,1-1-2-16,-8 2-81 0,0-3 36 15,-2 4 27-15,0-1 66 0,-12-4-42 16,-1 2-16-16,-2-3 13 0,-3-4 25 0,-3 1-24 15,2-4 0-15,-2 1 1 0,2-4-291 0,1 0 139 16,4-2 67-16,3 0-223 0,2 0 129 0,5-6 72 16,4-6 26-16,0-2-454 0,12-1 241 0</inkml:trace>
  <inkml:trace contextRef="#ctx0" brushRef="#br0" timeOffset="118508.06">18675 13296 606 0,'15'-10'0'0,"2"4"0"0,-4 5 0 0,0 0 0 0,1 1 233 0,-5 0-92 0,2 1-58 15,-1 10 388-15,-3 4-219 0,1 2-110 0,-3 2-46 16,-1 5 272-16,-2-1-167 0,0 1-85 0,-2-1-41 16,0-3-13-16,0 3 9 0,0-6-38 0,0 0 0 15,0-6-318-15,-4-1 159 0,0-3 80 0,0-3-196 16,1-2 134-16,-3-2 70 0,1 0-528 16,3-13 271-16,-2-12 110 0,4-7 68 15</inkml:trace>
  <inkml:trace contextRef="#ctx0" brushRef="#br0" timeOffset="118884.05">18882 12735 628 0,'5'11'0'0,"4"5"0"0,-4-2 0 0,-1 3 0 0,1-2 0 0,-1 4 118 0,-1 5-43 16,3 2-21-16,0 4 71 0,0 2-50 0,-1 4-21 15,1 5 38-15,-1 1-30 16,-3 3 0-16,0-7-21 0,0 10 119 0,0-13-63 15,-2 5-33-15,0-6 1 0,0-6 143 0,0-7-79 16,0 0-52-16,0-9 42 0,0-3-17 0,0-2-35 16,2-6 1-16,-2 2-15 0,0-3-21 0,0 0 1 15,2-7 23-15,0-7-1 16,3-4-22-16,1 2 8 0,1-5-78 0,1 0 35 0,3-2-1 0,0 3 36 16,1 0-79-16,1 1 33 0,-1 1 16 0,0 5-67 15,-1 5 39-15,-1 2 0 16,-3-1 16-16,3 6 55 0,-1 1-40 0,-1 0-10 15,-1 10 161-15,-1 7-72 0,-1 7-37 0,-1 2-7 16,0 2 90-16,0 2-43 0,0 0-30 0,1 1 5 16,1-9 71-16,1 8-55 0,3-6-23 0,-3-6-161 15,4 2 69-15,-1-7 35 0,-1-4 7 0,0-3-450 16,1-2 230-16,1-4 93 0,-2 0-508 0,2-4 298 16,-2-9 141-16,0-4 83 0,0-8-179 15,-1 0 127-15</inkml:trace>
  <inkml:trace contextRef="#ctx0" brushRef="#br0" timeOffset="119182.38">19263 12719 1480 0,'-8'-9'0'0,"7"2"0"0,1-2 0 16,0 2 0-16,0 0 0 0,1-2 0 0,11-3 0 0,3 3 248 0,2 3-107 0,1 1-46 0,2 1 194 0,-2 2-128 0,-1 2-64 15,-1 0-86-15,-2 7 0 16,-3 6 30-16,-1 3-9 0,-6 0-152 0,-2 3 77 15,-2 2 37-15,0 5 1 0,-2-8-23 0,-14 7 27 16,2-4-1-16,0-6 35 0,-2 0-108 0,0-1-7 16,2-4 44-16,0 0 123 0,3-4-44 0,4-2-28 15,-1-3 254-15,4-1-122 0,2 2-63 0,0-2-12 16,2 0 120-16,0 0-79 0,4 0-39 0,9-2 1 16,4-5-45-16,2-1 5 0,0 0 0 15,-1 0-67-15,3 3 33 0,-4 2 0 16,2 2 42-16,-4-2-337 0,0 3 165 0,0 0 60 15,-4 0-599-15,2 3 299 0,3 4 161 0,-4 3 93 16,2 2-454-16,-3 3 269 0</inkml:trace>
  <inkml:trace contextRef="#ctx0" brushRef="#br0" timeOffset="119368.39">19560 13057 1868 0,'-15'8'0'0,"7"-2"0"0,-1 0 0 0,3-4 0 0,3 1 0 0,1-1 0 0,2-1 0 0,2 1 0 0,12-2 175 0,11 0-63 0,5 0-43 0,2 0 275 16,3-2-156-16,1 1-78 0,2-1-105 0,-4-1 36 16,-2 2-9-16,-2 0 1 0,-4 1-312 0,-4 0 156 15,1 0 78-15,-4 0 47 0,-2 0-497 16,-7 1 258-16,-1 0 47 0,-4 2-166 0,-1-3 161 0,-4 0 74 16,0 0 47-16</inkml:trace>
  <inkml:trace contextRef="#ctx0" brushRef="#br0" timeOffset="119568.85">19840 12684 969 0,'-8'-11'0'0,"3"10"0"0,3 0 0 0,0 1 0 0,-1 0 0 0,0 0 0 0,-1 19 266 0,1 8-121 0,-5 11-56 16,1 3 460-16,-5 8-259 0,-1 17-128 0,2-8-57 16,-2 21 350-16,2-6-212 15,1 2-105-15,4-3 66 0,4-7-86 0,2-14-34 16,2 2-30-16,12-8-76 0,8-8 27 0,2-10 0 15,3-3-408-15,5-7 226 0,0-8 100 0,1-5 56 16,3-4-665-16,-1 0 341 0,-2-4 83 0,-1-9 107 16,-4-2-466-16</inkml:trace>
  <inkml:trace contextRef="#ctx0" brushRef="#br0" timeOffset="119785.27">20270 13182 1405 0,'-9'0'0'0,"5"0"0"0,0 0 0 0,1 0 0 0,3 0 0 0,0 0 357 16,2 0-162-16,16 0-81 0,5 1 445 0,3 1-264 15,6 0-122-15,2-2-75 0,1 2 115 0,11-1-90 16,-3-1-45-16,-2 0-234 0,-8 0 103 0,6 0 38 16,-4 0 24-16,-1 0-396 0,-6-1 210 15,-1-3 105-15,-8 2-240 0,1 1 82 16,-6-3 114-16,-4 2-56 0,-1-2-374 0,-5 0 256 15</inkml:trace>
  <inkml:trace contextRef="#ctx0" brushRef="#br0" timeOffset="119959.42">20595 12528 1908 0,'0'0'0'0,"-2"0"0"0,2 13 0 0,0 13 0 0,0 7 0 0,2 6 0 0,0 7 266 0,0 9-116 0,0 13-59 16,-2 9 174-16,0 18-117 0,0-10-49 0,-10 28-37 16,0-8 96-16,1 3-63 0,0 5-31 0,4-1-759 15,0 2 372-15</inkml:trace>
  <inkml:trace contextRef="#ctx0" brushRef="#br0" timeOffset="121866.63">21599 13130 726 0,'0'0'0'0,"0"0"0"0,0 0 0 0,0-2 0 0,0 1 0 0,0-5 0 0,0 0 0 0,0-3 55 16,0-2 0-16,0 0 53 0,0-4-41 0,0 0-1 0,0-2-63 15,0 0 29-15,0-2 1 0,0 1 8 16,0 0-8-16,-5 0-12 0,-1-1 12 0,-1 3 0 0,-3 2 35 16,1 2-27-16,-4 3 15 15,1 4-1-15,-2 2-22 0,-2 3 0 0,0 0-1 16,-5 4 31-16,-2 15-9 0,3 5-21 16,-4 8 43-16,3 2-22 0,2 4 0 0,4-1 42 15,0 10-36-15,5-5 0 0,7 1-27 0,3-8 43 16,0 5-21-16,0-4 7 0,3-4-29 15,11-4-23-15,0-6-1 0,7-2 24 0,0-4-35 0,-1-7 9 16,7-3 25-16,-1-6 1 0,3 0-120 0,-1-4 57 0,-2-13 31 16,1-6-169-16,-4-2 88 0,-2-5 34 15,0 1 26-15,-4-4-103 0,-2 1 56 0,-2 0 9 16,-4 0 5-16,-1 4 0 0,-4 5 80 16,-2 1-34-16,0 4 80 0,-2 10-60 0,0-3-17 15,0 6-2-15,0 2 166 0,-2 3-79 16,-6 0-46-16,2 19-6 0,1 4 59 0,-1 2-26 15,4 4-26-15,2 0 37 0,0 3-24 0,0 0 24 16,6-1-44-16,9-4 18 0,2 0-14 0,5-5 0 0,3-3-22 16,-5-6 8-16,8-2 10 0,-3-6 3 15,1-2-72-15,-3-3 29 0,-3 0 0 0,1-9 35 16,-2-10-4-16,-4-3-78 0,-1-1 38 0,-5-6-47 16,-4-2 34-16,-3-4-1 0,-2 1 25 15,0-1 11-15,0-3-2 0,-13-1-2 16,0 6 8-16,-4 0-10 0,-2 5-1 0,-2 6 1 15,-1 5 0-15,-2 7 12 0,3 7-11 0,-6 0 0 0,7 3 16 16,-3 0-14-16,4 11 6 0,3 1-142 16,5 3 63-16,3 1 35 0,4-1-6 0,4-1-334 15,0 4 170-15,12 0 88 0,6-2-338 16,9-2 218-16,3-5 103 0,5-1 53 0,6-4 27 0</inkml:trace>
  <inkml:trace contextRef="#ctx0" brushRef="#br0" timeOffset="122150.38">22302 13000 958 0,'5'-18'0'0,"2"3"0"0,-3 2 0 0,-1 1 0 0,-1 2 0 0,0-2 0 0,0 3 79 0,-2 5-22 15,0 1-1-15,0 0 291 0,0 3-161 16,-2 0-77-16,-12 6 169 0,0 13-122 0,-6 8-62 16,0 2-22-16,-2 9 199 15,4-8-118-15,4 4-61 0,5-3 87 0,2-2-73 0,7-8-29 16,0 3-7-16,3-5-38 0,10 0-40 15,6-5 41-15,3-1 0 0,-1-3-132 0,9-2 61 16,-6-1 36-16,-4 0 0 0,0-1-226 0,-3 2 131 0,-8-5 43 16,-2 3-147-16,-5 1 71 0,-2 1 57 15,0 1 117-15,-18 3-36 0,-7-2-20 16,-3 4 21-16,-4-3-21 0,-2 0 1 0,1-1-22 0,-1-2 0 16,6-7-34-16,-1 1 40 0,5-2 34 15,5 0-384-15,6-5 173 0,4-14 77 16,4-8 51-16,5-8 22 0,2-6-437 0</inkml:trace>
  <inkml:trace contextRef="#ctx0" brushRef="#br0" timeOffset="122427.29">22406 12624 1585 0,'5'-13'0'0,"3"3"0"0,-1 2 0 0,2 1 0 0,3-2 0 0,4-1 0 0,3 2 0 0,4-1 344 15,2 7-156-15,-1 1-77 0,-3 1-32 16,5 0-6-16,-10 7-1 0,7 8-39 0,-6 4 0 0,-7 0-100 15,-3 2 59 1,-2 1-134-16,-3 5 88 0,-2-3 43 16,-4 0 22-16,-8-1 0 0,-4-5-50 0,-7 3 31 0,0-4-33 0,0-3 134 15,0 0-60-15,5-5 1 0,-3 0 89 0,3-5-60 0,2 1-28 16,9-2 1-16,0-1 3 16,2-2 251-16,3 0-120 0,2 0-73 0,2 0-11 15,15 0-27-15,6 0-126 0,4-5 49 0,3 0 34 16,0-2-8-16,4 3 25 0,-3 0 0 0,3 0-419 15,-2 3 208-15,-7 1-566 0,8 0 360 0,-6 0 175 0,-2 5-189 16,0 7 183-16</inkml:trace>
  <inkml:trace contextRef="#ctx0" brushRef="#br0" timeOffset="122629.75">22819 13091 1798 0,'-21'9'0'0,"4"-1"0"0,6 2 0 0,3-5 0 0,1-1 0 0,5-3 0 0,2 1 0 0,2 1 0 0,14-3 262 0,11 0-118 0,3 0-56 16,2 0-28-16,3 0 183 0,4 0-97 0,5-5-220 16,-10 0 53-16,3 0 26 0,-2 1 1 0,-5-2 27 15,-8 4-393-15,3 0 192 0,-6 1 100 0,-7 1-190 16,-3 0 145-16,-2 0-271 0,-3 0 1 16,-4 0 180-16,0 0 85 0,0-3 42 15,-11-6 22-15</inkml:trace>
  <inkml:trace contextRef="#ctx0" brushRef="#br0" timeOffset="122802.08">23059 12804 557 0,'-10'-14'0'0,"5"9"0"0,1 2 0 0,-1 0 0 0,1 3 0 0,-3 0 420 0,0 17-194 15,0 8-89-15,2 5-56 0,-4 9 322 16,-1 3-186-16,2 5-92 0,1-1 91 0,2 6-84 0,-1-4-53 16,6-1-24-16,0-1-59 15,0-12-1-15,7 4 38 0,8-4-313 0,6-6 153 0,3-3 79 16,5-9 41-16,3-2-503 0,0-9 263 15,3-3 61-15,8-2 89 0,-3 0-362 0,1-5 212 16</inkml:trace>
  <inkml:trace contextRef="#ctx0" brushRef="#br0" timeOffset="123736.14">23570 13247 446 0,'8'-18'0'16,"-3"1"0"-16,-1 0 0 0,-1-2 0 0,-1-2 0 0,-2-1 265 0,0-3-116 0,0 1-58 15,0 2 171-15,0 0-106 0,0 4-66 16,-7 0-29-16,0 5 220 0,-1 5-124 0,-3 2-62 0,-5 4 6 15,2 2-38-15,-5 7 0 0,0 14-7 16,2 5-1-16,2 3-22 0,2 4 8 0,2 3-9 16,5-2 1-16,5 0-44 0,1-2 22 0,0-7-57 15,1 3 35-15,12-5 22 0,-1-6-107 0,1 0 64 16,1-3 13-16,2-5 5 0,-2-4-7 0,2-1-32 16,-3-4 14-16,0 0-42 15,0 0 28-15,-3-1 19 0,-3-6-3 0,0 0 0 16,-3 0 83-16,0 1-32 0,-2-2-6 0,-2 2 199 15,0 1-101-15,0 1-55 0,0-2 163 16,0 3-98-16,0 1-38 0,0 0-21 0,0-2 40 0,-2 3-32 16,0-1 0-16,2 0-32 0,0 2 0 0,-2-2-19 15,2 2-8-15,0 0-41 0,0 0 33 0,0-2 1 16,0 0 34-16,0 1-94 0,0-3 39 16,0-1 27-16,0 0-10 0,2-1-68 0,2 1 31 15,-1-2 27-15,2 0-38 0,-1 0 26 16,1-1-14-16,-1 0 13 0,1 0 14 0,1-2-4 15,0-1 7-15,-2 2 1 0,1-2-29 0,-1 1 0 16,-2 1 13-16,-1 0 7 0,1-3 4 0,0 4 0 16,-2 1 32-16,0-1 0 0,0 3-32 15,0 1-5-15,0 1 6 0,0 0 97 0,0 3-44 0,-2-3-24 0,2 3 70 16,0 0-37-16,-2 0-23 16,2 0 11-16,0 0 0 0,0 0-27 15,0 0 21-15,0-2 11 0,0 0-61 0,0-4 10 16,0-2-115-16,0-2 67 0,0-2 34 0,0-2-128 15,0-4 74-15,0-3 29 0,2-3 0 0,0-2 15 16,0-2-89-16,3-6 31 0,2-7 34 0,-2-1-31 16,1-5 27-16,1-5 1 0,3-12 28 0,-1 9-109 15,0-16 58-15,-1 8 26 0,-2 10 0 16,-1-1 34-16,-1 16-9 0,-2 6 210 0,-2 1-102 0,0 10-53 0,0 7-28 16,0 3 1-1,-4 6 262-15,-3 4-120 0,-5 1-72 0,1 8 72 16,-3 16-62-16,0 8 5 0,-2 9 162 0,4 8-108 15,-3 15-51-15,3-2-25 0,1 5-1 0,1 5 135 16,5-8-72-16,-1 15-47 0,2-11 63 16,4-3-52-16,0-3-26 0,0-9-77 0,10-2 34 0,2-3-8 15,2-4 26-15,0-12-1 0,2-2-211 16,0-7 106-16,0-6 61 0,3-5-125 0,0-7 83 0,1-5 3 16,0 0 34-16,1-4-335 0,-1-9 158 15,1-7 64 1,-3 0 48-16,1-5-263 0,2-5 156 0,-1-6 78 0,-1 0-307 15,6-9 196-15,-3-2 95 0,0-4-211 0,3-8 153 16,-4 3 76-16,-3 5 29 0,0-6-19 0,-2 3 33 0,-2 3-1 16,-4 6 35-16,-2 9 82 0,-3 7-49 0,0-2-13 15,-3 8 1-15,-2 5 313 0,0 7-168 0,0 4-83 0,0 4 489 16,0 2-227 0,-10 1-152-16,2 15 282 0,-3 13-205 0,1 9-103 0,3 1-42 15,0 14 216-15,1 1-138 0,3 4-69 0,1 1-34 16,2 9 35-16,0-13-27 0,0 16-9 15,0-8-34-15,4-1-72 0,5-11 35 16,3 0 1-16,2-9 44 0,2-1-331 0,2-5 161 0,-1-12-385 16,-2-6 265-16,4-3 90 0,-3-9 10 0,2-3-319 15,-7-2 218-15,4 0 109 16,-8-9 54-16,-1-9-138 0,-4-2 88 0</inkml:trace>
  <inkml:trace contextRef="#ctx0" brushRef="#br0" timeOffset="123891.23">23837 12847 1287 0,'-16'0'0'0,"7"4"0"0,4 2 0 15,5-1 0-15,0 0 0 0,5 3 0 0,18 2 231 0,3-3-99 0,8 2-50 0,7 2 251 0,-4-5-142 0,9 2-83 16,-3-2-37-16,-1-1-174 16,-1 0 68-16,-8 0-226 0,-5-4 155 15,1 2 65-15,-4-1 37 0,-7-1-611 0,-6 0 305 0</inkml:trace>
  <inkml:trace contextRef="#ctx0" brushRef="#br0" timeOffset="124194.68">23076 12314 985 0,'0'-14'0'0,"0"4"0"0,0 4 0 0,0 4 0 0,8 2 0 0,8 0 0 0,7 12 477 0,4 21-226 0,4 14-109 16,-2 11 521-16,-6 11-315 0,-2 10-158 0,-5 3-70 15,-7 2 149-15,-7 0-119 0,-2 12-58 0,0-10 128 16,-11-1-32-16,-5-10-188 0,-5 4 0 0,-2-3 0 15,-4-3-167-15,1-8 167 0,-6-4-1 0,4-10-534 16,-11 7 279-16,5-16 145 0,-6-1-834 0,2-6 459 0,1-2 218 16</inkml:trace>
  <inkml:trace contextRef="#ctx0" brushRef="#br0" timeOffset="127116.11">10751 14902 509 0,'-12'0'0'0,"5"0"0"0,5 0 0 0,1 0 0 0,1 0 0 0,0 0 268 0,0 0-122 15,1 0-57-15,13 0 229 0,1 0-142 0,0 0-72 0,2 0-27 16,2 0 91-16,2 0-68 0,-1 0-33 0,1 2-1 15,-2-1 123-15,-1 3-71 0,1 0-46 0,-1 1 25 16,0 1-32-16,-1 0 0 0,-4-2-32 0,-1-1-135 16,0 3 64-16,-3-1 35 15,1-1-349-15,-2-2 192 0,-3 2 97 0,-1-3 9 16,0 2-584-16,-3-3 298 0,1 1 154 0,-2 4 76 16</inkml:trace>
  <inkml:trace contextRef="#ctx0" brushRef="#br0" timeOffset="127272.2">10849 15215 1409 0,'-11'10'0'0,"5"-7"0"0,3 2 0 0,-2-2 0 0,3-3 0 0,2 0 0 0,0 0 0 0,10 0 64 0,10 0 421 16,7 0-231-16,-1 0-110 0,3-3-56 0,-1 1 175 0,0-3-115 16,-7 4-49-16,3-4-38 0,0 1-309 0,-1 3 141 15,-2 1 69-15,-1 0 36 0,3 0-654 0,3 0 341 16</inkml:trace>
  <inkml:trace contextRef="#ctx0" brushRef="#br0" timeOffset="131336.56">11711 14889 776 0,'-2'0'0'0,"-5"0"0"0,3 0 0 0,2 0 0 0,2 0 0 0,-1 0 0 0,1 0 318 0,0 0-143 0,0 0-71 0,0 0-36 16,1 0 74-16,9 0-47 0,5 0-35 0,5 0 146 16,-1 3-86-16,6-3-44 0,-5 0-14 0,4 2 74 15,3 1-52-15,-6 0-26 0,1-1-33 0,-1 1 8 16,-2-1 8-16,-3 2-8 0,0-2-145 0,-5 0 72 15,0-1 37-15,-3 1-1 16,-3-2-91-16,-1 0 60 0,-2 0-10 0,0 0-417 0,-1 0 183 16,1 0 124-16,4 0 43 0,2-2-291 15,1-5 185-15</inkml:trace>
  <inkml:trace contextRef="#ctx0" brushRef="#br0" timeOffset="131525.06">12251 14848 917 0,'9'3'0'0,"0"-2"0"0,1 2 0 0,1-3 0 0,-2 0 0 0,3 0 0 0,0 0 484 0,6 0-226 16,4 0-112-16,2 0-57 0,-1-3 285 0,11-1-175 15,-2 1-84-15,1-1 36 0,3 1-60 16,-1-1-29-16,4 2 9 0,-4 1-104 0,-1 1 33 0,-2 0 0 16,-4 0-288-16,-7 0 160 0,-1 0 89 15,-3 0 32-15,-7 0-540 0,-1 5 275 0,-3 0 59 0,-4 2 94 16,-2 6-381-16</inkml:trace>
  <inkml:trace contextRef="#ctx0" brushRef="#br0" timeOffset="131868.91">12477 15018 872 0,'-9'3'0'0,"2"3"0"0,2-2 0 0,4-2 0 0,1-1 0 0,0 2 212 15,0-3-89-15,10 1-46 0,4-1 236 0,4 2-140 16,2 0-63-16,-1 2-42 0,2 0 76 0,-3 1-56 15,1 3-27-15,-3 0 7 0,0 2-133 0,-5 0 48 16,-3 3 26-16,-2-1-162 16,-5 6 92-16,-1 2 56 0,-3 0 14 0,-11-2-75 15,-2 2 30-15,-5-1 30 0,-2-5-166 16,3-3 41-16,-7 2 58 0,1-3 26 0,7-5 81 0,-3 0-30 16,1 0-21-16,4-2-25 0,6 0 331 0,2-3-149 15,3 0-57-15,3 0 291 0,2 0-155 0,1 0-84 16,0 0-55-16,10 0 34 0,6 0-40 0,9 0-1 15,-1 0 28-15,-1 0-27 16,9 0-7-16,-7 0-34 0,4 0-24 0,-1 0 23 16,0 0 1-16,-3 2 8 0,-1 1-272 0,-1 3 133 15,-3-1 65-15,-1 1-541 0,-4-2 283 0,-3-2 89 16,-3-2-386-16,0 0 278 0,-3 0 139 0,-2 0 69 16,-4-5-149-16</inkml:trace>
  <inkml:trace contextRef="#ctx0" brushRef="#br0" timeOffset="132225.94">12610 14230 1210 0,'-5'-6'0'0,"3"3"0"0,2 2 0 0,-2 1 0 0,2 0 0 0,-1 0 0 0,-3 10 0 0,2 4 295 15,2 3-130-15,-2 2-67 0,2-1-45 16,-2 3-12-16,1 0-8 0,-1-2 0 0,-2-1-40 0,1-2-1 15,0-8 41-15,-1 1 8 16,2-4-93-16,0-1 42 0,1-2 22 0,-1-1-1 16,2-1 61-16,0 0-49 0,0 0 6 0,0 0 93 15,0 0-48-15,0 0-15 0,5 0 28 0,9 0-27 16,4 0 0-16,5 4-27 0,-2 2 50 0,3 2-26 16,-5 0 9-16,2 4-34 0,-3 1 27 0,-3 3-26 15,0 0 0-15,-5 3-1 0,-3 0-32 0,-3 0 12 16,-2-1 0-16,-2 2-52 0,0-2 36 15,-4-3 1-15,-10-2-110 0,-2 0 56 16,-3-6 38-16,-5 2-2 0,0-8-259 0,-1-1 122 16,2 0 68-16,-3-1 18 0,2-13-160 0,3-1 100 15,2-4 49-15,4-4-322 0,4-4 177 0,1-5 102 16,7-2 47-16</inkml:trace>
  <inkml:trace contextRef="#ctx0" brushRef="#br0" timeOffset="132350.6">12534 14280 977 0,'5'-3'0'0,"1"2"0"0,2 1 0 0,-1-1 0 0,2-1 0 0,2-1 0 0,3 1 0 0,2-3 399 0,4-1-183 16,-1 2-92-16,3-1 29 0,0 5-64 0,5-2-28 0,-1 2 0 15,1 0-422-15,-1 0 197 0,-2 9 107 0,6 5 41 16</inkml:trace>
  <inkml:trace contextRef="#ctx0" brushRef="#br0" timeOffset="132704.47">13251 14636 1449 0,'0'3'0'0,"0"-3"0"0,0 0 0 0,0 0 0 16,0 0 0-16,0-8 0 0,0-2 0 0,-4 2 154 0,1-1-61 0,-3 0-21 0,1 1-14 0,-2 1-25 0,0 1 0 0,-4 3-1 15,-1 1 1-15,-2 2-18 0,-3 0-8 16,-5 11 25-16,1 6 40 0,0 4 0 0,-1 1-39 15,3 3 8-15,1-3 116 0,9-2-63 0,2-2-30 16,2-3 103-16,5 0-67 16,0-4-26-16,1 2-41 0,14-3 0 0,2-2 0 15,8-1-1-15,-1-1-102 0,-2-1 60 0,7 0 17 16,-5 3 0-16,1 0-54 0,-7 1 39 0,3 1 1 16,-4 1 48-16,-4 0-160 0,-4 0 67 0,-3 1 3 0,-5-1 27 15,-1 0-12-15,0 3 25 16,-7-4-30-16,-7 3 25 0,-7-1 83 0,0 1-39 0,-1-4 1 0,3-1-197 15,-2 2 81-15,3-3 36 0,0-4 15 16,4 0-175-16,6-1 95 0,-2-2 42 16,8 0-405-16,2 0 222 0,0-8 111 0,8-5 56 15</inkml:trace>
  <inkml:trace contextRef="#ctx0" brushRef="#br0" timeOffset="132876.01">13362 14791 1686 0,'9'-8'0'0,"3"2"0"0,-1 2 0 0,-3 1 0 0,-3 1 0 0,1 2 0 0,-2 0 0 0,0 0 0 0,-1 11 0 0,3 3 528 0,-3 3-247 0,1 1-124 0,0 2 129 16,-3 3-130-16,4 0-62 0,-3-2-31 0,2 0-274 15,-3-3 121-15,1-4 70 0,0-2-208 0,0-3 130 16,0-1 65-16,-1-5 33 0,-1-2-617 0,0-1 217 16,0 0 193-16,0-15 44 0</inkml:trace>
  <inkml:trace contextRef="#ctx0" brushRef="#br0" timeOffset="133240.04">13435 14265 1326 0,'6'-10'0'0,"2"7"0"0,1-1 0 0,0 4 0 0,-3 0 0 0,0 0 0 0,-2 13 0 0,-1 2 0 0,1 7 275 0,1-1-113 0,-1 10-69 16,1-2-86-16,2 4 26 0,-2 2-1 0,3 1 1 15,-1 1-356-15,1-1 173 0,-2 1 92 16,-1 1 45-16,1-4-426 0,-1-1 224 0,-1-6 114 15,-2 3-165-15,0-8 117 0,0 3 58 16,-2-4 29-16,0-5 211 0,0 1-100 16,0-2-36-16,0-3 356 0,0-3-201 0,0-1-101 0,0-3-24 15,0-3 214-15,0 0-64 0,0-2-85 0,0 0 0 16,0-2 141-16,7-11-108 0,2-5-46 0,7-7-38 16,-3 2 0-16,2 1-24 0,-2 5-1 0,1-2-92 15,0 6 54-15,-1 4 16 16,1 5-50-16,-3 4 36 0,0 0 0 0,-1 10 37 0,-1 8 34 0,-2 10-44 15,-1 3 3-15,-2 0-43 0,0 1 241 16,-1 0-106-16,-1-7-40 0,2-1 65 16,1-4-56-16,-1-3-27 0,2-5 0 0,-2-5-274 15,-2-1 132-15,1-6 53 0,1 0-496 0,1 0 257 16,-1-17 135-16,1-3 39 0,0-8-508 16,1-3 288-16</inkml:trace>
  <inkml:trace contextRef="#ctx0" brushRef="#br0" timeOffset="133514.74">13805 14351 966 0,'0'-7'0'0,"0"2"0"0,0 0 0 0,0 2 0 0,7-5 0 0,5 1 180 0,1 1-66 15,3 0-44-15,0 0 358 0,1 5-198 0,3-1-98 16,-4 2-50-16,1 0 93 0,0 3-75 0,-4 7-34 16,-2 3-217-16,-4 2 92 0,-1 0 45 0,-4 4 32 15,-2 0-191-15,0 0 102 0,-4-1 52 0,-9-1 26 16,0 0-35-16,-2-6-4 15,0 1-70-15,2-5 142 0,0-1-65 0,3-2 3 16,1-3 0-16,4 1 349 0,1-2-155 0,0 0-86 16,4 0 270-16,0 0-161 0,0 0-82 0,2 0-31 15,11 0-22-15,6 0-27 0,-1 0-1 0,3 0 1 16,0 0-196-16,-1 0 106 0,1 0 41 0,0 0-213 16,-3 0 132-16,0 4 64 0,-2 0 3 15,-2 1-729-15,0 3 368 0,-2 4 179 0</inkml:trace>
  <inkml:trace contextRef="#ctx0" brushRef="#br0" timeOffset="133696.81">14111 14716 1242 0,'-9'3'0'16,"4"1"0"-16,1 0 0 0,0-2 0 0,2-2 0 0,0 0 0 0,2 0 0 0,0 0 529 0,2 0-248 0,12 0-124 0,8 0-63 0,0 0 261 0,3-2-153 15,7 0-89-15,-2 0-166 0,2 0 43 0,-2 0 22 16,-2-1-1-16,-3 3-203 0,1-2 109 0,-4-1 57 15,-1 2-443-15,-2-1 251 16,-6 2 99-16,-4 0 77 0,-1 0-560 0,-4-1 284 16,-2-2 143-16,-2-3 71 0</inkml:trace>
  <inkml:trace contextRef="#ctx0" brushRef="#br0" timeOffset="133886.22">14348 14412 372 0,'-11'-2'0'0,"5"2"0"0,1 0 0 0,1 8 0 0,0 6 0 0,1 12 509 0,-1 3-242 15,2 12-118-15,0 0 321 0,1 4-218 0,-2 6-110 0,1 0 111 0,0 5-114 16,2-2-54-16,0-1-25 16,0-4 126-16,0-5-76 0,0-11-31 0,4-1-8 15,4-10-200-15,3-3 81 0,0-4 40 0,3-7 0 16,-2-5-317-16,4-3 174 0,0 0 92 0,5-11-430 16,0-9 194-16,1-5 137 0,1-7-343 0,3-9 238 15,-5-4 115-15</inkml:trace>
  <inkml:trace contextRef="#ctx0" brushRef="#br0" timeOffset="134107.47">14735 14257 933 0,'3'-14'0'0,"-2"1"0"0,1 9 0 0,-2-1 0 0,0 4 0 0,0-1 153 0,0 0-51 0,0 2-39 16,2 4 491-16,2 16-261 0,1 5-130 0,1 5 329 0,-1 6-221 0,1 10-123 15,0 3-58-15,-1 4 178 0,-1 4-118 0,0 11-58 16,-3-9 57-16,1 18 25 0,0-1-174 15,0 4 0-15,-2-1 0 0,0 0 0 16,0-12 0-16,-7 14 0 0,-1-14-277 0,-1 0 171 16,6-15 70-16,-4 3-445 0,5-14 241 0,1-3 50 15,-1-12 83-15,2-2-472 0,0-12 274 0,0 1 136 16,0-10-456-16,3-3 301 0</inkml:trace>
  <inkml:trace contextRef="#ctx0" brushRef="#br0" timeOffset="134396.71">15032 15245 1136 0,'0'-7'0'0,"0"5"0"0,0-1 0 0,0 2 0 0,2 1 0 0,0 0 153 0,1 0-60 0,5 1-30 0,0 7 8 16,1 5 365-16,-2-3-202 0,3 3-100 0,-1 3 109 16,2-2-105-16,1 1-45 0,-1-1-95 0,0-6 0 15,1 2 35-15,0-6-1 0,0-2-170 0,-1-2 93 16,0 0 35-16,-1-10 22 15,-2-6-181-15,-1-5 101 0,-4-4 50 0,-1 3-100 16,0-8 61-16,-2 1-26 0,0 1 34 0,-2 3-17 16,-7 4-1-16,-2 1 18 0,-1 6 163 0,-2 2-74 15,-2 7-36-15,2 4-11 0,-4 1 184 0,4 0-85 16,0 8-29-16,5 4-32 0,4 0-23 0,3 2 21 16,2-3-16-16,0 1 39 0,0-1-193 0,7-6 79 15,6 0 45-15,2-5-514 0,3 0 255 0,0-1 100 16</inkml:trace>
  <inkml:trace contextRef="#ctx0" brushRef="#br0" timeOffset="134626.1">15138 14277 1398 0,'-14'-4'0'0,"7"-1"0"0,7 2 0 0,0 1 0 0,0 0 0 0,9 0 289 0,6 2-127 0,3-2-65 15,7 2 199-15,5 0-131 0,2 0-58 16,2 0-41-16,1 0 265 0,1 0-150 16,2 0-73-16,-4 0-105 0,0 2 30 0,-4-2 0 0,-8 0 0 15,2 0-279-15,-5 0 139 0,-4 0 79 0,-1 0-465 16,-5 0 244-16,-4 0 136 0,-3 0-16 0,-2 0-254 16,0 0 167-16,-2 0 96 0</inkml:trace>
  <inkml:trace contextRef="#ctx0" brushRef="#br0" timeOffset="134782.79">15347 14197 925 0,'-2'3'0'0,"2"-2"0"0,0 5 0 0,0 0 0 0,0 5 0 0,0 1 0 0,2 4 380 0,0 2-178 16,4 7-84-16,-4-1-43 0,0 2 328 0,0 2-185 16,-2 3-84-16,0-1-143 0,0-1 20 0,0-2 1 15,0-1 21-15,0-5-437 0,-4 4 227 0,4-7 101 16,-2-1-230-16,2-7 169 15</inkml:trace>
  <inkml:trace contextRef="#ctx0" brushRef="#br0" timeOffset="134924.41">15467 14311 1727 0,'4'5'0'0,"0"0"0"0,0 0 0 0,0 8 0 0,0-4 0 0,-3 6 0 0,1 1 0 0,-2 5 0 0,0 5 0 0,0 3 174 0,0-1-71 15,0 2-35-15,2 0-303 0,0 1 142 0,2 2 59 16,3 0-273-16</inkml:trace>
  <inkml:trace contextRef="#ctx0" brushRef="#br0" timeOffset="143360.69">1319 12257 374 0,'0'-17'23'16,"0"6"1"-16,0 0-24 0,0 0 139 0,0 0-53 0,0-3-26 0,-4-1-1 0,0 1 15 15,-2 0 8-15,1-1 20 16,0 0-34-16,0 0-1 16,-3 0-34-16,-1 0 0 0,2 2 30 0,1 2-8 15,-4 0-23-15,-2-1 1 0,4 5 21 0,-4-1-1 16,5 4-12-16,-4 0-8 0,-1 2 0 0,-2 2 24 15,1 0-25-15,-2 13 1 0,5 5 8 0,-7 6 78 16,6 2-43-16,-1 5-22 0,3 0 0 16,-1 11 91-16,7-7-48 0,0 14-36 0,3-1 0 0,0 2 101 15,0 2-65-15,3 1-32 0,7 1 9 16,4-1 10-16,-1 1-26 0,2-1 1 0,0-3-26 16,-2 1-22-16,-4 2 30 0,1-2-9 15,-2 0 1-15,-5 1-24 0,1-1 24 0,-2-4-1 16,-2-6 9-16,0 0-34 0,0-1 25 0,0-6 1 15,0-5-39-15,-3-4 7 0,-3-3-256 16,-4-4 258-16,-1-1 17 0,0-4-10 0,-2-4-619 0,2-2 569 16,-3-3 2-16,1 0 14 0,2-4-222 0,1 0 103 0,2 0 54 15,5 0-385 1,1-4 224-16,2-7 109 0,2-7 54 0,13 0-309 0,4-5 182 16,3-6 83-16</inkml:trace>
  <inkml:trace contextRef="#ctx0" brushRef="#br0" timeOffset="143607.41">1367 13004 334 0,'7'-4'0'0,"1"1"0"0,-3 3 0 0,-2 0 0 0,-1 0 0 0,1 14 490 16,-3 4-233-16,0 5-112 0,2 0 336 15,-2 2-224-15,7-2-112 0,-2-2-48 0,5 1 98 16,-2-1-80-16,6-2-42 0,2-4-64 0,-2-6 24 16,4-2 8-16,-1-3-9 0,-2-4 1 0,3 0-150 15,0-1 75-15,-7-10 37 0,-1-6-211 0,-4-2 120 16,-2-5 65-16,-2 3 31 0,-2-6-239 0,0 6 114 15,-9-1-9-15,-7-2 100 0,0 3 1 16,-2 2 1-16,1 6-1 0,-1 2 86 0,0 3-51 16,-1 5-13-16,-1 1 27 0,3 2-8 0,4 0-1 0,4 0-96 15,-1 5 39-15,7-1-119 0,3 0-134 0,0-1 135 0,0-3 67 16,10 0-290-16</inkml:trace>
  <inkml:trace contextRef="#ctx0" brushRef="#br0" timeOffset="143834.41">1390 12141 1050 0,'-13'-15'0'0,"8"9"0"0,4 4 0 0,-3 0 0 0,4 0 333 16,0-3-154-16,5 3 160 15,10-1-154-15,7 0-76 0,5 1-38 0,2 2 8 0,1 0 21 16,1 0-35-16,1 0 1 0,0 0-33 15,-3 2-211-15,-8 4 114 0,4-2 44 0,-5 1 27 16,0-1-379-16,-6 2 202 0,-5-3 102 0,-2 0-258 0,0-2 163 16,-5 1-1-16,-2 2-264 0,0-2 198 15</inkml:trace>
  <inkml:trace contextRef="#ctx0" brushRef="#br0" timeOffset="144002.47">1496 12114 882 0,'-4'2'0'0,"1"4"0"16,0 0 0-16,3-1 0 0,0 3 0 0,0 4 0 0,0 0 430 0,0 5-191 0,0 2-107 0,0 4-50 0,0 2 155 0,0 3-103 0,0 1-50 0,0 0-17 15,0 0-240 1,0 0-133-16,3-4 169 0,-3-4 85 16,7 2-518-16,0-6 291 0,1-4 141 0,-3-11 73 0</inkml:trace>
  <inkml:trace contextRef="#ctx0" brushRef="#br0" timeOffset="144139.1">1584 12171 1473 0,'0'2'0'0,"-3"2"0"0,3 1 0 0,0 3 0 0,0 0 0 0,0 6 0 0,0 2 0 0,0 2 112 0,0 7-179 16,0-3 70-16,0 7-9 0,3 0 39 0,3 2-199 0,2 1 99 0,2-2 50 15,2 3 34-15,1 1-559 0</inkml:trace>
  <inkml:trace contextRef="#ctx0" brushRef="#br0" timeOffset="144470.22">2032 12528 796 0,'1'-17'0'0,"1"4"0"0,-2 0 0 0,0-1 0 0,0 2 265 15,-10 0-119-15,-2 4-57 0,2 3-28 0,-5 3 95 16,1 0-61-16,0 2-23 0,-2 4-8 0,-1 13-4 15,1 3 0-15,0 5-28 0,2-1 1 0,2-1 74 16,5 1-42-16,2-1 1 0,2-1-33 16,3 1 83-16,0-3-42 0,5-2-12 0,7 0-66 15,3-3-200-15,2-2 159 0,7 0 57 0,-7-3 21 16,7 1-187 0,-5-2 135-16,-1 3 34 0,-3-1 6 0,-2 0-51 31,-1 2 40-31,-5 3-19 0,-4 0 13 0,-1 1 53 0,-2 0-30 0,0 0-18 0,-5 0-18 0,-7-2-24 15,-3 0 125-15,1-3-46 0,-4-1-25 16,1-4 17-16,4 1-177 0,1-6 77 0,0-1 31 0,3-1-425 16,0 0 218-1,9 0 102-15,0-9 56 0,0-8-232 0,3-7 144 0</inkml:trace>
  <inkml:trace contextRef="#ctx0" brushRef="#br0" timeOffset="144634.78">2214 12622 710 0,'7'0'0'0,"1"0"0"0,-1 2 0 0,-4 3 0 0,1 3 0 0,0 1 572 16,0 0-269-16,1 5-128 0,-2 1-75 0,3 2 315 16,-5 1-191-16,1 3-96 0,0 1-47 0,-2 1-16 0,0-2-560 15,0 2 461-15,0-5 33 0,0-1 1 0,0-2-794 16,0-4 721-16,-4 0 48 0,0-3 27 0,1-5-258 16,-2-1 78-16,3-2 76 0,-3-2 15 0,4-16-243 15</inkml:trace>
  <inkml:trace contextRef="#ctx0" brushRef="#br0" timeOffset="145001.79">2229 12141 626 0,'0'-2'0'0,"7"2"0"0,-2 0 0 0,3 2 0 0,-3 11 0 0,3 2 144 16,1 7-56-16,1 3-28 0,0 5 1 0,0 4-156 15,0 1 54-15,0 9 28 0,-1-1 0 0,1-1-42 16,-6 6 30-16,0-8 2 0,-1 8 28 0,-2-4-66 15,-1-9 28-15,0 3 0 16,0-8 155-16,0-6-61 0,0-3-32 16,0-4 177-16,-1-6-97 0,-2-5-51 0,3-3 294 15,-2-3-292-15,0 0-30 0,1 0 8 0,1-12-32 0,0-2 29 16,0-3-3-16,1 1 9 0,9-4-41 0,1 2 33 16,2 0 0-16,1 2 0 0,0-1-27 15,4 4 8-15,-6 4 19 0,4 2 0 0,-3 4-11 16,0 2 11-16,1 1 0 0,-4 1 8 15,2 14 55-15,-2 7-32 0,-4 5-1 0,1 1-40 16,-2 2 90-16,-1 1-33 0,-1-2-7 0,-1-2-13 0,4-7-54 16,-3 2-51-16,1-2 48 0,0-6-9 0,1-4-281 15,-2-2 155-15,-1-3 78 0,-1-3 33 0,4-2 26 0,-2 0-468 16,0 0 221-16,1-13 86 16,1-2 61-16,0-10-332 0,-3 5 189 0</inkml:trace>
  <inkml:trace contextRef="#ctx0" brushRef="#br0" timeOffset="145288.03">2529 12207 1143 0,'1'-11'0'0,"1"1"0"0,3 2 0 0,4-1 0 0,0 0 33 0,3 2 170 16,0-2-89-16,1 4-41 0,6 2 0 0,-1 2 143 16,-1 1-92-16,-1 0-38 0,1 1-30 0,-2 11-55 15,-1 2 32-15,-4-1 0 0,0 2-1 16,-5 2-120-16,0-2 56 0,-3 3 32 0,-2 1 0 15,0 0-81-15,-7-3 57 0,-2 2-11 0,-2-5 26 16,1-2 90-16,-2 1-35 0,5-5-21 16,1 0-23-16,-1-3-22 0,4-2 270 15,1 0-113-15,2-2-60 0,-1 0-13 0,1 0 22 16,0 0-19-16,0 0-7 0,5 0-28 0,6 0-55 16,2 0 28-16,1 0 0 0,0 2 36 0,2 0-340 15,-1-2 163-15,-1 2-210 0,2-1 161 0,-2 4 94 0,2 0 6 16,-4 1 38-1,1 3-491-15,-1 3 253 0,0 3-146 0,-6-3 199 0</inkml:trace>
  <inkml:trace contextRef="#ctx0" brushRef="#br0" timeOffset="145461.57">2867 12550 695 0,'-13'9'0'0,"-1"-3"0"0,7 0 0 0,-4 0 0 0,3-3 0 0,2-1 366 0,1-2-166 16,4 2-84-16,-1-2-42 0,2 0 319 0,0 0-185 15,2 0-87-15,9 0-44 0,3 0 243 0,4 0-143 16,0 0-64-16,3 0-44 0,0 0-55 15,-1 0 19-15,1 0-116 0,-3 0 58 0,2 0 37 0,-2 0-462 16,-1 0 242-16,-1 0 120 0,-2 0 61 0,-2 0-557 16,0 2 280-16,-4 3 113 0,0 1 79 0,0-2-291 15,-7-1 186-15</inkml:trace>
  <inkml:trace contextRef="#ctx0" brushRef="#br0" timeOffset="145648.07">3029 12315 1471 0,'0'-14'0'0,"-3"4"0"0,3 3 0 0,-2 3 0 0,2 2 0 0,-2 1 0 0,2 1 56 0,-1 0 404 0,1 20-297 0,-2 4-129 16,-1 8 7-16,-2 9-8 0,2 3 61 15,-1 5-30-15,-1-1 0 0,5 1-31 0,-2-8-81 16,-1 11 37-16,3-10 21 0,0-8-271 16,0 2 146-16,5-7 75 0,2-4 44 0,6-2-8 0,0-6-494 15,3-4 249-15,1-5 124 0,2-3-398 0</inkml:trace>
  <inkml:trace contextRef="#ctx0" brushRef="#br0" timeOffset="146271.4">3545 12655 783 0,'1'-16'0'0,"1"-3"0"0,-2-5 0 0,0-1 0 0,0 4 0 0,-3-1 124 0,-7 1 132 0,-1 1-112 0,-2 4-55 0,2 7 291 16,-5 1-326-16,2 7-21 0,-2 1 0 0,-2 6 28 15,3 12-17-15,-1 6-4 0,0 7-7 0,0 6 135 16,3-5-118-16,7 4-17 16,-2 0-1-16,5-1 9 0,3-3 28 0,0-4 0 15,0-6-37-15,3 2 1 0,7-6 20 0,3-3-12 16,-1-4-9-16,1-3 1 0,1-5-94 0,0-3 47 16,4 0 23-16,-4-2 9 0,5-15-164 0,-4-6 85 15,2-4-148-15,-6-4 106 0,5-6-118 16,-5 2 158-16,0-12 33 0,-3 0 7 0,0-3-47 15,-3-11 0-15,0-1 37 0,-1 2-8 0,2-16-70 16,1 8 39-16,-4 4 0 0,2 13 40 0,0 1 109 16,-2 15-63-16,-1 9-19 0,-1 4 0 0,-1 8 324 15,0 7-170-15,0 3-76 0,0 4-50 0,0 0 184 16,0 21-97-16,-8 15-29 0,0 8-30 0,-2 16 45 0,3-7-24 16,-3 20-8-16,4-3 3 0,4-1-1 0,2-1-76 15,0-4 40-15,0-13 11 0,0 1-8 0,11-7-277 16,3-10 276-16,1-2 1 0,2-7 0 15,-2-10-270-15,2-2 117 0,-1-8 65 0,3-6 18 16,-1 0-91-16,2-10 47 0,-1-12 30 0,-1-7-11 16,4-6-124-16,-6-5 76 0,3-4 39 15,-2-9-1-15,-2-5-52 16,2-14 49-16,-3 5 22 0,2-2-1 16,-2 1-27-16,-2 3 23 0,-3 15-7 0,1 0 174 0,-5 12-70 0,-1 2 516 15,-2 10-506-15,1 3-36 0,-2 10-12 0,-1 4 183 16,0 6-75-16,0 3-51 0,-7 0-25 0,-5 17 170 15,3 12-78-15,-7 12-49 0,5 3-22 0,3 6 100 16,-1 3-60-16,4 2-23 0,3 4-7 0,2-1-12 16,0-1-19-16,2-3 0 15,12-1 0-15,-3-10-82 0,5 8 37 16,1-12 22-16,-2-7 1 0,4-3-97 0,-2-2 60 16,-2-8-365-16,0-4 182 0,0-3-829 0,-1-7 946 15,-1-3 30-15,0-2-1 0,-4 0-676 0,0-7 667 16,-2-9 0-16</inkml:trace>
  <inkml:trace contextRef="#ctx0" brushRef="#br0" timeOffset="146460.76">3659 12247 1491 0,'-8'0'0'0,"3"0"0"0,5 0 0 0,0 0 0 0,0-1 252 0,6-2-102 0,10-1-62 0,10 2-28 16,1-2 305-16,8 0-165 0,0 1-84 0,3-1-34 15,8 1-147-15,-13 2 49 0,5-1 24 16,-1 0 1-16,-5 0-435 0,-5 2 237 16,6 0 107-16,-4 0 57 0,-3 0-630 15,1 4 332-15,-8 4 119 0</inkml:trace>
  <inkml:trace contextRef="#ctx0" brushRef="#br0" timeOffset="146641.9">4251 12432 1307 0,'0'0'0'0,"0"2"0"0,5-2 0 0,7 0 0 0,-2 0 0 0,0 0 0 0,4 0 474 0,-1 0-225 16,2-2-108-16,1-1-54 0,2-1 163 0,1-3-100 0,0 4-367 0,0 2 125 16,-1-2-238-1,-3 2 181-15,0 1 91 0,-4 0 53 0,3 0-695 16,-8 1 349-16</inkml:trace>
  <inkml:trace contextRef="#ctx0" brushRef="#br0" timeOffset="146805.46">4256 12662 1215 0,'0'4'95'16,"2"1"-23"-16,10-4-8 0,-1-1-31 0,2 0 627 15,3 0-313-15,2 0-157 0,4 0-71 0,6 1 188 16,-1 4-136-16,-3-3-70 0,1 0-34 0,-5-2-522 15,3 0 253-15,1 0 113 0,-3 0 60 0,3 0-464 16</inkml:trace>
  <inkml:trace contextRef="#ctx0" brushRef="#br0" timeOffset="147983.28">4839 12451 329 0,'-13'-13'0'0,"2"1"0"0,-1 3 0 0,1-3 111 16,4 1-39-16,-3-1-1 16,3-4 115-16,1 0-77 0,3-2-30 0,3 0-8 15,0-2 55-15,0-2-47 0,8 5-23 0,2-1 0 0,3-1 53 16,2 4-43-16,1 3 1 0,0 3-34 0,3 5 61 16,-1 3-31-16,3 1 9 0,0 0-5 15,-1 14-35-15,1 6 1 0,-3 2 0 0,-2 6-5 16,1 2 13-16,-4 4-8 0,-3 0-60 15,-3 9 30-15,-3-4 0 0,-1 3 30 0,-3-7-81 16,0 6 31-16,-8-4 23 0,-6 0-3 0,-5 2-72 16,3-10 34-16,-8 0 25 0,0-4-7 15,-2-3 0-15,-2-5 1 0,1-3 16 0,2-4 111 16,-7-1-54-16,10-2-28 0,-2-3 0 0,5-1 233 16,6-1-120-16,4-2-39 15,1 0 227-15,6 0-149 0,-1 0-74 0,3 0-37 0,0 0 42 0,5 0-32 16,11 0-8-16,8 0 67 15,-2 0-53-15,6 0-27 0,-3 0 159 0,0 0-218 0,6 0 0 16,-5 0 0-16,1 0-222 16,-2 0 166-16,-5 0 44 0,5 0 31 0,-3 2-471 0,-3 3 207 15,0-4 127-15,0 0 14 0,-5 1-527 0,-1-2 290 16,-2 0 159-16,3 0-395 0,-3 0 273 0,2-3 135 0</inkml:trace>
  <inkml:trace contextRef="#ctx0" brushRef="#br0" timeOffset="148370.73">5464 12160 798 0,'4'-36'0'0,"0"2"0"0,0 3 0 0,-3-3 0 0,-1-2 0 0,0-2 0 0,0 1 0 0,-2 1 245 0,-6 1-111 15,-1 2-50-15,1 3 52 0,-2 10-52 0,1-3-25 16,-3 8 56-16,3 3-46 0,-3 7 1 0,-1 3-37 0,0 2 35 0,-2 2-1 15,0 15 50-15,-4 9-46 0,0 8 0 0,3 2-38 16,0 5 140-16,2 3-69 16,3-7 55-16,-1 12 22 0,6-6-75 15,1 0-36-15,2-2 246 16,3 0-254-16,0-1 9 0,0 9-38 0,0-1 47 0,1 1-23 16,6 4-1-16,-1 4-23 0,1-1 10 0,-1 0-11 15,2 11 1-15,-3-15 0 0,-2 6-77 0,0-3 46 16,-1 0-8-16,1 0-74 0,-3-2 56 0,0-6 29 15,0-2-1-15,-3-10-127 0,-5 1 68 0,-3-5 19 16,-2-6 22-16,-2-2-308 0,0-2 152 16,0-9 52-16,-2 4 49 0,0-7-166 0,2-4 101 15,6-1 51-15,-2-4-376 0,6 0 206 16,0 0 114-16,5-1 53 0,0-9-376 0,5-7 215 16,11-3 107-16,6-3-183 0</inkml:trace>
  <inkml:trace contextRef="#ctx0" brushRef="#br0" timeOffset="148637.01">5406 12971 1325 0,'9'-13'0'0,"-3"6"0"0,-1 1 0 0,-3 3 0 0,1 2 0 0,-2 1 0 0,1 0 0 0,1 7 121 15,-2 10-43-15,1 6-23 0,3 0 235 0,-3-1-120 0,6 3-72 16,1 1-33-16,3-10 46 0,0 3-38 16,2-4-1-16,2-5-31 0,0-4 11 0,2-6-19 15,0 0-1-15,0 0-90 0,1-9 46 0,-4-5 30 0,0-10-135 16,-4 0 75-16,-3 0 37 0,-3-2-71 0,-4 1 49 0,-1 4 3 15,0-2-33-15,-1-4 54 0,-12 6 0 0,0 1-2 16,0 5-3-16,-4 0-12 0,0 4 9 16,2 3-64-16,-2 4 30 15,0 3 2-15,4 1-270 16,2 0 277-16,0 3 14 0,6 6-1 0,-1-2-494 0,1 0 483 16,5-2 1-16,0-1-499 0,0 0 434 0,6-4 33 0,8 0 0 15</inkml:trace>
  <inkml:trace contextRef="#ctx0" brushRef="#br0" timeOffset="148838.96">5580 12049 1162 0,'-11'-8'0'0,"8"7"0"0,3-1 0 0,0 2 0 0,0 0 0 0,6 0 430 15,7 0-190-15,6 0-108 0,6 2-50 0,2 1 235 16,3-2-142-16,0 2-71 0,2-1-91 15,0 2-9-15,-2-3 29 0,-2 4 0 0,-6-4-143 16,3 0 71-16,-3 2 45 16,-3-1-9-16,-2-1-369 0,-2 5 202 15,-4-2 102-15,-5 2-585 0,-2 1 282 0,-3 2 174 0</inkml:trace>
  <inkml:trace contextRef="#ctx0" brushRef="#br0" timeOffset="149151.15">5654 12211 1457 0,'-20'3'0'0,"8"1"0"0,5 0 0 0,1-4 0 0,2 0 0 0,3 0 0 0,1 0 0 0,0 0 0 0,1 0 115 0,12 0-42 0,3 0-19 0,-2 0 125 0,3 0-65 0,1 4-44 0,-2 3-70 16,-3 4 33-16,1 2 0 0,-6 2-184 0,0 4 100 0,-4-1 38 16,-2 2 22-16,-2 1-228 0,0-3 125 15,-8 1 64-15,-6-2-2 0,-3-3-104 0,0-2 35 16,-3-4 42-16,2-3 128 0,-1-4-48 15,2 2-26-15,0-3-28 0,7 0 146 16,-1 0-71-16,4 0 314 0,3 0-177 0,1 0-68 0,3 0-52 16,0-3 155-16,3-2-91 0,8 0-45 0,9 1-15 15,4-3 17-15,0 2-24 0,2 1 0 16,1 1-202-16,-1 2 89 0,-3 1 53 0,7 0-213 16,-8 0 125-16,1 0 62 0,-1 1 32 15,-5 3-623-15,0 2 269 0,-2-2 163 16,-2 0-332-16,2-4 244 0</inkml:trace>
  <inkml:trace contextRef="#ctx0" brushRef="#br0" timeOffset="149388.04">5451 11614 882 0,'-13'-16'0'0,"12"14"0"0,1 0 165 0,0 1-58 15,0-3-41-15,9-2-1 0,9 1 228 0,6-1-130 0,5 1-65 16,1-1 119-16,14 0-96 16,-5 0-44-16,-4 4-22 0,6-1-82 15,-5 3 30-15,0 0 9 0,-4 0-437 16,-4 0 425-16,-8 7 1 0,5 3 32 0,-8-1-197 16,0 0 106-16,-5-2 42 0,-7 1-7 0,1-3-490 0,-4 1 224 0,-2 0 128 15</inkml:trace>
  <inkml:trace contextRef="#ctx0" brushRef="#br0" timeOffset="149556.59">5626 11570 710 0,'-10'2'0'0,"4"4"0"0,3 1 0 0,1-1 0 0,1-3 302 16,-2 5-126-16,3 1-75 0,0 3 392 16,0 3-450-16,0 4-10 0,0 6 0 0,0 0-192 15,0 5 189-15,0 2 2 0,0 2 1 0,0-2-170 16,0-2 85-16,0-4 50 15,4 4-417-15,0-11 225 0,2-2 114 0,3-6 56 16,-3-9-448-16</inkml:trace>
  <inkml:trace contextRef="#ctx0" brushRef="#br0" timeOffset="149700.74">5724 11602 907 0,'2'-4'0'0,"-1"2"0"0,1 2 0 0,0 0 0 0,1 0 0 0,-3 9 378 16,2 6-173-16,2 8-85 0,1 0 51 15,-4 9-73-15,1 2-33 0,0 7 0 0,1-2-306 16,-2 3 136-16,0-3 77 0,3 12 27 0,3-4-242 0,5 0 138 16,1 2 68-16</inkml:trace>
  <inkml:trace contextRef="#ctx0" brushRef="#br0" timeOffset="150083.04">6300 12580 1052 0,'0'-15'0'0,"0"4"0"0,0-2 0 0,0-2 0 0,-4-2 0 0,-2 0 119 0,1 0-47 0,-3 1 0 0,-3-2 40 16,-2 3-39-16,2 0-1 0,-3 4-3 15,-2 4-36-15,0 5 0 0,0 0 0 0,-3 2-39 16,0 5 47-16,-3 15-8 0,3 4 0 15,1 2 64-15,2 2-31 0,3 4-1 16,3-2 11-16,5 0-8 0,5-3-36 0,0-5 1 16,0 0 35-16,11 1 0 0,2-7-27 0,8 2-9 0,-4-8-89 15,5 2 44-15,-3-2 23 0,0-1-159 16,-2-1 96-16,-2 0 33 0,-1 0 24 0,-6 0-126 16,-2 1 65-1,-4-1 19-15,0 1-4 0,-2 5 17 0,0-4 15 0,-13 2-41 16,-3-1 126-16,-2 0-54 0,-2 0-4 0,-5 1-47 0,2-4 49 15,5-1 4-15,-3 0-36 0,3-3-270 16,4 0 126-16,1-4 74 0,4 0 32 0,4 0-371 16,5 0 194-16,0-10 98 0,6-6 40 0,15-5-189 15</inkml:trace>
  <inkml:trace contextRef="#ctx0" brushRef="#br0" timeOffset="150225.66">6266 12666 925 0,'19'-14'0'0,"-2"2"0"0,-4 5 0 16,-2 2 0-16,-3 2 0 0,0 2 232 0,-3 1-100 0,-2 0-42 0,2 0 328 0,-2 5-193 15,1 6-96-15,-2 4-49 0,0 2 109 0,1 4-70 0,-2 0-47 16,0 0-13-16,-1 3 0 0,0-1-27 0,2-3 1 0,0-7-410 16,0 4 200-1,3-8 105-15,-3 0 53 0,2-8-666 16,2-1 346-16</inkml:trace>
  <inkml:trace contextRef="#ctx0" brushRef="#br0" timeOffset="150642.6">6400 12053 1040 0,'2'-2'0'0,"1"0"0"0,4 2 0 0,-5 0 0 0,1 0 0 0,-2 0 0 0,1 11 0 0,1 4 0 0,0 9 202 0,2 3-85 0,-4 3-42 16,2 4-156-16,1 4 65 0,1-1 20 0,1 8 1 0,-2-4-388 15,3-7 187-15,-4 6 93 0,2-3-102 16,0 1 90-16,-3-5 42 0,1 1-1 15,-2-4 76-15,1-2-35 0,-2-3-8 16,0-2 8-16,0 1 176 0,0-2-87 0,0-1-45 16,0-2 394-16,-2-4-215 0,1 0-61 0,-2-8-66 0,1 1 381 15,2-3-206-15,0-3-102 0,0-2-44 0,0 0 194 16,0 0-127-16,0 0-63 0,0-11-38 16,2-10-1-16,12-3-16 0,1-4-8 15,3 2-83-15,-3-2 42 0,1 10 20 0,1 2 0 0,-2 5-98 16,-3 3 55-16,2 6-49 0,-1 2 46 15,-4 6 31-15,-1 14-31 0,-2 5 25 0,-3 6 29 16,1 1-21-16,-2 2 66 0,-2 0-33 0,2-2-2 16,-2-5-7-16,0 6-9 0,1-11-8 15,2 1 28-15,-2-5-196 0,1-4 89 0,1-4 42 16,-2-3-401-16,1-5 206 0,0-2 95 0,2 0-711 16,1-2 807-1,-1-17-6-15,3-6 9 0,-2-3-266 0,-3-6 133 0</inkml:trace>
  <inkml:trace contextRef="#ctx0" brushRef="#br0" timeOffset="150922.6">6659 12222 1112 0,'0'-19'0'0,"0"2"0"0,0 4 0 0,0-4 0 0,4 4 0 0,3-2 407 16,1 2-191-16,1 2-92 0,3 1-45 0,1 3 90 16,-5 2-60-16,6 2-42 15,-1 1 32-15,-2 2-33 0,3 0 0 0,-4 8-33 0,2 3-117 16,-2 2 55-16,-1 2 30 0,-4 2 1 0,0 2-233 15,-4-1 132-15,-1 2 74 0,0 0-193 16,0-3 115-16,-7-3 24 0,-5 2 37 0,1-3-33 16,-1-4 15-16,2 1-6 0,-1-5 34 0,2-1 129 15,2 0-64-15,2-2-34 0,1 0 274 16,2-2-137-16,0 0-79 0,2 0-13 0,0 0 180 16,0 0-84-16,0 0-51 0,11 0-12 0,4-2-35 15,1-4-9-15,3 1-1 0,-3 1-269 16,3 0 143-16,-1 1 59 0,2-1 34 0,-4 2-235 15,1 2 129-15,-1 0 36 0,-2 0 44 0,-1 7-594 0,-1 4 294 16</inkml:trace>
  <inkml:trace contextRef="#ctx0" brushRef="#br0" timeOffset="151123.57">6871 12520 1194 0,'-13'9'0'0,"1"1"0"0,7-5 0 0,-2 1 0 0,1-2 0 0,4-2 230 15,0-2-98-15,1 0-50 0,1 0 372 0,0 0-215 0,9 0-103 0,5 0-52 0,6 0 117 16,4 0-85-16,-4-2-33 0,6-2-9 16,-4 1-41-1,2-3-1-15,-2 0 1 0,2 3-351 0,-5 0 183 0,-2 2 80 16,-1 1 43-16,-4 0-530 0,-2 0 283 16,-2 0-398-16,-1 0 305 0,-3 0 163 0,0 0 78 0</inkml:trace>
  <inkml:trace contextRef="#ctx0" brushRef="#br0" timeOffset="151305.1">7042 12253 611 0,'-9'12'142'0,"1"3"-71"0,1 6 94 0,-1 5-70 16,0 0-31-16,-1 3-1 0,1 4 346 0,0 2-189 16,-1 3-85-16,0 9-55 0,0-3 196 0,3 1-122 0,0 0-60 15,1 0-190-15,5-6 72 0,0 1 25 0,0-3-1 16,0-5-435-16,7-2 234 0,9-6 117 0,0-6-266 15,10 2 183 1,-4-9 95-16,5-7-15 0,0-4-446 0</inkml:trace>
  <inkml:trace contextRef="#ctx0" brushRef="#br0" timeOffset="151888.79">7320 12808 1032 0,'4'-23'0'0,"-2"4"0"0,0 1 0 0,-1-3 0 0,-1-5 0 0,0-2 0 0,0 5 0 0,0 2 148 0,-1 1-57 0,-4 1-21 0,-3 4 222 15,1 5-130-15,0 4-64 0,-1 1 75 16,-5 4-71 0,0 1-26-16,-2 12-8 0,0 13-59 0,-2 5 0 15,1 7 24-15,2 3 22 0,6-7 9 0,0 5-31 0,3 0 0 0,5-6 21 16,0-3-1-16,0-7-20 0,1-2-8 16,8-3 8-16,5-4 0 0,-2-5-1 0,3-2-139 31,1-6 63-31,0 0 43 0,3-6-231 0,-2-13 121 0,-2-5 54 0,0-7-329 15,3-8 354-15,-6 2 10 0,-1-10-21 0,1-2-22 16,-4-2-2-16,-2-6 34 0,-1-1 26 16,-2-11 9-16,2 3-35 0,-3-4 0 0,2 6 82 15,1 14-41-15,-4 9-8 0,-1 10 310 16,0 5-162-16,0 13-84 0,0 4-25 0,0 5 315 0,-4 4-329 0,-3 12-6 0,-2 17 37 16,-1 13 6-16,1 5 1 15,-1 17-31-15,7-10 9 0,-3 23 63 0,4-4-35 16,0-1-1-16,2 1-35 0,0-7 0 15,0-12 54-15,7 0-31 0,1-4 1 0,8-5-25 0,-4-15-53 16,6 1 27-16,-6-14 7 0,6-3-256 16,0-13 134-16,5-1 68 0,-5-15-142 15,5-19 96-15,-5 2 20 0,3-17-8 0,-2 3-179 0,0-9 111 16,-2-8 55-16,0-3-116 0,-4 6 77 0,4-21 52 16,-4 6 20-16,0-3-99 0,2 9 61 0,-6 13 29 15,1 7 139-15,-1 2-51 0,-5 17-28 0,-2 5 0 0,-1 12 365 16,-1 3-197-1,0 9-106-15,-1 1 213 0,-10 24-136 16,-5 18-26-16,0 13 297 0,4 0-186 0,5 4-86 0,-2 18-55 0,5-3 227 16,2-2-137-16,2 2-68 0,0-5 105 15,0-10-206-15,2 3 0 0,7-6 0 0,2-8-507 16,3-5 287-16,-2-13 126 0,0-3-319 16,3-6 218-16,0-8 115 0,0-4-788 0,0-7 417 15,-2-2 210-15,-2-2 95 0</inkml:trace>
  <inkml:trace contextRef="#ctx0" brushRef="#br0" timeOffset="152059.34">7444 12469 2235 0,'-19'-9'0'0,"14"6"0"0,5 0 0 0,0 2 0 0,1 1 0 0,14 0 0 0,13 0 0 0,9 0 334 0,11 0-155 0,4 0-73 0,2 0 277 16,11 0-174-16,-3 0-89 0,-11 0-93 0,3 4 6 15,-3 1 0-15,-4 2-1 0,-2 1-742 0,-2-2 371 16,-5-1 194-16</inkml:trace>
  <inkml:trace contextRef="#ctx0" brushRef="#br0" timeOffset="153440.01">930 14174 547 0,'0'0'0'0,"0"0"0"0,0 0 0 0,-2-1 0 0,2 1 0 0,0 0 0 0,0-2 0 0,0 0 65 0,0 1 0 0,0-2 63 0,0-1-47 16,2-1-24-16,1-3 97 0,-3-1-64 0,5-2-29 15,-2-1 0-15,-2-1 24 0,1-1-26 0,-2-4 8 16,0 1-34-16,0-1-1 0,0 1 23 0,0-1-22 15,0 0-6-15,-6 1 14 16,-2 1-9-16,1-1 1 0,-1 2 0 0,-2 1 9 16,2 3-10-16,1 2 37 0,-4 1-36 0,2 5 0 0,1-2-1 15,-1 1 31-15,-1 3 8 0,3 1-39 16,1 0 1-16,-1 0 35 0,2 1 0 16,-2 10-35-16,4 0 8 0,-1 0 12 0,3 4-20 0,-1 2-1 15,2 4 54-15,0 3-27 0,0-1 8 16,0 9 51-16,0-3-43 0,3 4-21 0,4 6 0 15,0 4-21-15,0-5 100 16,1 12-54-16,-3-3-23 0,3 0 60 0,-2 2-41 0,-1-1-22 16,1-4 11-16,-1 11-8 0,0-6-24 0,-2-1 34 15,0 2-34-15,-2 2 148 0,1 0-180 0,-2-2 0 16,0-2 0-16,0-4 0 0,-2-9 0 0,-5 0 0 16,2-11 0-16,-1 1 0 0,-3-7-184 15,2-6 131-15,-4-4 28 0,-1-5 21 0,0 0-19 0,1-3-85 16,-5 0 40-16,3-3 33 15,2-6-420-15,0-3 211 0,3 2 97 0,3-4-420 0,2 1 266 16,3 0 135-16,0 0 66 0,0 4 34 0,11-1-496 16</inkml:trace>
  <inkml:trace contextRef="#ctx0" brushRef="#br0" timeOffset="153840.26">1119 14979 1062 0,'-16'1'0'0,"5"5"0"0,1-3 0 0,5 0 0 0,2-2 172 0,-2 1-70 0,4-2-34 16,1 0 334-16,0 0-176 0,0 0-101 0,9 0-46 0,10 0 238 15,4 0-141-15,2 0-72 0,1-6 31 16,4-1-55-16,0-3-24 0,-5 0 0 0,4-1-210 15,-5-1 93-15,-2 3 55 0,5-3 15 0,-8 3-179 16,0 2 101-16,-3-1 51 0,-3 2-499 0,-1 5 229 16,-2 0 142-16,-4 1-432 15,1 0 273-15,-7 0 136 0,3 0 68 0,-3 8-213 0</inkml:trace>
  <inkml:trace contextRef="#ctx0" brushRef="#br0" timeOffset="154171.37">1241 15140 802 0,'-18'5'0'0,"6"4"0"0,2-6 0 0,1 1 0 0,1-4 465 0,2 0-217 0,2 0-99 0,3 0-62 16,1 0 185-16,0 0-119 15,11-3-61-15,6 0 41 0,4-1-42 0,0 3-33 0,-2-1-53 16,-1 2-32-16,-1 0 30 0,-2 0 0 0,-5 2 37 16,0 6-243-16,-4 2 117 15,-3 4-423-15,-3 1 515 0,0 3 27 0,-3 0-45 16,-11 5-85-16,-5-4 82 0,1 0-2 0,1-8-43 0,-3 3 106 15,0-5-51-15,-2-1 7 0,2-5 222 16,2 1-125-16,-1-4-59 0,9 0-23 0,-1 0 316 16,3 0-145-16,2 0-83 0,2 0 198 15,4 0-271-15,0 0 9 0,0 0-9 0,13 0-68 16,6 0 69-16,5 0 0 0,0 0-1 0,-5 0-125 16,13 0 59-16,-7 0 33 0,2 0-131 15,-7 0 83-15,3 4 40 0,-1-1 30 0,-3 1-505 16,-1-2 240-16,1 2 86 0,-8-4 69 0,1 0-460 15,0 0 250-15,-4 0 137 0,1 0-280 0</inkml:trace>
  <inkml:trace contextRef="#ctx0" brushRef="#br0" timeOffset="154399.76">1087 14503 1242 0,'-6'-6'0'0,"4"5"0"0,2 1 0 0,-2 0 0 0,2 0 0 0,0-2 519 0,5-1-236 0,13 2-129 16,1-5 120-16,5 3-121 0,3-2-60 0,1 0-30 0,-3 0-142 15,7-1 52-15,-5 1 30 0,-6-2 0 0,3 2-130 16,-4 2 80-16,-2-1 48 0,-1 2-9 0,-7 0-502 16,-2 2 269-16,-2 0 80 0,-3 0 86 0,-1 0-516 15,-2 9 283-15,-2-2 138 0,-12-3-69 16</inkml:trace>
  <inkml:trace contextRef="#ctx0" brushRef="#br0" timeOffset="154566.74">1211 14489 828 0,'-11'1'0'0,"4"0"0"0,2 2 0 0,1-3 0 0,1 2 0 0,0-2 161 0,3 0-64 0,0 1-24 0,0 7 147 16,0 3-94-16,0 3-47 0,3 2-23 0,4 9-2 15,-3-3 8-15,-1 11-29 0,0-1-499 16,-1-3 475-16,-1 0 24 0,1-1 0 0,0-4-182 15,1-1 87-15,0-2 48 0,3-10 23 0,-1-2-472 16,-2-7 192-16,0-2 118 0</inkml:trace>
  <inkml:trace contextRef="#ctx0" brushRef="#br0" timeOffset="154718.31">1312 14460 560 0,'2'0'0'0,"1"0"0"0,4 3 0 0,-4 7 0 0,0 1 402 0,-1 5-185 0,1 2-92 16,0 7 276-16,1-4-177 0,-2 8-99 0,1-1-46 0,-1-1 0 15,1 2-23-15,0-2 0 16,-1-4-15-16,1 0-168 0,2-5 79 16,1-3 41-16,-3-4-480 0,2-1 259 15,0-4 139-15,-2-6 57 0,-3 0-588 0</inkml:trace>
  <inkml:trace contextRef="#ctx0" brushRef="#br0" timeOffset="154950.71">1087 13829 1043 0,'-13'-11'0'0,"7"9"0"0,6 1 0 0,-2 1 0 0,2 0 169 0,0 0-60 0,0 0-42 0,3-2 280 16,17-1-157-16,3 2-78 0,6-3-32 0,1-3 166 15,4 3-107-15,-3-2-52 0,1-2-126 16,-3 3 37-16,-7 1 7 0,3 1 28 15,-4-1-341-15,1 1 170 0,-5 3 86 0,-4 0 42 0,-6 0-239 16,2 0 77-16,-4 3 92 0,-4 4-540 16,-1-1 293-16,0-1 147 0</inkml:trace>
  <inkml:trace contextRef="#ctx0" brushRef="#br0" timeOffset="155111.29">1241 13782 634 0,'0'0'0'0,"0"0"0"0,0 0 0 0,0 0 0 0,0 2 0 0,0 5 0 0,0 4 269 16,0 5-110-16,0-1-67 0,0 5-30 0,0 7 154 16,0-2-91-16,0 4-180 0,0-4 53 15,0 4 12-15,0-5 1 0,0-2 22 0,0-4-166 16,0-2 83-16,2-5 50 0,7-3-405 0,-6-8 215 16</inkml:trace>
  <inkml:trace contextRef="#ctx0" brushRef="#br0" timeOffset="155252.63">1311 13836 976 0,'1'-3'0'0,"-1"0"0"0,2 3 0 0,-1 0 0 0,1 0 0 0,0 0 0 0,1 10 0 0,-1 3 261 15,1 5-118-15,2 1-55 0,1 6 209 0,-2 2-132 0,0 1-303 16,2 3 93-16,-1 2 35 0,3-1 22 0,1 9-1 16,-1-2-637-16</inkml:trace>
  <inkml:trace contextRef="#ctx0" brushRef="#br0" timeOffset="155878.68">1951 14344 973 0,'0'0'0'0,"0"0"0"0,0-2 0 0,0 0 0 0,-3-6 0 0,-1 1 0 0,3-4 80 0,-3-1-24 0,0 0 149 0,0-3-172 0,3-1 8 0,-2 1-8 16,-3 1-5-16,4 5 4 15,-3-1 1-15,-1 0-68 16,-2 4 42-16,-3 2-8 0,-2 4 34 0,-4 0-53 16,-3 9 27-16,0 7-1 0,1 4 67 0,-2 3-8 0,1 4-42 15,3-3 5-15,3 2 111 0,5-5-49 0,2 3-36 0,6-1 25 16,1-2-23-16,0-3 0 0,4 2-23 0,13-4 35 16,5 1-35-16,-2-4 0 15,3 0-53-15,0 1 26 16,0-2 1-16,-7 2 34 0,3 1-83 0,-5 0 37 15,-3 1 0-15,-3 2 38 0,-5 0 0 0,-1-1-41 0,-2 3 4 0,0-4 0 16,-7 3 52-16,-10-1 9 0,-2-2-66 16,3-3 27-16,-8 0-8 0,0-3 3 0,0-3-39 15,4-2-90-15,-3-3 63 0,5 0 32 0,-1-2-403 16,6 0 203-16,3 0 94 16,3-2 53-16,7-4-436 0,0-2 230 0,4-1 128 0,12 4 59 15</inkml:trace>
  <inkml:trace contextRef="#ctx0" brushRef="#br0" timeOffset="156041.24">1997 14600 1247 0,'16'-13'0'0,"-7"8"0"0,2 0 0 0,-1-3 0 0,-4 5 0 0,-5 1 0 0,1 0 59 0,0-1 447 0,-2 3-236 0,0 0-111 16,1 0 83-16,1 0-105 0,1 0-52 0,-3 12-26 0,0-1 0 0,0 4 31 16,0 1-32-16,0-2 0 0,2-1-363 15,-2 2 169 1,1-5 84-16,1 0 51 0,0-3-565 0,-1-3 299 15,1-3 68-15,1-1-425 0,-1 0 295 0</inkml:trace>
  <inkml:trace contextRef="#ctx0" brushRef="#br0" timeOffset="156405.26">2137 13955 1016 0,'5'-8'0'0,"0"5"0"0,2 1 0 0,-2 2 0 0,-2 0 0 0,2 11 0 0,1 8 0 0,0 7 427 15,-1 10-198-15,-3 0-90 0,1 12 205 0,-2-1-155 16,1 4-79-16,0 1-83 0,1-2 5 16,-1-8 9-16,-1 13-8 0,2-12-186 0,-2-7 94 15,1-2 45-15,0-4-145 0,-2-9 104 0,0-7 39 16,0-2 25-16,0-6-48 0,0-3 29 0,0-3-40 0,0 0 120 16,0-3-57-16,0-11 0 15,1-4-66-15,1-2 194 0,4-3-74 0,-1 3-40 16,5-6 123-16,-1 7-71 0,2-2-20 0,3 5 0 0,1 1 46 15,0 4-28-15,0 3-8 0,1 5-18 16,-2 3-19-16,2 0 1 16,-3 4 0-16,0 14 76 0,-1 6-42 0,-4 2 0 0,-3 1-38 15,1 2-30-15,0-2-1 0,-4-5 43 0,1 4-9 16,2-6-231-16,-2-4 114 0,0-6-851 16,-1-1 860-16,3-1 32 0,-3-5 1 15,3-3 0-15,0 0-232 0,2 0 121 16,-4-8 60-16,2-10-378 0,0-6 224 0,-2-6 108 0</inkml:trace>
  <inkml:trace contextRef="#ctx0" brushRef="#br0" timeOffset="156678.56">2425 13873 1658 0,'0'-16'0'15,"0"7"0"-15,0 0 0 0,0 0 0 0,0 2 0 0,2 0 0 0,4 0 0 0,4-1 0 0,2 1 237 0,1 2-102 0,3 4 83 0,-2 1-84 0,2 0-55 0,-3 0-226 16,2 7 165-16,-3 8 15 15,-4 1 8-15,-2 1-103 0,-1 3 47 0,-4 1 24 16,-1-1 0-16,0-1 24 0,-6 2-110 16,-5-5 51-16,0-1 29 0,-3-2-12 0,4-3-16 15,-1-2 34-15,2-2-44 0,1-3 289 0,1-2-131 0,2 2-59 0,4-3 243 16,-2 0-138-16,3 0-57 0,0 0-28 16,0 0-25-16,0 0 0 0,9 0-27 15,4 0 1-15,3 0-9 0,-2 0 8 16,5 0 1-16,-1 0 0 0,1 0-335 0,-1 0 168 15,-1 0 91-15,3 0-676 0,-5 0 349 0,0 7 176 0,3 5-534 16,-4 0 347-16</inkml:trace>
  <inkml:trace contextRef="#ctx0" brushRef="#br0" timeOffset="156880">2646 14305 1153 0,'-14'9'0'0,"9"-4"0"0,0-1 0 0,2-2 0 0,3-1 0 0,0-1 55 0,2 0 1 16,12 0 462-16,10 0-242 0,3 0-114 0,5-3 145 16,3-4-137-16,1-1-69 0,-1 1-237 15,-2-1 84-15,2 2 50 0,-3 1-410 16,-5 0 222-16,0 4 111 0,-6 0-929 16,-1 1 945-16,-1 0 33 0,-6 0-33 0,-3 0 0 0,-5 0-149 0,-3 1 90 15</inkml:trace>
  <inkml:trace contextRef="#ctx0" brushRef="#br0" timeOffset="157632.74">2919 14058 1117 0,'-12'-1'0'0,"7"1"0"0,1 0 0 0,-2 9 0 0,1 12 0 0,2 7 0 0,0 10 0 0,-2 6 0 0,4 5 387 16,-2 6-181-16,1 1-86 0,2 2 197 0,0 0-143 0,0-3-70 0,0-10-112 15,2 9 16 1,4-16 0-16,5-1 24 0,5-5-122 0,-2-8 62 0,4-9 38 0,2-5-373 15,1-7 198-15,5-3 99 0,-1 0 49 16,-2-14 25-16,0 0-550 0,5-6 258 0,-4 3 126 16,0-2 62-16,-2 0-68 0,0-1 66 0,-4 1 24 15,2-4 94-15,-5 2-26 0,-4-5 0 0,-2 4 280 16,0-2-153-16,-2 1-86 0,-2-3 126 16,-2 2-97-16,-1-3-48 0,-2 0 275 0,0 2-139 0,0 2-22 0,-5 2-53 15,-2 3-23-15,-3 5 1 0,0 2 83 16,-1 7-52-16,-3 4-19 0,-1 0 56 15,-2 9-45-15,2 12-22 0,0 7-3 16,2 1 1-16,2 6-13 0,3 0-18 0,0 1 9 0,8 1 1 0,0-2 0 16,0-6-43-16,0-4 30 15,3 1-9-15,7-5 22 0,2-4 0 16,-1-4-104-16,2-5 52 0,-3-5 13 0,2-3-176 16,1 0 94-16,0-16 47 0,-2-7-119 15,-2-4 75-15,1-5 21 0,-4-4 9 0,3-7-27 0,-2 0 12 16,-2-5 0-16,0-4-18 0,-2-7 19 0,0-11 9 15,2-1-30-15,-2-1 29 0,3 1 0 0,-1 4 28 16,-5 17 106-16,2 10-49 0,1 10-28 16,-2 3-1-16,-1 13-27 0,0 6 407 0,0 5-198 15,0 3-71-15,-6 18 105 16,-3 17-78-16,-1 7-53 0,4 8 27 0,1 9-29 0,-2 14-8 16,2-4-7-16,5 7-30 0,0 1-1 0,0-12 48 15,0 11-48-15,7-24 1 16,6 1 0-16,0-9 0 0,2-10-1 0,-2-8-47 0,5-3 19 15,-1-9 1-15,1-9-188 0,-1-5 96 0,5-7 54 0,-3-20 19 0,5-7-113 16,-6-3 46-16,2-6 40 0,-3-7-180 16,0 0 99-16,0-8 18 0,-3-13-61 15,0 2 66-15,-1-3 33 0,-1-3 0 16,0 0-44-16,-4 14 30 0,-1-1 9 0,2 10 38 16,-4 14 0-16,-2 2 247 0,0 14-123 0,-3 5-70 0,0 2 186 15,0 9-103-15,-3 4-66 0,-8 2 379 16,0 6-198-16,-2 17-56 0,-1 13-18 0,4 3-57 15,2 9-27-15,1 2 25 0,6 5-26 0,1 6 7 0,0 8-34 16,0-3 0-16,8-1 0 0,2 0 15 16,3-1-16-16,-1-14 9 0,-1 5-211 15,5-7 101-15,0-5 51 0,-2-9-160 16,1-1 99-16,-1-12 30 0,-2-3-400 0,-3-9 194 16,3-4 112-16,-1-5-384 0,-6 0 248 0,0-1 114 0,-2-16 71 15,-1 2 30-15</inkml:trace>
  <inkml:trace contextRef="#ctx0" brushRef="#br0" timeOffset="157809.34">3448 14137 1623 0,'-17'-5'0'0,"8"1"0"0,3 1 0 0,-2 2 0 0,5 1 0 0,3 0 0 0,0 0 0 0,1 0 71 0,22 0 255 0,2 0-139 15,12 0 45-15,4 0-99 0,5-2-51 0,3 0-24 0,-9 2-154 16,12-2 60-16,-11 2 35 0,-5 0-480 15,3 0 257-15,-1 0 129 0,-6 0 72 0,0 4-632 16,-2-1 288-16</inkml:trace>
  <inkml:trace contextRef="#ctx0" brushRef="#br0" timeOffset="157977.81">4040 14255 1465 0,'0'0'0'0,"11"2"0"0,5-2 0 0,1 0 0 0,-1 0 0 0,5 0 0 0,-2 0 182 0,10 0-75 0,-9 0 409 0,4 0-246 16,-1 0-119-16,-3 0-73 16,2 0-23-16,-3 0 1 0,-3 0-15 0,-3 0-9 15,1 0-510-15,-6 0 255 0,3 0 128 0,-3 0-623 16,0 6 365-16</inkml:trace>
  <inkml:trace contextRef="#ctx0" brushRef="#br0" timeOffset="158300.94">3970 14463 1349 0,'-17'0'0'0,"9"0"0"0,6 0 0 0,0 0 0 0,1 0 0 0,1 0 0 0,0 0 0 0,0-3 564 0,0 1-265 0,0 0-134 16,0 1-66-16,3-2-33 0,2 1 280 0,3 0-161 15,-2 1-76-15,-1-1-48 0,1 2-1 0,-3 0-27 0,1-2-22 16,0 2 22-16,-2-2 0 0,2 2-97 15,-2 0 48-15,0 0 25 16,-2 0-124-16,3-1 70 0,-3 1 39 0,2 0 0 16,1 0 5-16,-2 0-28 0,1 0-37 0,0 0 33 15,-1 0-16-15,1 0 36 0,3 0-8 0,-4 0 3 16,1 0-7-16,0 0 46 0,0 0-2 0,-2 0-32 0,0 0 35 16,0 0-35-16,2 0 18 0,-2 0-50 15,0 0 6-15,0 0-31 0,0 0 31 16,0 0-4-16,0 0 31 0,0 0 2 0,0 0-9 0,0 0-259 0,0 0 118 15,0 0 50-15,0 0 43 16</inkml:trace>
  <inkml:trace contextRef="#ctx0" brushRef="#br0" timeOffset="159434.47">4178 14236 245 0,'-2'0'0'0,"0"0"0"0,-2 0 0 0,3 0 0 0,-2 3 0 0,1-3 59 0,2 1-32 0,-2-1 35 0,2 0-28 0,0 0 5 15,0 0-8-15,0 0 0 0,0 0 0 0,0 0 41 16,0 0-39-16,0 0 8 0,0 0 32 16,0 0 0-16,0 0-40 0,0 0 53 15,0 0-26-15,0 0 8 0,0 0 15 16,0 0-26-16,0 0 1 0,0 0 84 0,0 0-105 0,0 0 4 16,0 0-8-16,0 0 0 0,0 0-1 0,0 0 36 15,0 0-35-15,0 0 8 16,0 0 13-16,0 0-21 0,0 0 0 0,0 0 24 0,0-1-1 0,0-2-15 15,0 3 36-15,0-3-22 0,0 0 0 16,0 2 38-16,0 1-60 0,0 0 8 16,0 0-9-16,0 0 1 0,0-2-16 0,2 1 16 15,8-1 0-15,-1-4 10 0,4 1-10 16,-1-1 0-16,1 1-1 0,0 0-3 0,1 3 4 16,0-2 8-16,2 3-40 0,-2 1 32 0,4 0 0 0,-2 0-2 15,4 0 1-15,1 5 5 0,9 2-6 16,-5-1-2-16,5 1 39 0,4-4-37 0,9 0 1 15,-8-3 8-15,16 0-8 0,-4 0 12 0,6-1-12 16,10-6 0-16,-11-1-38 0,4-2 9 0,2 2 29 16,0 1-97-16,-2 0 45 0,1 2 20 0,-4-2-153 15,0 2 81-15,-5 0 39 0,-1-1-73 16,-2 0 51-16,-8 3 16 0,2-5 0 0,-6 2-20 16,-4-1 41-16,-8 1-27 0,1 0 21 0,-8-1-33 15,-4 2 69-15,-3 1-17 0,-3 0 26 16,-1 1-23-16,-3 2 0 0,0-1-16 15,0-2-133-15,-5 2 59 0,-6 2 37 0,-3 0-528 0,1 2 276 0,-4 8 136 16,4 5-245-16</inkml:trace>
  <inkml:trace contextRef="#ctx0" brushRef="#br0" timeOffset="160046.09">4164 14464 330 0,'-8'0'0'0,"3"0"0"0,-3 0 0 0,2 0 0 0,-2 0 0 0,0-1 74 0,3-2-12 0,-3 1-9 0,0 0 21 0,2 1-21 16,1 1 1-16,-6 0-22 0,3-3 9 0,2 3 102 15,-2 0-55-15,0 0-28 0,0 0 124 16,3 0-75-16,-1 0-31 0,1 0 119 16,-1 0-82-16,3 0-41 0,0 0 106 0,1 0-74 15,0 0-28-15,2 0-8 0,0 0-37 0,0 0-1 0,0 0 45 16,0 0-14-16,0 0-9 0,0 0 53 16,0 0-38-16,0 0 14 0,0 0-26 15,0 0 9-15,0 0-33 0,0 0 29 0,8 0 1 0,8 0-30 16,0 0-1-16,6 0 9 15,8 0 44-15,8 0-26 0,5 0 0 0,5 0 13 16,11 0 0-16,-4 0-31 0,20 0 19 16,1-2 0-16,2-1-28 0,3 1-26 0,16 0 1 15,-17 0 34-15,13 2-166 0,-3 0 79 0,-7 0 39 0,-7-1 0 16,6-1 34-16,-2 0-297 0,-2-2 125 16,-9-2 74-16,-12 1 14 0,-1-2-164 0,-8 1 85 0,-10-2 43 15,-4 2 14-15,-9-1 23 0,-6 1 0 0,-8 2-45 16,-5 3 33-16,-5-2-7 0,-1 2 42 15,-1 1-320-15,-16 0 160 0,-7 1 80 0,0 12 40 0</inkml:trace>
  <inkml:trace contextRef="#ctx0" brushRef="#br0" timeOffset="160592.57">4280 13579 757 0,'-5'-11'0'0,"-2"4"0"0,1 1 0 0,0 4 0 0,1 0 162 0,-1 1-68 15,1 1 17-15,-1 0-38 0,1 13-1 0,2 9-39 16,3 5 7-16,0 4 54 0,0 5-31 16,0 1 0-16,0-1-30 0,6-2-7 0,2-7 15 15,5 3-9-15,-4-10 1 0,4-3-1 0,-2-4 1 0,3-4-1 16,-7-3-49-16,4-4 21 0,-1-2 0 15,-1 0-10-15,0-9 0 16,4-15 20-16,-5-2-121 0,0-2 53 0,2-1 34 0,-5-5 4 16,2 0-118-16,-2-2 59 0,-2 0 33 0,-1 1 4 15,-1-1 1-15,1 6 11 0,0 7 6 0,-2 3-20 0,0 10 169 16,0 0-73-16,0 4-37 16,0 4 129-16,0 2-78 0,0 0-30 0,0 15-24 15,-5 9 169-15,3 2-83 0,2 6-16 0,0 3-29 16,0 1 105-16,0-1-57 0,3-2-40 0,7 1 6 15,1-4-38-15,-1-2-1 0,3-2-208 0,0-7 112 16,2 6 44-16,-4-10 27 0,5 0 0 0,-2-4-499 16,-1-3 229-16,-1-4 128 0,3-4-229 15,0 0 165-15,-2-3 83 0</inkml:trace>
  <inkml:trace contextRef="#ctx0" brushRef="#br0" timeOffset="160744.17">4645 13587 756 0,'0'-2'0'0,"0"2"0"0,0 0 0 0,0 0 0 0,0 0 0 0,3 0 0 0,7 0 311 16,7 0-139-16,1 0 137 0,0 0-142 0,1 0-68 15,1 0-32-15,2 0-147 0,-2 0 56 0,0 0 37 16,-1 0-9-16,0 0 29 0,-2 4-184 0,-1 0 92 0,-5 1-504 16</inkml:trace>
  <inkml:trace contextRef="#ctx0" brushRef="#br0" timeOffset="160906.74">4715 13816 1059 0,'-9'4'0'0,"3"2"0"0,0-3 0 0,5-2 0 0,-1-1 0 0,2 3 0 0,0 0 0 0,0-3 383 16,9 0-175-16,4 0-88 0,4 0 25 0,1 0-56 16,3 0-20-16,0 0-8 15,-1 0-388-15,0 0 180 0,0-3 89 0,-1-1-194 0,0 1 150 16,0 0 63-16,-3 2-526 0</inkml:trace>
  <inkml:trace contextRef="#ctx0" brushRef="#br0" timeOffset="161191.99">4996 13713 498 0,'-8'-8'0'0,"0"1"0"0,3-2 0 0,0-7 0 0,1 0 0 0,4-4 360 0,0-2-155 16,0-4 89-16,12 2-130 0,3-1-66 0,2-3-32 15,1 7-1-15,-1 5 80 0,-1-2-61 16,3 5-25-16,-5 4 6 0,-1 3-1 16,-2 3-31-16,1 3 25 0,1 0-25 0,-1 0 0 15,0 11 0-15,-2 3 0 0,1 3 61 0,1-1-34 16,0 0-1-16,5 2-5 0,-4-3-1 16,9 2-20-16,-3-8 8 0,7 0-8 0,-1-3-50 0,4-3 25 0,1-3-74 15,-2 0 49-15,-3 0 34 0,4 0-329 16,-10-2 152-16,2-3 83 0,-2 0 22 0,-3 1 28 0,-8 0-476 15,3 2 239 1,-5 0 116-16,-4 0-304 0,1 2 210 0</inkml:trace>
  <inkml:trace contextRef="#ctx0" brushRef="#br0" timeOffset="161379.49">5234 13563 1406 0,'-13'2'0'0,"4"1"0"0,4 3 0 0,0-3 0 0,-1 5 0 0,4 3 0 0,-1 2 0 0,0 7 140 16,3 1-53-16,-2 4-27 0,1 3 238 0,-2 2-125 16,3 2-74-16,-2 0-99 0,2 0 32 15,0 0 1-15,0-3 0 0,0-7 8 0,0 5-320 16,0-6 156-16,0-1 78 0,0-3-478 0,0-8 245 16,8-3 147-16,0-4-7 0,1-2-177 0</inkml:trace>
  <inkml:trace contextRef="#ctx0" brushRef="#br0" timeOffset="161555.01">5322 13650 842 0,'0'-5'0'0,"0"3"0"0,0 0 0 0,0 1 0 0,0 1 152 0,0 0-64 16,1 0-28-16,2 10 387 0,0 10-207 0,-1 2-104 0,1 5 206 16,-3 7-158-16,0 2-76 0,0 2-37 15,0 6-1-15,0-11-115 0,0 5 35 16,0-3-342-16,0 0 192 0,0-6 97 0,0-6 47 15,0 0 33-15,2-7-260 0,8-4 128 0,1-5 72 16,2-5-660-16</inkml:trace>
  <inkml:trace contextRef="#ctx0" brushRef="#br0" timeOffset="161711.6">5545 13820 1102 0,'5'0'0'0,"0"0"0"0,2 0 0 0,1-2 0 0,2-1 0 0,-2-5 272 0,3 2-124 0,2 0 171 16,5-1-143-16,-1 3-71 0,3-1-37 0,1 1 9 0,0-2-328 16,-1 5 142-16,4-3 71 0,-2 1-254 15,-1 2 163-15,2-1 88 0</inkml:trace>
  <inkml:trace contextRef="#ctx0" brushRef="#br0" timeOffset="161916.71">6012 13608 1800 0,'0'-2'0'0,"0"-2"0"0,0 2 0 0,6-3 0 0,4 1 0 0,4-2 0 0,-2 3 0 0,8-2 272 0,0 0-120 16,4 1-60-16,-6 1-30 0,12-1 60 0,-10 2-37 16,4 2-112-16,0-2 30 0,0 2 0 0,-4-2 30 15,-2 2 0-15,1-2-395 0,-4 2 194 0,0-2-428 16,-5 2 298-16,-1 0 148 0,-3 0-12 0,-1 0 69 15,-3-1-292-15</inkml:trace>
  <inkml:trace contextRef="#ctx0" brushRef="#br0" timeOffset="162108.71">6325 13262 1478 0,'-8'-2'0'0,"4"0"0"0,3 2 0 0,-3 0 0 0,0 0 0 0,0 0 0 0,0 2 0 0,1 13 0 0,0 6 103 0,-2 9-35 0,0 8 8 0,-1 10 252 15,1 12-148-15,0 2 172 0,-1 6-160 16,6 1-79-16,-5-10-32 0,3 13-9 0,2-23 118 16,0 2-78-16,4-13-40 0,10-3-183 15,4-9 79-15,3-5 29 0,3-11-549 16,6-10 293-16,7-2 145 0,-4-20 74 0,4-12 35 0</inkml:trace>
  <inkml:trace contextRef="#ctx0" brushRef="#br0" timeOffset="163672.18">1312 15964 508 0,'2'-3'0'0,"-2"-3"0"0,1 0 0 0,1 1 0 0,0-5 0 0,1 1 0 0,-1-4 87 0,-1-2-28 15,1-2 1-15,-1 0-28 0,-1 0 76 0,0 0-30 0,0 0 39 16,0 0-42-16,-1 2-22 0,-4 3 1 16,-3 0-21-16,2 0 81 0,-2 5-44 0,1-2 45 15,-2 3-41-15,1 3-20 16,0-1-1-16,3 2-12 0,-1 0 8 0,1-1-16 15,2 2 0-15,-3 1 24 0,-1 0 0 0,2 0-16 0,-1 0 6 16,-1 8-14-16,0 1 0 0,1 3 0 0,-1-1 81 16,-1-1-32-16,-1 2-9 0,2 1-40 0,1 0 106 15,-1 3-53-15,4-2-26 0,-1 4 7 16,1 0 16-16,3 1-25 0,0 5 0 0,0 1-25 16,0 1 84-16,3 2-34 15,3 2 22-15,4 4-36 0,-4-1 0 0,2 4-37 0,1 3 1 0,-1-3 50 16,2 6-29-16,-3-4 0 0,0-3 21 15,1 1-21-15,0 1 126 0,0-1-180 16,-4-1 0-16,3-2 0 0,-1-2 0 0,-2-3 0 0,-1-4 0 16,0 0 0-16,0-1 0 0,-2-3 0 15,-1-2 0-15,0-2 0 0,-4-3 0 0,-6-2 0 16,-3-1 0-16,-2-3-220 0,-3-4 137 0,-1-3 36 0,-4-1 23 16,-1 0-1-1,0 0-352-15,2-5 165 0,1-6 90 0,2-2-155 0,2 0 115 16,4 1 68-16,2 2 31 15,6 1-441-15,3 0 236 0,2-1 118 0,2 3-409 0,12 0 267 0</inkml:trace>
  <inkml:trace contextRef="#ctx0" brushRef="#br0" timeOffset="164881.69">1623 16527 588 0,'-1'0'0'0,"-1"-1"0"0,1-3 0 0,1 1 0 0,0-2 0 0,-3 2 0 0,3-3 0 0,0 5 208 0,0-2-91 0,0 1-42 0,0 2 140 0,0 0-92 15,0 0-44-15,0 0-16 0,0 0 64 0,6 0-48 0,3 2-23 16,3 2 0-16,5 0-23 0,2-2 158 15,2 1-83-15,4-3-17 0,4 0-29 16,-4 0 0-16,5 0-29 0,-10-1-65 0,10-6 28 16,-8 6 0-16,0 0-156 0,-4-2 97 0,2 1 55 15,-3 1 17-15,-2 1-1 0,-1 0-316 0,-8 0 132 16,4 0-75-16,-5 0 82 16,0 0 73-16,-5 0 30 0,3 1-226 0,-3 4 129 0,0 0 65 0,0 3-169 15</inkml:trace>
  <inkml:trace contextRef="#ctx0" brushRef="#br0" timeOffset="165227.87">1712 16720 1426 0,'-19'7'0'0,"5"-3"0"0,2 0 0 0,2-3 0 0,5-1 0 0,2 0 0 0,-3 0 0 0,6 0 0 0,0 0 191 0,3-1-78 0,11-5 50 0,1-1-56 15,5-2-42-15,0 3 1 16,3 3-33-16,-2 1 82 0,1 2-40 0,0 0-6 15,-3 0-88-15,0 5 26 0,-3 8 0 0,-4-2-161 16,0 2 94-16,-4 2 54 0,-8 1 15 0,0 4-184 16,0-2 74-16,0 5 57 0,-13-2-11 0,-1-5-48 15,-5 3 25-15,3-6 26 0,-5-1-8 0,2-3 66 16,-1-2-39-16,0-3-8 0,3 0 143 0,2-4-67 16,5 2-30-16,0-2 1 0,5 0 230 0,0 0-122 15,2 0-34-15,3 0-38 16,0 0 164-16,2 0-89 0,9 0-2 0,5 0-33 15,1 0-29-15,4 0 0 0,3 0-55 0,3 0 34 0,-5 0 1 16,2 0 8-16,-2 0-116 0,-1 0 54 16,3 4 27-16,-4 1-330 0,1-2 157 0,-4 2 92 15,0-4 13-15,-2 1-448 0,-2 0 239 16,-4-2 119-16,-1 0 51 0,-1 0-316 0</inkml:trace>
  <inkml:trace contextRef="#ctx0" brushRef="#br0" timeOffset="165457.54">1623 16222 985 0,'-1'-7'0'0,"1"4"0"0,0 0 0 0,5-4 0 0,4 4 0 0,7-5 369 16,0 5-169-16,6-2-75 0,0 0 214 15,7 2-154-15,-3-2-76 0,4 4-38 0,-3 0-13 16,-2-2 8-16,5 1-33 15,-8 2-89-15,1-1 44 0,-1 1 22 0,-3 0 0 16,-6 0-307-16,1 0 161 0,-3 0 84 0,-6 0-482 16,0 0 232-16,-5 0 144 0,0 0 3 0,0 0-217 15</inkml:trace>
  <inkml:trace contextRef="#ctx0" brushRef="#br0" timeOffset="165621.13">1797 16217 584 0,'-8'1'0'0,"3"0"0"0,2 2 0 0,-1-1 0 0,3-2 0 0,1 0 0 0,-2 1 0 0,2 3 274 0,0 4-113 16,0-1-68-16,0 5 52 0,2 1-56 0,-1 2-28 16,1 0 0-16,0 4 72 0,1 1-55 0,-2 1-22 15,-1 0 0-15,0 0-174 0,2 0 76 0,-2-3 45 16,2-3-8-16,-1-4-321 0,1-4 157 0,0-1-322 16,1-5 207-16</inkml:trace>
  <inkml:trace contextRef="#ctx0" brushRef="#br0" timeOffset="165775.72">1908 16156 922 0,'5'0'0'0,"-2"0"0"0,0 1 0 0,-1 11 0 0,-2-1 0 0,3 5 0 0,-3 3 305 16,0-1-135-16,0 5-70 0,0 0-33 0,0 4 6 16,3-6 8-16,-2 3-48 0,2-1-176 0,1-4 88 15,0-2 44-15,1-2-423 0,-1-4 224 16,-1 0 109-16</inkml:trace>
  <inkml:trace contextRef="#ctx0" brushRef="#br0" timeOffset="166248.4">1708 15529 762 0,'-13'-6'0'0,"3"5"0"0,0-2 0 0,3 3 0 0,1 0 0 0,-1 3 0 0,-2 8 330 0,1 2-140 0,3 9 1 16,3 2-79-16,1 4-39 0,1 6-1 0,0-4 84 16,0 1-65-16,8-2-30 0,6-4 13 15,2-3-42-15,3-2 1 0,-1-9 8 0,4 0-8 0,0-5-31 16,-1 1 0-16,-1-7 30 0,-1 0-54 0,1 0 36 16,-3-7-9-16,-4-7-55 15,1-5 40-15,-5-3 9 0,1 0-1 0,-4-3-54 0,-4-5 34 16,-1 2 2-16,-1 0 0 0,0 0-69 15,-5-3 43-15,-10 3 9 0,0-2 2 0,-4 4-10 16,-1 4 0-16,-1 2 104 0,-4 8-37 16,4 5-7-16,-7 6-31 0,4 1 93 15,1 1-43-15,3 15-18 0,1 3 0 0,8-2 6 0,-1 3-24 0,8 1 23 16,1 2-321-16,3 3 147 16,4-5 74-16,12 0 34 0</inkml:trace>
  <inkml:trace contextRef="#ctx0" brushRef="#br0" timeOffset="168184.14">2919 15865 528 0,'0'0'0'0,"0"0"0"0,0-2 0 16,0 0 0-16,-3 0 0 0,1-3 189 0,0-1-78 15,-3 1-30-15,5-4 58 0,-2 4 2 0,-1-2-55 16,-1 1-26-16,3-1-1 0,-2-1 8 0,1 2-34 15,-3-1 0-15,2-3-33 0,0 2 33 0,0 1-66 16,-3 0 40-16,2 0-7 0,-1-1 33 0,-1 3-1 16,-3-2-75-16,-2 4 38 0,1 1 11 0,-4 2-39 15,-4 0 27-15,-2 5-2 0,2 10 0 0,-6 4 61 16,2 2-3-16,2 4-42 0,-1 0-2 16,3 4 68-16,4-1-31 0,0-1 7 0,7-3 82 15,-1 1-56-15,5-5-14 0,3-3-1 16,0-4-10-16,0 0-5 0,5-2-5 0,11-1-47 15,3-1 0-15,1-2 39 0,5-1 0 0,-2 0-65 16,-2-1 41-16,6 5-8 0,-8 0 22 0,0 1-23 0,0 2 2 16,-6 4 0-16,0 3 15 0,-4 3 0 15,-6-2-15-15,-1 4 12 0,-2-7-17 0,0 6 74 16,0-3-22-16,-11-4 12 0,-2 0-18 16,-2-4 0-16,-2-2-16 0,-3-4-4 0,2-1-108 15,-3-5 50-15,4-1-293 16,-2 0 164-16,2 0 76 0,2-1 42 0,-1-6 6 0,7-3-181 15,4-1 73-15,5-4 58 0,0-4-306 0,2-6 174 0,12 3 98 16</inkml:trace>
  <inkml:trace contextRef="#ctx0" brushRef="#br0" timeOffset="168357.68">3021 15963 999 0,'8'-2'0'0,"-5"0"0"0,1 2 0 0,-2 0 0 0,0 0 0 0,-2 9 0 0,0 4 77 0,0 3 341 0,0 0-193 15,0 2 76-15,0 3-134 0,0 0-67 0,0 1-25 16,-2 2-9-16,0-2-67 0,1-1 34 0,-2 0-231 16,3-5 115-16,0-4 67 0,-2-1 19 0,2-2 1 0,0-2-421 15,0-7 225-15,0 0 68 0,0 0 75 16,0-1-498-16</inkml:trace>
  <inkml:trace contextRef="#ctx0" brushRef="#br0" timeOffset="168761.1">2997 15525 1044 0,'2'-9'0'0,"-2"6"0"0,3 2 0 0,1 1 0 0,-2 0 0 0,1 0 0 0,3 10 0 0,-1 2 153 0,5 4-53 16,1 4-37-16,0 2 0 0,3 1-89 0,-1 5 30 0,0 2 0 16,-2 2-220-16,0 4 120 15,0 7 64-15,-3 0 32 0,-5 3-171 16,0 3 88-16,-1-8 45 0,0 11 21 0,-2-8-39 15,0-10 1-15,0-2 205 0,0-10-94 16,0-4-45-16,0-5 0 0,0 0-33 0,0-7 108 0,0-2-31 0,0-3-33 16,0-1 30-16,0 0 161 0,0 0-65 15,0-3 16-15,3-10-65 0,5-4-26 16,3-3-7-16,2-1-33 0,2-2-22 16,0 2 22-16,2 1 34 0,-6 5-26 0,5-3-8 15,-3 9 0-15,2 0 28 0,-3 6-28 0,1 3 0 16,-1 0 8-16,1 3-9 0,1 15 45 0,-3 5-22 0,1 3 106 15,0 5-64-15,-4-1-24 0,-1-1-9 16,2 2 17-16,-3-3-24 0,-1 0-1 0,-2-6-23 16,0-2 8-16,-1-1-57 0,3-4 24 0,-4-2-84 15,0-4 54-15,-1-3 28 0,0 0 8 0,0-5 18 0,0 0-394 16,0-1 159 0,0 0-283-16,0 0 222 0,0-1 107 0,0-12 67 0,0-4 28 15,0-6-371-15,4-2 200 0</inkml:trace>
  <inkml:trace contextRef="#ctx0" brushRef="#br0" timeOffset="169175.12">3462 15610 844 0,'-6'0'0'0,"2"0"0"0,3-5 0 0,-2 4 0 0,-2-3 0 0,5 1 0 0,0 1 149 16,0-1-59-16,0 2 231 0,0-1-144 0,0 0-72 16,0-1-28-16,6 3 89 0,6 0-67 0,-3 0-33 0,4 3 0 15,1 5-25-15,0 1 125 0,2-1-67 16,-3 3-23-16,0-2-22 16,-1 2 0-16,-1 0-13 0,-3-1-8 0,-2 1-55 0,-2 1 27 0,-1-1-68 15,-3-1 48-15,0 4 32 16,-5 0-8-16,-7-3 23 0,-1 2-126 0,0-4 40 0,-1 0-3 15,-2-1 21-15,2 0 2 0,-2-3 0 16,6 0 0-16,-1-4 75 0,4 0-23 0,3-1 154 16,1 3-84-16,3-3-43 0,-3 0-16 0,3 0 0 0,0 0 63 15,3 0-31-15,11 0 42 0,-1 0-35 16,6 0 4-16,-1 0-40 0,0 0 1 0,3 0-13 16,-3 0 13-16,2 0-115 0,-4 0 57 15,1 0 30-15,1 0-1 0,-2 0 37 0,-1 0-478 16,-2 0 218-16,2-3-474 0,-1 3 331 15,-1 0 164-15,-4-1 74 0,5 1 50 0,-2 0-434 16</inkml:trace>
  <inkml:trace contextRef="#ctx0" brushRef="#br0" timeOffset="169853.96">3884 15856 580 0,'0'-10'0'0,"0"1"0"0,0 1 0 0,-1 1 0 0,-1 0 0 0,0-2 0 0,1 4 261 0,-2 2-106 0,3 0 55 0,-2 2-88 16,2-2-45-16,0 3-22 0,0 0 191 0,-3 0-98 15,3 3-61-15,-2 12-28 0,-2 7 120 0,2 3-73 16,1 5-36-16,-2 2 7 0,3 4-44 0,0-1 136 16,0-1-69-16,0-1 27 0,3-2-47 0,4-10-15 15,3 5-9-15,0-8-23 0,4-1-2 16,-2-3 2-16,4-6-57 0,-1-2 37 16,0-4-9-16,0-2 29 0,2 0-133 15,-2-3 66-15,2-15 34 0,-4 0-160 0,1-8 71 0,-1-3 48 16,-2-1 1-16,0-2-106 0,-3-1 54 15,-2-1 30-15,2 2 3 0,-2 0 0 0,1 0 13 16,-4 4 13-16,0 0 23 0,0 5-9 0,-1 0-13 16,3 5-1-16,-4 1 0 0,1 8 116 0,1-1-50 0,-2 5 203 15,1 1-113-15,-2 2-65 16,0 0-15-16,0 2 166 0,0 0-82 0,2 0-44 16,1 0 8-16,-3 9-29 0,2 7 0 0,-2 0-29 15,3 9 160-15,-3-3-72 0,0 10-49 16,0-2 80-16,0 2 65 0,0 0-217 0,0-1 0 0,1-6 0 15,3 7 0-15,1-9 0 0,1 0 0 0,3-3 0 16,-3-5-190-16,1-1 185 0,4-3-1 16,-3-2-379-16,0-3 179 0,2 0 104 0,-1-3-554 15,4-1 316-15,-4 0 153 0,4 0 78 0,-2 1-277 16,1 1 176-16</inkml:trace>
  <inkml:trace contextRef="#ctx0" brushRef="#br0" timeOffset="173839.53">4786 15225 548 0,'0'-2'0'0,"-1"-1"0"0,1 2 0 0,-3-2 0 0,1 2 0 0,0-1 93 0,1 1-30 0,1-1 0 16,-2 2 22-16,2 0 3 0,0 0-27 16,0-3-1-16,0 3 24 0,0 0-26 0,0 0 8 15,0 0-33-15,0 0 0 0,0 0 18 0,0 12-18 16,0 2 90-16,0 9-49 0,0 3-20 0,0 5-1 15,0 10-20-15,0 4 79 0,0 3-31 0,0 6-5 16,0 0-21-16,2 4-1 0,-1 1-21 0,1-2 0 16,0 2 47-16,2-3-47 15,2-6-50-15,1-4 25 0,-3-12 1 0,3 2 23 16,-1-8 9-16,2 2-46 0,-2-10 0 0,-1-1 37 16,-1-6-72-16,-3-4 35 0,1-1 13 0,1-4-35 15,-1-2 14-15,-2-2 1 0,0 0 8 0,0 0 17 0,0 0 18 16,-10-2-32-16,2-5-116 15,-5-2 59-15,2-5 27 0,-4-4 0 0,3-2 22 0,-2-8-173 16,-3 2 83-16,0 0 31 0,0-3-81 0,0 5 59 16,1 6 19-16,-3 0 8 0,1 7 30 0,-2 5 24 15,2 5 0-15,-1 1 143 0,-1 0-92 16,0 11-33-16,1 6-21 0,5 3 253 16,-2 5-127-16,5-1-42 0,3 0-40 0,2 5 278 15,4-9-140-15,2 3-4 0,0-2-66 0,0-2-34 0,4-4 8 16,6 0-74-16,5-4 0 15,0-2 32-15,2-2 1 0,3-5-242 0,-1 0 128 0,4-2 54 16,3 0-449-16,-2-4 223 16,-3-7 125-16,1 0 22 0,-2-2-413 0,6-2 247 15,-5 2 120-15,1 1-213 0</inkml:trace>
  <inkml:trace contextRef="#ctx0" brushRef="#br0" timeOffset="174288.84">5067 15558 782 0,'-3'0'0'0,"1"0"0"0,2 0 0 0,-1 0 0 0,1 0 0 0,0 0 238 0,0 0-102 0,0 3-52 0,0 6-17 16,0 5 174-16,0 7-105 0,1 5 44 0,5 3-74 0,-4 6-37 15,3 4 1-15,-3 4 136 0,2-9-86 16,-2 7-44-16,3-4-22 0,3-1 84 0,0-5-44 0,1 0-35 16,1-5-72-16,1-6 23 15,0-1 0-15,0-3 23 0,1-5-156 16,0-3 74-16,-1-7 41 0,3-1 0 0,-1 0-79 16,3-8 60-16,-3-10 14 0,4-11 16 0,-4 1-303 15,1-5 144-15,-3-3 29 0,3-6 51 0,-3 7-64 16,1-8 58-16,-3 4 24 0,-1 3 1 15,0-1 47-15,0 1 1 0,-2 1 87 0,0 14-51 0,-2-2-30 16,-3 11 0-16,1 1 277 0,0 6-147 0,-2 2-59 16,0 2-39-16,0 1 174 0,0 13-95 0,0 14-11 15,0 2 99-15,-2 7 87 0,0 7-130 16,2 1 192-16,0-2-156 0,0 4-78 16,2-2-40-16,8-3 102 0,4 5-173 0,2-7 0 15,-1-7 0-15,3 1-294 0,-1-5 179 0,1-8 83 0,-2 1-334 16,1-6 199-16,-2-6 100 0,0-1 50 15,3-5 25-15</inkml:trace>
  <inkml:trace contextRef="#ctx0" brushRef="#br0" timeOffset="175378.61">414 16344 705 0,'-10'0'0'0,"6"0"0"0,-1 0 0 0,1 0 0 0,1 0 0 0,-1 0 0 0,1 0 0 0,3 0 122 0,-2 0-44 0,2 0-23 0,0 0 185 15,0 0-96-15,0 0-59 0,0-3-27 0,0 2 134 16,0-1-79-16,2 2-40 0,7-2 69 0,-1 0-58 15,3 1-26-15,0-1 134 0,-1-2-81 0,3 0-30 16,2 1-9-16,-2-2 84 16,0 2-62-16,1-3-30 0,3 2 0 0,1-1 62 0,1-1-51 0,1 2-21 15,0 1 1-15,7-1 24 16,-2 3-22-16,2-4 7 0,3 3-13 0,2-3-18 16,1 1 0-16,2-2-5 0,0 1 5 0,2-2 8 15,0 2-8-15,0-2-21 0,-5 1 0 0,3-2 21 16,-8 4 0-16,-2-2-11 0,-2 2 10 0,-1 0 1 15,-5 2 140-15,-6 0-173 0,-4 2 0 16,-2-1 0-16,1 1 0 0,-5 0 0 16,1 0 0-16,-2 0 0 0,0 0 0 0,0 0 0 0,0 0 0 15,0-5 0-15,-6 0 0 0,1-3 0 16,-1 3 0-16,1-5-231 0,0 7 124 16,2-3 48-16,1 4-938 0,2 0 483 15,0 2 240-15</inkml:trace>
  <inkml:trace contextRef="#ctx0" brushRef="#br0" timeOffset="180403.81">5710 15570 896 0,'-6'0'0'0,"6"0"0"0,-3 0 0 0,3 0 0 0,0 0 0 0,0 0 0 0,0 0 0 0,3 0 0 0,11 0 113 0,2-2-40 0,3-2 147 15,-3 1-97-15,3-1-45 0,-1 2-23 0,-1 1 30 16,2-2-26-16,-3 2 8 0,3-1-34 0,-3 0-91 16,-1 0 45-16,-3 0 23 0,-2 2 0 0,0-2-235 15,0 2 125-15,-5 0 55 0,-2-2-191 0,-1 2 124 16,0 0 18-16</inkml:trace>
  <inkml:trace contextRef="#ctx0" brushRef="#br0" timeOffset="180588.83">5798 15816 1067 0,'-9'8'0'0,"0"1"0"0,5-4 0 0,0 0 0 0,1-2 0 0,0-3 0 0,3 0 0 0,-3 0 395 16,3 0-180-16,0 0-92 0,3 0-45 0,6 0-14 0,4 0-9 0,0 0-22 15,1 0 27-15,-4-2 0 16,3 1-27-16,-4-4-150 0,7 1 70 0,-2 1 41 16,-3-1-1-16,3 2-444 0,-1-1 244 0,1 0 56 15,2 2 78-15</inkml:trace>
  <inkml:trace contextRef="#ctx0" brushRef="#br0" timeOffset="181042.23">6412 15323 733 0,'0'-14'0'0,"-3"2"0"0,-1 2 0 15,1-2 0-15,0-2 0 0,-4 0 0 0,-1-1 194 0,1-2-81 0,0 1-40 0,1 0 75 0,-3 1-57 16,1 4-22-16,1-1 32 0,-3 4-34 0,2 2-1 15,-1 0-33-15,0 4 28 16,-1 0 8-16,-1 2-36 0,2 0-1 16,-1 0 64-16,-1 6-32 0,3 5 0 0,-5 5 42 15,6 0-40-15,-2 3-1 0,0 5-32 0,0 1 112 16,4 3-56-16,1 0-20 0,3 1 35 0,-1 6 12 16,2 0-41-16,0 1-22 0,0 1 17 0,2 1 8 0,3 8-45 15,4-7 23-15,4 3-23 0,-5-1 0 16,3 0 0-16,0-5 8 0,-3 3-42 15,2-2-1-15,-3 1-26 0,0 0 30 16,-4-1 0-16,-2 1 39 0,-1-1-8 0,0-1-64 16,0-1 28-16,-4 1-35 0,-7 0 27 0,-2-2-4 15,-2-2 27-15,0-2-11 0,-1-2-22 0,0-6-8 0,1-2 36 16,0-4-9-16,0 0-192 0,2-6 86 16,3 0-264-16,-3-4 167 0,4-2 77 0,2 2 53 15,1-3-272-15,2-1 158 0,3-2 78 16,-2 0 39-16,3 0-341 0,0 0 194 15,8-2 94-15,8-4 45 0,4-6-110 0</inkml:trace>
  <inkml:trace contextRef="#ctx0" brushRef="#br0" timeOffset="181337.96">6450 16134 1013 0,'3'0'0'0,"-3"-2"0"16,0 2 0-16,0 0 0 0,0 0 0 0,-5 9 0 0,1 4 0 0,1 3 70 0,1 4-29 0,2 1-9 0,0 6 564 0,0-2-282 15,0-2-141-15,8 1-70 0,3-5 28 16,2 1-54-16,6-1-22 0,-3-7 0 16,3-2-104-16,4-3 41 0,-3-3 9 0,0-4 31 15,0 0-83-15,-3 0 42 0,-2-11-162 0,-2-10 101 16,-3 3 60-16,-3-6-25 0,-5-3-113 0,0 3 50 0,-2-2 43 16,0 0-13-16,-8 1 6 0,-5-5 16 15,-1 6 13-15,-4 1 0 0,-1 2 39 0,3 8-39 0,-4 2-8 16,4 4 42-16,-3 5 1 15,3 2-21-15,0 0 43 0,3 5-19 0,1 9-5 16,4 0-6-16,3 0-128 0,2-3 58 0,3 0 28 16,0-1 0-16,0-3-266 0,3-4 145 0,10 0 68 15,-1-3 34-15</inkml:trace>
  <inkml:trace contextRef="#ctx0" brushRef="#br0" timeOffset="181564.87">6553 15352 1134 0,'-7'-13'0'0,"7"8"0"0,0 1 0 0,0 0 0 0,0 1 0 0,4 2 0 0,9-1 466 16,4 1-217-16,7 1-109 0,0 0-53 0,5 0 255 16,1 0-147-16,3 0-85 0,-1-3-38 0,0 2-72 15,1-3 1-15,-4 0 32 0,-4-1-139 16,-2 0 65-16,-2 2 37 0,-5 2-399 15,-7-3 218-15,1 3 109 0,-6 1 62 0,-2 0-607 16,-2 0 294-16,0 7 147 0,-6 5 74 0,-8 1-242 16</inkml:trace>
  <inkml:trace contextRef="#ctx0" brushRef="#br0" timeOffset="181874.04">6636 15455 955 0,'-15'0'0'0,"4"4"0"0,3-2 0 0,4 0 0 0,-1-2 0 0,3 0 0 0,2 0 0 0,0 0 0 0,0 0 274 0,13 0-120 0,3 0-61 15,0 0 166-15,3 0-117 16,3 2-55-16,-7 5-27 0,3-3-27 0,-3 4 0 16,-1 1 8-16,-8 2-166 0,1 1 79 0,-3 5 40 15,-4 0-1-15,0-3-170 0,0 4 114 0,-11-3 43 16,-3-2 27-16,-4-3-161 0,-3 1 76 0,3-4-3 16,-3 0 129-16,-4-1-50 0,5-3 0 0,1 1-55 15,2 0 26-15,3-2-7 16,4 0-2-16,0 0 523 0,8-2-235 0,-3 2-86 15,5-2-69-15,0 2 134 0,2-1-89 0,10 1-56 16,6 2-25-16,5-2 26 0,1-1-24 0,-1 1 7 16,7 1-33-16,-3-2-45 0,0 0 22 0,-4-1-297 15,1 0 161-15,-1 4 87 0,-3-4 32 0,-3 0-254 16,0 0 135-16,-3 0 26 0,-2 0 48 0,-3 0-504 16,0 0 266-16,0-4 129 0</inkml:trace>
  <inkml:trace contextRef="#ctx0" brushRef="#br0" timeOffset="182124.37">6409 14814 920 0,'-15'-17'0'0,"12"14"0"0,3 2 0 0,0-1 0 0,1-3 0 0,9-2 0 0,6 1 395 0,5-1-181 0,4 1-82 15,3 1 193-15,7-2-147 16,9 1-72-16,-5 2 56 0,-3 3-64 0,1-2-25 16,-3 3-8-16,0 0-187 0,-6 0 78 0,-2 0 38 15,-5 0 0-15,-1 0-97 0,-4 3 63 0,-7 0 37 16,-1-1 0-16,-5 0-501 0,0-1 190 0,-3 2-263 16,0-1 276-16,-3 2 134 0</inkml:trace>
  <inkml:trace contextRef="#ctx0" brushRef="#br0" timeOffset="182288.93">6558 14786 436 0,'-12'0'0'0,"2"5"0"0,3 1 0 0,3-3 0 0,3 3 278 0,0 3-123 0,1 2-52 0,0 2-40 0,0 4 225 16,4 3-127-16,0-2-64 0,1 4-25 0,-1 6 40 16,-2-3-40-16,1 1-1 0,-3 0-93 0,0-7 27 15,1 2 8-15,1-1-320 0,0-8 170 0,2-1 84 16,0-4 44-16,1-2-444 15,3-2 200-15,1-3 125 0</inkml:trace>
  <inkml:trace contextRef="#ctx0" brushRef="#br0" timeOffset="182441.52">6678 14816 1481 0,'3'-9'0'0,"1"4"0"0,1 1 0 0,-1 3 0 0,1-2 0 16,0 3 0-16,1 0 0 0,-1 6 0 0,2 9 239 0,2 6-103 0,-4 5-51 0,-1 6 141 0,-2 10-97 0,-1-7-40 15,1 12-32-15,-2-4 26 16,0 0-25-16,2-9-1 0,2-1-24 0,1 2-486 16,3-3 239-16</inkml:trace>
  <inkml:trace contextRef="#ctx0" brushRef="#br0" timeOffset="185436.08">7275 15715 669 0,'0'0'0'0,"0"0"0"0,0-2 0 0,0 0 0 0,0-2 0 0,0-2 0 0,0 0 0 0,-2-2 0 0,2 0 125 0,-2 1-46 0,0-1-23 16,0-2-22-16,-1 3 7 0,-1 1-8 0,0-2 0 16,-2 4-43-16,0-2 21 0,-2-1 1 0,0 4-20 15,-3 2 16-15,-1-1-1 0,0 2 25 0,1 0-22 16,-5 0 3-16,2 2 19 0,2 9-46 0,-2-2 91 16,3 2-34-16,0 2 0 0,1-1 64 0,3 1-33 15,2 1-21-15,1-1 0 0,3 1 28 16,1 1-24-16,0-3 0 0,0 2-37 15,1 0 13-15,8 0 0 0,2 0 0 0,1-1-42 16,0 0 20-16,0 0 10 0,-1 2 11 0,-2 0-26 16,1 0 0-16,-4 0 27 0,-2 3-55 0,-3-2 30 15,-1 2-24-15,0 2 37 0,-3-1 26 0,-8-3-29 16,-3 3-8-16,-1-2 52 0,-5 3-44 0,2-10 0 16,1 3 3-16,-5-3-83 0,3-5 40 15,-1-2 5-15,2 0 37 0,5-3-124 16,-1 0 54-16,4 0 31 0,3-4 6 0,3-8-312 15,4-3 136-15,0 3 83 0,2-9-234 0,14 4 154 16,4-3 76-16,4-1-215 0</inkml:trace>
  <inkml:trace contextRef="#ctx0" brushRef="#br0" timeOffset="185596.65">7324 15804 906 0,'7'1'0'0,"3"9"0"0,-7-3 0 0,3 5 0 0,-4-2 0 0,1 3 0 0,-3 2 414 0,0-1-191 0,1 1-87 15,-1 2-55-15,0-2 163 0,0 1-105 0,0 2-53 16,0-1-43-16,0 1-10 0,0-3-1 0,2-3-264 16,-2-3 131-16,1 0 68 0,-1-4 41 0,0-3-445 15,0 0 234-15,0-2 65 0,0-2 76 0</inkml:trace>
  <inkml:trace contextRef="#ctx0" brushRef="#br0" timeOffset="185982.62">7385 15360 826 0,'8'-2'0'0,"1"2"0"0,5 0 0 16,-9 2 0-16,3 7 0 0,-3 2 0 0,3 4 0 0,-3 8 91 0,-1 2-29 0,5 5 8 0,-7 4-86 0,5 9 25 16,-4-2-1-16,2 4-59 0,-2 1 41 0,-1 6 30 15,-1-2-8-15,-1 0 21 0,2 0-35 16,-2-7 0-16,0-9 120 15,2-5-34-15,1 0-37 0,-2-9 46 0,0-7-37 0,2-3-1 0,-3-4-31 16,1-6 7-16,4 0 40 0,0-6-1 16,2-17-37-16,1-1-26 15,-1-4 0-15,4-3 34 0,-3 4-8 0,1-1-105 0,1 7 53 0,-1-3 26 16,0 5-38-16,3 7 36 0,-3-2-22 0,1 8 52 16,-2 2-31-16,1 2 10 0,3 2-26 15,-4 2 23-15,0 12 93 0,3 5-47 0,-3 6-23 16,-2 3 121-16,-1 3-62 0,1-1-28 0,-1 2-1 15,1-5-1-15,-1 2-30 0,0-9-1 16,2 3 1-16,-3-2-121 0,1-2 57 0,3-6 31 16,-2-5 1-16,-1-1-308 0,1-5 154 0,-1-2-129 15,2 0 121-15,2-2 74 0,-2-11-338 16,0-4 196-16,3-5 90 0</inkml:trace>
  <inkml:trace contextRef="#ctx0" brushRef="#br0" timeOffset="186302.77">7752 15236 1500 0,'-8'-5'0'0,"5"2"0"0,-1 3 0 0,2 0 0 0,2 0 0 0,0 0 0 0,0 0 0 0,12-2 263 0,9-1-115 0,-1-4-58 16,4 4-29-16,-3 2 176 0,3 1-106 0,-1 0-49 15,0 0-85-15,-4 7 0 0,-3 6 36 16,-2 2 8-16,-6 6-188 0,0-1 90 15,-6 3 45-15,-2 3 22 0,0-1-157 0,-2-7 97 16,-9 3-7-16,-4-3 3 0,-1 0-20 0,0-5 32 16,-3-2-43-16,2-4 172 0,0 0-67 0,2-4-22 15,2 1-7-15,4 0 254 16,1-2-109-16,5-1-67 0,-2-1 203 0,5 0-122 0,0 2-51 0,0 0-34 16,2 2-54-16,10 0 9 0,0-1 13 0,5 0-116 15,-3-2 59-15,5 0 28 0,-1-1 0 16,-1 0-107-16,2 0 61 0,-1 0 37 15,-4 0-18-15,1 0-540 0,-1 0 229 0,-4 0 143 16,3 7-412-16</inkml:trace>
  <inkml:trace contextRef="#ctx0" brushRef="#br0" timeOffset="186669.08">7979 15752 387 0,'0'11'0'0,"0"4"0"0,0 1 0 0,0 1 0 0,0-1 369 16,-2 5-168-16,2 4-85 0,0-4-41 0,0 7 83 16,0-6-55-16,4 6 34 0,5-3-13 0,-1-5-46 15,3 1-22-15,0-3-56 0,1-2 41 0,1-4-8 16,0-3-1-16,0-7-87 0,1-2 44 0,-3 0 21 16,0 0 9-16,2-11-128 0,-5-9 70 15,1-3 36-15,-2-1-8 0,-1-3-62 0,-1 4 11 16,0-11-33-16,-4 3 29 15,1 2 27-15,0-5-8 0,1 4 68 0,-2-2-54 0,2-1 11 16,-1 8-8-16,0 4 154 0,1 2-68 0,0 10-35 16,-3 1-12-16,2 4 275 0,-2 2-127 0,2 2-71 15,-2 2-15-15,0 15 144 0,0 2-83 0,0 9-54 16,0-1 34-16,0 2-40 0,0 4 0 0,2-1-27 16,0-7-5-16,3 9-7 0,4-7 0 15,4-1-235-15,-5-7 118 0,6-3 58 0,0-1 38 16,4-3-579-16,-2-3 283 0,3-4 98 15,3-3-523-15</inkml:trace>
  <inkml:trace contextRef="#ctx0" brushRef="#br0" timeOffset="187650.11">8665 15784 584 0,'-6'-9'0'0,"-3"2"0"0,3-1 0 0,-4-2 0 0,3-1 0 0,0 0 32 0,-2-1 36 0,1 1 0 0,-2-1-27 16,3 0-8-16,0 3 68 0,-2 1-34 15,4 0 9-15,-2 3-22 0,1 1 9 0,3 2-30 16,-4 2-1-16,2 0-48 0,1 4 24 0,-1 13 0 0,2 5 4 16,-2 6-8-16,-1 5 29 15,4 0-44-15,-1 3 21 16,1 0 0-16,2-1 1 0,0-2-9 0,0-6 9 0,0-6 9 0,2-1 22 15,3-3-24-15,3-7-2 0,1-1 0 16,0-5-4-16,3-4 19 0,-3 0-11 16,4-5-37-16,-1-15 5 0,1-8 30 0,-1-1 2 0,-3-5-2 15,3-8-54-15,0-3 25 0,-4 8 0 0,1-16-99 16,1 4 52-16,-5-3 30 0,1-5 5 0,-3-9 0 0,-1 8-87 16,0-17 36-1,0 6 19-15,-2-1-9 0,0 15 38 0,0 6 1 16,0 11 108-16,0 12-51 0,0 8-28 0,0 5 1 15,-6 8 104-15,0 5-52 0,-2 3-37 0,-4 25 230 16,5 3-118-16,-1 12-38 0,0 1 153 0,4 6-107 16,4 3-46-16,0 12-34 0,0-3 0 0,0 0 105 15,4 2-66-15,4-9 50 0,1 4-62 0,1-2-27 0,1-7 0 16,-1-2-27-16,0-13-13 16,2 3 21-16,1-7-9 0,1-4-66 0,-5-8 32 0,4-4 1 0,-2-8-154 15,-1-3 103 1,0-4 37-16,2 0 13 0,-1-17 0 0,-1-9-239 15,-1-3 119-15,1-2-113 0,-1-5 107 0,-1 0 41 16,-3-1 27-16,3-1 0 0,0 2-2 0,-4 1-9 16,3 2 38-16,-2 4 35 0,-1 7 0 0,0 1-35 15,-3 4 0-15,1 7 193 0,0 1-92 0,0 6-51 16,-2 0 297-16,0 0-144 0,0 3-86 0,0 0 147 16,0 0-104-16,0 6-43 15,0 8-25-15,0 1 0 0,0 6 67 0,0-1-39 0,2 7-31 16,1-1 14-16,2 2 0 0,0-1-37 0,3-3-17 15,0-4 25-15,0 4-8 0,6-4 0 16,-1-4-99-16,2-4 50 0,-1-3 24 0,4-1 9 16,-2-7-176-16,2-1 80 0,-1 0 51 0,1-10 3 15,-1-8-215-15,-4-2 95 0,3-6-63 16,-4-2 85-16,1-3 45 0,-1-2 22 0,-3-3 1 0,0-4-12 16,-1-4 9-16,0 0 25 0,-1 1-32 15,-3 8 0-15,-1 1 32 0,-1 10-7 16,1 0 162-16,-3 12-77 0,0 0-39 0,0 7 0 0,0 3 321 15,0 2-159-15,-7 3 224 0,0 18-182 16,2 4-82-16,-1 5-47 0,4 4-24 0,-1 1 110 16,3 11-71-16,0-5-32 0,0 0 247 0,3 1-311 15,3-3 0-15,1-5 0 0,4 3 0 0,3-6 0 16,-1 1 0-16,2-5 0 0,-4-6-195 16,5 0 130-16,-4-3 49 0,2-3-628 0,-1-3 293 0,-1-3 168 15,2-2 27-15,-1-1-238 16,-1 0 181-16,0-3 90 0,6 3-562 0</inkml:trace>
  <inkml:trace contextRef="#ctx0" brushRef="#br0" timeOffset="187800.22">9928 15856 1845 0,'2'0'0'0,"-2"0"0"0,5 0 0 0,-2 1 0 0,-1-1 0 0,0 0 199 0,0 0-84 15,-2 2-32-15,0-2-29 0,0 0-154 0,0 0 67 0,0-2-377 16</inkml:trace>
  <inkml:trace contextRef="#ctx0" brushRef="#br0" timeOffset="203028.5">16039 14815 519 0,'-2'0'0'0,"-3"0"0"0,0 0 0 0,3 0 0 0,0 1 0 0,1-1 0 0,-1 0 235 16,0 0-101-16,2 0-51 0,0 0-25 0,0 0 233 16,0 0-134-16,0 0-62 0,0 0-31 0,0 0 76 15,5 0-54-15,9-1-19 0,1-4 134 0,4-3-85 16,2 3-41-16,4-6 79 15,-2 7-61-15,0-5-22 0,5 2-8 0,-3-1-10 16,0 4-20-16,2-5 0 0,-3 4 0 0,-5-1-51 16,0 3 21-16,-2-1 0 0,-6 0 30 0,-2 2-34 15,-1 0 9-15,-4-1 25 0,-2 3-71 0,-1 0 35 16,1 0-8-16,-2 0-1 0,0 0 7 0,0 0-24 16,0 0 38-16,0 0-31 0,0 0 0 0,0-5 28 15,0-4-2-15,-2 0-519 0,2-1 248 16,0 0 112-16,0-2 65 0</inkml:trace>
  <inkml:trace contextRef="#ctx0" brushRef="#br0" timeOffset="203737.15">17188 14173 1133 0,'0'-12'0'0,"0"2"0"0,-2 2 0 0,0-2 0 0,-2 1 0 0,1 0 0 0,-3 1 0 0,0 2 0 0,0 1 0 0,1 0 266 0,-1 4-117 0,-1 0-58 16,-1 1 87-16,-3 0-64 0,-5 7-45 0,2 13 0 16,-9 10 28-16,3 4-32 0,-4 10-1 15,-1 2 85-15,0 5-62 0,-3 9-27 0,5-3 0 0,4-6 35 16,1 3-31-16,4-2 8 15,3 1-39-15,3-3 115 0,6-4-57 0,2-1-30 16,0-9 1-16,0 0 24 0,10-5-30 0,4-3-1 16,1-4-63-16,2 0 0 0,1-8 40 0,-2 0-93 15,1-5 43-15,1-4 25 0,1-1 1 0,-1-4-53 16,0-2 21-16,-3 0 31 0,0-6-27 0,-2-9-116 16,-2-6 47-16,-5-1 43 0,-1-4-9 15,-3 3-27-15,-2-11 19 0,0 6 1 0,-5-3 60 16,-6 4-25-16,-3 0-8 0,1 9 69 15,-6-1-26-15,3 4 1 0,-3 5-25 0,0 4 69 16,1 5-27-16,-3 1-3 0,3 0-16 0,0 5 102 16,4 7-43-16,0 1-31 0,5-2 2 0,4 1-94 15,1-2 41-15,1 3 0 0,3 0-493 0,0-2 245 16,10-4 110-16,7 1 60 0</inkml:trace>
  <inkml:trace contextRef="#ctx0" brushRef="#br0" timeOffset="204847.57">17858 14366 516 0,'2'-7'0'0,"4"1"0"0,-3 1 0 0,1-3 0 0,0 0 0 0,-2 1 0 0,0-2 0 0,0-2 0 0,0 3 137 0,0-5-57 0,-2 4-23 15,0-3-1-15,0-3 51 0,0 6-30 0,0-4-7 16,0 0-37-16,0 0 30 0,-2-1-31 0,-4 1 1 16,-2-1-11-16,1 3 11 0,0 0 0 0,-5 2 5 15,1-1-5-15,0 1 0 16,-1 5 8-16,-1 2 29 0,-1 0-37 0,0 2 0 15,-2 0 0-15,2 2 41 0,1 11-12 0,-1 4-8 16,4 2 48-16,-2 2-35 0,4 6 0 0,3 0-34 16,3 7 78-16,2 9-43 0,0-2 0 0,0 5 45 15,2 1-41-15,7 4 1 0,1 1-32 0,1 2 19 16,0 9-1-16,-1-5-26 0,-1 8 0 0,-2-5-20 16,-1-7 28-16,2 7-8 0,-4-7-50 0,-1-1 25 15,-1-7 0-15,-2-2 25 0,0-8-42 0,0 1 17 16,-5-3-12-16,-5-7-29 0,-3-3 19 15,-2-7 0-15,-4-3 17 0,0-6-170 16,-3-6 77-16,-2-2 46 0,-1 0 13 0,4-4-146 16,5-9 66-16,-5-9 48 0,6 0 3 0,5-5-347 15,6-1 187-15,4 2 94 0,0-3-333 0,14 3 217 16</inkml:trace>
  <inkml:trace contextRef="#ctx0" brushRef="#br0" timeOffset="205121.34">17952 14959 1626 0,'9'6'0'0,"-1"1"0"0,-4 7 0 0,-2-3 0 0,-2 1 0 0,0 3 0 0,0 1 0 0,0 3 0 0,0 5 245 0,0-5-106 15,0 4-53-15,2-3 76 0,5 1-56 0,4-4-41 16,3 0 0-16,0-4 8 0,4-3 0 0,2-5-40 16,1-2-148-16,0-3 70 0,5 0 39 15,-11-11-234-15,4-7 136 0,-10-1 77 16,0-6 25-16,-5 5-189 15,-4-9 93-15,0 2 45 0,-2 0-37 0,-13-1 91 0,-2 5-13 0,-1-1 0 16,-5 7-20-16,0 5 86 0,3 4-44 0,-1 2-29 16,0 5 221-16,3 1-82 0,1 0-62 0,7 0 10 15,1 0-27-15,5 5 17 0,4 0-7 0,0 3-397 16,2-4 176-16,11-3 85 0,5-1 45 0,5 0-517 16,7-1 267-16</inkml:trace>
  <inkml:trace contextRef="#ctx0" brushRef="#br0" timeOffset="205324.8">18087 14311 1468 0,'-20'-18'0'0,"6"9"0"0,9 7 0 0,3 0 0 0,2 2 0 0,0 0 0 0,0 0 0 0,0 0 0 0,13 0 417 0,8 0-193 0,7 0-95 15,6 0-48-15,-1 0 167 0,5 6-112 0,0-1-52 16,-2-1-200-16,-1-2 75 15,-1 2 36-15,-6-3 9 0,4-1-148 0,-9 0 88 16,-1 0 44-16,-9 0-464 0,0 0 251 0,-5 0 45 16,-4 2 90-16,-4 2-498 0</inkml:trace>
  <inkml:trace contextRef="#ctx0" brushRef="#br0" timeOffset="205615.02">18187 14431 486 0,'-10'5'0'0,"5"0"0"0,1-1 0 0,4-2 0 0,0-1 0 0,0-1 340 0,0 0-158 0,13 0-75 16,4 0 209-16,4-1-141 0,-3-1-63 0,3 2-44 16,-2 0 28-16,-2 0-32 0,-4 3 1 0,-1 9-87 15,-5 4 36-15,-3-1-8 0,-4 5 27 0,0 3-159 16,-6-4 80-16,-8 5 39 0,-2-8 8 0,-7 4-81 16,5-9 18-16,-3-1 41 0,0-2-1 0,1-2-24 15,-1-2-9-15,2-2 3 16,4-2 237-16,4 1-95 0,3-1-48 0,3 0 128 15,1 0-62-15,2 0-49 0,2 0 11 0,2 0 115 16,13 0-76-16,7 0-38 0,-2 0 8 0,8 0-38 16,-2 0-8-16,3 3-1 0,-4 0-141 0,3-1 71 15,-3 0 43-15,3 2-8 0,-7-3-376 0,1-1 196 16,-3 0 65-16,-2 0-239 0,-4 0 126 0,2 0 102 16</inkml:trace>
  <inkml:trace contextRef="#ctx0" brushRef="#br0" timeOffset="205821.94">18062 13887 1260 0,'-5'-3'0'0,"5"1"0"0,2 2 0 0,10 0 0 0,4 0 0 0,5 0 0 0,7 0 436 0,1 0-201 15,1 0-102-15,3 0 89 0,3 0-86 0,3-2-56 0,1-2-23 0,-4 1-62 16,-3-2 1-16,-2 0 36 15,-7 1 9-15,-2 0-354 0,-5 2 172 0,-6 0 88 16,-4 2-479-16,-4 0 274 0,-3 0 63 0,0 0 95 16</inkml:trace>
  <inkml:trace contextRef="#ctx0" brushRef="#br0" timeOffset="205965.56">18227 13910 1104 0,'-6'3'0'0,"1"5"0"0,5 0 0 0,0 3 0 0,0-4 0 0,0 5 0 0,0-1 0 0,0 5 192 0,3-1-80 0,-1 5-40 0,2 0 96 16,-1 3-67-16,1 0-26 0,0 5-9 0,-3-7-106 16,1 1 37-16,2-3-1 0,-2-2-354 0,2-6 203 15,0-3 90-15,0-3 48 0</inkml:trace>
  <inkml:trace contextRef="#ctx0" brushRef="#br0" timeOffset="206099.21">18337 13913 1283 0,'4'0'0'0,"0"0"0"0,0 0 0 0,-3 6 0 0,1 5 0 0,0 1 0 0,-2 5 0 0,0-1 218 0,0 10-93 16,0 2-45-16,0 0-41 0,2 4-7 0,0 1 9 15,1 4-8-15,6 5-493 0,2 0 246 0</inkml:trace>
  <inkml:trace contextRef="#ctx0" brushRef="#br0" timeOffset="206433.31">18887 14604 1051 0,'0'-25'0'0,"-9"8"0"16,2 6 0-16,0-4 0 0,-7-1 0 0,1 3 0 0,-2 3 234 0,0 3-101 0,-2 6-50 0,-4-1 45 0,-3 2-52 15,-1 2-21-15,3 14-1 16,-1 4 38-16,5 6-30 0,0 2 8 0,7-2-2 15,4 0 0-15,7-5-35 0,0 3 0 0,0 1 10 16,9-10-2-16,12 6-9 0,3-4 1 0,1-5-50 16,5 1 24-16,-2 1 1 0,-5-3-85 0,7 5 43 15,-6 0 31-15,-4 0 2 0,-4 1-76 0,-2 1 30 16,-3-1 32-16,-8-1-97 0,-1 3 54 0,-2-2 9 16,-4-1-1-16,-15 4 97 15,2-7-35-15,-9 3-13 0,0-4-17 0,-2-1 86 16,1-3-40-16,1-2-14 0,8-3-221 0,-2-3 101 15,5 0 47-15,6 0 11 0,5-13-189 0,4-9 104 16,2-3 48-16</inkml:trace>
  <inkml:trace contextRef="#ctx0" brushRef="#br0" timeOffset="206585.9">18985 14725 2516 0,'13'0'0'0,"8"2"0"0,-8 9 0 0,-4 2 0 0,0 2 0 0,-6 5 0 0,-1 4 0 0,-2-2 0 0,0 2 0 0,0-3 0 0,0 4 0 0,0-5 0 0,0-1 0 0,0-1 78 0,0-5-22 0,0-3-1 16,0 0-460-16,0-7 214 0,0-1 113 0,2-2 55 16,0 0-538-16,3-10 288 0,1-12 54 0,-3-9-132 15</inkml:trace>
  <inkml:trace contextRef="#ctx0" brushRef="#br0" timeOffset="206898.9">19152 14230 651 0,'10'-3'0'0,"0"3"0"0,2 0 0 0,-1 9 0 0,1 8 0 0,-1 7 0 0,0 7 388 16,3 11-181-16,-3 2-88 0,-4 3-42 0,-1 3 183 16,0 4-113-16,-3 1-49 0,-1-1-5 0,0-1-30 15,0-3-1-15,0-3-101 0,-1-13 35 0,1-4 9 16,0-6 28-16,0-11-166 0,0-2 83 0,1-7 41 16,0-4 22-16,3-2-85 15,1-20 4-15,2-5 42 0,1 1-37 0,-1-2-25 16,2 2 10-16,-3 3 25 0,1-1 131 0,2 5-48 15,-1 3-14-15,-2 6-38 0,-1 3 204 0,2 4-94 16,-1 3-33-16,0 0 160 0,-1 11-84 0,-2 12-54 16,-1 6 1-16,1 3 48 15,-4 1-51-15,1 4-21 0,-2 0 0 0,0 0 21 0,2-5-22 0,0-8 9 16,3 1-159-16,-1-6 64 0,1-8 34 0,1-2-368 16,0-7 184-16,2-2 107 15,1 0 18-15,0-17-462 0,1-7 238 0,-1-6 125 16,-2-11 62-16,0 2-165 0</inkml:trace>
  <inkml:trace contextRef="#ctx0" brushRef="#br0" timeOffset="207154.49">19530 14205 1009 0,'0'-14'0'0,"0"5"0"0,5 1 0 0,3 2 0 0,3-3 0 0,-2 3 0 0,5 5 222 0,1 0-94 0,2 1-40 0,1 0 202 0,1 0-128 15,1 5-65-15,-4 4-57 16,1 5-7-16,-4 1 8 0,0-1-8 0,-5 2-206 15,-4 0 103-15,-3-1 52 0,-1 3 25 0,-3-4-89 16,-13 4 53-16,0 0 13 0,-3-2 21 0,-4 0-30 16,8-5-37-16,-6 4-34 0,7-3 293 0,0-1-114 15,7-3-46-15,1-1 282 0,5-4-145 0,1 3-54 16,0 0-47-16,3-2 24 0,15-4-28 0,3 0 0 16,0 0-29-16,9 0-184 15,-3 0 88-15,1-2 44 0,0 0 23 0,-8-1-239 16,3-2 138-16,0 4 43 0,-1 1-751 0</inkml:trace>
  <inkml:trace contextRef="#ctx0" brushRef="#br0" timeOffset="207327.03">19815 14673 1340 0,'-13'9'0'0,"6"-4"0"0,2 1 0 0,0-2 0 0,3-3 0 0,2 2 0 0,0-2 0 0,7 1 0 0,7 1 438 0,7-3-203 0,1 0-101 16,1 0-43-16,9 0 45 0,-4 0-52 0,2 0-26 15,-4 0 1-15,-3-3-349 0,1 0 169 0,-3-3 73 16,-2 2-191-16,-3 3 137 0,-4-2 66 0,-1 2-495 16,-5-2 258-16,-3 2 65 0</inkml:trace>
  <inkml:trace contextRef="#ctx0" brushRef="#br0" timeOffset="207471.15">20056 14431 805 0,'-4'0'0'0,"-3"0"0"0,1 0 0 0,0 12 0 0,-3 3 0 0,0 8 0 0,-2 3 340 15,1 6-155-15,1 9-75 0,-1 5-31 0,0 4 312 16,3 5-179-16,3 0-89 0,3-3-121 0,1-2 0 16,0-10 38-16,12 7-7 0,8-10-527 0,2-5 264 15,2-5 131-15,4-5-231 0,2-4 190 0</inkml:trace>
  <inkml:trace contextRef="#ctx0" brushRef="#br0" timeOffset="208045.65">20572 14918 969 0,'2'-21'0'0,"0"-3"0"0,-2-1 0 0,0 0 0 0,0-5 0 0,-2 2 0 0,-9 3 0 0,-4-4 0 0,0 9 336 0,-2 5-152 0,0 4-75 15,-4 4 106-15,2 4 24 0,-1 3-108 0,-3 6-49 16,4 16-12-16,-1 11-1 16,5 5-36-16,6-3 40 0,0 12-40 0,4-4 0 15,5-7 0-15,0 3-39 0,3-4 39 0,10-4 8 16,3-7-9-16,1-3-135 0,-1-8 67 0,2-2 35 15,3-7-1-15,-3-4-188 0,1 0 71 0,2-10 61 16,-4-12-172-16,0-6 104 0,1-10 34 0,-4 2-91 16,0-14 79-16,-4-1 35 15,1-10 1-15,-3 1 2 0,-3-8-1 0,3-4 26 16,0-5 8-16,-1-3-70 0,0 0 35 0,3 4 0 0,-4 18 0 16,-3 12 27-16,-1 14 9 0,0 9-1 0,-2 7 351 15,0 8-175-15,0 8-89 0,-5 14 268 16,-5 23-142-16,-1 6-85 0,1 8-6 0,1 14 95 15,3 1-75-15,2-3-30 0,1 19-8 0,3-4 82 16,0-2-60-16,0-2-30 0,0-5 0 0,3-15 23 16,11-1-31-16,1-10 0 0,0-12-98 15,3-5 38-15,0-12 0 0,3-6-171 0,2-8 101 0,2-2 53 16,3-24 25-16,-3-10-220 0,1-5 92 16,-1-13 60-16,0-9-3 0,0 0-47 15,-4-7 16-15,2-5 33 0,-3-4 0 0,1 0-101 16,-2 2 71-16,-1 5 31 0,-1 9-55 0,-2 15 44 15,-6 9 13-15,-1 11 261 0,-6 10-116 0,0 1-57 16,-2 14-29-16,0 3 393 0,-9 12-191 0,-10 24-102 16,1 8-20-16,0 15 124 0,3 0-46 0,5 6-61 15,7-4-21-15,1 15 132 0,2-6-86 0,0 1-42 16,4 0 35-16,8-1-39 16,2-12 8-16,4 10-162 0,0-18 57 0,1-1 28 0,3-8 1 15,-5-10-302-15,-1-8 173 0,3-3 75 16,-1-7 13-16,-2-10-547 0,-3-3 254 0,-3 0 149 15,-3-12-139-15,-3-13 148 0,-2-1 69 0</inkml:trace>
  <inkml:trace contextRef="#ctx0" brushRef="#br0" timeOffset="208204.23">20841 14412 1634 0,'-19'2'0'0,"8"-2"0"0,6 5 0 0,5 1 0 0,0 0 0 0,0-1 0 0,11 2 0 0,11 0 0 0,5 3 557 15,8-2-254-15,8 0-139 0,3-3-66 0,2-2 73 16,3 0-69-16,1-1-34 0,-8-2 8 0,7 0-274 16,-14 0 116-16,1 1 57 0,-3 0-727 0</inkml:trace>
  <inkml:trace contextRef="#ctx0" brushRef="#br0" timeOffset="208862.09">21598 14655 1137 0,'-11'0'0'0,"2"0"0"0,7 0 0 0,2 3 0 0,0 0 0 0,0 1 0 0,9 1 0 0,14 0 0 0,2-4 357 0,10 4-155 0,8-5-88 15,3 0 223-15,1 0-152 0,1 0-76 0,-2-4-39 16,-8 3 45-16,11-5-45 0,-15 1 0 0,-1 1-157 16,-1-2 60-16,-2 3 30 0,-7-1 8 15,0 2-132-15,-7 0 77 0,-5 0 39 0,-1 2-1 0,-2 0-595 16,-7 0 229-16,1 0 179 16</inkml:trace>
  <inkml:trace contextRef="#ctx0" brushRef="#br0" timeOffset="209029.62">21923 14208 1213 0,'0'-22'0'0,"0"13"0"16,0 5 0-16,4 2 0 0,3 2 0 0,5 3 248 0,-3 18-108 0,2 13-45 0,2 17 335 0,-3 11-198 0,-7 8-100 16,-1 5-49-16,-2 17 42 15,0-13-38-15,-7 23-31 0,1-11-298 0,4-14 137 16,1 6 69-16,1-5 34 0,0-1-647 0</inkml:trace>
  <inkml:trace contextRef="#ctx0" brushRef="#br0" timeOffset="210579.48">22513 14631 1029 0,'0'-15'0'0,"0"3"0"0,0 1 0 0,0-3 0 0,1 0 0 0,3-5 0 0,3-3 0 0,5 1 0 0,5-3 156 0,4-3-62 0,1 0-31 0,5 2 151 15,-2 2-90-15,5 3-38 0,2 2-31 16,0 2 119-16,-2 7-71 0,0 3-35 16,-2 3 28-16,-3 3-24 0,5 0-8 0,-7 13-26 15,0 1-5-15,-7 7-1 0,-2 3 1 0,-3 5-57 16,-6 3 25-16,-3 3-1 0,-2 7 33 0,0-1-79 15,-13-2 48-15,-8 12-8 0,-1-6 38 0,0-2-160 16,-3-1 70-16,-1-4 15 0,1-11-22 0,-3 1 21 16,0-5 1-16,4-6 17 0,1-6 39 0,2-1-11 15,5-4-17-15,0-3 216 0,7-1-101 0,2 0-46 16,2-2-27-16,3 0 349 16,2 0-165-16,0 0-87 0,0 0-45 0,12 0-1 15,10 0-23-15,5-2 0 0,1-3 68 0,4 0-50 16,0 2 1-16,1-1-42 0,2 0-40 0,-1 2 20 15,-1 0 8-15,1 1-337 0,-2-1 174 0,0 0 89 16,-4 2 42-16,-3 0-759 0,-2 0 361 0,-2 0 193 16,0 0 92-16,-2 0-494 0</inkml:trace>
  <inkml:trace contextRef="#ctx0" brushRef="#br0" timeOffset="210949.01">23662 14450 881 0,'8'-24'0'15,"-3"-1"0"-15,-1 3 0 0,2-6 0 0,-5-4 0 0,1 0 0 0,0 0 0 0,-2-2 280 0,0 3-116 0,0 2-70 0,0 5-30 16,-4 3 148-16,-5 3-90 0,-3 7-45 16,-2 3 153-16,-7 6-102 0,-4 2-48 0,-2 6-24 15,-10 16 146-15,6 6-85 0,2 3-33 0,-6 10 61 16,6 0-55-16,4 3-29 0,6-2 0 0,3 3 131 15,9-8-72-15,3 9-47 0,4-5-1 0,0 1 67 16,2-1-54-16,9-5-17 0,6 10 130 0,3-2-198 16,-4 1 0-16,0-2 0 0,-2 0 0 0,0-5 0 15,-1 9 0-15,-6-5 0 0,-2-9-175 0,0 6 177 16,-3-3-8-16,-2-4-25 16,0-2-3-16,-7-2 25 0,-4-5-24 0,0-6-120 15,-6 0 55-15,1-4 40 0,-3-6-225 0,-2-1 125 16,2-4 63-16,0-2 31 0,3 0-368 0,2-8 191 15,5-9 109-15,4-2-440 0,5-2 270 0,0-2 134 16,3 0 68-16,14-1-173 16,4 1 124-16,3-4 59 0</inkml:trace>
  <inkml:trace contextRef="#ctx0" brushRef="#br0" timeOffset="211226.79">23695 14904 1097 0,'18'-2'0'0,"-5"0"0"0,2-1 0 0,-4 3 0 0,-1 0 0 0,-5 5 0 0,-3 6 0 0,0 2 0 0,0 4 217 0,-2 2-93 0,0 3-37 15,0 6 302-15,2-2-179 0,0 1-88 0,-1-3-45 16,7 0 150-16,0-4-90 0,5 1-55 0,1-5-67 16,4-3 18-16,1-1-1 0,-1-5 1 0,3-5-158 15,0-2 74-15,-3 0 42 16,-1-5 21-16,0-12-108 0,-4-4 65 0,-7 2 29 16,1-10-222-16,-5 5 114 0,-2-2 1 0,0 0 36 15,-9 1 1-15,-5 2-8 0,-4-1 47 0,-3 5 83 16,-2 4-41-16,1 4-22 0,-4 6 1 0,3 3 159 15,-5 2-81-15,10 0-21 0,0 2-29 0,7 1 33 16,3 5-24-16,6 0 18 0,2 1-265 0,0-1 117 16,9-3 53-16,11-2-469 0,4-3 244 0,3 0 114 15,1 0 69-15,0-5-318 0,-1-13 189 0</inkml:trace>
  <inkml:trace contextRef="#ctx0" brushRef="#br0" timeOffset="211444.2">23891 14269 1064 0,'-26'-12'0'0,"7"3"0"0,8 7 0 0,0-1 0 0,5-1 0 0,0 1 268 0,6 3-118 16,0-3-59-16,9 3 364 0,16 0-203 0,7-3-114 16,8 2-52-16,1 1 195 0,2-2-123 0,-10 2-63 15,8 0-23-15,-4 0-213 0,-3 0 87 0,-3 0 44 16,-3 0 21-16,-1 0-412 0,-6 0 225 0,-3 0 100 15,-7 0-220-15,1 0 75 16,-6 0 112-16,-5 0-82 0,-1 0-336 0,-3 3 252 16,-15 3 121-16,0 1-108 0</inkml:trace>
  <inkml:trace contextRef="#ctx0" brushRef="#br0" timeOffset="211727.53">24028 14325 792 0,'-25'4'0'0,"7"1"0"0,8 0 0 0,3-4 0 0,1-1 0 0,6 2 95 0,0-2-35 0,2 0-1 0,12 0 198 16,2 2-112-16,4 2-56 0,-4-1-20 0,-1 1 170 15,0 4-103-15,-1 1-52 0,-3 2-25 0,-6 4 2 16,-1 1 9-16,-4 2-37 0,0 0-94 0,0 3 47 16,-9-2 24-16,-4 0-46 0,-3-4 43 0,0-2-8 15,-1-2 34-15,-1-3-67 0,4-2 33 0,-2-3-16 16,7-2-24-16,0 2 102 0,2-3-29 0,3 0-28 16,1 0 219-16,1 0-102 15,2 0-36-15,0 0-34 0,11 0 22 0,5-3 0 16,7 2-40-16,-2 0 34 0,5-1-35 0,0-1 1 15,0 2 0-15,2 1-112 0,-3 0 56 0,-2 0 36 16,-3 0-9-16,0 0-383 0,-2 0 169 0,-5 0 106 16,-2 0 3-16,-3 0-447 15,-1 0 262-15,-3-2 126 0,-2-2-295 0,-2-9 212 16,0-6 105-16</inkml:trace>
  <inkml:trace contextRef="#ctx0" brushRef="#br0" timeOffset="211918.52">23775 13764 1484 0,'-8'-17'0'0,"5"9"0"0,3 2 0 0,0 3 0 0,11-1 0 0,12 0 0 0,3 1 0 0,6 2 0 0,10-1 0 0,-4 2 395 0,15-1-185 0,-7 1-89 16,2 0-19-16,-4-2-35 0,0 2 0 0,-10 0-311 15,0 0 133-15,-10 0 73 0,-1 0 35 0,-7 0-199 16,-7 5 118-16,-2 1 66 0,-7 0 22 0,0 1-628 15,-10-1 264-15,-12-6 163 0</inkml:trace>
  <inkml:trace contextRef="#ctx0" brushRef="#br0" timeOffset="212065.16">23980 13677 972 0,'-8'3'0'0,"4"6"0"0,4 3 0 0,0 2 0 0,0 3 0 0,0-1 0 0,0 4 0 0,4 6 0 0,2 0 374 0,-2 0-171 16,-3 3-85-16,1 0-10 0,0 1-42 0,-2 1 0 15,2-3-33-15,0-5-312 0,0 1 156 0,1-6 86 16,3-3 30-16,0-5-203 0,1-4 122 0</inkml:trace>
  <inkml:trace contextRef="#ctx0" brushRef="#br0" timeOffset="212207.78">24154 13730 959 0,'0'-3'0'0,"0"3"0"0,0 0 0 0,0 10 0 0,0 5 0 0,0 2 0 0,0 8 0 0,0 3 349 0,0 1-159 0,-2 7-70 0,-3 6-115 16,3 1 28-16,2 0-1 0,0 0 1 0,0-3-481 16,11-2 245-16,2 0 111 0,2-5 60 15</inkml:trace>
  <inkml:trace contextRef="#ctx0" brushRef="#br0" timeOffset="212747.08">24686 14551 922 0,'0'-12'0'0,"0"-5"0"0,0 2 0 0,2-1 0 0,0-4 0 0,0-1 0 0,-2-3 0 0,0 2 0 0,0-3 196 16,0 3-73-16,0-1-50 0,-4 5 1 0,-4 0-1 16,-1 7 0-16,-4 4-41 0,-3 4 40 0,-7 3-1 15,4 9 1-15,-10 19-40 0,3 3 29 0,1 10-1 16,6-5-19-16,-1 15 93 0,6-4-51 0,7-2-25 15,5-2 0-15,2-7 49 0,0 2-29 0,12-4-8 16,4-5-38-16,5-4-41 0,1-4 20 0,3-8 0 16,0-5-162-16,5-6 88 0,-2-2 48 15,0-4 23-15,2-15-160 0,-2-6 69 16,4-7 47 0,-5-1-304-16,-1-2 159 0,-9 5 47 0,2-2 51 0,-3-3-67 0,-2 5 63 0,-5 4 27 15,-4 7 0-15,-1 6 109 0,-2 1-41 0,0 7-9 16,-2 4-31-16,0 1 250 0,-2 3-125 0,-7 18-63 15,0 1 189-15,0 6-92 0,4 1-63 0,3 2 67 16,2 3-55-16,0-2 10 0,2 0-26 0,10-2 30 16,4-4-32-16,3-4-1 0,1-1-24 0,3-8-38 15,-4-4 0-15,6-2 46 16,-3-7-117-16,1 0 54 0,-1-3 28 0,-4-11 0 16,-2-6-117-16,-5 0 59 0,1-8 32 0,-5 0-31 15,-4-5 27-15,0 2-4 16,-3-4-1-16,0-3 8 0,0-5-7 0,-11 4 15 15,-1 6-1-15,-3 1 38 0,-4 4-37 0,1 9-3 0,-7-1 65 0,-1 11-28 16,1 7 10-16,-3 2-36 0,3 0 32 0,7 5 0 16,-3 8-18-16,7 4-34 0,2 1 4 0,4 2 23 15,7 2 4-15,1-1-243 16,1 4 108-16,14-5 59 0,8-1 19 0,3-1-378 16,6-5 199-16,-2-3 90 0</inkml:trace>
  <inkml:trace contextRef="#ctx0" brushRef="#br0" timeOffset="213016.36">25497 14404 810 0,'4'-13'0'0,"-2"3"0"0,-2 2 0 0,0 1 0 0,0 1 0 0,-13 3 0 0,-4 1 301 0,-6 2-126 0,-2 2-75 16,5 11 217-16,-3 3-142 0,5 2-71 16,4 4-36-16,7-3 80 0,4 7-62 0,3-1-27 15,0-1 0-15,7-1-7 0,6-2-11 0,8 2-8 16,0-2-54-16,1 0 27 0,0-2 0 0,1-2 26 15,-6-5-139-15,0 6 66 0,-2-5 36 0,-6 0-133 16,-3 0 58-16,-4-2 46 0,-2 2-14 16,-5 1-11-16,-15 0-3 0,-4-3 23 15,-4-2-16-15,-9-1 3 0,0-2-23 0,-2 0 47 16,0 0-70-16,-1-6 32 0,4 0 1 0,2 0 32 16,10-6-186-16,-3-14 98 0,11-7 43 0,7-8-279 15,9-7 161-15,0-12 82 0,0-8 33 0</inkml:trace>
  <inkml:trace contextRef="#ctx0" brushRef="#br0" timeOffset="213285.64">25450 14060 1156 0,'19'-17'0'0,"2"6"0"0,3 5 0 0,-3 1 0 0,0 0 0 0,-1 4 0 0,1 0 280 16,1 1-124-16,5 0-62 0,-9 0-30 0,2 5 75 16,0 2-45-16,-5 5-35 0,-2 0-64 0,-4 6 0 15,-5-3 38-15,-3 3-1 0,-1-1-206 0,0 1 99 16,-3-2 54-16,-10 1-72 0,-2 0 62 0,-3-2 32 15,2 0-25-15,-1-4 8 0,2-2 14 0,0-1 1 16,6-4-41-16,1 1 245 0,3-3-109 0,0 0-41 16,3-2 90-16,2 0-41 0,0 0-41 0,7 0-21 15,8 0 85-15,4 0-50 16,1 0-22-16,1 0-79 0,2 0 30 0,-1 0-1 16,0 0 38-16,-1 0-260 0,2 0 125 0,-3 2 47 15,0 2 37-15,2 2-476 0,0-2 229 0,-1 0 84 16,5 3-131-16,-3-1 136 0,-3-3 68 0,-1-1 33 15</inkml:trace>
  <inkml:trace contextRef="#ctx0" brushRef="#br0" timeOffset="213467.96">25956 14447 711 0,'-13'5'0'0,"5"7"0"0,6-3 0 0,2-1 0 0,0-5 0 0,0 2 0 0,10-5 368 0,15 0-167 0,4 0-84 0,1 0 257 15,7 0-171-15,-1 0-77 0,0-5-50 0,0 0-34 16,-1-1-9-16,-1 1 0 0,-5 1-1 0,-2 0-329 15,-2-1 160-15,-3 0 85 0,-4 3-314 0,-6 1 193 16,-4-1 95-16,-4 0-8 0,-4 0-146 0,0 1 67 16,-12-3 67-16,-1-6-155 0,-2-1 110 0,-5-10 47 15,-1-3 35-15,2-10 5 0</inkml:trace>
  <inkml:trace contextRef="#ctx0" brushRef="#br0" timeOffset="213617.56">26190 14120 659 0,'-9'-13'0'0,"3"2"0"0,3 5 0 0,1 5 0 0,2 1 0 0,-2 0 0 0,0 9 316 0,-3 13-134 15,2 10-78-15,1 10 385 0,-3 0-227 0,0 4-115 16,1 4-58-16,-2 4 266 0,2 0-166 0,-2 2-78 16,4-1-47-16,0-1 1 0,2-1-32 15,0-10 8-15,8 7-173 0,7-10 82 16,1-11 42-16,4 2-541 0,6-6 291 0,2-7 154 16,-1-7 64-16,-3-11-843 0</inkml:trace>
  <inkml:trace contextRef="#ctx0" brushRef="#br0" timeOffset="214528.45">26859 14536 656 0,'0'0'0'0,"-2"-6"0"0,-4-2 0 0,3 4 0 0,-1 1 0 0,-3-5 0 0,4 1 0 0,-2-2 0 0,-3-1 91 0,1-2-30 16,-1-1 1-16,-1-2 63 0,0 2-37 0,0 0-33 16,-5 4 1-16,1 1 26 0,-2 7-24 0,-3-2-1 15,-1 3-16-15,-3 12 63 0,0 13-36 0,-2 8 0 16,5 4-35-16,1 3 32 0,9-2 8 0,1 12-40 15,7-4 50-15,1-5-25 0,0 1 0 0,9-7-64 16,7-3 8-16,0-5 31 16,3-6-1-16,-2-7-82 0,4-5 41 0,1-8 21 15,-1-1 8-15,5-1-28 0,-3-16 5 0,-1-7 1 16,5-11-97-16,-6 1 56 0,-1-2 14 0,1-13-3 16,-3 2-112-16,-1 0 68 0,-4-4 17 0,1-2-39 15,-3-2 40-15,0-6 0 0,-3 0 19 0,-1 4-17 16,-1 6-9-16,-3 10 23 0,-1 0 9 0,-2 14 33 15,0 9 1-15,0 6-34 0,-4 6 259 0,-5 6-116 16,-2 10-61-16,0 18-11 0,-2 12 106 16,2 4-69-16,3 5-14 0,0 4 130 15,5 1-83-15,1 3-34 0,2 1-20 0,0 0 35 16,0-3-29-16,4-3 9 0,5-1-36 0,6-6-2 16,0-4 2-16,-1-9-1 0,5-4-41 0,-1-8 28 15,1-4-7-15,3-7 21 0,-1-6-114 0,2-3 51 16,-2-12 30-16,3-13-161 0,3-8 85 0,-2-7 24 15,-1-3 28-15,5-14-87 0,-4 4 50 0,-2-1 4 16,4-16 4-16,-4 0-97 0,2-5 60 0,-2-16 24 16,-1 7-31-16,-3 11 25 0,0-1 7 0,-9 18 32 15,1 3 36-15,-8 20 0 16,-1 6-36-16,-2 10 287 0,0 3-138 0,0 8-63 16,-3 6-39-16,-13 7 223 0,1 18-116 0,-2 4-27 15,-1 13-42-15,3 4 237 0,5 3-128 0,3 5-64 16,4 11 41-16,3-11-44 0,0 16-35 0,5-8 0 15,8-9 27-15,1 3-27 16,4 0 1-16,1-4-87 0,0-4 26 0,3-5 0 0,-3 0 34 0,-1-9-236 16,1-1 118-16,-1-4 68 0,0-4 20 0,-4-9-473 15,-1-3 231-15,-1-2 64 16,0-8-255-16,-3-3 190 0,-2 0 108 0,-4-2 49 16,1-14-98-16,-4 0 73 0,0-11 38 0,-5-1-217 15,-10-6 131-15,-4-1 61 0,-5-7 32 0,-9-10-141 16,-2 2 102-16,0 2 102 0</inkml:trace>
  <inkml:trace contextRef="#ctx0" brushRef="#br0" timeOffset="214669.07">27142 14287 1444 0,'-48'-17'0'0,"-1"6"0"0,12 5 0 0,12 1 0 0,0 3 0 0,12 0 0 0,4 1 0 0,6 1 0 0,3 0 0 0,9 5 160 0,22 6-67 0,12-1-31 0,7-2 219 16,16 5-124-16,6-5-62 0,5-1-77 0,2 2 15 15,-2-4 0-15,0 1 0 0,-5-2-163 0,-3-1 82 16,-12 4 48-16,12-4-480 0,-16 3 257 0,2 3 71 15,-9 0 84-15,-14-2-544 0</inkml:trace>
  <inkml:trace contextRef="#ctx0" brushRef="#br0" timeOffset="-214697.01">28402 14564 1145 0,'11'-6'0'0,"1"4"0"0,1 2 0 0,-3 0 0 0,-4 0 0 0,-5 0 0 0,-1 3 0 0,0 0-155 0,0-1 61 0,-12-2 22 0</inkml:trace>
  <inkml:trace contextRef="#ctx0" brushRef="#br0" timeOffset="-212885.4">11411 16120 628 0,'-17'-13'0'0,"8"4"0"0,5 5 0 0,1 0 0 0,1 2 0 0,2 1 90 15,0-2-21-15,0 2 134 0,12-2-85 0,5 2-43 16,7 1-21-16,-1 0 118 0,-5 0-62 0,9 1-43 15,-8 7 1-15,2 2 34 0,-3-1-35 0,1 3 1 16,-2-3-53-16,0 0-8 0,-1-1 26 16,-2-3 0-16,1-1-65 0,0-1 32 15,-6 0 9-15,0-1-252 0,1-2 137 0,-4 0 39 16,-2 0 44-16,-1 0-452 0,-1 0 229 0</inkml:trace>
  <inkml:trace contextRef="#ctx0" brushRef="#br0" timeOffset="-212709.85">11431 16458 1411 0,'0'-3'0'0,"0"0"0"0,2 3 0 0,14 0 0 0,0 0 0 0,3 0 0 0,4 0 0 0,2 0 241 0,0 0-108 0,5 0 89 16,-4 0-94-16,3 0-48 0,-3 6-24 0,-3 0 20 15,1 3-8-15,0-2-36 0,-5 1 1 0,1-2-323 16,-2-1 162-16,-1 1 88 0,-2-2 32 0,0 0-589 15</inkml:trace>
  <inkml:trace contextRef="#ctx0" brushRef="#br0" timeOffset="-209236.87">12560 16244 489 0,'-1'0'0'0,"-1"0"0"0,0 0 0 0,2 0 0 0,0 0 0 0,0 0 0 0,0 0 126 0,-2 0-47 0,2 0 148 16,0 0-101-16,0 0-47 0,0 0-23 0,2 0 138 16,9 1-81-16,2 4-31 0,6-3-9 0,4 5 54 15,1-4-47-15,3-2-15 0,2 1 105 0,1-2-60 16,2 0-43-16,0 0 0 0,-2 0 33 15,0 0-34-15,-2 0 0 0,-3 0-23 16,-3 0-11-16,-1 0 1 0,-1 0 0 0,-6 0 0 16,-3 0-1-16,-2 0 9 0,-1 0-66 0,-2 0-5 15,-1 0 31-15,-1 0 1 0,-1 0-175 0,1 0 80 16,2 0 51-16,0-2 27 0,1-9-375 0,1-1 185 16,1 3 63-16,3 0-415 0,0-1 266 0,4 3 129 15</inkml:trace>
  <inkml:trace contextRef="#ctx0" brushRef="#br0" timeOffset="-208846.89">13633 15722 717 0,'0'-9'0'0,"0"4"0"0,0 4 0 0,0-1 0 0,0 2 0 0,0-1 0 0,-4 1 427 0,0 0-197 0,-4 0-90 0,-1 9 103 16,2 6-105-16,-7 6-52 0,0 5-27 0,-3 8 79 15,-2 1-44-15,-5 14-35 16,1 0 0-16,-4 11 59 0,3-3-43 0,2 1-21 16,3-7 52-16,0 5-41 0,2 0 0 0,4-3-32 15,4-3 42-15,7-3-20 0,2-7 7 0,0-1 3 16,3-3 0-16,9-5-32 0,5-5 0 0,2-1-33 16,-3-8 8-16,5-4 24 0,0-3 1 0,-1-5-76 15,-1-5 37-15,2 0 1 0,-3-3 46 0,2-18-162 16,-6 0 69-16,0-5 21 0,-5-2-36 15,-2-2 21-15,-5-2 25 0,0 1-14 16,-2 6-89-16,0-1 41 0,-7 7 32 0,-4-1 14 16,-7 2 7-16,4 7-8 0,-5 4 10 0,-2 1 90 15,1 4-43-15,0 2-20 0,-1 0-5 16,5 0 43-16,-1 5-25 0,6 3 13 0,4-3-107 0,1 3 43 16,3-3-3-16,3 1-308 0,0 1 162 0,1 0 73 15,8-2 42-15,8-2-392 0,2-3 209 0,6 0 115 16,1 0 54-16</inkml:trace>
  <inkml:trace contextRef="#ctx0" brushRef="#br0" timeOffset="-208519.77">14228 16030 1291 0,'-2'-5'0'0,"0"-1"0"0,2 4 0 0,-1 0 0 0,1 0 0 0,0 0 0 0,0 2 0 0,-2-1 141 0,2 1-54 0,-2 0-27 0,0 7 227 16,0 7-132-16,-4 7-61 0,-3 6-30 0,2 2 170 15,-5 6-100-15,-3 0-43 0,1 9 23 0,-4-7-41 16,1 3 1-16,2-1-42 0,-2 0-21 0,1-3 9 15,-4 7 12-15,2-5-52 16,1-6 26-16,1 2 1 0,0-6 25 0,3-7-254 16,1-3 101-1,3-4 74-15,2-5-18 0,1-3-429 0,0-6 211 0,3 0 117 0,1 0-290 0,0-13 211 16,2-10 107-16</inkml:trace>
  <inkml:trace contextRef="#ctx0" brushRef="#br0" timeOffset="-208333.36">13894 16104 1545 0,'0'-10'0'0,"0"6"0"0,0 2 0 0,0 1 0 0,0-2 0 0,0 3 0 0,3 0 0 0,11 4 257 0,4 12-113 15,1 2-55-15,6 5 179 0,3 5-122 0,0 4-56 16,0 1-29-16,4 3 262 0,-2 2-145 0,-6-6-65 16,8 7-42-16,-5-7-39 0,-5-3 1 0,3-1 0 15,-5-2-302-15,-3-7 159 16,-2-2 67-16,-3-3 38 0,-3-2-513 0,-2-3 269 0,-1 1 51 15,-2-3-595-15</inkml:trace>
  <inkml:trace contextRef="#ctx0" brushRef="#br0" timeOffset="-207401.25">14671 16269 590 0,'-7'-4'0'0,"1"-2"0"0,3-1 0 0,-1 4 0 0,2-6 0 0,-1-2 0 0,0 0 0 0,1-2 0 0,2-1 70 0,0-1-1 16,0-1-36-16,2-1 34 0,6 0-34 0,3-1 8 15,3 3-8-15,0-1 38 0,7-2 0 0,-3 4-38 16,5 0 0-16,0 5 43 0,7 0-8 0,-4 3-35 16,2 6 32-16,-2 0-32 0,-1 0 0 0,-6 10-2 15,6 4 1-15,-9 6 1 0,-1 1 0 0,-5 1-27 16,-3 3 27-16,-5-1 8 0,-1 8-8 15,-1-2-45-15,-1 2 20 0,-10 0 1 16,-7-2 6-16,0 0-54 0,-5-4 20 0,-1-1 0 16,-3-3 3-16,-1-7 0 0,0-2 18 0,4-5 56 15,-8-2-7-15,6-3-40 0,3-3-5 0,0 0 65 16,7 0-27-16,2 0 3 0,3 0-24 0,4 0 181 16,3-2-76-16,3 1-48 0,1-2-15 0,0 2 70 15,9 1-51-15,12 0-26 0,4 0-51 16,3 0 0-16,6 0 34 0,0 0-9 15,2 0-79-15,3 1 39 0,-3 3 1 0,-1 2-69 16,1-1 62-16,-4 1 20 0,0-2-18 0,-4 0-404 16,0-1 169-16,-7-1 115 0,2-2-1 0,-1 0-301 15,-1 0 200-15,0 0 101 0,-1-9 50 0</inkml:trace>
  <inkml:trace contextRef="#ctx0" brushRef="#br0" timeOffset="-207210.75">15498 15934 563 0,'7'-20'0'0,"-3"10"0"0,2 3 0 0,-4 1 0 0,-2 4 0 0,0 2 367 0,0 0-168 16,-2 18-82-16,-8 5 236 0,-3 6-151 0,-4 7-89 15,-1 2-40-15,-3 8 63 0,-2 0-52 0,1 2-26 16,-1-2 9-16,-1 4-11 0,1-5-23 0,3-4-1 16,2-6-189-16,0-2 95 0,3-7 55 0,-3 0-349 15,4-8 195-15,3-7 96 0,1-6-9 0,1-1-406 16,1-4 206-16,3 0 124 0,0-8 59 15</inkml:trace>
  <inkml:trace contextRef="#ctx0" brushRef="#br0" timeOffset="-207032.23">15092 16039 1168 0,'0'-20'0'0,"0"5"0"0,0 4 0 0,2 5 0 0,0 2 0 0,-1 2 0 0,7 2 0 0,2 0 0 0,4 16 210 0,2 4-88 0,4 6-45 0,5 8-22 0,-1 0 330 16,3-2-167-16,4 9-97 0,3-6 91 15,2-2-90-15,1-1-45 0,-5-9-205 16,10 6 77-16,-7-4 41 0,-4-6 22 0,-1 3-361 16,-4-1 191-16,-4-4 104 0,3 1 39 0,-8-6-329 15,1-2 170-15,1-2-19 0</inkml:trace>
  <inkml:trace contextRef="#ctx0" brushRef="#br0" timeOffset="-206842.73">15786 16173 1607 0,'1'-10'0'0,"7"4"0"0,3 5 0 0,4-1 0 15,0 0 0-15,4 2 0 0,-1 0 0 0,7 0 279 0,5 0-124 0,2 0-60 0,1 2 266 0,3 1-164 0,2 2-74 16,-2 1-50-16,-3-1-69 0,-1 0 29 0,-2 1 0 16,-1 0-143-16,-8-5 80 0,0 4 27 0,-1-4-181 15,-8 1-143-15,-2 0 179 0,-2-1 91 16,-6 2-696-16,-1 1 364 0</inkml:trace>
  <inkml:trace contextRef="#ctx0" brushRef="#br0" timeOffset="-206511.49">15922 16333 1161 0,'-17'0'0'0,"4"3"0"0,2-1 0 0,5-2 0 0,0 0 0 0,6 0 0 0,0 0 0 15,2 0 0-15,16-2 341 0,4-1-155 0,2-1-76 0,1 2 102 0,-1 2-81 16,6 0-54-16,-3 0-54 0,-1 7 10 15,-8 3 0-15,2 2-1 0,-6 6-152 16,-2-2 73-16,-5 7 39 0,-5-3 1 0,-2 7-164 16,0-3 102-16,-5-3 51 0,-11 4-55 0,3-8-73 15,-4-2 30-15,1-2 48 0,-4-4 78 0,4-2-17 16,-1-1-10-16,2-4 79 0,2 0-43 0,3-2-24 16,0 0-2-16,-1 0 228 0,4 0-90 0,2 0-63 15,-1 0 5-15,4-2 111 0,1-3-57 16,1-1-52-16,0 2-5 0,0-4 0 15,0 5-37-15,1-2-1 0,7-1-37 0,-1-1 15 16,2 4 0-16,3-1-172 0,-1 1 95 0,4 1 50 16,0 0 14-16,4 1-171 0,-3 1 70 0,5 0 54 15,0 0-11-15,-1 0-434 0,3 0 223 0,-2 0 123 16,-1 0-275-16,3 0 195 0</inkml:trace>
  <inkml:trace contextRef="#ctx0" brushRef="#br0" timeOffset="-205711.37">14480 15949 741 0,'-13'0'0'0,"3"0"0"0,3 0 0 0,1 0 0 0,4 0 0 0,0 0 0 0,1 0 88 16,1 0-28-16,1 2 148 0,14 1-80 0,11-1-52 16,5 1-21-16,10-3 221 0,0 0-122 0,4 0-61 15,-3 0-21-15,10-5 74 0,-5-3-56 0,-2 2-29 16,-8 2-64-16,2 1 0 0,-4 0 44 16,-1 2-8-16,-6-1-92 0,-5 2 47 0,-1 0 22 15,-3 0-284-15,-8 0 161 0,-1 0 38 16,-3 0 49-16,-5 0-518 0,0 0 255 0,-2 0 128 15</inkml:trace>
  <inkml:trace contextRef="#ctx0" brushRef="#br0" timeOffset="-205548.88">14865 15576 1511 0,'-2'-6'0'0,"1"4"0"0,1 2 0 0,-3 0 0 0,1 0 0 0,-2 14 0 0,2 3 0 0,2 4 0 0,0 2 132 0,0 9-53 0,0 0-23 0,0 0-80 16,2 4 29-16,7 0 0 0,0 1 36 0,3 6-424 16,2-5 205-16</inkml:trace>
  <inkml:trace contextRef="#ctx0" brushRef="#br0" timeOffset="-205124.02">15860 15693 1056 0,'-12'0'0'0,"1"0"0"0,8 0 0 0,1 0 0 0,2 0 0 0,0 0 0 0,0 0 0 0,9-4 167 0,16 4-68 0,3 0 190 15,11 0-132-15,1 0-62 0,1 0-31 0,0 0 40 16,3 0-36-16,-8 0 9 0,1 4-44 0,0-2-51 16,2 4 25-16,-7 0 0 0,-2 0 26 0,-9-3-246 15,-1 5 118-15,-6-3 64 0,-6 2-407 0,-2-2 222 16,-4 3 51-16,-2-1-242 0,0 2 192 0,-11-2 90 16,-5-1 47-16</inkml:trace>
  <inkml:trace contextRef="#ctx0" brushRef="#br0" timeOffset="-204986.16">16050 15749 962 0,'-9'0'0'0,"5"0"0"0,2 3 0 0,2 7 0 0,0 0 0 0,0 4 0 0,0 1 0 0,0 2 0 0,2 3 251 0,4 3-110 0,-3 3-53 16,3 1 9-16,-3 1-23 0,1 4-9 0,1-2-32 16,-2-1-164-16,-1-2 81 0,3-4 50 0,1-2-420 15,-1-3 222-15</inkml:trace>
  <inkml:trace contextRef="#ctx0" brushRef="#br0" timeOffset="-204843.99">16243 15754 1320 0,'0'6'0'0,"-2"6"0"0,0 11 0 0,1 1 0 0,-3 1 0 0,0 4 0 0,1 4 0 0,-1 5 0 0,-1 7 304 0,3-11-135 0,-1 5-69 0,3-1-126 16,0-1 30-16,3 2 7 0</inkml:trace>
  <inkml:trace contextRef="#ctx0" brushRef="#br0" timeOffset="-203143.08">16048 16570 429 0,'-4'0'0'0,"1"0"0"0,-1 3 0 0,2-1 0 0,0 2 0 0,1 1 0 0,1-1 0 0,0 2 57 16,0-1-1-16,0 1-23 0,0-1 0 0,0 0 78 15,5-2-30-15,6 1-9 0,0-4 52 0,4 0-46 16,3 0-23-16,-4 0 27 0,6 0-16 0,-2-4-9 16,-1-2-24-16,1-1-27 0,0 1-1 0,1 1 28 15,-1-1 8-15,3 1-197 0,5-2 94 0,-2 4 47 16</inkml:trace>
  <inkml:trace contextRef="#ctx0" brushRef="#br0" timeOffset="-202928.37">16854 16269 1592 0,'-6'-19'0'0,"6"18"0"0,0 1 0 0,11 0 0 0,6 0 0 0,4 0 0 0,1-4 0 0,5 2 0 0,-1-4 164 0,4 2-58 0,0-2 40 16,3 1-56-16,1 1-29 0,0 1 0 0,-4 0-191 15,-4 3 90-15,1 0 32 0,-4 0 0 0,-3 0-424 16,-1 5 225-16,-6 0 117 0,-2 0 52 0,-1 2-517 16</inkml:trace>
  <inkml:trace contextRef="#ctx0" brushRef="#br0" timeOffset="-202742.86">17133 16019 1149 0,'-7'-14'0'0,"1"6"0"0,3 1 0 0,-1 6 0 0,2-4 0 0,2 4 0 0,-2 1 0 0,2 0 203 0,0 10-86 16,0 10-41-16,0 5 310 0,2 4-181 0,0 4-86 16,-2 8-43-16,0 2 142 0,0 2-93 0,0-5-38 15,0 11-31-15,0-4-161 0,0-4 69 0,0-1 34 16,2-8-196-16,5 0 124 0,6-6 49 0,-1-11 29 16,4-6-592-16,1-7 227 0,6-4 175 15</inkml:trace>
  <inkml:trace contextRef="#ctx0" brushRef="#br0" timeOffset="-202410.06">17443 15995 1846 0,'10'-21'0'0,"6"1"0"0,3 2 0 0,4 1 0 0,-1 4 0 0,4 1 0 0,1 9 0 0,5 1 0 0,-4 2 253 0,0 0-110 0,1 12-55 0,-3 6 116 15,-4 9-78-15,1 7-50 0,-6 3-30 16,-6 5-13-16,-6 3 0 0,-3 0-1 0,-2-4-137 15,0 12 65-15,-11-9 36 0,-4 2 1 0,-3-4-143 16,-2 0 90-16,0-8 53 0,-6-2 13 0,1-4-163 16,-1-7 78-16,-1-6-12 0,1-4 128 0,8-6-32 15,-5 1-55-15,2-5 189 0,6-1-80 16,6 0-36-16,3 0-6 0,0 0 433 0,5 0-191 0,1 0-115 16,0 0-58-16,7 0 100 15,14 3-70-15,5 0-48 0,3 0 0 0,4 1 138 16,1-1-210-16,2 1 0 0,-1 2 0 0,2-3 0 15,0-1 0-15,-2 2-395 0,-1-2 230 0,-2 0 99 16,-5-1 39-16,3 1-324 0,-4 1 121 0,-6-1 105 16,3 1 4-16,-4-1-497 0,1 1 284 0,-1-1 154 15,0-2-395-15</inkml:trace>
  <inkml:trace contextRef="#ctx0" brushRef="#br0" timeOffset="-202167.4">18521 15987 1559 0,'0'-15'0'0,"0"6"0"0,0 5 0 0,0 1 0 0,0 2 0 0,0 1 0 0,0 0 0 0,0 0 285 0,0 0-117 0,-4 15-73 0,-5 8 230 0,-4 3-146 16,-4 11-74-16,0 2-35 15,-5 6 79-15,1-1-62 0,-2 3-27 0,-2 1-79 16,2-4 26-16,0 0 0 0,4-7 34 0,-3 8-244 15,3-14 118-15,3 3 59 0,-2-5 29 0,4-7-181 16,4-3 66-16,0-7 62 0,3-6-48 0,1-1-488 16,0-5 276-16,3 0 139 0,1-11-316 0</inkml:trace>
  <inkml:trace contextRef="#ctx0" brushRef="#br0" timeOffset="-201988.46">18104 15959 1796 0,'-7'-15'0'0,"4"5"0"0,0 6 0 0,3 3 0 0,0-1 0 0,0 2 0 16,4 0 0-16,13 17 0 0,2 6 281 0,7 8-125 0,0 4-61 0,0 5 322 0,2 6-196 0,-1 0-94 15,-1 4-47-15,-1-2 38 0,-1-4-42 16,-3-5-14-16,3 5-240 0,-3-5 105 0,-3-12 53 0,0 5 27 16,-2-3-541-16,-2-6 291 15,0 0 134-15,0 2-781 0</inkml:trace>
  <inkml:trace contextRef="#ctx0" brushRef="#br0" timeOffset="-201349.66">18835 16149 1151 0,'-13'-2'0'0,"2"-2"0"16,1 2 0-16,6 1 0 0,0-2 0 0,3 3 0 0,1 0 0 0,0 0 0 0,1 0 168 0,19 0-59 0,6 0-43 0,4 0 248 0,4-3-141 15,9-2-70-15,-4 1 22 0,-5-2-25 0,4-2-37 16,-3 1-1-16,1 1-55 0,-4 1 0 16,-2 0 26-16,-7 1 8 0,1 3-270 15,-4-2 131-15,-2 3 65 0,-4 0 33 0,-6 0-595 16,-2 13 236-16</inkml:trace>
  <inkml:trace contextRef="#ctx0" brushRef="#br0" timeOffset="-201026.4">18889 16341 899 0,'0'0'0'0,"0"0"0"0,2 0 0 0,4 0 0 0,2-1 0 0,1-5 154 0,3 1-61 0,2 1-22 16,3 2-8-16,0 1 270 0,2 1-150 0,-1 0-75 15,-2 1 74-15,-2 10-67 0,0 3-45 0,-5 0 0 16,-3 5-151-16,-3 1 56 0,-3 1 30 0,0 1 7 16,-2 2-174-16,-12-2 98 0,-5 1 48 0,-6-2-116 15,0-1 53-15,-4-5 51 0,-1-1-35 0,0-6 22 16,0-2-28-16,4-2 24 16,5 0 187-16,-2-4-86 0,6 0-44 0,7 0 1 15,1 0 381-15,4 0-192 0,3 0-66 0,2 0 149 16,0 0-130-16,5 0-62 0,16 4-29 0,2-3 14 15,6 4-23-15,2-2 9 0,1-1-32 0,4 0-43 16,1 0 22-16,1-2-1 0,-3 0 23 0,-1 0-269 16,-2 0 130-16,-2 0 69 0,-6 0-621 0,-1 0 322 15,-2 0 103-15,-3 0-399 0,0 0 304 0</inkml:trace>
  <inkml:trace contextRef="#ctx0" brushRef="#br0" timeOffset="-200825.93">19126 15523 1657 0,'-11'-28'0'0,"5"17"0"0,6 9 0 0,0 2 0 0,0 0 0 0,0 4 0 0,0 9 0 0,0 4 0 0,0 5 184 0,2 6-76 15,0 5-38-15,0 1 20 0,2 6-21 0,-2 7-7 16,-1-2-30-16,1 1-327 0,2-1 164 0,-1-4 81 15,3-2-249-15,4 8 156 0,-1-5 80 0</inkml:trace>
  <inkml:trace contextRef="#ctx0" brushRef="#br0" timeOffset="-200556.93">19907 15940 1166 0,'0'-7'0'0,"0"4"0"0,0 2 0 0,0-1 0 0,0 0 0 0,0 2 0 0,0 0 0 0,0 0 0 0,-2 2 313 16,-3 9-132-16,-4 6-78 0,-3 4-35 0,-1 5 133 15,-2 3-84-15,-4 8-42 0,4-5-61 0,-3 9-9 16,-2-4 27-16,0 2 1 0,1-4-120 0,-2 4 59 15,5-7 39-15,-3 0-375 0,2 0 198 0,2-6 65 16,4-6 61-16,1 2-514 0,1-4 252 0</inkml:trace>
  <inkml:trace contextRef="#ctx0" brushRef="#br0" timeOffset="-200379.91">19539 15959 1398 0,'3'-5'0'0,"2"2"0"0,2 3 0 0,2 4 0 0,2 9 0 0,-1 6 0 0,3 4 0 0,5 5 510 0,1 2-230 0,4 7-128 0,0-2 76 16,4-2-97-16,1 1-49 0,0-1-25 0,-1-6-102 15,0 3 35-15,1-4 21 0,-2-1 0 16,1-5-504-16,-4-1 263 0,-5-2 139 0,3 1-627 0,-6-4 352 16</inkml:trace>
  <inkml:trace contextRef="#ctx0" brushRef="#br0" timeOffset="-200208.37">20176 16095 1319 0,'5'-8'0'0,"5"5"0"0,7 3 0 0,0 0 0 0,-1 0 0 0,4 6 0 0,1-2 0 0,0 0 258 15,4-1-112-15,5 1-49 0,-2-1-36 0,1 2-82 16,1-1 27-16,-2-1 0 0,0-1-448 0,-6 1 237 15,3 0 111-15</inkml:trace>
  <inkml:trace contextRef="#ctx0" brushRef="#br0" timeOffset="-199888.04">20223 16273 1174 0,'-17'0'0'0,"10"1"0"0,-1 1 0 0,8-2 0 0,0 0 0 0,0 0 0 0,9 0 156 0,11 3-62 0,0-2-23 15,8 3 137-15,-2 2-87 0,1-2-45 0,-3 6-21 16,0 1-28-16,-5 1 14 0,-3 5-9 0,-7 0-170 16,-4 3 84-16,-5 4 44 0,0 1 22 0,-9 0-130 15,-10-1 71-15,-6 1 39 0,-3-7-20 0,-2 0-20 16,0-4-12-16,0-5-23 0,3-2 181 0,-3-2-70 16,7-4-22-16,-2-1 0 15,6 0 291-15,4 0-131 0,8 0-78 0,-1 0 246 16,4 0-150-16,2-1-76 0,2-1-30 0,4-1-7 15,15 1-38-15,4-3-1 0,5 4 1 0,4-3 28 16,4 1 8-16,-1 2-37 0,3-1-22 0,-3 2-70 16,-1 0 46-16,-1 0 23 0,-8 2-342 0,5 4 137 15,-7-1 105-15,0 0-11 0,-5 1-493 16,1 2 281-16,-3-2 133 0,-3-2-361 0</inkml:trace>
  <inkml:trace contextRef="#ctx0" brushRef="#br0" timeOffset="-199663.64">20167 15568 1668 0,'-9'-28'0'0,"9"17"0"0,0 7 0 0,14 2 0 0,9-2 0 0,5 1 0 0,6 3 0 0,5-3 0 0,10 3 368 0,3 0-167 0,5 0-84 16,7 6-43-16,-13 2 21 0,2 1-23 0,-5 3-9 15,-4-3-118-15,-11-2 43 0,-1 1 23 0,-10-3 0 16,1 1-310-16,-9-2 162 0,-5 1 84 0,-6 0-440 16,-1-2 243-16,-2 2 58 0,-9 0 74 0,-8 0-285 15</inkml:trace>
  <inkml:trace contextRef="#ctx0" brushRef="#br0" timeOffset="-199490.11">20413 15566 872 0,'-12'0'0'0,"3"6"0"0,3 6 0 0,5 3 0 0,-1 1 0 0,2 5 0 0,0-1 400 16,0 8-187-16,2 3-91 0,-1-2 381 0,5 4-235 16,-3-4-118-16,-1-2-50 0,2 7 58 0,-1-8-62 15,-3-5-32-15,0 1-150 0,0-3 59 16,0-6 39-16,-5-4-9 0,1-2-405 0,3-2 218 16,1-5 108-16,0 0 55 0,0 0-630 15,0-12 258-15</inkml:trace>
  <inkml:trace contextRef="#ctx0" brushRef="#br0" timeOffset="-199358.4">20546 15639 1713 0,'2'-1'0'0,"0"1"0"0,3 3 0 0,1 14 0 0,2 6 0 0,-3 3 0 0,1 6 0 0,-1 11 345 0,-3 0-156 16,1 5 330-16,-3 1-246 0,0 1-121 16,0 3-59-16,0-5-142 0,-3-1 41 0,3-11 8 15,0 2 33-15,0-5-798 0</inkml:trace>
  <inkml:trace contextRef="#ctx0" brushRef="#br0" timeOffset="-198310.31">21569 16100 1130 0,'0'-7'0'0,"0"1"0"0,0 2 0 0,0 0 0 0,0-2 0 0,2 1 0 0,5-4 0 0,5 2 0 0,1 0 376 16,4 1-164-16,1 0-94 0,0 3-42 0,1-1 134 15,1 3-89-15,-1-1-44 0,0 2-8 0,1 0-9 16,0 0-27-16,-1 0 0 0,-3 0-211 0,1 0 113 15,-2 0 53-15,-1 2-184 0,-7-1 114 0,2 3 57 16,-2-1-5-16,-5 3-613 0</inkml:trace>
  <inkml:trace contextRef="#ctx0" brushRef="#br0" timeOffset="-198112.48">21611 16310 1344 0,'-2'0'0'0,"2"0"0"0,0 5 0 0,0 2 0 0,6-4 0 0,3 1 0 0,5 1 0 0,0 1 572 0,7 0-270 0,-1-1-126 0,5 3 134 16,-1 0-139-16,-1-1-69 0,2 2-35 0,-3-2 102 15,-1 1-60-15,5-1-43 0,-6-1 1 16,5-2-326-16,-2-2 145 0,-1-2 74 16,0 0-528-16,-3 0 297 0,1 0 152 0,-4 0-644 15,-1-2 366-15</inkml:trace>
  <inkml:trace contextRef="#ctx0" brushRef="#br0" timeOffset="-197902.55">22445 16149 1826 0,'0'-8'0'0,"0"1"0"0,0 7 0 0,0 0 0 0,4 0 0 0,3 0 0 0,2 0 0 0,3 0 347 16,4 0-157-16,4 0 214 0,2 0-185 0,7 0-85 15,-4 0-55-15,5 0-77 0,-2 6 31 0,1-3 0 16,-1 1 0-16,-5-1-412 0,5-1 202 0,-7 0 104 16,1 1 54-16,-3 2-251 0,-3 1 151 0,2-4-6 15,-1 4-602-15,-2-2 347 0</inkml:trace>
  <inkml:trace contextRef="#ctx0" brushRef="#br0" timeOffset="-197674.16">23230 15825 1779 0,'0'-6'0'0,"3"5"0"0,9 1 0 0,1 0 0 0,4 0 0 0,2 0 0 0,3 0 157 0,7 0-62 0,6 1-23 16,9 5 354-16,-1 2-197 0,6-2-97 0,5 3 80 15,-1 0-89-15,-1 1-37 0,0-3-31 0,-6-1-190 16,-9-2 83-16,2-4 43 0,-2 0 20 0,-3 0-359 15,-4 0 186-15,-5 0 98 0,-4-4 48 0,-3-2-626 16,-8 4 306-16,-2-3 137 0,-6 3-131 0,-2-4 149 16</inkml:trace>
  <inkml:trace contextRef="#ctx0" brushRef="#br0" timeOffset="-197478.61">23548 15876 1406 0,'-12'4'0'0,"3"3"0"16,2 3 0-16,5-3 0 0,0 1 0 0,2 3 0 0,0 6 0 0,0 6 241 0,2 3-104 0,1 2-53 0,1 2 469 0,0 2-264 0,-2 4-128 16,-2 1-65-16,0 1 84 0,0-1-66 0,-8-1-45 15,1-2-126-15,-3-2 45 0,3-6 22 16,3-6-358-16,2-2 199 0,-1-6 87 16,1 0 47-16,2-6-590 0,0-5 308 0,0-1 46 15,2 0 75-15,10-19-330 0</inkml:trace>
  <inkml:trace contextRef="#ctx0" brushRef="#br0" timeOffset="-197311.49">23737 15919 1465 0,'7'-5'0'0,"5"3"0"0,1 2 0 0,-3 2 0 0,3 11 0 0,-4 4 0 0,-2 9 0 0,-1 6 654 0,-1 9-311 0,-3-1-155 0,-2 3 123 15,0-6-130-15,0 12-79 0,0-4-34 0,-3-2 30 16,-1 1-32-16,-2-5-1 0,3 0-24 0,-1-3-407 15,4 0 203-15,0-4 98 0,0-3-741 0,0-1 420 16,2-9 123-16</inkml:trace>
  <inkml:trace contextRef="#ctx0" brushRef="#br0" timeOffset="-197148.93">24375 16690 2019 0,'3'-11'0'0,"-1"4"0"0,0 7 0 0,5 0 0 0,-5 0 0 0,0 0 0 0,-2 0 258 0,0 0-104 15,0 0-65-15,0-7-427 0,-4-1 174 16,-5 2 88-16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9:14:20.8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2865 9985 565 0,'-8'-2'0'0,"-1"2"0"0,4 0 0 0,0 0 0 0,2 0 0 0,1 0 0 0,1 0 0 0,-1 0 0 0,2 0 33 16,0 0 0-16,0 0 0 0,0 0 84 0,0 0-25 16,0 0-21-16,0 0-9 0,0 0 2 0,0 0-31 15,0 0 0-15,0 0 33 0,0 0 8 0,2 0-41 16,-1 0-1-16,3 0 45 0,2 0-23 0,-4 0 1 15,5 0-14-15,-2 2 28 0,0-2-1 0,0 2-35 16,-2-2 0-16,2 2-10 0,1-1 18 16,-1 2-8-16,1-2 4 0,-3 0-5 0,0-1 1 15,4 3-3-15,-5-3 11 0,5 2-9 16,-2-2 1-16,1 0-36 0,-1 2 36 0,2-2 0 16,0 0 8-16,5 0-34 0,-1 0 23 0,-2 0-4 15,2 0 4-15,-1 0-16 0,4 0-8 0,-3-2 18 16,2 0 3-16,0-1-29 0,-2 2 27 0,0 1 4 15,2-1-37-15,1 1 26 0,-2 0 4 0,1 0-24 16,0 0 23-16,0 0 0 0,4 0-1 0,-4 0 21 16,4 0-22-16,3 0-1 0,-2-3 1 15,3 2 24-15,1-1-23 0,1 0 3 16,3-2-2-16,0 2 18 0,-4 1-17 0,-1-2 9 16,6 2-19-16,-2 1 10 0,2 0 1 0,-3 0-11 15,3 0 10-15,2 0 7 0,1 0-6 0,0 0 28 16,2 0-28-16,0 0 0 0,-1 0 0 0,4 0 29 15,0-2-7-15,3-6-18 0,-3 2 19 16,0 1-19-16,3-3 0 0,-2 3 6 0,1-1-5 0,-5 1 3 16,4-1-2-16,1 1-9 15,7 0 8-15,-7 0 10 0,-1 2-9 0,3-1-11 16,0 0 11-16,1 0-4 0,-4 1 3 0,1 2-25 16,4 1-8-16,-6 0 29 0,2 0-26 0,1 0-1 15,0 0 25-15,-3 0-14 0,6 0 12 0,-1 0-3 16,1 0 3-16,2 0-15 0,-3 0 13 0,-5 0-4 15,7 0-4-15,-2 0-7 0,5 0 13 0,-12 0-2 16,8 0 1-16,-5 0-37 0,1 4 35 0,1-2 1 16,-2 2-31-16,3 2-1 15,-3-3 29-15,1 1-29 0,9 2 25 0,-5-3 0 16,0 1-4-16,-1-1-11 0,1-2 14 0,-4 1-5 16,12-2-3-16,-11 0-12 0,5 0 15 0,0 0 1 15,-3 0-2-15,-2 0-9 0,8-2 10 0,-6 1 0 16,3-4-6-16,-2 3 5 0,0-1 0 0,-5 0-23 15,4 1 0-15,0 1 21 0,-2-1-1 0,6 0 3 16,-7-1-4-16,8-3 2 0,-1-3-3 0,2 2 14 16,-2-2-13-16,1 2 1 0,-1 0-3 0,6-1-21 15,-12 4-1-15,1 0 24 16,-1 3-82-16,-5 1 38 0,-4 0 13 0,3 0-2 16,-4 0 20-16,-4 0 2 0,0 3-8 0,-3-1 40 15,1 2-9-15,-3-2-25 0,-2 0-6 0,1-1 41 16,-6 2-37-16,-1-3 2 0,-1 0 0 0,-2 1 6 15,-5-1 7-15,1 0-8 0,-1 0-25 0,-2 0-1 16,0 0 28-16,-1 0-74 16,0 0 32-16,0 0 0 0,0 0 26 0,0 0-148 15,-2 0 59-15,-8 0 46 0,1-1 15 0,-2-5-280 16,1 0 151-16,2-2 75 0,2 1 29 0,0-4-511 16</inkml:trace>
  <inkml:trace contextRef="#ctx0" brushRef="#br0" timeOffset="217.92">6956 9636 1271 0,'0'1'0'0,"0"4"0"0,3-2 0 0,3-3 0 0,3 0 0 0,2 0 0 0,2 2 237 0,7 0-102 16,4 4-51-16,0-1 229 0,0 3-132 0,7 3-78 16,0 2-35-16,-4 6 22 0,3-2-29 0,-5 3 1 15,-4-3-21-15,-1 6-46 0,-7-6 37 0,-2 3 1 16,-4 1-36-16,-5-2-1 0,-2 1 45 0,-2 3-64 15,-16-3 28-15,-4-1 0 0,-12 4 28 0,-4-3-241 16,-4 1 98-16,-2 4 34 0,-16 2 41 0,1 2-606 16,-6 5 304-16,-11 0 144 0</inkml:trace>
  <inkml:trace contextRef="#ctx0" brushRef="#br0" timeOffset="1102.58">4621 7849 227 0,'-2'-13'0'0,"1"6"0"0,1 0 0 0,-3 1 0 0,1 2 0 0,2 0 199 15,-3 3-83-15,1-2-42 0,2 2 110 0,0 1-79 16,0 0-37-16,0 0 21 0,-2 0-28 0,2 0 0 16,0 0-20-16,0 4-19 15,0 5 11-15,0 2 0 0,0 0 0 0,2 3 46 16,0 1-15-16,2-2-8 0,0 2-23 0,1 4 33 16,-2-2 0-16,2 1-33 0,0 5 26 0,-1 3-27 15,1 0 1-15,-5 3-17 0,3 3 17 0,-2 2 0 16,-1 1 8-16,0 8-19 0,0-4 11 0,0 2-1 15,0 2 1-15,2 0-35 0,-2-6 6 0,0 12 29 16,2-6-14-16,-1 0 36 0,1 1-26 0,0-1 9 16,1 0-3-16,-2 12-7 15,1-3-2-15,1 4 36 0,-2 8-33 0,1-2 2 16,0-6 8-16,-2 16 12 0,0-5-16 0,0 1-3 16,0 3 5-16,0 2-13 0,0 1 17 0,0 1-8 15,0 0 0-15,0 0-25 0,0 0-1 0,0-3 25 16,0-11-28-16,0 14-8 0,0-10 28 15,0 5-24-15,0-2-4 0,0 2 27 0,0-8 3 0,-2 15-26 16,0-9 15-16,1 1 5 0,-2-1-7 0,1 0-34 16,2-9 19-16,0 12-4 0,0-15 15 15,0 1-51-15,0 0 22 0,0-6-1 16,0-6-28-16,0 5 26 0,0-3-8 0,0 0 1 16,0-1-6-16,0 0 32 0,0-5-14 0,0 5-47 15,0-11 23-15,0 1 0 0,0-5 21 0,-4-2-27 16,-1-8 20-16,0-3 10 0,0-1-10 0,-4-7-68 15,3 1 30-15,2-5-6 0,-1-2-104 16,1-2 71-16,-1-2 36 0,1 0-206 16,0 0 121-16,1-5 52 0,0-8 39 0,3-6-300 15,0-5 165-15,0-4 83 0</inkml:trace>
  <inkml:trace contextRef="#ctx0" brushRef="#br0" timeOffset="1452.84">4680 7662 532 0,'-8'-13'0'0,"4"7"0"0,0 2 0 0,-2 3 0 0,-1 1 0 0,1 0 0 0,-8 0 117 0,2 11-34 0,-5 8-30 0,1 1 61 15,-4 5-41-15,2 4 0 0,-3-2-40 0,2 5 43 16,2-2-43-16,-4-2-1 0,5-1 1 0,1-4-71 15,5-3 35-15,3-3 8 0,1-3-90 16,0-4 59-16,4 0 30 0,2-7-403 0</inkml:trace>
  <inkml:trace contextRef="#ctx0" brushRef="#br0" timeOffset="1600.7">4561 7633 798 0,'3'0'0'0,"2"0"0"0,1 5 0 0,2 0 0 0,-3 1 0 0,3-1 0 0,4 1 347 0,3 4-157 16,2-1-79-16,4 3-39 0,1 4 139 0,2 3-81 0,10 6-53 16,0 1-137-16,3 4 47 15,1 7 23-15,7 12-579 0</inkml:trace>
  <inkml:trace contextRef="#ctx0" brushRef="#br0" timeOffset="2158.77">6069 9720 969 0,'0'-3'0'0,"0"1"0"0,0 0 0 0,0 2 0 0,0 0 0 0,0 0 0 0,0 4 0 0,0 8 138 0,0 5-56 0,0 2 89 16,0 2-69-16,0 5-35 15,0-5 1-15,0 2 3 0,0-1-8 0,-3-1-30 16,0-5 0-16,2-3 9 0,0-3-9 0,-2-3 8 16,3-3-8-16,0-2-29 0,0-2 29 0,-2 0-1 15,2 0-34-15,0-9 8 0,0-10 27 0,0 1-68 16,0-4 23-16,0 2 0 15,0 1 20-15,0 0-37 0,2 2 15 0,1 2 0 0,-2 1 15 16,3 4 26-16,-3 1-28 0,1 3 12 16,0 4-18-16,1 0 88 0,-3 0-35 0,2 2 1 15,0 4 0-15,0 11 4 0,-2 4-32 0,0 3-3 16,0 3 122-16,0-1-56 0,0-3-16 0,0 2-105 16,0-3 35-16,3-3 0 0,-2-8 40 0,1 1-469 15,0-3 213-15,4-4 114 0,-1-2 36 0,2-1-301 16</inkml:trace>
  <inkml:trace contextRef="#ctx0" brushRef="#br0" timeOffset="2748.07">3308 9750 878 0,'-6'0'0'16,"1"0"0"-16,3 0 0 0,-1 2 0 0,0 1 0 0,-2 3 0 0,2 2 0 0,-2 5 83 0,1 0-17 0,0 6 61 16,1 4-48-16,1 1-22 0,1 4-1 0,-2-2-20 15,1-3 5-15,2 0-8 0,0-6-1 0,0-6-50 16,0-2 26-16,0-1-1 0,0-6 34 0,0 1-104 16,0-3 47-16,0 0 24 0,0-3-51 0,0-12 11 15,0-4 30-15,0-8-69 0,0 5 38 0,0 2 4 16,0-3 0-16,0 4-8 0,0 6-1 0,0 0 20 15,0 4 10-15,0 5 65 0,0-1-32 0,-5 5-2 16,1 0-30-16,1 0 143 0,-4 14-66 16,2 3-22-16,1 0 6 0,2 3-10 15,2-1-4-15,0 3-77 0,0-1 28 0,0 4 20 16,2-4 11-16,7 3-408 0,4 4 183 0</inkml:trace>
  <inkml:trace contextRef="#ctx0" brushRef="#br0" timeOffset="3172.8">6417 10160 684 0,'-12'-8'0'0,"7"6"0"0,1-1 0 0,-1 0 0 0,0 2 0 0,1-2 0 0,-1 3 380 0,1 0-173 0,0 0-79 16,-1 0-52-16,-1 14 216 16,0 7-130-16,-1 7-64 0,-4 9 86 0,3 1-68 15,-5 10-45-15,2 0-53 0,-1 1 14 0,0-1 1 16,3-4 8-16,-5 6-45 0,4-5 0 0,-3-3 37 16,4-11 0-16,1 4-183 0,1-14 99 0,1-2 38 15,5-9-337-15,-2-2 175 0,3-6 46 0,0-2-365 16,0-10 223-16,3-20 123 0,3-11 57 0</inkml:trace>
  <inkml:trace contextRef="#ctx0" brushRef="#br0" timeOffset="3346.34">6302 10124 777 0,'5'-9'0'0,"1"2"0"0,1 5 0 0,-1-1 0 0,0 3 0 0,2 0 515 16,2 0-241-16,4 15-121 0,4 6-52 0,5 9 400 15,-2 4-234-15,0 7-117 0,1 2-59 0,-3 0 96 16,-2-3-69-16,3 11-47 0,-3-6-4 0,0-3-34 15,-2-1-1-15,0-3-380 0,-2-3 199 0,1-2 86 16,-5-2 48-16,-1-9-591 16,-5 0 313-16,1-5 69 0,-2-6 102 0,-2-1-499 15</inkml:trace>
  <inkml:trace contextRef="#ctx0" brushRef="#br0" timeOffset="3482.99">6300 10637 1259 0,'-20'-6'0'0,"9"3"0"0,6 0 0 0,1-3 0 0,4-1 0 0,0-2 0 0,3-1 403 0,12 1-177 16,7-1-100-16,0 1 84 0,6 4-88 16,-3 1-44-16,5 1-23 0,0 3-80 0,2 0 26 15,-2 0-1-15,-2 5-646 0,0 4 339 0</inkml:trace>
  <inkml:trace contextRef="#ctx0" brushRef="#br0" timeOffset="3886.78">3141 10301 447 0,'0'-2'0'0,"0"2"0"0,0 13 0 0,0 11 0 0,2 4 0 0,0 6 0 0,1 4 0 0,3 1 435 0,2 17-205 0,-3-7-99 16,3 0-18-16,1-2-41 16,-3 2 1-16,4-7-130 0,-4 6 41 0,3-7 24 15,-4-6 0-15,2-3-65 0,-5-11 45 0,1 0 31 16,-2-10-9-16,1-3-290 0,0-4 146 0,-2-4 53 16,0-2 43-16,0-22-320 0</inkml:trace>
  <inkml:trace contextRef="#ctx0" brushRef="#br0" timeOffset="4242.96">3097 10419 1060 0,'-8'-11'0'0,"0"8"0"0,5 2 0 0,-2-1 0 0,5 2 0 0,-3 0 0 0,3 0 0 0,0 0 0 0,3 0 135 0,16 0-43 0,5 0 20 16,3 5-40-16,5 1 0 0,1 4-39 0,2-1-40 16,-2 2 8-16,-2 0 32 0,-4 3-1 0,-2 1-181 15,-3 2 91-15,-12-2 45 0,-1 5 32 0,-3 3-164 16,-6 1 44-16,0 1 56 0,-10-1 9 15,-5-1-1-15,-9-4-13 0,1-3 246 0,-1-1-105 16,6-4-50-16,-4-1-24 0,6-5 272 16,8-1-119-16,-1-2-76 0,5-2-6 0,0 0 64 15,4 0-59-15,9 0-30 0,12-2 8 0,12-3-63 16,-1 1 0-16,4 0 25 0,0 2 21 0,3 2-21 16,-4 0 8-16,0 11-70 0,-5 5 32 0,-5 3-1 15,-2 1 30-15,-9 2-33 0,-8 1 7 0,-3 7 27 16,-3-1-41-16,0-1 59 0,-17-2-28 0,-7-4-4 15,-4-1-8-15,-4-4 46 0,0-4 4 0,2-5-38 16,-7-4-157-16,4-4 75 16,-2 0 41-16,5-4-394 0,3-12 194 0,3-2 103 15,4-5 35-15,10 0-415 0,10-1 223 0,0-7 124 16,5 2 57-16</inkml:trace>
  <inkml:trace contextRef="#ctx0" brushRef="#br0" timeOffset="4617.03">4429 9758 1491 0,'0'-15'0'0,"0"7"0"0,0 1 0 0,0 1 0 0,0-1 0 0,0 2 0 0,0-2 0 0,-7 4 0 0,0 1 0 0,-1-1 189 0,-2 2-79 0,-4 1-38 0,-2 0 95 16,-1 4-71-16,-3 9-31 0,-3 5-1 0,-3 5-46 15,-4 4 15-15,2-3 8 0,-6 8-53 0,2-2 22 16,2-2 1-16,0 0 22 0,5-6-26 0,-1 2 8 16,2-4 18-16,7-5 0 0,-2-2 24 0,6-3-12 15,7-5-15-15,-2-1 118 0,3-1-62 0,4-3-28 16,1 0 1-16,0 0-4 15,0 3 1-15,3-1-15 0,13 2-8 0,4-1 7 16,0 1-8-16,5 0 1 0,2-1 9 0,0 3-1 16,3-1-8-16,5 2-107 0,-4 1 53 0,1 4 28 15,2 1-1-15,1 2-540 0,7 3 266 0,0 0 103 16,1 1 77-16</inkml:trace>
  <inkml:trace contextRef="#ctx0" brushRef="#br0" timeOffset="8620.66">11079 7595 782 0,'0'-10'0'0,"-2"4"0"0,-2 2 0 0,-1 3 0 0,4-1 0 0,-1 0 0 0,2 0 0 0,-2 2 341 16,2 0-154-16,0 0-69 0,0 0-47 15,10 6 162-15,3 5-100 0,4 4 84 0,1-2-92 16,0 0-38-16,4 4-32 0,-3 0 141 15,2 0-82-15,-7-4-41 0,5 1 1 0,-2 2-42 16,-4-1 1-16,0-2-1 0,-1 0 1 0,-5 1-192 16,1-3 95-16,-5-3 57 0,1-1-418 0,0-1 204 15,-3-1 119-15,2-3 11 0,-1 0-250 0,0-2 125 16,0 0 96-16,5-8-344 0</inkml:trace>
  <inkml:trace contextRef="#ctx0" brushRef="#br0" timeOffset="8835.2">11473 7291 1365 0,'2'-1'0'0,"0"1"0"0,0 0 0 0,-2 0 0 0,0 0 0 0,0 16 0 0,0 4 0 0,0 14 0 0,-9 5 543 0,-7 16-256 0,-1-1-119 16,-5 23-71-16,-5 9 331 0,3-1-197 0,-1 1 66 16,2 1-132-16,5-14-58 15,-3 8-41-15,5-5-15 0,0 0-18 0,5-9 0 0,1-12-1 16,-1 2-227-16,4-9 110 0,2-9 58 15,-2-2 30-15,4-14-377 0,1-3 203 0,2-11 72 16,-2-2 58-16,2-7-630 0,0 0 319 0,2-4 160 16,10-18-495-16</inkml:trace>
  <inkml:trace contextRef="#ctx0" brushRef="#br0" timeOffset="9010.77">11589 7732 1097 0,'2'-13'0'0,"1"8"0"0,6 4 0 0,0-3 0 0,0-1 274 16,3 3-121-16,-1-3-60 0,6 2-30 0,-1-1 519 16,3 0-266-16,6 0-146 0,-1 1-68 0,0 1 59 15,5 0-64-15,-3 2-172 0,-5 0-202 0,3 0 151 16,-3 0 80-16,-2 0-688 0,-5 0 371 16,2 0 185-16,-7 2 94 0</inkml:trace>
  <inkml:trace contextRef="#ctx0" brushRef="#br0" timeOffset="9164.54">11695 7904 815 0,'-16'10'0'0,"7"0"0"0,2-3 0 0,0-2 0 0,5-1 0 0,1-4 0 0,1 0 619 0,0 0-284 0,0 0-156 16,13 0-73-16,6 0 265 0,5-4-170 0,1-3-191 16,-2 2 8-16,7-5 15 0,-4 4 0 0,1 0-623 15,-2 3 312-15,1-1 155 0,-3 2 86 16,7 1-716-16</inkml:trace>
  <inkml:trace contextRef="#ctx0" brushRef="#br0" timeOffset="9460.76">12168 7703 660 0,'1'0'0'0,"-1"0"0"16,0 0 0-16,0 0 0 0,0 6 245 0,0 11-97 0,0 3-62 0,-1 8-27 0,1 1 520 15,0 3-274-15,0 2 275 0,0-1-266 0,7 1-144 16,8-6-69-16,2-2 75 15,4-5-71-15,3-4-37 0,6-6 9 0,2-5-192 16,2-6 73-16,2 0 38 0,-3-3 0 0,-1-13-79 16,-5-3 53-16,-3-3 32 0,-3-3 0 0,-4-1-206 15,-7-4 84-15,-1-2-139 0,-7-4 124 16,-2-6 30-16,0-4 36 0,-16 0-13 0,-2-3 24 0,-5 9-7 16,-9-1 32-16,4 18 99 0,-6 5-49 15,0 7-25-15,-3 8 0 0,1 3 233 0,2 8-120 16,2 14-42-16,6 3 55 0,4 5-39 15,3 4-36-15,6 1-58 0,3 8-4 0,8-9 38 16,2 12 43-16,2-9-600 0,10 1 271 0,4-6 128 16,9 6 69-16</inkml:trace>
  <inkml:trace contextRef="#ctx0" brushRef="#br0" timeOffset="10123.66">14007 7633 1094 0,'-12'-14'0'0,"6"4"0"0,4 5 0 0,1 1 0 0,1-1 0 15,0-2 0-15,0 0 183 0,7 1-67 0,8 1-46 0,2 2 0 0,4 0 117 16,5 3-77-16,-1 0-39 0,-3 0 8 0,6 11 39 16,-3 7-43-16,-4 2-21 0,0 3-41 0,-7 5-1 15,-3 4 29-15,-5 1-95 16,-4 5 44-16,-2-1 21 0,0-1 0 0,-15 1-54 15,-3-6 46-15,-3-3-8 0,-4-4-2 0,-3-4-8 16,1-5-5-16,-3-6-1 0,0-2 5 0,2-5-124 16,2-2 55-16,5 0 37 0,0 0 6 0,5-9-226 15,6-9 100-15,8-4 72 0,2-3-231 0,14-6 147 16,9 0 73-16,10-4-212 0</inkml:trace>
  <inkml:trace contextRef="#ctx0" brushRef="#br0" timeOffset="10303.23">14403 7493 1048 0,'15'-21'0'0,"-10"10"0"0,2 2 0 0,-6 3 0 0,-1 3 0 16,0 0 0-16,-8 3 0 0,-5 0 212 0,-6 8-90 0,5 11-44 0,-7 7 271 0,2 10-158 0,6-3-71 15,-4 14-47-15,7-2 104 0,7 0-73 0,3-1-35 16,0-9 113-16,3 5-67 16,13-6-45-16,4-3-154 0,4-2 58 0,5-5 29 0,1-6 1 15,4-2-393-15,1-3 207 0,-1-6 107 16,-2-1 54-16,-2-6-586 0,-2 0 259 0,-5 0 149 15,1-10 87-15</inkml:trace>
  <inkml:trace contextRef="#ctx0" brushRef="#br0" timeOffset="10479.84">14842 7345 1495 0,'2'0'0'0,"2"0"0"0,-1 3 0 0,-1 12 0 0,0 3 0 0,-2 4 0 0,0 4 0 0,0 4 0 0,0 6 380 15,-4 7-178-15,-6-2-85 0,-4 4-42 0,1 1-4 16,-1-2-39-16,2-7 9 0,-1 2-8 0,1-5-334 16,1-6 167-16,4-8 83 0,0 0-222 0,0-10 161 15,2-3 68-15,3-7-621 0</inkml:trace>
  <inkml:trace contextRef="#ctx0" brushRef="#br0" timeOffset="10614.5">14818 7643 1100 0,'5'-2'0'0,"3"2"0"0,0 0 0 0,-1 0 0 0,-2 0 0 0,3 6 0 0,0 1 0 0,-1 1 433 0,2 4-204 0,0-1-98 16,0 0-49-16,0 2-127 0,0-2 48 0,1 2-9 15,-1-3 39-15,0-2-538 0,1-3 265 0,5-4 133 16</inkml:trace>
  <inkml:trace contextRef="#ctx0" brushRef="#br0" timeOffset="10805.99">15152 7378 788 0,'2'-1'0'0,"2"1"0"0,1 0 0 0,-1 1 0 0,-1 11 121 0,-2 5-45 0,1 3-13 0,-2 9 459 15,0 0-245-15,0 7-122 0,-10 7-62 0,-4 2 303 16,-7 4-174-16,-6 10-98 0,2-5-46 0,-4 2 78 16,3 0-61-16,-2 0-32 0,5-12-276 15,-2 1 119-15,5-10 63 0,1-6-254 16,6-10 159-16,3-6 80 0,3-5 47 0,5-8-663 15,2 0 324-15,0-15 105 0</inkml:trace>
  <inkml:trace contextRef="#ctx0" brushRef="#br0" timeOffset="10946.61">15081 7786 919 0,'7'-4'0'0,"1"3"0"0,1 1 0 0,-1 0 0 0,-1 0 0 0,2 0 0 0,1 0 506 0,1 7-229 0,0 4-126 15,3 2-59-15,-1 0 327 16,0 2-194-16,2 2-95 0,1 3-169 0,0 0 33 15,-2-5-1-15,4 5-582 0,-3-6 310 0,3 0 157 16,2-2 85-16,-2-3-331 0</inkml:trace>
  <inkml:trace contextRef="#ctx0" brushRef="#br0" timeOffset="11171.03">15623 7326 1891 0,'-3'-8'0'0,"1"4"0"0,2 3 0 0,0 1 0 0,0 0 0 0,0 4 0 0,2 12 0 0,1 8 299 0,1 7-137 0,-2 8 297 15,1 2-214-15,-2 8-105 0,1 2-54 0,0 3 55 16,0 1-58-16,0 1-25 16,-1-3 0-16,1-1-175 0,0-4 75 0,-2-3 46 0,0 4-9 15,0-16-375-15,0 1 205 0,0-11 105 16,2-3-680-16,0-9 361 0,1-1 148 0,6-6-392 15</inkml:trace>
  <inkml:trace contextRef="#ctx0" brushRef="#br0" timeOffset="11384.32">16044 7230 790 0,'0'-6'0'0,"4"3"0"0,7 0 0 0,4 0 0 0,0-1 0 0,1 0 344 0,0 3-148 16,1-3-85-16,2 2 196 0,3 0-138 0,1 2-67 16,0 0-35-16,0 0-74 0,-3 0 16 0,1 0-1 15,-2 0 25-15,-5 0-167 0,-5 2 83 0,2 2 50 16,-6 1-498-16,-3 1 257 0,0 0 129 0,-2 1-440 16</inkml:trace>
  <inkml:trace contextRef="#ctx0" brushRef="#br0" timeOffset="11628.67">16241 7224 886 0,'-9'0'0'0,"4"0"0"0,3 0 0 0,0 0 0 0,0 0 0 0,2 6 0 0,-2 3 0 0,1 5 140 0,-1 1-57 0,-5 3-26 0,0 4 186 15,-2 3-105-15,-5 2-53 0,2-1-18 0,-6 2-36 16,0-2 1-16,-5-1 1 0,2-4 0 0,-2 1-34 16,5-6 7-16,-3-2 27 15,5-3 25-15,0-2 1 0,7-5-27 0,4 1 151 16,1-4-67-16,2-1-46 0,1 0 0 0,1 0 95 15,0 0-66-15,0 0-33 0,10 0 8 0,8 0-33 16,2-1-8-16,-1-4 0 0,4 0 0 0,-1 1-227 16,0 2 121-16,-1 0 49 0,-1 0-177 0,0 1 102 15,-1-2 63-15,-5 1-329 0,-1 2-124 0,2 0 232 16,-5-1 112-16,0-1-301 0,-3-4 207 0,0-2 104 16</inkml:trace>
  <inkml:trace contextRef="#ctx0" brushRef="#br0" timeOffset="11744.34">16285 7438 616 0,'2'-11'0'0,"-2"0"0"0,0 3 0 0,2 2 0 0,-2 1 0 16,0 3 0-16,1 0 217 0,1 0-96 0,0 2-44 0,2 0 174 0,1 0-109 0,3 4-55 16,0 3-18-16,1 3 76 0,-2 3-57 0,0 0-27 15,-2 5 0-15,0 0-316 0,-3 3 152 0,0 4 64 16,-2 1-554-16</inkml:trace>
  <inkml:trace contextRef="#ctx0" brushRef="#br0" timeOffset="11895.95">16065 7804 1247 0,'-19'4'0'0,"8"0"0"0,-1-2 0 0,5-2 0 0,2 0 0 0,3 0 0 0,2 0 144 0,0-4-55 15,9-2-28-15,8-1 196 0,1 2-111 0,3-3-49 0,0 2-36 0,1 3-124 16,1 2 48-16,-2-2 24 0,-5 1 0 0,2 2-451 16,-4 0 233-16,0 0 119 15,-5 0-529-15</inkml:trace>
  <inkml:trace contextRef="#ctx0" brushRef="#br0" timeOffset="12077.47">16179 7639 977 0,'-5'10'0'0,"1"5"0"0,2 3 0 0,1 3 0 0,-3 8 0 0,2-2 0 0,-2 4 0 0,3 1 174 0,-1 2-71 0,-3-4-27 16,2 2-8-16,1-4 100 0,2-6-68 15,0-4-33-15,0 0 0 0,0-9-77 16,0 0 17-16,7-5 1 0,5-4-177 0,2 0 101 15,6-13 51-15,-1-5-339 0,1-7 163 0,3-3 103 16,1-8-1-16,-4 2-163 0,1-3 91 0</inkml:trace>
  <inkml:trace contextRef="#ctx0" brushRef="#br0" timeOffset="12191.16">16409 7654 985 0,'5'-9'0'0,"-1"3"0"0,-2 5 0 0,3 1 0 0,-3 0 0 0,3 0 0 0,-2 5 176 0,-1 5-71 15,2 1-36-15,-1-1 177 0,1 1-107 0,-2 0-44 16,2 2-36-16,-1 0-66 0,-1-3 40 0,3 0-1 15,-2-4 1-15,-1 0-389 0,0-3 191 0,2-3 98 16</inkml:trace>
  <inkml:trace contextRef="#ctx0" brushRef="#br0" timeOffset="12447.49">16606 7207 649 0,'2'-3'0'0,"-2"1"0"0,1 0 0 0,1 2 0 0,-2 0 437 15,0 4-194-15,2 10-109 0,1 9-51 0,-1 6 234 16,-1 8-143-16,1 4-70 0,0 8-28 0,2 13 301 16,-1 0-172-16,3 6-86 0,-3 1 116 0,1 1-100 15,1-10-43-15,0 13 2 16,1-20-30-16,1 5-1 0,-2-8-30 0,2-4-42 0,-4-10 28 0,1-4-7 16,-2-9 21-16,0-7-113 0,0-7 57 15,-1-3 27-15,-1-4 9 0,0-2-158 16,-5-4 84-16,-9-13 41 0,0-2-377 0,-4-4 190 15,2-2 57-15,0-2-460 0,4-3 289 0,3-2 144 16,4 2 72-16</inkml:trace>
  <inkml:trace contextRef="#ctx0" brushRef="#br0" timeOffset="12623.75">16944 7651 1356 0,'12'-4'0'0,"2"-2"0"0,7-3 0 0,-5-1 0 0,3 1 0 0,2 0 553 0,5 0-261 0,0-1-129 16,4 3 109-16,2-3-120 0,2 2-51 0,-2 1-41 16,1 1-1-16,2 2-26 0,-5 2 0 0,-8 2-459 15,1 0 237-15,-2 0 107 0,-3 2 57 0,-2 6-698 16,-4 1 351-16,0 1 176 0</inkml:trace>
  <inkml:trace contextRef="#ctx0" brushRef="#br0" timeOffset="12821.78">17623 7185 1668 0,'6'-8'0'0,"0"3"0"0,3-1 0 0,-3 2 0 0,-1 1 0 0,-1 1 0 0,0 2 0 0,4 0 0 0,-3 13 517 0,1 12-246 0,-1 10-119 16,-1 6-60-16,-3 8 220 15,2 6-140-15,-1 5-61 0,-2 9-44 0,0-5-26 16,2 1-9-16,-2 1 1 0,2-2-262 0,0-9 140 15,-1 4 56-15,1-5-239 0,0-2 152 0,0-5 76 16,-2-1 39-16,0-9-855 0</inkml:trace>
  <inkml:trace contextRef="#ctx0" brushRef="#br0" timeOffset="12974.39">18078 8235 10 0,'-16'0'0'0,"16"0"0"0,18 0 0 0</inkml:trace>
  <inkml:trace contextRef="#ctx0" brushRef="#br0" timeOffset="15206.69">10935 9074 960 0,'-1'0'0'0,"1"0"0"0,0 0 0 0,0 0 0 0,0 0 0 0,0 0 0 0,3-2 0 0,11-3 0 0,2-2 239 0,3 1-103 0,1-1-52 15,3 0-17-15,4 2 90 0,-3 1-62 0,3 2-23 16,-4 0 0-16,4 1-40 0,-6 1 9 0,3 0-60 16,-4 0 26-16,1 0 0 0,-3 0 26 0,-7 0-170 15,0 0 93-15,-3 0 34 0,-4 0 22 0,-1 0-283 16,-1 0 140-16,-2 0 29 16,0-2 13-16,-4-3 16 0,-8 2 23 0,0 0-11 15,-3 0-1-15,0 1 29 0,-3 1-8 0,6-3 132 16,-3 2-62-16,5 0-31 0,1 2 0 0,0 0 305 15,5 0-131-15,0 0-86 0,2 0-42 0,2 0 277 16,0 2-144-16,0 11-73 0,0 6 75 0,0 5-78 16,6 4-34-16,1 5 130 0,-1 2-82 0,1 6-41 15,-1-3-13-15,2 10 37 0,-5 0-32 0,-1 3-1 16,0 1-32-16,0 2 2 16,0 1 6-16,-2-2-8 0,0-3 0 0,0-3-144 15,0-9 73-15,0-3 35 0,0-6-223 0,0 3 122 16,0-12 33-16,-8-1-114 0,0-4 70 0,-1-4 49 15,-2-3-18-15,-1-2 35 0,0-4 14 0,-1-1 3 16,1-1-1-16,1 0 96 0,2 0-55 0,1 0-17 16,0 0 0-16,7 0 233 0,-3 0-102 0,2 0-67 15,2 0 288-15,0-1-163 0,0 1-48 0,2 0-74 16,13 0 0-16,6 0-25 0,0 0 8 16,-1 0 76-16,4 0-42 0,4 1-21 15,-3 5 0-15,-4-3-39 0,3 1-9 0,-3 0 27 16,0 1 149-16,-3-2-506 0,-1 0 252 0,-2 1 61 15,0-2-599-15,-2 0 299 0,-1-2 112 0,-1 0-428 16,0 0 297-16,1 0 141 0,0 0 82 16,0-10-457-16</inkml:trace>
  <inkml:trace contextRef="#ctx0" brushRef="#br0" timeOffset="15455.41">11634 9280 1473 0,'-3'-1'0'0,"1"0"0"0,0 1 0 0,2 0 0 0,0 0 0 0,0 0 317 0,0 0-133 0,0-3-80 0,9 0 354 0,11 2-212 0,3-4-107 16,4 1-53-16,-5 0 201 16,8-1-132-16,-1 3-61 0,-8 0-30 0,4 0-2 15,-4 0-29-15,0 0 8 0,-3 2-8 0,0 0-188 16,-6-1 93-16,-3 1 48 0,1 0-457 0,-2 0 260 15,-5 0 106-15,1 0-677 0,0 0 372 0,-3 0 188 16,-1 5 95-16</inkml:trace>
  <inkml:trace contextRef="#ctx0" brushRef="#br0" timeOffset="15640.58">11737 9547 2117 0,'-10'8'0'0,"-1"-2"0"0,4-1 0 0,4-3 0 0,-1 0 0 0,2-2 0 0,0 0 0 0,2 2 0 0,0 0 356 0,13 0-166 0,6 0-79 16,4-1 346-16,1-1-212 0,2 0-106 0,-3 0-45 0,7 2 24 15,-9-2-43-15,3 0 118 0,-2 2-193 0,1-2-456 16,-5 2 294-16,0 2 94 0,-1 0-323 0,-2 1 212 16,-2 2 106-16,0-1-1002 0</inkml:trace>
  <inkml:trace contextRef="#ctx0" brushRef="#br0" timeOffset="16742.73">11728 8545 793 0,'0'-3'0'0,"0"-1"0"0,0 1 0 0,0 0 0 0,2-2 0 0,0 2 0 0,0-1 0 0,1-1 357 0,1 1-163 0,0 0-80 16,-1 1-33-16,2 0 244 0,0 1-146 0,1 0-73 15,-1 1 86-15,-1-1-80 0,0 0-31 0,0 2 169 16,-2 0-108-16,0 0-55 0,-2 0-27 0,0 15 151 16,-8 11-80-16,-18 20-54 15,-9 6-22-15,-11 20 5 0,-3 3 0 0,-3 13-27 16,1 9 8-16,-6 23-784 0</inkml:trace>
  <inkml:trace contextRef="#ctx0" brushRef="#br0" timeOffset="19992.06">13221 9071 675 0,'0'-6'0'0,"0"4"0"0,0-1 0 0,0-1 0 0,0-2 0 0,0 3 0 0,0-4 0 0,0 2 160 0,0-1-64 0,0 1 115 15,0-5-89-15,0 1-36 0,0-4-31 0,0 0 57 16,0-5-40-16,0 1 0 16,0-1-31-16,0-4-5 0,0 5-4 0,0-4 1 15,0 0 0-15,0 2-32 0,-4 3 8 0,-1-1 24 16,-2 3-26-16,-3 1 0 0,1 1 25 0,-2 5-31 16,1 2 9-16,-5 1-5 0,2 3 22 0,0 1 31 15,-2 0 0-15,-1 0-44 0,2 10 13 0,0 3 81 16,3 3-40-16,2 1-15 0,1 5-1 0,4 2 83 15,2 5-43-15,2 3-33 0,0 7 33 0,0 3-30 16,4 3 0-16,3 1 115 0,3 4-64 0,-2 7-44 16,1 7 0-16,-1-4 102 15,-2 4-69-15,-1 0-35 0,-1-6 9 0,-1 16 38 16,-1-11 115-16,0-1-229 0,0-7 0 0,-2 1 0 16,0-1 0-16,0-3 0 0,0-3 0 0,0-6 0 15,0-5 0-15,-6-1 0 0,-1-4 0 0,-2-4 0 16,-1-2 0-16,-3-8 0 0,-1-3 0 0,0-3 0 15,-5-4 0-15,1-3-381 0,-2-2 245 0,0-4 36 16,-1 0 41-16,0 0-257 0,3-1 133 0,1-4 79 16,4 0-225-16,5-1 148 15,2-1 74-15,5-5-126 0,1 0 92 0,5-6 58 16,21-2 25-16,8-2-458 0</inkml:trace>
  <inkml:trace contextRef="#ctx0" brushRef="#br0" timeOffset="20222.72">13565 9688 1864 0,'-6'0'0'0,"4"0"0"0,1 2 0 0,-1 3 0 0,0 6 0 0,0 1 0 0,0 5 391 0,2 0-179 0,0 4 259 16,0 5-223-16,0 0-108 0,4 3-54 0,3-1 44 15,-1 2-49-15,2-2-16 0,-3 2-8 0,1 0-89 16,-3-4 33-16,1 1-1 0,-2-7 33 0,0 1-217 15,-1-4 104-15,-1-4 56 0,0-4-395 0,0-2 222 16,0-1 30-16,0-5-422 16,0-1 282-16,0 0 137 0,-1-1 69 0,-1-13-167 0,2-12 117 15</inkml:trace>
  <inkml:trace contextRef="#ctx0" brushRef="#br0" timeOffset="20482.87">13465 8913 1108 0,'-9'-6'0'0,"6"3"0"0,1 2 0 0,2 1 0 0,0 0 0 0,0 0 362 0,0-1-165 0,0 1-82 15,7-2-41-15,12-1 367 0,5 1-208 0,-1 1-100 16,3-1 267-16,2 0-184 0,1 0-92 0,-5 2-31 15,8 0-34-15,-5 0 0 0,-4 0-26 0,0 0-237 16,0-1 118-16,-3 1 68 16,-1 0 21-16,-2 0-232 0,-4 0 131 0,-4 0 65 15,1 0 33-15,-1 1-775 0,-3 5 362 0</inkml:trace>
  <inkml:trace contextRef="#ctx0" brushRef="#br0" timeOffset="20805.88">14070 8520 1987 0,'-3'-9'0'0,"-1"5"0"16,1 1 0-16,0 0 0 0,3-1 0 0,-2 3 0 0,2-1 0 0,0 0 0 0,0 2 310 0,0 0-139 0,0 0-69 0,0 0 143 0,0 5-106 15,0 9-45-15,0 2 64 0,0 5-63 0,2 6-32 16,-2-1 1-16,0 4 89 0,0 2-52 0,0 4-38 15,0 7-1-15,0-2 35 0,-4 4 94 0,2-1-191 16,0 1 0-16,1 5 0 0,-1-7 0 0,2-6 0 16,0-2 0-16,0-5 0 15,0-5 0-15,0-4 0 0,0-3 0 0,0-7 0 16,0-4 0-16,0-1 0 0,0-4 0 0,0 0 0 16,0-2 0-16,0 0 0 0,0 0 0 0,0 0-194 15,0 0 190-15,0 0 21 0,0 0-1 0,0 0-24 16,0 0-135-16,0 0 65 0,0-2 30 0,0 2-734 15,0-2 375-15</inkml:trace>
  <inkml:trace contextRef="#ctx0" brushRef="#br0" timeOffset="25956.81">14639 9487 878 0,'-7'0'0'0,"-2"0"0"0,-5 0 0 0,5 0 0 0,-2-2 0 0,3-2 0 0,-3-5 173 0,0 0-70 0,3 2-36 16,0-5 1-16,3 1 63 0,-1-3-41 0,5 2-32 16,1-3 33-16,0-2-30 0,0 0 1 0,1-1-29 15,10 0 84-15,3 2-47 0,1 0 1 0,0 1 30 16,0 4-35-16,0 2 1 0,-2-1-26 0,3 4 23 15,-4 3 0-15,3 1-31 16,2 0 0-16,-2 2-40 0,0 0 48 0,3 2-8 16,-4 9 0-16,3 2-23 0,-2 1 1 0,1 8 22 15,-6-3-51-15,3 7 20 0,-3 2 0 0,-4 2-57 16,-4 4 38-16,-1 0 6 0,-1 4 5 0,0-3-45 16,-11 6 30-16,-2-7 4 0,-4 0 1 15,-2 0-21-15,-2-4 37 0,-1-4-7 0,-2-3 6 16,1-4-4-16,-2-5 2 0,1-2-5 15,6-5 57-15,-5-1-24 0,5-2 0 0,0-4 148 16,3 0-82-16,6 0-31 0,1 0-21 0,3 0 195 16,3 0-100-16,0 0-51 0,2 0-26 15,0 0 91-15,2 0-50 0,9 0-36 0,10-3 16 0,1 0-23 16,1-1 0-16,1 0-22 0,-3 3 136 0,9-5-169 16,-4 4 0-16,0 0 0 0,-5 0 0 0,2 0 0 15,-3 1 0-15,1 1-261 0,-2 0 159 0,-4 0 41 16,0 0 41-16,-2 0-581 0,2 0 289 15,-4 0 132-15,2 0-455 0,3-3 302 16,-4-2 150-16,2-4 66 0,1-5-192 0,2-3 138 16</inkml:trace>
  <inkml:trace contextRef="#ctx0" brushRef="#br0" timeOffset="26228.09">15039 9404 778 0,'-3'-12'0'0,"1"2"0"0,2 0 0 0,0-1 0 0,0 2 123 0,3 0-37 15,13-1-31-15,7 1 432 0,0 2-227 0,6 1-113 16,-3 2-58-16,0 3 281 0,6 1-172 0,-3 0-83 16,-1 7-41-16,-2 6 73 0,-2 4-57 0,-1 3-20 15,-4 5-26-15,-5 3-11 0,-2 4-1 0,-6 7-34 16,-4 2 35-16,-2-6 8 16,-2 9-8-16,-14-4-19 0,0 0 19 0,-7-5-1 0,2-7 1 0,-4 1 62 15,-4-5-36-15,1-5 1 0,-2-6-27 16,-2-5-63-16,2-3 29 0,-4-3 9 15,4-2-324-15,2 0 164 0,5 0 74 0,4 0-158 16,5-6 97-16,6-1 60 0,5-6-1 0,3 0-322 16,1-6 185-16,18 2 91 0,7-3 48 0,4 2-395 15,9-4 225-15,-3 2 107 0</inkml:trace>
  <inkml:trace contextRef="#ctx0" brushRef="#br0" timeOffset="26466.6">15538 9358 447 0,'5'-26'0'0,"-1"7"0"0,-2 0 0 0,-2 0 0 0,0 1 0 0,0 3 380 0,-4 1-174 16,-3 3-86-16,-3 6-36 0,-1-1 257 0,2 4-154 16,-5 0-77-16,1 2 117 0,-2 8-88 0,-3 12-58 15,-2 5-24-15,3 7 59 0,1 7-42 0,2 2-21 16,5-1 9-16,2 10 173 0,7-4-101 0,0-4-51 16,0-8 156-16,5 2-103 0,9-2-43 0,2-4 23 15,7-3-42-15,0-4-20 0,0-2-1 16,4-4-117-16,-1-3 57 0,1-3 16 0,-1-2-1 0,-6-3-117 15,3-2 71-15,-2-3 35 16,-1-1 9-16,-3 0-542 0,2 0 218 0,-2 0 152 16,0-4-539-16,-4-3 336 0,2 1 160 0</inkml:trace>
  <inkml:trace contextRef="#ctx0" brushRef="#br0" timeOffset="29100.78">16351 9495 712 0,'0'-2'0'0,"0"-1"0"0,0 2 0 0,0-3 0 0,0 0 0 0,-2-3 0 0,2-2 0 0,-4-2 167 0,2-1-67 0,1 1-25 15,-1-2-8-15,-3-2 6 0,3 2-19 0,-3 2-1 16,1-1-20-16,-1 1-7 0,-1 1 7 0,-2 1-1 16,3 1-26-16,-5 3-1 0,3-1 28 0,-5 5-35 15,1-2 13-15,-1 3 0 0,-2 0 22 0,1 0-39 16,-4 8 1-16,1 7 18 0,-4 8 9 0,1 3 70 16,-1 7-34-16,1 4-4 15,3 2-32-15,2-2 81 0,1 12-41 0,5-6 124 16,2 1-77-16,5-9-38 0,1 2 0 0,0-2 43 15,1-5-44-15,8-6-1 0,2-7-36 0,1 0-35 16,4-4 9-16,0-6 26 0,0-3-1 0,0-4-78 16,0 0 38-16,2-7 1 0,-1-13 48 0,-1-7-142 15,2-7 64-15,-1-5 9 0,-2-4-77 0,2-9 35 16,-2-3 37-16,4-12-149 0,-6 0 82 0,0-5 22 16,-2 0 26-16,-2-3-95 0,0 12 49 0,-2-13 37 15,-2 21 0-15,-1-5 51 16,0 9 1-16,-3 10-24 0,-1 5 118 0,0 10-55 15,0 3-32-15,0 10 1 0,-3 2 101 0,-3 5-49 16,1 4-43-16,-4 2 315 0,1 4-157 0,0 17-48 16,1 3-49-16,-5 12 106 0,7 0-63 0,-1 12-43 15,3-1-1-15,3 6 87 0,0 3-61 0,0 2-30 16,0 1 7-16,0 8 62 0,0-7-50 16,3 1-25-16,1-9-1 0,-1 3-1 15,1-10-15-15,4 7-61 0,-2-15 26 0,1 4 1 16,0-10 25-16,2-8-164 0,0-2 91 0,-2-5 32 15,-3-6 22-15,1-3-359 0,0-3 174 0,-2-3 53 16,1-1 52-16,1 0-355 0,-1-3 194 0,3-10 98 16,2-2-347-16,-2-4 222 0,2-2 103 0,3-5-149 15,-1-2 135-15</inkml:trace>
  <inkml:trace contextRef="#ctx0" brushRef="#br0" timeOffset="29366.08">16565 9346 622 0,'2'-14'0'0,"-1"2"0"0,3 2 0 0,-2 0 0 0,1-2 0 0,6 6 0 0,-2-1 542 16,6 3-247-16,4 2-135 0,-1 2-63 0,5 0 339 16,2 6-202-16,-3 6-92 0,5 7 157 0,-2 1-133 15,-4 2-67-15,-1 5-33 0,-1 1 35 0,-2 0-26 16,-3 2-9-16,-3 2-65 0,-5 0 32 0,-3 0-1 16,-1 0 1-16,0 0-62 0,-12-2 27 15,-6 1 0-15,-1-2 35 0,-3-3-102 16,-4-2 51-16,-1-3 34 0,-1-2-218 0,0-6 106 15,-2-2 25-15,2-5 34 0,-1 0-291 0,6-4 142 16,-4-2 73-16,6 0-207 0,4 0 143 0,8 0 73 16,2-8 35-16,7-4-148 0,0-4 96 0,5-3 44 15,14-2 23-15,3 1-366 16,4-3 193-16</inkml:trace>
  <inkml:trace contextRef="#ctx0" brushRef="#br0" timeOffset="29701.81">17039 9288 824 0,'14'-26'0'0,"-5"7"0"0,-2-2 0 0,0 1 0 0,-2 1 0 0,-5 2 0 0,0 4 0 0,0 2 361 0,-2 3-156 0,-10 1-90 0,1 5 193 15,-4 2-138-15,0 0-68 0,-7 6-35 0,1 14 137 16,-1 5-90-16,-4 9-40 0,3 1 0 0,0 5 32 16,7 1-37-16,2-2 9 15,3 12 151-15,6-6-98 0,3 2-49 0,2-4-25 16,0 0 197-16,4-6-103 0,8 7-63 0,4-12 144 15,0 1-232-15,7-2 0 0,0-5 0 0,3-1 0 16,0-7 0-16,0-2 0 0,2-4 0 0,-2-2 0 16,-1-5 0-16,-4 1 0 0,1-5 0 0,-3-1 0 15,-2 0 0-15,-4 0 0 0,-2 0 0 0,-1 0-209 16,-5 0 143-16,-1-1 6 0,-2-1 8 0,0 2 0 16,0 0 6-16,-2-2 201 0,0 2-85 15,0 0-43-15,0 0-22 0,0 0 223 0,0 0-228 0,0 0 0 16,0 0 0-16,0 0 0 15,0 0 0-15,0 0 0 0,0 0-723 0,-2 2 393 16,2 8 153-16,0 3-776 0</inkml:trace>
  <inkml:trace contextRef="#ctx0" brushRef="#br0" timeOffset="34255.3">18140 9179 623 0,'-9'0'0'0,"3"-2"0"0,6 2 0 0,0 0 0 0,0 0 0 0,0 0 0 0,0 0 242 0,0 0-97 16,6 6-60-16,5-2 207 0,0 2-130 0,4-2-65 16,2 1-31-16,4-3 71 0,1 1-56 0,1 0-25 15,-3-1-140-15,1-1 58 0,0 3 29 16,-6 1 9-16,0 3-407 0,0 1 213 16,-3 3 108-16</inkml:trace>
  <inkml:trace contextRef="#ctx0" brushRef="#br0" timeOffset="34445.83">18219 9529 1472 0,'-19'0'0'0,"10"3"0"0,7 3 0 0,0-4 0 0,2 0 0 0,0-2 0 0,0 0 0 0,0 1 248 0,4 1-107 0,7-2-47 15,3 0 135-15,2 0-99 0,1 2-48 0,0 0-228 16,0 0 89-16,1 0 53 0,0 0 15 0,0 0-189 15,-1-1 105-15,2 2 53 0,1-1 27 0,1-1-514 16</inkml:trace>
  <inkml:trace contextRef="#ctx0" brushRef="#br0" timeOffset="34738.04">18739 9280 1594 0,'-9'-20'0'0,"7"9"0"0,2 1 0 0,0-3 0 0,7-7 0 0,9-1 0 0,5-1 0 0,0 1 452 0,6 4-209 0,-1 4-106 16,4 1-51-16,-3 9 101 0,8 1-82 0,-5 2-35 15,0 15 58-15,-1 9-48 0,-3 2-15 16,1 11-48-16,-7 0 16 0,-1 4-1 16,-3 1 1-16,-2 1-50 0,-7-6 33 0,-1 10-8 15,-5-10 25-15,-1 1-67 0,0-2 33 0,-9-4 1 16,-6-4 38-16,-5-3-51 0,-1-7-9 0,-4-1 0 15,-1-5-6-15,-2-4 40 0,-2-2-32 0,2-4-88 16,-2-2 41-16,4 0 32 0,5 0 1 0,2-3-656 16,6-10 320-16,5-3 173 0,8-6 82 15,0-1-283-15,13-3 183 0,14-4 91 0,-1 3 37 0</inkml:trace>
  <inkml:trace contextRef="#ctx0" brushRef="#br0" timeOffset="34962.44">19355 9160 1607 0,'8'-17'0'0,"-4"5"0"0,-3 0 0 16,-1-1 0-16,0 2 0 0,-1 1 0 0,-11 2 0 0,-1 5 0 0,0 1 159 0,-6 2-54 0,-2 4 207 0,1 15-139 0,-4 8-70 15,3 9-36-15,2 6 138 16,4 3-78-16,4 4-52 0,5 1-20 0,6 1 175 16,0-4-99-16,2 0-49 0,9-7-16 0,10 5 6 15,-1-9 0-15,1-6-39 0,6-2-60 0,3-4 30 16,0-1 8-16,0-6-335 0,0-5 178 0,-2-2 89 15,-1-6 45-15,-2-4-620 0,-2 0 297 0,3 0 136 16,-3-12 83-16,-3-5-442 0,3-5 263 0,-4-4 131 16</inkml:trace>
  <inkml:trace contextRef="#ctx0" brushRef="#br0" timeOffset="35272">19601 8810 1778 0,'-6'-12'0'0,"6"7"0"0,0 1 0 0,0-4 0 0,2 3 0 0,8-1 0 0,3 2 0 0,4 2 171 0,1 1-69 0,3-2-34 0,0 3 237 16,-2 0-140-16,0 6-66 0,-5 9-34 0,0 4-35 15,-3 3 2-15,-7 1 9 16,-3 7-8-16,-1-2-88 0,-1 2 44 0,-14 2-88 16,-4-2 65-16,-2 1 42 0,-3-7-8 0,1-6-2 15,2-3 0-15,2-3-3 0,-1-4 0 0,1-3 73 16,5-1-32-16,5-2-31 0,-2-1-4 0,4-1 279 15,4 0-130-15,1 0-45 0,2 0-44 0,0 0 210 16,0 0-120-16,11 0-59 0,10 0 99 0,1 0-191 16,9 0 0-16,-1 0 0 0,0 0 0 0,-1 0 0 15,-1 0 0-15,-3 0 0 16,5 0-168-16,-4 0 168 0,-1 0-1 0,-1 0-648 0,-2 0 322 16,-1 3 97-16,2 1 106 0,-3 3-682 15,-1-4 387-15</inkml:trace>
  <inkml:trace contextRef="#ctx0" brushRef="#br0" timeOffset="35597.83">20110 8558 1245 0,'-3'-16'0'0,"-3"7"0"0,6 5 0 0,-2 1 0 0,2 1 0 0,0 0 0 0,-1 0 0 0,1 2 501 0,0 0-233 0,0 0 135 15,0 0-185-15,0 7-85 0,5 9-54 0,0 8 218 16,1 2-132-16,-1 8-67 0,-1 4-24 0,1 9 136 16,-4 4-88-16,1 10-45 0,-2 2 128 0,0 2-205 15,0 7 0-15,0 4 0 0,0 5 0 16,-3 10 0-16,-4-5 0 0,2 0 0 16,1-12 0-16,0 2 0 0,3-5 0 0,1-7 0 15,0-9 0-15,0 0 0 0,0-12 0 0,1-2 0 16,7-7 0-16,-3-10 0 0,3-3 0 0,-2-10-296 15,-1 1 166-15,1-9 60 0,-1-1 12 0,-3-2-384 16,3 0 205-16,-2 0 102 0,-1-4-358 0,2-11 235 16,1-1 112-16,1 0-508 0,-3-2 310 0</inkml:trace>
  <inkml:trace contextRef="#ctx0" brushRef="#br0" timeOffset="35949.89">20525 9529 987 0,'0'-7'0'0,"0"3"0"0,0 1 0 0,0 0 0 0,0 1 0 0,0 0 0 0,0 0 0 0,0 1 413 0,0 1-182 0,0 0-104 16,0 0-46-16,0 0 117 0,0 0-83 0,0 0-41 15,0 0 222-15,3 0-136 0,0 0-63 0,1 5 225 16,0 0-145-16,-1 2-71 0,-1 5-29 0,2 1 196 16,-2 4-121-16,-2 6 57 15,0 1-209-15,0 7 0 0,0-1 0 0,0 8 0 0,-4-2 0 16,2 2 0-16,2 0 0 0,0 0 0 16,0-1 0-16,0 0 0 0,0-1 0 0,2-4 0 15,2-4 0-15,-1-5 0 0,2-5 0 0,-2-3-481 16,-1-5 272-16,0-5 59 0,0 0 59 0,-2-4-369 15,0-1 217-15,0 0 106 0,-2-4 51 0,-2-9-483 16,1-6 269-16,0-3 125 0</inkml:trace>
  <inkml:trace contextRef="#ctx0" brushRef="#br0" timeOffset="36235.11">20367 8672 1186 0,'-12'-7'0'0,"8"5"0"0,2 0 0 0,2 2 0 0,0-1 0 0,0-2 0 0,0 0 444 0,4-3-205 0,10 0-103 15,7 3-52-15,0-1 306 0,7-2-183 0,1 4-87 16,-2 0-44-16,1 2 115 0,1 0-79 15,-8 0-32-15,3 0-35 0,-4 0-12 0,1 2 0 0,-4 2-73 16,-2 0 36-16,-1-2 8 0,-5 0 29 0,0-1-343 16,-4 1 172-16,2 0 85 15,-2-2 43-15,-3 0-717 0,2 2 351 0,-2 0 172 0</inkml:trace>
  <inkml:trace contextRef="#ctx0" brushRef="#br0" timeOffset="36558.68">20941 8287 912 0,'0'-4'0'0,"0"1"0"0,0 0 0 0,0 0 0 0,0 0 0 0,0 1 0 0,0 0 0 0,0 0 427 0,0 2-197 0,0 0-99 16,0 0 252-16,0 0-175 0,0 0-80 0,0 0-51 15,0 0 106-15,0 0-74 16,3 7-39-16,3 4 206 0,-1 6-114 0,3 7-68 16,-4 5-31-16,0 8 231 0,-3 3-131 0,1 7 22 15,-2 2-185-15,0 6 0 0,0 1 0 0,-2 10 0 16,-1-6 0-16,1-8 0 0,2 8 0 0,0 7 0 15,0-6-1205-15</inkml:trace>
  <inkml:trace contextRef="#ctx0" brushRef="#br0" timeOffset="37656.36">21638 9110 1140 0,'-7'0'0'0,"5"0"0"0,1 0 0 0,1 0 0 0,-2 0 0 0,2 0 0 0,0 0 0 0,0 0 171 0,5 0-69 15,11 0-35-15,0 0 267 0,3 0-156 0,0 0-72 16,3 0-36-16,1 0 77 0,0 0-57 0,0 0-20 16,-1 0 49-16,-1-2 9 15,0-1-48-15,-3-2-76 0,-1 0 29 0,-2 2 8 16,-2-2-8-16,-4 1-294 0,-1 1 148 0,0 0 72 16,-3 2 37-16,-3-1-523 0,0 0 228 0,0 2 145 15,0 0 10-15,-2 0-180 0,-2 13 146 0</inkml:trace>
  <inkml:trace contextRef="#ctx0" brushRef="#br0" timeOffset="37840.87">21677 9407 1385 0,'-7'3'0'0,"5"0"0"15,-1 0 0-15,3-1 0 0,0 1 0 0,0 0 0 0,0 1 0 0,12 1 603 0,2 1-285 0,9 1-143 0,0-1-71 0,-3-1 278 16,8 1-179-16,-3-1-85 0,0 1-43 0,-4-2-119 15,0 0 38-15,0-1 9 0,0 1-156 0,-3-3 93 16,2 4 46-16,-6-3 24 0,2 0-599 0,-4-1 314 16,4 2 149-16,-3-1-700 0</inkml:trace>
  <inkml:trace contextRef="#ctx0" brushRef="#br0" timeOffset="38488.36">22817 9105 1121 0,'-11'-2'0'0,"3"-4"0"0,2 2 0 0,5 3 0 0,-5-4 0 0,1 3 0 0,-2-1 0 0,2 1 0 0,1-1 316 0,-1 2-142 0,1 1-70 15,-1 0-36-15,-4 0 158 0,0 0-89 0,2 11-56 16,-4 5 64-16,-1 2-56 0,1 4-28 0,1 6-1 16,-1 1 56-16,2 3-47 0,2 2 1 0,0 1 87 15,4 1-63-15,1-1-30 0,2 0 8 0,0-3 69 16,2-3-53-16,6 2-28 0,3-5 0 0,3 0 19 15,0-5-14-15,4 1-9 0,2-3 12 0,1-2-35 16,-1-2 0-16,2-3 155 0,-1-4-188 0,1 2 0 16,3-4 0-16,-2-5 0 15,3-1 0-15,-5 0 0 0,1 0 0 0,1-1 0 16,-2-9 0-16,-3-3 0 0,1-2 0 0,-3-2 0 16,-2-2 0-16,-1 1 0 0,0-5 0 0,-2-1 0 15,0 0 0-15,-2-4-186 0,0 1 156 16,0-3-1-16,1-2 30 0,-3 0-46 0,2-1 23 0,-5-2-9 15,-1 9 18-15,-1-6-60 0,-2 6 22 0,0 3 1 16,0 3 12-16,-7-1 56 0,-6 5-17 0,-2-2-20 16,-3 4-13-16,-3 2 102 0,-2 2-42 0,3 3-25 15,-9 2 90-15,3 1-48 16,1 2-15-16,-1 2 13 0,0 0-8 0,6 0 2 16,-3 0 1-16,0 0-3 0,3 2 159 0,1 3-192 15,1 0 0-15,2 1 0 16,1 0 0-16,0 2 0 0,3 0 0 0,1-1-165 0,0 0 330 0,4 1-165 15,-3 3-165-15,4-2 145 0,1 1 19 0,1-1-128 16,3 1 60-16,-1 1 32 0,2-1 9 0,0 5-159 16,0-3 75-16,0 2 46 15,0-1 6-15,5 2-517 0,4-1 276 0,0 3 134 16,3 6-555-16</inkml:trace>
  <inkml:trace contextRef="#ctx0" brushRef="#br0" timeOffset="47820.78">6030 9921 589 0,'0'-2'0'0,"0"1"0"0,0-4 0 0,0 2 0 0,0-1 0 0,0 1 0 0,0 1 0 0,0 0 54 16,0 0 0-16,0 2 11 0,0-2-32 0,0 2 8 16,0 0-9-16,0 0 37 0,0 0-36 0,0 0-1 15,0-2 9-15,0 2 45 0,0-3-27 0,0 2 0 16,0-1 25-16,0 0-26 0,0 0 9 0,0 1-35 16,0-1 47-16,0 0-24 0,0 0 1 15,0 0 12-15,0-4-27 0,0 1-8 0,0-1-1 16,0 1 0-16,0-3 1 0,0 1-1 15,0-2 9-15,0-3-45 0,0 4 37 0,0-3-1 16,-2 0-23-16,2 0 15 0,-2-3 17 0,0 3-18 16,0-2 5-16,0 2 2 0,0-2 0 0,1 1-21 15,-2 1 24-15,1-4-5 0,2 2-4 0,-3 0-26 16,1 0 27-16,2 1 1 0,-2 1 8 0,2-4-37 16,-1 4-1-16,-2-2 28 0,2 2-4 0,0-3-31 15,-2 5-2-15,-1-3 13 16,3-1 15-16,-4 1 1 0,4-1-6 0,-4 1-42 15,2-3 23-15,1 2-3 0,-1-4 19 0,0 2-35 16,-2-2-5-16,3 2 40 0,-2 0-7 0,2 0-59 16,-2 2 23-16,2-1 1 0,-1 2 17 0,1 1 23 15,-1 0-23-15,-1 1 60 0,0 0-26 0,0 1-1 16,-2 1-25-16,2-1 34 0,-3-1 1 0,2 1-28 16,-1 0 10-16,0 0 1 0,0-1-2 15,1-2-3-15,0 3 10 0,-3-4-28 0,2 2 25 0,0-1-4 16,1 1 1-16,0-1-31 15,0 4 27-15,-3-6 37 0,2 6-1 0,-2-4-35 16,1 3-4-16,1-1 38 0,-2 3 2 0,2 0-33 16,-1-1 5-16,1-2-10 0,-1 2 11 0,-3 1-3 15,5 0 10-15,-2-3-35 0,1 1 32 0,0 2-5 16,-2-3 6-16,3 2-42 0,-1 1-5 0,-3-3 15 16,4 3-5-16,-3 0 24 15,3 1-8-15,-3-2 9 0,0 3-7 0,0-1 2 16,3 1-4-16,-1-2 38 0,-3 2 1 0,1 0-33 15,1-1 1-15,0-1 39 0,-2 3-35 0,0-2-2 16,2 1 6-16,1-1-6 0,-2 0 8 0,-1 0-32 16,2 1 29-16,-2-1-2 0,1 0 3 0,0 1-23 15,0-1-2-15,-2-1 21 0,1 3-4 0,-1-2-22 16,1 1 20-16,-1-1 4 0,-1 1-9 0,3-1 46 16,-3 0-1-16,2 0-38 0,-1 0 1 0,2 1 26 15,-3 0-24-15,0-2 8 0,2 1-5 0,-1-3-1 16,-1 5 6-16,2-2-44 15,-3-2 39-15,4 3 0 0,-3-2 3 0,0-2-9 16,4 2 5-16,-2 2 0 0,0-3-1 0,-1 1 35 16,-1-1-35-16,3 2 0 0,-3-1-3 0,3 1 39 15,-3-2-35-15,1 3 3 0,0-1 13 0,-2 0-8 16,3-1-5-16,-1 3 0 0,-3-3 2 0,2 2 3 16,0-1-3-16,0 0-24 0,0 2 0 0,-1-1 24 15,0-1-2-15,4 0 19 0,-2 3-20 16,-2-3-3-16,5 0 3 0,1 0 67 15,-5 3-34-15,2-2 12 0,2-1 1 0,-1 0-34 16,2 0-5-16,-2 1 64 0,1-3-31 0,1 2 11 16,-3 1-35-16,4 0 43 0,-3 2-38 0,1-2 10 15,-1 1-9-15,1 2-46 0,-3 1 23 0,1-2 0 16,-1 2 22-16,-1-1-102 0,-2 2 44 0,1 0-20 16,2 0 33-16,-1 0 7 0,0 0 1 0,0 0-40 15,0 0 26-15,1 0-18 0,1 0 39 16,0-2-30-16,-3 2 25 0,4 0-16 15,-4 0 14-15,2 0 23 0,2 0-24 0,-2 0 1 16,1 0-3-16,-1 0 33 0,-1 0-29 0,2 0 18 16,-1 0-16-16,-1 0 3 0,2 0-2 0,-3 0-4 15,1 0 4-15,-1 0 3 0,3 0-2 0,-2 0-36 16,-1 0 35-16,0 2-2 0,3 0 2 0,-5 2-16 16,3-1 14-16,0-1-2 0,1 2-6 0,-3 0 5 15,4-2 2-15,-2 3 18 0,1-1-18 16,-2-3-2-16,3 4 1 0,-2-4 17 15,1 3-16-15,1-2 2 0,0 0-1 0,-2 1 29 16,3-1-28-16,-3 1 4 0,1 0-3 16,-3 1 7-16,4 0-6 0,-2 0 3 0,0 1-29 0,-2-2 1 15,0 3 24-15,4 0-30 0,-5 0 29 0,1 0-2 16,-3-1 1-16,3 2 3 0,-1-1-4 0,0 0-4 16,-1 0 3-16,1-1 32 0,0 1-32 0,-2-1-2 15,3 1 2-15,-4-1 38 16,1 3-36-16,-2-2 3 0,4 5 5 0,-3-2 17 15,2 1 0-15,-2 1 7 0,2 0-26 0,1-2 2 16,0 3 4-16,0-3 18 0,1 1 0 0,-1-2-19 16,1 1-1-16,-1 0-12 0,1 0 17 0,2 0-4 15,-5 3 4-15,5-3-26 0,-3 5 22 0,1-3 3 16,-3 4 2-16,3 0-34 0,-1 0-4 0,-2 0 31 16,3 0-31-16,-1 1 0 0,0 0 23 0,0 0-36 15,1 0 34-15,0 1 1 0,0-2-5 16,1-2 12-16,-1 2-12 0,2-2 4 15,-3-2-7-15,1 2 48 0,2-1 1 0,-2-3-41 16,2 2 3-16,-1 0 31 0,0 1 7 0,1-1-36 16,-1 2 8-16,2 0-4 0,-1 0 6 0,-2 0-39 15,4 1 35-15,0-1-1 16,-3 2 0-16,4 0-36 0,0-2 33 0,-1 2 1 0,1 0-7 0,-2-2-18 16,3 3 15-16,0-2 6 15,-3 3 2-15,4 1-4 0,-2-2-3 0,-3 1 6 0,4 4 0 16,1-3-4-16,-3 3 3 0,-1 2 8 15,5-3-9-15,-1 3 0 0,-1-3 2 0,2 3 25 16,0-3 1-16,0 0-26 0,2 0 3 0,-2-3 35 16,2 2-33-16,-1-4-1 0,-2 1 4 0,2 0 27 15,-1-2 5-15,1 2-31 0,0-1 3 0,2-1 0 16,-5 1 166-16,3 3-356 0,1-3 163 0,-2 2 25 16,2-3 1-16,0 2-27 0,-2-1-5 0,2-2 28 15,-1 0-5-15,-1-2-24 16,3-1 19-16,-3-1 7 0,3 0-23 0,-1-1 19 15,0 0-5-15,0-3 31 0,1 1-28 0,2-3 1 16,-3 3 0-16,1-2 186 0,2-1-187 0,0 0 0 16,-1 0 0-16,1 0-165 0,0-2 146 0,0-1 22 15,0 2 2-15,0-2-34 0,0 2-1 0,0-2 31 16,0 0-3-16,0 0-16 0,0 0 13 0,0 0 8 16,0 0-8-16,0 0-5 0,0 0 5 0,0 0 24 15,0 0-25-15,0 0 1 0,0 0-2 0,0 0-69 16,0 0 35-16,0 0 1 15,0 0 34-15,0 0-413 0,0-11 194 0,0-5 83 16,8-4 59-16,10 0-358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1-18T06:35:22.2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96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1-01-18T06:35:22.587"/>
    </inkml:context>
  </inkml:definitions>
  <inkml:trace contextRef="#ctx0" brushRef="#br0">10537 1021 661 0,'-5'0'0'0,"1"0"0"0,0 0 0 0,3 0 0 0,-1 0 0 0,2 0 0 0,-2 0 72 0,2 0 0 0,0 0 125 0,0 0-82 16,0 0-42-16,0 0-11 0,0 0 69 0,0 0-49 16,2 0-24-16,1 0-1 0,5 0 63 0,-3 0-35 0,4 0-30 15,0 0-1-15,0 0 54 0,2 0-38 16,0-1 14-16,4-5-17 0,0 2-9 0,2-2-25 15,2 1 64-15,2 0-32 0,3-3 0 0,-3 4-24 16,7 0 15-16,-3-1-23 16,1 1-1-16,-1 2 1 0,0 1-44 0,-4-1 30 0,2 0-8 15,-1 0 21-15,-1 2-67 0,0 0 34 16,-1 0-18-16,-1 0 20 0,-2 0-1 0,-1 0 1 0,2 0-83 16,-5 0 47-16,-1 0 11 15,0 0-2-15,-3 0-40 0,-1 0 31 0,-2 0 8 16,-2 0-1-16,-3 0-89 0,1 0 52 0,0 0 18 15,-2 0-1-15,0 0-166 0,0 0 91 0,0 0 36 16,0 0-86-16,-4 0 70 0,-1-2 35 0,-1 0-381 16,-2-2 208-16</inkml:trace>
  <inkml:trace contextRef="#ctx0" brushRef="#br0" timeOffset="1">10978 772 1376 0,'-7'0'0'0,"3"0"0"0,1 0 0 0,1 0 0 0,0 0 0 0,2 0 0 0,0 0 250 16,0 0-113-16,6 0-52 0,11 0-26 0,1 0 271 16,5 0-148-16,0 0 40 0,3 2-98 0,0 3-46 15,-7 1-23-15,4 1-27 0,-3 1 4 0,-1 0 9 16,-2-1-8-16,-1 5-76 0,-2-3 38 0,-3 0-1 16,-4 3 39-16,1-4-124 15,-4 4 57-15,-2 0 34 0,0 0 0 0,-2 2-67 16,0-2 42-16,0 1-62 0,-10 3 44 0,-1 1 6 15,-2-3 1-15,-1 3-149 0,-5 2 82 0,3-1 32 16,-5 3 27-16,1-3-150 0,-3 3 81 0,0-3 40 16,-1 2 0-16,5-8-353 0,-7 5 201 0,5-4 96 15</inkml:trace>
  <inkml:trace contextRef="#ctx0" brushRef="#br0" timeOffset="2">10746 1263 1544 0,'-16'5'0'0,"7"-3"0"0,0 2 0 0,2-1 0 0,2-2 0 0,3-1 0 0,2 0 164 0,0 0-65 0,2 0 328 0,14 0-188 16,8 0-108-16,3 0-48 15,3 0 120-15,2-1-85 0,2-5-43 0,1 3-12 16,-1-2 70-16,-2 0-49 0,-2 2-26 0,0 0 0 16,-7 2-115-16,0-1 53 0,-2 2-290 0,-5 0 163 15,-2 0 82-15,-5 0 41 0,2 0-417 0,-6 0 178 0,-1 0 120 16,-3 0-7-16,-1 0-139 0,0 0 120 15,0 2 60-15,-7-1 23 0,-7-1-342 0</inkml:trace>
  <inkml:trace contextRef="#ctx0" brushRef="#br0" timeOffset="3">10827 1255 1989 0,'-12'0'0'0,"5"3"0"0,1 1 0 0,3-1 0 0,-1 2 0 0,0-1 0 0,4 6 0 0,0 3 0 0,0 5 0 0,0 0 177 15,1 7-71-15,6-1 265 0,-4-1-161 0,5 9-93 16,-3-2-42-16,1-1 9 0,0 5-25 0,-4 0-1 16,1 0-17-16,-1 2-69 0,0-1 30 0,0 1 0 15,0-3 31-15,0 2-300 0,-1-10 158 0,1 7-300 16,0-13 171-16,0 2 123 16,0-3-16-16,-1-8-271 0,1-2 176 0,-2-4 101 0,0-4 46 15,0 0-270-15,0-4 159 0,0-17 78 0</inkml:trace>
  <inkml:trace contextRef="#ctx0" brushRef="#br0" timeOffset="4">10817 1573 1005 0,'-4'-7'0'0,"4"3"0"0,0 2 0 0,0 1 0 0,4-1 0 0,10 2 0 0,0 0 441 0,5 0-204 0,1 0-102 0,7 0-51 16,-6 0 167-16,5 0-113 0,-3 0-59 0,-1 0-23 15,6 2 0-15,-3-1-24 0,-2 1-569 0,5 2 281 16,-5 0 144-16</inkml:trace>
  <inkml:trace contextRef="#ctx0" brushRef="#br0" timeOffset="5">11516 1705 2209 0,'0'0'0'0,"0"0"0"0,0 0 0 0,0 0 0 0,0 0 0 0,0 0 453 16,0 0-215-16,-2 3 99 0,-1-2-153 0,-1 0-75 15,-1-1-39-15,2 2-484 0,-1 1 219 0,2 0 114 0</inkml:trace>
  <inkml:trace contextRef="#ctx0" brushRef="#br0" timeOffset="6">1811 10207 383 0,'-2'0'0'0,"-4"3"0"0,3 1 0 0,0-2 0 0,0 0 0 0,-1-1 0 0,3-1 0 0,-1 0 71 0,2 0 0 0,0 3-38 16,0-3-1-16,0 0 64 0,0 0-36 0,0 0 0 15,0 0 19-15,0 0-23 0,0 0 0 0,0 0 54 16,0 0-43-16,0 0 0 16,0 0-34-16,0 0 43 0,0 0-21 0,0 0 7 15,0 0-29-15,0 0 24 0,0 0-24 0,2 0-1 16,1 0 1-16,2 0 51 0,1 0-29 0,-3 0-1 15,0 0 5-15,2 0 0 0,0 0-26 0,-2 0 8 16,4 0 20-16,-2 0 1 0,2 0-29 0,-1 0 34 16,1 0 1-16,-2 0-27 0,4-3-8 0,-1 2 9 15,-2-1-9-15,1 0 0 0,2 0 0 0,-1 0-10 16,0-1 10-16,-1 1 0 0,3-2-14 16,-2 2 14-16,1-1 0 0,1-1 15 15,2 0-15-15,-4 0 0 0,6 1 0 0,-5-2-2 16,1 2 1-16,-1-1 9 0,1 0-11 0,3 1-21 15,-6 1-1-15,6 0 23 0,-1 0-4 0,-2 0-18 16,3 2 21-16,1 0-1 0,-1 0-34 0,-1 0 32 16,2 0-5-16,2 0 3 0,-2 0-34 0,-1 0 33 15,2 0-6-15,0 0-37 0,2 0 18 16,1 0 1-16,1 0 19 0,-1 0 26 16,2 0 1-16,4 0-28 0,-4 0-4 0,1 0 39 15,-2 0-4-15,0 0-29 0,-2 0 3 0,1 0-2 16,1 0 8-16,-3 0-22 0,1 0 15 0,1 0 6 15,-2 0-4-15,3 0-38 0,0 0 44 0,0 0-7 16,1 0 0-16,-1 0-30 0,1 0 1 0,2 0 19 16,-2-2 10-16,3 0-38 0,-1-1 30 0,0 2-3 15,3-1-1-15,-1 1 1 0,-1-3 5 16,5 2-7-16,1-2 26 0,1 0 0 16,2 1-22-16,-1 1 29 0,1-1 132 0,1-3-175 15,-1 2 0-15,2-1 0 0,-1 0 0 0,0 0 0 16,-2 1 0-16,5-2 0 0,-3 2 0 0,-1 0 0 15,0 4 0-15,1-3 0 0,-1 1 0 0,1-2 0 16,0 3 0-16,1-1 0 0,3-1 0 0,-2 2 0 16,2-1 0-16,0-1 0 0,-2 1 0 0,-2 0 0 15,2 0 0-15,2-2 0 0,-4 0 0 0,5 1 0 16,-3 0 0-16,0 0 0 0,0 1 0 0,0-2 0 16,1 2 0-16,0-1 0 15,6 1 0-15,-4 0 0 0,-1-2 0 0,2 2 0 16,1-3 0-16,-3 4 0 0,1 0 0 0,-1-1 0 15,2-2 0-15,-3-1 0 16,3 3 0-16,3-2 0 0,-2 0 0 0,-5 0 0 0,11-2 0 16,-6 3 0-16,-2-1 0 0,9-2 0 0,-4 2 0 15,-4 1 0-15,-3 1 0 0,2 0 0 0,2 0 0 16,-2 0 0-16,-3 0 0 0,0 0 0 0,3 1 0 16,-4-1 0-16,0 0 0 0,-1 2 0 0,-1-2 0 15,0 2 0-15,0-2 0 0,1 2 0 0,-1-2 0 16,-2 1 0-16,2-1 0 0,-2 1 0 15,-1-2 0-15,-4 1 0 0,5 0 0 0,-3 2 0 16,-8-2 0-16,5 1 0 0,-1 1 0 0,-2 0 0 16,-1-3 0-16,-2 3 0 0,-2-2 0 0,2 2 0 15,-4 0 0-15,-2-1 0 0,0 1 0 0,-2 0 0 16,0 0 0-16,-3 0 0 0,1 0 0 0,-2 0 0 16,-3 0 0-16,2 0 0 15,-4 0 0-15,0 0 0 0,2 0 0 0,-2 0 0 16,-1 0 0-16,0 0 0 0,0 0 0 0,0 0 0 15,0 0 0-15,0 0 0 0,0 0 0 0,0 0 0 16,0 0-334-16,-5 0 159 0,-3-2 73 0,1 0-385 16,-1 0 231-16,1-7 112 0,3-3 56 0,0-8-626 15,4-2 340-15</inkml:trace>
  <inkml:trace contextRef="#ctx0" brushRef="#br0" timeOffset="7">5734 9617 1800 0,'0'0'0'0,"0"2"0"0,0 1 0 0,0-1 0 0,0 0 0 0,2 2 0 0,12 0 0 0,5 2 0 0,5 1 0 0,4 4 285 16,2 0-130-16,2 5 197 0,9 0-160 15,-5 3-79-15,3 0-40 0,-10 2 13 0,4 0-31 0,-3-1 0 16,-6-2-22-16,-3 3-18 0,-2 0 18 0,-8-2 8 16,-1 4-8-16,-4-3-26 15,-6 4 26-15,0 1-1 0,-10-2 1 0,-9 5 5 0,-11 2-5 16,-5-2-1-16,-3-2-139 0,-7 0 67 15,-4 3 16-15,0-5-600 0,-16 6 292 0,-1 0 157 0,-6 2 53 16</inkml:trace>
  <inkml:trace contextRef="#ctx0" brushRef="#br0" timeOffset="8">2635 7532 586 0,'-3'-7'0'0,"0"2"0"0,1 0 0 0,-1-1 0 0,1 1 0 0,1 0 0 0,-1 2 0 0,0 0 74 0,2 1-12 15,0 0-9-15,-1-1 16 0,1 3 0 0,0 0-37 16,0 0 1-16,0 0 56 0,0 0-32 0,0 0 0 16,0 0-25-16,0 0 26 0,0 0 0 0,0 3-17 15,0 4 66-15,1 5-37 0,1 0 0 0,0 2 37 16,-1 3-36-16,4 2 7 16,-3 1-45-16,4 5 34 0,-3 1 0 0,0 1-34 15,-1 2 0-15,3 2 63 0,-2 2-35 0,0 1 0 16,2 0-29-16,-4 4 40 0,4-1-1 0,-4 2-6 15,3 7-8-15,-3-5-24 0,1 5-1 0,3-2 35 16,-4-3-26-16,1 12-9 0,1-2 1 0,2-1 22 16,-3 1-1-16,-2 0-21 0,5 1 8 0,-3-2 5 15,0 0-13-15,1 1 0 16,-3 1-1-16,2 1 19 0,2-2-10 0,-2 1-8 16,1 1 0-16,1-1 34 0,0 5 0 0,2-3 25 15,-2 1-21-15,2-1-9 0,-1-5-29 0,0 2-12 16,4-3 12-16,-4 3 0 0,0 0 7 0,1 0-35 15,-1 3 0-15,1-1 27 0,0-1 158 0,-1 0-369 16,-3 0 193-16,3-2 151 0,-2 1-349 0,0-1 185 16,-1 3-19-16,2 1 219 0,-2 1-201 15,1 0 0-15,-2-5 0 0,1-1 0 16,0 0 0-16,-1-4 0 0,1-5 0 0,1 4 0 16,0-1 0-16,-1-1 0 0,0 1 0 0,1-2 0 15,0 1 0-15,-1 7 0 0,-2-3 0 0,3-1 0 16,1 0 0-16,-2-2 0 0,1-2 0 0,-3 3 0 15,2-2 0-15,1-3 0 0,-2 2 0 0,1-1 0 16,0-1 0-16,-2 8 0 0,0-3 0 0,0-1 0 16,0 2 0-16,0 0 0 0,0-6 0 15,0 8 0-15,0-5 0 0,0-1 0 16,0-2 0-16,0 3 0 0,0-7 0 0,0 9 0 16,0-5 0-16,0 2 0 0,0-1 0 0,0-4 0 15,0 1 0-15,0 1 0 0,0-5 0 0,0 0 0 16,0 0 0-16,0-3 0 0,0-5 0 0,0 4 0 15,0-8-207-15,0 3 141 0,0-1 27 0,0-1-115 16,0 1 59-16,0-2 28 0,0 2 0 0,0-2-97 16,0-1 65-16,0-1 25 0,0-3 8 0,-2-3-363 15,0-7 198-15,2 0 99 16,-1-6 50-16,-2-2-658 0</inkml:trace>
  <inkml:trace contextRef="#ctx0" brushRef="#br0" timeOffset="9">2578 7524 363 0,'0'0'0'0,"0"0"0"0,0 0 0 0,-2 0 0 0,2 0 310 15,-2 0-138-15,-2 0-70 0,2 3-35 0,-2 4 72 0,0 0-45 16,1 9-34-16,-3-1-1 0,-1 8 124 0,0 1-75 15,-3 6-37-15,-1 2 8 0,-5 7 7 0,3-2-27 16,1-4 0-16,2 2-79 0,-3 1 26 16,4-4 8-16,1-1-166 0,3-4 93 15,0-6 45-15,2 0 24 0,1-8-146 0,2-2 53 16,0-4 48-16,0-5-25 0,0-2-380 16,4 0 196-16</inkml:trace>
  <inkml:trace contextRef="#ctx0" brushRef="#br0" timeOffset="10">2554 7562 1389 0,'1'-5'0'0,"1"4"0"0,0-2 0 0,-2 3 0 0,0 0 0 0,0 0 0 0,1 0 144 0,6 0-48 16,4 0 350-16,3 0-207 0,10 7-103 0,-2 1-51 16,2 2 209-16,0 1-122 0,6 4-73 0,-2 0-34 15,-1 2 15-15,-1 0-24 0,1 1 0 0,-6-3-15 16,2 6-157-16,-4-8 74 0,1 0-417 0,-3 0 245 15,-3-3 124-15,-3-5 70 0,0 3-707 0,2-2 323 16</inkml:trace>
  <inkml:trace contextRef="#ctx0" brushRef="#br0" timeOffset="11">2700 8045 490 0,'0'0'0'0,"-2"0"0"0,0 0 0 0,0 0 0 0,-1 0 0 0,1 0 0 0,2 0 0 0,-3 0 0 0,3 0 58 0,0 0-25 16,0 0 44-16,0 0-9 0,0 0-35 16,0 0 0-16,0 0 125 0,0 0-63 15,0 0-23-15,0 0-7 0,0 0 83 0,0 0-57 16,0 0-29-16,0 2 0 0,3-2 68 0,-1 2-52 15,5 2-15-15,0-3 44 0,1 2-37 0,1-2 0 16,1 1-4-16,1 1-33 0,-3-3 0 0,3 0 0 0,-2 0-28 16,1 0 36-16,-5 0-8 0,4 0-1 15,-7 0-54-15,3 0 27 0,-4 0 0 0,1 0 36 16,-1 0-78-16,-1 0 18 0,0 0 22 0,0 0 49 16,0 0-1-16,-1 0-41 0,-9-3 54 15,1 1-23-15,-2 1 1 0,-2-3-18 0,-1 0 5 16,-1 2 9-16,0 0-13 15,0 0 22-15,1 1-54 0,-2 1 46 0,3 0-9 16,2 0 24-16,-3 0-36 0,3 0 14 0,3 0 70 16,0 0-35-16,3 0 0 0,-1 0-31 0,3 0 49 15,1 0-26-15,0 0 0 0,2 0-27 0,0 0 27 16,0 0-19-16,2 0-7 0,14-3 0 0,-3 0-85 16,4-3 43-16,1 0 21 0,2 1 8 0,-5 1-43 15,3-2 22-15,0 4-1 0,-2 1-4 0,-1 1-54 16,-3 0 26-16,1 0-37 15,-4 0 30-15,1 0 21 0,-6 0-16 0,3 0 1 16,-6 0-7-16,1 0 36 0,1 0-2 0,-3 0-10 16,0 0 3-16,0 0 6 0,-9 0-15 0,-4 0 102 15,-1-2-41-15,-2 2-22 0,0 0-58 0,-3 0-1 16,0 0 39-16,2 0 0 0,2 0 0 0,2 0 0 16,4 0 2-16,-2 0 110 0,4 0-51 0,2 0-27 15,1 0 4-15,4 0 55 0,-3 0-37 0,3 0-21 16,0 0 8-16,0 0 79 0,0 0-35 15,0 0-28-15,3 0-79 0,6 0 29 16,-1 0 17-16,3 0-116 0,0 0 61 0,2-2 31 16,1-2-9-16,-1 1-390 0,3-2 184 0,1 1 106 15,4 3 20-15,3-3-735 0,3 4 397 0</inkml:trace>
  <inkml:trace contextRef="#ctx0" brushRef="#br0" timeOffset="12">4970 9829 547 0,'0'0'0'0,"0"0"0"0,0 0 0 0,0 0 0 0,0 0 0 0,0 0 0 0,0 0 360 0,0 0-156 0,0 0-89 16,0 0-41-16,0 0 128 0,0 4-84 15,0 3-43-15,0 5 48 0,0-1-50 16,0 4 1-16,0 0 6 0,0 5-23 0,0 5-1 16,0-5-15-16,0 9 23 0,0-3-31 0,0 1 0 15,2-1-1-15,-2-6 25 0,3 1 8 0,-3-2-33 16,1-5 1-16,-1-4 11 16,2 2-11-16,-2-7-22 0,2-3 0 0,-2 0 22 0,0-2 0 0,3 0-46 15,-2 0 23-15,-1-8 0 0,1-9 19 16,2-1-26-16,-2-3 14 0,1 0 9 15,0-2-17-15,-1 2-73 0,-1-2 37 0,2 2 19 16,-2 1-18-16,0 3-6 0,0 1 13 0,0 5 36 16,0 5-18-16,0-1 4 0,0 4-8 0,0 0 111 15,0 1-49-15,3 2-23 0,-3 0 1 0,0 5 24 16,0 13-18-16,0 3-1 0,0 3-5 0,0 1 28 16,0 5-10-16,2-4 0 0,-1-6 2 0,1 4-55 15,4-6 9-15,-3-5 32 0,-1 0-113 16,2-5 50-16,-2-3 19 0,0-3-148 15,1 0 75-15,-3-2 46 0,5 0 5 0,-4-5-76 16,1-13 39-16,1-3 26 0,-2-6-4 0,1-3-33 16,-2-4 11-16,0-3-1 0,0 3-68 0,0 2 49 15,0 2 24-15,0 7 49 0,0 3-23 0,2 4-1 16,-2 7 0-16,0 2 157 0,0 2-78 0,0 4-48 16,0-1-2-16,0 2 218 0,0 0-103 0,0 13-59 15,0 8-12-15,0 0 139 16,0 5-81-16,0 0-38 0,0 0 14 0,0-5-18 15,0 2 1-15,0-5-16 0,0-4-70 0,0-3 31 16,0-4 0-16,3-1-195 0,-3-4 105 0,0-2 48 16,0 0 28-16,3 0-304 0,-2 0 152 0,1-9 76 15,0-7 6-15,0-2-114 0,-1 0 86 0,-1-2 39 16,0-3-1-16,0 4 8 0,0-4-1 0,0 3-15 16,0 3 47-16,0 3 0 0,0 3 0 0,2 1 83 15,-2 5-42-15,0 1-28 0,0 2 8 0,0-1 149 16,0 3-84-16,0 0-21 15,0 0-28-15,0 6 108 0,0 8-57 0,0-1-3 16,0 2-114-16,0 1 51 0,0 0 1 0,0 0-468 16,0 1 234-16</inkml:trace>
  <inkml:trace contextRef="#ctx0" brushRef="#br0" timeOffset="13">2820 7998 102 0,'0'3'0'0,"0"-3"0"0,0 0 0 0,0 0 0 0,0 0 0 0,0 0 0 0,0 0 0 0,0 0 0 0,0-3-19 0,0 1 24 0,0-4 23 15,0 2-20-15,0 1-2 0,0 0 0 0,0 0 26 16,0 0-25-16,0 1 1 0,0 0 1 0,0 0-1 0,0 0 41 16,0 0-1-16,0 2 2 0,0-2 3 0,0 2-34 15,0 0 5-15,-1 0 20 0,1 0-21 0,0 0-2 16,0 0-22 0,0 0 6-16,0 0 19 0,0 0-3 0,0 0 3 15,0 0-33-15,0 0 28 0,0 0 5 0,-3 0-7 16,1 0 1-16,2 0-4 0,-1 0 36 0,-2 0-34 0,-1 0 6 15,3 0-7-15,-1 0-2 0,1 0 5 16,-1 0 0-16,-1 0 2 0,1 0 9 0,2 0-39 16,0 0 0-16,0 0 0 0,-3 0 1 0,3 0 23 15,0 0 1-15,0 0-36 0,0 0 34 0,-2 0-8 16,2 0 7-16,0 0-31 0,0 0-8 16,-1 0 32-16,1 0-26 0,0 0 22 15,0 0 3-15,0 0 37 0,-3 2 0 0,3-2-37 16,-2 0-1-16,2 2 65 0,-1-2-29 0,-1 2 4 15,2-2-28-15,-3 0 24 0,1 2 5 0,1-2-28 16,1 0 10-16,-2 0-8 0,2 2 11 0,-2-2-48 16,2 0 42-16,0 0-1 0,0 0 4 0,0 0-29 15,0 0-7-15,0 0 29 0,0 0-6 0,0 0 4 0,0 0-40 16,0 0 3-16,0 0 26 16,0 0 6-16,0 2-35 0,0-2 32 0,0 0 2 15,0 1-2-15,0 1-6 0,0-2 4 0,0 3-7 16,0 0 6-16,0-1-1 0,0-1 2 0,0 2 9 15,0-2-10-15,0 4 1 0,0-4 0 0,0 4 22 16,0-2 2-16,0-1-21 0,0 1 22 0,0 1-21 16,0 0-1-16,0 0 3 0,0-1 1 15,0-1-1-15,0 2-2 0,0-2-28 0,0-1 29 16,0 2 0-16,0-1 3 16,0-1-37-16,0-1 32 0,0 0-2 0,0 3 2 15,0-3-7-15,0 0 7 0,0 1 21 16,0-1 0-16,0 2-23 0,0-2 0 0,0 2 40 15,0 0-35-15,0-2-1 0,0 2-1 0,0 0 10 16,0-1-8-16,0 2 5 0,0 0-1 0,0 0-29 0,0 0 26 16,0-1 3-16,-1 0-39 0,1 2 35 0,-3-2 3 15,3-1-5-15,-2 1-19 0,2 0 17 0,0 0 1 16,0-2-4-16,0 2 3 16,0-1-2-16,0-1 1 0,-3 2-2 0,3 0 0 15,0 0 1-15,0 0 4 0,0 0-3 0,-2 1 0 16,2 2 0-16,0-5-13 0,0 5 15 0,0 1-2 15,0-2 0-15,0-1-27 0,0 1 25 0,0-1 0 16,0 1 1-16,0-1-16 0,0 4 13 0,0-4 1 16,0 1-7-16,0 2 6 0,0-3 0 0,0 1-6 15,0 2 5-15,0 0 1 0,0 0-3 0,0-1-4 16,0 1 6-16,0-1-1 0,0 1 1 16,0-2 11-16,0-1-12 0,0 1 1 15,0 0 24-15,0-1-23 0,0 0 0 0,0 0 0 0,0-1 0 16,0 0 0-16,0 2 3 0,0-3-1 0,0 2-7 15,0 0 8-15,2 1-2 0,-2 0 2 0,0 0-22 16,0-1 20-16,3 2-1 0,-3 0-21 0,0 0 20 16,2 0-2-16,-2 1-10 0,3 1 10 0,-3-2 1 15,1 0-3-15,-1-1 17 0,0 2-15 16,2-2 0-16,-2 0 0 0,0 2 22 0,2-3-21 16,-2 1 0-16,0 2 23 15,1-1 2-15,-1-1-20 0,2 1 1 0,-2 1 0 16,3 1-2-16,-1 1 4 0,-1-1-23 0,1 1 20 15,1 0 0-15,-2-1 2 0,1 2 1 0,1-1-4 16,-3-1 3-16,2 1 23 0,-2-3-26 16,3 3 0-16,-3-2 2 0,2 1-2 0,-1-1 3 15,-1 0-2-15,2 1-4 0,-2-1 5 0,1-1-1 16,1 1 3-16,0 1-25 16,1 1 23-16,-2-2 0 0,1 1 0 0,1 1 1 0,-2-1-3 0,1 2 3 15,1 1-6-15,-1 1 23 0,1-4-21 16,0 3 11-16,-1-1-10 0,1 0 3 0,-1-1-2 15,1 1 20-15,-1-1-18 0,1 0 0 0,-1-1 4 16,2 1-4-16,-1 0-16 0,-3-3 17 0,5 4 1 16,-4-1-1-16,1-1-20 0,0 1 18 0,1 1 0 15,-1-1-13-15,2-1 11 0,-2 1 2 0,2 1-6 16,0-2 5-16,-3 2-4 16,4 0 3-16,-2-2-17 0,0 1 16 0,1-1 0 15,1 1-1-15,-1-1-7 0,-1 0 7 0,2 1 0 16,-5-1 1-16,5-1-1 0,-4 2 0 0,3-1-1 15,-3 1 26-15,4-1-25 0,-3 1 0 0,1-2 2 16,0 3-2-16,0-2 1 0,0 2 0 0,2-2 25 16,-2 2-25-16,0 0 8 0,1 1-2 15,0-3-13-15,2 2 11 0,-2 1-2 0,-1-3 1 16,2 0-33-16,-2 2 31 0,0-2-16 0,2 0 14 16,-3 1 1-16,5-3-3 0,-2 3 11 15,-3 0-10-15,2-1 0 0,0 1-2 0,-1 0 10 16,3 1-8-16,-1-2 0 0,-2 1 1 0,0-2 24 15,2 2-21-15,-2 0-9 0,0-2 8 0,1 1 1 16,1 1 0-16,0-1-18 0,-1 1 17 0,1-3-1 16,-1 3 1-16,0-1-22 0,2-1 20 15,-3 2 0-15,3-3-2 0,-1 3 17 0,0-3-16 0,-2 3 1 16,0-3-2-16,4 3 18 16,-5-3-17-16,3 1 29 0,2 2-27 0,-4-3 2 15,2 1 0-15,-2 1-2 0,4-1 5 0,-2 2-4 16,2-1 8-16,-2 1-35 0,0 2 29 0,0-3-1 15,1 0 1-15,0 1-16 0,-1-1 13 0,1 0 3 16,-3-1-5-16,4 2-4 0,-1-3 3 0,-3 1-1 16,2-1 2-16,1-1 2 0,-2 2-3 0,2 0 1 15,-3-1 0-15,3 1 0 0,-1 1 2 0,1-3-28 16,-1 4 26-16,-1-3-1 16,1 3-1-16,0-3 2 0,2 3-2 0,-2-3 1 15,0 3 1-15,-2-2-2 0,3-1 0 0,0 3 0 0,-1-2 3 16,0 0-3-16,0-1 1 0,0 1 0 0,-1-1-7 15,2 0 7-15,1 1 0 0,-2-3 0 0,-1 4-21 16,0-1 20-16,1-1-1 0,2-1-36 0,-2 2 34 16,-3-2 1-16,4-1-22 0,-3 1 20 0,1 1-1 15,0-2 1-15,1 0 2 0,1 0-3 0,-4 1-3 16,2 2 3-16,1-2 16 0,2 0-16 16,-1-1-3-16,-1 3 3 0,1-2 6 15,-1 1-6-15,3 1 9 0,-1-1-8 0,0 1 0 16,1 0 0-16,-1-1 13 0,-1 1-12 0,2 2 1 15,0-3-1-15,-2 0 10 0,2 1-10 0,0-1 1 16,0 0 0-16,-2 1 33 0,2-2-33 16,0 1 3-16,0-2 2 0,0 1-3 15,-1 2 0-15,2-2-11 0,-1-1 11 0,-4 3 2 16,5-2 0-16,-2-1-13 0,-2 3 11 16,3-1 0-16,-1 0 0 0,2 1-5 0,-4-3 3 15,3 1 2-15,-2 1-3 0,2-1 9 0,0 0-9 0,0-1 13 16,-2 1-11-16,2-2 0 0,0 2 0 15,0-2 1-15,-2 0 1 0,1-1-1 0,0 2 1 16,0-1-6-16,-1-1 5 0,-1 3 0 16,3 0 0-16,-2-2 1 0,1 2-1 15,1 2 0-15,1-3 0 0,-1 1 17 0,2 0-17 0,-2-3 0 16,4 1 12-16,-2 0-11 0,0-2 0 16,-1 0-17-16,2 0 17 0,-3 0 1 0,3 0 0 15,0 2 0-15,-3-2-36 0,4 4 34 0,-3-2-1 16,0 1 1-16,5 1-27 0,-2 2 25 0,-4-2-1 15,4 2 0-15,-2-3-5 0,0 3 5 0,2 0 10 16,-4-3-11-16,0 1-1 0,3 0 1 0,-3-2 15 16,2 2-15-16,-1-3 3 0,2 3-2 0,-3-2-2 15,2 2 3-15,-1-1 1 0,-1-1-11 0,0 2 10 16,3-2 0-16,-1 1 2 16,-1 1-3-16,1 0 0 0,1 0 0 0,-2-2-18 15,1 2 18-15,1-1-2 0,0-1 2 0,-1 0-35 16,1 0 1-16,-2-2 29 0,1 1 2 0,1 1-44 15,-3-2 0-15,0 3 32 0,1-2-4 0,-2 1 6 16,2 2 2-16,-1-1 36 0,0 0-36 0,1-2-7 16,-2 1 6-16,4 2 16 0,-3-2-16 0,0 0 2 15,2-1-2-15,-3-1 3 16,3 2-1-16,0 0 10 0,0-2-10 0,2 4 34 16,-1-2 0-16,-2 2-25 0,2 0-4 0,1-1 26 15,-3 1-25-15,0 0 24 0,0-1-22 16,1 1 0-16,-3 0 25 0,1 0 0 0,0-2-23 0,-3-1 2 15,1 2 14-15,2-3-12 0,-5 0 2 0,2 0-3 16,1 0 13-16,0 0-9 0,1 0-3 0,-2 0 6 16,-2 0-36-16,0 0 32 0,3 0 0 15,-1 0-42-15,0 0 0 0,-1-3 38 0,1 2-4 0,-1-1-17 16,1 0 16 0,-1 0 1-16,2-2 8 0,1 0-13 0,-3-1-2 0,1 2 5 0,2-3-2 15,-1 0 1-15,-1 2-1 16,0 0 0-16,3 0-43 0,-2 3 21 0,1-1 1 0,1 0 20 15,-1 2 2-15,3 0-4 0,-3 0-1 0,0 0-39 0,3 0 6 16,-3 0 30-16,-1 0 26 0,2 0-27 16,-1 0-6-16,0 0 5 0,1 0 38 0,-1 0 1 15,-1 0-35-15,1 0-7 0,-2 0 12 16,2 0-2-16,0 0 8 0,-1 0-37 16,1 0-2-16,1 0 32 0,2 0-1 0,-1 0-38 15,-1 0 34-15,1 2 1 0,-1 1-9 0,0 1 23 16,-2 0-19-16,2-2 3 0,-2 0-7 0,-1 0 28 15,0-1-29-15,-1-1 42 0,2 3 2 0,-2-3-34 16,0 0 5-16,-1 0 12 0,0 0-13 0,-2 0-1 16,1 0 8-16,0 0-7 0,1 0 10 0,-3 0-8 15,2 0 6-15,-2 0 19 0,0 0-23 16,0 0 0-16,0 0 24 0,0 0 1 0,0 0-24 16,0 0 1-16,0 0 54 0,0 0-25 15,0 0 5-15,0 0-29 0,0 0 36 16,0 0-32-16,0 0-33 0,0 0 35 0,0 1 2 15,0-1-1-15,0 2-104 0,0 1 49 0,0-3 23 0,0 1 1 16,0 1-317-16,0-2 161 0,0 0 62 0,-2 0 49 0,-6 0-233 16</inkml:trace>
  <inkml:trace contextRef="#ctx0" brushRef="#br0" timeOffset="14">4913 10362 1256 0,'0'0'0'0,"0"0"0"0,0 0 0 0,0 0 0 0,0 0 0 0,0 0 0 0,0 0 0 0,0 0 82 16,0 0-24-16,0 0 23 0,0 0-24 0,0 0 1 15,0 0-17-15,0 0 10 0,0 0-18 0,0 0 0 16,0 0-1-16,0 0 31 0,0 0 8 0,0 0-38 16,0 0-1-16,0 0 39 0,0 0-1 15,0 0-29-15,0 0 16 0,0 0 0 16,0 0-24-16,0 0 5 0,0 0-6 0,0 0 9 16,0 0-8-16,0 0-34 0,0 0 34 0,0 0 0 15,0 0-1-15,0 0-37 0,0 0 14 0,0 0 1 16,0 0-10-16,0 0 0 0,0 0 15 0,-3 0 20 15,3 0-17-15,0 2 4 0,0-2-7 0,0 0 8 16,-2 0-6-16,2 3 8 0,-1 0-6 0,-2-1 5 16,1 2-1-16,2 1-2 0,-3 1 7 15,1 1 14-15,-1 4-17 0,0-1-2 16,0 3 27-16,-1 2-26 0,0 4 0 0,-2 2 31 16,1 4-29-16,0 4 0 0,-3 1 1 0,0 2-40 15,0 2 1-15,-1 1 43 0,2 3-5 0,-2-1-39 16,-1 0 35-16,2 4 1 0,-3-6-6 0,3 3-43 15,2-7 15-15,-2 2-1 0,4-5-27 0,0-6 24 16,1 3-12-16,0-4-13 0,1-5 17 16,1 1 0-16,-1-5 15 0,0-3-33 15,0 1-5-15,1-5 39 0,-2-2-6 0,3 1-35 16,-3 0 30-16,1-2 8 0,0-2-12 0,1 2-79 16,1-2 38-16,-3 0 22 0,1 0-188 0,1 0 99 15,-2 0 48-15,3 0-98 0,0-8-86 0,0-3 116 16,0-2 59-16,0-4-295 0,0 1 176 0,4-5 81 15,4-3 52-15,-3 1-194 0,1 2 119 16,-2-7 60-16</inkml:trace>
  <inkml:trace contextRef="#ctx0" brushRef="#br0" timeOffset="15">4769 10560 554 0,'0'-25'0'0,"0"8"0"0,0 4 0 0,3 0 0 0,-3 4 0 0,0 4 73 0,0 0 0 0,0 3-40 16,0 0 278-16,0 2-139 0,0 0-62 0,0 0 179 15,1 0-127-15,3 0-65 0,5 2-33 0,2 7 191 16,2 3-104-16,1 1-63 16,2 8-27-16,4-1 119 0,0 5-73 0,2 3-38 0,2 4 9 0,0 5 15 15,-2 1-30-15,2-1 0 16,1 0-30-16,-1 4 8 0,-5-6 0 0,5 6-9 16,-1-5-54-16,-5-5 28 0,0 1-1 0,2-3-71 15,-7 0 58-15,1-5 16 0,-3-1 0 0,-4-3-160 16,2-3 82-16,-4-2 20 0,-2-6 29 0,-2-3-245 15,-1 0 123-15,0-2 41 0,0-3 39 0,-6-1-130 16,-6 0 72-16,0 0 49 0,-3-5-383 0,-6-11 211 16</inkml:trace>
  <inkml:trace contextRef="#ctx0" brushRef="#br0" timeOffset="16">4818 10914 1216 0,'-2'3'0'0,"2"0"0"0,0 1 0 0,0-4 0 0,0 1 0 0,0-1 0 0,2 0 507 0,11 0-237 0,3 0-119 16,1 0-50-16,2 0 395 0,-1 0-232 0,3-1-115 16,-1 0 15-16,-1 1-65 0,3 0-25 15,-4 0-178-15,0 0 68 0,1 0 35 16,-1 1-1-16,2 6-639 0,-3 1 345 0,0 2 160 0</inkml:trace>
  <inkml:trace contextRef="#ctx0" brushRef="#br0" timeOffset="17">1682 7775 828 0,'-14'-6'0'0,"9"4"0"0,5 2 0 0,0 0 0 0,-1 0 93 16,1 0-23-16,0 10-7 0,0 7-30 0,0 1 236 16,0 10-118-16,3 3-51 0,7 10-38 0,-1-2 106 15,2 5-68-15,-1-3-33 0,-1 2 19 0,1-7-17 16,-2 5-10-16,2-4-84 0,0-3 29 0,-2-2 0 15,-1-4 29-15,2-7-95 0,-4 2 43 16,1-7 27-16,-1-5-1 0,0 1-288 0,-5-8 150 16,3-3 37-16,-3-1 50 0,0 0-373 0,0-18 192 15,0-7 96-15,-8-12 48 0</inkml:trace>
  <inkml:trace contextRef="#ctx0" brushRef="#br0" timeOffset="18">1573 7748 634 0,'-22'-13'0'0,"9"6"0"0,1 1 0 0,2 1 0 0,3 1 0 0,1 0 461 16,4-1-219-16,2-2-104 0,0-2-53 0,13-4 288 0,9-4-171 16,0 0 18-16,4 2-98 0,3 2-44 15,1 4-23-15,2 3-44 0,-2 4-1 0,0 2 31 16,-3 0-8-16,0 15-153 0,-5 4 76 0,0 2 39 16,-8 7-1-16,-2 2-130 0,-5 6 65 0,-4 5 50 15,-3 0-62-15,0-7 13 0,-1 4 33 0,-10-6 154 16,0-3-71-16,-6-4-31 0,5-8-8 0,-2 0 258 15,0-4-130-15,4-6-51 0,1-1-15 16,4-2 112-16,0-4-71 0,2 0-39 0,3 0 1 0,0 0 82 16,10 0-64-16,10-10-29 15,7-1-54-15,5 0 26 0,1 1 0 0,-1 4-19 16,1 1-7-16,4 4 26 0,-5 1-1 0,-5 3-54 16,-2 14 28-16,-5 6 7 0,-3 3 20 0,-7 2-22 15,-5 2-7-15,-5 2 0 0,0 4-21 0,-3-2 89 16,-13-2-32-16,-4-3 163 0,-4-2-203 0,-3-7 0 15,-3-1 0-15,-2-6-170 0,0-5 104 0,-1-5 42 16,2-3 3-16,1 0-611 16,7-1 290-16,-3-16 162 0,12 0 54 15,5-2-339-15</inkml:trace>
  <inkml:trace contextRef="#ctx0" brushRef="#br0" timeOffset="19">3369 9519 604 0,'-2'-1'0'0,"-3"-2"0"0,2 1 0 0,0 1 0 0,-2-1 0 0,5 0 0 0,-5 0 0 0,3 1 0 0,1-1 67 16,1-1-34-16,-3 2 40 0,3-1 9 0,0 2-49 15,-2 0-1-15,2-2 67 0,0 2-33 0,0 0-1 16,0 0-24-16,-1 0 32 0,1 0 0 15,-3 0-40-15,3 0 0 0,0 0 68 0,0 0-25 16,0 0 31-16,0 2-37 0,0 4 0 16,0-1-38-16,0 2 33 0,0 3 8 0,0 2-40 15,0 0 0-15,3 3 16 0,3 2-16 0,-1 2 7 16,3 2-7-16,0 1-4 0,2 0 4 0,-1 3 0 16,0-2-1-16,1-3-22 0,1 1 23 0,0 0 0 15,1-1-65-15,0-1 32 0,-1-2 9 0,-2 0-86 16,1-2 41-16,-4-2 28 0,1-2-17 0,-4-1-60 15,1-2 39-15,-2-3 26 0,0-2-21 16,-2 2 1-16,0-4 5 0,0 1 0 16,0-2-4-16,-8 0-48 0,0 0 25 0,3 0 0 15,-3-6-155-15,5-1 92 0,-3-4 46 0,3-3-244 16,1-1 149-16,2-1 71 0,0-3 35 0</inkml:trace>
  <inkml:trace contextRef="#ctx0" brushRef="#br0" timeOffset="20">3346 9497 883 0,'-3'-2'0'0,"-2"0"0"0,4-1 0 0,-2 2 0 0,1-1 0 0,0 0 0 0,2 0 0 0,0 0 0 0,0-1 185 0,0-1-76 15,0 1-38-15,0-1 0 0,4 2 92 0,2-2-70 16,2 3 28-16,0-2-44 0,0 2-22 0,1-1 0 16,4 0 98-16,-3 0-64 0,5 0-29 0,-2 0 1 0,3 0 24 15,0 0-26-15,3 0 8 0,3 2-34 16,-3 0 10-16,5 0-11 0,1 0 1 0,-5 0 0 16,3 0-36-16,-2 0 14 0,2 0 0 0,-3 2-11 15,-3-2-1-15,1 0 42 0,-6 2-87 16,-2-2 36-16,-1 0 3 0,-1 0 0 15,-3 0-20-15,0 0 3 0,-4 0 18 0,1 0 15 16,-1 0 53-16,-1 0-27 0,0-2-4 16,0-1-21-16,-1-5 29 0,-7 1-27 0,1-1-124 15,-3 0 61-15,5 3 32 0,-3-1 3 0,1 4-617 0</inkml:trace>
  <inkml:trace contextRef="#ctx0" brushRef="#br0" timeOffset="21">2991 8933 291 0,'0'0'0'0,"0"0"0"0,0 0 0 16,0 0 0-16,0 0 0 0,0 0 215 0,0 0-91 0,0 0-45 0,0 0-24 0,0 0 14 16,0 0-28-16,0 0 24 0,0-1 0 0,1-1-33 0,4-1 1 15,-3 2 0-15,3-1 48 0,-1-2-48 16,-1 2 0-16,-1 1-1 0,1-1 24 16,-2 0 7-16,1 0-30 0,0 2-1 0,-2 0-37 15,0 0 37-15,0 0-49 0,1 0 32 0,-1 0-7 16,0 0 25-16,0 0-33 0,0 0-6 0,0 0 33 15,0 0-7-15,0 0 28 0,0 0-13 0,-3 6-13 16,-5 1 36-16,3 1-35 0,-2-1 3 0,-3 0 23 16,2 1-23-16,1-1-1 0,0-1 7 15,-1-1 25-15,5-1 12 16,-2 1-39-16,3-4 7 0,-1 2 20 0,3-3-1 16,0 0-23-16,0 0 8 0,0 0-45 0,0 0 1 15,0 0 35-15,0 0-53 0,5 0 26 16,4 0 9-16,4-6-56 0,-2-1 31 0,-1 0 0 15,0 0 23-15,-1 1-120 0,-1 0 54 0,0 2 30 0,-5-1 3 16,1 3-1-16,-2 0-71 0,0 1 42 0,-2 1 47 16,0 0-11-16,0 0-9 0,0 0 5 0,-8 0 39 15,-3 0 0-15,1 5-45 0,-4 1 7 16,-2 1 44-16,2-1 1 0,-2 1-31 16,3 1-7-16,4-3 125 0,-1 1-56 0,2-2 79 15,2 0-62-15,1-1-23 0,3-3 0 0,1 2-29 16,1-2 0-16,0 0 9 0,0 0-6 0,1 0-96 15,8 0 46-15,3 0 30 0,4 0-5 0,-2-5 26 16,5-4-39-16,-3-3-7 0,-1 1-69 0,-1-1 42 0,-3 3 26 16,-3 2-3-16,0-1-73 0,-5 4 36 15,2 1 24-15,-4 1-6 0,-1 0 23 16,0 2-7-16,0 0 6 0,0 0-4 0,-9 0 144 16,-2 9-66-16,-2 4-32 0,-4-2-3 0,4 3 24 15,-5 0-18-15,4 0 38 0,0-3 28 0,3 0-27 16,3-3-25-16,1-3-11 0,4 0 4 15,-1-4 14-15,4-1-20 0,0 2-310 0,0-2 147 16,0 0 65-16,18-8-592 0,6-8 308 16</inkml:trace>
  <inkml:trace contextRef="#ctx0" brushRef="#br0" timeOffset="22">3344 8220 372 0,'-14'0'0'0,"5"1"0"0,0 7 0 0,-1-1 0 0,2 3 0 0,-2 6 234 0,2 2-101 16,0 4-50-16,5 0-17 0,1 3 114 0,2 3-73 0,0 1 58 16,0-1-66-1,2-2-33-15,3-4 9 0,7-1-43 0,1 0 1 16,2-6-1-16,0-2 1 0,4-2-35 0,-3-3 9 0,5-3 26 16,-6 0-1-16,2-5 1 0,-1 0-194 0,-2 0 97 15,-1 0-287-15,-1-2 157 0,-1-8 96 0,-2-3 12 0,1-4-316 16</inkml:trace>
  <inkml:trace contextRef="#ctx0" brushRef="#br0" timeOffset="23">3417 8304 918 0,'-1'-2'0'0,"1"0"0"0,0 1 0 0,0-2 0 0,1-1 0 0,12-3 0 0,5-1 341 15,0 2-145-15,8 0-86 0,0 3 36 16,1-2-56-16,1 4-29 0,-1 1 0 0,-5 0 5 15,1 0-8-15,-3 11-25 0,-3 2-85 0,-2 3 42 16,-4 3 22-16,-3 3 8 16,-3 4-95-16,-5-2 54 0,0 3 27 0,-2-3 0 15,-13 0-56-15,0-4 22 0,-6 2 20 0,-1-2-19 16,-2-2-17-16,-1-4 1 0,-5-3-1 0,8-3-124 16,-2-2 77-16,1-3 28 0,3-1 21 0,4-2-211 15,3 0 110-15,7 0 47 0,1-10-200 0,5-6 132 16,0-5 66-16</inkml:trace>
  <inkml:trace contextRef="#ctx0" brushRef="#br0" timeOffset="24">3730 8111 807 0,'4'-10'0'0,"-1"5"0"0,-2 1 0 0,-1 2 0 0,0 0 0 0,0 2 299 0,-8 0-133 0,-1 0-59 15,1 0-41-15,-1 9 62 0,2 5-48 0,-1 2-23 16,3 9 81-16,-1 1-45 0,5 4-33 0,-1 1 50 15,2 2-39-15,0-1 1 0,0-2-39 0,2-6 51 16,10 5-30-16,-2-9 1 0,4-1-23 0,0-3-78 16,2-5 39-16,0-2 9 15,3-2 31-15,-1-5-295 0,2-2 134 0,-1 0 76 16,0 0-205-16,2-2 130 0,-5-10 30 0,3-2-424 16,-5-1 245-16,2-2 121 0</inkml:trace>
  <inkml:trace contextRef="#ctx0" brushRef="#br0" timeOffset="25">3994 8274 1299 0,'0'-2'0'0,"0"2"0"0,0 0 0 0,0 0 0 0,0 0 0 0,0 0 0 0,0 0 0 0,0 8 0 0,0 2 350 16,3 2-159-16,-3 4-71 0,0-2-47 0,0 5 108 16,0 0-74-16,0 1-37 0,-3 1-67 0,-5 0 38 15,-2 4-8-15,1-7-249 0,1 1 125 0,-3-2 62 16,3-2 30-16,-2-3-450 0,3-5 233 0,2-1 53 15,1-6 82-15,1 0-435 16</inkml:trace>
  <inkml:trace contextRef="#ctx0" brushRef="#br0" timeOffset="26">4029 8107 1051 0,'0'-3'0'0,"6"3"0"0,-1 0 0 15,1 0 0-15,0 3 0 0,1 7 0 0,4-1 468 0,3 0-217 0,1 2-110 0,2-1-45 0,-3-1 150 16,7 1-106 0,-8-1-53-16,6 0-28 0,-6-1-77 15,-3 1 34-15,3-1-9 0,-6-1 26 0,1 1-341 0,1 1 170 0,-7-5-462 16,2 1 323-16,-2 0 88 0,0-5 95 0,-1 0-263 16</inkml:trace>
  <inkml:trace contextRef="#ctx0" brushRef="#br0" timeOffset="27">4248 7932 517 0,'0'0'95'0,"0"0"-48"16,0 0-23-16,0 4 169 0,0 3-81 0,0 7-39 15,0-3 0-15,0 6 375 0,0 2-200 16,0 7-111-16,0 4-53 0,0 4 229 16,-3 7-141-16,-2 0-73 0,-1-5-24 0,1 14-9 15,0-8-34-15,0 3-203 0,2-1 102 0,-3-3 51 16,1-6 33-16,0-1-178 0,1-4 98 0,2-11 49 15,0-4 24-15,2-3-572 0,0-5 215 0,0-7 162 16,0 0 78-16</inkml:trace>
  <inkml:trace contextRef="#ctx0" brushRef="#br0" timeOffset="28">4335 7852 1670 0,'5'-6'0'16,"5"2"0"-16,2 0 0 0,-1 2 0 0,2 2 0 0,0 0 0 0,4 0 239 0,1 14-95 0,0 3-59 0,0 1-27 15,3 6 177-15,-2 3-101 0,0 5-50 16,-4 1-18-16,-2 8 8 0,-6-2-21 0,-2 0 1 16,-4 4-22-16,-1-2-213 0,0-1 115 0,-1 11 45 15,-11-3-489-15,-3-1 261 0,0 2 138 0,-4-3-384 16</inkml:trace>
  <inkml:trace contextRef="#ctx0" brushRef="#br0" timeOffset="29">14281 1121 901 0,'-12'-11'0'0,"3"6"0"0,2-2 0 0,-3 1 0 0,2 1 0 0,-3 2 0 0,4-1 0 0,-5 1 0 0,5 2 84 0,-2-1-30 0,-1 2 121 0,1 0-71 15,0 6-36-15,0 6 0 0,-1 6 79 0,0 4-62 16,1 5-25-16,3 3-1 0,0 0 44 0,5 0-35 16,1-5 8-16,0 8 42 0,0-5-43 0,0-1-21 15,7-3 26-15,3-2-15 16,3 1-9-16,0-6-23 0,2 2-93 0,0-4 46 16,2-1 24-16,2-4 8 0,-3 1-222 0,2-5 114 15,-2 1 60-15,3-6 4 0,-1-1-198 0,0 0 76 0,-1 0 73 16,1 0-438-16,3-1 240 0</inkml:trace>
  <inkml:trace contextRef="#ctx0" brushRef="#br0" timeOffset="30">15365 1119 1437 0,'-10'-11'0'15,"0"4"0"-15,5 1 0 0,1 1 0 0,1-1 0 0,1-1 0 0,0 4 0 0,0-2 125 0,2 1-47 0,0 2 82 0,0-2-55 0,11 1-41 16,5 1 1-16,4-1 17 0,2 3-25 0,-1 0 9 16,5 5-33-16,-2 5-32 0,-1 6 0 15,0 0 31-15,-3 3 1 0,-3 0-55 16,0 4 24-16,-3-1-1 0,-7-2-70 0,0 3 51 15,-2 0 25-15,-3 0-56 0,-2-3 32 0,0 2-9 16,-11-4 0-16,-3-2-34 0,-3 0 29 0,-3-4 1 16,-7 1 0-16,1-4-71 0,-1 0 44 0,-1-6 15 15,0-3-1-15,8 0-188 0,1 0 104 16,-1 0 44-16,11-1-167 0,0-7 109 0,6-4 55 0,3-1 18 16,1-4-216-16,16-2 125 0</inkml:trace>
  <inkml:trace contextRef="#ctx0" brushRef="#br0" timeOffset="31">15798 1001 591 0,'2'-11'0'0,"-2"3"0"0,0 4 0 0,0 2 0 0,-9 0 0 0,-8 2 0 0,-6 0 378 0,-3 16-173 0,-5 8-86 0,2 1-43 16,5 1 273-16,-3 6-162 0,6-1-77 0,7 1 165 15,5-2-121-15,4 1-60 0,5-7-12 0,0 5-50 0,12-4 1 16,8-2 0-16,6-3-56 15,13 0 28-15,-6-6 8 0,12-1 20 0,-2-6-365 0,-1-1 183 16,-1-6 91-16,-6 0 24 0,4 0-710 0</inkml:trace>
  <inkml:trace contextRef="#ctx0" brushRef="#br0" timeOffset="32">16232 1307 896 0,'0'0'0'0,"0"0"0"0,0 0 0 0,2 0 0 0,0 0 0 0,0 0 333 0,-1 0-150 0,1 0-75 0,0 0-37 0,-2 8 190 15,0 3-106-15,0 3-65 16,-11 8-28-16,-2-2-74 0,-2 0 23 0,0 4-1 15,2-8 31-15,-7 6-162 0,2-4 77 0,4-5 38 16,-5 2-428-16,3-2 234 0</inkml:trace>
  <inkml:trace contextRef="#ctx0" brushRef="#br0" timeOffset="33">17449 1066 906 0,'-10'-9'0'0,"3"3"0"0,1 3 0 0,3-1 0 0,-1 2 0 0,-1 1 94 0,4-1-30 0,-1 0-1 0,0 2 218 15,2 0-128-15,0 0-60 0,0 2-31 0,2 7 131 16,8 0-80-16,3 3-32 0,4 1-8 0,-1-3 102 16,4 3-71-16,-2-3-35 0,3 3 6 0,-2-2-13 15,-1-1-8-15,-1 1-61 0,-4-1 1 0,1 0 38 16,-5-1 1-16,-2-2-240 0,3 0 116 16,-4-1 62-16,-3-1 31 0,1-3-481 15,0 1 236-15,-1-1 63 0,3-2 82 0,0 0-351 16,1-7 208-16</inkml:trace>
  <inkml:trace contextRef="#ctx0" brushRef="#br0" timeOffset="34">17813 942 1117 0,'4'-7'0'0,"0"3"0"0,-2 0 0 0,0 1 0 0,-1 0 0 0,-1 2 0 0,0 0 0 0,0 1 0 0,0 0 375 0,0 0-172 15,0 0-76-15,0 7 36 0,-1 7-65 0,-9 10-32 16,-1-1-1-16,0 7 210 0,-3 4-113 0,-2 10-69 15,-2-3-30-15,2 3 142 0,-3 3-85 0,1 0-45 16,-2 3 38-16,-1-1-45 0,0 1 0 0,1-1-68 16,0-2 0-16,-1 2 33 0,-1-3 8 0,1 0-43 15,0-4 0-15,6-9 35 0,0 3 0 0,2-5-75 16,4-7 46-16,-1-2-8 0,2-6-6 0,5-5-106 16,-1-4 44-16,2-1-90 15,2-5 67-15,0-1 44 0,0 0 7 0,0 0-213 16,0 0 107-16,0 0 58 0,0 0 22 0,0 0-337 15,0 0 188-15,0 0 92 0,0-6 48 0,4-5-226 16,7-2 128-16</inkml:trace>
  <inkml:trace contextRef="#ctx0" brushRef="#br0" timeOffset="35">17997 996 664 0,'0'-14'0'0,"0"6"0"0,3 5 0 0,8-2 0 0,-2 1 258 0,2 2-104 0,0 2-65 15,2 0-28-15,8 0 234 0,2 9-131 16,1 6 224-16,0 3-169 0,1 7-97 0,-2 2-45 16,-3 4 194-16,-3 3-119 0,-1 7-59 0,-11-5-22 15,-1 10 127-15,-4-4-82 0,0 1-42 0,-2-1-21 0,-14-4 1 16,-7 4-22-16,-4-3 1 0,-3-6 0 15,-4-1-90-15,-2-5 45 0,8-9-448 16,-4-2 242-16,0 0 99 0,0-5 71 16</inkml:trace>
  <inkml:trace contextRef="#ctx0" brushRef="#br0" timeOffset="36">14425 1258 937 0,'0'0'0'0,"-2"0"0"0,2 0 0 0,-2 0 0 0,0 0 0 0,1 0 0 0,1 0 0 0,0 0 0 0,0 0 0 0,0 0 107 0,0 0-37 0,0 0 61 15,0 0-49-15,0 0-25 0,0 0 9 0,0 0 62 16,0 0-48-16,0 0-24 0,0 0 1 0,0 0 15 16,0 0 8-16,0 0-47 15,0 0 0-15,0 0 72 0,0 0-36 0,0 0 0 16,0 2 68-16,1-2-57 0,5 2-23 0,0-1 91 16,2-1-58-16,1 2-28 0,0-2 7 0,3 0 16 15,-1 0-27-15,2 0 1 0,-2 0-26 0,2 0 80 16,1 0-32-16,0 0-8 0,2 0-40 0,0 0 56 15,1 0-28-15,0-2 0 0,0 1-47 0,1-1 19 16,-4 0 0-16,2 0-55 0,-4 2 28 16,-1 0 8-16,3 0 18 0,-7 0-93 0,2 0 43 15,1 2 24-15,-1 2-4 0,1-1-22 16,-3 2 3-16,1-4-1 0,-1 1-7 0,-1-2 5 16,-3 0 0-16,1 0 1 0,0 0 6 0,-1 0 11 15,-2 0-7-15,-1 0 28 0,0 0-1 0,2 0-21 16,-2 0 2-16,0 0-50 0,0 0 25 0,0 0 0 15,0-3 28-15,0-4-578 0,-2 4 269 0,2-1 137 16,-1 3 68-16</inkml:trace>
  <inkml:trace contextRef="#ctx0" brushRef="#br0" timeOffset="37">16606 1242 683 0,'0'0'0'0,"0"0"0"0,-2 0 0 0,2 0 0 16,0 0 0-16,-4 0 0 0,2 0 0 0,2 0 0 0,-1 0 59 0,1-2-1 0,0 2 42 0,0 0-26 0,-2 0-7 16,2 0-35-16,0 0 121 0,0 0-61 15,0 0-29-15,0 0 8 0,0 0 91 0,0 0-64 16,0 0-33-16,0 0 0 15,0 0 95-15,0 0-55 0,0 0-40 0,0 0 124 0,0 0-77 16,0 0-40-16,0 0 51 0,0 0-37 0,0 0-31 16,0 0 1-16,2 0 43 15,3 0-33-15,1 0 0 0,-1 0-25 0,3 0 60 16,-2 0-34-16,-1 0-1 0,1 2-33 0,-3-2 58 16,1 0-21-16,1 0 19 0,-4 3-29 0,3-3 1 15,-2 2-29-15,0 0 32 0,1 1 160 0,1 0-224 16,0 0 0-16,4-1 0 0,-3 1 0 0,4-1 0 15,0 3 0-15,3-4 0 0,1 1 0 0,3-2 0 16,-2 1 0-16,2-1 0 0,0 3 0 0,1-3 0 16,0 1 0-16,0-1 0 0,-1 3 0 15,4-1 0-15,-1-1 0 0,-3 3 0 16,2-2 0-16,-2 0 0 0,-1 0 0 0,-1 0 0 16,0-2 0-16,-5 1 0 0,2-1 0 0,-4 0 0 15,0 0 0-15,-3 0 0 0,-1 0 0 0,-1 0 0 16,0 0 0-16,0 0 0 0,-2 0 0 0,0 0 0 15,0 0 0-15,0 0 0 0,0 0 0 0,0 0 0 16,0 0 0-16,0 0 0 0,0 0 0 0,0 0 0 16,0 0 0-16,0 0 0 15,0 0 0-15,0 0 0 0,0 0 0 0,0 0 0 16,0 0-612-16,0 0 290 0,-8 0 142 0</inkml:trace>
  <inkml:trace contextRef="#ctx0" brushRef="#br0" timeOffset="38">12684 956 829 0,'-7'0'0'0,"1"0"0"0,2 0 0 0,0 0 0 0,2 0 389 0,2 2-177 0,0-2-82 15,8 2-53-15,9-2 182 16,10 2-114-16,-1 0-56 0,6 0-28 0,-2-2 110 16,4 0-73-16,-1 0-33 0,-1 1 0 0,0-1-11 15,-2 2-21-15,-3-2 8 0,3 0-9 0,-10 0-94 16,3 0 48-16,-4 0-256 0,-5 0 152 0,-2 0 83 16,-3-2 30-16,-1-5-476 0,-3-1 208 0,-1-4 126 15,-3-1 28-15,-1 1-336 0,0-6 215 0</inkml:trace>
  <inkml:trace contextRef="#ctx0" brushRef="#br0" timeOffset="39">13030 735 819 0,'0'4'0'0,"0"1"0"0,5-2 0 0,7-1 0 0,-1-2 0 0,3 0 0 0,4 2 203 0,-1-2-85 0,0 4-35 16,0 0-29-16,-1 2 309 0,-2-1-165 15,-1 4 64-15,-2-1-115 0,-3 1-48 0,-1 3-38 0,-3 1-29 16,-2 2 1-16,-2 1-1 0,0 6 1 15,-13 1-54-15,-4 4 23 0,-4 0-1 0,-1 2 32 0,-8 3-223 16,5-5 120-16,-9 3 39 0,4-2-202 16,4-6 123-16,-2 5 11 0,1-5-387 15,5-5 218-15,-1-1 122 0,4-3 57 0,5-3-164 16,2-4 111-16,3-2 54 0,0-3 20 0,3-1 22 16,3 0 13-16,2 0 0 0,-1 0 1 0,2 0 300 15,0 0-158-15,0 0-68 0,0 0-37 0,2 0 225 16,8-1-131-16,1 0 518 15,6-2-284-15,1 1-155 0,1 1-72 0,8-4 284 16,-3 2-178-16,-4 0-90 0,3 1-36 0,0 1 60 16,-1 0-57-16,-1 1-28 0,-2 0 0 0,-3 0-348 15,-2 0 167-15,-3 0 73 0,-2 0 39 0,-1 0-576 16,-2 0 308-16,-4 0-274 0,-2 2 254 0,0 6 124 16</inkml:trace>
  <inkml:trace contextRef="#ctx0" brushRef="#br0" timeOffset="40">12817 1212 1212 0,'-11'1'0'0,"6"5"0"0,3 2 0 0,0-1 0 0,0 4 0 0,2 4 0 0,0 8 0 0,0-3 0 0,0 10 497 0,4 2-232 0,2 2-116 0,-1 2-59 16,-1 6 234-16,-1-6-137 0,1 11-82 0,-2-1-187 0,0-4 58 16,-1-2 28-1,2-4-180-15,1 2 113 0,-2-8 44 0,1-10 26 16,-1-5-525-16,0-1 276 0,2-9 85 0,-1-5 90 15,-1 0-561-15</inkml:trace>
  <inkml:trace contextRef="#ctx0" brushRef="#br0" timeOffset="41">12814 1531 543 0,'0'-14'0'0,"0"9"0"0,0 1 0 0,0 0 0 0,0 1 0 0,3-2 507 16,6 1-237-16,7 1-119 0,5-3-59 0,-1 0 459 15,6 1-263-15,3 2-128 0,-1-2-63 0,0 4 68 16,2 0-65-16,-3-2-495 0,5 3 211 15,-4 0 107-15,-2-2 56 0,-6 2-297 16,5 0 176-16,-2 0 95 0,-5 0 36 0</inkml:trace>
  <inkml:trace contextRef="#ctx0" brushRef="#br0" timeOffset="42">13486 986 1563 0,'6'-17'0'0,"-3"6"0"0,3 4 0 0,0 1 0 0,-4 1 0 0,-2 4 0 0,0-1 0 0,0 2 437 0,0 0-206 0,0 5-100 16,0 15-48-16,0 2 187 0,-6 8-118 0,-5 5-52 15,-6 11-37-15,-2-1 7 0,0 0 0 0,-1 0-38 16,-1-2 1-16,2-4-36 0,-5 8 13 0,1-7 1 16,6-8 22-16,3-1-243 0,0-5 122 0,5-8-396 15,3 1 212-15,3-8 135 0,1-3 14 16,2-3-398-16,0-2 244 0,2-3 114 15,12 0 69-15</inkml:trace>
  <inkml:trace contextRef="#ctx0" brushRef="#br0" timeOffset="43">13690 1054 627 0,'5'-19'0'0,"-3"7"0"0,1 3 0 0,-1-1 0 0,0 5 296 0,-2 1-131 0,0 3-67 0,0-1 481 16,0 2-273-16,0 0-129 0,0 4 143 0,-4 16-144 15,-5 6-72-15,-4 9-35 0,0 5 103 0,-4 5-62 16,-4 5-42-16,2 1-1 0,-3 3-74 0,-5 7 39 16,5-6 1-16,1-6 8 0,-1 3-41 0,3-3-1 15,2-5 34-15,8-11-127 0,-3-3 63 0,7-5 40 16,1-5-146-16,0-6 58 0,2-4 47 16,1-4-8-16,1-4-170 0,0 0 77 15,0-2 59-15,0 0 4 0,-2 0-171 0,2-2 103 0,-2 0 53 16,2-1 18-16,0-1-196 0,0 3 116 15</inkml:trace>
  <inkml:trace contextRef="#ctx0" brushRef="#br0" timeOffset="44">14049 1860 10 0,'-3'-5'0'0,"-4"4"0"0,5-2 0 0,0 3 0 0</inkml:trace>
  <inkml:trace contextRef="#ctx0" brushRef="#br0" timeOffset="45">19636 842 162 0,'-7'0'0'0,"2"0"0"0,1 0 0 0,0 0 0 0,-1 0 0 0,3 0 0 0,-2 0 47 0,0 0 7 0,0 0-5 16,2 0 0-16,1 0-21 0,-1 0 0 0,0 0 16 15,0 0-7-15,-2 0-7 0,3 0-1 0,-3 0 38 16,2 3 0-16,-1-1-35 0,0 0 9 0,1 0 99 16,0-1-53-16,2-1-27 0,0 3 138 0,0-3-83 15,0 0-33-15,0 3 135 0,0-1-92 0,4 1-46 16,8 2-24-16,2-2 200 0,4 0-104 0,6 1-63 16,0-2-27-16,4-2 62 15,0 0-45-15,-1 0-23 0,-3 0 9 0,1 0 71 16,0 0-51-16,-2 0-25 0,0 0 10 0,-2 0-37 15,-3 0 9-15,1 0-76 0,1 0 33 0,-4 0 1 16,1 3 34-16,0-2-152 0,0 1 84 0,-3 1 30 16,4-2 6-16,-4-1-225 15,0 0 98-15,-1 0 63 0,-4 0 0 0,3 0-112 0,-5 0 46 0,0 0 50 16,-1-4-120-16,-2-2-102 0,0-1 139 16,-2 2-349-16,-2-1 240 0,0-1 119 15</inkml:trace>
  <inkml:trace contextRef="#ctx0" brushRef="#br0" timeOffset="46">20037 728 1294 0,'-1'-5'0'0,"1"3"0"0,-3 0 0 0,1 0 0 0,0 0 0 0,0 0 0 0,2 1 0 0,0-1 0 0,0 2 366 0,0 0-166 0,6 0-75 0,7 2-51 0,2 3 74 16,2 2-58-16,3 3-28 15,-2 0 74-15,1-1-43 0,-1 0-35 0,1 3-63 16,0-3 0-16,-2 3 38 0,-4-1-1 0,0 2-101 15,-4 0 46-15,0-3 28 0,-6 6 0 0,-1-3-63 16,-2 2 44-16,0 2-7 0,-10 1 17 0,-6-2-34 16,-4 0 1-16,0 2 8 0,-4-3 30 0,3-5-17 15,-9 6 10-15,3-5-171 0,-1 1 81 0,3-3 39 16,4-2 21-16,0 1-344 16,4-1 177-16,5-1 86 0,1-1 42 0,8 3-347 15,1 2 195-15</inkml:trace>
  <inkml:trace contextRef="#ctx0" brushRef="#br0" timeOffset="47">19767 1273 768 0,'-8'1'0'0,"0"3"0"0,3-1 0 0,-3 0 0 0,1 1 0 0,-1 2 0 0,1-3 0 0,1 3 0 16,1-2 0-16,1 1 270 0,2 0-111 0,0 0-66 0,2 0-31 0,0 3 171 16,0-3-100-16,0 3-51 0,6-3 84 0,7 4-71 15,2-2-32-15,2-2 36 16,0 1-34-16,1-2 1 0,3-1-25 0,0-1-19 16,-1-2 11-16,1 0 0 0,0 0 0 0,-3 0-57 15,1 0 37-15,-1-3-8 0,-2-5 28 0,-3-1-124 16,-1-2 54-16,-1-1 33 0,-4 1-6 0,-1-4-168 15,-2 0 72-15,-2-2 52 16,-2-1-114-16,0-1 74 0,0 1 12 0,-12-2-8 0,-1 3 24 0,-4 2 1 16,-1 2 32-16,-7 4 38 0,4 5-7 0,-7 2-31 15,0 2 0-15,0 0 164 0,-2 13-74 0,0 4-42 16,2 3 272-16,1 5-144 16,3 2-50-16,3 1 181 0,4 1-113 0,5-1-64 15,3 3-24-15,4-1 56 0,5-1-48 0,0 0-24 16,0 0 0-16,0-4 89 0,4-2-48 0,9 1-37 15,2-1 0-15,0-4-8 0,2-2-20 0,0-3 8 16,7-2-75-16,-1-2 34 0,-2-5 0 0,1-3-163 16,2-2 98-16,1 0 57 0,1 0 3 15,-1-2-403-15,-1-3 181 0,0-5 107 0,-5 0 15 0,2 2-201 16,-1 0 141-16,-3-2 66 16,0 4 33-16,0-1-458 0</inkml:trace>
  <inkml:trace contextRef="#ctx0" brushRef="#br0" timeOffset="48">20119 1428 423 0,'-3'2'0'0,"-1"-1"0"0,2 1 0 0,0-2 0 0,-1 0 420 0,1 0-194 0,0 0-97 16,0 0-47-16,2 0 341 0,0 0-199 0,0 0-96 15,0 0-47-15,0 0 80 16,0 0-64-16,6 0 129 0,3 0-101 0,0 0-46 16,1 0-23-16,-1 0 16 0,0-2-1 0,3 2-30 15,-3 0-8-15,4 0-54 0,-1 0 27 0,-1 0 0 16,4 0 26-16,0 0-55 0,2 0 24 0,1 0-1 15,2 0 33-15,1 0-44 0,-3 0 21 16,1 0-19-16,-3 0-73 0,-4 0 28 0,-1-1 30 0,-4 1-25 16,0 0 25-16,-4 0-11 0,-1 0 32 0,0 0-46 15,-2 0 1-15,0-2 35 16,0 2 2-16,0-2-166 0,-5 2 79 0,-4-3 33 16,2 3 22-16,-4 0-454 0,1 0 224 0,-3 0 124 15,1 0-161-15,-2 5 139 0,3 0 69 0,-3-1-276 16,2 0 164-16</inkml:trace>
  <inkml:trace contextRef="#ctx0" brushRef="#br0" timeOffset="49">20215 1449 836 0,'-11'0'0'0,"4"0"0"15,-2 0 0-15,-1 0 0 0,2 0 0 0,3 0 0 0,0 0 0 0,-2 0 109 0,3 0-39 0,1 0 308 0,1 6-165 0,-2 6-94 16,3-2-43-16,-1 8 296 16,2-1-169-16,0 3-86 0,0 3-33 0,0 3 184 15,0-1-117-15,0 2-60 0,0 0-29 0,0 1 32 16,0-4-23-16,0 8-94 15,0-3 28-15,2-3 0 0,-1 1 28 0,1-7-81 0,0 3 48 16,0-4-7-16,0-1 39 0,-2-5-227 16,0-2 114-16,0-3 9 0,0-2 49 0,0-2-397 0,0-4 197 0,0 1 80 15,0-1 56-15,0 0-184 0,0-1 112 16,0-15 67-16,0-1-358 0,0-4 209 0,1-4 104 16,3-3-122-16</inkml:trace>
  <inkml:trace contextRef="#ctx0" brushRef="#br0" timeOffset="50">20135 1708 971 0,'-7'-6'0'0,"0"2"0"0,2 2 0 0,1 0 0 0,0 0 0 0,3 0 0 0,1 0 253 0,0 0-110 0,0 0 160 16,0 1-127-16,3-4-76 0,12 3-33 0,2-5 338 15,2 3-186-15,1 1-93 16,-1 1-39-16,2 0 89 0,-4 0-72 0,2 1-36 16,-3 1 1-16,0 0-269 0,-2 0 124 0,-3 0 50 15,-1 0-470-15,0 0 265 0,0 0 131 0,-5 1-644 16,1 3 353-16,-1-2 180 0</inkml:trace>
  <inkml:trace contextRef="#ctx0" brushRef="#br0" timeOffset="51">20893 982 200 0,'-2'-2'0'0,"0"0"0"0,-3 0 0 0,1 0 0 0,-1 1 0 0,-1-1 0 0,0 0 232 16,1-1-99-16,1 1-51 0,0 0-24 0,2 0 130 15,1 0-81-15,1 2-38 0,0 0 65 0,0 0 32 16,0 0-66-16,1 0 140 0,14-2-108 0,8 2-49 15,0 0-26-15,1 0 87 0,3-3-55 0,-7 3-20 16,4 0-9-16,-1 0 62 0,-5 0-44 0,1 0-23 16,-4 0 0-16,-1 0-82 0,-3 0 26 15,1 0 0-15,-5 0-86 0,-2 0-108 16,1 0 122-16,-3 0-498 0,-1 0 257 0,0 5 149 16,1 1 28-16,-3 3-315 0</inkml:trace>
  <inkml:trace contextRef="#ctx0" brushRef="#br0" timeOffset="52">20879 1233 643 0,'-10'2'0'0,"2"8"0"0,3-3 0 0,3-3 0 0,2-2 222 0,0 2-95 0,0-3-47 0,2 1-16 16,10 1 430-16,4-1-231 0,5-1-115 16,-1-1 226-16,5 0-171 0,-6 0-76 0,2 0-220 15,-1 0 63-15,-1 0 31 0,-1 0 1 0,3 0-604 16,0 0 326-16,4 6 150 0</inkml:trace>
  <inkml:trace contextRef="#ctx0" brushRef="#br0" timeOffset="53">21643 721 376 0,'-5'-8'0'0,"0"5"0"0,1-1 0 0,1 1 0 0,-1-2 0 0,2 2 0 0,-1-1 216 0,1 3-91 0,0-2-46 15,0 1 146-15,-1 2-101 0,-4 0-45 0,0 5 50 16,-6 13-48-16,-6 9-24 0,3 4 8 0,-5 11 103 16,0-3-63-16,3 4-36 0,0 2 0 0,2 2 94 15,4 1-70-15,1-2-29 16,6-1-1-16,3-2 7 0,2-6 0 0,0 2-33 16,2-5-4-16,10-1-1 0,6-7 1 0,0 0-89 15,3-5 44-15,3-5 31 0,0 0-8 0,1-7-206 16,-1 0 104-16,-1-6 59 0,0-3 1 0,1 0-393 15,-2 0 204-15,-1 0 98 0,-1-5 18 0,-2-3-111 16,-2-2 91-16,0 1 38 0</inkml:trace>
  <inkml:trace contextRef="#ctx0" brushRef="#br0" timeOffset="54">21728 1069 1119 0,'-12'-15'0'0,"5"7"0"0,3 6 0 0,2 0 0 0,2 1 0 0,0-1 0 0,-2 2 0 0,2 0 462 0,0 0-219 16,8 0-105-16,11 0-53 0,3 0 169 15,6 0-110-15,0 0-48 0,4 0-28 0,0 2 0 16,0-2-36-16,-4 0-147 0,0 0 73 0,-7 0 46 16,1 0-8-16,-1 0-293 0,-3 0 165 0,-7 0 82 15,-1-2 42-15,-1 2-588 0,-2-2 289 0,-2 0 123 16</inkml:trace>
  <inkml:trace contextRef="#ctx0" brushRef="#br0" timeOffset="55">22351 627 947 0,'-15'-17'0'0,"0"6"0"16,8 3 0-16,-1 3 0 0,4-3 0 0,0 3 0 0,4 1 0 0,0 1 325 0,0 0-138 0,2 0-82 0,16 1 102 0,5-1-88 16,5 3-42-16,6 0 22 15,1 0-25-15,-1 11-8 0,-1 4-33 0,-4 0-4 16,-6 5 4-16,-2 1 0 0,-5-1 7 0,-2 5-49 16,-6-4 21-16,-2 0 0 0,-4 2-61 0,-2-4 41 15,0 2 8-15,-8-5 33 0,-11 2-107 0,0-3 33 16,-5-6 29-16,-3-2-65 0,0-1 27 0,-3-2 26 15,-2-4-1-15,0 0-177 0,2 0 92 0,2 0 33 16,8-2 3-16,3-3-249 0,10-3 145 0,3 1 72 16,4-6 37-16,2 1-238 15</inkml:trace>
  <inkml:trace contextRef="#ctx0" brushRef="#br0" timeOffset="56">22819 535 1428 0,'2'-8'0'0,"-1"2"0"0,-1 2 0 0,0-1 0 0,-3-1 0 0,-13 6 0 0,0-3 0 0,-3 3 199 0,-8 3-88 0,2 12-39 0,-2 6 81 16,3 4-60-16,3 2-30 15,6 0 8-15,3 3 73 0,7-2-55 0,5 3-29 16,0-2 5-16,0-3-32 0,14-2 8 0,2 0-113 16,5-1 52-16,0-4 26 0,1-1 1 0,-1-2-241 15,-5-6 139-15,5 0 59 0,-2-2-6 0,-2-4-192 16,-2 1 76-16,-6-4 69 0,0 2-19 0,-2-2-351 15,-4-1 212-15</inkml:trace>
  <inkml:trace contextRef="#ctx0" brushRef="#br0" timeOffset="57">22173 1134 1119 0,'-11'-6'0'0,"4"4"0"0,4 0 0 0,3 2 0 0,-2 0 0 0,2 0 0 0,0 0 245 0,3 0-106 0,20 0-53 16,7 0-26-16,8 0 256 15,15 0-145-15,12 0-69 0,1 0 130 0,1 0-100 16,3 0-50-16,-6 0 9 0,15 0-33 0,-9 2 0 16,-3 3-25-16,2-2-86 0,-1 3 43 0,-12-5 29 15,3 4-8-15,-6-4-171 0,-5 1 96 0,-11 0 48 16,2-2 25-16,-11 0-104 0,-3 0 12 15,-6 0 46-15,-6 0-232 0,-5 0 123 16,-4 0 31-16,-4 0-191 0,0-2 141 0,-12 0 65 0,-10 1 35 0,-2 1-348 16,-8 0 191-16</inkml:trace>
  <inkml:trace contextRef="#ctx0" brushRef="#br0" timeOffset="58">22281 1351 1022 0,'-16'0'0'0,"7"0"0"0,0 0 0 0,6 0 0 0,-1 0 0 0,2 0 0 0,2 0 0 0,0 0 342 15,16 0-155-15,9 1-77 0,14-1-38 0,5 1 197 16,7 4-110-16,4-4-67 0,2 2-29 0,3-1 23 16,1-2-26-16,-3 1 0 0,-2-1-48 0,-1 0-8 15,-7 0 29-15,-2 0 0 0,-12 0-78 0,1 0 39 16,-10 2 9-16,-2 0-238 0,-7-2 134 0,-4 2 32 15,-7 0 44-15,-3-2-397 0,-2 0 191 0,-5 0 86 16,-16 1 56-16,-8 1-251 0,-2-2 154 0</inkml:trace>
  <inkml:trace contextRef="#ctx0" brushRef="#br0" timeOffset="59">22185 1330 1232 0,'-7'3'0'0,"3"4"0"0,4 5 0 0,0 1 0 0,0 4 0 0,2 6 210 0,6 3-89 16,0 5-36-16,1-1 120 0,-4 4-86 0,1 4-43 0,-3-2-22 0,1 1 123 16,-1 2-64-16,-3-5-44 15,0 0 0-15,0-3-82 0,0-8 24 0,-5 0-1 16,-2-3-115-16,0-7 65 0,1-4 36 0,-1-5-209 16,-1-2 124-16,-3-2 57 0,2 0 40 0,-1-14-150 15,-3-6 72-15,4-7-16 0,-3-3 35 0,1-4-145 16,2-1 74-16,-1-3 48 0,3 7 1 0,-1 0 15 15,0 13 0-15,-1 0 25 0,4 9-8 0,-3 0 198 16,1 6-95-16,-3 0-47 16,1 3 217-16,0 4-111 0,-5 13-47 0,1 4 57 15,0 1-63-15,2 2 3 0,2 2-29 0,0-1 93 16,4-3-42-16,-1 1-35 0,5 1 0 0,-1-6-257 16,2-1 115-16,0-7 67 0,0 3 21 0,7-7-471 15,5-1 200-15,4-5-270 0,7 0 253 0</inkml:trace>
  <inkml:trace contextRef="#ctx0" brushRef="#br0" timeOffset="60">22246 1592 1143 0,'13'-11'0'0,"2"3"0"0,4 5 0 0,4-3 0 0,-3 1 0 0,-1 3 0 0,-1 0 0 0,1 2 334 0,-1 0-151 0,-2 0-75 16,-1 2-38-16,-2 7 58 0,-4 3-51 0,-2 1-23 15,-4 2 1-15,-1-1-57 0,-2 3 35 0,0 2 8 16,-17 2-118-16,0-4 54 0,-3-1 28 0,-5 0-211 15,0-5 119-15,3-4 68 0,-6 2 7 0,7-5-321 16,0-3 135-16,3-1 89 0,9 0 6 0,-1 0-165 16,4-7 121-16,6-7 58 15,2-6 28-15,12-1-65 0,8 1 47 0,4-3 15 16,1 0-66-16,1 2 64 0,0 4 66 0,2 1 0 16,-3 0 0-16,-6 3 0 0,2 0 0 0,-4 4 113 15,-4 1-74-15,-6 4-36 0,-2 1 1 0,-4 1 354 16,-1 2-156-16,-2 0-100 0,-2 5-3 0,-13 13 130 15,-4 0-98-15,-2 5-40 0,2-1 257 0,3 3-158 16,0-3-78-16,11-1 108 0,-2 1-94 0,5-1-38 16,2 0-32-16,0-3-130 15,4 0 54-15,8-2 26 0,6-2 0 0,1-4-325 16,1-2 171-16,3-6 91 0,-1-2 45 0,5 0-239 16,-9 0 75-16,3-4 92 0</inkml:trace>
  <inkml:trace contextRef="#ctx0" brushRef="#br0" timeOffset="61">22606 1467 1160 0,'-1'-3'0'0,"1"3"0"0,0 0 0 0,1-1 0 0,10 0 0 0,3-2 0 0,1 1 0 0,0 0 0 0,1 2 325 0,0 0-147 0,0 0-72 16,-6 0-29-16,3 8-73 0,-4 1 28 0,-4 1 1 15,-1 0 0-15,-4 2-170 0,0 1 93 0,-4 1 34 16,-12 2 22-16,-3-1-39 0,-1-1 30 0,3-5 0 15,-1 0-58-15,-2-1-6 0,11-3 36 0,-2 0 69 16,3-4-23-16,5 0-28 0,1-1-4 0,2 0 120 16,0 0-53-16,3 0-13 15,18 0 0-15,1 0 2 0,5-2 5 0,-1-7-5 16,2 6-265-16,1-3 119 0,-3 3 59 16,-8 0-180-16,5 2 111 0,-6 1 42 0,-2 0 33 0,-5 1-406 15,-6 7 205-15,-3 5 102 0,-1-2 43 0</inkml:trace>
  <inkml:trace contextRef="#ctx0" brushRef="#br0" timeOffset="62">22741 1698 594 0,'-18'1'0'0,"6"2"0"0,1-2 0 0,6-1 0 0,1 0 0 0,2 0 0 0,2 0 252 15,2 0-111-15,11 0-53 0,8 0-20 0,4-1 171 16,-2-2-104-16,4 3-50 0,1 0-27 0,-2-1-4 16,-3 1 9-16,2 0-31 0,-3 0-276 0,-3 0 138 15,-5 0 70-15,-2 0-188 0,-3 0 136 0,-3 0 57 16,-3 0 32-16</inkml:trace>
  <inkml:trace contextRef="#ctx0" brushRef="#br0" timeOffset="63">22897 1530 695 0,'-9'-5'0'0,"4"3"0"0,-1 2 0 0,2 0 0 0,3 0 76 0,-3 9-22 0,1 6 8 16,3 6-29-16,-2 2 292 0,-1 3-146 0,-1 2-73 15,0 0-36-15,1-3 98 0,-1 4-71 0,2-5-33 16,1 0-233-16,-1-7 101 0,2 1 50 0,0-7-363 15,0-1 203-15,0-4 106 16,2-6 52-16,8 0-268 0</inkml:trace>
  <inkml:trace contextRef="#ctx0" brushRef="#br0" timeOffset="64">22986 1576 978 0,'0'-3'0'0,"0"3"0"0,6 0 0 16,-2 0 0-16,1 0 0 0,0 3 0 0,3 2 0 0,0 1 375 0,1-1-170 0,0 3-87 0,-2-1-42 0,2 0 70 15,-2 1-61-15,-2 0-26 16,3-1-331-16,-3-2 152 0,2 1 77 0,-2-3-424 0,2-1 238 0,1-2 119 16,0 0 61-16,1 0-188 15</inkml:trace>
  <inkml:trace contextRef="#ctx0" brushRef="#br0" timeOffset="65">23187 1508 715 0,'2'-12'0'16,"0"5"0"-16,-1 1 0 0,-1 5 0 0,0-1 0 0,0 2 175 0,0 0-71 0,-3 8-35 0,-5 10 236 0,-2 2-136 0,0 7-60 15,-3 1-43-15,-3 5 107 0,0 2-70 0,-1-1-35 16,-1 1 0-16,4-1 13 16,-2-2-7-16,2-1-41 0,3-2-286 0,1-9 143 15,4 1 72-15,2-8-440 0,3-1 228 0,1-9 136 16,0-3 8-16</inkml:trace>
  <inkml:trace contextRef="#ctx0" brushRef="#br0" timeOffset="66">23253 1417 648 0,'15'-5'0'0,"3"3"0"0,3 0 0 0,-3 1 0 0,2-1 356 0,-6-1-162 0,3 3-80 15,-6 0-33-15,3 0 87 0,-5 5-68 0,-3 3-34 16,-5 5 27-16,-1 1-30 0,0 6 8 0,-12 0-149 16,-6 1 54-16,-3-3 29 0,0 0 0 0,0-2-55 15,2-3 50-15,2-1 12 0,3-4 0 0,3-4-38 16,4 0 12-16,4-2-1 0,1 0 2 0,2-2-23 15,0 0 0-15,12 0 37 0,11-4-111 0,4-5 51 16,3-2 20-16,3 1-250 16,3 1 132-16,10-3 59 0</inkml:trace>
  <inkml:trace contextRef="#ctx0" brushRef="#br0" timeOffset="67">23805 1572 1057 0,'2'0'0'0,"-1"0"0"0,3 0 0 0,-2 1 0 0,0-1 0 0,-2 3 0 0,0 1 103 0,0 1-35 0,0 2 0 0,-9 3 213 15,0 1-129-15,-3 3-59 0,1-1-30 0,0 0-162 16,1-3 66-16,2 3 41 0,-1-1-8 0</inkml:trace>
  <inkml:trace contextRef="#ctx0" brushRef="#br0" timeOffset="68">23941 1189 822 0,'-1'0'0'0,"-1"-2"0"0,2 0 0 0,0 0 0 0,0 0 0 0,0 1 0 0,2-1 222 15,6-3-95-15,1 4-47 0,4-1-24 0,-1 0 65 16,2 0-36-16,2 2-30 0,-4-2-1 0,4 2 9 16,-1 0-30-16,0-2 0 0,1 0-103 0,2 1 47 15,-2-1 28-15,3 0-232 0,1 0 130 0,-1 0 65 16,2 0 23-16,-2 0-444 0,-2 1 193 0</inkml:trace>
  <inkml:trace contextRef="#ctx0" brushRef="#br0" timeOffset="69">24380 1139 894 0,'0'0'0'0,"0"0"0"0,0 0 0 0,0 0 0 0,0 0 0 0,5-3 0 0,5-1 181 0,9-2-66 0,5 1-45 0,3-3 209 15,12 0-124-15,0 0-60 0,4 1-32 0,-1 1 79 16,11-4-59-16,0 5-25 15,-2-1 0-15,-1 0-81 0,2 3 28 0,-12-2 8 0,9 2-52 16,-14 1 36-16,5-1 1 0,-3-1-196 16,-3 0 116-16,-2 1 45 0,-2-3 28 0,-2 3-284 15,0-4 140-15,-4 0 30 0,-5-1 48 0,2-1-122 16,-6-1 86-16,-2-1 39 0,-5 2 0 0,-5 0-110 16,-3-2 75-16,0 4 29 0</inkml:trace>
  <inkml:trace contextRef="#ctx0" brushRef="#br0" timeOffset="70">24601 662 1114 0,'-5'-14'0'0,"3"5"0"0,2 5 0 0,0 0 0 0,2 2 0 0,5 0 0 0,2-1 123 0,7 3-45 0,0 0-23 0,7 0 82 15,2 9-52-15,0 2-18 0,1 1-8 0,1 1 26 16,-2 2-27-16,-3-1 1 16,-5 0-26-16,2 0-193 0,-6 0 93 0,0-1 50 15,-4 0-321-15,-1-5 183 0,0-1 93 0,-3-1 3 16,1-4-442-16</inkml:trace>
  <inkml:trace contextRef="#ctx0" brushRef="#br0" timeOffset="71">25005 506 662 0,'0'-3'0'0,"0"1"0"0,0 0 0 0,0 2 0 0,0 0 173 15,0 0-70-15,0 0-35 0,-2 7 8 0,-3 11 266 16,-9 3-155-16,1 5-77 0,-4 4-38 0,-5 8 145 16,5-8-84-16,-8 11-156 0,5-4 28 0,-3 3 0 15,1 0 28-15,1-2-365 0,4-2 191 0,-2 8 82 16,8-11 46-16,0 3-288 0,-1-2 116 0</inkml:trace>
  <inkml:trace contextRef="#ctx0" brushRef="#br0" timeOffset="72">24472 1312 1100 0,'-7'0'0'0,"6"3"0"0,-1-1 0 0,-2-2 0 0,4 0 0 0,0 0 0 0,0 0 0 0,0 0 0 0,0 0 331 0,7 0-148 0,13 0-76 0,4 0 147 16,8 0-102-16,9-2-64 0,3-1-27 0,8 3 96 15,12-5-61-15,2 1-32 0,-7 3 8 0,15-4 6 16,-10 4-22-16,-9-1 0 0,2 0-59 15,-2 0-1-15,-10 0 45 0,5 2-129 16,-11 0 60-16,-4 0 31 0,-5 0-1 0,-7 0-207 16,-6 0 91-16,-3 4 68 0,-4-2-5 0,-4 0-298 15,-3-1 141-15,-3 1 82 0,-3 1 42 0,-20 0-309 16,-1 1 180-16,-4-1 90 0,-6 2-166 0</inkml:trace>
  <inkml:trace contextRef="#ctx0" brushRef="#br0" timeOffset="73">24477 1335 1390 0,'-10'0'0'0,"3"3"0"0,3 5 0 0,-1 3 0 0,0-3 0 0,-1 5 0 0,-4 3 0 0,3 4 0 0,-1 3 350 0,3 3-159 0,-1 0-79 15,0 2-7-15,2 2-28 0,1 1-8 0,1-2-74 16,0-2 0-16,0-5 38 0,2 3-1 0,0-4-62 15,-1-3 27-15,1-5 0 0,0-4 36 0,0 0-131 16,0-7 65-16,-2 2 41 16,-2-4-8-16,-2 0-115 0,-2 0 59 0,1-11 1 15,-2-2 25-15,-3-3-77 0,1-7 48 0,-1 0 11 16,1 0 4-16,1-3-11 0,-2 2 32 0,4 7-37 16,-3-2 6-16,1 6 19 0,3 5 6 0,-2-1 202 15,2 7-96-15,-3-2-44 0,-2 4-23 0,2 0 184 16,-4 6-96-16,1 7-36 0,1 1 46 0,0 3-26 15,3-2-32-15,-1 3-49 0,2 0 0 16,1-3 39-16,3 3-7 0,1-7-367 16,3 4 175-16,0-5 79 0,0-1 47 0,0-2-524 15,5-2 262-15,8-5 123 0</inkml:trace>
  <inkml:trace contextRef="#ctx0" brushRef="#br0" timeOffset="74">24408 1536 1420 0,'17'-2'0'16,"2"0"0"-16,7 1 0 0,-4 0 0 0,-1 1 0 0,-2-4 0 0,1 4 0 0,-3 0 0 0,2 0 207 0,-2 8-88 0,-3 5 48 0,-2 0-67 0,-4 5-34 15,-3-2 8-15,-1 3-69 0,-2-2-1 0,-2 2 29 16,0 0 0-16,-15 1-100 0,-6 0 59 0,1-4 16 16,-5-2 0-16,1-3-208 0,3-3 117 0,-2-6 57 15,3 1-381-15,-1-3 198 0,8 0 52 0,1-3-142 16,7-10 133-16,3-3 67 0,2-5 24 15,0-4-63-15</inkml:trace>
  <inkml:trace contextRef="#ctx0" brushRef="#br0" timeOffset="75">24676 1449 632 0,'2'2'0'0,"0"6"0"0,-2 3 0 0,0 1 0 0,0 1 0 0,-9 0 159 0,-2 2-63 0,-3 0-32 0,3 2 142 15,4 0-78-15,0-2-52 0,4 1-21 0,1 0 313 16,2 0-168-16,0 0-84 15,0 1 70-15,5-2-81 0,7 0-36 0,-1-1-189 16,3 1 77-16,-1 0 38 0,4-4 7 0,-3 1-169 16,4-4 100-16,-4-1 50 0,4-5 24 15,-4-2-521-15,2 0 187 0,-3 0 158 0</inkml:trace>
  <inkml:trace contextRef="#ctx0" brushRef="#br0" timeOffset="76">24826 1412 1152 0,'-1'-7'0'0,"1"3"0"0,0 2 0 0,5-2 0 0,9 1 0 0,-5 0 0 0,5 1 0 0,2 2 166 16,-3 0-66-16,0 0 85 0,-2 2-76 0,-4 5-30 15,2 5-8-15,-6 0-113 0,-1 1 38 0,-2 0-1 16,-2 3 38-16,-11-1-119 0,-5 3 55 0,-3-3 32 16,0-2 0-16,2-4-28 15,2 0 31-15,4-3 7 0,0-1-108 0,5-2 55 16,3-3-17-16,1 0 106 0,2 0-19 0,2 0-38 15,0 0-12-15,2 0 97 0,11-3-34 0,4-4-1 0,1 1-21 16,3 3-109-16,2-1 52 0,0 3 22 16,-3 0 16-16,-1 1-138 0,-1 0 71 15,-7 0 34-15,3 8-432 0,-9 3 217 0</inkml:trace>
  <inkml:trace contextRef="#ctx0" brushRef="#br0" timeOffset="77">24860 1671 1028 0,'-4'0'0'0,"3"0"0"0,1 0 0 0,0 0 0 0,7-3 0 0,7-3 0 0,-2 2 0 0,8-1 0 0,-2 1 297 16,3 3-133-16,0-2-65 0,-3 0-33 0,1 3-114 15,-3 0 36-15,-2 0 22 0,-3 0 0 0,1 0-365 16,-5 0 194-16,-4 3 105 0,0 1-191 0</inkml:trace>
  <inkml:trace contextRef="#ctx0" brushRef="#br0" timeOffset="78">25030 1491 807 0,'0'-3'0'0,"0"3"0"0,0 0 0 0,0 0 0 0,-2 7 0 0,-2 6 0 0,-4 5 177 0,1 5-76 15,-1 4-34-15,-2-1 196 0,-1 2-115 0,2 0-57 16,1-2-22-16,-3 7-160 0,4-8 61 0,1-2 32 16,1-1-1-16,3-2-357 0,2-9 198 0,0 1 90 15</inkml:trace>
  <inkml:trace contextRef="#ctx0" brushRef="#br0" timeOffset="79">25106 1513 852 0,'6'0'0'0,"4"2"0"0,1 4 0 0,1-2 0 0,0 2 0 0,-4-1 0 0,5 0 206 16,-2 3-87-16,-2 2-43 0,1-3-13 0,-1 0-59 15,-1 1 29-15,-1-1 0 0,1-1 0 0,-2 0-310 16,-1-4 163-16,-1-1 69 0,-2-1-365 0</inkml:trace>
  <inkml:trace contextRef="#ctx0" brushRef="#br0" timeOffset="80">25299 1472 1227 0,'-2'-5'0'0,"2"2"0"15,0 3 0-15,-1 0 0 0,-1 0 0 0,-4 11 0 0,2 3 0 0,-4 7 0 0,-2 3 226 0,-1 4-101 0,-2 4-46 0,-3 1 76 0,4-2-62 16,-4 3-30-16,4-2 9 0,-4 1-1 0,1-3-38 15,2 1 0-15,-2-1-1 0,0-3-266 16,0-6 142-16,-1 0 58 0,7-5-403 0,2-5 231 16,2-4 67-16,1-5-343 0,2-2 230 0</inkml:trace>
  <inkml:trace contextRef="#ctx0" brushRef="#br0" timeOffset="81">25360 1476 864 0,'11'0'0'0,"6"4"0"0,0 1 0 0,-2-1 0 0,-3 2 0 0,-3 0 0 0,0 1 0 0,-3 0 177 0,-2 3-77 0,-4-3-33 15,0 5-5-15,-4-1 1 0,-15 0-30 0,0-1-77 16,-5 1 35-16,1-2 20 0,4-3 1 0,0 1-28 16,8-3 24-16,0 0 9 15,6-1 16-15,-2-3 23 0,5 2-55 0,2-2 25 0,0 0-30 16,18 0 110-16,8-5-56 0,1-3-1 15,3-1-10-15,2 1-15 0,0-1 17 0,0 2-338 16,-2-1 154-16,0 2 79 0,-8 3 38 0</inkml:trace>
  <inkml:trace contextRef="#ctx0" brushRef="#br0" timeOffset="82">25660 832 1277 0,'2'-13'0'0,"4"3"0"0,15 9 0 0,3 1 0 0,3 0 0 0,1 0 0 0,-1 11 0 0,4 4 214 0,5 9-94 0,-1 7-44 15,1 1 384-15,-4 9-214 0,-5 4-99 0,-3 5 135 16,-8 10-125-16,-10 1-62 15,-6-2-31-15,0 3 12 0,-13-4-13 0,-17 11-9 16,-6-6-21-16,-8 1-227 0,-2-3 114 0,-7 2 56 16,-2-5 37-16,0-3-512 0,-2-6 264 0,5-6 62 15,0-4-380-15</inkml:trace>
  <inkml:trace contextRef="#ctx0" brushRef="#br0" timeOffset="83">11912 2073 792 0,'-5'0'0'0,"-1"2"0"0,2-2 0 0,0 2 0 0,2-1 0 0,-1-1 171 0,3 0-69 0,-2 0 107 16,2 3-92-16,0-3-42 0,0 0-21 16,0 0 0-16,0 1 20 0,4-1-12 0,5 0 110 15,3 0-70-15,-2 0-34 0,6 0-1 16,-3-1 45-16,1-3-31 0,2-2-9 0,-2 0-39 15,4 3 24-15,-1-3-24 0,-1 3-1 0,5-2 9 16,-2-1-51-16,2 1 21 0,0-2 1 0,5 0 20 0,-8 1-184 16,3 1 101-16,-3-3 37 0,2 2 11 0,-3 0-158 15,-4 1 61-15,-4 1-312 0,1 1 166 0,-5 1 111 16,-3-3 48-16,0 3-284 0,-2 1 169 0,0-1 85 16</inkml:trace>
  <inkml:trace contextRef="#ctx0" brushRef="#br0" timeOffset="84">12201 1848 1208 0,'0'0'0'0,"0"0"0"0,0 0 0 0,0 0 0 0,2 0 0 0,2 0 0 0,2 1 0 0,7 7 0 0,4-2 408 0,5 1-192 0,1 3-91 16,0-2-46-16,1 2 86 0,0 0-66 0,-5-1 33 16,0 4-54-16,-1-4-22 0,0 3-1 15,-5-3-84-15,-3 2 31 0,-1-2 8 0,-6-1 23 16,-1 2-177-16,-2 1 88 0,0 0 45 15,-5 1 22-15,-11 1-238 0,-7 2 119 0,2 0 15 16,-2-2 45-16,-4 4-373 0,3-2 195 0,2 0-84 16,-6 2 142-16,5-2 68 0,0 0 34 0</inkml:trace>
  <inkml:trace contextRef="#ctx0" brushRef="#br0" timeOffset="85">12098 2273 1116 0,'-7'2'0'0,"2"1"0"0,4-3 0 0,-1 2 0 0,2-2 0 0,0 0 0 0,0 0 88 0,0 0-27 0,10 0 371 15,6 0-200-15,5 0-91 0,6 0-59 0,-1-2 299 16,1-1-174-16,2 1-87 0,1-3-44 0,-6 4 23 16,5-2-38-16,-7 2 1 0,1 1-30 0,-3 0-250 15,-1 0 125-15,-6 0 71 0,1 0-483 0,-7 0 269 16,-1 0 134-16,-1 0-307 0,-5 4 196 0,0-1 42 16,0 2 74-16,-7-2-338 0</inkml:trace>
  <inkml:trace contextRef="#ctx0" brushRef="#br0" timeOffset="86">12162 2257 945 0,'-11'0'0'0,"1"0"0"0,5 2 0 0,-1 2 0 0,1 1 0 0,3 2 0 0,0 1 0 0,2 7 392 0,0 2-180 0,0 6-89 16,4-1-45-16,3 6 227 0,2 3-127 0,-2 1 22 16,2 4-84-16,-4-3-41 0,2 3-22 15,-1-1-42-15,0 1 8 0,-2-3 14 16,1 2-1-16,-1-5-223 0,0-2 112 0,-1-5 55 15,-1-5 37-15,0-2-413 0,0-7 210 0,0-2 41 16,-2-5 75-16,0-2-478 0,0 0 251 0</inkml:trace>
  <inkml:trace contextRef="#ctx0" brushRef="#br0" timeOffset="87">12137 2550 1124 0,'0'-1'0'0,"0"1"0"0,0 0 0 0,0 0 0 0,0 0 0 0,0 0 268 0,0 0-119 0,2 0-57 0,10 0 407 15,3 0-225-15,2 0-125 0,1-3-58 0,1 1 105 16,1 1-82-16,1-1-40 0,0 0 8 0,-2 0-191 16,2-2 71-16,-4 2 36 0,1-1-1 0,-1 3-416 15,-2-2 233-15,-1 0-600 0,-2 2 351 0,2 0 212 16</inkml:trace>
  <inkml:trace contextRef="#ctx0" brushRef="#br0" timeOffset="88">12672 2286 826 0,'0'-8'0'0,"0"6"0"0,0 1 0 0,0-1 0 0,0-3 332 16,9 4-150-16,-2-3-74 0,6-2-38 0,0 2 458 0,2 0-252 0,2 0-104 16,1-1-69-16,2 2-36 0,1 1 1 0,-3 0-469 15,1 2 213-15,-2 0 111 0,-2 0 54 0,-4 0-660 16,-1 7 337-16</inkml:trace>
  <inkml:trace contextRef="#ctx0" brushRef="#br0" timeOffset="89">12750 2433 1304 0,'-2'2'0'0,"0"1"0"0,2-2 0 0,-2 1 0 0,2-2 0 0,0 0 0 0,0 0 0 0,0 0 312 0,6 0-144 0,5 0 281 16,3 0-209-16,2 0-103 0,-1 0-52 0,5 0-247 15,0 0 94-15,6 0 50 0,-1 0 26 0,1 0-779 16</inkml:trace>
  <inkml:trace contextRef="#ctx0" brushRef="#br0" timeOffset="90">13385 1915 669 0,'-6'0'0'0,"0"0"0"0,3 0 0 0,-3-2 0 0,3 1 0 0,-3-1 0 0,1 0 0 0,2 0 0 0,1 2 54 0,0 0 0 0,2-2 146 15,0 2-84-15,0 0-41 16,0 0-14-16,0 0 159 0,0 0-93 0,0 0-48 15,0 0-22-15,0 0 137 0,2 0-72 16,2 0-48-16,4 0-1 0,-1 0 125 0,0 0-82 0,5 0 67 16,-1-1-66-16,0-1-47 0,3-1 1 0,0 1 11 15,4 0-24-15,0-3 0 0,5 1-17 0,1-1 86 16,3 1-47-16,3-2-24 0,0 0 0 0,2 2 39 16,2 1-23-16,3 1-8 15,6 1-10-15,2-2 0 0,5 0-21 0,0 1-35 16,3-2 14-16,-1 3-1 0,2-1 22 0,-1 0-36 15,2 0 1-15,-2 0 188 0,-2-1-186 0,1-1-235 16,-4-1 186-16,-3 4 19 0,-2-4 24 0,-9 4-147 16,1-1 59-16,-8 0 44 0,-6 2-7 0,0 0 0 15,-5 0 41-15,-4 0 36 0,-1 0-21 0,-4 0 1 16,-3 0-25-16,-2 0 37 16,1 0 5-16,-2 0-40 0,-1 0 26 0,0 0 19 0,0 0-7 15,0 0 0-15,0 0 2 0,-8 0-178 16,-1 0 79-16,-2-2 37 0,-4 1 14 0,0-1-492 15,-2-1 245-15,-2 3-397 0,-2 0 325 0,-3 0 159 16,-1 5 79-16</inkml:trace>
  <inkml:trace contextRef="#ctx0" brushRef="#br0" timeOffset="91">13449 1930 1157 0,'-14'-9'0'0,"3"7"0"0,4 0 0 0,1 2 0 15,2 0 0-15,0 0 0 0,1 0 347 0,1 13-157 0,2 5-70 0,0 5-48 0,0 4 61 16,0 5-49-16,2 1-26 0,1 4 0 0,3 1 119 16,0 6-76-16,-2-2-35 0,-1-2 67 15,-1 2-50-15,0 1-26 0,-2-7 35 16,0 4-33-16,0-3-1 0,0-1-25 0,-2-3-33 15,-5-5 32-15,1-3 9 0,-2-3-8 0,-1-4-58 16,0-5 29-16,1-5 0 0,-3-5 37 0,-2-2-57 16,1-1 24-16,-2 0 0 0,-2-10-221 0,-2-9 112 15,1-2 38-15,0-5-199 0,-2-3 108 16,2-5 67-16,2 1 9 0,0 1-88 16,4 6 58-16,0 1 42 0,1 4 0 0,1 12 98 15,2 0-32-15,-1 5 0 0,0 4 33 0,1 0-28 16,-1 12 0-16,1 10-38 0,-1-2 167 0,1 6-83 15,1-6-22-15,1 4 116 0,1-1-72 0,-1-3-37 16,2 1 18-16,3-4-209 0,0-6 97 0,0 0 43 16,0-4 1-16,2-1-433 0,6-4 207 0,3-2 110 15,0 0 22-15,4 0-294 0,2-11 185 0,2-4 92 16,2-2-61-16</inkml:trace>
  <inkml:trace contextRef="#ctx0" brushRef="#br0" timeOffset="92">13371 2306 1050 0,'14'-18'0'0,"-1"0"0"0,2 5 0 0,-2 1 0 0,2-2 0 0,0 3 0 0,4 3 0 0,-2 2 132 0,4 2-42 0,-1 3 303 16,4 1-180-16,-1 0-90 0,2 5-45 0,-5 9 183 15,-5 3-105-15,3 5-66 0,-4 0-28 0,-5 5 15 16,0-1-22-16,-8 0 0 16,1 1-14-16,-2 3-115 0,-2-2 54 0,-11-2-67 15,0-3 60-15,-6-1 29 0,4-10 9 0,-4 3-269 16,0-3 140-16,-1-8 20 0,-1 0 51 0,2-4-315 15,2 0 156-15,4 0 90 0,2-1 42 0,3-12-216 16,7-1 129-16,1-5 64 0,0-1 24 0,11-7-206 16,8 3 124-16,1-4 61 0</inkml:trace>
  <inkml:trace contextRef="#ctx0" brushRef="#br0" timeOffset="93">13708 2215 835 0,'21'-27'0'0,"-5"3"0"0,-4 4 0 0,-3 4 0 0,-3 6 0 0,-3 2 0 0,-1 3 0 0,-2 3 0 0,0 2 411 16,-4 0-190-16,-7 7-94 0,-4 14-47 0,0 4 260 15,0 4-158-15,-2 12 47 0,8-10-98 0,-1 7-49 16,5-3-25-16,5 1 161 0,0-4-96 0,0-2-45 16,11-4-22-16,4-3-38 0,4-2 16 0,0-3 8 15,9-3-8-15,-2-3-272 0,1-5 136 16,1-2 68-16,-4-4-435 0,-3-1 213 0,0 0 131 0,-3 0-464 16,-1-5 279-16,-2-5 139 15,-2-3 69-15,-4-5-149 0,-3-4 113 0</inkml:trace>
  <inkml:trace contextRef="#ctx0" brushRef="#br0" timeOffset="94">13937 2020 615 0,'-8'-13'0'0,"3"5"0"0,1 5 0 0,2-1 0 0,2 0 0 0,0 1 0 0,0-2 415 16,8 1-192-16,5 1-87 0,2 1-55 0,0 2 223 16,0 0-135-16,0 0-68 15,0 9-37-15,-2 2 9 0,-1 4-40 0,-3-1-161 16,-4 1 80-16,-1 3 41 0,-4-2 0 0,0 3-19 15,0 0 26-15,-9-2-1 0,-4 0 34 0,-1-2-103 16,0-2-1-16,-2-4 44 0,2-2-49 0,3 0 151 16,1-4-62-16,1 1 0 0,3-4 235 0,2 0-120 15,0 0-46-15,4 0 134 0,0 0-88 0,0 0-48 16,8-1-23-16,7-5-39 0,6-2-8 0,1 2 23 16,2-1-1-16,1 1-112 15,-3 3 64-15,7-3 20 0,-9 4 1 0,4 0-393 16,-1 1 174-16,-2 1 112 0,-1 0-551 0,-4 0 314 15,-2 8 153-15</inkml:trace>
  <inkml:trace contextRef="#ctx0" brushRef="#br0" timeOffset="95">14117 2348 1013 0,'-16'5'0'0,"2"1"0"0,7-1 0 0,-1 0 0 0,5-5 0 0,3 1 0 0,0-1 372 0,0 0-169 0,16 0-85 16,5 0-43-16,5 0 183 0,3-1-105 0,3-4-64 15,-1 0-28-15,1-3-17 0,0 2-12 0,-3 0 1 16,-9 4-295-16,2-3 144 0,-3 3 75 0,-2 0-466 16,-5 0 268-16,-1 2 134 0,-4 0 7 0,-2 0-423 15</inkml:trace>
  <inkml:trace contextRef="#ctx0" brushRef="#br0" timeOffset="96">14335 2142 792 0,'-13'-5'0'0,"6"3"0"0,-1 2 0 0,0 0 0 0,3 2 0 0,-3 7 0 0,5 4 416 16,-1 5-183-16,1 3-105 0,0 5-47 0,-1-2 151 16,-1 4-99-16,1 2-51 15,-1 1 208-15,1 1-133 0,-2-3-62 0,2 1-191 0,0-2 65 0,2-2 31 16,2-3 9-16,0 0-429 16,0-5 226-16,0-2 114 0,0-7 56 0,6-3-569 15,6-5 237-15</inkml:trace>
  <inkml:trace contextRef="#ctx0" brushRef="#br0" timeOffset="97">14363 2246 597 0,'0'-13'0'0,"0"6"0"0,0 1 0 0,5 0 0 0,0 4 0 0,2 0 462 0,2 2-215 0,5 0 95 16,-1 2-158-16,-2 7-76 0,2 3-38 0,-2 0 115 16,1 2-77-16,-3 3-29 0,0 1-8 0,2 0-336 15,-4-4 148-15,0 2 76 16,0-3 36-16,2-4-534 0,-2-2 279 0,2 0 141 15</inkml:trace>
  <inkml:trace contextRef="#ctx0" brushRef="#br0" timeOffset="98">14579 2120 680 0,'0'-18'0'0,"0"4"0"0,0 7 0 0,0 1 0 0,0 2 0 0,0 4 0 0,0 0 358 0,0 7-162 0,0 13 257 15,0 6-215-15,0 6-102 0,0 10-52 0,0 0 100 16,-7 7-75-16,-4 1-31 0,-1 4-7 0,-3-1 76 15,0 3-58-15,0-7-27 0,3 3-1 0,0-9-194 16,-1 6 79-16,1-12 43 0,3 0 22 0,2-7-485 16,1-9 254-16,0-3 129 0,4-7-547 0,0-6 290 15,2-5 157-15</inkml:trace>
  <inkml:trace contextRef="#ctx0" brushRef="#br0" timeOffset="99">14584 2045 1059 0,'10'-13'0'0,"5"8"0"0,1-2 0 0,0 4 0 0,-2-1 0 0,0 3 0 0,0-2 384 15,-1 3-179-15,0 0-87 0,-2 5-42 0,-2 8 155 0,0 0-90 0,-4 3-158 16,-3 1 24-16,0 4 1 0,-2 0 25 16,0-1-208-16,-6 1 112 0,-6-2 44 15,-2-2 26-15,-2-3-28 0,2-2 26 0,-2-3 1 16,5-3-14-16,0-2-27 0,-1-1-25 0,5-3 26 15,4 0-38-15,-1 0 289 0,4 0-116 0,0 0-53 16,0-1 201-16,5-3-114 0,8-4-28 0,4 1-44 16,4 1-22-16,-1-2-8 0,1 3 0 0,2-1-126 15,-1 3 64-15,1 1 30 0,0 0 9 0,-1 2-498 16,-2 0 223-16,3 0 133 16</inkml:trace>
  <inkml:trace contextRef="#ctx0" brushRef="#br0" timeOffset="100">15009 2428 1236 0,'-5'0'0'0,"1"0"0"0,4 0 0 0,-2 0 0 0,2 0 0 0,0 0 0 0,0 0 504 0,0-2-240 0,0 2-115 15,0 0-59-15,0 0-6 0,0 0-26 16,0 0 8-16,0 0-33 0,4 5-263 0,1-1 131 0,1 2 66 15,2-2-209-15,-1 0 146 0,2-2 60 0,1 0-600 16,3-1 312-16</inkml:trace>
  <inkml:trace contextRef="#ctx0" brushRef="#br0" timeOffset="101">15221 1959 1574 0,'0'-2'0'0,"-3"-2"0"15,3 2 0-15,0 0 0 0,0 1 0 0,0-2 0 0,0 2 0 0,5-1 105 0,9-1-36 0,4 2 333 0,7-4-189 0,-1 2-90 16,3-2-46-16,3-1 95 0,2 0-69 16,-2-1-28-16,2-1-7 0,-2-1-183 15,0 2 75-15,-2-3 35 0,0 2 1 0,-6 3-310 16,1-3 169-16,0 3 89 0,-5 0-223 0,-1-1 83 15,-2 1 97-15,-3 1-437 0,-3-2 255 0,-2 0 124 16</inkml:trace>
  <inkml:trace contextRef="#ctx0" brushRef="#br0" timeOffset="102">15605 1686 959 0,'-10'0'0'0,"5"4"0"0,1 0 0 0,2 0 0 0,2-3 0 0,0 3 0 0,9 1 356 0,10-1-162 0,4 2-80 15,-1 0-33-15,4 3 244 0,-1-1-146 0,0 3-73 16,-1 1 5-16,-7-1-39 0,2 1 8 0,-3 2-87 16,-4-1 40-16,-1 0 0 0,-6 1 0 0,-3-1-95 15,-2 2 56-15,0-1 16 16,-7 6-1-16,-7-4-211 0,-7 1 117 0,-2 2 35 16,5-4 44-16,-9 7-583 0,2-2 280 0,1 0-320 15</inkml:trace>
  <inkml:trace contextRef="#ctx0" brushRef="#br0" timeOffset="103">15437 2156 1259 0,'-14'6'0'0,"7"-1"0"0,0 3 0 0,4-3 0 0,-1-1 0 0,4 2 0 0,0-1 126 15,0 1-38-15,2 1 351 0,11-1-203 0,4 0-102 16,6 0-50-16,1-1 94 0,-2-3-65 0,8 0-43 16,-2-2-1-16,1 0-12 15,-3 0-24-15,0 0 0 0,-3 0-193 0,-1-2 92 16,-1-1 51-16,-5-1-305 0,-7-1 178 0,-2 2 88 15,-2 0 33-15,-3 0-194 0,0-3 68 0,-2-1 61 16,0-4 13-16,-7 0 14 0,-4-2-9 0,-5-7 38 16,2 4-1-16,-4-2 24 0,-2 4-24 0,-1 2 1 15,1 5 93-15,-7 1-42 0,2 4-26 16,-4 2 251-16,-1 0-116 0,-2 15-71 16,2 6-8-16,2 4 251 0,3 1-123 0,6 3-74 15,3 6-26-15,2 5 75 0,7-4-51 0,3 12-38 16,4-7-1-16,0-6 172 0,0 5-101 0,11-2-50 15,5-5-17-15,2-2 109 0,3-3-71 0,2-4-141 16,1-6 34-16,2-2 1 0,-2-7 43 0,5-3-352 16,-3-3 172-16,1-3 86 0,-1 0 42 0,-1-3-639 15,2-11 285-15,-3 0 167 0,1-1 74 0,-4-2-225 16,-1-1 158-16</inkml:trace>
  <inkml:trace contextRef="#ctx0" brushRef="#br0" timeOffset="104">15807 2328 1597 0,'0'-2'0'0,"0"2"0"15,0 0 0-15,4 0 0 0,6 0 0 0,-1 0 0 0,7 0 0 0,2 0 278 0,3 0-114 0,7 0-70 0,-4 0 180 0,0 0-120 0,3 0-61 16,-6 0-30-16,3 2-219 16,-4 0 90-16,1 0 49 0,-1 0 25 0,-4 1-220 15,-5-2 122-15,-1 0 70 0,-3 4 22 0,-5 0-624 16</inkml:trace>
  <inkml:trace contextRef="#ctx0" brushRef="#br0" timeOffset="105">15879 2348 733 0,'0'0'0'0,"0"0"0"0,0 0 0 0,0 3 0 0,0 6 0 0,0 4 475 0,0 8-222 0,0 4-109 15,0 2-56-15,0 5 373 0,0 2-218 0,0 4-105 16,-4 0-52-16,2 1 79 0,-2 0-66 0,3-3-25 15,-1 0-149-15,2-3 55 0,0 0 26 0,0-5-423 16,0-9 225-16,0-1 120 0,2-6 49 0,3-5-625 16,1-5 319-16,2-2 97 0,-5 0 99 0</inkml:trace>
  <inkml:trace contextRef="#ctx0" brushRef="#br0" timeOffset="106">15853 2668 1108 0,'-2'-9'0'0,"0"3"0"0,2 1 0 0,0-3 0 0,2 0 0 0,5 2 0 15,8-2 414-15,6-2-190 0,4 5-96 0,-1 0-47 0,3 0 254 16,-5 3-143-16,2 1-84 0,-1 1-232 0,-5 0 78 16,-1 3 39-16,-2 9-327 0,-1 3 191 0</inkml:trace>
  <inkml:trace contextRef="#ctx0" brushRef="#br0" timeOffset="107">16494 2142 770 0,'0'0'0'0,"0"0"0"0,0 0 0 0,2 0 0 0,3 0 0 0,0 0 184 0,3 0-79 0,4 0-37 16,2 0 1-16,5 0 328 0,-1-1-182 0,3-2-83 16,0 2-54-16,-1-1 302 0,0 0-174 0,-1 0-86 15,-1 1 90-15,1 1-80 16,-1 0-53-16,0 0-118 0,-4 0 37 0,0 0 0 16,-3 0 37-16,-2 0-169 0,-1 0 81 0,-2 0 44 15,-3 0 21-15,-1 0-589 0,0 0 232 0,-2 0 171 16,0 8-24-16</inkml:trace>
  <inkml:trace contextRef="#ctx0" brushRef="#br0" timeOffset="108">16608 2383 1383 0,'0'4'0'0,"0"0"0"0,0-1 0 0,0-1 0 0,0 0 0 0,1-1 0 0,6 2 228 0,0 0-97 0,6-1-50 0,2 1 143 16,2-1-99-16,2-1-47 0,2-1-22 0,1 0 12 15,4 0-35-15,-5 0 7 0,6 0-7 0,-4 0-425 16,2 0 212-16,-2 0 107 0,-2 0-503 0,-1 0 306 16</inkml:trace>
  <inkml:trace contextRef="#ctx0" brushRef="#br0" timeOffset="109">17159 1981 1194 0,'2'0'0'0,"-2"0"0"0,0 0 0 0,0 0 0 0,0 0 0 0,0 0 0 0,-7 0 0 0,-2 7 99 16,-1 7-32-16,-3 7 123 0,0 1-78 0,-2 6-40 16,-3 4 8-16,4 4 97 0,3 0-72 0,1 2-37 15,3 0 1-15,5 3 99 0,2-5-60 0,0 0-42 16,2-3 1-16,11 0-4 0,2-5 1 0,4-1-31 15,-3-7-55-15,11 1 24 0,-4-5-1 0,1-4-254 16,0-2 142-16,-5-7 72 0,4-3 45 0,-3 0-567 16,1 0 248-16,0-6 146 0,-3-8 32 15</inkml:trace>
  <inkml:trace contextRef="#ctx0" brushRef="#br0" timeOffset="110">17340 2215 1661 0,'-7'0'0'0,"3"0"0"0,0 3 0 0,1-3 0 0,3 0 0 0,0 0 0 0,3 0 0 0,10 0 198 0,2 0-83 0,2 0 354 0,0 0-218 0,1 0-110 15,2 0-45-15,0 0-157 16,1 0 47-16,0 0 23 0,-1 0 0 0,1 0-537 16,0 0 289-16,-3 0 131 0,-1 0 71 0</inkml:trace>
  <inkml:trace contextRef="#ctx0" brushRef="#br0" timeOffset="111">17627 2065 1281 0,'2'0'0'0,"2"-3"0"0,4 0 0 0,1-3 0 0,2-2 0 0,2 4 0 0,2-2 170 0,4 4-61 16,2 2-42-16,1 0 373 0,1 4-204 0,-4 12-102 15,1 0-50-15,-5 5 85 0,3 5-72 0,-4 2-32 16,-5 1 0-16,-1 0-83 0,-4 2 26 0,-2 0 8 15,-2 3-81-15,-2-2 50 0,-12 1 23 0,-2-3-62 16,-5-4 43-16,2-7 30 0,-8 3-8 0,4-9-233 16,-4-2 115-16,-1-1 14 0,0-4 43 15,-4-4-299-15,2-2 162 0,2 0 77 16,5 0 39-16,7 0-257 0,2-8 147 0,10-4 67 16,4-4-260-16</inkml:trace>
  <inkml:trace contextRef="#ctx0" brushRef="#br0" timeOffset="112">18057 2040 1115 0,'0'-13'0'0,"0"6"0"0,-2 0 0 0,-3 1 0 0,-4 3 0 0,-1-2 0 0,-3 4 0 0,0 1 484 16,-1 6-229-16,-2 13-112 0,-1 3-55 0,2 6 229 15,0 4-142-15,6 5-63 0,1 1 148 0,4 0-114 16,4-3-57-16,0 0-2 0,1-2-27 0,15-3 8 15,0-3-35-15,2-3-58 0,1-3 28 0,1-5 1 16,-1-2 29-16,4-5-307 0,-3-2 150 0,3-5 78 16,-1-2 39-16,-1 0-705 0,-1 0 314 0,0 0 174 15,-2 0-414-15</inkml:trace>
  <inkml:trace contextRef="#ctx0" brushRef="#br0" timeOffset="113">18317 2339 990 0,'5'0'0'0,"3"0"0"0,1 0 0 0,-1 0 0 0,-3 0 0 0,1 3 260 0,-1 3-117 0,1 3-56 0,-2 4 422 16,0 2-239-16,-2 4-119 0,-2 0-50 0,0 4 161 15,0 2-115-15,-4 0-57 16,-10-1-28-16,2 0 144 0,-2-5-79 0,1 2-51 16,-2-2-166-16,4-4 61 0,-2-5 30 0,5 1-504 15,-3-4 276-15,4-4 125 0,-1 1 68 0,4-4-646 16,-2 0 290-16,4 0 178 0</inkml:trace>
  <inkml:trace contextRef="#ctx0" brushRef="#br0" timeOffset="114">18407 2276 1091 0,'4'-3'0'0,"3"0"0"0,2 0 0 0,1-1 0 0,1 0 0 15,2-2 257-15,4 1-104 0,4-1-64 0,1 1 483 0,2-1-269 16,1 1-135-16,-4 3-137 0,1-2 10 0,6 2-9 15,-3-1 1-15,-4 3-533 0,2 0 266 0,-3 0 133 16,-1 0 75-16,-5 0-641 0</inkml:trace>
  <inkml:trace contextRef="#ctx0" brushRef="#br0" timeOffset="115">18767 2078 1280 0,'-6'0'0'0,"1"0"0"0,3 0 0 0,0 0 0 0,2 0 0 0,0 0 0 0,0 0 153 0,11 6-60 0,3 2-31 0,2 3 377 16,4 1-207-16,2 3-100 0,-3-3-49 0,0 3-207 16,1 1 78-16,-3-4 47 0,0 2-7 0,0-3-522 15,0 0 281-15,-4-1 139 0</inkml:trace>
  <inkml:trace contextRef="#ctx0" brushRef="#br0" timeOffset="116">19162 1981 1467 0,'0'-1'0'0,"0"-1"0"0,0 2 0 0,0 0 0 0,0 0 0 0,-2 9 0 0,-4 10 0 0,-1 5 269 0,-5 6-118 0,-2 8-59 0,-4 1 430 16,2 4-244-16,-3 3-115 0,1 1-69 0,-3 1 170 16,0 0-116-16,1 0-57 0,-1-3-30 0,1-4-163 15,-1 6 64-15,7-13 35 0,-1 2-476 0,3-7 255 16,7-10 129-16,1-1-236 0,3-8 177 0,1-2-6 15,0-4 79-15,0-4-662 0</inkml:trace>
  <inkml:trace contextRef="#ctx0" brushRef="#br0" timeOffset="117">19316 1964 1114 0,'17'-1'0'0,"9"-2"0"0,4 3 0 0,2 3 0 0,0 5 0 0,-4 8 605 0,-2 4-286 0,-5 5-143 0,2 8 421 16,-3 11-287-16,-8 1-138 0,-9 3-70 0,-1 5 115 16,-2 2-83-16,-5 1-55 0,-15-2-23 0,-1-1-57 15,-4-4-1-15,-1-5 35 16,6-11 151-16,-4 3-683 0,2-4 337 0,-1-5-315 16,0-4-342-16</inkml:trace>
  <inkml:trace contextRef="#ctx0" brushRef="#br0" timeOffset="118">7581 6506 757 0,'-6'-6'0'0,"3"3"0"0,1 2 0 0,0 1 0 0,0 0 100 0,2 0-33 0,0 0 7 0,0 0 126 16,0 7-84-16,0 6-41 16,4 5-21-16,7 2 80 0,1-2-42 0,0 9-34 0,3-1 0 0,1 5 5 15,-2 2 1-15,0 3-23 16,1 5-8-16,-4 0 63 0,-2-1-31 0,-2-4-1 15,-1 3-8-15,-1-1 9 0,-2-5-33 0,1-1 42 16,-2-6-1-16,0-5-40 0,-1-2 0 0,-1-9 52 16,2-3-31-16,-2-3 1 0,0-2-22 0,0-2 17 15,2 0-17-15,2-21 8 0,3-13-8 0,5-5 22 16,1-6-23-16,2-3-75 0,1-6 38 0,2 2 8 16,-2-3 30-16,0 0-187 0,-4 5 89 0,2 1 29 15,-5 14 27-15,-2-3-72 0,-1 14 42 16,-1 0-1-16,-4 12 0 0,1 1 154 15,1 5-60-15,-3 4-44 0,0 1 188 0,1 1-95 16,1 3-49-16,-1 16-7 0,3 6 119 0,3 7-47 16,2 8-47-16,-2 2 20 0,0 1-29 0,3 4 0 15,-1-1-30-15,0-10-17 0,4 13-8 0,0-15 25 16,0 2 0-16,1-4-99 0,-3-4 49 0,0-8 33 16,3-1-80-16,-2-8 36 0,-8-3 28 15,4-2-14-15,-4-6 32 0,2 0-13 16,-1-4 7-16,3-23 114 0,1-6-58 0,-1-6 121 15,1-5-189-15,3-5 0 0,-1-2 0 0,-1-14 0 16,4 5 0-16,-3 9 0 0,0-4 0 0,-3 13 0 16,1 0-262-16,-3 7 144 0,-3 12 65 0,1 0-355 15,-1 10 194-15,0 2 68 0,1 3 57 0,0 7-174 16,3 1 115-16,4 0 58 0,1 0 29 0,4 9-625 16</inkml:trace>
  <inkml:trace contextRef="#ctx0" brushRef="#br0" timeOffset="119">8499 6528 2054 0,'-3'1'0'0,"3"5"0"0,0-2 0 0,0-2 0 0,0 0 0 0,3 0 0 0,10-1 0 0,3-1 550 0,0 0-259 0,8 0-129 15,-4-3-57-15,6-2 77 0,1-4-74 0,-2 2-38 16,2 1 0-16,-3-1-174 15,-3 1 77-15,1 3-482 0,-1-3 271 0,-2 3 135 16,-2 0 68-16,-4 1-718 0,-2 2 321 0,3 0 210 16</inkml:trace>
  <inkml:trace contextRef="#ctx0" brushRef="#br0" timeOffset="120">8623 6788 1689 0,'-5'7'0'0,"1"-2"0"0,4-1 0 0,0-2 0 0,0-1 0 0,0-1 0 0,3 0 0 0,11 0 274 0,3 0-113 0,8-3-68 16,-5-5 76-16,4 1-69 0,-3 1-33 0,7-2-468 15,-6 3 225-15,7-1 100 0,-1 3 54 0,0-1-757 16</inkml:trace>
  <inkml:trace contextRef="#ctx0" brushRef="#br0" timeOffset="121">9523 6388 635 0,'-4'-25'0'0,"2"5"0"0,2 0 0 0,-1-4 0 0,-1-1 0 0,0-2 328 0,-2 1-147 0,2 2-67 15,-1-3-44-15,-4 2 133 0,2 3-86 0,0 2-41 16,-1 1-22-16,1 5 106 15,-4 2-67-15,2 4-31 0,0 3 30 0,-2-1-29 16,1 5-1-16,0 1 82 0,-3 0-60 0,-1 0-26 16,3 7 1-16,-2 6 61 0,-2 0-44 0,0 6-13 15,-4 4-8-15,2 3 164 0,-1 0-93 0,2 2-47 16,-3 2-23-16,4 4 192 0,-1 0-112 0,1 2-52 16,4 0 94-16,4 1-178 15,0 2 0-15,3-1 0 0,2 1 0 0,0 5 0 16,0-4 0-16,0 0 0 0,2-1 0 0,5-1 0 15,0 6 0-15,-2-2 0 0,3-2 0 0,-3 2 0 16,2 1 0-16,-2-4 0 0,-1 10 0 0,-1-4 0 16,-1 0 0-16,0-2 0 0,0-2 0 0,-2-5 0 15,0 2 0-15,0-3 0 0,0-1 0 0,0-2 0 16,-7-6 0-16,1-3 0 0,-4-2 0 16,2-2 0-16,-4-5 0 0,-2-2 0 0,2-3 0 0,-4-2 0 15,1-1 0-15,1-4 0 16,0 0-731-16,5-2 425 0,-3 0 137 0,5 0-184 15,2-2 164-15,1-3 78 0,4-5 40 0,0 1-395 16,0 0 217-16,9-3 99 0,6 1 63 0,5-5-385 16</inkml:trace>
  <inkml:trace contextRef="#ctx0" brushRef="#br0" timeOffset="122">9746 6894 1333 0,'0'-6'0'0,"0"4"0"0,0 1 0 0,0-1 0 0,0 2 0 0,0 0 0 0,0 0 0 0,0 0 465 0,0 11-216 0,0 4-108 16,5 4-46-16,-2 5 177 0,1 4-119 0,-2 2-61 16,0 4 54-16,-2 2-57 15,0-1-20-15,0 3 26 0,0-1-31 0,-8-1-1 16,-2-2-30-16,1 0 32 0,-2-4-24 0,1-2-8 15,4-8 0-15,-4 1 38 0,4-7 1 0,1-5-39 16,0-1 8-16,3-5 53 0,1-1-30 0,1-2 125 16,0 0-189-16,0 0 0 0,0 0 0 0,0 0 0 15,1 0 0-15,10 0 0 0,-1 0 0 0,5 0 0 16,1 0 0-16,1 0 0 0,1-2 0 0,3 0 0 16,-1 1 0-16,1-1 0 0,0 0 0 15,0 0 0-15,-1 0 0 0,-1 2 0 16,-4 0 0-16,0 0 0 0,-4 0 0 0,-2 0 0 15,0 0-236-15,-6 0 192 0,-1 0 15 0,0 0-597 16,-2 0 288-16,0 0 157 0,0 0 75 0</inkml:trace>
  <inkml:trace contextRef="#ctx0" brushRef="#br0" timeOffset="123">10323 6800 889 0,'0'0'0'0,"0"0"0"0,0 0 0 0,0 0 0 0,0 0 0 0,0 0 124 0,5 0-45 0,6 0 406 15,1 0-217-15,2 0-122 0,1 0-57 0,2 3 267 16,1-3-161-16,-1 1-82 0,3-1-31 0,1 2 111 16,-1 2-80-16,0-3-40 0,-1 1 0 0,-5 0-46 15,0-2 14-15,-1 2-122 0,-3-2 57 0,-3 0 29 16,-1 0-1-16,-3 0-103 0,1 0 73 0,-2-2 26 16,-1-9 0-16,1-1-546 15,-2-1 269-15,0 0 81 0,3 0 78 0,-1-2-546 0</inkml:trace>
  <inkml:trace contextRef="#ctx0" brushRef="#br0" timeOffset="124">10665 6518 712 0,'0'-5'0'0,"0"3"0"0,0 0 0 0,0-1 0 0,0-3 0 0,3 0 662 0,9 0-307 0,3 2 410 16,6 1-366-16,3-1-183 0,1 4-92 0,1 0 169 15,-4 0-122-15,8 4-73 16,-3 9-33-16,-3 4 170 0,1 4-235 0,-3 3 0 15,-3 4 0-15,-3 0 0 0,-2 5 0 0,-7-2 0 16,-5 3 0-16,-2-1 0 0,0 1 0 0,-5-1 0 16,-13-4 0-16,0 0 0 0,-3-5 0 0,-3-2-397 15,-3-2 245-15,2-6 69 0,-4-2 12 0,1-4-127 16,0-4 84-16,5 1 29 0,-7-5 31 16,10 0-339-16,1 0 181 0,8 0 89 15,-1 0 46-15,8-6-391 0,4-5 223 0,0-1-366 16</inkml:trace>
  <inkml:trace contextRef="#ctx0" brushRef="#br0" timeOffset="125">11356 6568 640 0,'2'-11'0'0,"0"3"0"0,-2-7 0 0,0-1 0 0,0-2 0 0,-5 4 0 0,-4-2 362 16,4 0-164-16,-2 3-83 0,-1 4-41 0,1 1 145 15,-7 2-97-15,2 6 107 0,-4 0-98 0,-4 8-50 16,-4 11-24-16,-1 9 164 0,-5 12-98 0,2-1-45 16,-1 6-23-16,3 0 236 0,1 2-129 0,9-7-56 15,-1 8-41-15,6-7 121 0,9-5-76 0,2 0-39 16,0 1 0-16,2-8 257 0,10-1-328 0,8-3 0 16,2-5 0-16,5-1 0 15,1-6 0-15,4-2-583 0,2-3 339 0,1-6 138 16,1-2 69-16,7 0-892 0,-2-4 448 0</inkml:trace>
  <inkml:trace contextRef="#ctx0" brushRef="#br0" timeOffset="126">11831 6768 1031 0,'-3'-9'0'0,"1"-1"0"0,-2 1 0 0,-1-4 0 0,-2 1 0 0,0-3 0 0,-2 3 0 0,0-2 333 0,-1 1-149 0,-1 2-76 16,0 1-38-16,-3 3 160 15,3 1-91-15,-4 2-57 0,2 2-25 0,-2 2 87 16,0 0-56-16,1 0-28 0,0 12 43 0,-1 7-40 15,1 1 1-15,4 3 32 0,-2 5-32 0,4 0 1 16,1 4-24-16,5-2 71 0,2 0-39 0,0 0-1 16,0-4-39-16,4 2 25 0,5-10 8 0,3 0-33 15,2-1-1-15,0-4-54 0,1-2 28 0,-1-5-1 16,2-2-95-16,-3-4 57 0,2 0 33 0,1-5-96 16,-2-14 58-16,-1-8 11 15,1-2 25-15,0-11-272 0,0-3 131 0,-3-4 38 16,0-8 41-16,2-10-203 0,-5 4 109 0,3-21 66 15,-1-6 30-15,-5 14-151 0,1-5 90 0,-1 4 45 16,-3 20 65-16,0 0-20 0,-1 17 0 0,-1 2 148 16,0 13-73-16,0 9-38 0,0 2-8 0,-5 6 414 15,0 5-219-15,-3 1-67 0,1 10-69 0,-3 13 392 16,3 6-199-16,-1 12-111 16,1-1-53-16,2 6 198 0,2 5-125 0,3 2 100 15,0 2-257-15,0 3 0 0,0 7 0 0,0-5 0 16,0 1 0-16,0-7 0 0,0 4 0 0,2-4 0 15,1-1 0-15,2-4 0 0,0-6 0 0,1-9 0 16,-1 1 0-16,3-6 0 0,-2-8 0 0,1-4-583 16,-1-8 288-16,1-2 91 0,1-5-474 0,1-2 322 15,0-2 162-15,2-18-472 0,1-4 317 16</inkml:trace>
  <inkml:trace contextRef="#ctx0" brushRef="#br0" timeOffset="127">11962 6638 1145 0,'0'-13'0'0,"0"2"0"0,0 1 0 0,0-3 0 0,5 2 0 0,4-2 0 0,6 2 341 0,2 1-154 0,6 3-77 16,-1 2-38-16,-1 3 478 0,7 2-263 0,-2 0-127 15,-1 2-64-15,-3 13 232 0,1 3-148 0,-4 3-65 16,-5 5-25-16,0 5-29 0,-5 0 1 0,-5 3-124 16,-2 2 47-16,-2 1 32 0,-2-2-8 15,-11 3-94-15,-4-4 59 0,-1-2 29 16,-2-6 1-16,-2-2-70 0,-5-5 12 0,1-1 37 15,-3-7-47-15,-1-2-288 0,3-3 133 0,2-5 85 16,4-1-262-16,2 0 182 0,5 0 90 0,5-3-319 16,3-9 205-16,6-5 94 0,0-1 60 0,11-3-167 15,10 1 110-15</inkml:trace>
  <inkml:trace contextRef="#ctx0" brushRef="#br0" timeOffset="128">12472 6511 808 0,'7'-25'0'0,"-1"7"0"0,-5-1 0 0,-1 2 0 0,0 2 0 0,0 5 0 0,-7 1 0 16,-4 8 393-16,-2 1-172 0,-4 0-98 0,-4 20 303 0,-3 12-197 15,0 5-98-15,1 11 205 0,2 2-144 0,5 4-83 16,2 4-38-16,10 2 281 0,4-6-159 0,0 0-80 16,8-4-32-16,9-3 236 15,4-1-317-15,3-9 0 0,2-1 0 0,2-6 0 16,-1-6 0-16,3-2 0 0,4 5-508 0,-8-10 287 15,4-8 127-15,0-3-980 0,0 0 491 0</inkml:trace>
  <inkml:trace contextRef="#ctx0" brushRef="#br0" timeOffset="129">10962 5543 383 0,'0'0'0'0,"0"0"0"0,-2 0 0 0,2 0 0 0,-2 0 309 15,2 0-130-15,-2 7-77 0,1 3-34 0,1 1 224 16,0 4-130-16,0 3-64 0,0 3-25 0,0 4 100 16,1 2-70-16,3 1-35 0,0 3-1 15,-1 0 179-15,3 2-98 0,-3 2 52 0,2 0-83 16,-1 0-42-16,-3 0-22 0,1-4-44 0,0-5 7 16,0 3 17-16,0-8 0 0,-2 2-121 15,0-3 60-15,0-1 30 0,0-6 9 0,0 0-60 16,0-3 41-16,0-3 0 0,0-2-258 0,0 0 136 15,0-4 23-15,0-1-301 0,0 0 187 0,0 0 95 16,2 0 46-16,-1-9-307 0,3-3 181 0,1-7 87 16,0 3 43-16</inkml:trace>
  <inkml:trace contextRef="#ctx0" brushRef="#br0" timeOffset="130">10960 5643 1043 0,'0'-13'0'0,"-5"6"0"0,-1-1 0 0,0 2 0 0,0 1 0 0,3 1 0 0,-1 3 0 0,0-1 151 0,4-1-63 0,0 1 296 16,0 1-176-16,2-1-87 0,13-1-45 0,4 1 188 15,4-4-120-15,0-1-56 0,4 2-27 0,-3 1 136 16,3 2-82-16,-6 1-33 16,1 1-29-16,0 0 67 0,-2 0-43 0,-2 0-23 15,-1 7 15-15,-2 2-28 0,-3 1-9 0,-2 2 20 16,0-2-20-16,-2 3 1 0,-5-1 0 0,-1 1 10 15,0 0-10-15,-2 2 0 0,0 0-1 0,-9 0 8 16,-8 2-7-16,-1-3 7 0,-2 0-7 0,-4-5-58 16,-1 1 28-16,-1-3-69 0,-3-3 46 0,6-2 24 15,-7 0-6-15,3-2-9 16,4 0-1-16,2 0 17 0,1 0 10 0,1 0 26 16,5-2-2-16,0 0-41 0,5-2 11 0,2 1 203 15,0-1-212-15,4 1 0 0,1 0 0 0,2 2 0 16,0-2 0-16,0 2 0 0,0 1 0 0,0-2 0 15,2 0 0-15,4 2-187 0,1 0 106 0,1 0 41 16,1 0 25-16,-1 0-648 0,3 4 320 0,-2 4 155 16,3 0 78-16</inkml:trace>
  <inkml:trace contextRef="#ctx0" brushRef="#br0" timeOffset="131">12725 6897 754 0,'-2'0'0'0,"-1"0"0"0,1 0 0 0,2 0 0 0,0 0 0 0,-2 0 0 0,2 0 0 0,0 0 319 16,0 0-148-16,0 0-69 0,0 0 163 0,0 0-116 15,7-1-58-15,9-1 175 0,0 2-121 0,9 0-56 16,0 0-28-16,1 0 132 0,4 0-80 0,0 3-32 15,2 3-8-15,-2 0 16 16,0-1-29-16,-2-3 1 0,-8 2-20 0,3-2-23 16,-5-2 15-16,-4 0 0 0,-3 0-1 0,-3 0-34 15,-4 0 9-15,0 0-89 0,-3 0 58 0,-1 0 28 16,0-4 0-16,0-3-226 0,0-1 104 0,0 1 63 16,0 1 3-16,0 1-514 0,-1 3 267 0,1-2 133 15,0-2 59-15,3 3-214 0,12-2 144 0</inkml:trace>
  <inkml:trace contextRef="#ctx0" brushRef="#br0" timeOffset="132">13350 6682 1445 0,'0'-4'0'0,"0"2"0"0,0-2 0 0,0 2 0 0,0-1 0 0,-1 1 0 0,1 0 353 0,-2 0-160 0,2 2-81 0,0 0 287 15,3 0-175-15,13 0-100 0,1 0-46 0,5 6 114 16,-3 1-80-16,8 5-39 0,-9-3 7 0,10 4-161 15,-3-1 56-15,-2 1 29 0,-1-3-132 0,-5 0 81 16,0 1 48-16,-2-4-470 16,-2 1 250-16,0-2 43 0,-6-2 89 0,2-4-538 15,2 0 287-15,-2 0 157 0</inkml:trace>
  <inkml:trace contextRef="#ctx0" brushRef="#br0" timeOffset="133">13777 6434 1070 0,'-2'-2'0'0,"0"1"0"0,1 1 0 0,-3 0 0 0,0 10 0 0,-1 8 0 0,-1 7 574 16,0 6-271-16,-5 10-135 0,-2 0 379 0,-2 9-257 15,-3 5-120-15,-7 11 72 0,0-2-104 0,-3 1-53 16,0 3-26-16,0 0 33 0,1 1-34 0,-1-3 1 16,4-4-27-16,0-4-140 0,3-10 70 0,2-6 43 15,-3 5-399-15,6-16 214 0,3-7 106 0,4-3-588 16,3-8 324-16,2-3 119 0,2-3 97 0,2-6-241 15,0-1 165-15</inkml:trace>
  <inkml:trace contextRef="#ctx0" brushRef="#br0" timeOffset="134">14365 6859 1016 0,'-8'-16'0'0,"3"7"0"16,0-2 0-16,-1-2 0 0,-2-2 0 0,2 2 0 0,-3-3 0 0,2 3 0 0,-3 1 257 0,3 2-111 0,-2 0 33 0,0 3-73 0,-2 3-29 15,-1 2-7-15,-2 2 19 0,-2 0-28 0,-4 15-1 16,2 8-27-16,-3 6 55 0,-1 9-32 0,3 2 1 15,4 1-24-15,0-1 111 16,9-7-56-16,0 1-19 0,6-2-8 0,0-4 60 16,0-7-45-16,0-1-83 0,10-5 40 0,-2-5 8 15,4-1-9-15,2-7-112 0,1-2 56 0,2 0 28 16,1-13 1-16,0-11-124 0,3-10 56 0,-5-4 43 16,-1-1-5-16,0-8-99 0,-2-2 36 0,0-4 40 15,0-13-19-15,-1 5-116 0,-3-8 68 0,2-5 41 16,1-1-41-16,-3 5 45 15,-2 15 0-15,-3 5 110 0,-2 18-36 0,1 11-1 0,-3 9-44 16,0-2 376-16,0 11-173 0,0 0-92 16,0 3-25-16,-11 21 151 0,4 6-60 0,-4 7-63 15,1 7 26-15,3 6 167 0,2 6-117 0,1 11 129 16,4-10-114-16,0 4-70 0,0-2-30 0,0-4-9 16,5-3 138-16,4-6-193 0,1-6 0 0,3 0-350 15,-2-3 223-15,1-5 81 0,1-2 38 0,-2-6-262 16,1-3 135-16,-2-3 76 0,2-4-732 0,-3-8 379 15,4-3 189-15,-1 0 96 0</inkml:trace>
  <inkml:trace contextRef="#ctx0" brushRef="#br0" timeOffset="135">14551 6656 1377 0,'2'0'0'0,"0"2"0"0,0 1 0 0,0 1 0 0,0 1 0 0,1 3 0 0,1 2 306 0,1 1-136 16,3 0-61-16,0 2 307 0,-1 2-191 15,2 0-97-15,1 2-47 0,1-2-235 16,0-2 101-16,-1 2 40 0,1-2 22 0,0-1-278 16,3-1 152-16,-1 0 74 0,2-3-688 0</inkml:trace>
  <inkml:trace contextRef="#ctx0" brushRef="#br0" timeOffset="136">14985 6453 1176 0,'0'-8'0'0,"0"4"0"0,-1 1 0 0,-2 3 0 0,-6 0 0 0,0 11 0 0,-5 13 590 0,-2 14-279 0,-5 7-139 16,-9 17-69-16,-1 6 497 0,-2 5-288 0,-5 13-140 15,3 1 138-15,-3 2-139 0,0 7 7 0,4-11-178 16,-8 21 0-16,4-10 0 0,0 1 0 0,2-2-630 16,5-5 348-16,6-15 166 0,-1 0 70 0,2-9-980 15</inkml:trace>
  <inkml:trace contextRef="#ctx0" brushRef="#br0" timeOffset="137">13612 5800 475 0,'-4'-7'0'0,"-1"2"0"0,1 1 0 0,-2-2 0 0,2 2 0 0,-1 0 131 15,-1-1-48-15,1 1-26 0,1 3 9 0,0-2 130 16,0 2-82-16,0 1-40 0,1 0 88 15,-3 1-64-15,3 14-25 0,1 10 22 16,0 1-31-16,2 4 0 0,0 5-31 0,0 0 107 16,4 1-45-16,7 0-36 0,0-5 1 0,4-3 5 15,-1-1 0-15,2-3-33 0,-1-7 9 0,2-1 41 16,0-2-24-16,0-4-1 0,0-5-16 0,-2 0-8 16,2-5 8-16,-3 0-73 0,6 0 32 0,-6-5 1 15,5-13 31-15,-1-3-148 16,0-4 72-16,-3-5 31 0,-2-4 3 0,-4-1-132 15,-1-9 62-15,-6 4 40 0,-2 0-3 0,0-11 12 16,-2 6-8-16,-9 0 23 0,-4 5 43 0,1 9-23 16,0 6-19-16,-7-3 143 0,4 13-68 0,-4 4-36 15,2 3-10-15,-3 6 112 0,1 2-48 0,-1 0-36 16,2 2 6-16,4 9-191 0,-1 2 86 0,4 2 37 16,4-1 15-16,2 2-177 0,6 2 87 0,1 2 51 15,0 1-541-15,0 4 276 0,6 2 130 0</inkml:trace>
  <inkml:trace contextRef="#ctx0" brushRef="#br0" timeOffset="138">13370 6273 422 0,'-11'-6'0'0,"-1"2"0"0,3 2 0 0,-2-2 0 0,1 0 0 0,1 3 87 0,0-4-31 0,3 4 167 0,1-3-95 0,4 2-47 16,1-2-25-16,0-3 147 16,0-1-89-16,8-2-41 0,10-6 0 0,1 1-3 15,4-2-1-15,-1 0-28 0,3-1-8 0,-1 0 48 16,1 0-24-16,-1 1 0 0,-2 0 16 0,-1 4-32 16,4-4-8-16,-1 2 65 15,-2 0-33-15,1 2 0 0,2 1-33 0,-7 5 60 0,5 0-34 16,-2 5 1-16,-1 0-27 0,1 2 34 15,3 0-9-15,-5 2-16 0,5 9-8 0,-1 0 21 16,1 1-1-16,1-1-20 0,-3 2 29 0,-1-3 9 16,4 3-39-16,-3-2 61 0,-4-2-30 0,3 3-1 15,0-3-29-15,-1 0 80 0,0-1-44 0,-2-4-1 16,1 5-35-16,-2-3 24 0,-2-3 1 0,-1 0-18 16,0-2-7-16,-1-1-144 0,2 0 72 0,0 0 36 15,2-1-657-15,4-13 316 0,3-1 170 0,4 0-455 16</inkml:trace>
  <inkml:trace contextRef="#ctx0" brushRef="#br0" timeOffset="139">7174 7909 873 0,'-10'0'0'0,"4"3"0"0,0-3 0 0,3 3 0 0,1 2 0 0,0-4 0 0,0 2 0 0,2 0 325 0,0 2-138 0,0-1-81 16,0 2-36-16,6 1 176 0,1-2-107 0,6 1-53 16,-3-2 40-16,4 2-51 0,-2-1-22 0,1 1 46 15,0-1-33-15,-3 2 0 0,-1-2-25 0,1 1-74 16,-1 1 33-16,-3-1-1 0,-1 1 34 0,0 1-202 15,-4-2 110-15,1-1 41 0,0-1 26 0,-2 0-426 16,0-1 206-16,0 1 62 0,0 1-147 0,-2-4 136 16,-4 3 64-16,-1-1-314 0</inkml:trace>
  <inkml:trace contextRef="#ctx0" brushRef="#br0" timeOffset="140">7175 8163 812 0,'-3'6'0'0,"1"-1"0"0,1-5 0 0,-2 1 0 0,1-1 0 0,2 0 0 0,0 0 392 0,0 1-180 0,0 1-89 16,0 2-45-16,0 0 180 0,5 0-117 0,0 1-54 16,3 3-27-16,-2-1-158 15,2 4 65-15,0 1-415 0,-1 4 236 0,0-2 122 16,1 3 62-16,0 2-264 0</inkml:trace>
  <inkml:trace contextRef="#ctx0" brushRef="#br0" timeOffset="141">7226 8563 875 0,'-8'12'0'0,"3"-1"0"0,-1-4 0 0,1-1 0 0,1-4 138 0,2-2-45 16,0 0-34-16,2 0 488 0,0 0-258 0,0 0-127 15,0 0-65-15,2-4 196 0,9-9-135 0,2-2-62 16,1 0-31-16,-3 0-150 0,2 0 58 0,0 1 39 16,2 0-475-16,-2 0 248 0,0 3 124 0,1 4-551 15,-3 0 325-15,2-1 100 0,-4-2 69 0</inkml:trace>
  <inkml:trace contextRef="#ctx0" brushRef="#br0" timeOffset="142">7372 8120 1612 0,'0'-11'0'0,"-1"6"0"0,1-2 0 0,-3 4 0 0,2-1 0 0,1 0 0 0,0 1 0 0,0-1 0 15,7 2 584-15,10-4-275 0,6 1 142 0,2-1-213 0,0 3-103 16,3-1-50-16,-1 2-87 0,-1 0 35 0,-3 0 8 15,5 0-8-15,-8 2-103 0,1 0 51 0,-2 0 26 16,-6 0 9-16,0 0-342 0,-2 0 180 0,-5 0 89 16,-2 2 27-16,0 0-543 0,-3 0 237 0,-1 1-24 15,0 0 0-15,0 0 164 16,-1 1 82-16,-7 0-271 0,2-2 168 0</inkml:trace>
  <inkml:trace contextRef="#ctx0" brushRef="#br0" timeOffset="143">7464 7927 562 0,'-7'-3'0'0,"3"0"0"0,2 3 0 0,1 0 0 16,-1 0 438-16,2-1-203 0,0 1-101 15,0 0-43-15,0 0 66 0,2 1-63 0,8 7-30 16,-4 2-1-16,6 0 121 0,-3 3-67 0,2 2-46 16,0 1-78-16,-3 0 0 0,0 1 39 0,-5 0-158 15,2 0 87-15,-4 2 32 0,-1-2 0 0,0 2-113 16,-1 1 73-16,-13 1 39 0,4-3-29 0,-7 3-33 31,3-6 13-31,-4 6 23 0,2-6 44 0,-1 1-28 0,2-4-37 0,2 1 259 0,2-4-104 16,3-1-55-16,2 0-17 0,3-2 188 15,-1 0-82-15,4-3-59 0,0 1 1 0,0-1 22 16,10 0-33-16,3-2 1 0,3-1-25 0,3 0 8 16,6 0-16-16,-6 0 0 0,8 0-1 0,-8 0-23 15,5-1 7-15,-3-5-129 0,-2 0 73 0,0 2 36 16,-2 1-3-16,-6-1-309 0,0 2 145 15,-2-2 60-15,0 2 52 0,-4 2-327 0,-3 0 177 0,0 0 88 16,0 0 35-16,-2 0-209 0,0 0 131 0,0 0 65 16,-8 0 34-16,-4 0-107 0,3 0 62 15,-3 0 24-15,2 0 27 0,0 0 0 16,1 0 26-16,0 0 91 0,1 0-42 0,1 0-24 16,1 0 0-16,0 6 243 0,2 2-134 15,0 4-75-15,-3 2-25 0,2 4 353 0,-1 5-171 0,-2-1-41 16,-1 5-58-16,1-1 117 0,-3 2-88 0,-2-1-31 15,2-2-24-15,-3-4 0 0,4-2-26 0,-1-4 43 16,-1-2-9-16,1-2-33 0,5-5 0 16,0-2 82-16,2 0-41 0,3-4-12 15,1 0-9-15,0 0 49 0,1 0-34 0,13 0-1 16,2 0-1-16,5 0 8 0,2 0-41 0,4-2-2 16,-2 0 1-16,1 0 1 0,-1 0 0 0,-4 0-69 15,1-1 30-15,-3 2 0 0,-2 0 39 16,0 1-178-16,-8 0 85 0,2 0 28 0,-5 0 23 0,1 0-124 15,-5 0 65-15,0 0 16 0,0 0 22 0,-2 9 132 16,0 1-54-16,0-1 243 0,-2 4-142 16,-1-5-68-16,-1 5-37 0,0-3 104 0,3-2-65 0,-1 0-3 15,2-1-25-15,0-1-51 16,0-2-1-16,0 0 38 0,0-1-9 0,0-1-462 16,0-2 232-16,3 0 113 0,5 0 59 0,-1 0-824 15,5 0 413-15</inkml:trace>
  <inkml:trace contextRef="#ctx0" brushRef="#br0" timeOffset="144">7926 8154 1013 0,'-2'-9'0'0,"2"6"0"0,0-3 0 0,0 3 0 0,-1 2 0 0,0-2 0 0,-2 1 683 0,1 1-325 0,2 1-163 16,0 0 379-16,0 0-275 0,0 0-133 0,0 0 136 15,0 0-134-15,0 0-68 0,0 0 137 0,0 0-237 16,0 0 0-16,2 0 0 0,3 0 0 0,2 0 0 16,-4 0 0-16,1 0 0 15,0 0 0-15,-1 0 0 0,4 0 0 0,-5 0 0 16,2 0 0-16,4 0 0 0,-4-2 0 0,5 0 0 16,2 0 0-16,3 1 0 0,2-1 0 0,3 0 0 15,2-4 0-15,4 1 0 16,-3-2 0-16,4 2 0 0,-4-2 0 0,2 1 0 15,-3-2 0-15,0 3 0 0,-3-3 0 0,-5 4 0 16,-3 1 0-16,2-1 0 0,-8 2 0 0,-2 0-197 0,0 1 91 0,-1 1 48 16,-1 0 15-16,0 0-310 15,0-3 159-15,-3 3 81 0,-3 0 40 0,3 0-300 16,-2 0 162-16,5 8 93 0,0 2 43 0</inkml:trace>
  <inkml:trace contextRef="#ctx0" brushRef="#br0" timeOffset="145">8563 7924 1501 0,'-3'-6'0'0,"3"3"0"0,0 2 0 0,0-1 0 0,0-2 0 0,0 2 808 0,0 0-388 0,0 0-193 16,0 2-97-16,0 0 275 0,3 0-178 0,6 0-102 15,3 0-45-15,-3 0 92 0,1 10-172 0,-1-1 0 16,-1 4-450-16,-3 0 258 0,1 4 112 0,-1 2-808 15,0 5 460-15,-2-1 239 0</inkml:trace>
  <inkml:trace contextRef="#ctx0" brushRef="#br0" timeOffset="146">8590 8351 1443 0,'1'7'0'0,"3"3"0"16,2-3 0-16,-4-1 0 0,1 0 0 0,2 0 1026 0,-2-1-502 0,3-1-245 0,-3 0-123 15,5 1 194-15,-3-1-33 0,3 0-317 0,-6-2 0 0,2-1 0 16,-1 1 0-16,-1-2-594 0,4 2 329 0,1 0 158 16</inkml:trace>
  <inkml:trace contextRef="#ctx0" brushRef="#br0" timeOffset="147">9585 8026 485 0,'-4'0'0'0,"1"-4"0"15,-1 3 0-15,0-1 0 0,2 0 0 0,-1 0 0 0,0 2 89 0,-1-2-28 0,4 2 8 0,-1 0-36 0,1 0 44 16,-2 0-22-16,2 0 113 0,0 0-68 15,0 0-25-15,0 0-9 0,0 0 90 16,0 0-61-16,0 0-31 0,0 0-1 0,0 0 88 16,0 6-63-16,3 5-27 0,6 2-1 0,0 1 123 15,2 0-76-15,2 3-28 0,2 2 73 0,0-2-60 16,2 2-29-16,-2-1 6 0,2 2-1 0,-4-4-27 16,4 5-8-16,-4-4 31 0,0-1-31 0,1 2-1 15,-3-4 9-15,0 2-39 0,-1-5 31 16,-1 0-1-16,-4-3 1 0,1 0-30 15,-1-3 9-15,-3-1 21 0,1-3-54 0,0-1 21 16,-2 2 0-16,-1-2 10 0,0 0-2 0,0 0-21 16,0 0 33-16,0 0-24 0,0 0 20 0,0 0-6 15,0 0 8-15,0 0-244 0,-1 0 115 0,-5-2 48 16,4 1 31-16,0-2-553 0,1 2 269 0,1-1 145 16,0-4 69-16,0-1-472 0,1-2 270 15</inkml:trace>
  <inkml:trace contextRef="#ctx0" brushRef="#br0" timeOffset="148">10010 7867 1509 0,'0'-8'0'0,"0"6"0"0,0-1 0 0,0-1 0 0,0 0 0 0,0-2 0 0,-2 4 0 0,2 0 0 0,-2 1 0 0,2-1 356 0,0 2-154 0,0 0-88 16,0 0 37-16,0 0-60 0,-2 0-29 0,1 7 8 0,-3 7 8 15,2 1-45-15,-5 1 0 0,4 5 34 16,-3 5 0-16,-1 2-34 0,-2 1 8 0,-1 4 81 16,-3 5-44-16,1 1-23 0,-2 7 0 0,-4 2 77 15,0 8-41-15,-3 9-33 0,0-4 40 0,1 7-33 16,-3 4 1-16,2-1-7 0,1-9 7 0,-2 15-33 16,4-13 0-16,5-11 144 0,3-3-177 0,3-10 0 15,2-3 0-15,-1-3 0 0,4-6 0 0,1-5 0 16,-1-5 0-16,0-1 0 15,0-3 0-15,0-3 0 0,1-3 0 0,0 1 0 16,-2-3 0-16,0-3 0 0,1 0 0 0,0 1 0 16,1 0 0-16,-3 2-171 0,0-3 79 0,-1 3 43 15,-1 0 9-15,1-1-205 0,0-1 98 0,4 2 60 16,-3-4 9-16,4-1-426 0,-2-1 239 0,2 0 117 16,0 0 57-16,2 0-478 0,10-1 269 0,4-11-286 15</inkml:trace>
  <inkml:trace contextRef="#ctx0" brushRef="#br0" timeOffset="149">10132 8201 1781 0,'-10'-8'0'0,"2"7"0"0,6 1 0 0,2 0 0 0,0 0 0 0,0 0 0 0,0 0 0 0,0 0 0 0,0 0 163 0,0 0-64 0,11 0 219 16,3 0-143-16,3 0-63 0,2 0-43 0,3 0 152 16,-1 0-94-16,1 0-47 0,-3 0-24 0,2 0 44 15,-4 0-37-15,0 0-1 0,-4 0-9 0,-1 0 0 16,-1 0-20-16,-2 0-60 0,1 0 26 0,-1 0-1 16,-2-2 35-16,0 0-250 0,2-4 125 15,-4 2 71-15,1 2 5 0,-1 0-540 0,1-1 242 0,0 3 144 16,-1 0 51-16,-1 0-502 15,-2 11 298-15,-2 4 145 0</inkml:trace>
  <inkml:trace contextRef="#ctx0" brushRef="#br0" timeOffset="150">10256 8481 1372 0,'-13'6'0'0,"1"1"0"0,5-2 0 0,-1-1 0 0,0-3 0 0,5-1 0 0,1 0 0 0,0 0 664 0,2 0-307 0,0 0-166 0,7 0-79 15,9 0 251-15,3 0-165 0,1 0-83 16,1 0-33-16,0 0 41 0,1 0-45 0,0 0-23 16,1 0-47-16,-3 0 25 0,1 0 8 0,-2 0-172 15,-2 0 81-15,-4 0 42 0,-2 0 20 0,-2 0-333 16,0 0 184-16,-4 0 29 0,-1 0 61 0,-2 0-602 16,1 0 308-16,1 0 154 0,0 0 69 0</inkml:trace>
  <inkml:trace contextRef="#ctx0" brushRef="#br0" timeOffset="151">11073 7946 671 0,'0'-7'0'15,"-5"0"0"-15,0 4 0 0,-2-1 0 0,-1 3 0 0,-2-2 0 0,-2 3 0 0,-1 0 333 0,-1 0-150 0,-2 13-76 0,-1 6-36 16,-3 5 216-16,0 10-131 0,1 2 162 15,3 3-143-15,-2 2-71 0,4 6-35 0,2-9 222 16,3 13-134-16,3-6-61 0,6-10-32 0,0 5 54 16,0-4-42-16,6-4-14 0,7-2-8 0,2-1-22 15,0-6 1-15,4 2-174 0,0-2 86 0,-1-7 53 16,3 5 13-16,-1-6-417 0,-2-4 204 0,1 1 112 16,-1-3 10-16,1-3-577 0,2-3 317 0,-3-3 153 15,5 0 77-15,0-7-215 0</inkml:trace>
  <inkml:trace contextRef="#ctx0" brushRef="#br0" timeOffset="152">11293 7932 1425 0,'-4'-7'0'0,"4"6"0"0,0 1 0 0,0-3 0 0,7 2 0 0,6-1 0 0,4-1 530 0,3 3-253 0,9 0-122 15,3 0-61-15,4 0 165 0,0 0-104 0,1 0-66 16,-2 0-28-16,1 0 8 0,-4 5-36 0,0-4 0 16,-6 2-121-16,4 0 56 0,-9-1 33 0,-1 0-322 15,-2-2 177-15,-7 1 89 0,-1-1 52 0,-5 2-565 16,-1-2 230-16,-2 0 155 0,-2 5 63 0,0-2-360 16,-15 2 215-16</inkml:trace>
  <inkml:trace contextRef="#ctx0" brushRef="#br0" timeOffset="153">11362 7931 905 0,'-17'3'0'0,"4"2"0"16,4-1 0-16,-3 0 0 0,5 2 0 0,1 0 166 0,1 3-67 0,3 3 439 0,2 4-253 0,0 5-126 16,0 1-55-16,0 9 247 0,2 3-160 0,3 5-79 15,2 0-39-15,-1 3 28 16,-1-4-27-16,2 8-7 0,-2-12-34 0,-1 3-67 15,1-1 34-15,-1-4-1 0,-2-8-29 0,0 2 27 16,-2-4 0-16,0-6-100 0,0-5 67 0,0-1 35 16,0-3 16-16,-9-3-188 0,-2-4 86 0,-3 0 11 15,-1 0 32-15,-2-2-83 0,1-7 32 0,-7-8 24 16,2-2-1-16,-1-5-59 0,1-6 49 16,-5-6 25-16,8 10-60 0,0-1 46 0,3 10 1 0,2 3 61 15,2 6 1-15,1 1-25 0,1 5-7 16,0 2 249-16,2 0-121 0,0 9-60 15,1 6-31-15,3 4 246 0,-3-1-127 0,5 3-31 16,-1 0-42-16,-2 0 67 0,4-2-41 0,-3 3-9 16,3-3-260-16,0-3 118 0,0 0 57 0,0-5-215 15,0 0 127-15,0-3 49 0,3-2 35 0,4-1-595 16,4-5 295-16,5 0 149 0</inkml:trace>
  <inkml:trace contextRef="#ctx0" brushRef="#br0" timeOffset="154">11583 8368 1039 0,'8'-11'0'0,"0"1"0"0,-3-3 0 0,-1-3 0 0,-2-6 0 0,0 3 0 0,-2 1 87 16,0 1-27-16,0-4 58 0,0 4-42 0,-2 3-13 16,-2 0-9-16,-1 1 49 0,-2 2-34 0,2 1-1 15,-4 0-36-15,1 2 5 16,-3-1-4-16,0 3-1 0,0 4 1 0,-3-1 43 15,0 3-22-15,-4 0 8 0,0 16-29 0,1 0 53 16,2 7-26-16,0 4 99 0,2 1-64 0,1 4-22 16,5-1-9-16,3 4 25 0,2-5-27 0,2 0-1 15,0-4-29-15,2-3 75 0,5-1-42 0,5-1 0 16,1-4-32-16,0-4-71 0,2-3 36 0,0-1 8 16,-2-5-166-16,2-2 96 0,-1-2 49 0,-2 0-228 15,2-4 127-15,-3-12 44 0,-2-1 37 16,1-1-94-16,-1-7 55 0,-3 1-9 15,-3-2 26-15,1-3-44 0,-2 0 38 0,0 2 1 16,-1 6 29-16,-1 3-20 0,0 9 20 0,0-1-8 16,0 6 140-16,0 1-66 0,0 0-32 0,0 3 193 15,0 6-108-15,0 11-44 0,0 1-5 16,0 4 205-16,0-1-115 0,0-3-38 0,2 2-34 16,3-1 64-16,0 0-47 0,1-1-1 15,1-6-38-15,0 1-48 0,2-1 32 0,-2-3-9 16,4 0-282-16,1-6 153 0,-3 2 72 0,4-3-507 15,0 0 247-15,0-2 146 0,3 0 41 0,-2 0-183 16,2 0 137-16,0 0 67 0</inkml:trace>
  <inkml:trace contextRef="#ctx0" brushRef="#br0" timeOffset="155">11849 8331 531 0,'-2'-6'0'0,"-2"2"0"0,1 3 0 0,2-1 0 0,-1-1 216 16,2 2-92-16,0-1-45 0,0 0-24 0,2 0 421 15,6 0-214-15,5 0-119 0,0 0 288 0,2 2-200 16,-1 0-99-16,2 0-25 0,1 0-29 0,-2 0-8 16,2 0-38-16,-1 0-351 0,2 0 175 0,-2 0 89 15,0 2 51-15,0 0-596 0,0-2 300 0,-2 0 162 16,0 0-7-16,0 0-240 0</inkml:trace>
  <inkml:trace contextRef="#ctx0" brushRef="#br0" timeOffset="156">12279 7964 1415 0,'2'0'0'0,"1"0"0"0,-1 0 0 0,3 0 0 0,-1 0 0 0,3-2 0 0,3-3 0 0,3-1 501 0,5 1-235 0,6-2-116 0,0-1-59 0,4 1 114 15,2-2-79-15,2 2-50 0,0 1 71 16,-2 3-57-16,0-1-29 0,-3 1-72 15,4 0 17-15,-4 0 0 0,-6 2 27 0,-1-1-219 16,-1 1 110-16,-6 1 62 0,-1 0 19 0,-3 0-414 16,-6 0 167-16,-1 0 123 0,-2 0-5 0,0 7-440 15,-11 3 270-15,-4-3-76 0,-3 2 169 16</inkml:trace>
  <inkml:trace contextRef="#ctx0" brushRef="#br0" timeOffset="157">12401 7959 651 0,'-14'1'0'0,"5"-1"0"0,4 2 0 0,-4-2 0 0,6 0 0 0,-1 0 107 16,2 0-37-16,0 0 398 0,2 0-222 0,0 0-107 16,0 8-53-16,0 5 262 0,0 2-158 0,0 4-71 15,2 6-46-15,0 3 219 0,0 1-129 0,0 7-65 16,0 5-33-16,-2-5 86 0,0 11-64 0,0-4-81 16,0-2 0-16,0-5 27 0,0 2-1 0,0-4-40 15,0-3 16-15,0-9 0 16,-2 3 25-16,-2-3-128 0,0-8 64 0,3-4 41 15,-5-1-10-15,3-5-196 0,-5 0 101 0,-2-4 17 16,1 0 37-16,-2 0-130 0,-3-6 75 0,2-5-47 16,-2-4 55-16,0-7 28 0,2 1 0 0,3 3-18 15,-2 0 8-15,1 6 38 0,4 1-1 16,-1 4 94-16,1 1-47 0,1 4-31 0,-2 2 7 0,0 0 217 16,2 8-117-16,-1 7-41 0,-1 4-36 15,1 0 192-15,-2 3-101 0,1 4-19 16,3-7-40-16,-1 2 7 0,3-1-1 0,-1-3-128 15,3-2 50-15,0-2 30 0,0-3 0 0,0-3-503 16,5-4 250-16,6 0 92 0,3-3 75 0,2 0-556 16,3-9 303-16,-4-8 152 0</inkml:trace>
  <inkml:trace contextRef="#ctx0" brushRef="#br0" timeOffset="158">12406 8308 2318 0,'9'-13'0'0,"2"0"0"0,1-2 0 0,-3 2 0 0,3 1 0 0,1-1 0 0,4 4 0 0,0-1 0 0,2 4 0 0,-1 5 179 16,1 1-65-16,-1 0 127 0,5 7-105 0,-4 8-51 16,-2 6-26-16,0 2 12 0,-6-2-30 0,1 4-8 15,-5 2 0-15,-3 1-49 0,-4-2 24 0,0 0 1 16,-2-3 32-16,-14 3-107 16,0-3 50-16,-3-4-141 0,-5 0 89 0,0-6 49 0,-1-2-16 0,-5-2-330 15,2-3 155-15,5-2 93 16,-1-4 21-16,5 0-126 0,2 0 86 0,4-3 56 15,6-6 23-15,3-3-353 0,4-6 189 0,0-2 94 16</inkml:trace>
  <inkml:trace contextRef="#ctx0" brushRef="#br0" timeOffset="159">12775 8227 975 0,'3'-11'0'0,"-1"2"0"0,0-1 0 0,-2-3 0 0,0 4 0 0,-6 3 0 0,-7 0 375 15,-2 4-171-15,0 2-86 0,-2 0-42 0,-6 10 200 16,5 7-114-16,-1 5-68 0,2 3-31 0,6 2 71 16,0 1-51-16,4 2-25 0,6-7 133 0,1 9-83 15,0-3-37-15,0-5 45 0,10-1-42 0,1-4-20 16,2-1 8-16,4-2-95 0,2-1 34 0,-3-2-1 16,3-3 33-16,0-1-328 15,-2-4 160-15,0-3 84 0,0 0 33 0,-2-2-629 16,0 0 283-16,0 0 157 0,-2-2 92 0,1-4-248 15</inkml:trace>
  <inkml:trace contextRef="#ctx0" brushRef="#br0" timeOffset="160">12991 8021 1882 0,'-4'-10'0'0,"4"6"0"0,0-1 0 0,0-1 0 0,0 0 0 0,0 5 0 0,0-2 0 0,7 2 0 0,6 1 284 0,2 0-126 0,0 8-62 16,4 5 252-16,-4 5-149 0,6 7-88 0,-4 2 99 15,-2 1-89-15,-2 7-44 0,-2 1-22 0,-4-1 53 16,1 9-41-16,-6-3-1 0,-2 1-33 16,0-2-84-16,0 2 42 0,-11-7 29 0,-6 10-9 15,-2-9-150-15,-4 0 86 0,0-8-134 16,-7 2 105-16,5-5 18 0,-7-3 36 0,0-5-440 15,0-2 218-15,4-8 108 0,5-4 55 16,2-3-372-16,3 0 218 0,-1-18 103 0,12-8 54 0,-3-11-482 16</inkml:trace>
  <inkml:trace contextRef="#ctx0" brushRef="#br0" timeOffset="161">13134 7859 938 0,'5'-10'0'0,"1"-1"0"0,-1 0 0 0,0-2 0 0,-1 3 206 0,2 3-87 0,0 2-43 16,1-1-14-16,4 4 294 0,1 0-162 0,1 2-81 15,-1 0-40-15,4 4 118 0,-1 5-72 0,0 3-46 16,0-1-1-16,-2 2-61 0,0 2 22 0,1 0-56 16,-5 1 36-16,-2-1-8 0,-1-3 27 0,-2 4-63 15,-2-2 32-15,-2 1 0 16,0 2 40-16,-10 3-134 0,-3-2 60 0,-4 0-6 15,-1-1 28-15,0-3-109 0,0-3 58 0,3-1 9 16,2-3 22-16,3-3 44 0,1-1 0 0,3-3 119 16,3 2-71-16,1-2-32 0,0 0-1 0,2 0 70 15,0 0-47-15,2 0-9 0,9 0 2 0,6 0 109 16,1-2-64-16,3 0-10 0,0 1-23 0,1-1 6 16,1 0 8-16,-2 0-37 15,-1 2 0-15,1 0-36 0,-4 0 0 0,0 0-158 16,0 2 105-16,-3 0 41 0,0 1 23 0,-1-1-502 15,-4 0 245-15,1 0 102 0,-3-2 30 0,-1 4-217 16,-1-3 150-16,-1 3 76 0</inkml:trace>
  <inkml:trace contextRef="#ctx0" brushRef="#br0" timeOffset="162">13614 8586 1682 0,'0'0'0'0,"0"2"0"16,2 2 0-16,-1-3 0 0,1-1 0 0,-2 2 0 0,0-2 592 0,0 0-279 0,0 0-132 0,2 0-78 0,-2 0-126 0,0 0 28 0,0 0 0 15,0 0 28-15</inkml:trace>
  <inkml:trace contextRef="#ctx0" brushRef="#br0" timeOffset="163">14339 8165 566 0,'-6'0'0'0,"4"0"0"0,-2 0 0 0,1 0 0 0,-1 0 0 0,2-2 0 0,-1 2 0 0,-1-2 54 0,2 2 0 0,-1-2-21 0,-2 2 80 15,1-2-40-15,-1 2 9 16,1-1-49-16,1-1 74 0,-1 0-37 0,0 0 0 0,0 0-37 0,0-1 77 16,2 0-43-16,-1-3 1 15,3-1 12-15,-2 0-24 0,2 0 1 0,0-1 18 16,0-2-8-16,0 1-34 0,0 2 0 0,0 0 28 15,0-3 0-15,0 3-20 0,0-1-8 0,0 1 45 16,2-3-23-16,5 2 0 0,3 1-22 0,1-3 32 16,3 1-9-16,-2 0-23 0,3 1 22 0,2 1-22 15,1 3 0-15,0-2 8 0,-1 4 32 16,1 0-40-16,1 2-1 0,6 0 40 16,-7 6 7-16,5 5-46 0,-2 7 0 0,1 0 68 15,-3 1-33-15,0 2-1 0,-4-3-26 0,2 8-29 16,-4-3 20-16,-2 3 1 0,-3 3-32 0,-3-1 31 15,-3 2 9-15,-2 0-8 0,0 2-10 0,-11-2 10 16,-4-2-1-16,-6-2-16 0,-3-1 23 0,-2-5-6 16,-6-2-25-16,0-3-55 0,-2-2 29 0,1-6 0 15,0-2 37-15,4-2-229 0,6-3 102 16,-2 0 57-16,6 0 11 0,4-3-281 16,6-2 119-16,1-2-201 0,6-3 185 0,2 1 93 15,0-3 46-15,9 3-359 0,9 1 195 0,3 0 108 16,3 0 52-16,5 0-160 0</inkml:trace>
  <inkml:trace contextRef="#ctx0" brushRef="#br0" timeOffset="164">14779 8038 1130 0,'1'-21'0'0,"-1"6"0"0,0 2 0 0,0 1 0 0,-9 3 0 0,1 3 0 0,-1 1 0 0,-2 1 190 0,1 2-79 0,-3 2-39 0,2 0 131 15,-1 8-76-15,0 5-52 0,0 8-21 0,1 3 77 16,0 4-50-16,3 3-23 0,2 0 7 0,3 4 27 16,1-1-29-16,2 2 0 15,0-2 124-15,0-3-77 0,3-4-30 0,11 3 43 0,-1-6-45 16,4-3-23-16,1-2 0 0,3-2-115 16,-1-4 55-16,3-2 15 0,0-1-1 0,-2-5-299 15,-1-2 161-15,3-3 89 0,-2 0 19 0,-1 0-282 16,-1-3 111-16,0-8 92 0,-1 0-551 0,3 0 302 15</inkml:trace>
  <inkml:trace contextRef="#ctx0" brushRef="#br0" timeOffset="165">15184 7824 1293 0,'0'-12'0'0,"0"10"0"0,0 0 0 0,0 2 0 0,0 0 0 0,0 0 0 0,0 0 0 0,0 4 423 0,0 8-195 0,0 2-98 16,0 7 60-16,0 2-71 0,0 7-47 0,0 0 80 16,-2 3-60-16,-5 1-29 0,-3 0-1 0,-1 2-42 15,-2 0-8-15,0-1 21 0,-2-1 0 0,-2-2-117 16,0-2 59-16,-2-2 37 16,2-6-9-16,2-4-271 0,0-3 147 0,6-7 27 15,0-2-169-15,3-3 79 0,2-3 84 0,3 0-356 16,1-8 211-16,1-6 107 0,10-8 52 0,4 3-306 15</inkml:trace>
  <inkml:trace contextRef="#ctx0" brushRef="#br0" timeOffset="166">15143 8122 1244 0,'6'-7'0'0,"-1"1"0"0,0 4 0 0,-1-1 0 0,-2 0 0 0,3 3 0 0,0 0 0 0,-1 0 0 0,1 0 531 16,2 0-254-16,3 0-122 0,0 0-61 0,0 6 306 15,2 2-184-15,-3-1-83 0,2 3-55 0,-1 1-24 16,-1 2-1-16,1 2-20 0,-5 0-418 0,3-1 218 15,-2 0 95-15,-1-1-261 0,1-4 182 0,-3 1 92 16,3-2 55-16,0-3-51 0,3-5 36 0</inkml:trace>
  <inkml:trace contextRef="#ctx0" brushRef="#br0" timeOffset="167">15505 7867 1081 0,'4'-10'0'0,"-2"5"0"0,0-1 0 0,0 2 0 0,0 0 0 0,0 2 0 0,-1 1 0 0,1 1 495 0,4 0-231 0,-3 0-116 16,4 0 261-16,-2 14-192 0,-1 2-92 0,-2 8 170 16,-1 5-130-16,-1 2-67 0,0 3-24 0,-7 7 43 15,-5-1-42-15,-2 0-21 0,-5 2 0 0,-1 4-14 16,-3-3 1-16,-4 4-8 16,1-4-1-16,-2-2-157 0,-2-1 79 0,3-7 40 15,5-8-322-15,1-1 175 0,6-11 44 16,0 1-508-16,6-9 290 15,1-1 147-15,2-2 65 0,6-2-205 0,0 0 144 0,0-4 71 0</inkml:trace>
  <inkml:trace contextRef="#ctx0" brushRef="#br0" timeOffset="168">15446 8251 1034 0,'5'-5'0'0,"1"1"0"0,-3-2 0 0,1 3 0 0,-2 1 0 0,1 0 0 0,1 2 0 0,4 0 558 16,-2 0-262-16,5 0-132 0,-1 4 387 0,1 5-264 15,1 3-127-15,2 3 226 0,1 1-177 0,0 3-88 16,-2-2-36-16,6 5 159 0,-1-2-244 0,1-2 0 16,2 1 0-16,-4-4 0 0,5 4 0 0,-5-6 0 15,2 2 0-15,-2-2 0 16,-2-1 0-16,-1-5 0 0,-3 0-359 0,-2-4 215 16,1 3 31-16,-5-3-522 0,1-1 299 0,-3-2 143 15,-1 0 85-15,2 2-637 0,-3 0 355 0</inkml:trace>
  <inkml:trace contextRef="#ctx0" brushRef="#br0" timeOffset="169">16290 8076 776 0,'0'0'0'0,"0"0"0"0,0 0 0 0,0 0 0 0,0 0 0 0,0 0 0 0,0 0 112 0,0-5-32 16,0 0-7-16,0-1-2 0,2-1 0 0,0-1-38 15,-2-1-1-15,0-1 57 0,0 1-33 0,0-2 0 16,0-2-23-16,0 1-8 0,-2-1 7 0,-1-1 9 15,-3 2-32-15,-2-1 24 0,1-1-1 0,-2 1-39 16,-1 3 40-16,-1-2 8 0,0 3-8 0,-3 1 11 16,3 4-15-16,-2 2 2 15,0 1-10-15,0 1 42 0,-3 0-38 0,2 1 4 16,-4 11 0-16,4 2 26 0,-5 4 3 0,6-1-18 16,-6 4 16-16,4 0 0 0,0 2-23 0,2-2 16 15,-1 1-16-15,5-1 8 0,-2 0-8 0,1 5 22 16,7-7 1-16,-1 3-24 0,4-1 9 15,0 1-25-15,0 0 17 0,0-2 0 0,7 4-1 0,3 1-35 16,1-7 9-16,5 7 26 0,-2-5-34 0,1-5 0 16,2 2 24-16,2-6-66 15,1 0 34-15,0-4-4 0,-1-5 22 0,1-2-117 16,-1 0 52-16,-1-2 33 0,1-10 4 0,0-9-131 16,-2-1 63-16,-2-4 38 0,0-3 6 0,-3 0-36 15,-1 0 10-15,-2-1 2 0,-2 2 29 0,1 0 6 16,-4 9 0-16,-2-2 117 0,0 10-68 0,-2 0-20 15,0 4 0-15,0 1 242 0,0 5-116 0,0-2-67 16,0 3-13-16,-6 0 219 0,1 10-117 0,-2 6-41 16,4 2-35-16,-1 7 29 0,2-4-24 15,2 5 57-15,0-5-48 0,0 3-25 16,0-1 0-16,2 0-40 0,7-5 24 0,3 1-8 16,-3-2 0-16,2-4-185 0,1-1 92 0,-1-4 47 15,-1 1 31-15,1-4-426 0,-2-3 206 0,1-2 72 16,1 0 61-16,-2 0-407 0,3-2 214 0,-1-6 118 15,1-6 56-15,2-5-149 0,1-2 102 0,2-3 51 16</inkml:trace>
  <inkml:trace contextRef="#ctx0" brushRef="#br0" timeOffset="170">16609 7769 1482 0,'-1'-4'0'16,"-3"2"0"-16,2 0 0 0,-2 2 0 0,3 0 0 0,-3-2 0 0,4 2 0 0,0 0 0 0,0 0 532 0,0 0-242 0,5 0 171 0,6 0-214 0,5 0-107 16,-2 0-54-16,6 0 50 15,1 0-55-15,-3 0-24 0,1 0-1 0,1-2-13 16,-3 1-10-16,1-1 8 0,-4 1-8 0,-3-1-213 16,1-1 106-16,-3 1 54 0,-2 1 26 0,0 1-444 15,-4 0 230-15,-1 0 48 0,0 0-513 0,0 0 320 16,-2 0 160-16,0 0-109 0,0 1 138 0,-4 4 66 15,-1-2 32-15,-2-1-255 0,0-2 144 0,2 1 64 16</inkml:trace>
  <inkml:trace contextRef="#ctx0" brushRef="#br0" timeOffset="171">16784 7763 539 0,'-5'0'0'0,"-1"0"0"0,0 0 0 0,2 0 0 0,1 0 0 0,-1 0 185 16,2 0-76-16,-1 0 99 0,1 0-92 0,-2 0-42 16,1 4-20-16,-2 6 216 0,0 1-119 0,-1 4-50 15,-1 2-39-15,-2 1 78 0,-1 5-53 0,-1-2-27 16,-3-1-1-16,5-2-128 0,-4 1 46 0,1-4-19 15,0-1-7-15,-1-2 41 0,1-3 0 0,3-3 84 16,0 0-47-16,-1-5 2 16,4 1 0-16,1-2 67 0,3 0-37 0,0 0-39 0,0 0-39 15,2 0 342-15,0 0-146 0,0 0-73 16,8 0-37-16,4 0 61 0,4 0-53 0,0 0-13 16,2 0 0-16,1-2-31 0,1 2 0 0,-1 0-230 15,2 0 111-15,-5 0 59 0,2 0 30 0,-2 0-234 16,-2 2 102-16,-2 0 81 0,-1-1-34 0,1 1-605 15,-5-2 327-15,3 0 164 0,-2 0 81 16,-3-2-385-16</inkml:trace>
  <inkml:trace contextRef="#ctx0" brushRef="#br0" timeOffset="172">16850 7869 514 0,'-2'-6'0'0,"0"4"0"0,1 0 0 0,-1 0 0 0,2 2 0 0,0 0 0 0,0 0 446 15,0 4-207-15,2 4-103 0,3 3 298 0,0-2-201 16,-1 3-92-16,4 1 86 0,-2 0-97 0,-3 0-49 15,1 0-24-15,0-2-282 16,-2 0 137-16,-1 0 56 0,-1 4 32 0,0-5-256 0,0 1 144 0,0 0 72 16,-1 1 45-16</inkml:trace>
  <inkml:trace contextRef="#ctx0" brushRef="#br0" timeOffset="173">16630 8182 1111 0,'-14'2'0'0,"2"2"0"0,1 0 0 0,1-3 0 0,6 1 0 0,2-2 0 0,1 0 526 15,1 0-246-15,0 0-124 0,12 0-53 16,2 0 242-16,5 0-156 0,1-2-79 16,7-1-38-16,-6-3-1 0,2 3 8 0,-3-3-46 0,1 2-327 15,-2 0 163-15,-5 2 82 0,2 0 41 16,-5 2-239-16,-2 0 136 0,-2 0 72 0,-2 0-581 16,-2 0 248-16,-1 0 170 0,-2 0 77 15,0 0 50-15,0 0-266 0</inkml:trace>
  <inkml:trace contextRef="#ctx0" brushRef="#br0" timeOffset="174">16742 8071 789 0,'-10'-1'0'0,"2"-1"0"0,1 2 0 0,2 0 0 0,-4 9 0 0,6 6 0 0,1 2 184 0,-2 6-76 0,4 2 215 16,0 2-145-16,0 1-64 0,0 4-45 0,0-2 112 16,0 0-73-16,0 0-38 0,2-10 0 0,3 3-56 15,4-4 19-15,-4-4 0 0,2-5-33 0,1-1-1 0,4-7 42 16,-1-2-204-16,1 0 97 0,2-10 50 15,0-10 24-15,2-3-347 0,-1-5 151 16,0-2 95-16,0-4 1 0,-2 1-291 0,2-5 175 16,0-3 88-16,-2 9 35 0,1 0-123 0,0 0 88 15,-1 4 44-15,-1 3 21 0,-3 8 45 0,0 1-9 16,-1 4-5-16,-4 5 245 0,-1 3-127 16,-1 2-63-16,0 0 402 0,0 2-221 0,-2 2-115 15,0 11-1-15,0 1 451 0,0 0-256 0,0 3-130 0,0-1-56 16,-2 0 66-16,2 0-70 0,0-2-34 0,0-1-161 15,0-3 63-15,0 1 40 0,2-4-8 0,1-1-517 16,3-2 275-16,2 0 137 16,1-4 68-16,-5 0-697 0</inkml:trace>
  <inkml:trace contextRef="#ctx0" brushRef="#br0" timeOffset="175">17161 7707 651 0,'2'-11'0'0,"0"3"0"0,0 2 0 16,-1 3 0-16,-1 1 0 0,0 2 564 0,0 0-266 0,0 0-132 0,0 9-67 16,0 8 456-16,0 5-252 0,0 6-140 15,0 1-65-15,0 5 172 0,3 9-119 0,3-1-59 16,-1-4 198-16,2 9-133 0,1-3 81 0,0 2-238 16,-1-2 0-16,1-1 0 0,-3-3 0 0,0 7 0 0,-2-4 0 15,-1-2 0-15,-2-7 0 0,0 4 0 16,0-5 0-16,-6-1 0 0,-5-4-196 0,-4-3 179 15,0-4-27-15,0-6 30 0,0-3-342 0,-2-2 170 16,0-2 45-16,6-6-324 0,-1-1 216 0,3-1 100 16,0-1-611-16,9-12 363 0</inkml:trace>
  <inkml:trace contextRef="#ctx0" brushRef="#br0" timeOffset="176">17770 7825 988 0,'-7'-5'0'0,"-2"1"0"0,6 2 0 0,-1-2 0 0,-1 1 0 0,-1 0 376 16,3 2-171-16,-3-1-86 0,0 2-44 0,0 0 126 15,-1 0-75-15,0 13-52 0,-3 2-20 16,-1 8 188-16,0 2-105 0,-1 0 134 0,3 4-111 0,0 2-68 16,0 2-30-16,2 0 196 15,4 2-114-15,1-1-55 0,2 1-20 0,0-4 88 16,2 1 39-16,7-2-196 0,4-1 0 0,4-6 0 16,0-4 0-16,4 5 0 0,3-7 0 0,0-5 0 15,1-3 0-15,0-1 0 0,-3-2 0 0,7-4 0 16,-2-2 0-16,-2 0 0 0,-1 0 0 0,-1-8 0 15,-5-5 0-15,5-3 0 0,-6-6-224 0,0-1 184 16,0-2-2-16,-4-3-32 0,-1-1 9 0,-1 0 4 16,-4-2 14-16,-2 0-34 15,-1-2 15-15,-2 1-33 0,-2-1 25 0,0-2 8 16,0 0 33-16,-6-1-54 0,-3 3 27 0,-2 0-8 16,-2 2 35-16,-2 5-21 15,1 8-1-15,-2 0 22 0,-3 5 1 0,-4 5 130 0,1 5-62 0,-4 0-34 16,3 3 0-16,-2 0 77 0,2 10-42 15,5 2-15-15,-6 4 161 0,7-2-69 0,2 0-55 16,0 1-73-16,0 2 23 0,2-2 47 0,1 0-30 16,3 0-275-16,-2-1 130 0,3 1 62 15,1-2 33-15,3-2-544 0,-2 3 271 0,5-2 132 16,1 1 66-16</inkml:trace>
  <inkml:trace contextRef="#ctx0" brushRef="#br0" timeOffset="177">19971 7318 731 0,'-4'-1'0'0,"2"-2"0"0,1 2 0 0,-3-1 0 0,2-1 0 0,2 3 0 0,-2 0 0 0,2 0 239 0,-2 0-108 0,2 0-49 15,0 0-24-15,0 0 65 0,0 0-44 0,0 5-16 16,2 6 120-16,2 0-75 15,1 6-37-15,1 6-1 0,-2 4 110 0,0 2-66 16,0 5-45-16,-2 9 135 0,-1 2-86 0,1 2-43 16,-2 2-21-16,0-1 61 0,0 1-46 0,0 0 1 15,0-4-14-15,0-2-41 0,0-6 17 0,0 0 9 16,2-4-10-16,0-2-7 0,0-9 9 0,-1-1-35 16,1-2 1-16,0-6 42 0,0 0-9 0,-2-5-51 15,3-5 26-15,-3-1-18 0,0 0 40 0,0-2-80 16,0 0 33-16,0 0 8 0,-3-2-64 15,-4-7 37-15,-2-5 23 0,-1 0-10 16,0-3-52-16,-2-6 29 0,1-1 22 0,-1-1-193 16,1 1 99-16,-3 3 28 0,1-5 36 0,0 7-69 15,0 2 45-15,-2 2 23 0,0 4 1 0,0 5 65 16,-2 5-16-16,1 1-1 0,-2 0 137 0,-3 7-81 16,3 7-41-16,3 2-9 0,-4 6 96 0,2 3-38 15,4-1-37-15,1 1 293 0,5 1-149 0,2-5-33 16,3 3-54-16,2-1 112 0,0-2-78 0,0 1-39 15,4-3 0-15,6-3 23 16,6-1-35-16,0-3 0 0,4 0-28 0,-2-5-72 16,3-2 36-16,2-3 9 0,-2-2-190 0,-1 0 108 15,0-2 56-15,3-7-184 0,-6-1 111 0,2-2 21 16,-1 0 39-16,-1-1-477 0,-2 0 239 0,0 2 120 16,0-1 59-16,-1 1-438 0,-2 1 253 0,2 1 122 15</inkml:trace>
  <inkml:trace contextRef="#ctx0" brushRef="#br0" timeOffset="178">20146 7761 951 0,'0'0'0'0,"0"0"0"0,0 0 0 0,0 0 0 0,0 4 325 16,0 2-137-16,0 1-82 0,0 1-37 0,5 3 530 15,5 0-283-15,3-1-142 0,1 1-62 0,0 0 250 16,4 1-165-16,-4-3-82 0,4 1 15 0,-2-4-48 15,-1 2-16-15,-2 0-9 16,-2 0-141-16,-3-3 59 0,0 3 28 0,-1-2-416 16,-3 1 230-16,-1 2 104 0,-1-2 56 0,1 1-360 15,0 0 118-15,1-1 123 0,2-3 3 0,3 0-549 16</inkml:trace>
  <inkml:trace contextRef="#ctx0" brushRef="#br0" timeOffset="179">20561 7541 1591 0,'0'-14'0'0,"0"7"0"0,0 2 0 0,0 2 0 0,0-1 0 0,-1 2 0 0,-1 0 0 0,-1 0 600 0,1 2-276 0,0 0-149 16,1 0-72-16,-3 0 208 0,-2 4-140 0,3 4-69 16,-3 2-26-16,0 2 38 0,-1 1-41 0,1 5 0 15,-3 4 70-15,-1 4 96 0,-1 2-239 0,0 4 0 16,-4 10 0-16,0-3 0 0,0 6 0 0,-2 4 0 15,-4 3 0-15,-2 12 0 16,2-6 0-16,-4 6 0 0,0 0 0 0,3 2 0 16,2-8 0-16,-5 12 0 0,4-12 0 0,5-8 0 15,-2 3 0-15,6-9 0 0,-4 4 0 0,5-12 0 16,1 0 0-16,1-3 0 0,2-3 0 0,1-7 0 16,3-1 0-16,-2-3 0 0,1-4 0 0,2-2 0 15,1-3 0-15,1-4 0 0,-2-3 0 0,2-2 0 16,0 2 0-16,-2-3 0 15,-2 0 0-15,1 0 0 0,-1 0 0 0,0 0 0 0,3 0-382 16,-4 0 183-16,5 0 80 0,0 0-735 16,0 0 415-16,0 0 203 0</inkml:trace>
  <inkml:trace contextRef="#ctx0" brushRef="#br0" timeOffset="180">20783 7807 549 0,'0'0'0'0,"-2"0"0"0,2 0 0 0,0 0 0 0,-2 0 0 0,2 1 0 0,-2-1 471 16,2 0-219-16,0 2-109 0,0 0 307 0,2 2-213 16,9-4-102-16,3 0 273 0,0 0-187 0,4 0-95 15,0 0-38-15,1 0 90 0,-1-2-73 0,0 0-36 16,-2-2 0-16,1 0 141 0,-6 3-81 0,3-1-52 16,-3 2 101-16,-2 0-178 0,-1 0 0 0,-1 0 0 15,-1 0 0-15,-1 0 0 16,-1 0 0-16,1 0-377 15,0 0 228-15,-3 0 90 0,2 0 28 0,-1 0-315 0,1 0 120 0,-2 0 102 16,-1 0 4-16,1 0-474 0,0 0 272 0,0 0 149 16,-2 0 71-16,0 6-448 0</inkml:trace>
  <inkml:trace contextRef="#ctx0" brushRef="#br0" timeOffset="181">20848 8001 1400 0,'-12'8'0'0,"2"4"0"0,1-1 0 0,-1-4 0 0,0 1 0 0,5-2 0 0,-1-1 0 16,5 0 720-16,1-2-343 0,0 1-164 0,0 2-95 0,7-1 430 16,8-1-258-16,2-1-128 0,2 1-65 0,1-2 73 15,1 0-170-15,2-1 0 0,-2-1 0 0,1 2 0 16,-3-2 0-16,-3 0 0 0,1 0 0 0,-4 0 0 16,-3 0 0-16,-1 0-206 0,-1 0 136 0,-5 0 59 15,-1 0 19-15,0 0-474 0,1 0 183 0,-3 2 128 16,0 1 47-16,0 0-518 15,0 5 301-15,-3 3 146 0</inkml:trace>
  <inkml:trace contextRef="#ctx0" brushRef="#br0" timeOffset="182">21387 7781 947 0,'-2'-6'0'0,"0"-2"0"0,1 0 0 0,1 2 0 0,0-4 0 0,0-1 0 0,0-1 109 0,1-4-30 0,9 3-15 15,1-1 1-15,0-3-32 0,3-2-1 0,1-3 27 16,-2 5 8-16,0 3-34 0,1-2 0 0,-5 4 32 15,-2 5 1-15,2 1-34 0,-1 0 13 16,0 5 10-16,-1-1-22 0,0 2-32 16,3 0 32-16,1 0 0 0,3 5 8 0,-1 3 26 15,1 1-35-15,2 1 1 0,-4 3 0 0,4 0-36 16,-3 0 44-16,-1 2-9 0,-3 2 1 0,-2-2-51 16,-3 4 18-16,-1 5 1 0,-3 3-3 0,0 1-6 15,-9 10 24-15,-10-3-27 0,-1 3-3 0,-5 3 33 16,1-7-6-16,-8 7-34 0,4-5-7 0,6-10 40 15,-3-1-7-15,2-3-19 0,6-8 21 16,-1 2 2-16,0-3-5 0,2-4 44 0,4-5-43 16,3 2 2-16,2-4 127 0,3 0-61 15,1-2-29-15,1 0 1 0,2 0 99 0,0 0-58 16,0 0-9-16,0 0-57 0,0 0 13 0,5 1-1 16,8-1 1-16,4 0 49 0,1 0-9 0,3 0-40 15,6 0 0-15,-2 0 25 0,0 0-1 0,3 0-16 16,-1-1-39-16,-1-3-74 0,-1 2 53 0,-2 0 26 15,-2 0-550-15,2 1 270 0,0 1 110 16,0 0-586-16,0 0 358 0</inkml:trace>
  <inkml:trace contextRef="#ctx0" brushRef="#br0" timeOffset="183">22268 7427 690 0,'-5'0'0'0,"-1"0"0"0,1 0 0 0,-3-2 0 0,2 1 0 0,-1 1 0 0,-2 0 0 0,1 0 100 0,0 0-33 0,1 0 7 0,-2 0 84 16,1 1-62-16,-1 6-32 0,0 5 0 0,-3 1 55 15,1 4-35-15,-3 5-29 0,3 6 92 0,-2 1-57 16,0 3-29-16,-2 9 1 0,5-7 29 16,-3 13-32-16,4-8-1 0,4 3 64 15,0-8-44-15,3 3-23 0,2-3 8 0,0-3 17 16,2-4-24-16,12-3 0 0,2-1-23 0,3-2-84 16,1-7 50-16,3 6 13 0,0-5-240 0,-2-2 127 15,-3-2 67-15,1 1 8 0,-1-3-376 16,-4-2 174-16,2-1 105 0,-4-3-152 0,1-3 122 0,3 0 59 15,-2 0 23-15</inkml:trace>
  <inkml:trace contextRef="#ctx0" brushRef="#br0" timeOffset="184">22449 7456 993 0,'0'-2'0'0,"0"0"0"0,0 2 0 0,2 0 0 0,5 0 0 0,5 0 0 0,2 0 0 0,5 0 0 0,1 0 405 0,7 0-190 0,3 0-91 16,2 0-45-16,2 0 115 0,-1-2-81 0,2 2-31 16,-3-2-58-16,0 2 9 0,-2-2 0 0,-3 0-54 15,0 2 27-15,-5-1 8 0,3-2 19 0,-4-1-197 16,-3 0 98-16,-2 1 49 0,-5 1 16 0,-2-1-295 15,-4-1 103-15,2 2 90 16,-6 0-132-16,-1 0-26 0,0 0 114 0,0 0 49 0</inkml:trace>
  <inkml:trace contextRef="#ctx0" brushRef="#br0" timeOffset="185">22565 7446 622 0,'-5'0'0'0,"2"2"0"0,1 0 0 0,-1 2 0 0,1-1 179 16,0 5-77-16,0 5-35 0,2 2 284 0,0 4-160 15,0 3-79-15,0 1-31 0,0 5 130 0,2 2-90 16,2 0-43-16,-1 0-1 0,4-1-22 0,-4 3 8 16,1-1-30-16,0-1-44 0,-1 0 23 0,-1 0-1 15,0-2 22-15,0-5-29 0,-2 5-8 0,0-7 37 16,0 2-76-16,0-2 38 0,0-3 10 0,0-4 8 15,-4-2-67-15,-1 0 34 0,-1-5-2 0,1-3 46 16,-2-2-24-16,0-1 6 0,-2-1-7 16,0 0 37-16,-3-3-29 0,3-8-1 15,-2-4 7-15,-1-5-58 0,-1-1 29 0,1-3-1 16,2 1-150-16,0 8 82 0,-1 0 34 0,2 3-20 16,-2 1 22-16,1 7 1 0,0 0 5 0,1 3 153 15,-1 1-76-15,1 0-25 0,0 7-16 0,0 3 140 16,1 6-70-16,-1 1-36 0,1 0-8 0,0-1 84 15,3 4-46-15,-1-2-23 0,1-3-3 16,-1 2-11-16,3-5 43 0,-2 2-285 16,1-2 119-16,3-3 53 0,-1-2 32 0,2-2-418 15,0 2 186-15,0-5 93 0,0 0 62 0,3-2-347 16</inkml:trace>
  <inkml:trace contextRef="#ctx0" brushRef="#br0" timeOffset="186">22909 7869 901 0,'0'-2'0'0,"2"-2"0"0,-2-2 0 0,2-1 0 0,-2-5 0 0,0 3 0 0,0 0 0 0,0-3 0 0,0-1 154 0,0 0-61 0,0 2-31 16,0-3-6-16,0 2-1 0,0-1-14 0,0-2-38 15,-2 0-1-15,-2-1 31 0,-3 1 0 16,-1 4-64-16,0 5 40 0,-4-1-8 0,0 5 31 16,-3 2-19-16,-4 2 20 0,1 13-28 15,-1 5 29-15,1 5 85 0,0 3-46 0,3 4-8 16,4 0 106-16,0 0-69 0,4 2-26 0,4-4 17 16,3 0-30-16,0-2 0 0,0-1-31 0,2-9 12 15,9 3-3-15,0-2-8 0,0-4 0 0,3-4-116 16,-3-1 58-16,3-7 37 0,-3-1-8 0,1-2-178 15,0 0 100-15,-1-3 24 0,1-13-188 16,-1-2 95-16,0-5 67 0,-1-1-3 16,-1-1-38-16,-4 6 36 0,3-3 24 0,-3 1-23 15,0 2 47-15,-3 7 0 0,-1 4 1 0,1 2 114 16,0 2-58 0,-2 2-36-16,0 1 8 0,0 1 205 0,0 0-112 0,0 11-31 0,0 2 164 0,0 4-88 15,0-2-33-15,0 2 48 0,0 0-58 0,4 1-29 16,1-1 0-16,2-2-54 0,3-2-9 0,0 0 34 15,-1-2 0-15,3-1-240 16,-2 0 119-16,-2-5 69 0,4 3 13 0,-3-4-526 16,-2-3 229-16,3-1 140 0,-1 0-347 0</inkml:trace>
  <inkml:trace contextRef="#ctx0" brushRef="#br0" timeOffset="187">23063 7846 849 0,'0'0'0'16,"0"0"0"-16,2 0 0 0,0 0 0 0,3 0 264 0,2 0-119 0,5 0-56 0,1-2-29 0,3-2 421 16,-2 2-224-16,3 0-104 15,2 1-64-15,-2-1-83 0,1 0 27 0,3 2 0 16,-2 0-525-16,1 0 271 0,-1 0 123 0</inkml:trace>
  <inkml:trace contextRef="#ctx0" brushRef="#br0" timeOffset="188">23568 7444 1687 0,'0'-9'0'15,"3"3"0"-15,16 1 0 0,1-5 0 0,0 3 0 0,1-1 0 0,2 0 248 0,-2 3-112 0,6 1-51 0,-3 0 138 0,-3 3-95 0,1-1-47 16,1 2-16-16,-4 0-107 0,-1 0 37 0,0 0 0 15,-5 6 38-15,2-3-301 0,-4 1 159 0,3-1 66 16,-5 1 39-16,0-4-209 16,-1 2 98-16,-4 0-551 0,-2-2 299 0,-2 0 172 15</inkml:trace>
  <inkml:trace contextRef="#ctx0" brushRef="#br0" timeOffset="189">23635 7382 1358 0,'-18'6'0'0,"6"-3"0"0,3 5 0 0,0 0 0 0,4-3 0 0,-1 5 0 0,3 0 0 0,3 6 0 0,0 7 564 0,0-1-266 0,0 6-133 16,3 4-65-16,1 3 322 0,-1 1-186 0,3 2-106 15,-5-1-48-15,3 3 54 0,-2 5-51 0,0-9-26 16,-2 1-17-16,0-1-9 0,0-2 0 0,0-7-190 16,0-4 95-16,0-2 47 0,0-6 32 0,0-4-190 15,0-3 102-15,0-4 35 0,-2-2 32 0,-4-2-215 16,-1 0 100-16,-3-2 8 0,1-12 39 15,-4-1-24-15,-2-6 31 0,2-1 0 0,1 0-9 0,-4-5 41 16,5 9 1-16,-1 1 35 16,1 2-36-16,-1 4 0 0,5 3-8 0,-2 4 178 15,0 2-85-15,1 2-29 0,2 0-26 0,-1 4 174 16,0 9-89-16,0 2-27 0,2 5-28 0,-1 0 27 16,3 2-20-16,-1 1 16 0,-1 0-103 0,3-2 51 15,0-1-1-15,2-2-365 0,0-3 184 16,0-3 73-16,0-1 53 0,4-2-494 0,6-5 259 0,3-4 131 15,5 0 64-15</inkml:trace>
  <inkml:trace contextRef="#ctx0" brushRef="#br0" timeOffset="190">23615 7735 1319 0,'8'-13'0'0,"1"2"0"0,4-1 0 0,2 1 0 0,2 0 0 0,0 0 0 0,0 3 239 0,2 3-103 0,-1 3 266 16,1 2-189-16,-2 0-90 0,-2 0-45 0,-2 13 25 15,-1 2-34-15,-3 5 7 0,-3 3-43 0,-3-2-51 16,-1 3 26-16,-2-1-1 16,0 5 26-16,-2-8-103 0,-11 5 47 0,-2-3 29 15,-1-3-1-15,-4-2-131 0,-1-2 80 0,1-4-213 16,-8 2 106-16,0-5 71 0,0-2 36 0,-2-3-142 16,3-3 78-16,4 0 28 0,3 0 28 0,7 0-231 15,2 0 126-15,2-3 63 0,7-5 31 0,2-1-280 16,3-5 159-16</inkml:trace>
  <inkml:trace contextRef="#ctx0" brushRef="#br0" timeOffset="191">23959 7677 688 0,'7'-11'0'15,"-5"3"0"-15,0 4 0 0,0-1 0 0,-2-1 24 0,0 1 405 0,-4 3-198 0,-7-1-100 0,0 3 215 0,-3 0-149 16,-2 10-86-16,1 9 36 0,2 4-57 0,-1 1-28 15,5 2-1-15,4-4 46 16,3 9-41-16,2-5-1 0,0-2-56 0,2 1 0 0,7-5 24 16,2-2 8-16,2 1-208 0,0-5 100 0,3-1 50 15,-2-3 25-15,2-3-362 0,-4-3 159 0,4-2 98 16,-3-2 7-16,-3 0-359 0,4 0 209 0,-3-4 103 16,1-5 44-16,-1-1-142 0</inkml:trace>
  <inkml:trace contextRef="#ctx0" brushRef="#br0" timeOffset="192">24216 7416 1000 0,'3'0'0'0,"6"0"0"0,2 0 0 0,1 0 0 0,2 2 0 0,-1 0 0 0,4 3 473 16,-1 6-211-16,7 5-119 0,-4-1-56 0,0 3 269 15,0 5-162-15,-2 1-81 0,0 6-32 0,-4 1 71 16,-2 0-60-16,-2 5-29 0,-5 0-1 0,-2 7 111 15,-2-7-61-15,-4 11-45 0,-9-4 34 16,-6 0-34-16,-5 0-1 0,0-1-33 16,1-9-172-16,-9 9 82 0,2-11 44 0,-2-1-513 15,0-3 248-15,-1-2 148 0,1-6 21 0,0-1-740 16</inkml:trace>
  <inkml:trace contextRef="#ctx0" brushRef="#br0" timeOffset="193">24871 7352 524 0,'0'-5'0'0,"0"1"0"0,0 0 0 0,0-2 0 0,0 2 0 0,0-3 0 0,0 2 0 0,0 1 0 0,-1-1 134 0,1 3-55 0,-3-1-23 16,2 1 100-16,-1 0-62 0,0 1-30 0,-3-1 7 15,4 2 51-15,-4 0-44 0,0 0-23 0,-4 0 53 16,0 3-38-16,-2 9 9 0,-4 5-46 0,-3 2 26 16,-2 5 1-16,-1 4-27 15,-2 8 0-15,4-6 86 0,-6 11-47 0,7-1 1 0,1 2-41 0,6-4 81 16,2 4-40-16,6-7 8 15,1 5 66-15,2-1-57 0,0-3-28 0,0 0 22 16,5-4-26-16,5 0 9 0,0-3-34 0,0-2-20 16,2-3 19-16,-3-3 1 0,5-1 0 0,-1-1-54 15,0-3 22-15,0-2 1 0,2-3 31 0,-1 1-127 16,-4-4 47-16,1-3 44 0,-1 0-191 0,0-1 99 16,-3-2 26-16,-1-1-256 0,-2 2 136 0,0-3 72 15,-1 0 40-15,0 3-472 16,1-3 258-16,2 1 129 0</inkml:trace>
  <inkml:trace contextRef="#ctx0" brushRef="#br0" timeOffset="194">24938 7681 607 0,'-4'0'0'0,"-1"0"0"0,2 0 0 0,-1 0 0 0,0 0 0 0,1 0 0 0,-1 0 170 16,2 0-73-16,1 0-32 0,-1 0 186 0,2 0-110 16,0 0-54-16,0 0 68 0,0 0-65 0,0 0-29 15,0 0 0-15,2 0 78 0,7 0-54 0,1 0-17 16,6 0-9-16,0 0 217 0,1 0-122 0,3 0-60 16,0 0 84-16,-1 0 9 15,0 0-78-15,-2 0-38 0,2 0 55 0,-5 0-47 0,2 0-15 16,0 0-39-16,-2 0 7 0,-3 0 1 15,-2 0 0-15,0 0-31 0,1 0 9 0,-4 0 22 16,-3 0 0-16,1 0-68 0,-2 0 34 0,0 0-1 16,-2 0 1-16,0 0-7 0,0 0-1 0,0 0 28 15,0 0 43-15,0 0-23 0,0 0-4 0,0 0-8 16,0 0-8-16,0 0 0 0,0 0 7 0,0 0-54 16,0 0 13-16,0 0 36 0,0 0 13 0,0 0-258 15,0 0 109-15,0 0 61 16,0 0-468-16,0 0 249 0,0 0 118 0,2 1 60 0</inkml:trace>
  <inkml:trace contextRef="#ctx0" brushRef="#br0" timeOffset="195">25542 7662 390 0,'-6'-2'0'0,"3"0"0"0,-1 0 0 0,0 0 0 0,3 2 0 0,-3-1 282 16,0 1-124-16,4 0-63 0,-2 0 88 0,2 0-67 16,0 0-46-16,0 0 163 0,4 0-100 0,8 1-51 15,6 3-24-15,4 0 217 0,8-2-126 0,2-2-58 16,10 0-29-16,-1 0 113 0,3-2-72 0,-3-2-26 16,9-7-6-16,-6 2 1 15,-3 1-39-15,2 0 0 0,-7 5-9 0,-1-3 17 16,-1 4-9-16,-2 0-56 0,-2 1 29 0,-2 1-1 15,1 0 29-15,-8 0-105 0,2 0 48 0,0 0 14 16,-5 0-1-16,0 0-167 0,1 0 91 0,-8 0 24 16,3 0-201-16,-4-2 108 0,-1 0 66 0,-2 0 10 15,-2 0-110-15,-3 2 82 0,0-2 38 0,-2 2-329 16,0 0 184-16,-4 0 91 0</inkml:trace>
  <inkml:trace contextRef="#ctx0" brushRef="#br0" timeOffset="196">25619 7867 1189 0,'-17'0'0'0,"2"0"0"0,6 0 0 0,-1 0 0 0,5 0 0 0,-1-2 0 0,3 0 0 0,-1 0 229 0,4 2-99 0,0-2-48 15,0 2-17-15,0 0 175 16,11 0-103-16,4 0-53 0,6 0-25 0,-2 4 55 15,1 2-33-15,1 2-7 0,-2 1-82 0,-1 2 41 16,-1 1 0-16,-2 0-49 0,-1 3 32 0,-8 0-7 16,2 0 24-16,-4 4-36 0,-3 0 0 0,-1 1 36 15,0 3 8-15,-10 1-107 16,-6 1 27-16,-4-1 29 0,-1 1-6 0,-5-3-58 0,0 1 28 0,0-6 23 16,-1-3-3-16,1 0 0 0,0-3 11 0,-1-6 111 15,6 1-50-15,-1-1-23 16,-1-4 2-16,6 1 192 0,3-2-96 0,5 0-52 15,1 0-10-15,3 0 115 0,4 0-66 0,-1 0-37 16,2 0-1-16,0 0 118 0,3 2-70 0,13 0-47 16,7 0 58-16,0-2 70 0,4 0-199 0,3 0 0 15,2 0 0-15,-2 0 0 0,0 0 0 0,0 0 0 16,-2 0 0-16,-5 0 0 0,7 0 0 0,-9 0 0 16,-1 0 0-16,1 0 0 0,-3 0 0 0,0 0-685 15,-1 0 342-15,-6 0 158 0,2 0-474 0,1 0 312 16,-5 0 158-16,4 0 69 15,0-2-467-15</inkml:trace>
  <inkml:trace contextRef="#ctx0" brushRef="#br0" timeOffset="197">25995 7836 1750 0,'-9'-7'0'0,"7"5"0"0,2 2 0 0,0 0 0 0,0-2 0 16,0 2 0-16,8 0 0 0,10 0 0 0,-1 0 261 0,10 0-114 0,4-1-49 0,-1 1 203 0,4-2-135 16,-2 0-66-16,3 2-5 0,-3-2-31 0,-5 2 8 15,3-2-40-15,-8 0-62 0,3 0 32 0,-3 0-1 16,-3 0 32-16,-2 1-105 0,-4-3 49 0,-4 2 27 16,0-2-325-16,-2 2 117 0,-4-1 105 0,-1 1-433 15,-1 0 253-15,-1 0 124 16,0 0 61-16,-13 2-394 0,-1 0 228 0</inkml:trace>
  <inkml:trace contextRef="#ctx0" brushRef="#br0" timeOffset="198">26060 7893 652 0,'-7'0'0'16,"3"2"0"-16,1-2 0 0,1 0 0 0,2 0 0 0,-4 2 446 0,4 3-206 0,-2 5-104 0,0 5-51 0,2 1 365 15,-2 9-212-15,-2 2-103 16,1 2 93-16,1 1-98 0,0 2-41 0,-2 1 94 15,3-4-75-15,-1 4-38 0,0-4 0 0,2 0-69 16,0-6 7-16,0 0 25 0,0 0 0 0,-2-4-165 16,0-3 82-16,-1-1 42 0,0-5 28 0,1-1-146 15,-3-3 80-15,0-2-10 0,0-2-79 0,-4-2 44 16,-1 0 37-16,-1 0-35 16,0-2 31-16,-2-10-4 0,2 1 0 0,-3-4 8 15,1 0-9-15,2 1 30 0,0 0 1 0,2 1 27 16,3 5 1-16,-2-1-29 0,1 4-8 0,5 3 157 15,-4 0-70-15,3 2-29 0,-1 0 96 0,-2 0-56 16,0 13-35-16,1 2 32 0,-1 2-27 0,3 0 3 16,-4 1 1-16,3-1-46 0,-1 2 3 0,0-2 46 15,3-2-18-15,0-4-247 0,-2-1 117 16,4-1 49-16,0-3 32 0,0-4-411 0,0-1 205 0,0-1 104 16,4 0-325-16,10-7 214 0,6-12 99 15</inkml:trace>
  <inkml:trace contextRef="#ctx0" brushRef="#br0" timeOffset="199">26030 8135 1306 0,'8'-13'0'0,"2"6"0"0,2 1 0 0,4 1 0 0,-3 0 0 0,6 0 0 0,-1 1 225 0,2 2-96 0,2 2-48 0,-4 0 121 16,3 0-77-16,-2 6-49 0,-4 7-22 0,-5 0 87 16,1 2-54-16,-6 4-27 0,-2 1 8 0,0-1-45 15,-3 2 9-15,-3 4 1 0,-10-2-55 0,-3-2 28 16,-2-2 7-16,-5 3-108 15,-2-6 64-15,1-3 32 0,1-2-1 0,3-5-92 16,-3-1 27-16,0-1 36 0,2-4-16 0,5 0-361 16,3 0 170-16,5 0 92 0,1 0 61 15,7-7-283-15,0-2 167 16,5-3 83-16</inkml:trace>
  <inkml:trace contextRef="#ctx0" brushRef="#br0" timeOffset="200">26416 8113 848 0,'11'-14'0'0,"-2"1"0"0,-4 6 0 0,0-4 0 0,-5 3 0 0,0 2 390 0,0 3-179 0,-2 1-89 16,-10 0-44-16,1 2 168 0,-5 0-110 0,2 7-52 15,-5 13-25-15,4-2 45 0,2 5-35 0,4-3 8 16,-2 8-44-16,5-1 131 0,1-3-66 0,5-2-32 16,0 1 80-16,0 0-48 0,7-5-37 0,8 3-85 15,-1-8 28-15,5 0 1 16,1-2 27-16,0-3-331 0,1-2 161 0,0-4 86 15,0-2 38-15,-3 0-286 0,-1 0 114 0,1 0 90 16,0-8-23-16,-4-1-459 0</inkml:trace>
  <inkml:trace contextRef="#ctx0" brushRef="#br0" timeOffset="201">25965 7086 822 0,'-11'-15'0'0,"3"5"0"0,4 7 0 0,4 1 0 0,-2-1 0 0,2 3 213 15,-2 0-90-15,-1 5-46 0,3 11 267 0,0 9-160 16,0 0-75-16,-2 4 143 0,0 3-110 0,2 1-54 16,-2 2-20-16,0-3-73 0,1-3 1 0,-3 2 37 15,2-5-1-15,0 2-248 0,-1-5 133 0,1 3 53 16,2-6 32-16,0-2-551 16,0 0 276-16,0-5 77 0,2-1-169 15</inkml:trace>
  <inkml:trace contextRef="#ctx0" brushRef="#br0" timeOffset="202">26680 7363 1391 0,'0'-7'0'0,"2"5"0"0,8 2 0 0,-2 0 0 0,0 0 0 0,2 2 0 0,-2 5 0 0,3 5 0 0,0 3 405 16,2 3-186-16,1 3-93 0,2 4-47 0,-1 3 192 16,0 5-111-16,1 8-68 0,-5-4 73 0,-2 2-67 15,-4 3-32-15,-1-2-1 0,-4 0 70 0,0 10-55 16,0-2-23-16,-12-3-1 0,-5 0 1 16,-4-1-24-16,-4 0 8 0,-4-3 10 15,-1-3-18-15,-3-4 0 0,1-3-1 0,2-10-131 16,-3-2 61-16,1-4 35 0,3-2 1 0,10-9-421 15,1-1 215-15,6-3 75 0,5 0-558 0,3 0 329 16,4-3 165-16</inkml:trace>
  <inkml:trace contextRef="#ctx0" brushRef="#br0" timeOffset="203">27434 7702 872 0,'0'-17'0'0,"0"2"0"0,0 1 0 16,0-1 0-16,-4 0 0 0,-2-2 0 0,-2 4 0 0,-3 0 145 0,-3 2-60 0,1 3-26 0,-3 4 141 0,-3 2-84 15,-5 2-41-15,3 0-13 0,-7 17 91 0,1 6-60 16,2 1-30-16,-2 10 131 0,8-5-80 16,1 5-33-16,2 1-8 0,7 1 65 15,6-4-52-15,1 0-27 0,2-4 0 0,0-6 11 16,0 3-37-16,7-7 0 0,6-3 0 0,1-3-16 15,0-5 16-15,2-3 8 0,2-4-86 0,0 0 39 16,6-2 0-16,-5-9-154 0,0-4 90 0,5-8 46 16,-5-2-4-16,0-1-219 0,1-3 103 0,-5-5 65 15,2-2 0-15,-1-9-35 0,2 0 33 0,-2-4 24 16,3-11-51-16,-1 4 38 16,-4 9-8-16,4-6 45 0,-5 5-38 0,-1 12 0 15,-2-1 38-15,-5 14 159 0,-1-2-88 0,0 12-32 16,-2 1 1-16,-1 7 299 0,-1 3-146 0,0 0-87 15,0 2-16-15,0 0 144 0,-1 12-57 0,-9 8-60 16,1 5 116-16,-1 3-84 0,-1 4-33 0,1 3-30 16,1 1 117-16,0 9-69 0,4-3-34 0,-2 0 26 15,1 0-22-15,3 9-8 0,0-6-30 0,1 0-41 16,0-2 0-16,-1-8 40 16,3 5 9-16,0-4-242 0,0-7 116 15,0 1 60-15,3-10-181 0,4 1 112 0,1-6 21 0,0-4-11 16,-2-4-451-16,6-3 251 0,0-4 125 0,1 0-412 15,-1-4 260-15,6-13 144 0</inkml:trace>
  <inkml:trace contextRef="#ctx0" brushRef="#br0" timeOffset="204">27768 7541 969 0,'0'-5'0'0,"0"1"0"0,2 3 0 0,9-1 0 0,5-2 0 0,-3 3 0 0,4-2 354 16,3 3-160-16,4 0-81 0,-1 8 136 0,-3 3-108 15,-3 2-46-15,3 8-35 0,-4 0 156 0,-2 1-92 16,-6 4-46-16,-3 1-30 0,-2-3-7 0,-3 8-9 16,0-2 1-16,-5 0-73 0,-13-2 36 0,-5 0 0 15,0-3 45-15,-6 0-158 16,-1-5 75-16,-2-1 38 0,0-4-246 0,1-7 106 16,2 0 72-16,7-6-1 0,-2-2-149 0,5 0 78 15,3 0 55-15,7-2-281 0,2-7 173 0,5-2 82 16,2-2 41-16,2-7-284 0</inkml:trace>
  <inkml:trace contextRef="#ctx0" brushRef="#br0" timeOffset="205">28118 7536 1188 0,'13'-16'0'0,"4"-3"0"0,0 2 0 0,-7 1 0 0,0 0 0 0,-5 7 0 0,2-2 0 0,-7 4 211 0,3 2-93 0,-3 3-42 16,0-2 282-16,-3 4-162 0,-9 0-82 0,-12 6 32 15,-2 14-62-15,-4 7-25 0,-2 2 0 0,2 4 78 16,0 2-53-16,10-4-17 0,1 6-8 0,4-1 112 16,7-1-70-16,6-2-33 0,2 2 120 0,0-2-69 15,2 1-48-15,14-3-76 0,1-1 38 0,6-2 0 16,2-1 0-16,4-1-166 0,1-4 78 16,0-3 44-16,2-1 22 0,-2 0-736 15,0-4 363-15</inkml:trace>
  <inkml:trace contextRef="#ctx0" brushRef="#br0" timeOffset="206">28583 7524 1016 0,'0'-9'0'0,"0"6"0"0,0 0 0 0,0 2 0 0,0-1 0 0,0 0 0 0,0 2 0 0,2 0 0 0,3 0 0 0,2 0 145 0,6 0-48 0,0 0-36 16,3 0 156-16,1 0-92 0,-1 0-46 0,3 0 11 15,-3 0-20-15,-2 2-9 0,2 1-28 0,0 0-26 16,-5 0 1-16,2-1 24 0,1 1 9 0,-1-3-188 16,1 1 89-16,-6-1 46 0,4 0-376 0,-2 0 203 15,-3 0 53-15,1 0 65 0,-3 4-394 0</inkml:trace>
  <inkml:trace contextRef="#ctx0" brushRef="#br0" timeOffset="207">28588 7810 648 0,'0'0'0'0,"-1"2"0"0,1 0 0 0,0-2 0 0,0 0 0 0,0 0 0 0,0 0 354 0,0 0-161 0,0 0-80 16,6 0 231-16,10 2-148 16,2 2-85-16,0-2-40 0,3 1 64 0,-3 1-52 15,0 0-25-15,1-1-50 0,-1 1-9 0,-3-2 34 16,0 2 0-16,-1-1-66 0,-3-3 34 0,-1 1 7 15,2-1 25-15,-3 0-292 0,-1 0 127 0,-2 0 80 16,3 0-457-16,-2 0 233 0,1 0 114 0</inkml:trace>
  <inkml:trace contextRef="#ctx0" brushRef="#br0" timeOffset="208">29141 7664 1000 0,'-4'-4'0'0,"1"2"0"0,2 0 0 0,1 2 0 0,0-2 0 0,0 2 0 0,-1 0 0 0,1 0 0 0,0 0 151 0,1 0-59 16,12 0-29-16,4 0 178 0,3 0-95 0,4 0-61 16,3 0-27-16,0 0 96 0,-5 0-61 0,2 0-30 15,-5 0 17-15,3 4-47 0,-7-2-1 0,1 0-62 16,-5 0 31-16,-2-2 0 0,2 0 40 0,-6 0-139 15,0 0 65-15,-2 0 33 0,3 0-1 0,-4-4-239 16,-1-3 128-16,1-1 20 0,0 1 45 0,-2 2-373 16,1 0 194-16,2 1-283 0,-2 2 231 0</inkml:trace>
  <inkml:trace contextRef="#ctx0" brushRef="#br0" timeOffset="209">29691 7593 968 0,'0'-8'0'0,"-3"4"0"0,3 2 0 0,0 1 0 0,0-2 0 0,0 2 0 0,0 1 0 0,5 0 159 16,7 0-64-16,3 0-30 0,9 0 284 0,-1 0-150 15,3 0-87-15,4 0 76 0,2 0-78 0,6 0-39 16,-2 0 1-16,-1-2 84 0,4 0-65 0,-4-1-30 15,2-2 1-15,-3 0-70 0,-4 1 0 0,-7 0 49 16,7 1-232-16,-10-3 112 0,2 0 56 0,-4 3-315 16,-2-1 154-16,-7 2 99 0,-2-2-6 15,0 3-170-15,-5-2 99 0,-1 3 64 16,-1 0 33-16,0 0-301 0,-9 3 171 0</inkml:trace>
  <inkml:trace contextRef="#ctx0" brushRef="#br0" timeOffset="210">29750 7792 958 0,'-6'0'0'0,"1"0"0"0,3 2 0 0,-1-2 0 0,3 0 0 0,0 0 0 0,0 0 405 16,8 0-187-16,10 0-84 0,10-2-54 0,4-2 145 16,-2 0-96-16,8 2-48 0,0 1-24 0,0-2 202 15,1 2-117-15,-3-1-55 0,0 1-27 0,-4-2-61 16,-2 3 34-16,-7-2-203 0,5 0 97 0,-6 0 54 15,-3 0 25-15,-6 0-319 0,-5 0 168 0,1 2 96 16,-5-2-35-16,-1 2-320 0,-1 0 177 0,-2-1 97 16,0-1 49-16,-9 2-94 0,-5 0 76 0,-6 0 33 15,2 0 0-15</inkml:trace>
  <inkml:trace contextRef="#ctx0" brushRef="#br0" timeOffset="211">29839 7810 1444 0,'-20'2'0'0,"7"-2"0"0,0 4 0 0,7 0 0 0,-1 0 0 0,2-1 0 0,2 3 0 0,1 3 0 0,-1 5 0 0,-1 7 0 0,3 4 238 0,-1 2-102 0,-1 4 232 16,1 4-160-16,0 0-92 0,-2 3-41 0,-1 1 40 15,3-1-42-15,-3-1 1 16,-1-1-33-16,2-4-71 0,0-5 32 0,-1-4-1 16,2-2 32-16,0-5-72 0,1-7 45 0,-1-2-9 15,-3-3-122-15,1-3 75 0,-3-1 41 0,-2 0-172 16,-3-1 90-16,0-13 10 0,-1 0 34 0,-3-5-104 15,0-1 60-15,3-3 24 0,-3-2-7 0,0-1 5 16,3 7 1-16,0-2 35 0,0 6 0 0,2 2 36 16,4 8-9-16,-4-2-27 15,2 6 272-15,4-1-122 0,-6 2-70 0,0 3 187 16,4 9-114-16,-6 3-34 0,4 3-37 0,-1 1 79 16,-1 1-47-16,2-1-24 0,2 1 8 0,-1-3-205 15,4 0 86-15,0-2 44 0,5-5 21 0,0 1-464 16,0-3 231-16,0-2 77 0,0-3-231 0,11-3 164 15,3 0 90-15,8 0-286 0,-7-8 180 0,10-9 102 16,-1-4 46-16</inkml:trace>
  <inkml:trace contextRef="#ctx0" brushRef="#br0" timeOffset="212">29620 8154 959 0,'14'-15'0'0,"5"3"0"0,5 4 0 0,-3 0 0 0,6 1 0 0,-2 0 0 0,2 4 0 0,6-1 196 0,-4 4-81 15,-5 0-42-15,-2 0 268 0,2 2-154 0,-5 7-69 16,-3 5-46-16,-4 0 87 0,-4 3-62 0,-6 2-33 15,-2 2 0-15,0 1-39 0,-6 5 7 0,-13-3 1 16,-6-1-34-16,5-3 34 0,-8-1 0 0,5-6-54 16,-10 2 23-16,4-6 1 0,-1-3 29 15,2-4-228-15,-1-2 110 0,10 0 25 0,-2 0 35 16,8 0-398-16,4-3 201 0,4-7 72 16,5-3 59-16,0 2-278 0,18-6 172 0,4 4 83 15,7-3-212-15</inkml:trace>
  <inkml:trace contextRef="#ctx0" brushRef="#br0" timeOffset="213">29990 8129 1294 0,'14'-16'0'0,"-1"2"0"0,-4 3 0 0,-2 0 0 0,-4 2 0 0,-1-1 0 0,-2 5 0 0,0-1 0 0,-2 1 260 0,-6 2-113 0,0 3 121 16,-6 0-121-16,4 3-58 0,-1 9-28 0,-1 5 175 16,3 6-102-16,6-2-43 0,2 6-33 0,1-2 28 15,0 0-27-15,4-1 1 0,9 2-84 0,6-5 37 16,0-2-8-16,-1-1 28 0,-1-4-238 0,3-1 119 15,-2-3 59-15,-5-5-156 0,4-1 53 0,-8-3 68 16,3-1-28-16,-1 0-364 0,-3-1 210 0,3-7 98 16,-8-5 60-16,5-4-289 0,-3-1 171 0,0-10 86 15</inkml:trace>
  <inkml:trace contextRef="#ctx0" brushRef="#br0" timeOffset="214">30031 7127 909 0,'-5'-26'0'0,"-1"9"0"0,4 5 0 0,-1 1 0 0,3 6 0 0,-6 1 0 0,6 3 0 0,0-2 472 0,0 3-219 0,0 10-111 16,6 6-46-16,-1 9 115 0,1 3-89 0,1 2 28 15,-2 2-58-15,-1 3-30 0,-1-1 8 0,0-1-188 16,-1 2 75-16,0-1 38 0,-2-1 1 0,0 1-471 15,0 0 263-15,0-2 118 0,0 4 13 0</inkml:trace>
  <inkml:trace contextRef="#ctx0" brushRef="#br0" timeOffset="215">30811 7443 450 0,'-5'-5'0'0,"2"2"0"0,-2 0 0 0,-3 3 0 0,1 0 0 0,-3 0 0 0,-2 0 0 0,-3 11 109 0,-1 3-29 0,-3 7-9 0,1 3-38 16,-3 3 52-16,1 1-26 15,4 4 1-15,0 0 114 0,5 0-75 0,3 1-33 16,0 0 0-16,7-1 80 0,1-6-48 0,0 5-37 16,0-4-40-16,11-1 12 0,-2-2 0 0,10-1-1 15,-6-6-129-15,12 4 61 0,-3-7 34 0,-1 0-112 16,3-7 73-16,1-2 37 0,-1-1-12 0,0-4-385 15,2 0 158-15,-3 0 109 0</inkml:trace>
  <inkml:trace contextRef="#ctx0" brushRef="#br0" timeOffset="216">30977 7422 1094 0,'10'-12'0'16,"6"10"0"-16,3 2 0 0,6 0 0 0,2-4 0 0,5-1 0 0,-2-1 130 0,5 1-48 0,-1-1-17 0,1 2 313 0,-2-2-173 0,-3 5-87 16,-6 1-42-16,-4 0 63 0,2 0-45 0,-9 0-35 15,4 0-203-15,-7 4 89 16,0 2 43-16,-2-3 23 0,1 1-371 0,-1-1 192 16,-3 1 101-16,1 0-481 0,-4-1 231 0,2-2 142 15,-4 3 63-15</inkml:trace>
  <inkml:trace contextRef="#ctx0" brushRef="#br0" timeOffset="217">31031 7390 508 0,'-16'0'0'0,"8"3"0"0,2 1 0 0,-2 3 0 0,5 1 0 0,2 2 0 0,-1 3 292 0,2 6-122 0,0 5-72 16,0 2 265-16,0 4-165 0,0 4-83 0,0 2-41 15,0 1-12-15,0 7-9 0,0-9-20 0,0 2 129 16,0-2-65-16,0-7-23 0,0 6-9 0,0-11-93 15,0-3 30-15,-2-5 0 0,-1-6 31 0,3-1-36 16,-2-5 14-16,-2-1-1 0,0-2-88 16,-6 0 53-16,0 0-9 0,0-5 31 0,-2-9-178 15,-1 0 90-15,-3-5 22 0,3 0-104 16,0-4 66-16,-1 3 22 0,0-8 31 0,2 10-37 16,-1-2 30-16,0 8-1 0,2-1 30 0,3 9 30 15,-3-1 10-15,3 4-41 0,-3 1 117 0,0 0-59 16,3 7-29-16,-2 9-7 0,0-2 130 0,1 4-48 15,1 0-41-15,2 2-9 0,1 1 1 0,-4 0 9 16,7-3-25-16,-1 2-215 16,1-4 103-16,2 1 50 0,0 0 26 0,0-5-174 15,0 2 95-15,10-2 12 0</inkml:trace>
  <inkml:trace contextRef="#ctx0" brushRef="#br0" timeOffset="218">31205 7786 874 0,'10'-15'0'0,"3"0"0"0,-6 1 0 0,-1-3 0 0,0-5 0 0,-4 0 0 0,-1 1 0 0,-1 0 145 0,0 3-48 15,0-1-36-15,0 2 46 0,0 2-37 0,-9 2 0 16,3 3-37-16,-4 6-7 0,-6 2 7 0,3 2 0 16,-7 0-2-16,-1 16 2 0,0 5 0 0,-2 5 8 15,3 2 55-15,0 2-31 16,4 2 0-16,5-1 72 0,6-3-51 0,2-4-19 0,3 3-8 0,0-6-29 15,0 3 3-15,6-8 0 16,4-1-1-16,4-2-129 0,-1-4 60 0,3-3 36 0,-2-5-205 16,3-1 108-16,0 0 64 0,0 0 2 15,-1-7-108-15,6-10 37 0,-9 1 47 0,4-4-175 16,-5 0 90-16,0-1 59 0,-4 1 24 0,-2 3-11 16,-2 2 36-16,-3 5 1 0,1 3-9 0,-2 1 172 15,0 2-81-15,0 3-42 0,0 1 239 0,-5 0-121 16,0 8-76-16,2 4 0 0,-2 3 112 0,3 0-40 15,1 1-53-15,1 0 128 0,0 1-75 0,0-2-48 16,1 2 0-16,6-2-169 0,-1-3 64 0,7 1 31 16,-2-3 9-16,0 1-319 15,3-4 171-15,1-2 53 0,1-1-195 0,-2-1-127 16,5-2 179-16,1-1 102 0</inkml:trace>
  <inkml:trace contextRef="#ctx0" brushRef="#br0" timeOffset="219">31469 7756 829 0,'-4'-8'0'0,"2"5"0"0,0 1 0 0,2 1 0 0,0-5 0 0,0 3 119 0,8-2-47 15,5 3-1-15,3 1 322 0,0-2-181 0,0 1-89 16,-2 2-37-16,3 0 15 0,0 0-35 0,-2 0 1 16,1 6-316-16,-3 0 141 0,1-2 79 0,2 3 27 15,-2-2-470-15,5 1 242 0,-1-3 121 0</inkml:trace>
  <inkml:trace contextRef="#ctx0" brushRef="#br0" timeOffset="220">31958 7391 1390 0,'0'-19'0'0,"8"12"0"0,13 5 0 0,3 0 0 0,6-3 0 0,0-4 0 0,-3 1 185 16,2 2-81-16,-1 2-35 0,1 1 178 0,1-1-107 15,0 0-54-15,-8 3-120 0,8-2 29 0,-10 3 0 16,2 0 37-16,-5 0-138 0,-1 0 70 0,-8 4 42 16,3 2-8-16,-6-1-374 15,0 2 195-15,-5 5 98 0,0 0-490 0</inkml:trace>
  <inkml:trace contextRef="#ctx0" brushRef="#br0" timeOffset="221">31960 7403 1377 0,'-12'0'0'0,"5"4"0"0,2 5 0 15,0 0 0-15,5 2 0 0,0 5 0 0,0 6 236 0,0 8-102 0,0 4-51 0,0 9 331 0,0 0-190 0,-1-3-88 16,-1 13-55-16,-3-5 60 0,-1-1-54 0,-2-2-27 16,-1 0 14-16,2-7 7 0,-2 2-48 0,1-5 0 15,0-3-59-15,1-3 29 0,0-11 0 0,4-3-129 16,-1-2 75-16,3-8 42 0,-1 0 21 0,-1-5-158 15,0 0 52-15,-2 0 13 0,-3-8 40 0,2-7-59 16,1-4 41-16,-3-1-1 0,1-1-126 0,-3 0 68 16,0 0 47-16,0 4 0 15,-2 2 3-15,-1 2 1 0,2 5 34 0,-5 3 68 16,2 3-29-16,1 2-1 0,-4 0-38 0,4 0 77 16,0 7-38-16,-4 5-9 0,6 2-29 0,-3 1 47 15,1-1-40-15,2 3 33 0,4-1-195 16,1 0 94-16,4-3 36 0,2 1 13 0,0-3-314 0,2-3 162 15,6-3 73-15,9-3 50 0</inkml:trace>
  <inkml:trace contextRef="#ctx0" brushRef="#br0" timeOffset="222">31893 7804 1129 0,'15'-16'0'0,"0"3"0"0,3 3 0 0,4-2 0 0,2-2 0 0,0 3 0 0,3 3 0 0,2 2 452 0,-4 5-202 0,5 1-112 16,-10 0-53-16,0 1 135 0,0 10-94 0,-7 3-46 15,-2 3-12-15,-3 2-35 0,-5 0 0 0,-3 1 0 16,0 4-73-16,-8 1 36 0,-9-3 9 0,-2-1-119 16,-8 0 74-16,-3-2 36 15,-1-3 0-15,0 2-299 0,-1-3 159 0,0-3 20 16,2 0 57-16,3-3-378 0,8-4 206 0,6 0 103 16,5-4-119-16,4-1 115 0</inkml:trace>
  <inkml:trace contextRef="#ctx0" brushRef="#br0" timeOffset="223">32358 7697 1293 0,'12'-18'0'0,"-7"9"0"0,-1 1 0 0,-2 2 0 0,-2 1 0 0,-6 3 0 0,-14 2 0 0,-4 0 182 0,1 15-75 0,-4 3-37 0,0 4 232 16,6 6-126-16,4-3-76 0,4 2 93 0,5-1-80 15,5 0-40-15,3-1 0 0,0-4-70 0,12 5-7 16,5-5 36-16,1-1 1 0,4-1-65 0,-1-4 33 15,-2-2 7-15,5-2-322 0,-3-1 163 0,3-5 90 16,-4 1 44-16,1-4-572 0,-2-2 280 16,0 0 139-16,-3 0 68 0</inkml:trace>
  <inkml:trace contextRef="#ctx0" brushRef="#br0" timeOffset="224">32749 7341 1500 0,'27'-23'0'0,"3"19"0"0,2 4 0 0,-5 0 0 0,-2 0 0 0,-6 6 0 0,-3 9 513 0,-2 6-232 0,-6 5-128 0,1 17-60 16,-9 3 166-16,0 14-112 15,-21 4-58-15,-2 1 208 0,-8 4-136 0,-12 1-64 16,-2-2-32-16,-5-1-1 0,-4-3-31 0,4-2 8 16,1-3-649-16,5-2 321 0,1-4 159 0,2-2 81 15</inkml:trace>
  <inkml:trace contextRef="#ctx0" brushRef="#br0" timeOffset="225">7827 9754 769 0,'-9'-10'0'0,"3"5"0"0,6 3 0 0,-3 0 0 0,0 2 85 16,3 0-33-16,-2 0 1 0,2 0-28 0,0 0 311 16,0 0-152-16,0 0-76 0,0 11 40 0,0 6-50 15,2 6-36-15,6 2 55 0,3 3-42 0,3 4-21 16,2 9-1-16,-3-6 43 0,6 11-36 0,-2-2 0 15,-2 4-27-15,-1-1 8 0,-2 0-9 16,0-8 9-16,-3 1-44 0,-1-1 0 16,-1-7 36-16,-1-10 0 0,0-1-24 0,-3-6 8 15,-1-4 16-15,1-7-37 0,-2-1 32 0,-1-3 3 16,0 0-17-16,0 0-8 0,2-5 11 0,-2-16 6 16,3-7-10-16,4-10-24 0,1 1-4 0,0-2 40 15,5-12-6-15,-4 5-164 0,3 4 71 0,-3 6 41 16,0-1-56-16,-1 7 42 0,-2 5 8 0,-1 4 136 15,-3 8-56-15,1 5-25 16,-2-1-10-16,0 8 201 0,2-2-101 0,-3 3-50 16,0 0-18-16,1 0 77 0,7 3-32 0,-4 10-8 15,5 7 24-15,2 8-33 0,1 12 1 0,0 3-35 16,-4 6 79-16,4 3-31 0,-1 1-9 0,1-1-64 16,0-2 26-16,1-6-1 0,-1-10 1 15,1-1-25-15,0-4-9 0,-2-8 34 0,0-4 131 0,-1-8-164 16,-1-1 0-16,-2-4 0 0,-3-4 0 15,6 0 0-15,-6-9 0 0,1-16 0 16,1-11 0-16,0 0 0 0,2-17 0 0,-1 1 0 16,2-15 0-16,0 3 0 0,1 2 0 0,-1 7 0 15,0-1 0-15,3 7 0 0,-6 11 0 0,-1 5 0 16,-3 8 0-16,2 3 0 0,-2 9 0 0,-1 2 0 16,-1 3 0-16,0 2 0 0,0 4-184 0,0 0 132 15,0 2 42-15,0 0-158 0,0 0 74 0,2 0 29 16,1 0 21-16,2-1-379 0,4-2 199 15,2 0 95-15,3-1 49 0,3 1-604 16,2-1 318-16,0 2 170 0</inkml:trace>
  <inkml:trace contextRef="#ctx0" brushRef="#br0" timeOffset="226">8712 9934 1999 0,'-2'6'0'0,"0"-1"0"0,0-1 0 0,1-4 0 0,-1 0 0 0,2 0 0 0,0 0 0 0,0 0 0 0,9 0 622 0,7-2-295 0,2-2-147 16,-1-1-73-16,4 1 200 0,-5 1-130 0,4 1-75 15,-1 1-35-15,-3-2-262 0,-2 1 114 0,1 2 57 16,-3 0-545-16,1 0 298 0,-3 0 151 0,-1 0-343 16,-2 6 243-16,0 1 1 0,2 4 98 0</inkml:trace>
  <inkml:trace contextRef="#ctx0" brushRef="#br0" timeOffset="227">8655 10246 2104 0,'-11'10'0'0,"1"-3"0"0,6 1 0 0,1-5 0 0,1-1 0 0,2-2 0 0,0 0 0 0,0 0 0 0,9 0 364 16,10 0-165-16,4 0 333 0,-1 0-241 0,8 0-134 15,-2-2-62-15,0-4 33 0,-3 1 97 0,-4 0-225 16,1 3 0-16,-3-4-199 15,0 2 132-15,-2 1 50 0,-2-1 25 0,-4 0-596 0,-2 2 319 0,3 0 147 16,-1 2-962-16</inkml:trace>
  <inkml:trace contextRef="#ctx0" brushRef="#br0" timeOffset="228">9981 9557 511 0,'0'0'0'0,"0"0"0"0,0 0 0 0,0 0 0 0,0-2 0 0,2 0 0 0,0-4 177 0,0 1-77 0,1-3 81 16,2 2-74-16,-1-3-37 15,0 2 0-15,-1 0 78 0,1-1-61 0,-3 0-28 16,1 0 1-16,0-1 9 0,-2 0 1 0,0-2-38 16,0-2 1-16,0-1 97 0,0-1-49 0,0-2-24 15,0 3 16-15,-2-4-9 0,0 1-31 0,-1 2-3 16,-2 0 2-16,1 1 1 0,-3 1 8 0,2 1-9 16,-1 1 1-16,1 2-1 0,-2 1 1 0,0 3 22 15,2-3-14-15,-3 4-8 0,3 2 0 16,-2 0 16-16,0 0-16 0,2 0 0 0,-1 2 7 0,-1 0 20 15,2 0-1-15,-2 0-12 16,2 2-14-16,-1 4 0 0,1 3 8 0,1 3 4 16,-1 1-12-16,1 3 0 0,-2 1 0 0,2 0 33 15,0 2 8-15,1 2-42 0,-1 4 1 0,3 0 72 16,-3 4-37-16,0-1 1 0,1 1 90 0,0 3-67 16,1 1 93-16,0 2-185 0,0 1 0 0,0 7 0 15,0-9 0-15,1 11 0 0,-1-5 0 16,0 1 0-16,2 2 0 0,-2 0 0 0,2-7 0 15,0 6 0-15,0 2 0 0,0 0 0 16,0-2 0-16,0-2 0 0,2-2 0 0,0 5 0 16,0-7 0-16,-1 3 0 0,-1-1 0 0,0-2 0 15,0-1 0-15,0 0 0 0,0 2 0 0,-3-4 0 16,-3-3 0-16,-2 0 0 0,1-5 0 0,-2-2 0 16,0-3 0-16,-1-5 0 0,-1 2 0 0,2-6 0 15,-1-3 0-15,0-2 0 0,-1-5 0 0,0 1 0 16,-2-2 0-16,-1 0 0 15,1 0 0-15,-1-6 0 0,0-5 0 0,3-2 0 16,-1-2 0-16,3 4-815 0,4 0 417 0,1-4 186 16,4 1 90-16,0 1-686 0</inkml:trace>
  <inkml:trace contextRef="#ctx0" brushRef="#br0" timeOffset="229">10381 10443 878 0,'0'0'0'0,"0"0"0"0,0 0 0 0,0-1 0 0,0-1 198 0,0 0-83 0,0-2-41 0,0-1-13 0,0 2 13 0,-1-2-1 16,1-1-40-1,-2-2 25-15,0 1-25 0,-2-3 8 0,1 1-9 16,-1-4 1-16,-2 0-28 0,0 1 28 0,-1-1-27 16,0 1 9-16,-4 0 18 0,4 2-35 0,-2-1-1 15,0 4 31-15,-1 3 3 0,1 3-5 0,-5-1-30 16,3 2 24-16,-2 0 3 0,0 10-28 0,0 10 26 15,1-3-2-15,-2 8 0 0,3 2-5 0,1-1 27 16,2 1-23-16,3-1 48 0,2-4-15 16,0 8-7-16,3-8 15 15,0 1 0-15,0-2-29 0,0-1-3 0,8-2 14 0,1-4-35 16,5-2 27-16,0-2-3 0,2-3-62 16,2-3 37-16,3-4-5 0,3 0-29 0,-4-9 25 0,1-9 1 0,-1-2 17 15,-2-3 13-15,-3-1-209 16,-2-3 93-16,-1 3 33 0,-3 0-45 0,-4 4 35 15,1 4 22-15,-4 1 116 0,0 6-45 0,-1 3-10 16,-1 2-39-16,0-1-12 0,0 4 306 0,0 1-133 0,0 0 53 16,0 6-81-16,-3 9-48 0,-3 6 2 15,3-2-15-15,-1 3 146 16,2 1-81-16,2-1-41 0,0 1 31 0,0-2-37 0,2-1 9 16,5-1-175-16,2-4 65 0,5 0 33 0,-1-2-397 15,0-3 216-15,0-5 99 0,3 2 50 0,-2-4 28 16,2-3-356-16,0 0 173 0,0-5 35 0,0-5 42 0,1-9-505 15</inkml:trace>
  <inkml:trace contextRef="#ctx0" brushRef="#br0" timeOffset="230">10395 9375 824 0,'-3'-6'0'0,"1"0"0"0,-1 1 0 0,1-1 0 0,-2 0 57 0,1 4 115 0,1 1-69 16,0-3 28-16,0 2-49 0,-1 2-17 0,-1 0-8 16,-2 0-24-16,0 3 36 0,1 9-1 0,1 1-35 15,0 1 40-15,3 0-7 0,1 1-33 0,0 2 26 16,0-3 0-16,0-1-26 0,7 0 29 15,4-4-29-15,2 0 0 0,0-3-1 0,3 0 1 0,-2-2 0 16,5-3 3-16,-2-1-3 0,0 0 0 16,1 0 1-16,-2 0-1 0,-2-3 0 0,2-7-33 15,-3-1-9-15,-1-2 42 0,-3-2-80 16,0-4 37-16,1 0 15 0,-5-1 6 0,1-3 1 0,-3 2-108 16,1 1 48-16,-2-3 30 0,-2-2-59 15,0 4 32-15,0-2 21 0,-2 1-5 0,-5 0 12 16,-2 4 8-16,-3 1-19 0,1 2-8 0,-2 4 133 15,-4 1-55-15,1 3-26 16,0 3 158-16,-5 2-81 0,3 2-31 0,-3 0 83 0,2 4-53 16,0 7-32-16,2 2-6 0,2 0 1 15,4 3-14-15,0-2-8 0,3-1 0 0,3 3-34 16,3-7 0-16,-1 4 34 0,3-2-209 0,0 3 99 0,0-1 40 16,3 0-513-16,3 0 252 0,3 2 139 0,0-2 29 15,3 3 53-15</inkml:trace>
  <inkml:trace contextRef="#ctx0" brushRef="#br0" timeOffset="231">11313 9568 855 0,'0'-2'0'0,"0"0"0"15,0 1 0-15,0-1 0 0,0-1 0 0,0 2 0 0,0 1 0 0,0-2 57 0,0 2-1 0,0 0-56 0,0 0 33 16,0 0 8-16,0 0-9 0,0 0 40 0,0 0 0 0,0 0-39 16,0 0 8-1,0 0 25-15,0 0-33 0,0 0-1 0,-2 0 73 0,0 0-36 16,-2 0 7-16,1 0-43 0,-1 0 0 0,1 0 35 0,1 2-35 16,-2-1 20-16,1 2-12 15,0-1-8-15,1-2-1 0,0 1-20 0,-2-1-1 16,3 2 21-16,-1 0 9 0,0-2-43 0,2 0 35 0,-2 2 0 0,0 0-46 15,0 0 21-15,2 0-6 16,-3 1 25-16,1 1-33 0,0 0-1 16,-2-1 18-16,0 1 11 0,2-2-2 0,-2 2-3 15,3 1-5-15,-3-3 31 0,0 2-26 0,-1 0 0 16,-2 0 6-16,2 1-6 0,-2 2 16 0,-2 2-15 16,-1 2 39-16,0 1-37 0,0 6 8 15,0-1-7-15,-3 5 40 0,4 2 1 0,-1-1-33 0,1 3-4 0,1 3 68 16,1-1-34-16,1 4 6 0,0-1-33 0,4 3 42 15,2 2-20-15,0-4 12 0,0 2-7 16,0-2-27-16,8 0 1 0,2-1 0 16,2 0 32-16,4-3-24 0,0 0-61 15,2-2 27-15,-2-3 0 0,3 0 26 0,-1-3-162 16,1-3 80-16,2 1 34 0,-6-4-304 0,4-1 160 16,-2-4 66-16,0-1 44 0,-3-3-8 0,0-1-440 15,1-4 232-15,-2 0 116 0,0 0-199 0,1-7 157 16</inkml:trace>
  <inkml:trace contextRef="#ctx0" brushRef="#br0" timeOffset="232">11449 9882 1143 0,'-18'0'0'0,"11"0"0"0,5 3 0 0,2-3 0 0,0 2 315 0,0 0-133 0,2 4-78 0,11 0-36 0,6-2 142 16,4-3-89 0,7 1 172-16,2-2-121 0,3 0-74 0,1 0-33 15,-3 0 1-15,-1 0-23 0,-2 2-10 0,-7-2 8 16,2 0-90-16,-3 2 42 16,-3-2-1-16,-5 0 41 0,0 0-1 0,-5 0-183 0,-2 0 88 15,0 0-50-15,-4 0 62 0,1-6 40 0,-2-1-34 0,-2-2-320 16,0 1 172-16,0 0 69 0,0 2 45 0,0 1 23 15,0 2-408-15,0-3 207 0</inkml:trace>
  <inkml:trace contextRef="#ctx0" brushRef="#br0" timeOffset="233">12111 9687 1169 0,'-7'-2'0'0,"1"-4"0"0,5 5 0 0,-1-2 0 0,0 0 0 0,0 0 145 0,0 2-56 0,2-2-28 0,0 3 335 16,0 0-181-16,0-2-83 0,9 2-54 0,4 0 60 15,6 0-52-15,-1 0-27 0,5 6 1 0,-4 4 5 16,8 3-7-16,-4 1-26 0,0 0 1 0,0 5 0 16,-2 0 0-16,-5-1 8 0,5 5-22 0,-8-4 14 0,1 6-1 15,-7-5 1-15,0 4-6 0,-3-1 14 0,-2 3-33 16,-2-1 0-16,0-1 25 0,-9-1-8 0,-4-1-49 15,-8 3 18-15,-2-5 1 16,-1 1 24-16,0-4-184 0,-4-2 84 0,-1-3 49 16,-1 0 10-16,-2-1-313 0,2-3 148 15,0-3-89-15,8 0 122 0,1-2 52 0,8-1 39 16,2-2 0-16,4 0-227 0,6 0 129 0,1-5 65 16,0-3 23-16,10-3-279 0,2-4 159 0</inkml:trace>
  <inkml:trace contextRef="#ctx0" brushRef="#br0" timeOffset="234">12592 9711 1163 0,'-2'-8'0'0,"-1"0"0"0,-4 0 0 0,2 0 0 0,-1 0 0 0,-1 2 0 0,2-1 0 0,-4 4 0 0,4-1 249 0,-2 2-108 15,-1 0-46-15,-2 2 76 0,-1 0-70 16,1 4-34-16,-6 8 1 0,0 4 66 16,0 0-42-16,-4 9-34 0,3-2 0 0,-1-1 50 15,4 2-37-15,3-1 0 0,1-2 135 0,1 3-91 16,3-1-41-16,3 3-21 0,3-1 163 0,0 1-92 16,0-4 58-16,3 6-79 15,8-1-36-15,5-3 1 0,-2-1-35 0,4-3-39 16,-4-3 47-16,9 2-41 0,-7-9-1 0,4 5 174 0,1-6-173 15,-3 1 0-15,1-5 0 0,-2-1-180 0,0-2 183 16,-2-1-1-16,0-1-158 0,-3 0 85 0,0 0 16 16,-1 0-64-16,-1 0 42 0,-4 0 31 15,-1 0-5-15,-1 0 49 0,-2 0-32 0,-1 0 7 16,-1 0 117-16,0 0-57 0,0 0-27 0,0 0 51 31,0 0-31-31,0 0-20 0,0 0 20 0,0 0-37 0,0 0 119 0,0 0-50 16,0 0-67-16,0 0 22 0,0 0 11 0,0 0-7 0,0 0 17 0,0 0-353 15,0 0 158-15,0 0 81 0,0 0-420 16,0 0 233-16,0 0 117 0,0 0 51 16,0 0-233-16,0 0 150 0,2 0 75 0</inkml:trace>
  <inkml:trace contextRef="#ctx0" brushRef="#br0" timeOffset="235">20631 9268 907 0,'-2'0'0'0,"0"0"0"0,0 0 0 0,-1 0 0 0,1 0 0 0,-1-2 0 0,3 0 0 0,0 2 206 0,0 0-90 15,0 0-42-15,0 0-21 0,0-2 90 0,0 2-55 16,0 0-20-16,0 0-8 0,0 0 0 0,0 0-1 16,6 0-26-16,2 0 25 0,1 6 52 0,4 1-43 0,-2 0 0 15,2 3 30-15,1 1-33 0,0 3 0 16,2-2 8-16,-2 5-39 0,4 0-1 0,-4 4 1 0,2-1-39 15,-3 4 38-15,-3-2 9 16,1 6-8-16,-6 2-40 0,-1 0 40 16,-3 0 0-16,-1 2-32 0,0-1 9 0,-7 0 19 15,-6-1-43-15,0-2 15 0,-5-2-1 0,-2 1 10 16,-1-5 16-16,0-1-76 0,-2-2 32 0,-2-4-9 16,-1 0 40-16,1-4-190 0,0-4 89 0,-4-1-232 15,3-5 149-15,5-1 64 0,3 0 39 16,2 0 8-16,5-1-102 0,3-5 69 15,3-5-236-15,5 0 147 0,0-4 75 0,1-2 38 16,11-1-9-16</inkml:trace>
  <inkml:trace contextRef="#ctx0" brushRef="#br0" timeOffset="236">21144 8976 1018 0,'2'-7'0'0,"-1"3"0"0,-1 2 0 0,0 0 0 0,0 1 0 0,0 1 76 0,0 0-13 0,2 1 234 0,0 13-132 15,3 1-66-15,3 5-33 0,-1 3 145 0,1 5-81 16,0 3-53-16,-3 2 50 0,0 2-47 0,-3 2-24 0,2 9 0 16,-1-10 27-16,-3 11-29 15,0-4 0-15,0 1-28 0,0 0 6 16,0-8 1-16,0 3 8 0,0-3-28 0,-3-4 20 0,1-2-32 15,0-7-7-15,0-4 39 0,2-3 8 16,0-4-9-16,0-5-68 0,0-1 34 0,0-4 8 16,0-2 1-16,-3 0 7 0,-3 0-67 0,1 0 34 15,-4-2 9-15,-1-4-85 0,1-1 50 0,-2-3 17 0,-3-1-184 16,1 0 98-16,0-4 36 0,0-2 30 16,-1 0-139-16,0 3 70 0,0-2 62 15,-1 3 0-15,3 5 22 0,-4 3 0 0,2 3 0 0,0 2 165 16,-1 0-78-16,2 11-44 15,0 4-21-15,1 4 277 0,3-1-129 0,2 3-79 0,1-1 140 16,3 3-94-16,3 0-9 0,0-1-35 0,0-1 158 16,3 0-85-16,8-4-54 0,0-1-23 15,5 1 17-15,-4-3 1 0,6-3-42 0,-4-1 9 16,3-5-164-16,1 1 78 0,-4-6-135 0,4 0-151 0,-2 0 163 16,0 0 99-16,0-6-324 0,1-5 188 15,1-4 51-15,0-5 61 0,-4 4 22 0,4-8-494 16</inkml:trace>
  <inkml:trace contextRef="#ctx0" brushRef="#br0" timeOffset="237">21288 9463 1303 0,'5'-13'0'0,"2"5"0"0,0-1 0 0,2-3 0 0,-2 3 0 0,3 0 0 0,1-1 255 0,2 3-111 16,2 2-48-16,0 2 308 0,2 0-186 0,1 0-92 15,-2 3-47-15,0 0 91 0,0 10-60 0,0 3-43 16,-2 5 0-16,-3 6-73 15,-3 2 1-15,-4 1 7 0,-2 5 7 0,-2 3 24 16,-4 1-1-16,-10-5-82 0,-4 5 41 0,-3-4 21 16,0-2 8-16,-2-2-126 0,-2-3 49 0,-2-5 40 15,-1-3-19-15,0-1-240 0,-2-5 111 0,2-2 77 16,1-5 12-16,7-2-262 0,1-2 152 0,6 0-77 16,3 0 107-16,5-6 66 0,5-5 28 0,0-1 1 0,7-5-318 15</inkml:trace>
  <inkml:trace contextRef="#ctx0" brushRef="#br0" timeOffset="238">21737 9290 1063 0,'2'-19'0'15,"-2"10"0"-15,0-2 0 0,0-2 0 0,0 3 0 0,0 1 0 0,-2 3 401 0,-3 3-183 0,-4-1-93 0,-2 2-47 16,0 2 168-16,-2 2-110 0,-4 14-52 0,0 7-26 0,1 1 56 0,-2 8-40 15,4 3 162-15,2 1-106 0,6 2-48 16,3 0-25-16,3 1 130 0,0-4-68 16,2 1-48-16,7-4 0 0,6 0-38 0,2-1 26 15,0-3 0-15,1-3-18 0,3-3-131 0,2 0 62 16,-2-3 30-16,-1-2-151 0,3-2 90 0,-9-4 54 16,5 1 15-16,-1-3-693 0,-2-2 334 0,0 1 118 15</inkml:trace>
  <inkml:trace contextRef="#ctx0" brushRef="#br0" timeOffset="239">12897 9769 1233 0,'-4'0'0'0,"-1"-2"0"0,2 0 0 0,-1-2 0 0,2 3 0 0,2-1 0 0,-2 2 0 0,2-3 150 0,0 3-59 0,0 0-29 16,0 0 163-16,0 0-97 0,0 0-39 0,0-1-32 15,10-1 164-15,1 0-94 0,2 0-47 0,3 0-24 16,-2 0 72-16,4 1-51 0,-2-2-23 0,3 3 114 15,0 0-68-15,1 0-34 0,3 0 9 16,-2 0 68-16,1 0-56 0,-1 4-26 0,0 2 47 16,-1-1-37-16,3 0 8 0,0-2-46 15,1 3-1-15,0-4 1 0,0 0-1 16,-3 0 1-16,2-2-61 0,-1 0 26 0,-1 0 0 16,0 0-43-16,-3 0 40 0,-2-4-1 0,-5 2 27 15,-1-4-162-15,-1 3 56 0,-4 1 47 0,-1-1 3 16,-2 2 1-16,-2-1 0 0,0 2 22 0,0 0 225 15,0 0-108-15,0 0-53 0,0-2-26 0,0 2 220 16,0-2-246-16,0 0 0 0,0 2-196 0,0 0 131 16,0 0 45-16,0 0-1073 0,0 8 534 15</inkml:trace>
  <inkml:trace contextRef="#ctx0" brushRef="#br0" timeOffset="240">13844 9317 653 0,'-3'0'0'0,"-1"0"0"0,0-3 0 0,1 2 0 0,-1-1 0 0,1 1 0 0,1-2 104 0,-2 2-35 0,-1-2 12 0,2 1-16 16,-1 2-8-16,1 0-24 0,-3 0 66 0,1 0-33 15,1 0 0-15,-4 0-25 0,1 10 79 0,-1 3-44 16,-1 6-22-16,-3 1 0 0,3 5 94 15,-2 0-50-15,1 4-36 0,3 0-1 16,0 0 82-16,1 2-55 0,0-1-27 0,4-1 7 16,0 3 24-16,2-1-30 0,0 1 65 0,0-2-47 15,0 1-23-15,0-6 7 0,2 7 3 0,4-4-34 0,3-2 0 16,2 0 0-16,1-3-46 0,-1-4 31 16,2 1-8-16,2-3 23 0,0 0-80 0,0-3 40 0,-2-1 0 15,3-4-106-15,-4 1 51 16,2-3 40-16,-3 1-104 0,-2-2 65 0,3-3 11 15,-1-1 21-15,-4 0-363 0,3-2 179 0,1 0 91 16,0 0 44-16,1-4-379 0,1-5 203 0,2-6 115 16</inkml:trace>
  <inkml:trace contextRef="#ctx0" brushRef="#br0" timeOffset="241">14087 9358 2003 0,'-6'-6'0'0,"3"4"0"0,1 0 0 0,2 2 0 0,0 0 0 0,0 0 0 0,2 0 0 0,9 0 0 0,10 0 161 0,1 0-64 0,7 0 178 0,1 0-125 16,3-2-59-16,1 0-29 0,0-2-5 15,-2 3-1-15,-6-1-15 0,8 1-8 0,-6-2-40 16,-3 3 0-16,-2 0-210 0,-3 0 125 0,-3 0 70 0,-8 0 24 15,2 0-386-15,-5 0 169 0,-2 0 108 16,-2 0-2-16,0 0-345 0,-2 0 215 16,0 0 103-16,-6 3 52 0,-4 0-373 0</inkml:trace>
  <inkml:trace contextRef="#ctx0" brushRef="#br0" timeOffset="242">14168 9356 1849 0,'-13'0'0'0,"3"2"0"0,1 0 0 0,2 1 0 0,0-1 0 0,0 2 0 0,2-1 0 0,1 7 0 0,2 3 267 0,2 4-117 0,0 6-59 0,0 2-20 15,0 5 193-15,2 5-115 0,5 1-58 16,2 8 41-16,-4-12-49 0,2 10-17 16,1-3-68-16,-1 4 0 0,-1-9 34 0,0 4 1 15,-3-3 0-15,1-2-42 0,0-3 17 0,-3-4-83 16,-1-4 53-16,0-1 28 0,0-4 0 0,0-6 35 0,-5 3-147 15,-4-7 59-15,-5-3 2 0,1 0 23 0,-2-4-73 16,-3 0 41-16,-1 0-87 16,0-2 62-16,-5-10 24 15,3-3 0-15,-2-5 22 0,-1 1-51 0,3-3 24 0,2 0-69 16,3 8 48-16,2 1 24 0,3 5 0 0,0 3 87 16,1 1-27-16,1 4 0 0,2 0 20 15,0 12-27-15,-2 9-9 0,2 6-20 0,2-1-56 16,-1 0 28-16,4 1 2 0,2-7 27 0,0 2 13 0,0-1-330 15,0-6 158-15,9-4-117 0,6-3 137 0,8-6 70 0</inkml:trace>
  <inkml:trace contextRef="#ctx0" brushRef="#br0" timeOffset="243">14405 9728 1282 0,'2'-10'0'0,"0"2"0"0,-1-1 0 0,-1-2 0 0,0-1 0 0,0-3 0 0,-1 3 194 0,-3-2-81 0,0 3-39 16,0 4 79-16,-2-2-64 16,1 1-28-16,-3 2-1 0,1 3-22 0,-5 0-5 15,1 3 8-15,-2 0-78 0,0 15 35 0,-2 4 0 0,2 6 56 16,0 5-22-16,-1 1 9 0,3 2-8 16,2 0 0-16,3-1 80 0,2-1-41 0,2-3 1 15,2-6-20-15,0 1-20 0,0-4-1 0,6-3-217 16,6-5 107-16,0-1 54 0,2-4 34 0,1-5-192 15,0-1 100-15,0 0 41 0,0-5 27 0,0-10-368 16,-1-4 172-16,-4-2 75 0,1 3-48 16,-3-1 75-16,0 2 38 0,-4 2 0 0,-3 4 29 0,1 1 88 15,-2 3-40-15,0 3 0 16,0 2 287-16,0 1-164 0,0 1-89 0,0 0 163 16,0 3-114-16,-3 11-7 0,1 1 289 0,2 3-162 15,0 1-80-15,0 2-53 0,0-3 66 0,0 3-55 16,3-3-27-16,5-1 7 0,1-2-35 0,3-1-238 15,0-5 119-15,0-1-438 0,1-6 278 0,-2-2 133 16,4 0 67-16,-2 0-19 0,-1-6-489 0,1-7 261 16,-4-1 131-16,1-1-85 15</inkml:trace>
  <inkml:trace contextRef="#ctx0" brushRef="#br0" timeOffset="244">14566 9792 1139 0,'-3'-6'0'0,"1"4"0"0,0 0 0 0,2 2 0 0,-2 0 0 0,2 0 0 0,0 0 236 0,0 0-105 0,0 0-50 15,0 0 219-15,7 0-133 16,2 0-68-16,3 0-25 0,1 0-7 0,0 0-46 0,1 0 11 0,0 0 1 16,2 0-476-16,-2 0 246 15,2 0-540-15,0 0 376 0</inkml:trace>
  <inkml:trace contextRef="#ctx0" brushRef="#br0" timeOffset="245">14919 9393 1562 0,'-2'-11'0'0,"2"7"0"0,0-2 0 0,0 3 0 0,6-3 0 0,4 3 310 0,4-1-138 0,3-2-70 0,4 2-35 0,3-2 295 16,-3 3-157-16,7-1-90 0,1 0-41 16,-3 3-43-16,0-3 2 0,-6 2 0 0,5 0-352 15,-6 0 172-15,-2 1 90 0,-4-2-192 16,-2 3 141-16,-5 0 70 15,-4 0 44-15,-1 3-13 0,-1 6-709 0,0 1 342 0</inkml:trace>
  <inkml:trace contextRef="#ctx0" brushRef="#br0" timeOffset="246">14938 9337 1717 0,'-16'2'0'0,"6"3"0"0,0 3 0 0,5 0 0 0,0 1 0 0,2 3 0 0,3 6 0 0,0 4 0 0,0 7 165 0,0 3-58 0,3 1 338 0,0 5-206 15,3 5-103-15,-1-2-52 0,-1 3 117 0,-1-7-76 0,-1 3-51 0,0 5-25 16,0-11-17-16,1 0 1 0,-2-4 0 16,-1-6-133-16,0-2 62 15,0-2 35-15,0-9-206 0,0-2 120 0,0-3 61 16,-1-4-217-16,-9-2 126 0,0 0 25 0,-3 0 43 16,0-1-161-16,-1-12 90 0,-4-1 36 31,-1-8 31-31,1 2 0 0,-1 1-23 0,4 2 23 0,0 0 28 0,4 8-14 0,-5-2 9 0,7 7-1 0,-2 2 253 15,1 2-126-15,1 0-64 0,2 8-39 0,1 5 246 0,0 5-106 16,0 2-68-16,3 3 34 0,1-4-39 16,0 4 11-16,2-3-7 15,0-2-409-15,0 0 185 0,0-2 100 0,6-5 45 16,7-4-317-16,2-5 142 0,6-2 93 0,3 0-510 0</inkml:trace>
  <inkml:trace contextRef="#ctx0" brushRef="#br0" timeOffset="247">14954 9746 1547 0,'7'-17'0'0,"2"5"0"0,5 2 0 0,-2-2 0 0,3 2 0 0,2 0 0 0,2 3 0 0,1 1 287 15,1 4-127-15,0 2-63 0,-2 0-33 0,0 0 215 16,-3 12-115-16,3 6-70 0,-8-1-31 0,1 8 56 16,-5-3-44-16,-3 0 5 0,-2 7-47 0,-2-1 0 15,-2-1-1-15,-9 0 1 0,-6 1-63 0,-1-3 39 0,-5-1-8 16,-2-3-138-16,-1-4 84 0,-1-4 44 0,1-2-475 15,6-1 214-15,-1-4 131 0,3-5 21 0,8-1-406 16,-1 0 245 0,5 0 124-16,6-11 53 0</inkml:trace>
  <inkml:trace contextRef="#ctx0" brushRef="#br0" timeOffset="248">15272 9649 538 0,'4'-7'105'0,"0"1"-52"0,-2 4-27 0,-2-1 210 15,0 2-102-15,-4 1-43 0,-9 0-33 0,0 0 391 0,2 13-208 16,-5 7-104 0,5-1 194-16,2 5-141 0,-1 5-83 0,6-1-37 15,4 1 69-15,0-3-52 0,0 2-28 0,4-6 9 16,13 7-146-16,1-7 55 0,0-3-131 0,3 0 93 16,2-4 47-16,-3-4 32 0,2 0-9 0,1-3-479 15,-1-4 243-15,-3-3 54 0,2-1-475 0,-3 0 300 16,2 0 161-16</inkml:trace>
  <inkml:trace contextRef="#ctx0" brushRef="#br0" timeOffset="249">15488 9461 1031 0,'0'-7'0'0,"0"3"0"0,0 0 0 0,0 2 0 0,6 0 562 0,1 2-264 0,5 0-124 16,1 8-75-16,4 10 136 0,-2 3-101 0,0 5-51 15,0 4 156-15,2 10-108 0,-4-3-48 0,-2 3-26 16,-3-7-67-16,-1 7 22 0,-5 0 8 0,0-3-67 16,-2 3 40-16,0 3 0 0,-7-6 40 15,-9-1-1-15,2-4-210 0,-7 0 102 16,-2-2-315-16,-3-4 194 0,-2-3 68 0,0-5 55 16,0-4-16-16,-2-5-138 0,1-5 98 0,3-4 49 15,3 0 24-15,5-9-393 0</inkml:trace>
  <inkml:trace contextRef="#ctx0" brushRef="#br0" timeOffset="250">15571 9085 1718 0,'0'-18'0'0,"6"8"0"0,3 3 0 0,2 1 0 0,1 1 0 0,-1-1 0 0,-2 2 0 0,3 1 0 0,0 1 113 16,2 2-40-1,-1 0 146-15,2 2-93 0,-2 9-39 0,-4 0-26 0,1 4-29 0,-2-1 1 16,-3 2 0-16,-3 1 0 0,0-2-64 16,-2 2 28-16,0-2-68 0,0 0 52 0,-11 0 26 15,-3-2 0-15,1-1 13 16,-1-3-9-16,-2 0-17 0,7-3 26 0,-1-3 27 0,3 0 0 16,3-2-54-16,0 1 199 0,3-2-84 0,1 0-43 15,0 0-12-15,5 0 18 0,11 0 9 16,0 0-48-16,5 0 1 0,-1 0-39 0,3-2 38 0,-2 1 1 15,-1 1-169-15,1 0 80 0,-4 0 44 0,-1 0 23 0,0 0-239 16,-1 3 128 0,0 1 30-16,-2 2-756 0,2 3 397 0</inkml:trace>
  <inkml:trace contextRef="#ctx0" brushRef="#br0" timeOffset="251">13210 9287 183 0,'-2'-7'0'0,"1"5"0"0,-3-5 0 0,0 2 0 0,1 1 205 0,2 0-91 0,-1 3 15 16,0-1-48-16,2 0-25 0,-2 0 1 0,2 0 79 15,0 2-56-15,0 0-24 0,0 0 0 16,0 0 55-16,0 0-39 0,0 0 8 0,0 0 35 15,0 0-41-15,0 0-1 0,0 0-40 0,0 0 94 16,0 0-39-16,0 0-32 0,0 0 1 0,0 0 13 16,0 6 1-16,0 7-38 0,0 1 8 0,0 7 115 15,0 5-61-15,0 3 78 0,0 6-70 16,0 9-35-16,0-3 8 0,-2 12 39 0,-1-3-41 16,3 3-20-16,-2 3-1 15,2-2 44-15,0 1-29 0,0 0-7 0,0-3-44 16,0-1 15-16,5-2 1 0,1-2 0 0,0-10-121 15,0 2 57-15,-1-3 31 0,1-4 1 0,-1-6-196 16,-1-3 109-16,-3-5 32 0,2-1 32 0,-1-8-237 16,0-2 121-16,-2-3-323 0,0-2 214 0,0 0 98 15,0-2 63-15,2 0 27 0</inkml:trace>
  <inkml:trace contextRef="#ctx0" brushRef="#br0" timeOffset="252">16172 9472 1291 0,'-4'-4'0'0,"3"3"0"0,-1-3 0 0,2 2 0 0,0 1 0 0,0-2 99 15,0 2-34-15,2-1 1 0,7 2-33 0,4 0 76 16,4 0-29-16,4-2 73 0,3 2-60 0,3-2-30 0,0 2 0 16,3-2-30-16,2-6 75 0,3 3-42 0,-2-1-3 15,-1 1 0-15,4-3-30 0,-1 2-1 0,-1-1-70 16,-2 3 32-16,-2 0-1 16,0 1 40-16,-7 1-77 0,0 0 39 0,-3 2 16 0,-3 0 22 15,-6 0-270-15,1 0 124 0,-3 0 35 0,-4 0-257 16,-1 0 130-16,-2 0 91 0,0 0 36 15,-2 0 23-15,0 0-283 0,0 0 153 0</inkml:trace>
  <inkml:trace contextRef="#ctx0" brushRef="#br0" timeOffset="253">16354 9610 503 0,'-5'5'88'16,"-1"-1"-45"-16,3-1-21 15,0-3 214-15,3 2-101 0,0-2-52 0,5 2 368 0,13-2-213 0,6 2-103 16,6 0-51-16,2-2-25 0,2 1 217 16,0-1-114-16,1 3-58 0,-1-1-35 0,-1-1-1 15,-4 2-35-15,-3 0-1 0,-5-1-119 16,-1 2 56-16,-4-2 31 0,-4 0-116 0,-5 2 74 0,-1-3 37 16,-3-1 9-16,-1 0-362 0,-2 2 184 15,0-2 27-15,-13 0-198 0,-4 0 157 0,-3 0 69 16,-5 0-162-16,-3 0 124 0,0-2 62 15,-1-1 31-15,-1-3 0 0,4 2-72 0,-6-1 56 16,6 2 24-16,-1 2 48 0,5-1-25 0,0-1 0 16,1 3-8-16,2 0 215 0,2 0-104 0,3 0-51 0,0 0 313 15,3 0-177 1,2 5-47-16,2 1-56 0,2 1 325 0,-1 4-172 0,5 1-86 0,1 8 166 16,0 1-118-16,0 5-71 15,0 4-32-15,0 4 1 0,1 2 152 0,5 5-93 16,-2-6-37-16,1 12 32 0,0-11-44 0,0 2-21 15,-3-1 24-15,2-3-22 0,-1-2 7 0,-1-2-89 16,0-7 29-16,-2-1 0 0,0-3 30 0,0-4 0 16,0-5-69-16,0-1 30 0,-4-3 0 0,-1-5-61 15,-4-1 33-15,-3 0 28 0,-1 0-7 0,-1-7-70 16,0-6 23-16,-4-8 31 0,4 0-159 0,-5-1 85 16,2-5 24-16,0 3 31 15,1 2-122-15,2 4 69 0,1 5 33 0,1 5 66 16,0 3 8-16,-1 5-39 0,1 0 128 0,-1 12-65 15,-1 10-31-15,2 3-8 0,0 1-23 0,1 2 77 16,2 0-22-16,0-2-24 0,2-3 106 0,2-3-56 16,3 0-2-16,2-4-21 0,0-5-251 0,0-1 113 15,0-4 64-15,4-1 25 0,8-5-515 0,4 0 252 16,5-2 127-16,4-15-360 0</inkml:trace>
  <inkml:trace contextRef="#ctx0" brushRef="#br0" timeOffset="254">16392 9993 969 0,'15'-14'0'0,"0"7"0"0,0-3 0 0,2 5 0 0,-2-1 0 0,-2 2 66 0,2 2 421 15,0 2-228-15,0 0 24 0,0 0-125 0,-1 10-54 0,-2 3-40 16,1 2 0-16,-5 2 101 0,0 4-66 0,-3 1-33 16,-3 1 9-16,-2 3-94 0,0 0 27 15,-2-4-102-15,-11 3 64 0,-2-4 31 0,0-4 8 16,-6 2 24-16,0-2-188 0,5-6 94 0,-10 0 47 0,1-4-332 15,4 1 141-15,-1-6 95 0,-1 0 44 16,4-2-110-16,3 0 72 0,4 0 36 0,5 0-186 16,1-2 115-16,6-12 53 0,0 2-219 0,9-7 136 15,9 0 69-15,6 1 25 0,1-2 8 16</inkml:trace>
  <inkml:trace contextRef="#ctx0" brushRef="#br0" timeOffset="255">16685 9967 1446 0,'18'-16'0'0,"-4"3"0"0,-7 6 0 0,1-3 0 0,-5 7 0 0,-1-2 0 0,-2 4 0 0,0-1 0 0,0 2 262 16,-4 0-114-16,-5 0 192 0,0 5-146 0,-1 9-84 16,-3 4-39-16,4 2 0 0,-1 3 48 0,7 2-43 15,1-4 98-15,2 6-75 0,0 0-33 16,7 0 0-16,9-5-33 0,3 1-41 16,-1-4 28-16,8-1-244 0,1-1 128 0,-1-4 64 0,1-2 25 15,-2-3 7-15,-2-2-393 0,0-2 173 16,-4-1 109-16,-3-3-381 0,-3 0 230 0,-1 0 114 15,-5-3 50-15,0-5 37 0,-5-5-150 0,0-5 90 0,-2-5-226 16</inkml:trace>
  <inkml:trace contextRef="#ctx0" brushRef="#br0" timeOffset="256">16712 8738 602 0,'-12'-13'137'0,"6"9"-68"0,3 3-35 0,-3 1 397 16,1 0-199-16,-2 0-100 0,2 0 81 16,1 2-94-16,2 13-44 0,0 1-20 0,2 9-1 0,0 1 53 15,0 4-29-15,0 4-9 0,0 1-111 0,2 4 37 16,0-2 0-16,2-2-238 0,-2 1 146 16,3-3 61-16,1 3 35 0,-2-2-1 0,0-4-470 15,-1 2 202-15,1-5-826 0,3 2 1051 0</inkml:trace>
  <inkml:trace contextRef="#ctx0" brushRef="#br0" timeOffset="257">17278 9172 1345 0,'-13'0'0'0,"1"0"0"0,5 0 0 0,-2 7 0 0,-5 10 0 0,0 2 237 16,-2 8-106-16,-2 10-49 0,1 4-25 0,2 6 165 0,1 2-95 0,5 2-39 0,6-3 213 15,3 0-134-15,0-5-67 16,0-7-27-16,7 0-40 0,4-3 8 0,6-5-237 16,2 0 114-16,-1-6 57 0,3 0-185 15,-2-5 120-15,0-5 70 0,2 0 23 16,-1-3-1-16,-1-5 17 0,-2-2-631 0,0-2 268 15,2 0 147-15</inkml:trace>
  <inkml:trace contextRef="#ctx0" brushRef="#br0" timeOffset="258">17490 9271 1648 0,'0'-11'0'0,"0"4"0"0,9-1 0 0,7 2 0 0,-2-3 0 0,6 1 0 0,0 3 287 0,1 0-131 0,5 0 304 0,2 2-408 16,0 1-19-16,1 0-1 0,-3-1-21 0,6 3 22 0,-7 0 0 0,2 0 0 16,-4 5 0-16,0-1-249 0,-1 2 132 15,-3-3 55-15,0 1 31 0,-7-2-422 16,-1-1 227-16,-2-1 74 0,-6 2-513 0,-1-2 302 16,0 2 149-16</inkml:trace>
  <inkml:trace contextRef="#ctx0" brushRef="#br0" timeOffset="259">17538 9239 741 0,'-16'0'0'0,"3"0"0"0,3 3 0 0,3 0 0 0,0-1 0 0,3 0 201 15,-1 2-84 1,5 5-42-16,0 7 315 0,0 1-170 0,3 8-98 0,5 3-44 0,-1 5-23 0,2 7 252 16,-3 0-138-16,0-2-59 0,-1 8 41 15,-3-4-59-15,0-1-30 16,0-6-67-16,0 3 0 15,-1-4 46-15,-1-2-158 0,0-4 75 0,0-7 37 16,0-4 0-16,0-4-57 0,0-3 55 0,0-3 16 0,0-5 0 16,-3 0 24-16,-6-2-265 0,-3 0 114 0,1-6 11 0,-2-5-41 15,-4-6 58-15,2-2 27 0,-2 0 1 16,-1-1 29-16,6 5-8 0,-3 1 9 0,2 3 129 16,-2 4-65-16,1 3-33 0,0 4 84 15,0 0-63-15,1 2-5 0,0 11 130 0,-2 6-65 16,4-1-40-16,-3 5 7 0,5 0-33 15,0 5 13-15,1 0-9 0,4-3-335 16,3-3 162-16,1 0 82 0,0-1 42 0,5-2 13 0,10-4-578 16,8-2 281-16,3-7 141 0</inkml:trace>
  <inkml:trace contextRef="#ctx0" brushRef="#br0" timeOffset="260">17765 9706 1054 0,'7'-24'0'0,"-2"5"0"0,-1-1 0 0,-4-6 0 0,0 3 0 0,0-5 0 0,0 5 175 0,0 2-72 16,-6 4-35-16,1 1 187 0,0 8-102 0,-3 1-65 0,-2 4-28 15,-1 3 1-15,0 1 40 0,-4 20-35 0,2 5 9 0,-1 6 10 16,3 2-26 0,4 3-1-16,1 1 13 0,2 0 0 0,4-3-30 0,0-3 18 15,0-4-26-15,2-7 0 16,8 2-126-16,3-6 62 0,-2-3 41 0,4-2-9 0,-2-7 32 15,2-3-276-15,-2-2 119 0,3 0 70 16,-4-7 19-16,2-8-227 0,-3-7 105 0,-2-2 66 0,1-2 7 0,-4-2-45 16,-1-2 40-16,1 1 32 0,-3 1 22 15,-1 7 2-15,0 0 1 16,-2 7 150-16,0 5-84 0,0 2-29 0,0 3 302 16,0 4-167-16,0 0-66 0,0 4 454 15,-4 12-497-15,2 2-13 0,1 2 42 0,1 1-29 16,0 1 8-16,0 1 50 0,0-3-20 0,1 1-8 0,5-2-79 15,2-2 25-15,1-2 0 0,0-4-385 16,5-1 214-16,1-5 94 0,2-1 52 0,1-4-704 0,3 0 322 16</inkml:trace>
  <inkml:trace contextRef="#ctx0" brushRef="#br0" timeOffset="261">18104 9594 1718 0,'-5'0'0'0,"3"-1"0"0,0-2 0 0,2-2 0 0,0-1 0 16,0 1 0-16,2-3 129 0,11 3-48 0,2 1-24 0,2 0 0 0,0 0 222 0,1 2-127 15,3 0-374-15,0 2 127 0,-1 0 64 0,3 0 40 0,0 0-644 16,-1 0 321-16,6 0 159 0</inkml:trace>
  <inkml:trace contextRef="#ctx0" brushRef="#br0" timeOffset="262">18540 9266 1929 0,'-2'-8'0'16,"2"5"0"-16,0-3 0 0,4 0 0 0,11-1 0 0,2-1 73 0,9 1-9 0,1 3-31 0,5 0 0 16,1-2 87-16,3 5-44 0,-3-1-13 0,1 0-8 0,0 2-32 15,-4 0 10-15,-2 0 0 0,-5 0-251 16,2 0 134-16,-5 0 54 0,-1 0-362 15,-2 2 213-15,-8 1 105 0,0 2-864 0,-3 0 863 0,-3-1 43 16,-3-1-2-16,0 5 2 0,-5-6-131 0</inkml:trace>
  <inkml:trace contextRef="#ctx0" brushRef="#br0" timeOffset="263">18711 9160 757 0,'-24'0'0'0,"1"0"0"0,4 0 0 0,4 0 0 0,4 0 108 0,1 0-37 16,1 3 353-16,4 2-200 0,3 6-96 0,0 6-47 15,2 8-25-15,0 3 312 0,0 5-160 16,0 9-92-16,0 3-41 0,0 4 209 0,0 1-125 0,-2 4-63 16,0-2-10-16,2 0-30 0,-2 0 0 15,0-6-175-15,2-9 76 0,0 1 38 0,-2-9 8 16,2-3-57-16,0-6 43 0,0-7 22 0,0-5-243 16,0-4 115-16,0 0 66 0,-4-4-19 15,-1 0-42-15,-2-8 24 0,-2-7 28 0,-3-2-19 16,-3-7 46-16,0-1-23 0,0-3-1 0,0 2 25 0,0 1 38 15,3 10-7-15,-1-2-32 0,2 6 115 16,0 4-58-16,3 4-28 0,-1 2-1 0,-1 1 245 16,-1 4-123-16,4 9 40 15,-3 4-71-15,-1 5-24 0,4 1 0 0,-3-2-150 0,2 5 54 16,3-2 42-16,1-3-1 0,2-1 26 0,2 1-1 0,0-4-553 16,0-2 260-16,8-4 107 15,9-7-278-15,5-4 200 0</inkml:trace>
  <inkml:trace contextRef="#ctx0" brushRef="#br0" timeOffset="264">18724 9547 1362 0,'19'-9'0'0,"1"2"0"0,3 1 0 0,0-1 0 0,-3 2 0 0,3 4 0 0,-2 1 262 16,-3 0-115-16,1 7-49 0,-3 6 164 0,-4 4-115 0,-1 4-57 15,-5 5-84-15,-4 0 27 0,-2 1 8 0,0 2-270 16,-6-1 255-16,-9-1 7 0,-4 0 0 15,1-3-1-15,-1-5-91 0,-7 0 42 16,-1-4 25-16,3-6 0 0,0-1-330 0,3-5 165 16,2 0 18-16,4-3-258 0,6 0 182 0,1-4 91 0,8-9-308 15</inkml:trace>
  <inkml:trace contextRef="#ctx0" brushRef="#br0" timeOffset="265">19087 9476 1872 0,'2'-13'0'0,"-1"4"0"0,1 1 0 0,-2-1 0 0,0 0 0 0,-9 2 0 0,-1 4 0 0,-3 1 255 0,3 2-111 0,-2 2-56 0,-1 15-27 0,-1 5 122 0,3 8-67 15,2 2-46-15,3 2 1 16,4-2 95-16,2 2-67 0,0-2-32 0,2-1-13 16,13-2-22-16,3-3 1 0,2-3-269 15,1-2 134-15,0-7 68 0,-1-1-499 16,2-3 276-16,1-4 103 0,-1-5 78 0,-1-1-322 0,0 0 182 15,-1-1 84-15</inkml:trace>
  <inkml:trace contextRef="#ctx0" brushRef="#br0" timeOffset="266">19455 9108 1361 0,'7'0'0'0,"6"0"0"0,3 7 0 0,-2 3 0 0,2 3 257 0,0 6-112 0,0 3-56 16,0 6-29-16,3 12 1 0,-6-7 424 0,2 16-230 16,-2-3-111-16,-3 4 110 0,-3 3-110 0,-5 1-56 0,-2 3 150 15,0-1-107-15,-7 9-50 0,-12-6-139 16,-6 3 45-16,-5 4 22 16,0-10-714-16,-9 14 364 0,1-11 187 0,-2-2-2061 15,-2-4 2110-15</inkml:trace>
  <inkml:trace contextRef="#ctx0" brushRef="#br0" timeOffset="267">22426 9301 1076 0,'0'-1'0'16,"0"-2"0"-16,0 1 0 0,0 2 0 0,0 0 0 0,0 0 0 0,0 0 0 0,0 0 200 0,0 0-76 0,0 0-50 0,5 0-20 0,7 2 260 0,1 1-141 16,3 0-70-16,0 4 135 0,-1-4-106 15,2 1-50-15,0-1 47 0,-2 1-48 16,2 0-25-16,-1 1 9 0,0-1-64 0,-1-2 31 16,0 2 1-16,0-3 0 0,-4-1-46 0,4 0 19 15,-1 0 0-15,-5 0 26 0,0 0-216 0,-2 0 96 16,0 0 66-16,-2 0-468 0,-3 0 237 0,0 0 78 15,0 0-332-15,-2 0 237 0,0 0 110 0,0 0 68 16,0 6-266-16</inkml:trace>
  <inkml:trace contextRef="#ctx0" brushRef="#br0" timeOffset="268">22475 9522 693 0,'-17'9'0'0,"4"-2"0"0,3 0 0 0,3-3 0 0,1 0 0 0,1-2 459 0,3 0-217 0,0-2-105 0,0 0 168 15,2 1-137-15,0 4-67 0,2-2-26 0,11 1 281 16,2 0-162-16,2 1-80 0,2-3 61 0,2 2-72 16,-3-2-26-16,3-2-9 15,-3 0-111-15,2 0 38 0,-1 0 0 0,-1 0 38 16,-3 0-343-16,2 0 167 0,-2 0 88 0,0 0 44 16,-1 0-302-16,-2 0 160 0,2 0-18 0,-1-2-415 15,1 2 276-15,2 0 139 0</inkml:trace>
  <inkml:trace contextRef="#ctx0" brushRef="#br0" timeOffset="269">23150 9379 1080 0,'3'-12'0'0,"-1"5"0"0,2 1 0 0,-2-2 0 0,-1 5 0 0,-1-1 187 16,0 2-77-16,0 1-31 0,0-2 174 0,0 3-110 0,0 0-56 15,0 0 255-15,0 0-146 0,0 3-86 0,-3 7-38 16,-3 2 137-16,3 1-88 0,-1 2-44 0,-1 0-14 16,2 2 168-16,3 0-99 15,-2 0-49-15,2 2 60 0,0-1-55 0,0 1-19 16,0-2 151-16,0 1-220 0,0 2 0 0,2-5 0 16,6 1 0-16,-1-3 0 0,4 1 0 0,-2-1 0 15,5-4 0-15,0 1 0 0,2-1 0 0,0-3 0 16,4-3 0-16,-1-2 0 0,1-1 0 0,1 0 0 15,2 0 0-15,-3 0 0 0,0-7 0 0,1-1 0 16,-2-4 0-16,-4 1 0 16,0-1 0-16,-3 1 0 0,-3 0 0 0,-2-2 0 15,0 0 0-15,0-3 0 0,-4 0 0 0,1-1 0 16,0-2 0-16,-3 0 0 0,1-3 0 0,-2-3 0 16,0 1 0-16,0 3 0 0,0-5-223 0,-7 3 172 15,0 3 0-15,-3 0 39 0,-3 2-27 16,-3 1 8-16,2 3 12 0,-4 2-20 0,0 3 70 0,1 1-25 15,-3 4-11-15,1 2-34 0,0 1 157 0,2 1-62 16,0 0-37-16,1 0 260 0,-2 3-279 16,2 5 0-16,-2 2 0 0,1 1 0 15,3-2 0-15,1 1 0 0,1 3 0 0,-1-4 0 16,3 0 0-16,1 2 0 0,4-3 0 0,-3-1 0 16,5 1 0-16,-4 1 0 0,4-1 0 0,1 1 0 15,-2-1 0-15,4 2 0 0,-2-1 0 16,2 0 0-16,0 0 0 0,0 1 0 0,0-3-188 15,0 3 151-15,0-3-263 0,2 1 124 0,5 2 78 16,2-2 18-16,2 2-758 0</inkml:trace>
  <inkml:trace contextRef="#ctx0" brushRef="#br0" timeOffset="270">7350 10960 1095 0,'0'0'0'0,"-6"0"0"0,4 0 0 0,1 0 0 0,1 0 0 0,-3 0 0 0,3 0 214 0,0 0-91 0,0 0-46 0,0 0-21 16,3 0 246-16,4 4-126 0,0-3-76 15,-1 3 37-15,1 2-52 0,4 1-27 0,-2 1-100 16,-4-1 46-16,2 1-9 0,-1-1 38 15,0 1-288-15,0-3 143 0,-1 3 73 16,1-4 44-16,-2 0-547 0,-1 1 230 0,3-2 146 16,0 0 35-16</inkml:trace>
  <inkml:trace contextRef="#ctx0" brushRef="#br0" timeOffset="271">7329 11181 1014 0,'0'0'0'0,"0"4"0"0,0-4 0 0,0 1 0 0,0 2 0 16,0-3 0-16,0 2 471 0,0 1-211 0,0 1-117 0,2 0-56 0,5 1-26 0,3 2 90 16,-2 4-58-16,3-2-337 0,-1 3 134 0,1 0 72 15,0 5 35-15,-1 0-221 0,1 6 128 16,-2-5 72-16,1 9 25 0,-5-8-605 0</inkml:trace>
  <inkml:trace contextRef="#ctx0" brushRef="#br0" timeOffset="272">7393 11623 963 0,'-7'11'0'0,"3"-2"0"0,1 1 0 0,-2-6 0 0,3-1 0 0,1-3 0 0,1 0 134 16,-3 0-51-16,3 0 330 0,0 0-195 0,0 0-92 15,9 0-47-15,2-9 209 0,1-1-128 0,2-2-55 16,-1-2-40-16,2-2-83 0,-4 3 26 0,5 1 0 16,-3-3 25-16,0 3-415 0,1-1 203 0,-1 0 106 15,4 2-247-15,-3-5 134 0,1-2 102 16</inkml:trace>
  <inkml:trace contextRef="#ctx0" brushRef="#br0" timeOffset="273">7587 11046 1069 0,'-4'-2'0'0,"2"0"0"0,0 2 0 0,0 0 0 0,2 0 0 0,0-1 677 15,4-3-322-15,13-2-161 0,0 0-81 0,5-1 304 16,3-1-196-16,1 3-95 15,-2-3-46-15,5 4 5 0,-2-1-26 0,-2 3-132 16,5-4 48-16,-5 2 29 0,-2 1 0 0,-5 1-381 16,2 0 205-16,-10 0 110 0,2 0 44 0,-5 1-664 15,-3-1 332-15,-1 2 123 0,-1-2 97 0,-2-2-385 0</inkml:trace>
  <inkml:trace contextRef="#ctx0" brushRef="#br0" timeOffset="274">7718 10693 1446 0,'-10'4'0'0,"3"3"0"0,4-1 0 0,-1-3 0 0,3 3 0 0,1 0 0 0,0 1 0 0,0 3 204 0,1 1-78 0,4 3-50 16,3-1-22-16,-1 5 40 0,3-1-31 0,-3 4 0 16,0-1-22-16,-1 4-145 0,0 1 69 0,-6-1 33 15,2 5-117-15,-2-3 76 0,0 2 46 16,-5 1-33-16,-7-2 12 0,1 2 0 0,-3-1 39 15,0 0 11-15,-2 0-48 0,2-2 10 16,-3 1-36-16,4-4 279 0,2-5-106 0,0 1-60 16,2-6 151-16,5 0-99 0,-1-4-45 0,5-1-31 15,0-1-14-15,0-1 0 0,0-2 8 0,15-4-101 16,0 2 46-16,0-2 24 0,2 0-61 0,1 0 42 0,0 0 30 16,-2-2-10-16,2-2-128 0,-5 2 65 15,-2 1 9-15,0-2 24 0,-4 2-44 16,0 1 29-16,-4 0-5 0,-1 0 131 15,-2 4-55-15,0 7-24 0,0 3-3 0,-13 6 236 16,0-2-113-16,-1 5-61 16,0-1-15-16,-2 1 121 0,5-5-63 0,-2 5-46 0,0 2-6 0,5-8-1 0,-1 0-29 15,3-1 0-15,3-3-42 0,0-3 17 16,3-2 1-16,0-3 23 0,0 1-184 0,0-2 93 16,9-4-177-16,3 0 123 15,6 0 44-15,-2 0 36 0,7-11-13 0,0-4-51 0,-1-3 14 0,2 1 31 16,1-1-1-16,-2 1 23 0,-7 3-3 15,3 3 1-15,-3 4 68 0,1 4-29 16,-4 0-1-16,-2 3 137 0,0 0-75 0,-2 4-46 16,1 10-5-16,-5-1 309 0,2 3-142 0,-1 3-84 15,0-5-15-15,-3 4 100 0,2-7-68 0,-4 6-46 0,4-8-129 16,-4 3 46-16,2-5 22 0,-1 1 8 0,0-5-154 16,0 1 85-1,-2-3 42-15,0 2 20 0,0-3-595 16,0 3 293-16,0-3 97 0,0 0-520 0,0 0 341 0,0 0 170 0,3-9 85 0</inkml:trace>
  <inkml:trace contextRef="#ctx0" brushRef="#br0" timeOffset="275">8135 11166 789 0,'0'-4'231'0,"4"3"-115"0,-1-2-58 15,2 2-30-15,0 1 353 0,3 0-175 16,2 0-86-16,4-2 560 15,1 2-324-15,4-2-153 0,-3 0-90 0,5 2 141 16,-2-2-110-16,0 2-56 0,2-2-375 0,-2 1 168 16,-1 1 72-16,-1-2 39 0,0 2 1 0,-2 0-684 15,-4 0 362-15,-2 0 189 0,1 0-780 0</inkml:trace>
  <inkml:trace contextRef="#ctx0" brushRef="#br0" timeOffset="276">8200 11435 1360 0,'-12'11'0'0,"6"-2"0"0,0-2 0 0,2-2 0 0,2-1 101 0,2-1-26 16,2-1-8-16,10 0 598 0,7 0-317 0,5-2-157 0,-1 0 308 15,1 0-224-15,6 0-126 16,2 0-58-16,-8 0-251 0,4 0 96 0,-2 1 48 0,-4 1 33 0,0 1-783 16,0-2 400-16,-3-1 199 0,1 0-388 15</inkml:trace>
  <inkml:trace contextRef="#ctx0" brushRef="#br0" timeOffset="277">8730 11076 1615 0,'0'0'0'0,"0"0"0"0,0 0 0 0,0 0 0 0,0 0 71 0,0 0 0 15,0 0 404-15,0 4-213 0,3-1-119 0,0 3-262 16,-1 4 76-16,4 1-1579 15,-1 4 1635-15,2 6 7 0</inkml:trace>
  <inkml:trace contextRef="#ctx0" brushRef="#br0" timeOffset="278">8820 11483 1387 0,'0'9'0'0,"0"-2"0"0,0-2 0 0,0-3 0 0,0-2 0 0,0 0 940 15,0 0-454-15,0 0-218 0,0 0-57 0,0 0-90 0,0 0-43 0,0 0-782 16,0 0 369-16</inkml:trace>
  <inkml:trace contextRef="#ctx0" brushRef="#br0" timeOffset="279">10135 11235 226 0,'-7'0'0'0,"3"0"0"0,-1 0 0 0,-2 0 0 0,2 0 0 0,0 0 178 16,-3 0-65-16,3 0 59 0,-3-1-69 0,2-3-36 15,-1-1 1-15,0 1 78 0,-2 0-48 0,4-2-37 0,-1 0 1 16,1 3 88 0,0-5-58-16,-1 3-30 0,3-5 9 0,0 3 11 15,3-7-24-15,0 2-1 0,0-4 17 0,0 1-1 16,3 1-32-16,7-1 33 0,1-1-1 0,3 1-40 15,2 2 0-15,2 2 58 0,0 1-21 0,3 3-8 0,0 1-29 16,1 3 31-16,4 1 0 0,-1 2-31 0,-3 0 10 16,2 4-10-16,-3 7-1 0,-2 8 1 0,-2 1-32 15,-2 6 32-15,-4 2 8 0,-2 5-8 16,-2 1-23-16,-4 2 23 16,-1-2-29-16,0 3 0 0,-2-2 35 0,0-1-7 15,-2-4-11-15,-7-2-18 0,-3-1-5 0,-2-4 28 16,-4-4-27-16,-3 3-4 0,-2-8 22 0,-4-1 4 15,1-3-5-15,-3-6-141 0,7 1 63 0,-7-5-210 16,8 0 124-16,-2 0 67 0,4 0 20 0,2 0-208 16,5-5 110-16,3 1 68 0,2-6 28 0,5-3 1 0,2 2-232 15,0-2 122-15,6 0-312 0,15 0 226 16</inkml:trace>
  <inkml:trace contextRef="#ctx0" brushRef="#br0" timeOffset="280">10641 11024 409 0,'-10'-16'41'0,"3"5"0"0,-2 0 456 16,-3 0-458-16,1 1-6 0,0 5 0 0,1-1 186 16,-1 2-97-16,-3 3-45 0,3 1-22 15,-3 0 217-15,-4 9-236 0,2 6 5 0,-7 8-8 16,2 1-1-16,-3 10 71 0,2-1-36 15,-1 1 0-15,6 0-26 0,-1 7 178 0,6-2-93 16,3 1-47-16,5-6 230 0,4 4-138 16,0-5-61-16,4-3-43 0,11-3 113 0,5-5-74 0,3-3-37 0,5-4-128 15,0-4 54-15,2-1 15 0,4-3-143 16,-2-2 83 0,0-1 41-16,0-2 21 0,0-2-619 0,-2 0 307 15,0 0 102-15,-2 0 94 0,4-8-735 0</inkml:trace>
  <inkml:trace contextRef="#ctx0" brushRef="#br0" timeOffset="281">10896 11086 1048 0,'-19'0'0'0,"8"0"0"15,6 3 0-15,3-3 0 0,0 2 0 0,2-2 611 0,0 2-281 0,0 1-152 0,4 0 276 16,10-1-211-16,9 0-105 0,0-2-52 16,1 0 108-16,4 0-85 0,-2 0-38 0,-3 0 0 15,0-2-201-15,-1-2 81 0,-1 3 49 0,-4-2-9 0,-2 1-144 16,-3 2 93-16,-2 0 47 0,-1 0-660 16,-3 0 349-16,-1 2 62 0,-2 6 122 0</inkml:trace>
  <inkml:trace contextRef="#ctx0" brushRef="#br0" timeOffset="282">10941 11333 2179 0,'-6'4'0'0,"1"0"0"0,3-1 0 0,0 0 0 0,2-2 0 0,-1-1 0 0,1 0 0 0,0 0 0 0,0 0 362 0,5 0-156 0,10 0-90 0,2-4 193 15,-1-2-138-15,3 1-69 0,1 0-173 0,0 1 60 16,1 0-643-16,0 1 343 0,5 1 172 0,-8 2-1801 15,9 0 1939-15</inkml:trace>
  <inkml:trace contextRef="#ctx0" brushRef="#br0" timeOffset="283">11839 11111 774 0,'0'-3'0'0,"0"-1"0"0,0-1 0 0,0-3 0 0,0-2 0 0,0-1 280 0,0-1-124 0,-2 2-62 15,0-3-30-15,0 2 0 0,0-1 102 0,-1 1-71 16,-1 2-31-16,0-4 0 0,1 3 20 0,-1-1-25 15,-2 2 8-15,-2-3-5 0,3 0-1 0,-2 2-23 16,-5-1-5-16,3-1 0 0,-4 0 18 0,-1 5-18 16,0 0 0-16,-4 3 0 0,0 2 0 0,-3 2 0 0,0 0 26 0,-3 13-27 15,0 3 140-15,1 2-132 0,-2 4-7 16,5 3 67 0,0 1-26-16,-1 4-8 0,4 1-33 0,0-2 104 15,4 5-52-15,3 0-26 0,3 0 8 0,3-1 43 16,4 2-38-16,0-2-1 0,0-1-38 0,4 0 22 15,5-7-14-15,6 5-8 0,-2-8 0 0,1-3-54 0,0-3 27 16,4 0-1-16,-2-5 36 0,1-4-62 16,0-4 27-16,2-3 0 0,0 0 188 0,-1-5-508 15,3-14 246-15,-1-2 21 0,-2-6-203 16,1-1 106-16,-3-6 65 0,2 0 2 0,-2-8-121 16,-4 9 82-16,0-3 42 0,-2 5 21 0,-2 6 8 15,-1 0 5-15,-3 9 7 0,-2 5 205 16,-1 1-102-16,1 7-51 0,-2 0-26 15,2 1 132-15,-2 2-54 0,0 0-48 0,0 15 16 16,-4 7 245-16,-1 2-135 0,-1 4 153 0,1 4-11 0,0 0-291 16,4 2 0-16,1-1 0 0,0-1 0 0,0-5 0 15,4 3 0-15,5-10 0 0,2 1 0 0,3-6 0 16,0 0 0-16,0-5 0 0,3-3-737 16,-2-4 406-16,1-3 140 0,0 0 87 0,0 0-740 15,2 0 397-15,0-1 211 0</inkml:trace>
  <inkml:trace contextRef="#ctx0" brushRef="#br0" timeOffset="284">12543 11125 795 0,'0'0'0'0,"0"0"0"0,0 0 0 0,0 0 0 0,0 0 0 0,0 0 0 0,0 0 0 0,0 0 120 0,0-2-44 15,0-3-21-15,0-5 0 0,0 1 106 0,2-3-69 0,0-1-29 16,-2-3-3-16,0 4-1 0,0-3-26 0,0 2 8 16,0 0-50-16,0-2 22 15,-2 1-1-15,-5 3-14 0,-1 0 1 0,-1 0 42 0,-3 3-8 16,0 1-48-16,-2 3 24 16,1 3-21-16,-4 1 41 0,0 0-7 0,-2 0-2 15,-1 10-21-15,1 6 83 0,-2 2-33 0,3 3 0 16,-1 3-21-16,0 3 90 0,4 1-40 0,0 2-24 15,4 2 15-15,0 1 7 0,2 1-14 0,6 0-7 0,3 0 61 16,0-4-41-16,0 0-21 0,2-4-1 16,10-5 51-16,2 4-41 0,0-11 1 15,2 4-52-15,3-7-1 0,-1-2 21 0,5-3 9 16,-4-3-99-16,4-3 45 0,-3 0 23 0,-1 0 0 16,0-9-58-16,0-6 40 0,0-4-12 0,-5-2-202 15,0-3 114-15,-1-1 28 0,0-2 39 0,-3-4-157 16,-1 2 74-16,-2 0 45 0,0 1 84 0,-2 7-38 15,-1-1 0-15,-3 3-8 0,1 7 176 0,-2 1-83 16,0 4-43-16,0 3-21 0,0 3 315 0,0 1-154 16,-2 0-49-16,-3 5 50 0,-1 12-34 0,0 5-44 15,2 1 67-15,4 1-44 0,-1 7-35 16,1-3-1-16,0-2 16 0,3 0-21 16,11-2 0-16,-1-5-13 0,6 2-54 0,-1-6 24 15,5-2-1-15,-4-5 23 0,3-3-123 0,-1-1 70 16,2-4 22-16,-2 0-67 0,-1-2 27 15,-1-7 30-15,-5-8-13 0,2-2-122 0,-2-5 48 16,-2-1 44-16,-4-1-58 0,1-2 44 0,-4-2-2 0,-3 0 7 16,0-2 68-16,-2 0-39 0,0 0-8 0,0 0 7 15,-6 0-25-15,-5 4 25 0,2 2 5 16,-3 9-5-16,0 0 5 0,-2 5-3 0,-2 5 0 16,-4 5 108-16,-2 2-46 0,0 0-27 15,-1 14 110-15,-2 2-63 0,1 3-27 0,2 4 3 16,-1-2 36-16,4 0-32 0,4 0-2 0,4-2-1 15,1-2-144-15,9 0 60 0,1-2 39 0,0-2-366 16,1 1 179-16,17-1 92 0,2-2 22 0,8-2-233 16,2 0 145-16,4-5 72 0</inkml:trace>
  <inkml:trace contextRef="#ctx0" brushRef="#br0" timeOffset="285">13272 11029 876 0,'0'-13'0'0,"0"0"0"0,-2 2 0 0,-1-2 0 0,-5-1 363 0,0 3-165 0,-1 1-83 0,2 5-41 15,-3-1 348-15,1 4-373 0,-6 0-16 16,0 2-1-16,0 2 33 0,-6 16 1 16,2 0-34-16,-1 5 9 0,-1-1 83 15,0 3-46-15,6-4-23 0,3-1 0 16,3-2 139-16,6-4-72 0,1 2-49 0,2-4 0 0,0-1 18 15,11 1-30-15,6-3 1 0,4-1-21 0,-1-3-38 16,3 1 0-16,-2-1-3 0,1 1-1 0,1 1 34 16,-2 0-121-16,-5 5 56 0,1 0 32 0,-4 1-107 15,-3 4 58-15,-5 0 35 0,-3-1-13 16,-2 5 45-16,0 1-19 0,-7-1-14 0,-9 0-7 16,0-4-18-16,-7 3 30 0,-1-2-4 0,1-5-106 15,3-6 51-15,-3 0 27 0,-2-1-6 0,3-4-388 16,2-2 202-16,0 0 100 0,6-9 51 15,0-12-460-15,9 1 247 0,5-13 136 0</inkml:trace>
  <inkml:trace contextRef="#ctx0" brushRef="#br0" timeOffset="286">13409 10657 1321 0,'6'-13'0'0,"0"6"0"0,-1-1 0 0,-3 3 0 0,0 0 0 0,0 4 0 0,-2-2 453 0,0 3-203 15,0 0-112-15,0 0-53 0,0 13 0 16,0 7-26-16,-2 3 0 0,-6-3-43 0,-3 8-7 16,0-1 24-16,0-5-1 0,-1-3-97 15,-1 1 48-15,-1-2 33 0,2-5 3 16,1-2 14-16,3-4 0 0,-2-3 0 0,5 0 194 16,1-2-88-16,3 0-58 0,1-2-9 0,-2 0 178 15,2 0-108-15,0 0-55 0,3 0-19 0,14 0 14 16,6 0-25-16,1 0 0 0,3-2 184 0,1 0-241 15,4 0 0-15,-2 0 0 0,0 0 0 0,-2 2 0 16,-2 0 0-16,0 0-357 0,-3 0 230 0,-2 0 76 16,-1 0 21-16,-3 0-531 0,-2 0 240 0,-3 0 144 15,-5 0 64-15,-2 0-201 0,-1 0 140 0,-2 0-392 16,-2 0 267-16,0 0 133 0</inkml:trace>
  <inkml:trace contextRef="#ctx0" brushRef="#br0" timeOffset="287">13616 10601 708 0,'-9'-9'0'0,"1"4"0"0,2 0 0 16,-1 3 0-16,1 1 0 0,4-2 526 0,1 1-247 0,-1 2-123 15,2 0 319-15,0 13-213 0,0 5-119 0,0 6-55 0,0 2-27 0,0 2 285 16,0 4-156-16,0 2-60 0,0 0-53 16,0 2-22-16,0-1 0 0,-2 2-148 15,0-4 63-15,2 3 39 0,-2-3-535 0,0-1 279 16,0-2 140-16,2-4-678 0,0-4 380 15,0-2 168-15,0-3 106 0</inkml:trace>
  <inkml:trace contextRef="#ctx0" brushRef="#br0" timeOffset="288">13699 11234 1592 0,'-8'0'0'0,"7"0"0"0,1 0 0 0,0 0 0 0,0 0 0 0,0-2 0 0,3-2 0 0,12-3 618 16,4 0-297-16,6-2-144 0,-2 2-73 0,7 3 156 15,4-1-114-15,0 1-32 0,2 2-45 0,-2-2 0 16,0 3-296-16,-4-1 235 0,0 0 24 0,-6 0-178 16,0 2 85-16,-1 0 47 0,-4 0 24 0,-3 0-1 15,-2 0 24-15,-5 0-580 0,0-2 271 0,-5 2 58 16,0-2 93-16,-2 0-428 0,-2-2 260 0,0-5 122 0</inkml:trace>
  <inkml:trace contextRef="#ctx0" brushRef="#br0" timeOffset="289">14046 10801 593 0,'0'-5'144'0,"0"2"-55"0,-2 1-28 0,2 0 424 15,-4 0-226-15,1 2-105 0,-1 0-64 0,-2 0 320 16,0 13-188-16,1 9-95 0,-4 9 118 0,1 5-99 15,-4 8-60-15,3 5-27 0,0 2 133 0,-1 5-80 16,1 8-40-16,4-12 9 0,3 7 12 0,2-5-30 16,0-5 1-16,0-11-32 0,5 0-77 15,6-10 46-15,7 0-7 0,-6-12-162 16,6-1 101-16,-2-8 49 0,3-2-157 16,2-5 96-16,-1-2 49 0,3-14-16 0,-2-5-601 0,4-11 308 15,-5-2 152-15,1 2 70 0,3-17-705 0</inkml:trace>
  <inkml:trace contextRef="#ctx0" brushRef="#br0" timeOffset="290">14902 11230 1202 0,'-5'0'0'0,"1"0"0"0,3 5 0 16,1 3 0-16,0 0 0 0,-3-1 0 0,3 3 0 0,0 1 0 0,0 2 290 0,0 2-129 0,0 2-64 0,0 0-32 0,0 0-8 0,0 1 9 16,0-1-33-16,-2 0-73 0,-2-1 37 15,1-3 0-15,-1-6-252 16,-1 1 152-16,1-3 64 0,-1-2 35 0,0-3-509 0</inkml:trace>
  <inkml:trace contextRef="#ctx0" brushRef="#br0" timeOffset="291">15165 10897 1840 0,'-4'-5'0'0,"4"4"0"0,-2-1 0 0,2 2 0 0,0 0 0 0,0 0 0 0,0 0 0 0,0 0 213 0,0 0-94 0,4 7-43 15,6 4 236-15,3-1-140 0,2 1-69 0,0 2-28 16,2 0 54-16,0 0-49 0,-2 0-23 0,2 0-196 15,-2 1 86-15,1-1 51 0,-2-2 13 0,-1 2-474 16,-2-2 248-16,-1-1 124 0,-1-1-336 0,0-3 126 16,1 0 138-16,-1-5 65 0</inkml:trace>
  <inkml:trace contextRef="#ctx0" brushRef="#br0" timeOffset="292">15550 10628 1710 0,'0'-10'0'16,"-1"6"0"-16,1 0 0 0,-2 2 0 0,0 1 0 0,0 1 0 0,-1 0 0 0,1 17 315 0,-1 9-146 0,-3 10-68 0,-3 7 366 0,0 7-217 15,-6 17-109-15,2-9 171 0,-8 18-144 16,2-2-68-16,1 3-33 0,-3 3 29 0,1 3 103 16,-1-2-199-16,0-4 0 0,0-5 0 0,3-7 0 15,2-14 0-15,1 0 0 0,6-14-280 0,-1-3 172 16,7-10 71-16,-1-5-450 0,4-8 244 0,0-4 52 15,0-4 77-15,0-3-486 0,0 0 283 16,9-21 143-16,7-9-445 0</inkml:trace>
  <inkml:trace contextRef="#ctx0" brushRef="#br0" timeOffset="293">15719 10915 1793 0,'2'-4'0'0,"1"1"0"0,4 0 0 0,0 2 0 0,0-2 0 0,4 2 0 0,-2-2 294 0,3 2-131 0,4-1-65 0,-2 0-25 0,7 1 235 16,-1-1-138-16,0-1-272 15,2 1 68-15,1 1 33 0,-3 1-255 16,1 0 141-16,-3 0 73 0,-2 0-634 0,-1 0 354 16,-2 0 177-16,-6 8 97 0</inkml:trace>
  <inkml:trace contextRef="#ctx0" brushRef="#br0" timeOffset="294">15823 11165 1123 0,'-7'5'0'0,"4"-1"0"0,1-4 0 0,0 0 0 0,0 0 0 0,2 0 55 0,0 0 454 16,0 0-242-16,11 0-117 0,3-2 71 16,5-4-94-16,1-2-39 0,1 3-485 0,0-2 215 0,1 1 108 15,1 0-312-15,0 3 209 0,1 2 114 0</inkml:trace>
  <inkml:trace contextRef="#ctx0" brushRef="#br0" timeOffset="295">16700 10993 1040 0,'-4'-18'0'0,"0"3"0"0,1-4 0 0,-1-4 0 0,-1 2 0 0,0 0 346 15,0-1-161-15,-1-4-76 0,2 2-38 0,1-1 43 16,-3 1-41-16,0 3 8 16,-1-1-54-16,-1 1 6 0,-3 4-1 0,0 6 1 15,-2 3-68-15,-3 5 42 16,-4 3-8-16,-2 6 65 0,-3 22-32 0,-2 5 1 16,1 8 114-16,-1 6-49 0,0 4-37 0,3-1 63 15,1 4-45-15,5-4-24 0,2-4 1 0,9-3 148 0,0 3-89 16,7-12-42-16,0 2-6 0,0-6 0 0,1-6-34 15,10-3-149-15,0-4 71 0,5-6 39 0,0-3-1 16,1-7-527-16,6-1 555 0,-1-5 20 0,1-15-26 16,2-8-319-16,-1-5 137 15,-2 0 76-15,-1-5 8 0,-4 4-55 0,0-3 57 16,-2 1 24-16,0 0 0 0,-3 4-20 0,-1 2 22 16,-6 7-8-16,2 3 31 0,-3 4 109 0,-1 5-55 15,-1 6-28-15,-1 2 263 0,1 0-141 16,-2 3-74-16,0 5-37 0,-2 15 315 0,-4 4-159 15,0 3-44-15,3 1-10 0,-3 3 25 16,5 2-49-16,-1 0-26 0,2 1 1 0,0-8-53 16,0 8-9-16,3-5 37 0,8-4-375 0,3-2 188 15,2-2 93-15,2-8-702 0,6 0 348 0,3-4 193 16</inkml:trace>
  <inkml:trace contextRef="#ctx1" brushRef="#br0">27739 16973 0,'0'0'0,"0"0"16,0 0-1</inkml:trace>
  <inkml:trace contextRef="#ctx0" brushRef="#br0" timeOffset="297">17240 10868 745 0,'0'-12'0'0,"0"3"0"0,2 0 0 0,2-3 0 0,-2 1 0 0,0-3 0 0,-1 4 0 0,-1-2 170 0,0 0-73 0,0 0-33 0,0 4 60 15,-1 0-46-15,-9 3-23 0,0 1 9 0,-2 3-42 16,-5 1 11-16,-4 5 0 15,-1 10-39-15,-1 6 8 0,1 3 30 0,-1 1 1 16,2 2 23-16,3-4-23 0,1 0-1 0,6-4 9 16,1-1 46-16,4 2-27 0,3-5 0 0,3 0 19 15,0-1-23-15,1 0 9 0,13-1-25 16,2-2-7-16,7 0 0 0,-5-1 0 0,7 0-22 0,-6 1 8 16,2-3 14-16,-6 4 0 0,0-1-24 15,-6 3 0-15,-3-1 24 0,-4 5 8 16,-2-1-40-16,0 3 3 0,-4 4 0 0,-12-4 25 15,2-2-5-15,-2-2-2 0,-2-4-79 0,-1 1 36 16,1-4 0-16,0-6 33 0,6 0-313 0,0-3 143 16,3 0 77-16,5-14 27 0,4-8-454 0,2-4 238 15,15-6 118-15,3 3 52 0,9-8-140 0</inkml:trace>
  <inkml:trace contextRef="#ctx0" brushRef="#br0" timeOffset="298">17313 10933 1566 0,'12'-4'0'0,"-3"3"0"0,-1 1 0 0,-3 0 0 0,-1 0 0 0,0 0 0 0,-2 9 0 0,2 4 0 0,-2 2 313 0,-1 2-139 16,1 4-72-16,0 4 299 0,0-1-184 16,0-3-84-16,-2 2-54 0,2-1-92 0,-2-4 23 0,1-1 0 15,-1-8-413-15,2 1 225 0,0-4 102 0,-2-3 54 16,0-3-612-16,2 0 321 0,0-11 61 0,2-13 104 16</inkml:trace>
  <inkml:trace contextRef="#ctx0" brushRef="#br0" timeOffset="299">17455 10428 689 0,'0'-11'0'0,"0"5"0"0,0 0 0 0,0 5 0 0,0-1 0 0,0 2 102 0,0 0-40 0,5 2 28 0,1 9-29 16,-1 6 0-16,0 4-28 0,4 1-218 0,-2 8 98 16,0 0 50-16,1 4 26 0,0 2-326 15,-1 0 156-15,-1-1 70 0,1 1 47 16,-4-2 5-16,0-2 59 0,-1-3 0 0,0 2 0 15,0-7 0-15,-2 8 0 0,0-6 95 0,0 0-68 16,0 1-29-16,0-4-1 0,0-1 363 0,0-1-181 16,0-2-48-16,0-1-59 0,0-5 254 0,0-3-146 15,0-3-66-15,0-3-44 0,0-3 23 0,0-1-30 16,0 0-1-16,0 0-64 0,0-8 43 0,0-9-9 16,3-7 1-16,3 1-85 0,1-4 43 15,3 1 20-15,-1 5-120 0,2-1 67 16,1 2 25-16,-1 2 23 0,2 5-88 0,-3 4 43 15,-1 5-7-15,0 0 150 0,1 4-60 0,-1 0-23 16,-2 5-8-16,-1 11 212 0,0 6-97 16,0 6-59-16,-3 1 103 0,1 1-72 0,-2 2-23 0,1-1-23 15,-1-3 62-15,4 1-46 0,-4-7 1 0,4-1-39 16,-2-4-173-16,-3-4 86 0,3-4 52 16,-2-2 14-16,0-4-413 0,0-3 184 15,-1 0 114-15,1-3-412 0,2-15 228 16,2-8 132-16,0-4-93 0,1-13 108 0</inkml:trace>
  <inkml:trace contextRef="#ctx0" brushRef="#br0" timeOffset="300">17969 10303 1102 0,'4'-10'0'0,"0"2"0"0,-2 6 0 0,1 2 0 0,-1 0 0 0,-2 2 142 0,0 14-59 0,0 2 308 0,0 6-180 15,-5 3-89-15,-5 5-36 0,-7 8 50 0,0-3-51 16,2 1-26-16,-2-9-129 15,1 5 52-15,-2-4 33 0,2-5-8 0,2-6-28 16,1-2 26-16,4-5 1 0,5-4 49 0,0-1-14 16,0-2-8-16,4-4 0 0,0 1 46 0,0 0-12 0,8 0-39 0,5-2-36 15,6 0 27-15,0 0 189 16,7 0-88-16,-1-2-40 0,1-2-23 16,-2 1 23-16,6-2-47 0,-4-2 0 0,1 4-205 0,-2-2 103 0,-4 0 51 15,0 5-159-15,0-3 101 0,-4 1 36 0,-4-1 32 0,-2 2-556 16,1-1 268-16,-5 0 112 15,-1 0 79-15,-2-4-364 0,-3 1 219 16,1-6 108-16</inkml:trace>
  <inkml:trace contextRef="#ctx0" brushRef="#br0" timeOffset="301">18136 10383 957 0,'-11'-5'0'0,"3"3"0"0,1 2 0 0,0 0 0 0,-1 0 0 0,0 7 0 0,3 4 0 0,1 6 413 0,0 6-194 16,3 3-93-16,-1 6 272 0,-2 2-183 0,-1 7-91 15,2-3-37-15,-1 7 27 0,1-2-41 0,-1-2 1 0,2 1-41 16,-2-3-120-16,3-3 68 0,-1 9 21 0,-2-4 1 16,2-7-484-16,2 0 257 0,0-4 128 0</inkml:trace>
  <inkml:trace contextRef="#ctx0" brushRef="#br0" timeOffset="302">18187 10860 1383 0,'4'-2'0'0,"1"-2"0"0,3 3 0 16,-1-3 0-16,1 2 0 0,3 1 0 0,2-3 0 0,4 2 533 0,0 0-250 0,4 2-125 0,1 0-63 0,-1 0 142 0,1 0-107 15,1 0-48-15,-2 0-25 0,-1 4-96 0,1-3 36 16,-2-1 9-16,-4 0-401 0,2 0 214 16,-6 0 106-16,-2 0-521 0,1 0 302 15,-4 0 65-15,-1 0 107 0,-3-3-283 0,0-9 186 16</inkml:trace>
  <inkml:trace contextRef="#ctx0" brushRef="#br0" timeOffset="303">18473 10483 765 0,'-9'-14'0'0,"2"7"0"0,0 2 0 0,1 2 0 0,1 3 0 0,-3 0 0 0,0 4 368 0,-1 18-171 0,0 6-83 0,-3 14 310 16,1 2-196-16,-1 10-98 0,0 4-40 0,1 8 138 15,1-13-98 1,3 2-48-16,1 2 134 0,6-6-92 0,0-8-37 0,0 6-120 15,6-8 33-15,9-9 1 0,1 1-392 16,4-5 213-16,-2-8 113 0,6-1-1142 16,1-8 1165-16,0-4 22 0,-5-7-37 0,6 0 1 0,-3 0-16 15</inkml:trace>
  <inkml:trace contextRef="#ctx0" brushRef="#br0" timeOffset="304">18901 11174 1577 0,'2'0'0'0,"0"0"0"0,-1 0 0 15,1 4 0-15,-2-1 0 0,0 2 0 0,0 3 0 0,0 2 0 0,0 0 616 0,0 4-292 0,-2 1-145 0,-7 2-151 0,-1-1 4 0,1 4 9 16,0-2-8-16,-1 1-841 0</inkml:trace>
  <inkml:trace contextRef="#ctx0" brushRef="#br0" timeOffset="305">19770 10783 1310 0,'-9'0'0'15,"-1"0"0"-15,7 0 0 0,1 0 0 0,0 0 0 0,0 0 0 0,2 0 0 0,0 0 205 0,2 0-85 0,12 0-36 0,0 0 155 0,4 0-103 16,-2-3-52-16,1 1-25 0,1-2 225 0,0 0-118 16,0 1-71-16,-1 1-30 15,1 2 65-15,0 0-49 0,-1 0-24 0,0 0-23 16,-2 0-1-16,1 2 0 0,0 1-1 0,-3 3-122 15,0-3 62-15,-2-2 38 0,0 4-100 0,-1-3 61 16,-1-2 31-16,-1 0 0 0,-3 0-341 0,0 0 129 16,0 0 99-16,-3 0 48 0,0 0-326 0,0 0 179 15,-1 0 88-15,1 0-287 0,-2-2 192 0,0-4 93 16,0 1-253-16</inkml:trace>
  <inkml:trace contextRef="#ctx0" brushRef="#br0" timeOffset="306">19994 10501 894 0,'-8'-9'0'0,"3"3"0"0,1 5 0 0,1-1 0 0,0-1 0 0,3 2 0 0,-2 1 0 0,0 1 480 0,2 19-227 0,0 4-110 0,0 12-55 16,0 5 343-16,0 6-199 0,0 6-92 0,0 11 227 16,0-4-168-16,0-1-83 15,0 3-41-15,2 0 102 0,-2-8-64 0,2 5-44 16,2-4-13-16,0-5 1 0,3-5-24 0,1-11 139 15,2-1-172-15,2-6 0 0,-1-6 0 0,3-7 0 16,-1-4-352-16,4-10 256 0,-1 0 73 0,9-11-541 16,2-21 275-16,-1-4 87 0,-1-5-192 0,2-2-154 15</inkml:trace>
  <inkml:trace contextRef="#ctx0" brushRef="#br0" timeOffset="307">20583 10436 913 0,'-2'-10'0'0,"-3"5"0"0,3 3 0 0,2 0 0 0,0 2 0 0,0 0 0 0,0 0 122 0,0 0-45 0,0 0 156 15,0 0-92-15,0 12-59 0,0 6-24 0,4 4 99 16,-1 3-62-16,1 1-31 0,1 6 8 0,-4 2-35 15,-1 2-5-15,0 7 1 0,-1 0 0 0,-11 4-41 16,-3-1 8-16,-4 2 33 0,0-3-69 0,1-4 34 16,2-9 0-16,-2 4-233 15,1-6 125-15,0-2 36 0,2-6 42 0,4-4-332 16,-1-5 169-16,6-4 59 0,1-6 56 0,5 0-203 16,0-3 126-16,0 0 62 0</inkml:trace>
  <inkml:trace contextRef="#ctx0" brushRef="#br0" timeOffset="308">20489 10925 456 0,'4'-11'0'0,"1"1"0"0,-2 2 0 0,-1 3 0 0,0 0 0 0,0 3 443 0,0 1-206 0,-1 1-101 16,1 0-52-16,0 0 333 0,3 0-196 15,4 0-95-15,-2 0 93 0,0 6-93 16,2 1-47-16,0 1-14 0,2 2-71 0,-4-4 0 16,2 3 39-16,-1-3-342 0,-1 2 171 0,1-2 94 15,-1-3 34-15,3-1-529 0,-1-2 277 0,2 0 53 16,-1-5 97-16</inkml:trace>
  <inkml:trace contextRef="#ctx0" brushRef="#br0" timeOffset="309">20859 10426 1879 0,'7'-7'0'0,"-4"3"0"0,1 0 0 0,0 1 0 0,-1 3 0 0,-1 0 0 0,2 11 0 0,-1 6 0 0,1 9 149 0,-2 2-58 16,1 13 103-16,-3 1-80 0,0 4-33 0,-7 6-8 0,-5 0 67 15,-1-1-53-15,-5 1-28 0,1-3 1 16,-1 0-49-16,-1-4-7 0,1-4-127 0,-3-2 77 16,3-7 40-16,0 1 0 0,-1-5-258 0,1-5 128 15,4-7 80-15,-1-1-10 0,4-4-200 0,3-4 78 16,1-4 71-16,3-1 40 0,3-2-325 0,1 0 185 0,0-9 92 16</inkml:trace>
  <inkml:trace contextRef="#ctx0" brushRef="#br0" timeOffset="310">20799 10917 2229 0,'10'-6'0'0,"-4"3"0"0,-1 3 0 0,1 0 0 0,-3 0 0 0,1 3 0 0,2 9 0 0,0-2 0 0,3 6 0 0,3 0 201 16,-1-1-75-16,1 4 266 0,4 2-179 0,-1 0-90 16,0-1-46-16,0 0 46 0,-2-2-37 0,4 4-31 15,-5-3 1-15,0-1-70 0,-3 0 24 0,3-1 0 16,-3 0 31-16,0-4-430 0,0 2 211 0,0-5-545 15,0 2 312-15,0-1 199 0,3-3 32 0,-1-1 78 0,4-3-469 16</inkml:trace>
  <inkml:trace contextRef="#ctx0" brushRef="#br0" timeOffset="311">21395 10729 1488 0,'0'-10'0'0,"0"6"0"0,0 2 0 0,0 1 0 0,0 1 0 0,0 0 0 0,-3 0 233 0,-4 0-100 0,2 7-42 0,-1 8-33 0,1 8 0 15,1-1-25-15,-1 6 327 0,0 3-163 16,1 2-74-16,3 1-50 0,1 0 70 0,0 0-56 16,0-2-27-16,0 0 0 0,1-7 16 0,10 6-8 15,-1-9-35-15,0-3 0 0,3-4 17 0,4 1-9 16,2-7-8-16,2-2-31 0,-1-3 1 0,6-4 29 15,-1 0 1-15,-4-2-88 0,4-9 40 0,-2-4 23 0,-2-2-170 16,-3-2 81-16,-2-3 47 16,-3 1 5-16,2-5-70 0,-4-1 29 15,-2-1 30-15,-1-2-10 0,-2 0-143 16,-4-3 64-16,-1-3 52 0,-1-2-72 0,0 1 59 0,-1-7 28 16,-10 13 0-16,-3-4 10 0,-1 7 19 0,-2 6 161 15,1 7-80-15,-9 2-40 0,0 5-1 0,1 5-48 16,-4 2 8-16,1 1 181 0,2 1-85 0,-2 12 39 15,3 2-53-15,3 2 0 0,-1 2-23 0,4 3 15 16,3 1 0-16,6-1 14 16,2 2-29-16,3-3-240 0,4 2 112 0,0-1 55 15,0 1 30-15,5-3-536 0,6-2 262 0,7-2 113 16,4-1-419-16</inkml:trace>
  <inkml:trace contextRef="#ctx0" brushRef="#br0" timeOffset="312">21968 10485 2158 0,'0'-7'0'0,"0"4"0"0,0 1 0 0,0 0 0 0,1-1 0 0,9-3 0 0,5 2 0 0,2-1 263 0,5-1-115 15,3 2-51-15,1-1-72 0,1 1 8 0,-5-1 8 16,2 2-9-16,-1 2 1 0,0-1-145 0,-7 2 73 15,1 0 36-15,-6 0-466 0,1 0 247 0,-3 0 128 0,-3 3-632 16,-3 5 300-16</inkml:trace>
  <inkml:trace contextRef="#ctx0" brushRef="#br0" timeOffset="313">22133 10488 1176 0,'-8'8'0'0,"1"0"0"0,1-1 0 0,-1 2 0 0,-3 2 0 0,1 2 0 0,-2 3 184 0,1 0-79 0,-3 1-36 16,-1 4 4-16,0 0 0 0,-2-2-40 0,0 0-26 16,0 1 25-16,0-5 1 0,2-2 0 0,0-2 24 15,5-4 1-15,2 0-17 0,0-4 103 16,4 1-55-16,1-4-28 0,2 2-1 0,0-2-27 16,0 0 108-16,2 0-59 0,11 0-24 0,4-2 40 15,2-2-33-15,-1-2 1 0,1 2-57 0,2 1-8 16,-3-1 32-16,2 2-71 0,-3 1-113 0,-3 1 91 15,-5 0 55-15,7 0 15 16,-7 0-579-16,-2 0 280 0,2 1 100 0,-2 1-373 0,-2 0 256 16,3-2 140-16</inkml:trace>
  <inkml:trace contextRef="#ctx0" brushRef="#br0" timeOffset="314">22229 10614 1045 0,'0'-2'0'0,"-2"0"0"0,1 2 0 0,1 0 0 0,-2 0 0 0,2 0 0 0,0 0 476 0,0 4-221 15,0 4-112-15,0-2-46 0,0 1 95 0,3 1-79 16,3 1-40-16,-3 0 0 0,5 1-88 16,-5-1 32-16,2 4-7 0,-1-2-489 0,-3 0 256 15,-1 4 128-15,0 1 64 0</inkml:trace>
  <inkml:trace contextRef="#ctx0" brushRef="#br0" timeOffset="315">21944 10949 1305 0,'-8'5'0'0,"4"-3"0"0,2 0 0 0,2 0 0 0,0-2 0 0,0 0 494 16,11 0-234-16,5-2-114 0,6-4-57 0,2-3 67 15,-1 1-62-15,0 1-22 0,3-4-8 0,-6 5-186 16,3-1 77-16,-4 0 40 0,-3 2-1 0,-2 4-410 16,-1-4 221-16,-1 3 113 0,-5 1 58 0,-1-2-520 15,-3 3 218-15,-3-1 152 0,0-2-194 16,0 0 167-16</inkml:trace>
  <inkml:trace contextRef="#ctx0" brushRef="#br0" timeOffset="316">22130 10785 701 0,'-10'-2'0'0,"1"2"0"0,1 0 0 0,0 2 0 0,1 9 186 0,1 3-77 0,1 2-30 0,1 7 127 16,1 1 66-16,1 0-120 0,-1 3 150 0,3 1-135 16,0-5-58-16,0 7-46 0,0-10 0 0,0 1-30 0,3-2 0 15,0-6-143-15,7-2 81 0,0-3 26 16,6-6 0-16,0-2-323 15,4 0 180-15,1-16 89 0,-1-5 53 0,2-2-429 0,-1-6 177 0,1-2 116 16,1-9 56-16,-2 5-196 0,-3-1 116 16,3-6 69-16,-4 12 32 0,0 1 108 0,-3 1-38 15,-4 10-1-15,-2 3-47 0,0 2 175 0,-3 6-84 16,-3 2 404-16,2 4-244 0,-2 1 635 16,0 0-757-16,-1 3-34 0,1 11 10 15,0-1 116-15,-2 3-148 0,2 1 1 0,0 0 8 0,-1 2-510 16,1-4 445-16,0 1 29 0,1-5 0 15,-1 0-237-15,-1-3 128 0,3-2 68 0,0-3 35 16,1-1-608-16,1-2 258 0</inkml:trace>
  <inkml:trace contextRef="#ctx0" brushRef="#br0" timeOffset="317">22616 10197 1528 0,'6'-5'0'16,"-1"5"0"-16,1 0 0 0,-3 0 0 0,1 13 0 0,-2 10 1054 0,2 5-988 0,-1 9 0 0,0 6-33 0,-1 8 647 0,0 11-627 0,-1 0-20 0,1 3 0 31,0 5 75-31,0 2-37 0,0-12 8 0,1 16-46 16,3-12-16-16,-3-9 16 0,6 5 0 0,-2-7 142 16,0-10-402-16,-1 0 197 0,-1-5 31 0,-2-8 1 15,-1-10-48-15,0-7 39 0,-2-3 9 0,0-4 30 16,0-5-48-16,-10-1-7 0,-5 0-1 0,-6-7 5 0,-4-8-41 15,2-5 10-15,-14-5-461 0,4-4 231 0,-5 0-1905 16,-3-5 2114-16</inkml:trace>
  <inkml:trace contextRef="#ctx0" brushRef="#br0" timeOffset="318">23038 10821 972 0,'-3'0'0'0,"-1"0"0"0,2 0 0 0,0 0 0 0,2 0 0 0,-1 0 0 0,1 0 162 0,0 0-64 0,0-2-33 15,0 0 54-15,1-1-35 16,7-1-29-16,3-1-1 0,1 1 122 0,0 1-72 16,4 1-35-16,0 0 127 0,2 1-86 0,0 1-38 15,-1 0 69-15,1 0-54 0,1 0-27 0,-1 0 8 16,2 0 5-16,-1 0-1 0,2 0-39 0,-1 1 0 16,3 1-15-16,-2-2-8 0,-1 0 23 0,-1 0 0 15,2 0-99-15,-3 0 49 0,-1 0 33 16,-2 0-226-16,0 0 116 0,-2 0 29 0,1 0 40 15,-3 0-364-15,-2-2 178 0,1-1 66 16,-3-1-288-16,1 0 199 0,-5 0 101 0,3 3 50 16</inkml:trace>
  <inkml:trace contextRef="#ctx0" brushRef="#br0" timeOffset="319">23176 11035 1346 0,'-12'0'0'0,"7"0"0"0,-3 0 0 0,5 0 0 0,-2 0 0 0,2 0 0 0,1 0 0 0,0 0 0 0,2 0 400 15,0 0-184-15,0 0-91 0,12-2-46 0,2 2 82 16,5-2-69-16,0 2-29 0,2 0 0 0,-2 0-8 16,-1 0-22-16,-1 0-41 0,-2 2 16 0,-1 6 1 15,-3-1 23-15,-2 2-122 0,-1 1 61 0,-4-1 39 16,-3 6-8-16,-1 2-103 0,0 1 62 0,-1 3 0 15,-11 2-55-15,1-2 35 16,-5 2 27-16,2-2-9 0,1-3 1 0,-4 0 5 16,-1-3 16-16,2 0 58 0,-7 1-27 0,3-4 0 15,-1 0-30-15,-2-1 168 0,0-1-78 0,7-3-28 16,-3 0-22-16,4-3 277 0,7 0-139 0,-1-2-50 16,5 0-41-16,1-2 236 0,3 0-140 0,0 0-67 15,0 0 23-15,0 2-44 0,7 0-22 0,9-1 8 16,5 2 109-16,2-2-172 0,5-1 0 15,3 0 0-15,0 0 0 0,1 0 0 0,0 0 0 16,0 0 0-16,0-1 0 0,-4-2 0 16,-3 2 0-16,1-3-427 0,-1 2 221 0,-5-2 68 15,1 1-229-15,0-4-95 0,-5 4 207 0,0-2-149 16,-3-1 186-16,-3 2 92 0,0-2 47 0,-2 1-435 0</inkml:trace>
  <inkml:trace contextRef="#ctx0" brushRef="#br0" timeOffset="320">22987 10287 1674 0,'-5'-6'0'0,"1"5"0"0,4-1 0 0,-2 0 0 0,2 0 0 0,0 2 0 0,0-1 0 0,6-1 0 0,11-1 0 0,8 3 187 0,2 0-77 0,3 0-38 0,7 0 151 15,0 0-95-15,2 0-40 0,7 0-31 0,-11 0 27 16,3 0-25-16,1 0-111 15,-4 0 43-15,-3 0 29 0,-2 0-8 16,-1 0 20-16,-8 0-125 0,1-1 63 0,-5 1 31 0,-4-3-451 16,-2 2 228-16,-3-1 68 0,-5 2 73 15,0-3-434-15,-3 2 234 0</inkml:trace>
  <inkml:trace contextRef="#ctx0" brushRef="#br0" timeOffset="321">23170 10303 1493 0,'0'3'0'0,"0"3"0"0,0 0 0 0,0 1 0 0,0 0 0 0,0 3 0 0,0 3 0 0,0 0 175 16,0 4-71-16,0 2 147 0,0 3-109 0,0 1-47 16,0 3-138-16,0 0 38 0,1 1 0 0,1-3 38 0,1-2 0 15,-1 1 8-15,1-2-334 0,1-2 163 16,0-2-351-16,-1-8 255 15,1 2 70-15,-2-5 79 0,1-3-40 0,-1 0-122 0,0-3 103 16</inkml:trace>
  <inkml:trace contextRef="#ctx0" brushRef="#br0" timeOffset="322">23357 10261 1022 0,'2'0'0'15,"-2"0"0"-15,0 0 0 0,0 3 0 0,0 4 0 0,0 0 0 0,0 2 496 0,3 5-235 0,-1 0-115 0,1 7 158 16,3 5-136-16,-3 2-67 0,-1 5-26 16,0 2-9-16,0 8-131 0,-2-1 48 0,0-1-162 15,0 3 105-15,0-4 62 0,0 13 18 0,0-6 1 0</inkml:trace>
  <inkml:trace contextRef="#ctx0" brushRef="#br0" timeOffset="323">7021 12278 763 0,'0'-6'0'0,"-1"5"0"0,1-1 0 0,0 2 0 0,0 0 0 0,0 0 128 0,0 0-47 16,0 3 92-16,3 7-74 0,7 5-34 15,1 3 1-15,2 3 124 0,2 5-78 0,3 6-32 16,-2 8-8-16,0-1 18 0,2 3-29 0,-4 2 0 16,2 0-28-16,-4-3 28 0,2 9-28 0,-3-4-1 15,0-3-24-15,-3-8 25 0,0 1-1 16,-3-7 27-16,2-3-26 0,-3-5 0 15,1-9-1-15,-4-1 42 0,1-6-1 0,0-3-32 0,0 0-8 16,-2-2 73-16,2 0-37 0,0-14 0 0,1-10-36 16,4-4 108-16,3-6-58 0,1-7-25 0,0-1-102 15,1-3 38-15,1-2 0 0,-2-1 47 0,3-1-135 16,-4 2 64-16,1 0 31 0,-4 11-32 16,2 1 29-16,-4 8 3 0,1 3-21 0,-2 5 52 15,-2 10-21-15,0 1-39 0,0 5 31 0,0 0 167 16,-2 1-81-16,2 2-40 0,1 0 59 15,3 13-33-15,1 8-26 0,-1 4 131 0,2 4-77 16,2 6-36-16,-1 6 100 0,2-2-167 0,1 3 0 16,0-6 0-16,5 6 0 0,-4-8 0 0,0 1 0 15,3-2 0-15,-2-1 0 0,-1-8 0 0,1 4 0 16,-2-9 0-16,-2-2 0 0,0-3 0 0,-5-5 0 16,0-3 0-16,-1-5 0 0,-2 1 0 15,2-2 0-15,2-2 0 0,-2-23 0 16,3-4 0-16,0-11 0 0,1-5 0 0,0-4 0 15,2-6 0-15,-2-3 0 0,4-7 0 0,-5 13 0 16,4-3 0-16,0 5 0 0,-3 3 0 0,-1 13 0 16,2-1 0-16,-2 13 0 0,-2 0 0 0,-1 5 0 15,0 8 0-15,0-1-231 0,-1 4 188 0,3 4 14 16,-2 1-228-16,5 1 106 0,-1 0 63 0,3 0 4 16,2 11-615-16,2-1 333 0,2 3 167 15</inkml:trace>
  <inkml:trace contextRef="#ctx0" brushRef="#br0" timeOffset="324">8158 12400 2312 0,'2'5'0'0,"-1"-2"0"0,1-3 0 0,-2 0 0 0,2 0 0 0,2 0 0 0,1 0 0 0,3 0 708 0,3-3-338 0,5 0-169 0,-4-1-75 16,1 2 74-16,5 0-22 0,-4 2-178 0,3 0-188 15,-2 0 191-15,2 0 7 0,1 0-562 0,0 0 293 16,2 4 145-16,-3 2 74 0,2-2-872 0,-1 2 379 16</inkml:trace>
  <inkml:trace contextRef="#ctx0" brushRef="#br0" timeOffset="325">8278 12722 1113 0,'-12'6'0'0,"6"1"0"0,-1-2 0 0,6-3 0 0,-3-2 0 0,4 0 402 0,0 0-185 16,0 0 565-16,9 0-374 0,5-7-180 0,2 2 261 16,3-4-245-16,-1 2-32 0,3 1-212 15,0 1 0-15,-1-4-201 0,1 5 133 0,0-2 50 16,0 0-878-16,-1 5 464 0,1-3 232 0</inkml:trace>
  <inkml:trace contextRef="#ctx0" brushRef="#br0" timeOffset="326">9365 12340 408 0,'0'0'0'16,"2"-2"0"-16,0 0 0 0,1-4 0 0,-1 1 0 0,0-5 0 0,1-1 260 0,-1 0-114 0,0-2-56 0,-1-1 61 0,2 0-58 15,-2-3-23-15,1 1 8 16,-2 2-23-16,0-1 0 0,0 0-22 0,0-3 5 15,-2 4 3-15,-3-3-9 0,-4 2 1 0,0-2 9 0,0 0-9 16,-1 0 0-16,-3 0-24 0,2 0-8 16,-4 2 31-16,4 0 1 0,-3 4-46 0,0 4-25 15,0 3 72-15,-1 2-8 16,3 2-6-16,-2 0 3 0,1 0-8 0,0 6 29 0,2 3-1 16,0 4-21-16,2-1 81 0,2 5-39 0,2-3-16 0,1 7 0 15,2 0 64-15,0 3-43 0,2 0 38 16,0 5-37-16,0 2 0 15,0 2-29-15,2 7-8 0,2 3 65 0,1-1-33 0,1 3 0 16,1 2 7-16,1 2 9 0,0 2-48 0,-1-3 73 16,0 0-36-16,1-2 0 0,0 1-37 0,-3-5 39 15,1 5-7-15,-3-4-32 0,-1-2 30 16,1 1-30-16,-1-1-1 0,-2-5-97 0,0 1 44 0,0-3 27 16,-7-2 0-16,0-4 27 15,-6-4-106-15,1-5 59 0,0-2 8 16,-6-2 0-16,2-4-41 0,-3-1 31 0,2-3-5 0,-2-1 2 0,-2-2-169 15,3 0 89-15,1-3 21 0,4-1-120 16,1 0 78-16,3 0 36 0,4 0-118 0,0 0 84 16,2 0 43-16,3-8-281 0,0-3 162 0,6-3 73 15,8-3-140-15,7-3 114 0,2 4 58 0,5-3 27 16,2 1 1-16,2 1 20 0</inkml:trace>
  <inkml:trace contextRef="#ctx0" brushRef="#br0" timeOffset="327">9581 12960 1117 0,'2'0'0'0,"0"0"0"0,-2 0 0 0,0 0 0 0,0 0 0 0,0 0 0 0,0 5 0 0,0 5 430 0,0 1-198 0,2 3-100 0,0 2-50 16,4 3 206-16,1 0-132 16,4 5-46-16,1-7-38 0,3 3-1 0,-3-5-38 15,6 1-27-15,1-5-7 0,0 0 33 0,-3-5 1 0,3-4 0 16,-2-2-134-16,-3 0 76 0,0-2 24 15,-1-13-141-15,-3-3 87 0,-3-2-3 16,-1-4-102-16,-5 2 54 0,-1-7 50 0,0 3 8 16,0-3 0-16,-3 0 8 0,-5 8 35 15,-9-8 0-15,3 7-27 0,0 5-3 0,-1 3 140 0,-2 6-62 16,-1 2-37-16,0 4-1 0,1 2 88 0,-5 4-42 16,5 8-27-16,1 8 1 0,2-5 7 0,1 5-14 15,6-2-9 1,1 1 20-16,4-5-15 0,2-4-228 0,0 1 111 0,2-1 49 0,9-6-433 15,4-4 221-15,2 0 117 0,3-3-134 16</inkml:trace>
  <inkml:trace contextRef="#ctx0" brushRef="#br0" timeOffset="328">9611 12165 1653 0,'-7'-1'0'0,"5"-1"0"0,0 0 0 0,2 2 0 0,0 0 0 0,0 0 0 0,2 0 0 0,11 0 193 0,10 0-84 0,0 0 325 0,3 0-200 0,1-3-101 0,3 0 72 16,2-3-79-16,-4 2-50 16,1-1-174-16,-3-1 66 0,-1 2 32 0,-4 3 0 0,1-1 41 15,-1 2-478-15,-4 0 235 0,-1 0 117 16,-5 0 59-16,0 0 29 0,-3 2-722 0,-2 3 347 15,-3 1 170-15</inkml:trace>
  <inkml:trace contextRef="#ctx0" brushRef="#br0" timeOffset="329">9724 12246 1440 0,'-10'1'0'0,"5"4"0"0,1-4 0 0,0 1 0 0,3-2 0 0,1 0 0 0,0 0 162 0,9 0-68 0,8 0 204 15,1 0-133-15,3 0-66 0,0 0-67 16,-3 0 9-16,5 4-8 0,-5 6-1 0,-2 3 1 0,-2-1-121 16,-3 8 61-16,-4-2 37 0,-5 9-7 0,0-4-280 15,-2 0 155-15,0-3 77 16,-13 5-277-16,4-11 156 0,-7 2 68 0,0-4 33 16,-2-3 0-16,-1-1 32 0,-1-5 0 0,1 0 235 15,1-3-113-15,-1 0-61 0,1 0 366 0,4 0-202 16,3 0-77-16,3 0 126 0,2 0-87 0,3 0-61 15,1 0 141-15,2 0-101 0,0 0-50 0,5 0-17 0,11 0 25 16,6-3-28-16,2 3-1 0,1 0-124 16,3 0 87-16,-1 0 16 0,4 0-8 15,-1 0 0-15,-1 0-1 0,-4 0-305 16,-2 3 153-16,0-2 85 0,-2 1 29 0,-3 0-294 0,-2 0 105 0,-2 0 96 16,-5-2-563-16,3 0 306 0,-1 0 166 15</inkml:trace>
  <inkml:trace contextRef="#ctx0" brushRef="#br0" timeOffset="330">9592 11649 961 0,'-14'0'0'0,"10"2"0"0,4 1 0 0,0 3 0 0,2-2 186 0,9 0-81 16,6-1 376-16,6-1-225 15,0-2-111-15,6 0-56 0,4 0 142 0,4 0-103 16,-2 0-48-16,-1-2-23 0,0 0-111 0,-4 1 43 0,-5-1 31 16,-2 0-9-16,0 2 22 0,-4 0-360 15,-4 0 179-15,-5 0 91 0,-3 4-228 16,-3 1 104-16,-4 4 98 0,0-5-543 0</inkml:trace>
  <inkml:trace contextRef="#ctx0" brushRef="#br0" timeOffset="331">9730 11643 834 0,'-2'1'0'0,"2"2"0"0,0 1 0 0,0 2 0 0,0 1 0 0,0 4 414 0,0 6-191 0,2 0-86 0,1 7-57 16,1 1-23-16,2 5 226 0,-5 2-125 0,4 3-154 16,-3 1 9-16,0-1 20 0,-1 0-163 15,3-4 82-15,0 0 40 0,1-11-486 16,1 3 272-16,0-6 123 0,-2-8 66 0,3-2-545 15</inkml:trace>
  <inkml:trace contextRef="#ctx0" brushRef="#br0" timeOffset="332">9850 11767 838 0,'4'-3'0'0,"1"1"0"0,1 2 0 0,0 0 0 0,-1 0 425 0,3 3-196 0,-1 10-98 15,-1 5 554 1,2 2-640-16,-5 3-4 0,1 5-8 0,0 8-315 15,-3 1 314-15,1 6 1 0,0-1 0 0,4-7-318 0,-3 16 155 16</inkml:trace>
  <inkml:trace contextRef="#ctx0" brushRef="#br0" timeOffset="333">11029 12205 567 0,'-7'-9'0'0,"3"3"0"0,-1 0 0 0,-2 2 0 0,0-1 0 0,2 1 0 0,-4 0 126 16,0 1-47-16,2 1-15 0,-2 0 73 0,2 2-52 16,-3 0-26-16,-1 0 0 0,0 4 58 0,-1 9-34 15,-3 3-29-15,-2 5 81 0,1 5-51 0,-2 3-25 16,2 4-1-16,0 5 57 16,2 7-45-16,4-1-1 0,3 0 127 0,1 3-81 15,4-5-33-15,1 8-9 0,1-3 110 0,0-3-75 16,1-1-38-16,7 0 0 0,3-5 31 0,6 4-38 15,-3-4-1-15,6-3-66 0,-1-4 37 0,-1 0-1 16,5-2-24-16,-2-4-8 0,1 1 32 0,0-6 1 16,-1-3-97-16,-4-4 48 0,2 1 32 0,0-5-7 15,-4-1-148-15,-5-4 78 0,2 1 13 0,-4-3 27 16,-3 0-164-16,-1-2 88 16,-2 0 23-16,-1 0-181 0,-1 0 111 15,0 0 56-15,0 0 19 0,0 0-149 0,0 0 93 0,0 0 46 16</inkml:trace>
  <inkml:trace contextRef="#ctx0" brushRef="#br0" timeOffset="334">11279 12680 819 0,'-13'0'0'0,"4"0"0"0,1 2 0 0,2-2 0 0,3 2 0 0,-1-1 0 0,2-1 231 0,2 0-99 0,0 2-49 16,0 4-17-16,9-2 237 0,9 0-136 0,4-1-66 0,0 1 256 16,5-2-162-1,-3 0-73-15,10-2 65 0,-2 0-77 0,0 0-39 16,0 0 0-16,-2 0-74 0,-4 0 9 0,4 0 27 15,-8 0-1-15,1 0-59 0,-2 0 30 0,-5 0-1 16,-2 0 39-16,-3 0-174 0,1 0 83 0,-7 0 41 16,1 0-240-16,-2-2 127 0,-1 0 19 0,-1-2-248 15,0 0 156-15,-2-2 81 0,0 3 41 0,0-1-505 16</inkml:trace>
  <inkml:trace contextRef="#ctx0" brushRef="#br0" timeOffset="335">12339 12603 775 0,'0'0'0'0,"0"0"0"0,0 0 0 0,0 0 0 0,0 0 0 0,0 0 85 0,0 0-26 16,0 0 8-16,0-6-1 0,0 0 0 0,0-1-33 0,0 0 41 15,0-3-1-15,2 2-32 0,0-7-8 16,-1 4-7-16,-1 0 6 0,0 0 1 0,0-2 5 16,0 2 3-16,0-3-8 0,-5 1-37 0,-3 3 0 15,0-4 37-15,-1 3 0 0,-4 0 8 0,2 1-36 16,-2 0 20-16,-1 1-37 0,2 6 35 16,-4-2 2-16,3 4-2 0,-4 1 1 15,2 0 5-15,-2 0-6 0,1 11-5 0,-4 6 26 16,4 0-17-16,-3 5-5 0,2 2 1 0,2 3 52 0,1 5-22 15,3 1-1-15,2 1 42 16,0 2-35-16,3 0 1 0,2 2-27 0,1-1 0 0,3 2 20 16,0-4 8-16,0-2-7 0,0-3 1 0,3-2-23 15,4-5 1-15,5-3 0 0,1-1-29 16,1-6 29-16,0-3-67 0,4-4 33 0,-2-5 1 16,1-1 32-16,3 0 9 0,3-14-127 15,-4-7 48-15,1 0 30 0,0-8 2 0,-1 2-62 16,-3-6 26-16,0-1-125 0,0 3 70 0,-2-5 44 0,-2 4 3 15,0 0-40-15,-4 6 16 0,-3 2 7 0,-1 5 19 16,-3 5 16-16,1 6 73 0,-2 2-37 16,0 2 172-16,0 4-97 0,0 0-47 0,-2 2-26 15,-3 11 74-15,0 8-45 16,1 0-4-16,-3 5 0 0,4-1 153 0,1 2-83 16,0 2-14-16,2-7-30 0,0 2 27 0,0 1-29 0,0-3-1 15,2-1-101-15,3-2 40 0,6-2 0 0,-2-5-240 16,3 2 132-16,0-3 59 0,3-3 38 0,0-2-470 15,2-3 228-15,4-2 99 0,0-1-141 16,3 0 135-16,0 0 67 0,2-4 34 0,3-6-8 16</inkml:trace>
  <inkml:trace contextRef="#ctx0" brushRef="#br0" timeOffset="336">12964 12643 722 0,'2'-15'0'0,"0"-2"0"0,-2 2 0 0,0-1 0 0,0-2 0 0,-6 0 0 0,-3 2 229 16,1-1-99-16,-1 0-48 0,0 0 56 0,-3 0-45 16,1 1-34-16,0 6 0 0,-1 1-16 15,1 1-10-15,-3 5 0 0,2 0 8 0,-1 3 7 0,-2 0-15 16,-4 18 0-16,2 0 30 0,0 6-1 16,2 3-21-16,-2 3-8 0,4 2 85 0,0-1-43 15,1 3-21-15,3 0 0 0,6-2 83 0,-1-1-57 16,4 0-24-16,0-5 7 0,0 1 0 15,7-8-31-15,4-1 9 0,5-2-38 0,-2-2 0 16,4-4 30-16,0-3-98 0,-1-3 48 16,2-4 34-16,-2 0-9 0,2 0-172 0,-3-8 92 0,0-5 22 15,2-6 31-15,-4 0-175 0,0-5 92 16,0 0 19-16,-3-1 31 0,2-2-47 0,-3 2 33 16,-1 0-7-16,-2-3 71 0,-2 8-30 0,4-1-1 15,-6 2 97-15,-1 8-49 0,0 4-31 0,0 1 7 16,-2 2 221-16,0 2-114 0,0 2-38 0,0 0-34 15,0 8 184-15,0 13-99 0,-6 1-20 0,3 3-33 16,-1 3 55-16,4-2-40 0,0-2 8 0,0 6-38 16,0-4-10-16,2-7-1 0,9 2 1 15,0-4-31-15,4-4 31 0,0-2 0 0,2-5-82 16,-1-3 41-16,2-3 0 16,-1 0 49-16,0-1-162 0,-2-11 70 0,1-7 21 15,0-1-107-15,-5-2 58 0,0 1 39 0,-1-7-1 16,-1 1-39-16,-4 1 22 0,-1 0 1 0,-2 0 20 15,0-1 5-15,-2-3-11 0,0 1 14 0,0 0 36 16,-9-1 1-16,-2 3-39 0,-1 10-5 16,1-4 71-16,-4 7-29 0,2 4 9 0,-2 5-37 15,0 3 108-15,-2 2-42 0,-4 2-26 0,2 13 44 0,1 4-31 16,0 0 0-16,2 3-19 0,4-5 4 16,1 3-9-16,2 1 15 0,3-1-135 0,4-2 57 15,2-3 31-15,0 2-2 0,0-4-288 0,10 0 135 16,5-3 78-16,7 1-159 0,3-6-47 0,-1-1 129 15,8-2 78-15,-2-1-254 0,2-1 161 0</inkml:trace>
  <inkml:trace contextRef="#ctx0" brushRef="#br0" timeOffset="337">13533 12498 850 0,'12'-15'0'0,"-3"-1"0"0,0 6 0 0,-3-3 0 0,-4 3 0 0,0 1 0 0,0 1 0 0,-2 2 157 0,0 3-63 0,0 0-30 0,-4 2 7 15,-8 1 157-15,3 1-97 0,-5 17-49 0,-2 0 78 16,-1 5-63-16,0 3-25 0,4 0-7 0,0 1 99 16,2-1-66-16,4-5-32 0,2 0 56 0,3-3-36 15,2-1-31-15,0-4 0 0,0-1 8 0,6-1-30 16,6-3 8-16,2-1-9 0,3-1-34 16,0-3 35-16,2 3 0 0,0-3-62 15,-1 1 39-15,0 2-8 16,-4-1 31-16,0 3-139 0,-3 0 66 0,-2 3 12 0,-5-2-42 0,0 7 27 15,-2-2 24-15,-2 4-5 0,0-2 24 0,-12 6-12 16,-1-5 5-16,-6 6-14 0,1-3 35 0,-3 0-28 16,0-4 5-16,3-2-107 0,-3-3 49 15,0-2 29-15,3-3 1 16,0-4-302-16,2-2 154 0,1 0 74 0,4-11-319 0,3-14 203 0,4-7 97 16,4-10 49-16</inkml:trace>
  <inkml:trace contextRef="#ctx0" brushRef="#br0" timeOffset="338">13749 12075 977 0,'8'-6'0'0,"-3"4"0"0,3 1 0 0,-5 1 0 0,-1 0 0 0,-2 0 77 0,0 0-8 16,0 0 244-16,0 9-140 0,0 6-70 15,-11 6 26-15,0 3-40 0,-4 1-32 0,0-1 0 16,-2 3-25-16,2-5-52 0,-2 0 26 0,1-3 8 0,0 4 42 15,3-8 1-15,0 2-24 0,2-4-1 16,2-4 34-16,6-1 8 0,-1-3-41 0,2-3 99 16,2 2-50-16,0 0-24 0,4-1-1 0,12-3 13 15,2 2-37-15,1-2-22 16,7 0 1-16,-1 0 20 0,-1 0 1 0,-3 0 8 0,3 0-141 0,1 0 66 16,-3 0 34-16,0 0 0 0,1 0-112 15,0 0 55-15,-5-2-348 0,1-1 179 16,-2-1 103-16,-3 0 21 0,-4 0 28 0,-1 3-300 15,0-3 170-15,-4-2 86 0,1 1-254 0,-3-3 170 16,-1-5 76-16</inkml:trace>
  <inkml:trace contextRef="#ctx0" brushRef="#br0" timeOffset="339">13911 12101 1023 0,'-12'-7'0'0,"3"3"0"0,0 2 0 0,1 1 0 0,2-1 0 0,1 2 0 0,1 0 336 0,2 0-152 16,2 0-76-16,0 13-37 0,0 3 215 0,0 2-119 0,0 7-71 15,2 2-32-15,2 3 25 0,-2 2-28 0,-2 4-1 16,0 1-104-16,0 6 35 0,0-1 20 0,0-2-330 16,0 3 176-16,0-10 88 15,-2 3 52-15,2-4 13 0,0-9-536 0,0-2 223 0,0-5 143 0,5-5 22 16</inkml:trace>
  <inkml:trace contextRef="#ctx0" brushRef="#br0" timeOffset="340">14072 12492 1017 0,'6'0'0'0,"-1"0"0"0,7 0 0 0,-1 0 0 0,2 0 103 0,0 0-36 15,7-2 1-15,1-1 366 0,6-4-201 16,3 2-91 0,0-1-59-16,0 1 64 0,0 1-57 0,-2 1-28 15,-1 0-268-15,-7 3 128 0,3 0 51 0,-2 0 30 0,-5 0-422 16,1 0 223-16,-6 0 111 0,-1 0-204 0,-2 3 144 0,-5-1 8 15,-1-1 56-15,-2 1-250 0,0-2 149 16</inkml:trace>
  <inkml:trace contextRef="#ctx0" brushRef="#br0" timeOffset="341">14337 12026 817 0,'-4'-9'0'0,"0"3"0"0,2 3 0 0,2 3 0 0,0 0 0 0,0 0 0 0,0 9 308 0,0 12-137 0,0 8-70 0,-3 13-34 0,-3 5 331 16,1 8-174-16,-2 12 139 0,-3 3-165 0,2 3-82 16,3 0-42-16,-1-5-21 0,5-8 73 0,1 0-51 15,0-7 46-15,1-5-45 0,12-14-21 16,3-1 0-16,-2-11-14 0,5-4-112 0,1-4 52 0,-1-7 25 16,2-6-293-16,1-1 159 15,-3 0 89-15,4-12-573 0,-3-3 300 0,-2-6 113 16,0 0 83-16</inkml:trace>
  <inkml:trace contextRef="#ctx0" brushRef="#br0" timeOffset="342">15528 12522 757 0,'0'0'0'0,"0"0"0"0,0 0 0 0,0-4 0 0,0-3 178 16,0 0-76-16,0-5-35 0,1 0 0 0,1 1-5 0,0-1 1 15,0-4-22-15,-2 1-8 0,0 0 27 0,0 0-27 16,0 1 0-16,0-2 10 0,0 1-2 15,0 0-8-15,-4 0-16 0,1 0 16 16,-3 0 0-16,-1 2 0 0,0 0-24 0,-3 0 24 16,0 1-1-16,-3 1 1 0,2 0-44 0,-4 4 16 15,0-3 7-15,0 5-11 0,-2 0-1 16,1 4 16-16,0-1 7 0,0 2 16 0,0 0-12 16,2 0-10-16,-2 5 46 0,5 7-41 0,-3-1 0 0,2 6 1 15,0 2 29-15,-1 6-3 0,4 0-24 0,2 8 9 16,-3 0 4-16,4 10-4 0,3-7 2 0,-1 9 1 15,4-4 25-15,0-5-25 0,0-1 16 16,2-2 15-16,5-8-28 0,9 4-7 16,-6-10-16-16,3-2 16 0,4-4 0 0,3-3-1 15,-2-7-36-15,3-1 14 0,3-2 0 0,-2-2 23 16,-1-13-41-16,2-6 16 0,-3-5 7 0,1-3 0 16,-2 0-143-16,-1-3 59 0,-2-2 42 0,-3 2-162 15,-1 2 74-15,-3 0 54 0,-4 9-12 16,-1-1 17-16,-2 8-1 0,-1 4 8 0,1 2 158 15,-2 4-64-15,0 2-35 0,0 1-8 0,0 1 114 16,-7 5-61-16,0 11-20 0,-1 6 149 16,2 2-89-16,0 3-16 0,3 2 121 0,-1-1-79 0,4-3-35 15,0 7-31-15,0-5 11 0,7-5-33 16,7-1 0-16,-1-5 0 0,4 0-223 0,1-4 107 16,3-2 58-16,0-5 29 0,1-3-239 0,-1-2 128 15,-2 0 25-15,-2 0-522 0,-5-4 286 16,-5-3 143-16,0-2 70 0,-5-2-418 0</inkml:trace>
  <inkml:trace contextRef="#ctx0" brushRef="#br0" timeOffset="343">14889 12029 886 0,'-2'-14'0'0,"0"3"0"0,2 5 0 0,-2 2 0 0,1 1 0 0,-1 1 0 0,2 0 0 0,-4 0 0 0,2 2 251 0,-3 0-101 0,-1 0-63 0,-4 9 5 16,1 8-30-16,-2 4 0 0,-2 4-47 15,0 0 26-15,-1 0-8 0,1 3 0 0,-2 1-26 16,2-3 0-16,-1-2 26 0,2-3 8 0,-3 3-45 15,3-6 0-15,0-2 37 0,2 0 0 0,0-6 17 16,3-2-11-16,2 0-36 16,1-5 101-16,2 1-38 0,2-4-1 0,0 0 6 15,0 1 9-15,0 2-47 0,4-1-1 0,10 0 28 16,4-2-1-16,6 1-26 0,-2-1 8 0,10 0 35 16,-4 0-21-16,2 0 0 0,0 0-23 0,1 0-28 15,-7 0 37-15,6 0-8 0,-9 0-122 0,1 0 61 16,-3 0 30-16,-1 0-121 0,-6 0 78 0,-1 0 16 15,-1 0 22-15,-4 0-379 0,-3 0 184 16,1 0 54-16,-2 0 28 0,-2 0-256 0,0-8 169 0,0-3 85 16,0 0 43-16,0-4-272 0,-4-4 161 0</inkml:trace>
  <inkml:trace contextRef="#ctx0" brushRef="#br0" timeOffset="344">14929 12023 1088 0,'-12'-8'0'0,"5"4"0"0,-1 3 0 0,-1-1 0 0,5-1 0 0,-2 3 0 0,3 0 0 0,3 0 201 0,0 12-84 0,0 7 266 16,0 6-179-16,0 4-85 0,0 5-44 0,5 11 105 16,2 2-74-16,-2 6-29 15,-1 10-7-15,-3-2 134 0,1 0-85 0,-2 1-43 16,0 1-22-16,0-7-120 0,0 12 45 0,0-16 27 16,0 4-363-16,-2-3 194 0,2-6 98 0,0-13-468 15,0-2 230-15,0-12 142 0,2-1 32 0,4-10-142 16,6-4 119-16</inkml:trace>
  <inkml:trace contextRef="#ctx0" brushRef="#br0" timeOffset="345">16197 12374 864 0,'-8'-8'0'0,"2"3"0"0,2 1 0 0,1-3 0 0,-3-3 0 0,3 0 0 0,-1-3 0 0,0 0 59 0,2-1-26 0,-1-2-1 0,0 1 9 16,1 0 149-16,0-1-79 0,-1 2-40 0,-1 3 4 16,0 1-21-16,-1 5 8 0,0-1 27 0,-6 4-29 15,2 0 1-15,-3 2-28 0,-4 10-1 0,0 9 9 16,-3 7-9-16,-2 7 1 0,1 3 71 0,2 2-36 15,1 4 0-15,4-9-27 0,2 6 31 0,3-1 1 16,4-2-41-16,3-4 85 0,1-4-43 16,0-5-12-16,0-1-2 0,7-2 0 15,3-2-27-15,3-5-1 0,0-4-55 0,0-1 36 16,4-6-9-16,0-2 29 0,0 0-113 0,-1 0 56 16,5-12 23-16,-6-2 8 15,6-10-188-15,-4 0 95 0,0-2 26 0,-2 0-54 0,-2-3 32 0,1-1 30 16,-2-1-76-16,-1 1 48 0,-1 2 19 0,-2 4 1 15,-3 4 68-15,-1 7-8 0,-2 2-33 0,-1 5 0 16,1 2 212-16,-2 3-104 16,0 1-44-16,0 0 164 0,-5 18-88 0,-3 7-53 15,1 5-2-15,2 0 74 0,0 2-27 0,5-1-29 16,0 1 56-16,0-1-46 0,2-6-24 0,8 0 1 16,3-6-38-16,6-1 13 0,-3-4 1 0,5-3 0 15,0-2-90-15,1-6 45 0,1-3 31 0,-2 0-139 16,3-6 66-16,-5-9 38 0,0-6 5 0,-3-1-64 15,0-3 22-15,-4-1 27 0,-3-2-109 0,-2 1 60 16,-3-2 11-16,-3-2 21 16,-1 1 2-16,0 1 13 0,0-3-15 0,-9 0 12 15,-3 1 35-15,2 5 1 0,-3 7-40 0,-3 2 6 16,-1 4 93-16,1 4-43 0,-5 6-14 0,1 0 107 16,-3 3-57-16,-4 0-30 0,5 10 2 0,2 0 1 15,2 2-13-15,-1 1-13 0,3 4-85 16,2 1 42-16,3-2 9 0,2 1 35 0,5-2-290 0,3 2 136 15,1-4 54-15,0 0 41 0,7-2-370 0,7-1 195 16,11-1 98-16,3-3-329 0,2-3 205 16</inkml:trace>
  <inkml:trace contextRef="#ctx0" brushRef="#br0" timeOffset="346">16845 12262 868 0,'3'-18'0'0,"1"0"0"0,-2 1 0 0,-2-2 0 0,0 4 0 0,0 0 0 0,-6 5 0 0,-3 1 383 0,-3 3-175 16,-1 3-80-16,-2 0-51 0,-7 3 224 0,-1 4-135 15,-1 10-66-15,-1 4 91 0,0 3-70 0,2 4-49 16,0-1 47-16,7 0 8 0,6-5-47 0,2 4-23 16,6-5 27-16,2 1-30 0,0-2 1 0,11-2-22 15,5-2-17-15,7-2 17 0,-5 0 8 0,10-1-8 16,-3 0-57-16,-1-1 28 0,-4-2 0 0,1 3-101 15,0-1 61-15,-6 2 17 16,-1 1-135-16,-3-1 69 0,-8 4 45 0,-1 2-2 0,-2 0-6 16,0 5 9-16,-13-3 25 0,-4 0-40 15,-4 0 102-15,-1-1-46 0,-4-3 5 0,-1 1-39 16,1-5 38-16,-2-2 4 0,3-3-26 0,3-3-227 16,-1-3 112-16,2 0 56 0,5-3-361 0,-1-14 202 15,6-6 100-15,5-5 43 0,6-8-181 0,0-7 119 16</inkml:trace>
  <inkml:trace contextRef="#ctx0" brushRef="#br0" timeOffset="347">16751 11884 885 0,'5'-19'0'0,"1"1"0"0,2 4 0 0,-1 1 0 0,0-2 0 0,2 0 231 0,3 3-91 16,5 1-58-16,0 0 357 0,3 3-203 15,1 1-102-15,0 3-50 0,-1 2 103 0,-1 2-81 16,0 0-37-16,-3 6-129 0,0 7 47 0,-5 2 22 15,-2 2 9-15,-3 2-155 0,-4 2 85 0,-2 0 42 16,0 4 22-16,-2-8-57 0,-10 4 47 16,0-5-9-16,-4 2-74 0,0-7 56 15,1 0-31-15,0-3 23 0,5-3 167 0,1-1-70 16,2-2-39-16,3-2 228 0,2 0-110 0,2 0-63 0,0 0-1 16,0 0-11-16,11 0-1 15,10 0-34-15,1 0 0 0,-2 0 0 0,3 0 8 16,2 0-8-16,-3 4-35 0,-1 1 34 0,0 5 1 15,-5 1 0-15,0 3-63 0,-7-2 28 0,-2 6-2 16,-2-2-47-16,-5 1 25 0,0 2 23 0,-1-2-3 16,-14-1 49-16,-1 0-33 0,-5-3 1 0,0-2-4 15,0-2-90-15,-8-1 43 0,6-2 20 0,2-4-124 16,-3-2 66-16,4 0 36 0,6 0 11 0,1 0-397 16,5 0 197-16,4-2 100 15,4-2-323-15,0-2 210 0,10 2 98 0,9 1 61 0</inkml:trace>
  <inkml:trace contextRef="#ctx0" brushRef="#br0" timeOffset="348">17227 12257 1987 0,'2'5'0'0,"-1"4"0"0,2-3 0 0,-1-3 0 0,0-3 0 0,1 2 0 0,5-2 0 0,3 0 0 0,4 0 169 15,2-4-68-15,4-3-26 0,5-5 124 0,-1 2-83 16,-1 1 9-16,0 2-46 15,-3 3-24-15,3-1 9 0,-4 0-31 0,1 2-265 16,-1 1 132-16,-4 2 66 0,0 0-465 0,-7 0 273 16,0 0 126-16,-1 4-514 0,-4 0 291 15,-3 2 145-15,1-1 73 0,-2-1 28 0</inkml:trace>
  <inkml:trace contextRef="#ctx0" brushRef="#br0" timeOffset="349">17458 11833 1010 0,'-9'-10'0'16,"5"7"0"-16,0 1 0 0,0 0 0 0,2 0 0 0,2 2 246 0,0 0-106 0,0 15-54 15,0 10 382-15,0 7-209 0,0 8-117 0,0 6 222 0,-1 3-166 16,-3 3-82-16,0 4-42 0,-1 3-13 0,1 8 19 16,1-7-24-16,2-5-49 15,1 1 0-15,0-9 34 0,0 8-8 16,1-21-1-16,8 4-248 0,0-16 124 15,2-1 62-15,-1-9 40 0,3-5-324 0,0-7 168 0,0 0-222 0,2-9 169 16,0-11 78-16,0-4 36 0,0-5-334 16,0-1 193-16,2-4 97 0</inkml:trace>
  <inkml:trace contextRef="#ctx0" brushRef="#br0" timeOffset="350">11396 12385 634 0,'0'0'0'0,"0"0"0"0,0 0 0 0,-2 0 0 0,2 0 0 0,0 0 0 0,-2 0 124 0,2 0-46 16,0 0 21-16,0 0-25 0,0 0-9 0,0 0-32 0,0 0 0 16,0-2-23-16,0 2 0 0,0 0 30 0,0 0-5 0,0 0-2 15,0 0 0-15,0 0-1 0,0 0 13 16,0 0-5-16,0 0-7 0,0 0 5 0,0 0-6 16,0 0 1-16,0 0 0 0,0 0 40 15,0 0-40-15,0 2 0 0,0 2-1 0,0 1-11 16,0 1 12-16,0 2 7 0,0-1-7 15,0 4-25-15,0 1 0 0,0 1 25 0,0 3-17 16,0 2 21-16,0 1-7 0,0 1-4 0,0 6 20 16,0 1-22-16,0 0 5 0,0 4 34 15,0 0-7-15,0 4-28 0,0-1 1 0,0 5-2 16,2-2 4-16,0 2 16 0,-1-4-15 0,3 0-53 0,0-2 25 16,-1 0 1-16,0-5-93 0,1-5 58 15,-2 1 17-15,-1-1-69 0,1-7 48 0,0 2 12 16,-2-8-1-16,0 0-188 0,0-2 84 15,0-3 55-15,0-1 1 0,0-2-173 0,0-2 105 16,0 2 46-16,4-2-285 0</inkml:trace>
  <inkml:trace contextRef="#ctx0" brushRef="#br0" timeOffset="351">18106 12346 768 0,'0'-8'0'0,"0"2"0"0,0-1 0 0,0-1 0 0,0 1 0 0,0-3 0 0,0 0 0 0,0-3 0 0,2 1 118 0,4-1-43 15,-3-2-21-15,1 0 0 0,2 0 36 0,-4-1-33 16,0 2 0-16,0-1-24 0,-2 1 9 0,0 1-9 16,0 4 8-16,0-2 0 0,-4 1-8 15,-4 4-1-15,-3 1-32 0,-2 3-1 0,-4 0 42 0,-2 2-8 16,-3 2-40-16,-1 10 1 0,0 4 25 0,-1 0 11 16,-2 5 26-16,3 0-31 0,1-1-9 0,7-4 85 15,-1 2-37 1,6-6 0-16,4-3-27 0,1 3 33 0,4-5-17 0,1 3 0 15,0-1-41-15,1 1 0 0,11 1 29 0,3-1-8 16,0 4-35-16,2 0-1 0,0-2 44 0,1 5-8 16,-4-2-50-16,1 2 12 0,-2 1-1 0,-2 0-11 15,-1 1 0-15,-2 0 21 0,-5 0 17 0,-1-1-27 16,0 1 18-16,-2-1-4 0,0-4 35 0,-2-1 1 16,-7 1-28-16,-3-5-3 0,-3 0 85 0,-2-2-36 15,-1 0-20-15,-1-4 19 16,-4-1-73-16,3-2 0 0,-1 0 46 0,2 0-228 15,2 0 102-15,2-4 53 0,6-1 24 0,0-3-318 16,3 0 158-16,2 0 58 0,4 0-108 0,0-2 88 16,1-1 56-16,15 1 24 0,7-2-299 0,5 0 161 15</inkml:trace>
  <inkml:trace contextRef="#ctx0" brushRef="#br0" timeOffset="352">18299 12361 1043 0,'4'-4'0'0,"0"2"0"0,0 0 0 0,-2 0 0 0,-2 2 0 0,0 0 0 16,0-1 0-16,0 1 523 0,0 0-237 0,0 0-131 0,0 0 228 0,-2 0-176 15,1 5-86-15,-2 8-1 0,-1 2-35 0,2 4-30 0,0 4-1 16,2 3-59-16,0-2-1 0,0-3 39 0,0 3 8 16,0-1-286-16,0-4 138 0,0-1 71 0,2-2-404 15,0-8 228-15,0 0 32 16,0 0 85-16,1-6-345 0,-2 0 203 0,1-2 103 15,0 0-187-15,3-12 137 0,-3-12 79 0</inkml:trace>
  <inkml:trace contextRef="#ctx0" brushRef="#br0" timeOffset="353">18382 11818 966 0,'2'-13'0'0,"0"4"0"0,2 1 0 0,-3 2 0 0,1 0 0 0,0 3 0 0,-2 1 0 0,2 0 0 0,0 2 273 0,2 0-124 0,2 0-59 0,1 11-94 16,-1 6 0-16,-1 8 36 0,3 2-342 0,-2 6 163 16,1-1 83-16,2 1 43 0</inkml:trace>
  <inkml:trace contextRef="#ctx0" brushRef="#br0" timeOffset="354">18557 12351 1153 0,'0'19'0'0,"-1"0"0"0,-4 0 0 0,-1-2 0 0,1-3 0 0,0 4 0 0,-1-4 0 0,0 2 0 0,2-2 182 0,0 0-75 16,3-5-37-16,-1-1 0 0,2-3-29 0,-2-3-8 16,2 0 36-16,0-2 0 0,0 0-37 0,0 0 1 15,9-6-124-15,7-13 58 0,0-1 33 0,3-5 0 16,0-2-161-16,1 0 93 0,-1 1 6 0,2-1 34 16,-1 5-78-16,-2 5 46 0,-4 2-6 0,2 6 63 15,-5 5-31-15,0 1 4 0,1 3-13 0,-5 0 191 16,0 20-75-16,0 2-45 15,-4 8 261-15,1 2-142 0,-2 2-52 0,1 0-40 16,3-4 130-16,-1-2-76 0,3-5-30 0,3-1-8 16,0-5-76-16,5-3 38 15,-2-7 0-15,4-3 0 0,2-4-53 0,1 0 22 16,3-15 1-16,-1-4-181 0,-1-5 95 0,1-3 55 0,0-5-254 0,1-8 138 16,-4 0 34-16,1-6 46 0,-2-5-135 0,3-9 83 15,-5 10 33-15,4-18 29 16,-4 6-44-16,-2 11 32 0,0-5 1 0,-1 3 70 15,-5 10-46-15,0 4 9 0,-4 5-1 0,-3 13 151 16,0 6-75-16,-2 3-38 0,0 3 379 0,0 6-196 16,0 1-67-16,0 2-60 0,-7 0 249 0,-2 17-130 15,-1 9-78-15,-3 10-34 0,4 3 60 0,0 7-47 16,-2 4-24-16,4 2 118 0,2 3-76 0,1 0-32 16,4 1 39-16,0-3-36 0,0 0 0 15,0-1-29-15,7-4 5 0,2 0-13 16,3-4-1-16,1-2 1 0,-4-10-211 0,5 2 113 15,-3-8 45-15,-2-7 26 0,3-2-423 0,-3-6 213 16,0-4 65-16,-1-3-365 0,-1-3 240 16,1-1 115-16,-1 0 59 0,-1 0-122 0,0-7 90 15,-4-5 37-15,1-3-228 0,-1-4 140 0</inkml:trace>
  <inkml:trace contextRef="#ctx0" brushRef="#br0" timeOffset="355">18927 12088 1724 0,'-22'0'0'0,"8"0"0"0,8 0 0 0,1 2 0 0,1 0 0 0,3-2 0 0,1 0 0 0,0 0 0 0,7 4 251 0,16-1-109 16,5 2-55-16,11-2 375 0,4-3-215 0,-1 0-98 0,14 0 7 0,-7 0-61 16,-2 0-32-16,-2 0 1 15,0 0-127-15,-9 0 56 0,1 0 16 0,-5 0 0 0,-2 0-465 16,-4 7 245-16,-1-1 122 0,-7 2-932 15</inkml:trace>
  <inkml:trace contextRef="#ctx1" brushRef="#br0" timeOffset="60">30504 18435 0,'0'0'15,"0"0"-15,0 0 16</inkml:trace>
  <inkml:trace contextRef="#ctx0" brushRef="#br0" timeOffset="357">19785 12490 992 0,'-9'0'0'0,"3"0"0"0,3 0 0 0,-1 0 0 0,2 0 0 0,0 0 0 0,1 0 0 0,-2 0 151 16,3 0-59-16,0 0 88 0,0 0-18 0,0 0-64 15,0 0-25-15,0 0-13 0,8 2 0 0,5 6-27 16,1-3 0-16,2 2 33 0,3 1 10 0,6 0-44 15,-4-3 26-15,6 1-25 0,-1-2-1 0,1 0 1 16,-7-3-16-16,4 4-9 0,-1-4 25 0,-4 1-66 16,0 1 32-16,-4-2 1 0,-4-1 33 0,0 2-118 15,-3-2 52-15,-1 0 16 16,-1 0 1-16,-2 0-108 0,-3 0 55 0,3 0 21 16,1 0-114-16,-2-2 61 0,3 1 42 0</inkml:trace>
  <inkml:trace contextRef="#ctx0" brushRef="#br0" timeOffset="358">21049 12271 409 0,'0'0'0'0,"0"0"0"0,0 0 0 0,0 0 0 16,0 0 0-16,0 0 118 0,0 0-34 0,0 0-30 0,0 0 117 0,3 0-69 15,-3-2-35-15,2-1 0 0,-2 2-26 0,0-3 53 16,0 0-30-16,0-1 61 0,0-1-46 0,0-1-23 16,-5-3 8-16,-1-1-64 15,3 0 33-15,-4 0 0 0,-1-5-61 0,3 1 38 16,-3 0-7-16,-2-2-104 0,1 0 132 16,-3 2 1-16,2 1 1 0,-1 2-28 0,-3 3-4 0,-1 3-1 15,0 5-11-15,-3 1 29 0,-3 0 2 0,2 12-7 0,-3 11-19 16,1 3 87-16,-6 10-35 0,8-1 0 15,1 3 66-15,6-2-40 0,-1 11-24 0,4-4 1 16,6 0 86-16,3 0-51 16,0-1-26-16,0-10 8 0,1 3-7 0,10-5-26 15,2-3 8-15,4-5-50 0,-2-5 21 0,2-4 9 0,2-1 11 16,0-6-84-16,0-5 43 0,-1-1 20 16,1 0 1-16,0-7-95 0,1-12 49 0,-2-5-49 15,1-7-18-15,-3-4 42 0,0-3 29 0,-4 4-5 0,3-12-38 16,-3 6 22-16,-5 6-1 0,0 0 15 15,-1 4 39-15,-3 10-17 0,-1 0-11 0,-2 9 131 16,0 2-62-16,0 6-29 0,0 0 243 16,0 3-122-16,-5 0-66 0,-2 15-17 15,-1 10 94-15,1 4-48 0,2 2-33 0,0 3 16 16,3 0-75-16,2-1 0 0,0-3 27 0,0-1-61 16,5-3 31-16,4-8 7 0,2 3 23 0,3-4 0 0,0-3-293 15,2-3 121-15,-2-4 80 0,4-3-451 0,0-4 244 16,1 0 106-16,2 0-303 0,1-6 215 0,0-3 108 15,-1-3 45-15,8 0-266 16</inkml:trace>
  <inkml:trace contextRef="#ctx0" brushRef="#br0" timeOffset="359">21588 12257 1105 0,'4'-20'0'0,"-2"1"0"0,-2-1 0 0,0 2 0 0,0 2 0 0,-2-1 33 0,-7-1 8 16,0 4-8-16,-1 3 87 0,-1 1-44 0,-3 4-21 0,0 3 131 15,-4 1-81-15,2 2-36 0,-5 2 50 16,0 11-43-16,1 4-21 0,-1 3 7 16,0 2-29-16,5 1 107 0,2 0-53 0,5-7-28 15,2 5 54-15,3-4-32 0,4 0-9 16,0-1-39-16,0-2 13 0,9-3-13 0,7 1 0 16,2-1 8-16,6 1-67 0,-1-5 30 0,-5 2 0 15,5-1 29-15,-2 3-130 0,-5 0 73 0,2 1 25 16,-7 1-132-16,-1 2 60 0,-5 0 41 15,-3 1-2-15,-2 2 1 0,0 1 9 0,-5-3 15 0,-9 1 42 16,-2-1-22-16,-2-4-15 16,-1 0-18-16,-1-3 62 0,-1-2-19 0,3 0 1 15,-1-6-263-15,3 1 116 0,5-2 57 0,4 0 29 0,3 0-402 16,3-7 203-16,1-9 101 0,7-4 52 0,9-3-348 16,7-2 204-16,2 1 97 0,-3 0-110 15</inkml:trace>
  <inkml:trace contextRef="#ctx0" brushRef="#br0" timeOffset="360">21606 12312 680 0,'13'-18'0'0,"-1"2"0"0,2 4 0 0,-3 3 0 0,-4 4 0 0,1-1 0 0,0 4 33 0,-1 2 327 16,0 0-168-16,1 3-79 0,-2 9 256 0,-1 1-169 0,1 5-83 15,-3 1 56-15,1 1-75 16,-1 1-32-16,-1 1-1 0,0 0-32 0,-1 1-13 16,-1-1 21-16,0-1-346 0,0-4 169 0,0-2 85 15,0-6 41-15,0-1-522 0,0-5 243 0,0 0 148 16,0-3 1-16,0 0-329 0</inkml:trace>
  <inkml:trace contextRef="#ctx0" brushRef="#br0" timeOffset="361">21799 11710 539 0,'0'-11'105'0,"0"6"-52"0,0 0-27 15,0 2 141-15,0 2-60 0,0 1-40 0,0 0-1 0,0 0 94 16,0 13-63-16,5 9-32 0,1 2 8 15,-1 5-196-15,2 4 77 0,-2 5-391 16,1 5 211-16,1-1 107 0,-3-5 49 0,4 9 31 0,-3-4-1 16,1 0 27-16,-1-9 0 0,-1 7-203 15,-2-4 104-15,-1-2 112 0,1 1 0 16,-2-3 4-16,0 0 1 0,0-2-1 0,0-5 264 16,0 7-146-16,-2-6-77 0,-1-6-12 0,-3 3 357 15,3-5-153-15,-1-2-97 0,2-5 60 0,1-2-84 16,-1-4-41-16,2-4-21 0,0-1-1 15,0 0-45-15,2-10-9 0,7-14-21 0,8-4 27 16,1-5 0-16,-1 4 28 0,3-3 8 0,1 2-164 0,0 4 78 16,-6 9-10-16,2 2 40 15,-2 5-3-15,-5 7 4 0,-1 0-8 0,2 3 121 16,-4 7-58-16,1 9-1 0,-2 9 136 0,-2-1-74 16,-3 8-45-16,1-1-22 0,0 0 42 0,0 1-26 15,0-4 9-15,-2-5-128 0,1 1 47 0,1-5 27 0,0-5-1 16,1-5-375-16,1-2 188 0,-1-5 83 15,4-2-407-15,1-2 235 16,4-14 119-16,0-9 60 0,1-6-212 0</inkml:trace>
  <inkml:trace contextRef="#ctx0" brushRef="#br0" timeOffset="362">22274 11744 899 0,'2'-15'0'0,"-1"4"0"0,3 7 0 0,-1 0 0 0,0 3 0 0,-1 1 0 0,0 1 311 0,-2 12-140 0,0 1-60 0,0 3 59 15,-2 5-68-15,-8-1-35 0,-1 4 57 16,-1 0-46-16,-4 2-14 0,2-2-9 0,-2-3-22 0,1-6-26 16,2 2 0-16,0-5 26 0,4-2 57 15,1-1-32-15,2-3-1 0,3-3-24 16,1 0 69-16,2 0-34 0,0-1 8 0,0 3-20 16,11-2 1-16,4-2-25 0,5 0-32 0,5-2 33 15,-2 0 8 1,7 0-8-16,-2 0-215 0,0 0 108 0,0-2 53 0,-1-4 27 0,-7 4 8 0,5-2-455 15,-5 1 216-15,-3 0-274 0,0 2 232 0,-4-1 118 16,-3 0 49-16,-3 2-217 0,-3 0 141 0,0-2 72 16,-3 0 36-16,-1-3-1 0,0-4-52 15</inkml:trace>
  <inkml:trace contextRef="#ctx0" brushRef="#br0" timeOffset="363">22441 11782 479 0,'-8'-17'0'0,"-1"0"0"0,2 8 0 0,0-1 0 16,0 7 194-16,2 0 44 0,1 3-103 15,0 0-51-15,3 10-18 0,1 11-7 0,-2 3 235 0,2 7-131 0,-4 3-65 16,2 1-33-16,-3 4 9 0,0 1 71 0,0-1-56 0,-2 6-28 16,-1-4-129-16,1-1 51 15,1-2 33-15,-4 9-370 0,3-7 194 16,2-5 96-16,-2-2 49 0,5-10-259 0,2-4 94 0,0-4 88 0,0-4-380 16</inkml:trace>
  <inkml:trace contextRef="#ctx0" brushRef="#br0" timeOffset="364">22520 12203 1531 0,'7'0'0'0,"1"0"0"0,7 0 0 0,-3 0 0 0,1 0 0 0,1-2 0 0,5-1 0 0,4 2 239 0,0 0-94 0,7-2-61 0,-5 0 115 16,5-1-83-16,-3 2-41 0,1-2-22 0,-3 2-167 15,-2-1 70-15,0-1 38 0,-2 0-159 0,-2 1 99 0,-2-1 49 16,-4 0 33-16,-3 2-445 0,-3 1 225 15,-2-4 50-15,-2 4 77 16,-1-3-333-16,-2 0 180 0,0-3 102 0,-2-3-95 16</inkml:trace>
  <inkml:trace contextRef="#ctx0" brushRef="#br0" timeOffset="365">22862 11852 792 0,'-11'-13'0'0,"3"6"0"0,0-2 0 0,3 6 0 0,-1-1 0 0,1 2 197 0,1 2-82 0,-1 4 289 16,1 13-177-16,-2 12-102 0,-2 8 660 15,-1 6-712-15,-3 5-41 16,1 17 1-16,1-13 8 0,-2 16-8 16,3-8 141-16,1 0-70 0,5-7-36 0,3 2 182 0,0-1-100 15,0-8-63-15,5-12-87 0,10-2 0 0,4-6 33 16,-3-11-349-16,3-2 182 0,2-6 79 0,-1-7-1262 16,7 0 1304-16,-1-12 0 0,4-11-22 0,-3 1-3 15,10-6-36-15</inkml:trace>
  <inkml:trace contextRef="#ctx0" brushRef="#br0" timeOffset="366">23681 11880 725 0,'0'-4'0'0,"0"2"0"0,0 0 0 0,0 1 0 0,0 1 0 0,0-4 0 0,0 4 0 0,0 0 0 0,0 0 103 0,0 0-26 16,0 0-9-16,0 0-36 0,0 0 42 0,0 0-20 15,0 11-1-15,0 2 29 0,-2 0-28 16,-3 6-1-16,-5 4 19 0,0-1-1 0,-2 6-39 16,-6 1 9-16,-1 3-19 0,1-2 11 0,-3-1 0 15,1-2-1-15,-1-3 33 0,4-3-24 0,0 0-8 16,0-4 35-16,4-4 0 0,3-5-36 0,3 0 1 16,3-4 62-16,1-1-35 0,1 0-1 0,2-3 21 15,0 0-24-15,0 0 0 0,0 0-15 0,3 0-33 16,15 1 25-16,2-1-1 0,4 0 1 0,5 3 112 15,3-3-60-15,-3 2-26 0,4-1 2 16,0 1 0-16,-1 2-28 0,-5 0-19 16,4 0-9-16,-2 0 28 0,-1 0 0 0,-5 2-115 15,-1-2 57-15,-3 1 37 0,0-2-8 0,-4 0-272 16,-5-1 140-16,2 0 48 0,-4-2 43 0,-1 0-372 16,-4 0 193-16,2 0-50 0,-3 0 117 0,0-2 58 15,0-11 29-15,-2-1-8 0,0-5-268 0,0 0 153 0</inkml:trace>
  <inkml:trace contextRef="#ctx0" brushRef="#br0" timeOffset="367">23792 11940 812 0,'-10'-11'0'0,"1"3"0"0,2 2 0 0,0 3 0 0,2 0 0 0,-1 0 0 0,2 1 0 0,3 1 422 0,-1 1-195 0,2 3-97 0,0 20-48 15,0 3 263-15,0 10-161 0,0 3-75 0,2 6 210 16,-1 4-144-1,3 2-71-15,0 2-27 0,0-3 51 0,-3 2-47 0,1 3-24 0,1-2-5 16,-1-3-19-16,0-6 8 16,-2 8-8-16,0-16-221 0,0 1 111 0,0-4 55 15,0-11 27-15,0-4-375 0,0-4 194 0,0-7 37 0,0-1-433 16,0-4 270-16,0-2 134 0,0 0 60 0,0-9-369 16</inkml:trace>
  <inkml:trace contextRef="#ctx0" brushRef="#br0" timeOffset="368">24514 12069 558 0,'0'-5'0'0,"0"0"0"0,0-1 0 0,0 0 0 0,0-1 0 0,0-3 0 0,0 3 0 0,0-5 0 0,3 1 127 0,-2 2-48 0,1-3-23 16,0 1 71-16,0 0-52 0,0 1-21 0,-2-1 0 16,0 1 59-16,0 3-39 0,0 0 7 0,-4 1-48 15,-5 3 35-15,-4 1 0 0,-1 2-35 0,-7 0-25 16,3 8 9-16,-8 8 16 15,0 1 0-15,1 3-55 0,-2 1 27 0,2 0 1 16,0 1 35-16,3-1-6 0,1-1-6 16,8 0 3-16,2-3 63 0,4-1-32 0,6-1-4 15,1 0-30-15,0-1 44 0,12-1 0 0,6 0-40 16,5-2 15-16,-1-1-7 0,10-2-9 0,-4 2-34 16,1-2 34-16,-3-1 1 0,-2 2 0 15,-5 0-41-15,0 3 16 0,-6 1 0 0,-2 1 24 0,-5 0-65 16,-5 1 29-16,-1 3 10 0,0-2-6 0,-9 5 35 15,-9-2-17-15,-3 0-10 16,-4-3 35-16,-3-1-2 0,-2-2-25 0,-2-1-44 16,2-4 22-16,0-3 3 0,6-3 19 0,0-2-296 15,3 0 140-15,6-2 64 0,5-10 37 0,8-2-437 16,2-9 222-16,6 1 102 0,15-3 64 0,5-1-355 0</inkml:trace>
  <inkml:trace contextRef="#ctx0" brushRef="#br0" timeOffset="369">24556 12136 1762 0,'7'0'0'0,"1"5"0"0,-2 2 0 0,-3 5 0 0,-1-3 0 0,-2 2 0 0,0 2 0 0,0 5 0 0,0 3 303 0,2 2-136 15,0 0-66-15,0-1 106 0,-1 0-87 16,2 2-35-16,-1-2-11 0,0-1-20 0,2-2 0 16,-1-4-22-16,1-2-337 0,-2-5 178 0,-1-1 75 0,1-4 43 15,0 0-482-15,-2-3 263 0,0 0 49 0,2-14-392 16,0-8 274-16</inkml:trace>
  <inkml:trace contextRef="#ctx0" brushRef="#br0" timeOffset="370">24755 11572 868 0,'0'-5'0'0,"0"3"0"0,-1-1 0 0,1 3 0 0,-2 0 0 0,2 3 99 0,-2 10-33 0,2 7-1 0,0 7 156 0,0 7-86 16,0 10-56-16,0 3-23 15,0 6-168-15,0 10 72 0,0-4 37 0,2-5-243 0,0 16 126 0,1-18 66 16,1 4 32-16,-1-1-64 16,1-6 40-16,-2-8-2 0,0 3 61 0,-1-8-53 15,1-7 20-15,1-8-49 0,-3-2 294 0,0-8-133 16,0-4-52-16,0-5-7 0,0-2 239 0,0 0-96 16,0-5-76-16,0-17 120 0,0-1-98 0,0-4-44 15,0-3-23-15,0 2-25 0,6 1 3 0,1 5 8 16,6-6 21-16,-1 12 0 15,-2-3-30-15,6 4 1 0,-3 3 12 0,-2 6-4 16,2 3-8-16,0 3 0 0,1 0-33 0,-2 3 1 16,2 17 40-16,-1 4-8 0,-4 6-3 0,-1 2 0 15,-2 3-7-15,-1 1 8 0,-2-2 9 0,1 0-12 16,-2-3-80-16,0-8 37 0,0-1 20 0,1-2-10 16,-1-9-93-16,1-1 48 0,-1-7 33 0,-2 0 8 15,2-3-423-15,1-3 188 16,3-18 105-16,1-7-315 0,-1-4 211 0,-1-9 105 0,2-4 52 15,-6-6-275-15</inkml:trace>
  <inkml:trace contextRef="#ctx0" brushRef="#br0" timeOffset="371">25028 11710 1085 0,'0'-35'0'0,"0"11"0"16,0 5 0-16,0 2 0 0,0 4 0 0,2 2 0 0,9 2 0 0,4 1 425 0,1 1-188 0,4 1-106 0,1 2 204 0,0 2-151 15,0 0-75-15,-1 2-39 16,-2 0-53-16,-3 4 15 0,-2 7 1 0,-4 3 0 0,-2 2-93 0,-4 1 46 15,-3 2 32-15,0 4-183 16,-3 2 99-16,-9-4 49 0,-3 2-54 0,-4-2 27 16,3-6-18-16,0 3 32 0,-3-2 150 0,3-3-83 15,0-2-23-15,7-5-40 0,2 1 287 0,1-3-128 16,3-2-41-16,3 0-39 0,0 1 80 0,0-1-29 16,12-1-27-16,5 1 24 0,4 1-35 15,3 0 1-15,-2 1-65 0,3 2 0 0,-4 0 39 16,0 1-9-16,-1 2-105 0,-3 5 52 15,-4-1 28-15,-3 3-1 0,-3 1-60 16,-5 0 36-16,-2 2 0 0,0-2 0 0,-2 0 65 16,-9-2-37-16,-7 0 106 0,-4-1-52 0,2 0-33 15,-5-2 0-15,-1-3-62 0,0-1 23 16,4-3 18-16,-1 1 7 0,0-3-423 0,6 1 201 0,4-2 97 0,6 0 50 16,3-2-653-16,4 0 339 0,2 0 170 0</inkml:trace>
  <inkml:trace contextRef="#ctx0" brushRef="#br0" timeOffset="372">25418 12094 1218 0,'0'7'0'0,"0"1"0"0,0-1 0 0,0-3 0 0,0-2 0 0,0 0 159 0,2-2-63 0,13 0 483 0,6 0-266 16,5 0-143-16,2 0-69 0,4-2 207 0,0-4-138 15,1-3-68-15,0 1-27 16,-3 1-284-16,-3 2 121 0,-5 0 61 0,0 0 29 15,-4 1-424-15,-4 2 235 0,-6 2-464 0,0 0 326 16,-3 0 107-16,-4 0 95 0,-1 0-143 0,0 0 109 16,-11 2 66-16</inkml:trace>
  <inkml:trace contextRef="#ctx0" brushRef="#br0" timeOffset="373">25678 11703 1003 0,'0'-7'0'0,"0"5"0"0,0 2 0 0,0 0 0 0,0 7 0 0,0 12 0 0,-4 11 499 0,0 10-233 16,0 5-117-16,-4 4 442 0,1 3-279 16,0 6-131-16,-1 8 155 0,2-12-152 0,1 3-75 15,3 0-38-15,0-5-33 0,2-10 3 0,0 10-8 16,4-21-1-16,8 2-337 0,6-9 168 0,3-7 85 16,-1-8 51-16,10-5-660 0,2-4 270 0,1 0 197 0</inkml:trace>
  <inkml:trace contextRef="#ctx0" brushRef="#br0" timeOffset="374">26510 12026 767 0,'0'0'0'0,"0"3"0"0,0-2 0 0,0-1 0 0,0 0 0 0,0 2 0 0,0-2 0 0,0 0 0 0,0 0 254 0,0-2-111 0,1-5-55 0,1-4 70 16,-2 3-54-16,0-5-40 0,0 0-3 0,0-1 1 16,0 1-30-16,0-1 1 0,-5 3-19 0,-1-1-9 15,-4 2 28-15,3 0 0 0,-2 3-66 0,-3 4 34 16,-1 1 7-16,0 2 25 0,-4 0-37 16,-4 9 0-16,3 10 0 0,-3 5 60 0,4 3 5 0,-1 3-54 15,0 4 10-15,6 0 70 0,0-1-33 0,6 1-11 16,3 0 144-16,3-4-82 15,0-2-36-15,0-2 1 0,3-1 33 0,6-7-36 16,4 1 9-16,4-6-43 0,1-2-31 0,1-5 30 16,1-4 1-16,1-2-65 0,0 0 41 0,3-9-9 15,-5-6-29-15,0-2 31 0,-1-3-1 0,-1-2 13 16,-2 4-152-16,2-8 52 0,-6 8 47 0,3 0-7 16,-6 0-37-16,-2 9 21 0,-2 0 20 0,0 3 62 15,-2 5-38-15,-1-2-11 0,-1 3 9 16,0 0 107-16,0 14-53 0,0 8-17 15,0 3 108-15,-3 1-52 0,1 2-36 0,2 0 5 16,0-6 174-16,0 1-80 0,5-2-53 0,8-4-13 16,5-4-12-16,1-4-26 0,5-7 9 0,6-2-108 15,-2 0 50-15,1-11 25 0,-3-6-1 0,-2-2-159 16,-3-4 94-16,0-2 23 0,-7 0-77 0,-3-1 43 16,-4-2 32-16,-4 0-9 0,-1-5 7 0,-2 3-8 15,0-7 0-15,-9 1-16 16,-3 3 2-16,-2 1 13 0,-6 3 18 0,1 5 5 15,-3 7 53-15,-2 4-23 0,-3 6 0 0,2 3 100 16,-5 4-58-16,7 0-23 0,0 0 74 0,2 5-46 16,0 7-25-16,4-2 14 0,7 0-96 0,0 1 35 15,3 3 0-15,7-1 47 0,0 0-171 0,0-1 78 16,8 0 35-16,14-1-450 0,5-1 225 0,6-4 105 16,8-1 60-16,-5-1-360 0,8-2 213 15,-7-2 102-15,1 1 52 0</inkml:trace>
  <inkml:trace contextRef="#ctx0" brushRef="#br0" timeOffset="375">27158 12000 668 0,'3'-13'0'0,"-2"4"0"0,-1-1 0 0,0-1 0 0,0 1 0 0,-8 3 270 0,-4 1-119 16,-3 4-51-16,0 0 222 0,-3 2-144 0,-7 2-73 0,2 10-36 16,-2 5 95-16,8-2-58 0,-6 3-41 0,10-2 1 15,3 0 155-15,5-1-95 0,3 1-46 0,2-2 57 16,2 0-57-16,10-1-23 15,9 0 0-15,1-2-71 0,4 0 23 0,-3-1 8 16,2 3-112-16,-6-4 64 0,-1 3 32 0,-2-1 0 16,-6 4-80-16,-3-2 44 0,-5 3-4 0,-2-2 3 15,0 2-5-15,-9 0 1 0,-10 3 7 16,-2-2 115-16,-6-2-51 0,-3-2 0 0,-2-2 35 0,2-2-32 16,-2-1-10-16,7-4 2 0,-1-2-206 0,4-2 90 15,2 0 52-15,5-2 20 16,5-11-439-16,8-5 207 0,2-4 102 0,3-5-150 15,21-5 132-15,6 2 67 0,5-6 33 0</inkml:trace>
  <inkml:trace contextRef="#ctx0" brushRef="#br0" timeOffset="376">27507 11671 1435 0,'15'-18'0'0,"-6"8"0"0,0 1 0 0,0 4 0 0,-7 1 0 0,1 2 0 0,-3 2 0 0,0 0 240 0,0 0-95 0,0 15-60 16,0 7 269-16,-5 7-161 15,-7 10-79-15,3 4-41 0,-3 8 191 0,1 1-119 16,2 4-56-16,1 3 80 0,2-1-68 0,6-4-34 16,0-8 8-16,1 8-54 0,12-11 11 15,1-1 1-15,2-13-206 0,2 2 103 0,-1-9 59 0,3-5 19 16,0-4-329-16,0-7 175 0,0-6 32 16,-2 0 62-16,-4 0-459 0,2-10 243 15,-2-7 118-15,-5-1-274 0,0-6 195 0,-4-1 99 0,-2-3 40 16,0-5-136-16</inkml:trace>
  <inkml:trace contextRef="#ctx0" brushRef="#br0" timeOffset="377">27356 11882 878 0,'-37'0'0'0,"4"0"0"0,9 0 0 0,-1 2 0 0,8 0 120 16,5-2-35-16,3 1-30 0,4-1 438 0,5 4-230 15,3 1-115-15,20 2-57 0,7-4 351 0,11 1-209 16,2-2-100-16,6-2 102 15,2 0-101-15,-2 0-51 0,5 0-17 0,0-2-264 16,-2-2 115-16,-2-1 58 0,-3-2-295 0,-4 4 177 16,-8 1 96-16,0 2 36 0,-5 0-883 0,-8 0 399 15</inkml:trace>
  <inkml:trace contextRef="#ctx0" brushRef="#br0" timeOffset="378">28066 11614 1544 0,'0'-12'0'0,"0"6"0"0,0 3 0 0,0 1 0 0,7 2 0 0,5 0 200 0,2 0-88 0,8 7-39 16,0 9 481-16,2 4-260 0,-1 5-131 0,0 7-57 16,1 6 254-16,-2 6-163 15,-4 3-83-15,-3-1 3 0,-5 3-42 0,-2-3 111 16,-3 8-186-16,-1-8 0 0,-4 4 0 0,0-1 0 15,-17-2-314-15,-1 1 231 0,-7 1 54 0,-4-2 30 16,-11 6-221-16,1-7 64 0,-2-4 84 0,0-6-48 16,-10 5-673-16</inkml:trace>
  <inkml:trace contextRef="#ctx0" brushRef="#br0" timeOffset="379">29041 11418 954 0,'-4'-6'0'0,"3"3"0"0,1 1 0 0,-2 0 0 0,2 2 0 0,0 0 0 0,0 0 0 0,0 7 168 0,2 9-67 0,3 2-26 15,1 8 293-15,-1 5-167 0,2 2-84 0,-4 9-42 16,1-1 221-16,-3-1-124 0,1 10-73 0,0-5 73 16,-1 0-70-16,4-1-34 0,-2-1-1 0,1-10 21 15,1 5-32-15,-3-4 1 16,3-2-25-16,-3-4 16 0,-1-6-15 0,2-1 8 15,-3-4-34-15,0-8 0 0,0-1 26 0,0-4 0 16,0-3-79-16,0-1 48 0,0 0-8 0,0 0 34 16,-6-7-35-16,-5-5 0 0,1-6 7 0,-1-1-201 15,-4-4 101-15,2-1 39 0,-3-4-94 0,2 0-27 16,-2 0 69-16,1 1 21 0,-2 2-9 16,4 9 34-16,-4-1 0 0,1 3 34 0,-3 8 69 15,1 2-43-15,-2 2 8 0,1 2-34 16,1 4 192-16,-4 12-96 0,7 5-48 0,1-1 294 15,0 10-156-15,3-1-46 0,6 1-50 0,1 0 187 16,3 2-106-16,1-8-44 0,0 10 20 0,2-7-41 16,11-2 0-16,4-2-40 0,2 0 171 0,1-8-204 15,3 0 0-15,4-4 0 0,-2-6 0 0,4-2 0 16,-1-3 0-16,1 0 0 0,0-5 0 0,7-9 0 16,-1-8-376-16,0-1 237 0,0-5 74 15,2-4 4-15,-2-4-77 0,-2-3 27 0,5-6 42 16,-3-8-2-16,-2 1-129 0,-6 1 75 15,8-13 50-15,-5 8-136 0,-5 6 88 0,2 0 46 16,-5 3 22-16,-5 9-11 0,-1 3 34 0,-2 4-1 16,-6 9 0-16,0 4 130 0,-5 5-65 0,0 1-40 15,0 6 227-15,-3 3-123 0,0 1-64 0,0 2 0 16,0 0 113-16,0 0-34 0,-9 11-52 0,-1 8 36 16,-1 1 41-16,0 5-52 0,2 4-18 15,0 2 96-15,0 5-64 0,3 5-33 0,1 1 0 0,3 0 83 16,-1 1-50-16,3 9-36 15,0-4 104-15,0-3-166 0,0 0 0 0,0-3 0 16,3-7 0-16,6-2 0 0,3 0 0 0,-2-5 0 16,1-7 0-16,3-3 0 0,-1-2 0 0,2-5-278 15,-2-5 159-15,3-3 39 0,-5-3-490 0,1 0 264 16,-2 0 129-16,-1-2 76 0,-1-7-379 0,-5-4 223 16,0-4 113-16,1-4 55 0,-4-1-396 15,0-8 230-15,0-3 111 0,-9 0 56 16,0-8-145-16</inkml:trace>
  <inkml:trace contextRef="#ctx0" brushRef="#br0" timeOffset="380">29209 11701 1060 0,'-37'-5'0'0,"6"1"0"0,8 3 0 0,1-1 0 0,5-1 0 0,5 2 0 0,7 1 0 0,2 0 228 0,3 0-98 16,0 0-48-16,16 4 353 0,11 5-193 0,13 0-108 15,8 1 371-15,1 1-236 16,17-2-118-16,-16-3-59 0,10-1 45 0,-3 1-56 15,4-4-24-15,5 2-86 0,-15-4 31 16,4 0 0-16,-11 0 39 0,9 0-524 0,-18 2 258 0,0 0 128 16,-4 1-854-16,-11 5 459 0,1-5 218 0</inkml:trace>
  <inkml:trace contextRef="#ctx0" brushRef="#br0" timeOffset="381">30349 11691 593 0,'-2'0'0'0,"1"0"0"0,-1 0 0 0,0 0 0 0,1 0 170 0,1 0-68 15,0 0-35-15,0 0 0 0,0 0 86 0,0 0-53 16,0 1-37-16,0-1 118 0,6 2-75 0,7 0-36 15,0 0 0-15,2 1 137 0,0 1-91 0,4 0-42 16,-2 1 35-16,2-1-38 0,3 0-1 0,-1 2-29 16,3-1 84-16,1 1-47 0,-1-2-22 0,-5 0-1 15,8-1-44-15,-5-3 30 16,-1 3-8-16,-2-3-113 0,0 0 56 0,-3 0 28 16,-2 0 1-16,-4-3-261 0,-5 1 136 15,2 1 40-15,-5-2 44 0,0 2-433 0,-1 1 218 0,-1 0 101 16,0 0-251-16,-12 13 184 0,0 4 92 0,-5 0 46 15</inkml:trace>
  <inkml:trace contextRef="#ctx0" brushRef="#br0" timeOffset="382">30376 12002 1127 0,'-7'6'0'0,"-1"-3"0"0,7 1 0 0,-3-2 0 0,4 0 0 0,-1-2 0 0,1 0 0 0,0 0 174 0,6 0-71 0,16 0 233 0,-1 0-152 15,6-2-67-15,0-3-46 0,0 3 97 0,-3 0-67 16,-2 2-35-16,2 0 1 0,-3 0-54 0,-5 0-8 16,1 0 28-16,-2 4-1 0,-1 5-163 15,-3-4 81-15,-3 1 50 0,4 2-371 16,-4-1 153-16,-1-1 116 0,2 0-457 16,-3-1 263-16,2-2 123 0,1-1 74 0</inkml:trace>
  <inkml:trace contextRef="#ctx0" brushRef="#br0" timeOffset="383">31036 11866 1127 0,'3'-11'0'0,"0"3"0"0,-1 5 0 0,-2 2 0 0,0-3 0 0,0 0 0 0,0 2 0 0,0 1 204 0,0-2-86 15,0 0 236-15,0 3-161 0,-6 0-71 0,-1 6-49 16,-4 6 94-16,0 5-67 0,3 4-34 0,-3 1 0 15,8-1 75-15,-2 7-58 0,5 1-25 0,0-1 13 16,0-2-1-16,3-1-37 0,5 1 8 0,5 2 23 16,1-4 0-16,2-3-31 0,-1 1 42 0,2-3-21 15,-1-2 8-15,4-2-30 0,-5-4-20 16,7 0 21-16,-2-5 0 0,2-2-1 16,0-4-27-16,1 0 28 0,2 0 0 0,2-12-1 15,0-2-57-15,-2-3 36 0,0-2-19 0,0-2-7 16,-3 1 12-16,-4-1-1 0,-1 0-62 15,-4 5 43-15,1-5 6 0,-4 2 0 16,-2-4-82-16,-1 3 49 0,0-5 15 0,-4 3-2 0,2-5-121 0,-5 1 71 16,3-2 24-16,-1 1-68 0,-2 2 46 15,0 2 19-15,0 1 22 0,-5 1 11 16,-6 2 0-16,-3 2 0 0,-6 1 76 16,1 8-47-16,-6-2 9 0,0 3-38 0,-2 3 135 0,4-1-65 15,-4 1-20-15,2 1-27 0,-2 3 159 0,0-3-78 16,0 3-15-16,6 0 49 0,-1 0-35 15,-3 0-22-15,1 0 0 0,5 3 17 0,0 1-7 16,3 4-1-16,-3-1 18 0,4 1-12 0,-2 1-9 16,4 2-21-16,-4 1 53 0,4 1-26 0,1-2 0 0,2 2-19 15,4 1 135-15,2-1-176 0,-1 2 0 0,5-2 0 16,0 1 0-16,0 3 0 16,0-3 0-16,1-1-197 0,5 2 123 0,-1-2 51 15,1 0-183-15,-1 2 87 0,0-1 60 0,4-1-9 16,-4 0-520-16,1 4 277 0,-1 0 139 0,0 2 62 15</inkml:trace>
  <inkml:trace contextRef="#ctx0" brushRef="#br0" timeOffset="384">6428 13683 899 0,'0'0'0'0,"0"0"0"0,0 0 0 0,0 0 0 0,0 0 367 15,0 3-160-15,0 1-91 0,3 2-41 0,3 1 55 16,4-1-49-16,-1 3-24 0,2-1 74 0,1 1-53 15,-1-1-23-15,-2 0 0 0,2 1-52 0,-1-1-1 16,-3-1 39-16,2-2-126 0,-5 3 59 0,2-1 30 16,-2-4-1-16,-1 1-223 0,-2 1 108 0,1-3 64 15,-2 2-8-15,0-1-157 0,0 1 64 0,0 2 64 16,0-2-28-16,-2 5 45 16</inkml:trace>
  <inkml:trace contextRef="#ctx0" brushRef="#br0" timeOffset="385">6474 13921 1099 0,'-5'4'0'0,"0"1"0"0,2-1 0 0,-2 1 0 0,3-4 0 0,-2 3 0 0,2-2 0 0,1-1 411 0,1 2-190 16,0 0-94-16,0 3-47 0,0 0 52 0,0-1-42 16,3 0-33-16,5 3-244 0,0 0 110 15,0-1 55-15,0 1 27 0,0 1-195 0,1 2 107 16,-2 3 57-16,2 3-532 0,-1-1 276 15</inkml:trace>
  <inkml:trace contextRef="#ctx0" brushRef="#br0" timeOffset="386">6497 14308 695 0,'-7'6'0'0,"2"1"0"0,-1-3 0 0,1 0 0 0,5-1 483 16,-3-3-225-16,1 0-113 0,2 0-56 0,0 0 275 15,0 0-157-15,2 0-92 0,7 0-41 0,7 0 77 16,4-9-60-16,0-4-29 0,0 0 8 0,4-4-304 15,-3 2 134-15,-4 3 66 0,1-1 33 0,-1 2-232 16,-1 2 141-16,-2 2 58 0,-3-4-623 0,2 6 322 16,-7-5 104-16</inkml:trace>
  <inkml:trace contextRef="#ctx0" brushRef="#br0" timeOffset="387">6659 13801 1233 0,'0'0'0'0,"0"0"0"0,0 0 0 0,0 0 0 0,0 0 0 0,0-3 529 16,0 0-248-16,10-3-125 0,8 1-61 0,5 0 241 15,-2-1-144-15,6 2-33 0,2 0-64 0,-2 3-243 16,3 1 174-16,-5 0 7 0,-1 0 8 0,-1 0-284 16,1 0 137-16,-1 0 70 0,-4 0 34 0,-3 1-812 15,-2 2 826-15,-1-2 15 0,-5-1-52 0,-1 2-348 16,-3-2 170-16,-1 0 85 0,-2 0 35 0,-1 0-95 15,0 0 73-15,0 0 36 0,-4-6 0 0,-4-7-231 16</inkml:trace>
  <inkml:trace contextRef="#ctx0" brushRef="#br0" timeOffset="388">6824 13469 1128 0,'-11'-4'0'0,"3"1"0"0,3 2 0 0,-1 1 0 0,5 0 0 0,-4 0 129 0,5 0-48 0,-1 0 148 0,1 0-102 15,0 0-47-15,0 8 172 0,7 3-213 0,4 0-6 16,1 6 8-16,-1 0-36 0,5 5 0 0,-5-1 28 0,1 2 0 16,-3 0-97-16,1-3 57 0,0 6 15 15,-7-6 1-15,1 3-120 16,-2 0 72-16,-2 3 36 0,0-5 9 0,0 4-88 0,-6 0 28 16,-3-2 30-16,-5 2-12 0,4-3 29 0,-6-2-19 15,-2 6 12-15,0-8-15 0,0 0 108 16,4-2-43-16,-2-1-24 0,-1-5 64 0,4 3-39 15,-1-6-9-15,7-3 1 0,0 1 150 16,1-3-82-16,3-2-18 0,3 1-30 0,-3-1 147 16,3 0-82-16,0 0-40 0,6 0-57 0,9 0 24 15,4 0-8-15,1 0-30 0,3 0 1 16,3 0 29-16,1 0-94 0,-6 0 56 0,1 0 14 0,-1 0-284 16,-2 0 148-16,-1 0 59 0,-3 0 40 0,-4 0-311 15,1 0 161-15,-5 0 58 0,0 0 44 0,-3 0-121 16,-2-1 82-16,0-1 33 0,-2 0 29 15,0-5-29-15,-2-3 25 0,-7 0 0 0,-2 2 18 16,1 0 2-16,-4-1 5 0,3 5-1 16,1 3 55-16,0-2-27 0,0 3 0 0,3 0-36 0,1 0 221 15,-2 5-106-15,3 8-53 0,1 2-7 16,2 3 221-16,-3 2-97 0,3 6-67 0,-3 1 0 16,1 2 102-16,-1-1-67 0,-4 2-36 0,4-4 8 0,-3 6-5 15,-3-7 0-15,4-4-41 0,1 0 25 0,3-4 7 16,-3-2 24-16,4-6-28 0,2-1 0 0,0-3-27 15,0-1-25-15,0 0 33 0,2-2-8 0,7-2-56 16,2 0 28-16,5 0-1 16,0 0 29-16,0-2-137 15,0-3 62-15,1-3 30 0,0 0 0 0,-4-1-49 0,2 2 29 16,-3 2 8-16,-3-3-51 0,0 2 25 16,-1 2 1-16,-2 2 11 0,-3 1 130 0,1-1-62 15,-1 2-21-15,-1 0-9 0,0 0 336 0,0 7-162 16,1 4-84-16,-1-1-24 0,-1 3 214 0,1 0-123 15,1-2-62-15,-2 2-32 0,3-1-139 0,-1-3 62 16,3 4 19-16,-2-5 1 0,2-1-152 16,-1 0 90-16,1-2 44 0,-1-2 31 0,0-1-626 15,1-2 261-15,0 0 169 0,0 0-447 0,-2-8 295 16,1-6 140-16,0-10 83 0</inkml:trace>
  <inkml:trace contextRef="#ctx0" brushRef="#br0" timeOffset="389">7269 13777 1613 0,'11'-4'0'0,"3"2"0"0,2 0 0 0,0 1 0 0,-1-3 0 0,0 1 0 0,1 2 486 15,0-1-226-15,0 2-114 0,1 0 33 16,4 0-65-16,-6 0-45 0,5 0 0 0,-2 2-311 16,0-1 137-16,-3 3 69 0,-1-1-583 15,-3-2 322-15,0-1 164 16,-3 2 84-16,-1 2 40 0</inkml:trace>
  <inkml:trace contextRef="#ctx0" brushRef="#br0" timeOffset="390">7326 14000 1798 0,'-9'9'0'0,"2"-2"0"0,5-1 0 0,0-2 0 0,2-4 0 0,0 0 0 0,0 0 327 0,0 0 51 16,6 0-164-16,13 0-95 0,5 0-43 0,0-4 174 15,3-2-109-15,0 4-55 0,-5 0-254 16,5-1 97-16,-5 3 51 0,-1 0 27 0,-1 0-1176 15,-2 0 1199-15,-4 6 11 0,-3 1-8 0,-1 3-761 16,-3-1 335-16,-3 2 184 0,-2 3 78 0</inkml:trace>
  <inkml:trace contextRef="#ctx0" brushRef="#br0" timeOffset="391">7363 14252 973 0,'-8'9'0'0,"0"-1"0"0,3-2 0 0,4-4 0 0,1 1 595 16,0-1-281-16,0 3-140 0,9-1-71 0,8-2 193 15,7 0-123-15,8-2-74 0,0 0 261 16,4 0-164-16,1 0-81 0,1 0-41 16,0-2-284-16,-5 0 117 0,-1 1 64 15,-2 1 30-15,-3 0-721 0,2 0 376 16,-10 3 197-16,5 5 86 0</inkml:trace>
  <inkml:trace contextRef="#ctx0" brushRef="#br0" timeOffset="392">8064 13801 945 0,'0'-4'309'0,"0"1"-155"0,0 0-77 0,2 1 401 16,-1 1-223-16,1 1-111 0,0 0-48 0,-2 0-99 15,0 0-1-15,2 0 37 0,1 0 0 0,-2 0-702 0,0 13 322 0,1 8 167 0</inkml:trace>
  <inkml:trace contextRef="#ctx0" brushRef="#br0" timeOffset="393">8147 14257 2558 0,'-8'2'0'0,"6"4"0"0,2-2 0 0,0-3 0 0,0-1 0 0,0 5 0 0,0-3 0 0,0 3 314 0,0-3-133 16,0 0-78-16,0-2-755 0,2 4 341 0</inkml:trace>
  <inkml:trace contextRef="#ctx0" brushRef="#br0" timeOffset="394">9435 13551 504 0,'-10'0'0'0,"3"0"0"0,2 0 0 0,-2 0 0 0,2 0 0 0,-1 0 367 16,3 0-279-16,1 0-52 0,0 0-4 0,2 0 71 15,0 0-39-15,-1 0 0 0,1 0-31 0,0 0 97 16,0 0-48-16,0 0-16 0,0 0-9 0,0 0 110 15,0 0-66-15,0 0-35 0,0 0 1 0,0 0 67 16,0 0-54 0,0 0-24-16,1-1 0 0,6-2 60 0,-1-3-41 15,1 3-13-15,1-2-9 0,5-2 17 16,1 0 1-16,-2 0-39 0,8 3 1 16,-2-4 55-16,5-1-32 0,2 3 1 0,1-1-48 0,2 0 24 15,2 1-54-15,-5 2 35 0,9-2-8 0,-4 2-170 16,0 3 169-16,-1-1 0 0,-1 2 27 15,-7 0-89-15,3 0 28 0,-2 0 22 0,-3 0-6 16,-1 3-153-16,-7 1 67 0,0-1 45 0,-1 1 3 16,-3-1-184-16,-3 0 100 0,-3-3 52 0,1 0 17 15,-2 0-208-15,0 0 121 0,0-3 61 0,0-7 29 16,-5-1-361-16,-3-3 187 0,0 0 106 0</inkml:trace>
  <inkml:trace contextRef="#ctx0" brushRef="#br0" timeOffset="395">9806 13252 1089 0,'0'0'0'0,"0"2"0"0,2-2 0 0,1 4 0 0,0-2 0 0,1 0 304 15,3 1-139-15,3 4-67 0,4-4-32 0,0 2 382 16,3 4-207-16,0-6-96 0,2 3-60 0,-2-1 213 16,1 1-133-16,0-1-66 0,-4 1-33 0,3-2 0 15,-2 2-8-15,-1-2-25 0,-3 5-152 0,-2-4-234 16,-1 7 324-16,-3-1 51 0,-3 2 11 0,-2 4-53 15,0 4 26-15,-5 1-17 16,-7 3 37-16,-3-1-176 0,-4 2 73 0,1-1 9 16,-3 1 26-16,0-3-247 15,-2-1 129-15,5-3 55 0,-7 1 40 0,4-3-372 16,7-5 201-16,-2 1 102 0,4-2 51 0,-1 0 17 0,3 1-361 0</inkml:trace>
  <inkml:trace contextRef="#ctx0" brushRef="#br0" timeOffset="396">9650 13836 1848 0,'-10'8'0'0,"-1"-1"0"0,2 1 0 0,-2 2 0 0,6-4 0 0,0 1 0 0,1-2 0 0,4 1 292 0,0 2-133 0,0 1-64 16,5-1-30-16,8-1-1 0,4 2 251 0,0 1-15 15,2-3-138-15,2 1-65 0,1-2 125 16,-1-1-177-16,0-1-12 0,-1-1 8 0,-1-3-18 0,-1 2 10 15,-1-2-1-15,1 0 1 0,-5 0-50 16,-3 0 33-16,2 0-8 0,-4-2 25 0,-1-1-85 16,-3-3 42-16,-1 1 22 0,0-1 7 0,-1-4-122 15,-2-1 51-15,0 0 33 0,0-2-1 0,-8-2 0 16,-2-2-19-16,-1 0 41 0,-4-3-29 0,3-1-198 16,-4 0 87-16,-1 2 57 0,4 5 1 0,-4-2-34 15,-2 4 41 1,3 4 88-16,-3 2-24 0,-1 4 339 0,0 2-340 0,-2 0 8 0,1 9-24 0,1 6-3 0,-1 2 280 15,0 6-127-15,4 2-47 0,2 1-37 16,2 3 131-16,1 1-72 0,7 2 86 0,1-2-185 0,4-4 0 16,0 4 0-16,0-3 0 15,9 0 0-15,7-6 0 0,0 4 0 16,0-5 0-16,6 2 0 0,0-3 0 16,-1-1 0-16,-2 0 0 0,-2-5 0 0,2 1 0 15,-3-1 0-15,2-1 0 0,-4-2 0 0,2-3 0 16,-4-2 0-16,2-1-166 0,-1-4 139 15,2 0-359-15,0 0 180 0,0-1 81 0,2-12 47 0,0-1-611 16,1-5 333-16,0 1 162 0,1-1 80 0,-1-2 41 16,-1-1-569-16,-4 1 296 0</inkml:trace>
  <inkml:trace contextRef="#ctx0" brushRef="#br0" timeOffset="397">10032 13939 576 0,'0'-3'0'15,"0"3"0"-15,0 0 618 0,0 0-292 16,0 0-139-16,0 0-81 0,2 0 554 15,9 0-314-15,5 0-157 0,-2 0-78 0,3 0 261 16,2 0-174-16,2 0-83 0,1 0-41 0,-2 0-73 16,3-2 32-16,0 1 150 0,-2-3-183 0,-3-2-450 15,1-2 296-15,-4 3 94 0,-1-1 46 0,-5 0-531 16,-2 3 286-16,-3-1 104 0,-3 0 86 0,1 3-551 16,1-1 293-1,-3 2 139-15,0 0-254 0,0 0 93 0,-6 3 159 0,-2 5 78 0,-1-1 40 0</inkml:trace>
  <inkml:trace contextRef="#ctx0" brushRef="#br0" timeOffset="398">10256 13951 870 0,'-11'6'0'0,"4"0"0"0,0-1 0 0,-2 1 0 0,2 0 0 0,-2 0 68 0,4-1 369 15,-1 1-202-15,1 1-102 0,1-2-49 0,1 7 177 0,-1-1-106 16,1 4 273-16,1 2-197 0,1-1-100 0,1 5-49 16,0 2-24-16,0-1 7 0,0 5 139 15,0-6-86-15,8 1-54 0,1-2 0 0,2-1-308 16,3-1 251-16,2-5-10 0,1-2 36 0,0-4-639 15,2-1 589-15,2-5 25 0,-1-1-1 16,-1 0-286-16,2-1 102 0,-3-8 82 0,3-8-11 16,-3 1-529-16,1 0 293 0,2-6 159 0</inkml:trace>
  <inkml:trace contextRef="#ctx0" brushRef="#br0" timeOffset="399">10686 13715 1800 0,'-4'0'0'0,"2"0"0"0,2 0 0 0,-2 0 0 0,2 0 0 0,0 0 0 0,0 0 0 0,0 0 0 0,0 0 861 15,0 0-763-15,0 0-33 0,0 0 9 0,6 0 249 16,3 0-251-16,-2 0-39 0,7 0 0 0,-3-2-1 0,3 0 55 16,0 2-32-16,2 0 1 0,-2 0-23 0,2-2-35 15,0 2 0-15,1 0 43 0,0 0-8 0,-2 0-165 16,-2 0 83-16,1 0 40 0,-5 0 21 16,2 0-258-16,-3 0 130 0,-1 0 21 0,-1 0-300 15,-1 0 170-15,-3 0-600 0,0-2 728 16,0 2 35-16,0-2-219 0,-1 2 124 0,-1-2 62 15,3 2 31-15,-1 0-8 0</inkml:trace>
  <inkml:trace contextRef="#ctx0" brushRef="#br0" timeOffset="400">10725 14016 758 0,'-7'5'61'16,"1"-1"8"-16,4 0-37 0,1-4 210 0,-1 1-104 15,2-1-53-15,0 2-26 0,0 0 403 0,0 0-218 16,2 0-106-16,5 0-53 0,4-1 275 0,4 1-164 16,2-2-73-16,2 0-50 0,0 0 111 0,1 0-76 15,1 0-38-15,-2 2 1 0,-1-2-47 0,0 2 8 16,-4-1-43-16,0 3 21 0,-5 1-245 0,2-4 266 0,-3 4 10 15,-4-4-8-15,-1 1-145 16,-1 0 72-16,0-2 37 0,0 0-9 0,-2 0-179 16,0 0 94-16,0 0 44 0,0 0 3 0,-6 0-683 15,-1-2 350-15,1-1 167 0,-2 0 95 0</inkml:trace>
  <inkml:trace contextRef="#ctx0" brushRef="#br0" timeOffset="401">11583 13624 983 0,'-11'-5'0'0,"1"0"0"0,1 3 0 0,0-4 0 0,0 2 0 0,-3-3 0 0,5 1 0 0,-2 0 137 16,2 0-56-16,2 1-25 0,3-2 1 0,0-1 83 16,1 1-29-16,1-3-31 0,0-1-8 0,1-3 0 15,8-1-34-15,9-5-5 0,-1 1-1 0,3 1 9 0,5-2 0 16,-1 2-8-16,3-1-1 0,-2 2 1 0,2 0 35 16,-6 6-27-16,3 0-8 0,-1 1 0 0,-3 4 7 15,-1 4-7-15,-2 2-1 0,-4 0 33 16,0 0-32-16,-1 12-1 0,-3 3 1 15,-2 7 0-15,-3 5 70 0,-2 3-39 16,-2 3 0-16,0 9 46 0,0-2 73 16,-6-5-139-16,-3 5-1 0,2-3-10 0,-1 1 0 15,-1-5 30-15,3 2-31 0,-1-4 1 0,0 2 8 0,2-5-53 16,1 0 22-16,3-2 1 0,-3 0 21 0,4-2-120 16,-2-1 69-16,2-2 21 0,0 0-2 0,0-3-219 15,0-1 103-15,0-1 61 0,4-3 7 0,-1 0-216 16,1-4 102-16,1 0-32 0,0 0 80 15,-3-3 41-15,2 0-318 0,-3-1 183 0,1 1 88 0,0 1-360 32,0 5 223-32,0-1 113 0,1 6 47 0</inkml:trace>
  <inkml:trace contextRef="#ctx0" brushRef="#br0" timeOffset="402">11899 14339 1624 0,'0'5'0'0,"0"2"0"0,0 1 0 0,0-2 0 0,0-3 0 0,0-1 0 0,0-2 649 0,0 2-300 0,0-2-163 0,0 0-76 0,0 0 248 32,0 0-163-32,0 0-81 0,0 0-33 0,0 0-82 0,2 0 0 0,-1 0 34 15,2 0 0-15,1 0-568 0,1 0 291 16,2-4 135-16,4-1 71 0</inkml:trace>
  <inkml:trace contextRef="#ctx0" brushRef="#br0" timeOffset="403">3222 9424 1 0,'0'0'0'0,"0"0"0"0,0-3 0 0,0 1 0 0,0 2 0 0,0-1 0 0,0 1 0 16,0 0 0-16,0 0 0 0,0 0 0 0,0 0 0 0,0 0 0 0,0 0 0 0,0 1 0 16,0 4 0-16,0-4 0 0,0 3 0 15,2-2 0-15,-2 2 0 0,3-2 0 16,-3 0 0-16,0-2 0 0</inkml:trace>
  <inkml:trace contextRef="#ctx0" brushRef="#br0" timeOffset="404">3642 9814 470 0,'0'0'0'0,"0"-2"0"0,-4 1 0 0,3-3 0 0,-3 0 0 0,3 0 0 0,-4 0 0 0,5-2 57 0,-3-1-24 0,1 1 55 0,0 1-31 16,0-3-1-16,2 3-23 0,-2 1 60 0,1 2-30 15,1 0 9-15,-5 0-39 0,3 0 51 0,0 2-25 0,-1 0 0 16,0 0 0-16,0 2-18 16,-2 8-9-16,2-1 33 15,-1 5 0-15,3-2-32 0,0 3 0 0,1-1 60 16,0-1-34-16,0 0 0 0,0-4-27 0,0-1 1 0,0-1 24 15,1-3-16-15,0 0-9 0,6-4-58 0,-2 0 29 16,1 0 0-16,1 0-9 0,-1-8 8 0,-2-3 31 16,0-4 0-16,-1 0-133 0,-3 0 62 0,2 0 15 15,-2 3 5-15,0-1-89 0,0 2 54 0,0 4 10 16,0-1 0-16,-2 2 20 0,-3 2 7 16,-1 3 108-16,0-1-52 0,-1 2-25 15,1 0 0-15,-2 0 45 0,-1 0-32 0,2 6-10 16,1 5 1-16,1 0 98 0,3 5-53 0,1-4-8 15,1 3 4-15,0-4 31 0,0-1-30 0,0 0-8 0,0-3-61 16,3-1 20-16,5-2 8 0,-2-3 13 0,2-1-138 16,2 0 63-16,-1 0 34 0,-2-3 7 0,1-8-153 15,-2-3 70-15,-3-1 44 0,2 0 4 16,-4 0-57-16,1 4 18 16,-2-1-19-16,0 3 22 0,0 0 22 0,0 5-21 0,-3-2 145 15,-5 5-65-15,2 1-17 0,-2 0 0 0,0 0 167 16,0 3-84-16,-1 8-47 0,4 3-11 15,0-1 134-15,1 0-72 0,0 0-21 0,4-4-9 16,-2 1 0-16,2-3 16 0,0-1-176 0,0-2 68 16,0-2 39-16,2-2 1 0,7 0 30 0,-2 0-451 15,2 0 189-15,-1-6 111 0,-3 0-458 0</inkml:trace>
  <inkml:trace contextRef="#ctx0" brushRef="#br0" timeOffset="405">3651 9789 193 0,'0'0'53'0,"0"0"-19"0,0 0-1 0,0 0 30 15,0 0-31-15,0 0 1 0,0 0 8 0,0 0 49 16,0 0-28-16,0 0-1 0,0 0-28 0,0 0 67 15,0 0-38-15,0 0 1 0,0 0-31 0,0 0 70 16,0 0-35-16,-3 0 8 0,3 0-42 0,-3 0 24 16,0 0 1-16,-1 0-26 0,3 0 1 15,-3 0 18-15,3 0-18 0,-4 0 0 0,2 0-1 16,1 0-18-16,-2-1 18 0,1-1 9 0,-2 0-8 16,0 0-40-16,0-1 26 0,2-1 6 0,-4 0 7 15,1 0-27-15,0 0 15 0,1 1 8 16,-3 1 1-16,3-2-24 0,-1 0 21 0,-2 2 3 15,3-2-4-15,-1 3-12 0,1-3 11 0,-1 2-2 16,0 0 1-16,1-1 10 0,0 0-10 0,-1 0-1 16,1 1 1-1,-1 0-8-15,-1-2 8 0,2 1 4 0,-1 1-6 0,1-4-22 0,-1 2-1 0,0-1 23 0,-1 1 0 16,1-3-28-16,1 1-7 0,-3-4 32 0,0 2-4 16,2 0-25-16,-2 0 22 15,0 1 7-15,-1-3-33 0,4 4 27 16,-5-3 7-16,3 4-10 0,-3 0-1 0,2-2 16 15,0 2-15-15,-1-1 0 0,0 2 1 0,3 0-24 16,-5 1 17-16,3-1 9 16,0 0-2-16,0-1 0 0,-4-1-22 0,3 0 21 0,0-2 1 15,1 3 1-15,-3-4-40 0,0 2-1 0,2-3 32 0,-3 3 3 0,1-1-30 16,-1-2 0-16,2 1 19 16,0 2 6-16,-2-1-5 15,2-1 3-15,-5 1-5 0,5 1 18 0,-3-1-15 0,-1 2 4 16,3-1-4-16,-3-1 1 0,2 2-1 15,3-1 1-15,-5 0 1 0,1-1 0 0,4 1 8 16,-4-1-8-16,3-1 1 0,-2 1 0 0,2 1 20 16,0-3-19-16,1 3-1 0,-2-1 0 0,3 1 35 15,-2-1-34-15,1 2 1 0,2 1 0 0,-1 0 25 16,2-2-1-16,0 5-19 0,-1-5-3 0,2 4 24 16,1-1-22-16,2 2 5 0,-3 0-3 0,3 0 45 15,0 1-2-15,-1-1-34 0,3 0 28 0,-2 2 2 0,-1-2-2 16,1 2-21-16,1-2-4 0,-1 2 3 0,0-2-20 15,1 2 18-15,-1-2 1 0,2 2 7 0,-3 0-16 16,3 0 10-16,0 0-1 0,0-2 1 16,0 2-10-16,-2 0 12 0,2 0-4 0,0 0-3 15,0 0 2-15,0 0-28 0,0 0 0 16,0 0 28-16,0 0-2 0,0 0-42 0,0 0 0 16,0 0 9-16,0 0 0 0,0 0 25 15,0 0-37-15,0 0 33 0,0 0 1 0,0 0-26 16,0 0 24-16,0 0-5 0,0 0-2 0,0 0 29 15,0 0 0-15,2 0-26 0,4 0 0 0,-2 4 38 16,2-2-35-16,-1 2 1 0,-1-2-1 0,1 1 8 16,1 1-6-16,-2-2 3 0,1 0 1 15,-1 1-29-15,1-1 27 0,-2-1 0 0,-1 2-1 0,-1 0-13 16,4-2 14-16,-3 0 0 16,-1 1-5-16,1-2-31 0,-1 3-9 15,1-1 40-15,0-2-8 0,1 1-7 0,-3-1 6 16,0 0 5-16,0 0 7 0,0 0-9 0,0 0-1 15,0 0 5-15,0 0-3 0,0 0-1 0,0 0-1 16,0 0 1-16,0 0-5 0,0 0 6 0,0 0 1 16,0 0 0-16,0 0-1 0,0 0 0 0,0 0 0 15,0 0 0-15,0 0-34 0,0 0 34 16,0 0-3-16,0 0 2 0,0 0-43 16,-3 0-1-16,-1 0 39 0,1 0 2 0,0-1-39 15,-2-1 35-15,2-1-2 0,0 1 1 0,-2 1-21 16,1 0 19-16,0-2-10 0,1 0 9 0,0 2 36 15,-2-1-37-15,2 1-3 0,1 1 2 0,-2-2 38 16,1 2 3-16,3 0-33 0,0-2 95 0,0 2-43 16,-2 0 162-16,2 0-187 0,0 0-12 15,0 0 38-15,0 0-33 0,0 0 9 0,0 0-5 0,0 0 25 16,0 0-20-16,0 0 9 0,0 0-6 16,0 0-26-16,0 0 0 0,0 0 37 0,0 0-9 15,0 0-24-15,0 0 1 0,0 7 16 0,0 1 3 16,0 0 33-16,2 2-5 0,3 4-33 0,2-1 2 15,-1 2 36-15,1 2-1 0,1-1-25 0,0 2-7 16,1 0-2-16,1-1 4 0,-3 2 8 0,0-2-6 16,1-2-36-16,0-1-5 0,-3 1 46 15,4-5-61-15,-7-3 25 0,3 3-80 0,-2-2 104 0,-2-5-3 16,1 1-48-16,0-2 34 0,-2 0 6 16,3-2 0-16,-3 0 4 15,0 0-7-15,0 0-5 0,0 0 4 0,0 0 28 0,0 0 1 16,0 0-27-16,0 0 0 0,0 0-34 15,0 0 0-15,-5 0 35 0,2-2-2 0,1-2-119 16,-1 1 55-16,-2-1 29 0,0-2-6 16,1 2-134-16,1-2 78 0,-2-3 26 0,2 1 14 0,-1-4-228 15,-2 0 125-15,3-4 61 0,-1-1 31 0,-1 2-102 16,0-2 71-16,0 0 31 0,0 0 0 0,-1 2-129 16,1 0 80-16,-1 3 32 0,-1 0-27 0,2 2 37 15,1 2 69-15,-1-2 1 0,1 4-40 0,-1 0 283 16,3 0-249-16,-1 3 0 0,0-1-26 0,-1 1 100 15,3 0-59-15,-4 2-16 0,2-1 20 16,1-2 196-16,0 2-84 0,1 0-57 0,1 1 8 16,-3-1 82-16,3 0-63 0,0 0-30 0,-2 2-1 0,2 0 30 15,0 0-23 1,0 0-7-16,0 0-23 0,0 0-7 16,0 0 0-16,0 0 0 0,0 0 8 0,0 0-31 0,0 0 23 15,2 0 0-15,2 0 0 0,1 0 29 16,3 0 8-16,-1 0 2 0,3 0 0 15,-1 0 44-15,0 0-76 0,5 2-7 0,-2 0 8 0,1 1 28 16,1-1-37-16,2 2 1 0,1 0 0 0,-2-1-59 16,3 1 58-16,1 0 1 0,-1-1-1 15,-1 2-27-15,3-2 1 0,-3 1 26 0,-3-3 9 16,-1-1-67-16,-2 0 23 0,1 0 0 0,-5 0 14 0,1 0-40 16,-3 0 22-16,-2 0-4 0,-1 0 9 15,-1 0 31-15,-1 0-25 0,0 0 5 0,0 0-7 16,0 0 117-16,0 0 73 0,0 0-192 0,0 0 0 15,0 0 0-15,0 0-262 0,0 0 142 0,-1 0 67 16,-1 0-1740-16,2 0 1721 0,0 0 0 0,0 0 31 16</inkml:trace>
  <inkml:trace contextRef="#ctx0" brushRef="#br0" timeOffset="406">13582 13490 570 0,'-5'-6'0'0,"-3"0"0"0,-2-3 0 0,3 5 0 15,0 0 147-15,-1 0-62 0,-2 2-26 0,3 0 1 16,2 2 106-16,-1 0-67 0,1 0-25 16,2 0-8-16,1 0 32 15,0 0-33-15,2 0 0 0,0 0 90 0,0 0-53 0,0 0 232 16,0 0-283-16,7 0-18 0,9 0 0 0,5 0 240 16,-1-2-215-16,8-3-25 0,0-1-1 0,3 1-14 15,-1-3 9-15,0 1 5 0,-4 1 9 0,8-1-8 0,-2 0 0 16,0 0-19-16,-2 3 19 15,0-1-83-15,-4 1 50 0,3 3 12 16,-7-3 0-16,0 2 21 0,-3 0-219 0,-4 0 106 16,-3 2 24-16,-3-1-330 0,-4 1-596 0,-1 0 761 15,-2 0 171-15,1 0 9 16,-3-3-157-16,0 2 82 0,0-9 42 0</inkml:trace>
  <inkml:trace contextRef="#ctx0" brushRef="#br0" timeOffset="407">13933 13127 578 0,'0'3'125'0,"0"0"-62"0,0 2 186 16,2 1-99-16,4 0-63 0,3-1-27 0,4 2 449 16,2 3-238-1,6-3-119-15,-1 3-51 16,5 1 150-16,-2-2-109 0,1 3-55 0,-5-3-27 0,2 1-58 16,0 1 8-16,-5-2 23 0,1 3 0 0,-6-1 0 0,0 0-126 15,-3 2 63-15,-4 0-35 0,-2 0 44 0,-2 2-57 16,0 2 55-16,-7-2 13 0,-11 5-1 0,3-6-216 15,-5 2 111-15,-3-2 34 16,0-1 32-16,7-2-5 0,-7-3-372 0,2 0 190 0,1-1 106 16,-1-1 49-16,0 3-358 15,5 3 203-15</inkml:trace>
  <inkml:trace contextRef="#ctx0" brushRef="#br0" timeOffset="408">13715 13786 498 0,'-13'8'86'0,"1"0"-44"0,-2 0-20 0,5-2-1 0,-1 0 212 16,4-2-92-16,3-3-58 0,1 1 342 16,2 2 271-16,0-1-625 15,11 1-38-15,6 0 8 0,2 0 10 16,5-1-21-16,-3-1 2 0,7 0 1 0,-5-2 8 0,7 0-81 16,-4 0 36-16,-6 0 0 0,5 0 37 0,-6 0-54 15,-2-2 34-15,-2-1-7 0,-4-4 27 0,-4 0-112 16,0-3 57-16,-4 0-10 0,-1-4 32 0,0 1-80 15,-2-1-99 1,0-3 169-16,-2-1 2 0,-6 0-10 0,-1-1-23 16,-2 1 3-16,-3-2 22 0,1 5-2 0,-2 0 90 0,-1 6-84 15,-2 4-6-15,0 3 4 16,1 2 82-16,-6 0-38 0,5 11 1 0,-1 9-38 0,0 3-5 0,0 4 273 16,2 3-126-16,0 0-48 0,4 4-37 0,0-1 187 15,4 1-28-15,1-2-92 0,4 0-42 0,4-2-3 16,0 1-52-1,0-2 13-15,4-6 8 0,8 7-9 0,0-8-31 16,4-1 0-16,-2-2 32 0,4-3-1 0,-2-1-62 0,3-2 27 0,0-3 0 0,0-3 36 31,2-1-231-31,0-2 93 0,0-4 41 0,4 0-444 0,-2 0 227 16,-3-11-854-16,3-5 995 0,-2-2 54 0,-5 3 18 0,5-8-233 16,-4 3 134-16</inkml:trace>
  <inkml:trace contextRef="#ctx0" brushRef="#br0" timeOffset="409">14087 13887 1623 0,'0'4'0'0,"0"2"0"0,0-1 0 0,2-2 0 0,-2 0 0 0,2 1 468 15,4-3-217-15,3-1-102 0,4 0-61 0,4 0 359 16,2 0-207-16,1 0-103 0,3 0-53 0,0-1-17 0,-3-1-148 16,3 0 57-16,-2-2 29 0,-3 2-1 0,1-2-384 15,-6 3 215-15,0 1 95 0,-4 0 51 16,-1 0-538-16,-2 0 263 0,-4 0 158 0,0 0-44 15,-2 0-143-15,0 0 145 16,0 0-224-16,0 0 185 0,-6 0-277 0,-2 0 454 0</inkml:trace>
  <inkml:trace contextRef="#ctx0" brushRef="#br0" timeOffset="410">14296 13876 268 0,'-10'6'-30'0,"1"-1"0"0,1 5 30 0,-1 1 374 16,2 2-170-16,-1 0-86 0,0 3-42 0,3 2 150 15,-1 1-89-15,3 3-56 0,1 3-24 0,0 1 343 0,2-6 348 16,0 9-704-16,0-8-3 0,0 0-9 0,0-1 24 15,5-1-24 1,5-4 0-16,-3-2 1 0,5-4-110 16,-1 0 50-16,1-5 30 0,-2-1 0 0,3-3-119 0,-1 0 75 15,3-3 45-15,-2-7-9 0,4-5 38 0,-2-3-539 0,2 0 253 16,-2-2 60-16,0 4 80 16,6-5-445-16</inkml:trace>
  <inkml:trace contextRef="#ctx0" brushRef="#br0" timeOffset="411">14842 13341 1838 0,'0'-7'0'0,"2"3"0"0,-2 0 0 0,0-2 0 0,0 0 0 0,0 1 286 16,0 3-127-16,0-2-64 0,0 2-30 0,-2 1 249 15,2 1-132-15,0 0-79 0,0 0 9 16,0 0-40-16,0 11 0 0,0 4-39 0,0 4 8 0,0 7 62 15,-7 3-36-15,-1 0 1 0,-1 4-35 0,-2 5 16 16,-3 3-16 0,1-3 0-16,1 2-6 0,-2-2 6 0,-1 1-112 0,2-5 65 0,-2 4 19 15,0-4 0-15,2 0-182 16,1-6 99-16,7-5 41 0,-3-2 30 0,3-4-349 16,1-6 170-16,2-3 67 0,1-2 48 0,1-5-351 15,0 1 187-15,0-2 105 0,0 0 49 0,0-2-391 16,0-9 220-16,5-4 109 0,6-2 48 0,3-4 34 0</inkml:trace>
  <inkml:trace contextRef="#ctx0" brushRef="#br0" timeOffset="412">15051 13484 496 0,'2'-9'0'0,"0"2"0"0,0 0 0 0,-1 1 0 0,-1 4 0 0,0 0 588 0,0 1-278 16,0-1 331-16,0 2-295 0,0 0 347 15,0 0-600-15,0 0-56 0,0 0-4 0,0 2 0 0,0 10 34 16,0 2-7-16,-1 1-27 0,-3 4 64 16,0 1-32-16,-2 7 0 0,0-1-24 0,-1 3-8 15,-2 2 43-15,-1 3-22 0,-3 2 0 16,2 2 126-16,-2-1-180 0,-4 4 0 0,3-1 0 16,4-7 0-16,-4 1 0 0,5-2 0 0,1-5 0 0,1 3 0 15,4-10 0-15,-4-1 0 0,5-3 0 16,1-5 0-16,-1-1 0 0,2-4 0 15,-2-2 0-15,2-2 0 0,0-2 0 0,0 0 0 0,0 0-189 16,0 0 92-16,-2 0 30 0,0 0 28 0,-1 0-358 16,1-2 183-16,0 0 82 0,0-4-518 15,2 1-29-15,0 2 322 0,0-3 163 16,0 0 80-16</inkml:trace>
  <inkml:trace contextRef="#ctx0" brushRef="#br0" timeOffset="413">15659 13345 614 0,'-7'-4'0'0,"3"0"0"0,-2-1 0 0,3 0 0 16,-3 0 0-16,-2 1 312 0,1 0-139 0,0 2-70 0,-1 1-35 0,-4 1 196 15,2 0-108 1,-4 5-65-16,-3 12 98 0,0 4-5 16,-1 4-76-16,-1 3-37 0,1 3 8 0,-2 3 170 15,-1 6-108-15,7-2-54 0,0-1-27 0,5-3 0 0,0 3 214 16,4 1-125-16,3-2-58 0,2-3-29 0,0-1 140 16,0-2-85-16,3 0 74 0,6-3-191 15,4-1 0-15,5-3 0 0,-2-1 0 0,3-3 0 0,-2-5 0 16,2 2-358-16,0-4 276 0,2 1 57 15,-5-6 30-15,3-2-546 0,-2-1 267 0,0-4 95 0,-2 0 78 16,0 0-475-16,-2 0 272 16,2-7 128-16,-2-6 75 0,1-3 35 0</inkml:trace>
  <inkml:trace contextRef="#ctx0" brushRef="#br0" timeOffset="414">15908 13330 2189 0,'0'-12'0'0,"-9"8"0"0,8 2 0 0,-1 1 0 0,2-1 0 0,-2 0 0 0,2 2 41 0,0 0 287 16,0 0-148-16,0 4-73 0,0 9-37 0,0 4 258 16,4 3-139-16,3 5-82 0,-1 3-37 0,-2 2 125 15,1 1-81-15,-1 0 63 0,-2 3-177 0,0 1 0 0,0 9 0 16,-2-5 0-16,0 4 0 0,0-1 0 15,0-6 0-15,0 8 0 0,0-8 0 0,-2 3 0 16,2-3 0 0,0-2 0-16,0-7 0 0,0 4 0 0,0-10 0 0,0 0 0 15,0-6 0-15,0-7 0 0,0 2 0 0,0-6 0 16,0 0 0-16,0-4-176 0,0 0 140 16,0 0-283-16,0 0 140 0,0 0 65 0,0 0 41 0,0 0 16 0,-4 0-286 15,2 0-379-15,-1 0 337 0,3 0 180 0,0-2-1093 16,0-7 1245-16</inkml:trace>
  <inkml:trace contextRef="#ctx0" brushRef="#br0" timeOffset="415">16183 13929 1697 0,'3'0'0'0,"0"1"0"0,1-1 0 0,0 0 0 15,-1 0 0-15,-1 0 0 0,2 0 0 0,-3 0 671 0,3 0-319 0,-2 0-159 0,3 4-81 0,-4 6 429 16,1 1-256 0,-2 4-41-16,0 3-244 0,-2 6 0 0,-8 2 0 0,-2 2-468 0,-2 2 276 15,-2 4 107-15,-7 4-548 16,0-5 332-16,-1 2 167 0</inkml:trace>
  <inkml:trace contextRef="#ctx0" brushRef="#br0" timeOffset="416">16422 13407 1568 0,'0'0'0'0,"0"0"0"0,0 0 0 0,0 0 0 0,0 0 0 16,0 0 0-16,10 2 0 0,1 3 0 0,3 4 270 0,2 1-110 0,0 1-68 15,1 2-30-15,3 1 87 0,-4-1-59 0,1 0-28 16,-2 0-44-16,0 0-8 0,-4 0 22 0,2 1 1 16,-3-3-196-16,-4 0-71 15,-1-4 141-15,-3 1 59 0,0 0 34 0,-1-5-456 16,1-1 223-16,-2-2 78 0,0 0 57 0,0 0-275 16,2-2 171-16,3-11 84 0</inkml:trace>
  <inkml:trace contextRef="#ctx0" brushRef="#br0" timeOffset="417">16790 13269 580 0,'0'-4'0'0,"0"3"0"0,0-1 0 0,0 2 0 0,0 0 0 0,0 0 475 15,0 0-226-15,0 0 189 16,0 0-202-16,0 0-102 0,0 3-51 0,0 15 95 0,-4 4-76 16,-3 7-35-16,-5 12 0 0,1 4 145 0,-5 6-89 15,-3 4-37-15,-2 12-31 0,-1-2 86 16,1 4-54-16,-2-1-28 0,7-8 9 0,-7 15-13 15,5-10-23-15,4-6 1 0,0-6 0 0,3-1-123 16,2-9 69-16,-1-1 23 0,5-6 0 16,-1-6-414-16,3-9 213 0,1-2 84 0,0-9 58 0,0-2-387 15,2-4 206-15,0-3 102 0,-2-1 52 0,2 0 25 16,0-3-369-16,0-12 202 0,0-9 96 0,6-5 49 0,7-4-297 16</inkml:trace>
  <inkml:trace contextRef="#ctx0" brushRef="#br0" timeOffset="418">17000 13166 536 0,'5'-20'104'0,"-1"7"-51"0,0 5-27 0,-3 2 208 16,2 2-92-16,-3 3-58 0,0-1-26 0,0 0 421 16,0 2-223-16,0 0-111 0,0 0-49 0,0 0 104 0,-4 9-166 15,0 10-12-15,-1 4 11 0,-3-1 0 0,3 1-603 31,-3 5 587-31,4-8 16 0,0 5 0 0,-1-3-974 16,1 1 931-16,1 0 5 0,1-2-281 16,-1-1 128-16,3 2 57 0</inkml:trace>
  <inkml:trace contextRef="#ctx0" brushRef="#br0" timeOffset="419">17150 13482 1460 0,'0'0'0'0,"0"0"0"0,0 0 0 0,-7 8 0 0,-5 2 0 0,-1 5 408 0,-2 4-187 16,4 6-94-16,2-1 281 0,1 5-179 0,0 0-102 0,5 1-47 15,1 0 89-15,2 1-67 0,0-3-35 0,0-4 8 16,5 5-83-16,7-6 1 0,1-4 39 0,1-1 1 0,4-4-315 16,1-3 166-16,-1-1 70 0,0-5 40 15,2-3-545-15,-1-2 282 0,0 0 66 0,-1-3 91 16,-1-11-488-16,2-7 284 15,-2-1 141-15</inkml:trace>
  <inkml:trace contextRef="#ctx0" brushRef="#br0" timeOffset="420">17372 13525 727 0,'-4'-7'0'0,"2"4"0"0,0 0 0 0,2 1 0 0,0-2 27 0,0 2 493 16,4-2-235-16,9 4-130 0,6-3 170 15,2 1 143-15,4 2-217 0,0 0-109 0,3 2-47 0,-1 9 4 16,-3 6-34-16,-3 2 1 15,-2 3-33-15,-6 1-80 16,-4 0 49-16,-1 6-9 0,-7 0 40 0,-1 1-143 16,0-4 71-16,-12 0 36 0,-4-5 9 0,-4 1 26 0,-4-4-220 15,-1-5 75-15,-2-3 64 0,3-2-164 0,2-2 95 16,-1-3-253-16,2-3 170 16,10 0 83-16,-1 0 43 0,7 0-321 0,3 0 174 0,2-9 98 15,2-5 46-15,14-3-307 0,3-2 176 0</inkml:trace>
  <inkml:trace contextRef="#ctx0" brushRef="#br0" timeOffset="421">17659 13546 569 0,'4'-13'0'0,"2"1"0"0,-3 1 885 15,-1 1-828-15,-2-3-25 0,0 6 1 0,0-1 8 0,0 1 394 16,-2 3-201-16,-3 0-101 0,1 2-50 16,0 2 127-16,-2 0-92 0,1 6-43 15,-2 15-21-15,3 1-4 0,0 7-17 0,4-1 14 16,0 4-14-16,0-1 0 0,0 2-280 15,4-1 277-15,7-5 3 0,0-4 8 0,4 2-373 16,0-9 182-16,0-1 92 0,4-3 12 0,-2-4 31 16,2-7-539-16,-1-1 265 15,1 0 128-15,-2-6 65 0,0-9-174 0,-1-3 119 0,-2-1 50 0</inkml:trace>
  <inkml:trace contextRef="#ctx0" brushRef="#br0" timeOffset="422">17898 13355 759 0,'0'-3'0'0,"0"-1"0"0,0 1 0 0,0 1 0 0,0-2 0 0,3-1 29 16,4 4 1818-16,7 0-1763 0,-3 1-25 15,3 0 0-15,0 1 317 0,0 13-322 16,1 0 8-16,0 7-30 0,-2 2 1 0,0 1 24 0,-2 2 0 16,-1 3-24-16,-3-1 8 0,-4 4-46 15,0 1-1-15,-3 2 39 0,0-2 0 0,-6 2 0 0,-7 0-106 16,-2-5 48-16,0-2 30 0,-4-3-240 0,1-3-765 15,-3-6 921-15,3-2 24 0,-3-3-1 16,1-1-808-16,6-5 778 0,6-4 27 16,-2 2 0-16,7-3 18 0,3 0-208 0,0 0 108 0</inkml:trace>
  <inkml:trace contextRef="#ctx0" brushRef="#br0" timeOffset="423">18207 13190 552 0,'0'0'0'0,"0"0"0"0,0-1 0 0,0-1 0 0,0 0 0 0,0 0 277 15,2 1-122-15,0-2-52 0,2 2-40 16,4 1 228-16,-1 0-129 0,4 0-65 15,1 0-32-15,-1 0 8 0,2 5 150 0,0 5-96 16,2 0 35-16,-1 6-64 0,-2 5 108 16,4 3-91-16,-5 2-41 0,-2 2-20 0,1 5 69 15,-3 0-44-15,-1 3-15 0,-3 6-9 0,-1-2-46 16,-2 4-1-16,0 3 25 0,-2 1 0 16,-10 3 8-16,-4-3-170 0,1 1 81 0,-4-2 41 15,1-7-1-15,-1-11-366 0,-4 5 176 0,3-10 101 0,-1-4-224 0,4-6-822 31,-1-5 1076-31,6-3 0 0,-1-6 26 0,4 0 8 0,5 0-386 0</inkml:trace>
  <inkml:trace contextRef="#ctx0" brushRef="#br0" timeOffset="424">18997 13115 1280 0,'0'-7'0'0,"0"2"0"0,0-1 0 0,0-1 0 0,0 2 0 0,0 4 65 0,0-4-24 15,0 4 362-15,0 0-344 0,0 1-26 0,-2 0 0 16,2 7 285-16,-6 12-240 0,-2 6-45 16,-3 6 0-16,-2 8 65 0,0 3-33 0,-4 3 0 15,-2 2-24-15,0 3-8 0,-1 3 103 16,-1-1-52-16,-4 11-25 0,3-7-1 0,0-5 1 15,-6 10-27-15,-1-6 1 0,7-10 0 0,-3 5-54 16,5-8-168-16,3-6 211 0,4-3 11 16,-1-3 0-16,5-3-127 0,0-9 49 0,3-1 35 0,0-8-395 15,2-2 199-15,3-5 76 0,-1-2 55 0,2 0-508 16,0-9 274-16,0-3 131 0,5-6 76 16,11-3-368-16</inkml:trace>
  <inkml:trace contextRef="#ctx0" brushRef="#br0" timeOffset="425">19266 13260 1103 0,'0'-9'0'15,"0"-1"0"-15,1 3 0 0,1 0 0 0,0 3 0 0,-2 0 0 0,0 3 486 0,0-2-219 0,0 2-121 0,0 1-56 16,0 1-29-16,0 19 237 0,-14 10-124 15,0 12 108-15,-5 3-124 0,-4 15 207 16,1-1-310-16,-5 3 0 0,5-4-14 0,-8 19-69 16,0-8 33-16,-1 1 28 0,1-2 0 0,0-4-79 15,6-12 47-15,4 2-7 0,0-4 38 0,8-8 1 0,0-8-201 16,3 2 101-16,2-10 54 0,1-4 19 0,1-2-371 16,0-9 178-16,3-4 49 0,0-3-263 15,1-3 175-15,-3-1-883 0,2 0 998 0,-2 0 40 16,3-1-321-16</inkml:trace>
  <inkml:trace contextRef="#ctx0" brushRef="#br0" timeOffset="426">19820 13440 359 0,'-5'-11'0'0,"3"2"0"0,0 1 0 0,2-2 0 0,0 1 0 0,-1 0 0 0,-1 0 72 0,2-1-40 0,0 0 9 15,-2 3 13-15,0 0 0 0,-2 0-21 0,1 3 0 16,1 1 71-16,-3 0-40 0,0 1 1 0,-1 0-32 16,1 2 93-16,-2 0-47 0,-2 0-15 15,-1 7 58-15,-3 7-44 0,-3 6-23 16,2 5 0-16,-4 3 63 0,2 6-35 0,-3 8-29 15,3-3 0-15,0 4 72 0,3 0-47 0,1 0 38 16,7-5-34-16,-1 9-30 0,6-6 1 0,0-7 84 16,0 3-53-16,4-2-26 0,7-4 8 0,5-2-13 15,3-5 0-15,1-1-21 0,2-6-1 0,5-2-98 16,-7-6 57-16,5-2 17 0,-3-4-207 16,-1-1 110-16,-2-2 60 0,-2 0-194 0,-3-2 116 0,2-5 22 15,-5-2 40-15,-2-4-403 16,-1 0 208-16,-1-2 103 0,-1-1 44 0,-1 1-305 0</inkml:trace>
  <inkml:trace contextRef="#ctx0" brushRef="#br0" timeOffset="427">20101 13286 1373 0,'0'-11'0'0,"0"8"0"0,0 0 0 0,0 2 0 0,-2-2 0 0,2 3 0 0,0 0 299 0,-1 0-134 0,1 0-65 16,0 0-26-16,0 0 250 0,0 10-146 0,0 7-72 16,3 5-37-16,1 3 162 0,1 4-90 0,-3 3 69 15,0 5-88-15,0 6-45 0,0 2-22 0,-2 0 57 16,0 4-32-16,0 0-7 16,0-1-41-16,0-3 14 0,0-1-13 0,1-9 162 0,1 2-195 0,0-2 0 15,3-5 0-15,-2-7 0 16,-1-2-197-16,2-7 195 0,-2 0 14 0,-1-6-108 15,1-4 49-15,0 0 32 0,-2-4-6 16,0 0 1-16,0 0-15 16,0 0 34-16,0 0-8 0,0 0 5 0,-5-4-12 0,-3-3 7 0,2 0-464 15,0 1 221-15,3-2 107 0,-3 3 57 0,4-1-558 16,2-1 299-16,0 4 161 0,0 0-494 0</inkml:trace>
  <inkml:trace contextRef="#ctx0" brushRef="#br0" timeOffset="428">20478 13810 1361 0,'0'0'0'0,"0"0"0"0,0 0 0 0,0 0 0 0,2 0 0 16,0 5 0-16,2-2 0 0,-1 2 248 0,1 2-100 0,1 6 261 0,-4-3-188 0,1 6-94 16,-2-1 39-16,0 3-67 0,0-1-24 0,0 4-9 15,-5-2-62-15,-3-1 28 0,-2 3 1 0,1-4 0 16,-3 2 8-16,2-5-282 0,0 2 137 0,-1-3 68 16,1-1-556-16,0-3 277 0,-1 0 168 15,1 0-599-15</inkml:trace>
  <inkml:trace contextRef="#ctx0" brushRef="#br0" timeOffset="429">20895 13502 639 0,'-15'-2'0'0,"3"-3"0"16,-2 3 0-16,3 2 0 0,1 0 0 0,1-2 0 0,2 2 69 0,1-1 0 0,2 1-36 0,3 0 264 0,1 0-132 0,0-3-58 16,0 3-41-16,7-2 208 15,7 1-121-15,7-1-60 0,-1 0 215 0,1 0-130 16,0 0-76-16,2 1 51 0,-3 1-59 0,-1 0-32 15,1 0 1-15,-4 0-45 0,-1 0-9 0,-2 0 24 16,-4 0-1-16,3 0-168 0,-5 0 85 0,-1 0 50 16,-2 0 12-16,-1 0-413 0,-1 0 169 0,1 0-444 15,0 0 323-15,1 3 152 0,3 1 89 0</inkml:trace>
  <inkml:trace contextRef="#ctx0" brushRef="#br0" timeOffset="430">21350 13433 954 0,'7'0'0'0,"3"0"0"0,3 4 0 0,0-4 0 0,0 0 0 0,5 0 222 0,-2 0-95 0,7-2-38 16,5-4 425-16,4 0-240 0,0-1-121 0,1 0 174 0,3 0-146 16,0 2-13-16,-1-1-147 15,2 1 12-15,-2 1 0 0,-3 1-1 0,-6 1 9 0,6 0-192 16,-7 2 92-16,-5 0-132 0,1 0 112 15,-5 0 55-15,-2 0 37 0,-3 0-8 0,-4 0-528 16,0 0 256-16,-4 0 63 0,-1 0-300 0,-2 0 227 16,0 0 126-16</inkml:trace>
  <inkml:trace contextRef="#ctx0" brushRef="#br0" timeOffset="431">21521 13630 1700 0,'-5'2'0'0,"0"1"0"0,5 2 0 0,0-4 0 0,0-1 0 0,12 0 0 0,4 0 294 0,9 0-123 16,5 0-73-16,0 0 126 0,4 0-96 0,3 0-47 0,1 0 123 15,0 0-77-15,-3 0-51 16,-1 0-22-16,-2 0 0 0,-4 0-163 0,-5 0 70 16,0 0-331-16,-3 0 197 0,-5 0 103 0,-6 0 52 15,-3 0 25-15,-3 0-550 0,-1 0 212 16,-2 0 127-16,-5 0-72 0,-12 0 121 0,-5 0-241 15,-8 4 181-15</inkml:trace>
  <inkml:trace contextRef="#ctx0" brushRef="#br0" timeOffset="432">21555 13668 967 0,'-19'0'0'0,"6"3"0"0,1 1 0 0,5 1 0 0,1 0 0 0,3 2 66 16,1 2 156-16,2 5-99 0,0 4-45 0,0 5 335 15,0 1-190-15,2 3-95 0,-1 5 196 16,5 0-149-16,-4 2-72 0,1 1-16 15,-1-1-27-15,3 0 8 0,-3-4-174 0,-1-2 115 16,1-5 24-16,0-1-1 0,0-3 1 0,0-4-67 0,-2-2 28 16,0-6 1-16,0-1 38 0,0-4-165 15,-2-1 82-15,-7-1 6 0,-3 0-95 16,-1-3 47-16,-4-7 42 0,-1-5-9 0,-2-1-24 0,1-1 11 0,-3-6 8 16,1-1 17-1,2-1 14-15,-1 5 1 0,5 5 35 0,-3 0-8 0,2 4-28 16,2 5 1-16,0 4 224 0,3 2-101 15,-1 0-56-15,3 8-21 0,0 10 4 0,0 0 144 0,-1 7-79 0,1 2-18 16,1 0-24 0,0-6 0-16,3 4-16 0,1-2-382 0,2-3 184 0,0-2 95 0,2-2 44 15,0-7-555-15,0 0 282 0,8-2-62 16,3-4 167-16,0-3 85 0,4 0 42 0</inkml:trace>
  <inkml:trace contextRef="#ctx0" brushRef="#br0" timeOffset="433">21507 13947 914 0,'19'-8'0'0,"1"2"0"0,0 2 0 0,-1 1 0 0,-3 3 0 0,2 0 0 0,-1 0 63 0,1 0-30 0,-1 10 403 0,0 1-202 0,0 2-92 15,-4 2-58 1,-1 1 322-16,-3 1-186 16,-6 1-94-16,-1 1-47 0,-2 0-14 0,0 4-129 0,-9-5 49 0,-8 2 24 0,-6 0-53 15,1-4 38-15,-6 0 9 0,0-2-220 16,-4-3 124-16,2-2 64 0,1-2-340 0,1-1 180 0,7-4 44 15,3-2-213-15,6 0 162 16,3 0 82-16,7-2 41 0,2-9-271 0,2-5 148 0,21-2 85 0</inkml:trace>
  <inkml:trace contextRef="#ctx0" brushRef="#br0" timeOffset="434">21806 13970 1733 0,'11'-11'0'0,"-4"5"0"0,-2-1 0 0,-3 1 0 0,-2 0 0 0,0 2 0 0,0 0 0 0,-7 3 281 0,-3 1-116 15,-5 0 72-15,-1 1-102 0,0 15-51 16,-1 2-26-16,4 5 152 0,4 0-80 0,-1 7-53 0,10-3-8 16,0 0 0-16,0-1-37 0,12 1 1 0,6-2 8 15,5-6-8-15,0 1-170 0,2-3 84 16,1-2 44-16,1-6-339 0,-4-2 199 0,1-1 87 0,-4-6-285 16,1 0 169-1,-3 0 26-15,-4 0-365 0,-3-8 234 0,-3-2 129 0,-2-4 60 0,-4 0-310 16</inkml:trace>
  <inkml:trace contextRef="#ctx0" brushRef="#br0" timeOffset="435">21712 12977 573 0,'-17'-24'122'0,"6"8"-60"0,4 9-32 0,-2 1 209 15,2 4-108-15,2 0-49 0,1 2-24 0,1 0 456 16,1 0-240-16,0 14-112 0,2 12 211 0,0 0-170 16,0 8-85-16,0 1 34 0,2 3-60 0,3-3-21 15,1 3-8-15,1-4-31 0,-1-2-170 16,0-2 85-16,1 2 43 0,-3-6 29 0,1 5-525 16,0-3 269-16,0 0-252 0,-1-2 198 0,1-2 139 15</inkml:trace>
  <inkml:trace contextRef="#ctx0" brushRef="#br0" timeOffset="436">22443 13247 1101 0,'0'-12'0'0,"-5"7"0"0,-3 2 0 0,0 0 0 0,-1 2 0 0,-4 1 0 0,-4 0 0 0,-4 7 0 0,3 13 351 0,-3 3-159 0,0 5-71 16,-2 12-48-16,5-1 235 16,3 3-138-16,2 4 103 15,4-2-120-15,2-5-52 0,4 10-38 0,3-6 42 0,0-1-36 0,1-3-1 16,10-5-35-1,3-1-65-15,3-2 29 0,3-5-1 0,5-5 37 0,0-3-337 0,-3-4 177 16,9-3 76-16,-5-5-516 0,-1-6 245 0,2 0 153 0,-3 0-386 16,-1-6 253-16,4-11 139 0</inkml:trace>
  <inkml:trace contextRef="#ctx0" brushRef="#br0" timeOffset="437">22668 13283 864 0,'0'0'0'0,"0"0"0"16,0 0 0-16,0 0 0 0,11 0 0 0,3 0 0 0,7 0 426 0,4 0-188 0,9 0-107 0,3-3 277 15,-2 1-187-15,4-3-94 16,1 4-59-16,0-2 8 0,-5 2-43 0,-3-2 0 16,-2 3-295-16,-5 0 147 0,-3-1 74 0,-3 1 45 0,-5 0-208 15,-4 0 119-15,-2 0 58 0,-5 0 30 16,-1 0-606-16,-2 0 254 0,-3 0-98 0</inkml:trace>
  <inkml:trace contextRef="#ctx0" brushRef="#br0" timeOffset="438">22796 13262 1027 0,'-26'3'0'0,"7"1"0"0,4 2 0 0,-2 2 0 0,6-1 0 0,3 1 0 0,1 3 0 0,3 4 0 0,3 6 461 0,1 5-218 0,0 4-105 15,0 4 274-15,0 7-190 16,3 1-94-16,1-5-39 0,1 12 53 0,-1-8-54 15,0 3-28-15,-3-11 0 0,4 5-150 0,-3-7 70 16,0 1 22-16,-1-5 0 0,-1-6-56 0,0-2 39 16,0-8-181-16,0-4 111 0,-3-3 58 0,-7-4-2 15,-1 0 25-15,0 0-225 0,-5-10 101 16,0-8 11-16,-1-2 42 0,-2-1-11 0,0-6 27 16,0-1-11-16,1-4-8 0,1 3 45 15,-1 3 1-15,6 8 37 0,-3 0 0 0,1 7-38 16,3 7-8-16,-2-1 8 0,0 5 239 0,1 0-99 0,3 5 137 15,-2 13-109-15,2 0-41 0,1 3-42 16,2-1 0-16,1 5-96 0,3-2 33 0,2-3 39 0,0 1-411 16,0-1 195-16,9-5-186 0,7 2 170 15,0-8 95-15,7 1 13 16</inkml:trace>
  <inkml:trace contextRef="#ctx0" brushRef="#br0" timeOffset="439">23014 13668 789 0,'8'-23'0'0,"-1"4"0"0,-1-7 0 0,-1 1 0 0,-3 3 0 0,0-2 0 0,-2 1 300 15,0 4-134-15,-6 3-67 0,-3 3-33 0,-6 8 194 0,-2 3-118 16,-7 2-55-16,1 6 60 16,-2 17-58-16,4 3-28 0,0 6 9 0,1 7 31 15,9-4-34-15,2 3 0 0,4-2 51 0,2 0-43 16,3-2-13-16,0-2-51 0,5-4 22 0,6-5 0 15,1-5-1-15,4-2-203 0,0-3 109 0,3-6 44 16,1-3 25-16,-2-4-153 16,3 0-110-16,0-7 131 0,-5-8 28 0,3-9-110 0,-6 2 61 15,1-2-46-15,-5-2 80 0,-2-1 40 0,-1 7-9 16,-3-3 48-16,0 3 0 0,-3 2 70 0,0 9-35 16,0-1 281-16,0 5-153 0,0 3-82 0,-5 0 343 15,2 2-198-15,-1 4-69 0,0 9-54 16,4 4 23-16,0 2 137 0,0 1-98 0,0 3-50 15,2-2-24-15,6 1 8 0,2-3-33 16,1 0-235-16,4-3 117 0,0-6 60 0,-1-3 28 0,4-1 9 16,1-4-560-16,-3-2 284 0,1 0 82 15,0 0-505-15,0-6 328 0</inkml:trace>
  <inkml:trace contextRef="#ctx0" brushRef="#br0" timeOffset="440">23307 13606 1674 0,'-3'-4'0'0,"1"0"0"0,0 2 0 0,-1 1 0 0,3-1 0 16,0 0 0-16,0 2 295 0,3 0-136 0,8 0-63 0,2 0 92 0,2 0-77 0,2 0-40 15,2 0 9-15,0 0-278 16,1 0 115-16,-1 0-582 0,2 0 347 16,1-2 176-16,1-2 94 0</inkml:trace>
  <inkml:trace contextRef="#ctx0" brushRef="#br0" timeOffset="441">23702 13273 1770 0,'0'-5'0'0,"0"2"0"0,0 0 0 0,5-1 0 0,8 0 0 0,4 0 0 0,5-3 0 0,6 1 292 0,6 1-129 0,3 0 91 15,3-1-111-15,-5 3-47 16,4 0-187-16,-1 2 62 0,-4-1 31 0,-2-1 0 15,-2 3-128-15,-7 0-97 0,4 0 123 0,-6 0 67 16,-6 0-214-16,-4 0 141 0,-2 5 20 16,-5 0 55-16,-4 3-571 0,0 0 284 0,-10 0 143 0</inkml:trace>
  <inkml:trace contextRef="#ctx0" brushRef="#br0" timeOffset="442">23844 13221 1019 0,'-20'0'0'0,"3"0"0"15,8 0 0-15,-3 2 0 0,4-1 0 0,1 7 231 0,2 3-91 0,3 8 360 0,2 4-233 16,0 6-117-16,0 5-59 0,0 7 240 0,0-3-141 0,2 15-91 16,-1-3-15-16,1 3-59 0,0-2 7 0,0-2 1 15,0-10 8-15,0 3-61 16,-1-5 26-16,0-2 0 0,2-12 27 0,-1 2-218 16,-2-12 117-16,0 0 47 0,0-8-240 15,0-1 113-15,0-4 82 16,-7 0-27-16,-3-1-131 0,-1-13 90 0,-1-4 50 0,0-5 6 0,-2-1 22 0,2-2 1 15,-2-3 14-15,1 3 58 0,1 5-25 0,-1 2 101 16,1 4-63-16,0 4-31 16,1 8-8-16,-3-1 226 0,3 4-120 0,-1 0-42 15,0 5 189-15,3 10-232 0,-2 2 2 0,1 1 27 0,2 3-263 16,3 0 126-16,1-1 59 0,2 0 39 0,2-3-555 16,0-3 271-16,2-3 137 0,9-2-214 15,5-7 164-15,0-2 80 0</inkml:trace>
  <inkml:trace contextRef="#ctx0" brushRef="#br0" timeOffset="443">23810 13593 977 0,'19'-16'0'0,"1"5"0"0,3 2 0 0,2 2 0 0,-2 1 0 0,-3 2 256 0,1 4-112 0,0 0-55 0,-1 0 242 16,-1 7-153-16,-2 7-72 0,-6 2 64 15,-2 3-69-15,-2 8-34 0,-5-5 8 0,-2 6-73 0,0-3-20 16,-12-1 26-16,-8 1-1 0,0-3-99 0,-6-2 70 15,-2 0 24-15,-2-6-137 0,-3-1 84 0,2-3 41 0,3-5 22 16,5-3-378-16,1-2 153 0,5 0 98 16,4 0 4-1,5 0-221-15,2-9 150 0,6-2 67 0,0-4-200 0,12-2 141 16,5 0 71-16</inkml:trace>
  <inkml:trace contextRef="#ctx0" brushRef="#br0" timeOffset="444">24145 13557 849 0,'9'-13'0'0,"-4"3"0"0,-2 2 0 0,-1 1 0 0,-2 0 0 0,0 1 0 0,-7 2 410 0,-5 2-181 0,-4 2-102 16,-2 0-47-16,-3 4 299 0,3 11-174 0,-2 4-85 15,8 0-36-15,-4 9 83 0,7-1-67 16,6-2-34-16,3 3 67 0,0 2-50 0,0-9-17 0,9 8-161 16,5-5 64-16,6-2 32 15,1-3 0-15,0-3 31 0,0-6-483 0,6 0 237 0,-6-5 124 16,2-1-601-16,-2-4 331 0,0 0 157 15,-2 0 77-15,-4 0 51 0,-8-11-200 0</inkml:trace>
  <inkml:trace contextRef="#ctx0" brushRef="#br0" timeOffset="445">24385 13268 1268 0,'4'0'0'0,"0"1"0"0,5 2 0 0,-1-2 0 0,-1 1 253 0,2 2-109 0,3 0 205 0,1 3-158 0,3 3-71 0,7 4-48 15,-2 5 0-15,0 2-39 16,-1 5 407-16,-1 6-203 0,-4 2-94 0,0 7 93 16,-7-2-101-16,-5 1-51 0,-3 3 41 15,0 0 68-15,-2-3-193 0,-12 8-236 0,-2-4 159 16,-2-5 55-16,-1-7-179 0,-2 0 117 0,0-6 66 15,3-3 22-15,-1-9-700 0,4-4 303 16,4-4 182-16,1-4 80 0,1-2 41 0,4 0 32 0</inkml:trace>
  <inkml:trace contextRef="#ctx0" brushRef="#br0" timeOffset="446">24793 13024 1360 0,'0'-10'0'0,"0"8"0"0,0 2 0 0,7 0 0 0,2 0 0 0,3 0 239 0,1 10-95 0,8 11-60 16,1 2 521-16,5 11-286 0,-5 6-143 0,-1 7 268 15,-2 7-197-15,-3 14-112 0,-7-6-51 0,-4 0-25 0,-3 5 140 16,-2-12-199-16,-7 20 0 0,-9-9 0 15,-10 2 0-15,-5-2 0 0,-4-1-281 0,1-9 181 16,-11 8 62-16,4-8 36 0,0-3-1 16,-3-4-860-16,1-6 427 0,-3-11 129 0</inkml:trace>
  <inkml:trace contextRef="#ctx0" brushRef="#br0" timeOffset="447">26027 13172 740 0,'-8'0'0'0,"1"0"0"0,0 0 0 0,2 0 0 0,2 0 0 0,-2 0 0 0,2 0 0 0,0 0 256 0,3 0-112 0,-2 0-55 15,2 0 196-15,0 0-130 0,0 0-62 0,0 0-29 16,0 0 68-16,0 0-49 0,0 0-17 0,0 0 65 16,0 0-48-16,2 0-26 0,7 0 1 0,0-3 78 15,5 2-43-15,-2-2-35 0,6-1 1 0,0 0 66 16,5-2-47-16,1 1-22 0,-4-1 27 0,8-1-29 16,-3 1 0-16,-4 0-43 15,2 3-1-15,-2-1 23 0,3 2 8 0,-3-2-81 16,1 2 37-16,-3 0-1 0,-2 1 37 0,-1-2-135 15,-4 3 51-15,-1-3 34 0,0 1-10 0,-4 0-142 16,1 0 85-16,-4 2 18 0,2-1-147 0,-5-2 97 16,3 1 28-16,-2 1 28 0,0-5-182 0,1-3 105 15,0-2 43-15,1 1-131 0,-2-3 97 0,-1 0 47 16,-1-2 24-16,0-2-357 0,0 0 183 16,0-1 103-16</inkml:trace>
  <inkml:trace contextRef="#ctx0" brushRef="#br0" timeOffset="448">26386 12829 1001 0,'-12'-6'0'0,"5"1"0"0,2 4 0 0,0-1 0 0,2 2 0 0,1-1 0 0,-1 1 0 0,3 0 0 0,0 0 387 0,0 0-178 0,3 0-79 15,7 7 153-15,8 2-126 0,2 0-61 0,3 3 90 16,2 1-77-16,-6-4-29 16,10 4-9-16,-6 1-63 0,1-3-1 0,-3 2 26 15,-4-3 0-15,-3 7-27 0,-1-3-8 0,-3 1 35 16,-3 5-81-16,-6-3 40 0,-1 4 1 0,0-1 48 15,-6 4-65-15,-7-3 26 0,-4-1-18 0,0-2-20 16,-2 0 12-16,3-5 2 0,-6 0 13 0,2-2-262 16,2 1 125-16,-3-2 67 0,2-1 26 0,2-1-221 15,0 4 115-15,1-1 63 0,2 3-395 0,-1 0 229 16</inkml:trace>
  <inkml:trace contextRef="#ctx0" brushRef="#br0" timeOffset="449">26149 13525 1024 0,'-11'1'0'0,"3"2"0"0,0 1 0 0,-1-4 0 0,4 1 0 0,0-1 0 0,2 0 0 0,0 0 340 0,3 0-153 0,0 2-78 16,0 2-38-16,11 0 102 0,3-1-75 0,4 3-32 16,0-2 0-16,1 2 2 15,2-3 0-15,1 1-27 0,-1-2-31 0,0-2 1 16,-3 0 22-16,-1 0 0 0,-1 0-67 0,-3 0 41 15,-4 0-8-15,0 0-72 0,-1-2 53 0,-3 0 10 16,-1-3 6-16,-3-5-92 0,2 1 52 0,-3-2 4 16,0-3 0-16,0-1-15 0,0-2 21 0,-8 1-1 15,-1-4-73-15,-2 4 35 0,-4-1 26 0,-2 1-35 16,2 3 20-16,-2 6-5 16,-5 4 36-16,5 1 111 0,-9 2-54 0,4 3-28 15,-3 13-7-15,6 2 206 0,-2 6-105 0,2 3-42 16,6 1 104-16,2 2-57 0,0 4-42 0,8 0 11 15,1-1 193-15,2 1-113 0,0-2-56 0,0-3 98 16,5-3-69-16,8 4-48 0,-1-7 1 0,2-1-50 16,-1-3 11-16,1-3 0 0,2-2 8 0,-1-3-128 15,-2-1 60-15,0-3 30 0,0-3 0 16,2-3-245-16,-1-1 142 0,-3 0 26 0,6 0-146 0,-2-9 69 16,4-8 68-16,-3 2-386 15,0 0 210-15,0-4 117 0,3-1 55 0,-5 1-343 16,2-1 199-16,-3 3 99 0,-1-4 41 0</inkml:trace>
  <inkml:trace contextRef="#ctx0" brushRef="#br0" timeOffset="450">26446 13647 912 0,'0'-7'0'0,"0"2"0"0,0 2 0 0,0 1 0 0,0 2 0 0,0 0 0 0,0 0 0 0,0 0 0 0,7 0 331 16,4 0-149-16,3 0-74 0,0 0-30 0,4 0 299 16,0 0-172-16,1 0-86 0,2 0 30 0,1 0-58 15,-1 0-21-15,0 0-8 0,-3 0-207 0,-1 0 88 16,-2 0 46-16,-1 0-143 0,-5 0 102 0,-1 0 38 15,-2-1 24-15,-1 1-468 0,-3-3 235 0,-1 3 44 16,-1-2 1-16,0 2-197 0,0-1 171 0,0 1 85 16,-9-2-145-16</inkml:trace>
  <inkml:trace contextRef="#ctx0" brushRef="#br0" timeOffset="451">26650 13609 373 0,'-7'0'0'0,"-2"0"0"0,1 3 0 0,0 0 0 0,-2-2 0 0,4 6 0 0,-2-4 355 0,0 6-160 16,0 3-82-16,3 3-40 0,0 3 294 0,1 7-172 0,-1 3-81 15,4 0 223-15,1 2-153 0,0-1-75 0,0-3-30 16,0 4 25-16,10-5-36 0,0-3 0 16,6-3-65-16,-3-4 29 0,6-2 9 15,-2-3-8-15,2-2-160 0,1-5 80 0,1-3 40 16,-2 0-1-16,-1-4-282 0,3-11 102 0,-3-2 103 16,-6-4-465-16,3-3 258 0,-2-2 130 0,-2-7-278 15</inkml:trace>
  <inkml:trace contextRef="#ctx0" brushRef="#br0" timeOffset="452">27000 13195 652 0,'2'-8'0'0,"0"4"0"0,-1 3 0 0,-1-2 0 0,0 3 261 16,0 0-114-16,0 0-48 0,2 0-38 0,-1 8 362 16,2 3-196-16,-3 6-97 0,0 2 96 0,0 1-89 15,0 5-56-15,0-4-24 0,0-1-83 0,-4-1 30 16,-3-3 0-16,2-3-42 0,-4 1 31 0,4-7 0 15,-3 0 40-15,3-3 42 0,-1-3-21 0,-2-1 8 16,5 0-29-16,-1 0 72 0,0 0-48 0,3 0 0 16,1 0 131-16,0 0-70 15,0-1-47-15,5-6 1 0,10 2-15 0,4-1-24 0,5 1 0 16,-3 1-25-16,10-1-8 0,-6 1 33 16,3 1 0-16,0 2-101 0,-1-1 59 0,5-1 17 15,-6 2 0-15,-3 1-58 0,-2-2 18 0,1 2 29 16,-5 0-139-16,-2 0 72 0,-3 0 9 0,-2 0 28 15,-5 0 62-15,1 0 0 0,-2 3-60 0,0 2 279 16,-1-1-123-16,-3 0-62 0,0-1-23 16,0 3 219-16,0-1-27 0,0 1-232 0,0-1 0 0,0 4 0 15,0-1 0-15,0 2 0 0,0 0 0 16,0 6 0-16,0-1 0 0,0 2 0 16,0 5 0-16,0 1 0 0,0 0 0 0,0 5 0 15,0-2 0-15,0 3 0 0,0 0 0 0,0-1 0 16,0-3 0-16,0 3 0 0,0-6 0 0,3 1 0 15,-1 0 0-15,-2-7 0 0,0 0 0 0,0-2 0 16,0-4 0-16,0-4 0 0,0 0 0 0,0-4 0 16,-5 3 0-16,-6-5 0 0,0 0 0 0,-4 0 0 15,0 0 0-15,-4 0-363 16,-2-7 167-16,-2-7 80 0,0-1 47 0,-2-5-483 16,2-5 260-16,2-5 130 0,0-4-219 0,2-5 179 15,6 6 84-15,2-3 43 0,-1-4-478 0</inkml:trace>
  <inkml:trace contextRef="#ctx0" brushRef="#br0" timeOffset="453">26953 13146 1335 0,'-8'-16'0'0,"3"7"0"0,1 3 0 0,1 1 0 0,-1-1 0 0,4 2 0 0,0 1 0 0,0 1 256 0,11-2-111 16,5 3-56-16,9-2 317 0,-2 3-178 0,8 0-102 15,-2 0-46-15,1 0 123 0,0 0-85 0,-2 0-42 16,-1 4-148-16,2 0 49 0,-3 1 28 0,-3-2-1 15,-2 2-150-15,-1-1 97 0,-5 2 37 0,-2 1-524 16,-4 1 281-16,-2 3 56 16,-6 0 98-16,-1 3-530 15</inkml:trace>
  <inkml:trace contextRef="#ctx0" brushRef="#br0" timeOffset="454">27008 13541 1406 0,'-10'5'0'0,"2"0"0"16,4-1 0-16,4-4 0 0,0 2 0 0,0-2 0 0,5 2 318 0,12-2-142 0,7 0-72 0,1 0 228 0,-4-2-142 16,8-8-82-16,-4 1-109 0,1 1 0 0,-5 3 34 15,2 1 0-15,-2 1-549 16,-2 0 270-16</inkml:trace>
  <inkml:trace contextRef="#ctx0" brushRef="#br0" timeOffset="455">27959 13072 346 0,'0'-1'0'0,"0"-1"0"0,0-1 0 0,0 2 0 0,0-2 0 0,0 2 0 0,0-2 0 0,0 2 88 0,0-1-19 0,0-1-9 0,2 1 1 15,-2 0 0-15,0 0-28 0,0 1-1 0,0-1 67 16,0 2-38-16,0 0 0 0,0 0-3 0,-3 0-25 15,-4 0 0-15,1 0 8 0,1 9 26 0,-3 0 0 16,2 2-35-16,-1 7 1 16,-5 2 70-16,1 4-27 0,-2 3-8 0,-1 5 81 0,-5 5-58 15,3 1-29-15,-1 3 0 0,2-3 130 16,-2 8-83-16,6-2-38 0,2-3-1 0,9-7 57 16,0 1-47-16,0 1-16 0,0-3 63 0,5-2-48 15,8-3-23-15,4-2 1 0,0-3 16 0,-2-7 9 16,6 4-49-16,-5-7-76 0,4 0 38 0,-4-2 0 15,1-1 37-15,-2-2-302 0,-1-1 148 0,-2-3 44 16,-1 0 49-16,1 2-689 0,-4-3 334 16</inkml:trace>
  <inkml:trace contextRef="#ctx0" brushRef="#br0" timeOffset="456">28105 13407 1247 0,'0'-2'0'0,"0"-1"0"0,0 2 0 0,0 0 0 0,0 1 0 0,0 0 0 0,0-3 0 0,0 3 0 0,0 0 200 0,0-1-84 0,5 1-41 0,10-3 181 15,7 1-112-15,1 0-47 0,4 1-37 0,3-1 76 16,-4 0-52-16,3 0-25 0,-6 0 61 0,1 1-36 16,-2-1-29-16,-4 0-1 0,-1 2-74 0,-6 0 26 15,-2-2 1-15,-2 2-146 0,0 0 82 0,-6-2 45 16,1 2 22-16,0-2-360 0,2 1 158 0,1-3 100 15,4-6-2-15,2 3-249 16,1-6 150-16</inkml:trace>
  <inkml:trace contextRef="#ctx0" brushRef="#br0" timeOffset="457">28714 13009 1480 0,'0'-18'0'16,"0"15"0"-16,0 3 0 0,0 0 0 0,5-2 0 0,4-1 0 0,5 2 0 0,6-1 510 0,4 1-231 0,6-1-126 0,4 0-61 16,-1 0 149-16,5 0-103 0,8 0-53 15,-9 2-18-15,1 0-10 0,0 0 0 0,-4 0-24 16,-2 0-133-16,-9 0 66 0,2 0 42 0,-6 0-272 16,-9 0 149-16,0 0 73 0,-4 0 38 0,0 0-493 15,-6 2 236-15,0 0 78 0,0 2 75 0,0 1-309 16,-11-1 192-16,-2 1 96 0,-2-3-134 0</inkml:trace>
  <inkml:trace contextRef="#ctx0" brushRef="#br0" timeOffset="458">28861 12980 1136 0,'-27'0'0'0,"11"0"0"0,-3 6 0 0,8-4 0 0,-6 1 0 0,8-1 0 0,1 2 0 0,1 2 300 0,4 3-133 15,3 3-60-15,0 4 316 0,0 6-195 0,0 3-98 16,0 6-48-16,2 2 172 0,5 3-102 0,-2 7-64 15,0 0-27-15,1 2-7 0,-1 1 0 0,2-1-22 16,-2-4-79-16,0 9 35 0,-2-9 23 16,2-5-1-16,-1 3-38 0,-3-1 30 0,1-6 8 15,-2-2 22-15,0-9-95 0,0-2 7 16,0-6 38-16,-3-3-74 0,-6-5 46 0,-2-3 0 16,-3-2 1-16,-1 0-5 0,0-7 1 0,-5-11 28 15,3 2-103-15,-3-11 52 0,0-2 25 0,1-3-2 16,3-1-47-16,-1 4 28 0,7 6-6 0,-2 2 21 15,1 4 20-15,4 8 1 0,-2 2-1 0,4 1 161 16,-3 6-77-16,2 0-42 0,-1 7-20 16,-2 10 165-16,1 6-85 0,2-3-26 15,-1 9 75-15,-2-3-41 0,4 0-33 0,-1 0 11 16,3-5-173-16,1 2 83 0,0-5 34 0,2-1-165 16,0-3 89-16,0-7 34 0,2 1 26 0,9-7-523 15,3-1 257-15,6 0 126 0,-1-15 62 0</inkml:trace>
  <inkml:trace contextRef="#ctx0" brushRef="#br0" timeOffset="459">28843 13300 1429 0,'9'-14'0'0,"3"6"0"0,4-2 0 15,-1 0 0-15,0 3 0 0,1 1 0 0,3 4 0 0,0 2 442 0,2 0-196 0,0 4-111 0,0 11 12 0,-6 2-57 0,4 4-29 16,-11 3 0-16,0-1-56 0,-3 7-9 0,-5-2 37 15,0 2-1-15,-2 0-121 16,-12 2 61-16,-5-3 38 0,-5 2-65 0,3-5 44 0,-3-1 22 0,-4-4 0 16,4-5-112-16,5-3 58 15,-10-1-8-15,10-9-158 0,-2 1 86 0,3-4 53 16,2 0 16-16,6 0-123 0,2-6 68 0,3-5 39 16,5-2 0-16,0-2-247 0,2-3 142 0,16 0 63 15,2-3-226-15,5 1 152 0,2-1 77 0</inkml:trace>
  <inkml:trace contextRef="#ctx0" brushRef="#br0" timeOffset="460">29213 13264 804 0,'8'-12'0'0,"-4"3"0"0,2 3 0 0,-4 1 0 0,-2 0 0 0,0 1 0 0,0 0 401 0,-2 3-189 0,-9 1-89 0,-2 0-45 16,1 6 220-16,-6 11-132 0,4 6-59 0,-2 2 111 15,2 4-93-15,4 4-46 0,-1-2 29 0,6 5-37 16,0-3 8-16,5 3-47 0,0 0 122 0,2-4-61 15,8 0-30-15,4-4 0 0,-1-3-59 0,7 0-9 16,0-4 38-16,-2-4-285 0,-1-4 142 0,3-3 71 16,0-3 45-16,1-3-642 15,-3-2 309-15,-1-2 155 0,-3 0 29 0,4 0-215 16</inkml:trace>
  <inkml:trace contextRef="#ctx0" brushRef="#br0" timeOffset="461">29539 13634 821 0,'3'0'0'0,"2"-2"0"0,1 0 0 0,-3 2 0 0,1-1 0 0,-3 1 0 0,2 0 671 0,-1 0-323 15,1 0-158-15,-1 6 300 0,0 6-229 0,-2 3-114 16,0 2-49-16,0 5 7 0,-9 1-35 0,-2 1-1 16,0 1-379-16,0-1 171 0,1-3 94 0,-4 5 35 15,3-2-263-15,0-6 153 0,3 1 77 0,-2-1 37 16,-3-7-895-16</inkml:trace>
  <inkml:trace contextRef="#ctx0" brushRef="#br0" timeOffset="462">29931 13000 1401 0,'0'-14'0'0,"-2"7"0"0,1 3 0 0,1 0 0 0,0 0 0 0,1-1 0 0,9 1 0 0,7 1 0 0,4 2 228 0,10 1-98 0,0 0-40 16,13 0 278-16,-2 0-167 0,4 0-84 0,2 0 75 16,1 0-79-16,-8 0-33 0,10-1-7 0,-15 1 71 15,3 0-56-15,-3 0-28 0,-4 0 1 0,-5 0-108 16,0 0 35-16,-4 0 23 0,-4 0-300 0,-6 0 161 15,-5 0 81-15,1 0 48 0,-7 0-650 0,-2 1 315 16,0 7 120-16,-11 1-134 0,-6 0 149 16</inkml:trace>
  <inkml:trace contextRef="#ctx0" brushRef="#br0" timeOffset="463">30004 12990 1786 0,'-8'0'0'0,"0"0"0"0,5 0 0 0,-3 1 0 0,6 11 0 0,0 2 0 0,0 12 0 0,0 0 0 0,0 5 0 0,6 5 282 16,0 2-116-16,2 7-71 0,-3-2 177 0,4 0-119 15,-4 3-61-15,0-4-22 0,-2-5-29 0,4 4-9 16,-4-2 1-16,0-3-45 0,0-5 23 0,0-2-1 16,-1-9-100-16,-2 1 57 0,0-4 33 0,0-6 0 15,-5-3-84-15,-4-2 57 0,-2-6-20 0,-3 0 29 16,-1 0-90-16,-1-10 50 0,-1-7 1 0,-1-4-20 15,2-5 17-15,-1-4 5 0,-1-8 24 16,1 1-49-16,4-1 24 0,1 9 1 16,0 2-5-16,0 2 8 0,2 5 16 0,-1 4 5 15,4 8 129-15,-3 2-64 0,0 4-39 0,2 2 6 16,-1 0 169-16,-1 13-92 0,2 8-36 0,0 3 103 16,2-1-59-16,1 8-21 0,0-2-25 0,-1 3-4 15,1-3-11-15,3 0 1 0,2-4-65 0,-4-1 38 16,4 0 1-16,0-3 25 0,0-2-414 0,4-6 195 15,3-2 73-15,4-3 21 0,3-5-419 16,2-3 243-16,5 0 122 0,-5-5-294 0</inkml:trace>
  <inkml:trace contextRef="#ctx0" brushRef="#br0" timeOffset="464">30316 13365 981 0,'12'-20'0'0,"-1"2"0"0,-4 0 0 0,-6-1 0 0,1 1 0 0,-2-2 0 0,0 3 0 0,-2 3 0 0,-6-1 236 0,-3 5-101 0,-3 3-52 16,-2 3 49-16,-3 4-42 16,-6 0-32-16,2 11-1 0,-2 11 102 0,1 3-63 15,2 5-32-15,4 2 176 0,1 2-107 0,6 2-51 16,2-2-24-16,2 0 197 0,5-2-111 0,2-7-48 16,0 8-35-16,2-7 46 0,5-8-37 0,3 1 0 15,3-3-71-15,3-5 9 0,-2-4 25 0,4-5-1 16,-1-2-200-16,5 0 100 0,-1-8 51 0,-3-7-312 15,5-9 172-15,-6 0 39 0,0-3 60 0,-2-1-278 16,-2-2 152-16,-5 0 67 16,3 2 46-16,-8 6-59 0,0 1 48 0,-1 7 25 15,-2 1 46-15,0 6-9 16,0 3-13-16,0 1 0 0,-2 3 272 0,-6 0-137 0,-1 13-67 0,4 4 280 16,2-1-162-16,0 5-33 0,3 1-57 0,0 3 221 15,0-4-126-15,3 1-54 0,4-1-40 0,5 0-137 16,1-3 52-16,3-1 27 0,-2-2-382 0,3-2 212 15,0-3 95-15,0-2 39 16,1-6-299-16,0 1 115 0,-3-3 100 0,2 0-474 0</inkml:trace>
  <inkml:trace contextRef="#ctx0" brushRef="#br0" timeOffset="465">30607 13360 1203 0,'-3'-5'0'0,"2"4"0"0,-1 1 0 0,0 0 0 0,2-2 0 0,0 2 0 0,0 0 0 0,0-1 0 0,7 1 606 16,6 0-287-16,2 0-142 0,0 0-38 0,4 0-56 0,-2 0-26 16,5 0 1-16,1 0-204 0,2 0 90 15,-4 0 53-15,9-3-549 0,-1-2 293 0</inkml:trace>
  <inkml:trace contextRef="#ctx0" brushRef="#br0" timeOffset="466">31015 13009 1880 0,'2'-9'0'0,"3"5"0"0,6-2 0 0,0-2 0 0,2 1 0 0,7 1 0 0,4-1 0 0,3 3 0 0,3 0 327 0,2 1-147 0,0 0-74 16,-1 2 28-16,1 1-51 0,-3 0-16 0,3 0-130 16,-6 0 48-16,-4 0 24 0,-2 1 0 0,0 4-374 15,-7 0 207-15,-3-1 91 0,-1 3 50 0,-7-1-587 16,-2-1 217-16</inkml:trace>
  <inkml:trace contextRef="#ctx0" brushRef="#br0" timeOffset="467">31051 12916 854 0,'-17'0'0'0,"2"0"0"0,5 0 0 0,4 0 0 0,-4 2 0 0,6 10 0 0,0 5 430 0,1 7-199 15,1 6-91-15,2 9 359 0,0 0-233 0,0 7-117 16,0 1-58-16,0 4 129 0,0-2-98 0,0 1-45 15,0-1 73-15,0-4-59 0,0 0-29 16,0-6 8-16,0-3-121 0,0 0 42 16,0-4 21-16,0-4-1 0,-3-6-126 0,0-3 82 15,0-7 29-15,-5-2-159 0,3-5 82 0,-6-4 52 16,1-1-30-16,-2 0-49 0,-3-5 4 0,-2-12 44 16,1 0-125-16,-3-5 77 0,2-3 37 0,4 1-8 15,-6-2-25-15,8 2 36 0,-2 8 0 16,-1-1 35-16,1 4 55 0,1 5-35 15,0 3 7-15,1 3 128 0,-3 2-78 0,1 2-38 0,-1 13 0 0,4 0 71 16,-5 11-44-16,7-3-4 16,1 1 1-16,1 0-67 0,3-1 71 0,1-1-2 15,2-1-319-15,0-1 142 0,0-4 69 0,5-8 21 16,8 0-427-16,2-5 216 0</inkml:trace>
  <inkml:trace contextRef="#ctx0" brushRef="#br0" timeOffset="468">31034 13283 1715 0,'17'-14'0'0,"11"9"0"0,-3 1 0 0,-1-2 0 0,-5 4 0 0,3 1 0 0,-3 1 0 0,-2 0 0 0,0 9 229 16,-1 4-98-16,-4 4-42 0,-2 2 16 0,-4-1-37 16,-1 6 1-16,-3-2-36 0,-2 5-36 0,0-7 9 15,-7 6 27-15,-9-1-146 0,-6-3 73 0,0-3 36 16,-1 3 1-16,-3-5-185 0,-3-3 107 0,2-5 20 15,0-4 40-15,7-2-402 0,0-3 197 0,3 0 80 16,6 0-78-16,4-7 96 0,3-5 47 16,4-4 25-16</inkml:trace>
  <inkml:trace contextRef="#ctx0" brushRef="#br0" timeOffset="469">31369 13262 906 0,'7'-8'0'0,"-1"5"0"0,-3-1 0 0,-1 2 0 0,-2-2 0 0,-2 3 0 0,-11-2 216 0,-2 3-92 16,-3 0-37-16,-9 13 220 0,5 1-137 0,0 2-69 16,4 4-34-16,1 2 195 0,6-5-106 0,4 4-66 15,1 1 93-15,6-2-75 0,0 1-38 0,8 2 1 16,3-7-47-16,11 6 9 0,-2-6 0 0,0-4-199 16,5 1 99-16,1-4 50 0,-7-3 33 0,8-2-456 15,-5-2 230-15,0-2 64 0,-2 0-510 0,0 0 311 16,-4 0 148-16</inkml:trace>
  <inkml:trace contextRef="#ctx0" brushRef="#br0" timeOffset="470">31663 12934 1718 0,'10'-14'0'0,"7"6"0"0,0 3 0 0,-2 2 0 0,4 0 0 0,-5 3 0 0,2 0 0 0,2 11 0 0,-4 7 0 0,0 10 579 0,-4 2-273 0,-1 11-137 15,-6 1 138-15,-1 1-137 0,-2-3-60 16,0 12-43-16,-14-6-25 0,-1 5-9 16,-8-2-1-16,-3 0 1 0,2 0-299 0,-4 1 145 15,-3-6 77-15,1 3-225 0,-1-3 151 0,-3-2 75 16,-2-3-26-16</inkml:trace>
  <inkml:trace contextRef="#ctx0" brushRef="#br0" timeOffset="471">32087 13016 785 0,'0'-9'0'0,"0"5"0"0,0 2 0 0,3 1 0 0,-1 1 0 0,1 0 0 0,2 3 161 0,-2 14-68 0,5 6-30 0,-7 5 250 15,3 1-140-15,-3 7-71 0,-1 2 181 0,0 7-129 16,0-4-61-16,0 2-30 0,0-7 47 0,-3 4-39 16,0-3 9-16,-1 0-47 0,0 0 13 0,-1-6-13 15,2-1 0-15,0-7-170 0,-2-1 93 0,2-3 35 16,1-8 20-16,1-3-336 0,-1-5 176 15,2 1 37-15,-2-4-376 0,2-1 220 16,0-20 117-16,2-3 60 0,6-12-142 0</inkml:trace>
  <inkml:trace contextRef="#ctx0" brushRef="#br0" timeOffset="472">32107 12875 1280 0,'-10'-11'0'0,"5"5"0"0,5 0 0 0,0-1 0 0,0-4 0 0,6 2 0 0,7-1 0 0,3 1 0 0,3 3 270 0,0 0-123 16,8-1-57-16,-2 3 258 0,-1 3-157 0,-2-2-71 16,10 3 99-16,-4 0-93 0,0 0-47 0,2 0-23 15,0 6 7-15,2 2 9 0,-2-1-39 0,0 2-35 16,0 0 0-16,-4 2 35 0,-6-5 0 0,4 2-101 16,-6 0 47-16,0-2 18 0,-5-1 9 15,-2-1-42-15,-4-1 34 0,-1 0-14 0,-3-2 102 0,-1-1-36 16,0 0-21-16,-2 0-19 0,0 0 196 15,0 0-83-15,0 0-42 0,0 2-27 16,0 0 108-16,0 4-66 0,-4 0 86 0,1 1-182 16,-2 4 0-16,2 0 0 0,1 4 0 0,2 0 0 15,-1 4 0-15,1 2 0 0,0 5 0 0,0 3 0 16,0 0 0-16,0 5 0 0,0 1 0 0,0 6 0 16,0 6 0-16,0-3 0 0,0 1 0 15,0 2 0-15,1 0 0 0,4-6 0 0,2 10 0 0,-1-8 0 16,3 1 0-16,-4-11 0 15,3 3 0-15,-3-10 0 0,0 1 0 0,-2-5 0 0,1-9-186 16,-2 0 154-16,0-5-49 0,-2-6 30 16,0 0 13-16,0-2-17 0,-8 0-8 0,-5 0 39 15,0-8-15-15,-4-4-122 0,-2-4 68 0,0-3 30 16,2-4 0-16,0-7-271 0,-1 0 151 0,1-5 67 16,-5-6-485-16,5 0 284 0,-2-1 142 0,-2 1 72 15,-2 3-441-15</inkml:trace>
  <inkml:trace contextRef="#ctx0" brushRef="#br0" timeOffset="473">32252 13202 1079 0,'-8'-7'0'0,"3"2"0"0,5 4 0 0,0-3 0 0,0 1 0 0,7-1 0 0,4-2 0 0,2 0 353 0,4 2-153 0,9 1-87 0,-1-1-40 16,0 0 322-16,-3 1-181 0,1 1-82 0,2 0 0 16,-6-1-50-16,-1 2-24 0,-3 1 0 0,-3 0-139 15,0 0 66-15,-5 0 19 0,-1 0-466 0,-3 6 247 16,-1 2 124-16,-2 0 62 15,0 2-634-15,0 1 302 0,-5 2 164 0,-5-1 82 16,-2-1-192-16,-1 0 138 0,-1-1 59 0,1 1 55 16,-4-2 55-16,4-1 0 0,-2-1 0 0,0-2 0 15,5 1 0-15,-1 0 0 0,5 0 135 0,1-3-88 16,-1 1-40-16,4 2 0 0,0-3 360 0,1 1-124 16,1 2-114-16,0 0 188 0,0-2-142 0,0 5-71 15,0-4-27-15,0 1 33 0,0 0-39 0,0-1 1 16,0-1-75-16,0 0 1 0,0-2 43 0,0 0-9 15,-2-2-21-15,2 0-1 16,0 0 23-16,0 0 0 0,0 0-42 0,0 0 17 16,0 0-1-16,0 0-18 0,2 0 0 0,3 0 7 15,1 0 28-15,-1 0 1 0,1 2-9 0,-4 1-5 16,4 3 3-16,-5-1-32 0,-1 3 36 0,0 1-1 16,0 1-37-16,-1 0 36 0,-10 0-1 0,3-2 2 15,-2-3-107-15,1 0 45 0,-2-1 26 0,1-1-16 16,-1-3-235-16,5 0 113 0,1 0 64 0,0-4-259 15,4-7 160-15,1-4 79 0</inkml:trace>
  <inkml:trace contextRef="#ctx0" brushRef="#br0" timeOffset="474">33145 12815 1351 0,'13'-13'0'0,"0"7"0"0,5 4 0 0,-2 1 0 0,-4-3 0 0,-5 2 0 0,-4 2 0 0,2 0 147 0,-5 0-49 0,0 15-36 0,-12 6 132 16,-8 1-80-16,-4 2-41 0,-6 8 0 0,5-7-50 15,-1 2 10-15,-4-3 0 0,3-1 43 0,0-3-21 16,5-2-1-16,4-2-13 0,-1-1 23 0,2-2-1 16,9-2-30-16,0-4 87 0,3 3-43 0,2 1-14 15,3 2-8-15,0 1 122 0,0 0-72 0,0 3-36 16,0 6 0-16,0 4 106 0,0 2-76 0,0 3-32 15,0 4 67-15,-2-1-50 16,-4 1 130-16,0 2-214 0,-1-1 0 0,-1-1 0 16,3-3 0-16,-4 1 0 0,3-3 0 0,1-7 0 15,0-2 0-15,2-1-230 0,3-8 134 0,-2-3 62 16,2-5-543-16,-4-1 272 0,4-2 117 0,0-2 78 16,0-4-427-16,0-16 252 0,0-3 126 15,0-5 46-15,4-6-334 0,-2-9 207 0,1 0 104 0,-1-4 51 16,-1-2-111-16,1 6 74 15,1 2 48-15,-1 1-23 0,-2 6 97 0,0 8 0 16,0 2 0-16,0 3 88 0,3 3-44 0,0 6-39 16,6 1 478-16,-1 1-258 0,5 1-92 0,6 1-81 15,7 1 548-15,-2-1-284 0,6 4-142 0,2-3 118 16,4 4-130-16,-1 0-56 0,-2 1-41 0,-1 1 158 16,-2 1-95-16,0 0-47 0,-3 0-25 0,-6 0-36 15,4 1-9-15,-6 4 22 0,-4-2-61 0,-4 1 30 16,-5 2 1-16,1-1 38 15,-6 1 19-15,1-1 1 0,-2 6-28 16,0-1 185-16,0 1-93 0,-5 3 94 0,-2-1-219 0,4-1 0 16,0 4 0-16,-1 1 0 0,4 1 0 0,0 3 0 15,0 3 0-15,0 1 0 0,0 1 0 0,0 2 0 16,4 3 0-16,-1 0 0 0,0 4 0 0,2 0 0 16,-1 1 0-16,-1-1 0 0,-2 1 0 0,1-3 0 15,1 0 0-15,-3-3 0 0,0-8 0 16,0-1 0-16,0-6 0 0,0-2-249 0,-3-4 201 0,0-3-1 15,-2-3-306-15,-2-3 160 16,-3 0 74-16,2 0 48 0,-4-5-298 0,0-8 170 16,2-7 84-16,-3-5-487 0,1-3 277 0,-1-6 151 15</inkml:trace>
  <inkml:trace contextRef="#ctx0" brushRef="#br0" timeOffset="475">33029 13360 1333 0,'-2'0'0'0,"2"8"0"0,0-1 0 0,0-3 0 0,2 1 0 0,2-1 0 0,-1 4 0 0,-1-2 0 0,1 6 168 0,0-3-67 0,-1 1-34 16,-2 1 32-16,0-2-32 0,0-1 7 0,0 0-41 15,0-5-106-15,-2 1 53 0,-3-4 26 0,4 0-118 16,1 0 80-16,0-5 28 0,0-11 0 0,3-4-181 16,8-1 97-16,5 3 13 0,-1 2 34 0,2 0 54 15,-1 3 0-15,0 1-64 0,1 6 142 16,-3 5-55-16,-2 1-31 0,2 0 16 0,-3 0 235 0,-5 11-107 15,-1 4-68-15,-3 0 163 16,-2 5-97-16,0 3-61 0,-7-2-27 0,-7-1 29 16,-2 1-27-16,0-2 0 0,-1-6-103 0,-1-2 33 15,-1-3 21-15,-1-4 0 0,5-4-97 0,3 0 67 16,1 0 22-16,4-7-1 0,4-7-573 0</inkml:trace>
  <inkml:trace contextRef="#ctx0" brushRef="#br0" timeOffset="476">30431 13893 958 0,'-3'0'0'0,"3"0"0"0,-2 0 0 0,2 0 0 0,0 0 0 0,0 0 0 0,0 0 167 0,0 0-59 0,2 0-41 0,6 2 84 16,6-2-60-16,2 3-28 0,8-3-1 0,-2 0 115 15,8 0-76-15,-1 0-35 0,1 0 85 16,0-1-60-16,0-1-28 0,-7 0 7 15,2 0-13-15,0 1 0 0,-4 1-24 0,-3 0 8 16,1 0-8-16,-7 1 8 0,2 5-9 0,-4-1-65 16,0 1 32-16,-1-1 1 0,-4 1 32 0,-2-4-156 15,0 0 51-15,-3 0 49 0,3-1-265 0,-3-1 142 16,0 0 70-16,0 0 3 0,0 0-107 0,-8 0 74 16,-4-1 37-16,-1-3-250 0,-6 2 143 0,2 1 65 15,-4 1 43-15,-6 0-212 16,4 0 124-16,-2 0 62 0,-3 3-36 0,-1 2 25 15,2-1 106-15,-3 0 0 0,5-4 0 0,5 0 0 16,-3 0 0-16,2 0 0 0,3 0-41 0,4 0 32 16,1 0 9-16,3 0 225 0,3 0-116 0,4 0-63 15,-2 0 32-15,4 0 307 0,1 0-159 0,0 0-96 16,0 0 123-16,0 10-114 0,0 3-53 0,0 4-27 16,0 6 158-16,0-1-92 0,1 2-37 0,4 9-33 15,-5-4 37-15,3 3-30 0,-1 2 0 16,-2 0 34-16,0 0-23 0,0 2-8 15,0-6-32-15,0 5 6 0,0-7-6 0,0 1 0 16,-2-5-16-16,-1-2-8 0,-5 1 23 0,3-6 1 16,-6-3-31-16,3-2-1 0,2-5 40 0,-8-3-8 15,2-2-57-15,-3-2 25 0,0 0-18 0,2-7-16 16,-4-11 22-16,-3-3-4 0,4-5 15 0,-2-3-202 16,4-1 90-16,-2-1 55 0,8 10-185 15,-3-4 111-15,2 6 34 0,4 10 33 0,0-1 70 0,3 4 0 16,-1 4-47-16,2-1 8 15,1 3 133-15,0 4-66 0,-2 9-34 0,2 3 50 16,0 4-34-16,0-2-18 0,0 1 22 0,0 2 146 16,0 0-54-16,0-4-53 0,0 0-38 0,0-5-3 15,0 1 26-15,2-5-20 0,-1 1-346 0,2-3 163 16,-3-2 71-16,5 0-364 0,-2-2 207 16,5-2 106-16,3 0 53 0,1 0-244 15,3 0 141-15,3-6 82 0</inkml:trace>
  <inkml:trace contextRef="#ctx0" brushRef="#br0" timeOffset="477">30500 14174 1572 0,'3'-6'0'0,"8"2"0"0,-5 1 0 0,-1 3 0 0,-3 0 0 0,-1 0 0 0,1 0 0 0,1 0 0 0,5 7 0 0,1 2 402 0,-1-2-177 0,5 3-100 0,-2-2-18 15,2 5-38-15,1-2 1 0,-1-1-37 0,1 2-168 16,-3-3 79-16,-1 2 45 15,1-3 22-15,-5 0-351 0,2-2 187 0,1-1 97 16,-4-3-266-16,3-1 96 0,-1-1 104 0,3 0-3 31</inkml:trace>
  <inkml:trace contextRef="#ctx0" brushRef="#br0" timeOffset="478">30845 14063 1584 0,'2'-11'0'0,"0"7"0"0,-1 1 0 0,1 1 0 0,-2 2 0 0,0 0 0 0,0 2 0 0,-11 16 0 0,-2 6 271 0,-7 5-120 0,-1 6-59 0,-6 5 236 16,-2 5-152-16,-7 10-72 0,-2-6-35 0,3 2 20 16,-2-1-27-16,5-8 7 0,-1 3-61 0,1-4 0 15,5-2 24-15,5-8 1 0,3-4-115 0,2-3 66 16,4-4 20-16,0-3-204 0,9-6 116 0,0-4 24 16,1-1 41-16,3-2-378 0,0-2 190 15,0-1 63-15,10-1 56 0,5 0-284 0,3 0 170 16,4-3 76-16</inkml:trace>
  <inkml:trace contextRef="#ctx0" brushRef="#br0" timeOffset="479">30950 14708 2482 0,'2'-13'0'0,"4"11"0"0,7 0 0 0,-7 1 0 0,-1-3 0 0,-5-1 0 0,0-1 0 0,0-3 0 0,0 1 0 0,0-2 297 0,0 1-133 15,0-1-65-15,0 1-380 0,0 2 164 0,0 2 72 16</inkml:trace>
  <inkml:trace contextRef="#ctx0" brushRef="#br0" timeOffset="480">7299 15144 574 0,'-6'0'0'0,"-2"0"0"0,2 0 0 0,0 0 0 0,0 0 0 0,3 0 0 0,-3 0 208 0,3 0-87 15,0 0-44-15,1 0-22 0,2 0 8 0,0 0 108 0,0 0-69 16,0 0-34-16,0 0 26 0,0 0-30 15,0 0 8-15,5 0 90 0,4 0-65 0,0 0-32 0,4 0 89 16,0 0-53-16,3 0-38 0,0 0 0 0,1 0 25 16,3 0-28-16,2-2 0 0,-2 0 8 15,9 0-35-15,-4 1-1 0,2-5 1 0,1 4-39 0,0-2 39 16,-1 2 8-16,4 0-9 16,-2 0-67-16,-3-1 34 0,-1 3 0 0,0 0 34 15,-2 0-135-15,7 0 61 0,-5 0 16 0,1 0 22 0,-6 0-184 16,3 0 93-16,-2 0 26 0,-4 0-209 15,-2 0 114-15,-2-8 65 0,-3 1-89 16,-5-3 77-16,-1 0 31 0,-2-5 7 0,-2 1-254 16,0-4 146-16,-6 2 74 0,-8-5-247 0</inkml:trace>
  <inkml:trace contextRef="#ctx0" brushRef="#br0" timeOffset="481">7741 14825 592 0,'-12'0'0'0,"5"0"0"0,3 1 0 0,0 4 0 0,2 0 0 0,2-2 360 0,0 1-168 15,2 1-79-15,12 2-41 0,8-1 1 0,-2-5 241 16,9 3-132-16,1 1 81 0,2 0-115 16,-1 0-58-16,0 2-29 0,-2-1 1 0,-6 2-56 15,7 1-8-15,-5 0 35 0,-6 1-35 16,-2 1 1-16,-5 2 33 0,-3 1 9 0,-4 0-83 16,-3 4 37-16,-2-2 1 0,-2 1 1 15,-14 4 36-15,-2-7-47 0,-8 5 36 0,-1-4-101 0,-1 2 44 16,-4-2 11-16,0-1-297 0,1-1 147 15,-3-3 81-15,4 2 31 0,0-3-222 0,5 5 125 16,6-1 63-16,1 1-386 0</inkml:trace>
  <inkml:trace contextRef="#ctx0" brushRef="#br0" timeOffset="482">7615 15439 829 0,'-14'5'0'0,"0"-2"0"0,1 4 0 0,3-3 0 16,0 1 0-16,5-2 343 0,0 3-147 0,3-3-85 0,2 0-40 0,0 3 62 0,2-1-51 16,7-1-24-16,6 2 8 0,4-3-15 0,-1 2-18 15,3-4 0-15,-1 0 0 16,3 2-37-16,1-3 9 0,-7 0 27 0,2 0-56 0,-1 0 28 0,-4 0 0 0,-5-3-40 16,1 1 40-1,-2-4-9-15,-5-2-48 0,1-1 34 0,-4-2 0 0,0-3 18 16,0 1-4-16,-5-4-44 0,-6 2 22 15,-5-6-1-15,0 3-3 0,-3-1 0 0,-1 4 17 0,-1-3-8 16,1 10 9-16,-1 0 3 0,0 5-6 16,0 3 4-16,1 0 142 0,-1 5-67 0,2 14-33 0,0 3 197 15,3 8-103-15,2 4-54 16,1 2 157-16,2 7-101 0,4-2-47 16,3 1-23-16,4-3 0 0,0-5 44 0,2 5-25 15,8-5-9-15,5-2 45 0,2-2-39 0,4-2-1 0,-1-3-82 16,-1-6 31-16,7 1-9 0,-1-3 21 15,-3-6-179-15,-1-3 90 0,0-2 44 0,1-2 32 16,-3-4-374-16,-1 0 163 0,2 0 97 0,-6-7-218 16,2-6 142-16,-4-3 52 0,2-7 47 15,-1-1 0-15,-4 1 39 0,2-2 0 0,-3-3 1 0</inkml:trace>
  <inkml:trace contextRef="#ctx0" brushRef="#br0" timeOffset="483">7880 15610 697 0,'2'-3'80'0,"-1"3"-15"0,1 0-9 0,0 0 165 0,0 0-94 15,4 0-47-15,2 0-24 0,2 0 9 0,3 0 424 16,3 0-228-16,2 0-114 0,1 0 211 0,4 0-163 16,-3 0-73-16,7-2-157 0,-7-1 34 0,3-4 0 0,-3 1 34 15,1-4-465-15,-4 3 241 16,-2 1 108-16,-4 1 58 0,-3-2 28 0,-2 1-266 16,-3 0 112-16,-1 2 91 0,-2-1-576 15,0-1 302-15,-4 2 151 0,-5-3-154 0</inkml:trace>
  <inkml:trace contextRef="#ctx0" brushRef="#br0" timeOffset="484">8092 15522 291 0,'-14'9'-36'0,"3"2"36"16,1 4 0-16,-1 0 194 0,4 2 59 16,0-1-110-16,3 8-47 0,1-4 108 0,0 6-85 15,3 0-44-15,0 5 289 0,0-3-165 0,0 2-75 0,0-1-50 0,4 0 180 16,4-3-111 0,1 1-55-16,-2-6-9 0,6-1-16 0,0-3-7 0,-2 0-155 15,3-4 67-15,-1-4 32 0,1-2 0 16,0-2-103-16,2-5 64 0,-2 0 36 0,4-5 0 15,1-11 36-15,-3 1-484 0,0-3 169 16,5-4 134-16,-1 3-402 0,2-3 258 0</inkml:trace>
  <inkml:trace contextRef="#ctx0" brushRef="#br0" timeOffset="485">8606 15344 2071 0,'-5'0'0'0,"3"0"0"0,0 0 0 0,2 0 0 0,0 0 0 0,0 0 0 0,4 0 0 0,9 0 185 0,3 0-81 0,2 0 128 15,2 0-100-15,1-1-49 0,2-1-155 0,-2-2 61 0,-1 1 18 16,-1-1 0-16,-1 2-291 0,-2-3 158 16,-2 2 80-16,-1 2 47 0,-5-2-8 0,-1 3-499 15,0 0 215-15,-3 0 141 0,-1 0-209 16,-1 0 155-16</inkml:trace>
  <inkml:trace contextRef="#ctx0" brushRef="#br0" timeOffset="486">8614 15540 2366 0,'-5'10'0'0,"0"-3"0"0,2 0 0 0,1 1 0 0,2-4 0 0,0 2 0 0,0-1 0 0,0 0 370 0,7 2-168 0,10-4-77 16,4 0-50-16,0 2 233 0,3-3-138 0,1-1-69 15,-1-1-34-15,-2 0-112 0,2 0 34 0,-1 0 22 0,-2 0-150 16,-4-1 85-16,-2-6 44 16,-4 4-480-16,-3-2 258 0,-3 0 132 0,-2 4-605 15,0-1 339-15,-3 0 157 0,0 2-516 16</inkml:trace>
  <inkml:trace contextRef="#ctx0" brushRef="#br0" timeOffset="487">9476 15014 331 0,'-1'-7'0'0,"-3"4"0"0,-1-1 0 0,2-3 0 0,-5 3 0 0,3-1 227 16,-2 0-97-16,0 1 104 15,0 0-101-15,0 1-50 0,-1 0-17 0,0 1-8 0,2 1 33 16,-2-2-29-16,0 3-1 15,0 0 60-15,-1 0-48 0,2 9-1 0,-1 3-39 0,-2 5 54 16,-1 7-28-16,4 5 9 0,-3 3-35 0,1 2 77 16,2 8-38-16,0 2-1 0,5 1 41 0,0-5-32 15,2 12-7-15,0-7-40 0,0 0 34 16,7-2 1-16,4-6-35 0,3-4 22 0,2 1-22 16,3-5 0-16,-1-3-47 0,2-3 24 15,-1-2 0-15,-1-3 31 0,-1-4-144 0,2-1 67 16,-4-1 25-16,-2-1-223 0,0-5 111 0,-5 1 64 0,1-3 8 0,-4-1-245 15,0-1 123-15,-3 1 70 16,0-3 35-16,2 0-126 0,-3 0 85 0,3 0 38 0,-1-8 0 16,5-5-270-16,3-6 155 15</inkml:trace>
  <inkml:trace contextRef="#ctx0" brushRef="#br0" timeOffset="488">9643 15363 1931 0,'-9'-1'0'15,"4"-1"0"-15,3 0 0 0,2 0 0 0,-2 2 0 0,2 0 0 0,0 0 80 0,0 0-47 0,0 0 0 16,2-2 73-16,16-2-36 0,3-2-1 0,4-1-28 0,5 0 193 0,2-1-101 16,-1 5-50-16,3-1-25 0,0 2 53 15,-2 2-31-15,-2 0-8 0,-2 0-39 0,-5 0-47 16,-3 0 24-16,1 6-1 15,-8-3-64-15,-1 1 40 0,-5 0 24 0,-4-2 0 0,-1-2-46 16,0 2 36-16,-2-2 7 0,0 0-19 0,-11 0-97 16,-3-6 34-16,2 0 37 15,3-1-380-15,-1-1 199 16,4 1 83-16,4 0 52 0,2-4-592 0</inkml:trace>
  <inkml:trace contextRef="#ctx0" brushRef="#br0" timeOffset="489">10893 14532 774 0,'-12'0'0'16,"3"0"0"-16,1 0 0 0,3 0 0 0,-2 0 0 0,2 0 380 0,1 0-175 0,3 0-85 0,-1 0-44 0,2 0 106 16,0 2-67-16,2 0-45 0,8 1 1 0,11 3 132 15,2-3-85 1,6 0-43-16,2-1 118 0,3 1-85 16,2-3-37-16,6 0-18 0,-1 0 1 15,-8 0-13-15,6 0-8 0,-1 0-1 0,-4 0-99 0,-3 0 49 16,0 0 26-16,-7 0 8 0,1 0-220 0,-4 0 118 15,-5 0 59-15,-2 0 1 0,-3 0-149 0,-6 0 47 16,-1 0-108-16,-2 0-64 0,-2 0 133 0,0 0-214 16,-4 0 174-16,-9 0 79 0,-4 0-531 0,-3 0 616 0,-1 0 10 15</inkml:trace>
  <inkml:trace contextRef="#ctx0" brushRef="#br0" timeOffset="490">10949 14636 812 0,'-23'3'0'0,"4"0"0"0,6 1 0 15,-2-2 0-15,6 2 143 0,0-2-55 0,2-2-28 0,4 0 0 0,1 0 274 16,2 1-155-16,0 3-73 0,0 6-36 16,0 2 78-16,8 0-58 0,-1 6-20 0,4 5-8 15,-2 3 143-15,0 5-86 0,-2 3-43 0,0-1-22 0,-1 3 82 16,0 1-55-16,-2 1-25 0,-1-2 15 0,-1-1-38 16,0-2-49-16,0-7 33 0,0 0-9 0,-2-3-89 15,0-6 80 1,0-5 34-16,0 0 0 0,0-4-43 0,0-3 11 0,-2-3 0 0,-9-2-3 0,-1 0-86 15,-3 0 41-15,-2-2 28 0,1-8-142 16,-7-3 77 0,2-1 29-16,-1-6 20 0,1 0-86 0,6 4 40 15,-2-2 22-15,4 5 0 0,2 1 155 16,2 7-65-16,0 2-31 0,2 0-9 0,0 3 62 0,1 0-42 16,1 10-20-16,0 6 1 0,2 4 112 0,-1 2-63 15,2 3-7-15,0 1-20 0,0-5 31 0,2 0 0 16,0-1-5-16,0-5-23 0,0-2-276 0,0-2 131 0,2-4 64 15,4-2 34-15,4-5-499 0,1 0 253 16,1-3 121-16,6-17-348 0,3-3 234 0</inkml:trace>
  <inkml:trace contextRef="#ctx0" brushRef="#br0" timeOffset="491">10921 14907 907 0,'11'-10'0'0,"2"2"0"0,4 2 0 0,-1 0 0 0,2 0 252 16,1 1-101-16,-1 1-64 0,3 3-26 0,0-2-1 0,1 3 289 15,1 0-157-15,-2 3-72 0,-3 5-48 0,1 6 66 16,-5 0-52-16,0 2-27 0,-5 2-83 16,-2 2 36-16,-5 0-8 0,-2 1 29 15,0 3-109-15,-5-3 54 0,-12 0 27 0,2-4 9 0,-10 1-54 16,2-4 37-16,-2-5-1 16,0 0-280-16,4-3 142 0,0-4 29 15,1-2 51-15,4 0-276 0,8 0 153 0,1-6 76 0,7-8-246 16,0-2 152-16,3-5 89 0,16 0 41 0</inkml:trace>
  <inkml:trace contextRef="#ctx0" brushRef="#br0" timeOffset="492">11319 14806 1137 0,'15'-13'0'0,"-4"2"0"0,-5 5 0 0,-1 2 0 0,-3 0 0 0,-2 2 0 16,0 1 243-16,0 1-105 0,-3 0-53 0,-7 5 335 0,1 8-198 15,-4 8-95-15,-1 1-47 0,3 4 117 0,2 3-82 16,3-5-33-16,2 10 154 0,4-5-101 0,0-4-52 0,7 2-24 15,9-5-51-15,1-3 8 0,9 2 17 0,-2-6 0 0,4-3-379 16,1-2 189-16,-5-2-525 16,1-2 346-16,-3-2 132 0,-1-3 96 0,-4 1-9 15,-1 0-517-15</inkml:trace>
  <inkml:trace contextRef="#ctx0" brushRef="#br0" timeOffset="493">10429 15350 377 0,'-8'0'0'0,"0"0"0"0,3 0 0 0,-1 0 0 0,1 0 179 0,-3 0-74 0,2 0-35 15,1 0 77-15,-1-1-49 16,3-1-36-16,-1 2 217 0,1-3-123 0,1 3-61 0,2 0-32 0,0 0 9 0,0-1 192 16,0 1-116-16,0 0-58 0,0 0 71 0,0 0 1 15,0 0-57 1,0 0-40-16,0 0 107 0,7 0-69 0,2 0-35 16,2 0 49-16,4 0-46 0,0 1 0 0,4 2-38 15,6-3 0-15,1 0 112 0,0 0-48 0,7 0-36 0,2 0 120 16,10-3 64-16,-3 0-245 0,6-2 0 0,5 1 0 0,10 0 0 15,-2-1 0-15,1 2 0 16,0 2 0-16,1 1 0 0,-8 0 0 0,14 0 0 16,-5 0 0-16,-4 0 0 15,4 0 0-15,0 0 0 0,-9 0 0 0,3 0 0 0,-4 0 0 0,-5 0 0 16,-2 0 0-16,-11 0 0 0,-1 0 0 16,-3 0 0-16,-9 0 0 0,-3 0 0 15,-3 0 0-15,-8 0-168 0,-1 0 336 0,-6 0-168 0,2 0 0 0,-2 0 0 16,-2 0 0-16,0 0 0 0,0 0 0 15,0 0 0-15,-5 0 0 0,0 0 0 16,-1 0 0-16,-1 0 0 0,2 0 0 0,-1 0-173 16,2 0 147-16,-2 0-1032 0,3 1 512 0,3 11 257 15</inkml:trace>
  <inkml:trace contextRef="#ctx0" brushRef="#br0" timeOffset="494">10667 15538 697 0,'-6'0'0'0,"1"0"0"0,1 0 0 0,2 0 0 0,-1 2 0 0,-1-2 0 0,-1 0 0 0,3 0 74 0,1 0 93 16,1 0-67-16,0 0-33 0,0 0-1 0,-2 0 90 15,2 0-54-15,0 0-38 0,0 0-1 0,0 2 80 16,0-2-56-16,0 0-27 0,0 0 8 0,0 2 7 16,0-2-22-16,3 2 1 0,8 0-21 0,-1 0 0 0,0-2 127 15,5 1-67-15,1 2-30 0,2-2 25 0,1 2-5 16,1-3-53-16,3 3 11 0,1-1-8 16,1-1 12-16,0 1-12 0,2 2 0 15,-1-2 0-15,4 2 45 0,2-3-45 0,2-1-1 16,8 0 1-16,-3 0 0 0,4 0-16 0,-3 0 24 15,10-1-8-15,-1-5 0 0,-4-1-84 0,1 1 41 16,-2 0 18-16,-6 5 7 0,2-3-189 16,-5 2 92-16,-1 2 37 0,-6 0-85 0,-5 0 53 15,-3 0-13-15,-3 0 74 0,-6 0-2 0,0 0 27 16,-4 0-32-16,-4 0-12 0,-1 2 1 0,0-2 57 16,-2 0-24-16,0 0 0 0,0 0-24 0,-7 0-199 15,-3-2 89-15,-5-2 61 0,0 0 22 0,-2 2 8 16,0 1-454-16,-1-1 233 0,-3 2 108 0</inkml:trace>
  <inkml:trace contextRef="#ctx0" brushRef="#br0" timeOffset="495">10712 15599 1681 0,'-21'0'0'0,"5"-4"0"0,4 1 0 0,3 3 0 0,2 0 0 0,1 0 0 0,0 0 0 0,2 3 0 0,4 6 0 0,0 3 350 0,0 5-287 15,0 4-22-15,4 6-9 0,4 3 9 0,1 2-8 16,0 2 0-16,-2 1 0 0,0 1 34 0,0 2-34 16,-1-2 0-16,-3-3-1 0,1 1-28 0,-1-4 29 15,-1-6 8-15,1 0-9 0,-1-7 1 0,-2-3-30 16,0-4 0-16,0-1 30 0,0-6 8 0,-8-1-66 15,-1-2 27-15,-4 0-14 0,-3-5-24 0,-2-12-137 16,1 1 92-16,-4-8 37 0,1-3 25 16,-1-1-103-16,2 0 56 0,2 2 19 0,5 8-4 15,0 0 134-15,3 9-52 0,-2 2-31 0,4 2 0 16,2 5 173-16,-3 0-95 0,3 12-42 16,-3 9-24-16,2 3 14 0,1 2 112 0,-1 1-53 15,3-2-32-15,-4 5 6 0,6-9-39 0,-1 3 39 16,0-3-27-16,2-3-270 0,0-5 138 15,0-1-450-15,0-5 270 0,0-2 120 0,0-5-773 16,7 0 864-16,5 0-8 0,4-11 44 0,4-8-383 16</inkml:trace>
  <inkml:trace contextRef="#ctx0" brushRef="#br0" timeOffset="496">10760 15811 1705 0,'12'-10'0'0,"-1"4"0"0,3 2 0 0,-1 3 0 0,-1 1 0 0,4 0 0 0,0 0 0 0,2 4 89 0,1 6 214 0,-3 1-135 0,3 3-60 0,1 5-41 16,-2 1-5 0,-4-1 0-16,0 3-29 0,-7-2 0 0,0 2 8 0,0 1-102 15,-5 0 47-15,-2-1 24 0,0 0-1 0,-7-1-109 16,-4-3 74-16,-5-3 26 0,-1 1-1 0,-6-5-195 16,3-4 74-16,-1-2 65 0,-2-2-17 0,0 0-98 15,5-3 39-15,1 0-195 0,6-3 147 16,2-5 74-16,5-2-241 0,4-5 161 0,0-2 77 15,9-6-135-15</inkml:trace>
  <inkml:trace contextRef="#ctx0" brushRef="#br0" timeOffset="497">11095 15739 1704 0,'4'-5'0'0,"-3"3"0"0,-1-1 0 0,0 3 0 0,-1 0 0 0,-14 0 0 0,4 8 0 0,-3 4 147 0,2 4 372 16,0 1-451-16,3 6 8 0,-2 3-43 0,4 4 66 15,4-2-34-15,3 2 1 0,0 0-33 16,0-5 38-16,8 5-7 0,5-5-32 0,6-3 1 16,-1-3-161-16,5-5 80 15,-2-3 49-15,1-1-8 0,0-4 39 0,-1-4-366 0,1-2 182 16,-3 0 43-16,-1 0 65 0,-4-6-517 0,2-7 264 16,-5-2-58-16,0 0 162 0,-1-2-216 0</inkml:trace>
  <inkml:trace contextRef="#ctx0" brushRef="#br0" timeOffset="498">11243 15834 2068 0,'-3'0'0'0,"3"0"0"0,0 0 0 0,0 4 0 0,0 1 0 0,2-2 0 0,7 3 0 0,8-4 0 0,-1 1 0 0,4-1 522 0,-1 0-488 0,3-2-1 16,-1 2-1-16,5-2 1 0,-7 0-328 15,1 0 160-15,1 0 84 0,-4-2 42 0,-2 0-488 16,-6-1 265-16,0-1 140 0,-2 2 59 0,-5 0-4 0,-1 0-298 15,-1 0 94-15</inkml:trace>
  <inkml:trace contextRef="#ctx0" brushRef="#br0" timeOffset="499">11405 15673 960 0,'-6'-1'0'0,"3"1"0"0,-1 0 0 0,0 0 0 0,1 0 0 0,1 9 0 0,0 4 0 0,2 4 0 0,0 1 400 0,0 9-184 16,0-3 123-16,0 11-157 0,-3-6-142 15,3 3-44-15,0-2-1 0,-2 0 38 0,2-5-542 16,0 3 470-16,0-7 35 0,0-2 0 0,0-3 37 0,0-7-228 16,2-1 121-16,5-3 16 0,0-5 39 0,6 0-499 15</inkml:trace>
  <inkml:trace contextRef="#ctx0" brushRef="#br0" timeOffset="500">11512 15769 483 0,'4'-1'77'0,"1"-2"-38"0,5 3 0 0,-2 0 440 0,-1 3-228 16,2 4-109-16,3 4-54 0,1 1 247 16,-2 1-151-16,2 1-67 0,-2 0-47 0,3 3-176 15,-3-1 68-15,-2-1 36 0,3 2 0 0,-3-2-191 16,-2-1 109-16,1-3 59 0,0-4 28 0,-1 3 1 0,2-4-599 16</inkml:trace>
  <inkml:trace contextRef="#ctx0" brushRef="#br0" timeOffset="501">11858 15643 1727 0,'0'-2'0'0,"0"2"0"0,0 0 0 0,0 0 0 0,0 0 0 0,-2 13 0 0,-4 1 0 0,1 7 565 0,-5 5-267 16,1 3-132-16,-4 5-58 0,-4 7 250 0,2 3-162 15,0 2-82-15,-3 4-41 0,0 1 31 0,-1-1-28 16,-1 1-62-16,3-2 19 0,-3-2-100 15,4-5-105-15,5-11 103 0,-1-7 58 0,5 1-835 16,-2-6 871-16,4-6 8 0,0-5-47 0,1-2-770 16,1-1 717-16,-1-4 34 0,2-1 0 0,0 0-177 15,0 0 88-15,1 0 45 0,1 0 14 0,0 0-360 16,0-4 195-16</inkml:trace>
  <inkml:trace contextRef="#ctx0" brushRef="#br0" timeOffset="502">12382 15728 1554 0,'-2'-2'0'0,"2"0"0"0,0 2 0 0,0 0 0 0,0 0 605 16,0 0-287-16,0 0-142 0,0 5 111 16,0 3-118-16,-6 4-73 0,-5 1-31 0,-4 7-111 15,-6 4 40-15,-7 7-1 0,1-1 48 0,-6 9-803 16,-1 3 398-16</inkml:trace>
  <inkml:trace contextRef="#ctx0" brushRef="#br0" timeOffset="503">13279 14500 468 0,'-5'-3'0'0,"1"2"0"0,1-1 0 0,-1-1 0 0,-2 2 0 0,2 0 127 15,2-1-38-15,0-1-32 0,2 3 70 0,0 0-47 16,-2 0-23-16,2 0-1 0,0 0 113 0,6 0-72 16,6 0-32-16,4 0 145 0,3 3-89 0,6 1-44 15,-3-1-14-15,10-1 113 0,0-2-71 0,2 0-37 16,7 0 1-16,-7 0 24 0,3-5-21 0,-1-2-9 16,-2 0-63-16,-3-1 32 0,-2-1 1 0,-6 4-98 15,-2-3 58-15,-5 2 15 0,-4 3 1 16,-3 1-179-16,-4 0 100 0,-3 0 20 0,0 1 40 0,-2 1-357 15,0 0 176-15,-2 0 50 16,-9 0-211-16,-1 3 160 0,-4 4 71 0,-1 0 48 16,0 0-119-16,-4 2 80 0</inkml:trace>
  <inkml:trace contextRef="#ctx0" brushRef="#br0" timeOffset="504">13362 14473 855 0,'-13'0'0'0,"4"0"0"0,-1 3 0 0,3 0 0 0,-1 1 0 0,-1 2 0 0,3-4 102 0,3 10-34 0,1 1-1 0,2 5 190 16,0 4-113-16,0 2-47 0,0 7-37 0,2 0 170 16,5 4-99-16,0 9-49 0,-3-10 34 0,4 4-33 15,-4 0-29-15,1-3-1 0,-1 1-46 0,-2-2 26 16,0-2-1-16,-2-7-11 0,0 6-9 0,0-11 21 16,-2 1-1-16,-4-5-42 0,-1-4 21 0,-3-4 9 15,-1-2 12-15,-2-6-82 0,0 0 20 0,-2 0 25 16,-1-3-5-16,2-8-143 0,-3-7 68 15,2-5 43-15,0-3-158 0,0-5 92 16,3 1 32-16,3 4-38 0,0 0 31 0,1 2 25 16,2 14 0-16,1-3 72 0,1 8-24 0,0 0-8 15,1 5-15-15,-1 0 178 0,0 12-89 0,2 6-44 16,-2 5 182-16,2-1-104 0,0 6-24 0,1-1-34 16,1 1 44-16,0-2-29 0,0-5 9 0,0 0-223 15,0-2 96-15,0-7 46 0,0-2 24 0,3-4-200 16,9-4 89-16,-1-2 58 0,4-4-8 0,4-14-408 15,2-4 218-15,2-10 110 16</inkml:trace>
  <inkml:trace contextRef="#ctx0" brushRef="#br0" timeOffset="505">13426 14729 838 0,'7'-13'0'0,"5"5"0"0,-1 2 0 0,-2 1 0 0,1 1 0 0,1 2 0 0,-2 1 222 0,0 1-98 0,2 0-46 0,1 3 303 0,0 6-174 16,1 3-79-16,-2 1 71 0,3 2-83 0,-4 1-42 15,-1 3-20-15,2-2-229 16,-2 3 112-16,0-3 44 0,-1-3 26 0,-3-1-168 16,1-3 97-16,-2-1 49 0,-1-3-445 0,1-2 235 15,-1-3 40-15,4-1 85 0,0 0-289 0,0-9 178 16</inkml:trace>
  <inkml:trace contextRef="#ctx0" brushRef="#br0" timeOffset="506">13759 14639 313 0,'2'-15'0'0,"-1"4"0"0,1-1 0 0,0 4 0 0,0 1 0 0,0 1 368 0,0 3-168 16,-1 0-76-16,1 2 226 0,-2 1-159 0,0 0-79 16,0 0-39-16,0 0 175 0,0 9-99 0,0 10-62 15,-11 1-27-15,-1 7 124 0,-8 12-76 0,-1-1-37 16,0 3-4-16,-4 5-9 0,-2-2-25 0,1 2 0 16,1-4-52-16,3-2 26 0,3-8 9 15,2 2-122-15,3-6 70 0,2-7 34 16,6-9 0-16,1 2-267 0,3-5 122 0,0-3 42 15,0-4 50-15,2 0-406 0,0-2 214 0,0 0 107 16,0 0-130-16,0 0 123 0</inkml:trace>
  <inkml:trace contextRef="#ctx0" brushRef="#br0" timeOffset="507">12767 15372 293 0,'-15'0'0'0,"4"0"0"0,1 0 0 0,2 0 0 0,1 0 0 0,4 0 0 0,-1 0 140 0,2 0-54 16,0 0-26-16,2 0 186 0,0 0-111 0,0 0-51 15,0 0-26-15,4 0 177 0,3 0-101 0,0 0-42 16,4 0 185-16,1-3-123 0,1 2-60 0,1-2-31 16,2 1 94-16,1-1-54 0,3-3-40 0,5 1 146 15,3-3-89-15,2-1-43 16,2-3-22-16,4 3 94 0,9-5-62 0,-2 4-27 15,3 0-1-15,2-1 36 0,14 1-32 0,-7 3 9 16,14 1-42-16,-1 1 3 0,2 3 0 0,1-1 0 16,2 2-64-16,-9 1 40 0,15 0-8 0,-10 0-26 15,-1 0 29-15,-14 0 0 0,4 0 29 0,-5 1-120 16,-3 4 34-16,-11-4 33 0,0 1-1 16,-5 0-61-16,-6-2 41 0,-7 0 3 15,-5 0 3-15,-6 0 0 0,-2 0 23 0,-7 0-12 0,1 0-26 0,-2 0 29 16,0-4 5-16,-3-3-47 15,-8 0 22-15,-1-2 1 0,-3 5 23 0,0-2-510 16,-2 2 251-16,-2 2 122 0,2 2 60 0,2 0-583 16</inkml:trace>
  <inkml:trace contextRef="#ctx0" brushRef="#br0" timeOffset="508">12983 15550 808 0,'-12'0'0'0,"5"0"0"0,0 0 0 0,1 0 0 0,0 0 0 0,4 0 0 0,-2 0 0 0,3 0 0 0,1 0 148 0,0 0-58 0,0 0-20 0,1 0 180 16,9 0-109-16,7 0-54 0,8 0-27 0,3 0 131 16,5 0-71-16,12 0-47 0,3-2 285 0,12-6-163 15,0 1-81-15,4-1-40 16,-6-1 190-16,17 1-120 0,-10 1-55 0,1 3 51 15,-2 2-54-15,-10 0-26 0,5 2 7 0,-1 0-90 16,-1 2 27-16,-7 10 1 0,-3-3 28 0,-4 2-46 16,-8-2 31-16,0 1-8 0,-3-1-96 0,-6-1 60 15,-6-3 29-15,0-1 0 0,-8-4-162 0,0 0 82 16,-6 0 11-16,-3 0-146 0,-1 0 82 0,-2-2 53 16,0-7 1-16,-7-2-215 0,-7-1 129 15,-2 1 65-15,-5-4-177 0,0 7 113 0,-6-1 68 16,-2 5-440-16,-1 2 250 0,2 2 125 15</inkml:trace>
  <inkml:trace contextRef="#ctx0" brushRef="#br0" timeOffset="509">13189 15538 1077 0,'-28'-7'0'0,"8"5"0"0,3 2 0 0,0 0 0 0,0 0 0 0,-1 9 0 0,6 4 0 0,1 2 479 0,-1 3-226 0,5 10-111 16,3-1 66-16,2 7-88 0,2 8-43 0,0-5-15 16,0 10 88-16,2-2-59 0,3-3-29 0,1-9-76 15,2 3 23-15,-1-8 8 0,1 6 16 0,-5-12-90 16,1 1 45-16,-2-5 23 0,0-4-1 0,-2-3-61 16,0-3 38-16,0-4-7 0,-4-1-41 0,-7-3 19 15,0 0 23-15,-3-1-10 0,0-13-8 16,-5-7 6-16,4-1 1 0,-4-7-98 15,2 0 56-15,0-3 20 0,0 0 3 0,2 4-76 16,5 10 48-16,-1 2 17 0,4 10-1 0,-2-3 124 16,3 7-44-16,-2 2-27 0,3 0 152 0,1 6-83 15,-1 8-42-15,1 7-21 0,0 2 63 0,2 3-23 16,-2-1-23-16,2 1 54 0,1-2-31 0,1-3 12 16,-2 0-4-16,2-5-213 0,0-5 90 0,0 1 47 15,0-4 21-15,0-4-422 0,0-1 207 0,0-3 73 16,0 0 60-16,5 0-333 15,7-3 196-15,1-12 89 0</inkml:trace>
  <inkml:trace contextRef="#ctx0" brushRef="#br0" timeOffset="510">13134 15790 1198 0,'11'-12'0'0,"-2"4"0"0,2 1 0 0,-1 4 0 0,-1-1 0 0,3 2 0 0,4 0 0 0,3 2 148 0,1 0-62 0,5 4-26 16,-6 3 165-16,3 8-95 0,-3 1-49 0,-5-1-16 0,6 7 0 15,-8 1-33-15,-5-1 1 16,-4 3-67-16,-1-1 33 0,-2-1 8 0,0 5 26 16,-5-6-68-16,-11 2 34 0,0-7 0 0,-5-2-23 15,0-2 15-15,-7-5-7 0,2-3-2 0,0-1-188 16,5-4 81-16,-2 0 58 0,7 0 4 0,-2-1-237 16,9-7 133-16,2-5 68 15,5 0-203-15,2-6 135 0,0-1 59 0,11-7 41 16,10 0-126-16</inkml:trace>
  <inkml:trace contextRef="#ctx0" brushRef="#br0" timeOffset="511">13469 15658 544 0,'17'-15'0'0,"-6"4"0"0,-1 4 0 0,-4 2 0 0,-4 5 0 0,-2 0 0 0,0 0 150 0,-11 11-58 16,-1 1-30-16,-3 9 271 0,1-4-143 0,-2 7-82 16,2 0-38-16,3 3 100 0,2 1-68 0,1 0-35 15,6-3 8-15,1 5 96 0,1-4-70 0,0-1-33 16,9-1 2-16,4-3 0 15,4-4-29-15,4 4-190 0,0-7 92 0,3 0 44 16,-2-4 23-16,-3-2-317 0,4-3 166 0,-1-1 80 16,-3-4-8-16,0 0-197 0,-2 0 73 15,-2-2 76-15,-2-5 29 0,-4-4-302 0,1 0 179 0</inkml:trace>
  <inkml:trace contextRef="#ctx0" brushRef="#br0" timeOffset="512">13601 15848 1071 0,'-14'-4'0'0,"7"3"0"0,0-3 0 0,3 4 0 0,2 0 0 0,2 0 0 0,0 0 0 0,0 0 236 0,13 0-106 0,6 0-48 16,1 4 244-16,7-4-147 0,-3 1-73 0,-1-1-5 15,5 0-38-15,-4 0 0 0,-3 0-30 0,2 0-304 16,-3 0 153-16,-3 0 83 0,-2-1 30 0,-3-3-205 16,-5 3 122-16,-2 0 60 0,-1 1-595 0,-2-3 270 15,-2 2 165-15,0-1-64 16</inkml:trace>
  <inkml:trace contextRef="#ctx0" brushRef="#br0" timeOffset="513">13775 15677 567 0,'-7'-5'0'0,"1"3"0"0,3 0 0 0,-1 2 0 0,1 0 0 0,0 0 0 0,1 5 216 16,2 9-91-16,0 0-46 0,0 4 284 0,0 7-169 16,0 1-81-16,0 5 175 0,0 2-127 0,0 1-64 15,0 0-24-15,-4 0-104 0,2-2 33 0,1-2-1 16,1-6 32-16,0-3-148 0,0-2 82 15,0-6 29-15,0-4-449 0,0-3 243 0,0-3 85 16,3-3 73-16,6-3-555 0,1-14 291 16</inkml:trace>
  <inkml:trace contextRef="#ctx0" brushRef="#br0" timeOffset="514">13862 15801 779 0,'3'-7'0'0,"5"3"0"0,2 2 0 0,-1 2 0 0,0 0 0 0,3 0 0 0,-1 0 0 0,0 7 436 0,2 4-193 0,0 1-109 15,1 1 130-15,-2 2-116 0,0 2-58 0,1-2-99 16,-4 1 30-16,3-3-9 0,-3 2 20 16,0-7 1-16,0-2-402 0,-2 0 200 0,2-2-493 15,-2-4 334-15,1 0 168 0</inkml:trace>
  <inkml:trace contextRef="#ctx0" brushRef="#br0" timeOffset="515">14153 15741 531 0,'4'-9'0'0,"-2"5"0"0,0 0 0 0,-1 2 0 0,1 2 0 0,-2 0 0 0,0 0 32 0,0 2 370 16,0 10-177-16,0 2-100 0,0 8 352 16,-3 4-223-16,-6 1-110 0,-5 11 167 0,1-2-131 15,-6 9-77-15,2-2-36 0,-2 0-10 0,0 0 0 16,1-1-24-16,-1-7 8 0,0 1-171 0,1-4 81 0,0-5 41 16,7-9-442-16,4-7 241 15,-1 1 130-15,2-7 51 0,5-3-624 16,1-2 287-16,0 0 167 0,0-7 82 0</inkml:trace>
  <inkml:trace contextRef="#ctx0" brushRef="#br0" timeOffset="516">14602 14904 765 0,'0'-12'0'0,"0"6"0"0,0 1 0 0,0 1 0 0,0 3 0 0,0-2 192 16,0 1-84-16,0 2-38 0,0-2 341 0,3 2-190 16,13 0-94-16,0 0-39 0,5 0 251 0,4 0-153 15,1 2-76-15,0 6 113 0,0 5-94 0,1 4-41 16,-5 4-31-16,-1 3 62 0,-2 6-42 16,-2 4-23-16,-6 7 0 0,-4-3-1 0,-5 13-20 0,-2-2-1 15,0 3-13-15,-7 1 14 16,-8 1 0-16,-4 1-55 0,-2-7 24 0,-1 0 0 15,-1-7 31-15,1-5-178 0,-1-5 74 0,-3-3 54 16,2-1-5-16,1-8-412 0,0-1 193 0,9-6 110 16,-2-3 24-16,7-3-170 0,2-1 125 15,3-3-373-15,4-2 247 16,0 0 122-16</inkml:trace>
  <inkml:trace contextRef="#ctx0" brushRef="#br0" timeOffset="517">15319 15693 1620 0,'0'0'0'16,"-4"8"0"-16,2 2 0 0,-1-5 0 0,-1 1 0 0,-1 0 447 0,-1 0-198 0,3-3 657 0,-2 1-453 0,3-2-227 15,0-2-32-15,1 0-194 16,-1 0 0-16,2 0 0 0,0-9 0 0,0-1-1327 15</inkml:trace>
  <inkml:trace contextRef="#ctx0" brushRef="#br0" timeOffset="518">17025 14812 677 0,'-4'-8'0'0,"-3"4"0"0,4 2 0 0,-1 1 0 0,-1-2 0 0,1 2 132 0,0-1-53 16,1 2-23-16,1 0 143 0,2 0-83 0,0 0-33 15,0 3-30-15,0 9 27 0,0 1-24 0,5 7 0 16,6 3 78-16,-2 3-42 0,5 6-34 0,-3 2 100 15,3 7-62-15,-3-2-32 0,0 5 1 0,-3-6 53 16,1 9-46-16,-2-6 0 0,0-2-39 0,2-5 16 16,-4 2-16-16,2-2 8 0,-1-4-8 15,-1-8-24-15,0-2 23 0,0-2 1 16,-3-9-38-16,0-3 9 0,0-3 29 0,-2-3-2 16,0 0 2-16,0-11-3 0,0-14 2 0,0-6-44 15,4-8 17-15,1-5-88 16,3 0 52-16,1-2 21 0,0-1 1 0,1 6-20 15,1-10 18-15,0 8-4 0,-3 7 24 16,2-2-28-16,-3 7 24 0,-3 10-13 0,1 1 10 0,-3 6 70 16,0 5-35-16,-1 6-11 0,2-2-28 15,-1 5 137-15,0 0-64 0,2 10-19 0,-1 11 0 16,3 3 81-16,-1 4-53 0,2 4-5 0,2 4-8 16,0 5-36-16,0 0 1 0,1 1 1 15,1-2 0-15,-2-1-53 0,5 5 23 0,-3-3 0 16,-1-6 29-16,2 0-44 0,-1-2 22 0,1-9-1 15,-3 0 19-15,0-5-15 0,-1-8 48 16,0-3-46-16,-3-4 5 0,1-4-13 0,-1-2 261 0,1-23-268 16,0-9 0-16,1-7 0 0,-1-6 0 15,1-5 0-15,3-12 0 0,-1 4 0 0,0-2 0 16,3-1-218-16,-4 12 140 0,1 7 46 0,-2-10-102 16,-1 21 131-16,-2 0 2 0,-2 10-16 0,0 2-181 15,-2 5 154-15,0 3 23 0,0 3-19 0,0 4-460 16,0 3 436-16,0 1 32 0,0 2-257 15,0 0 133-15,1 0 61 0,7 0 32 16,1 9-484-16,1 3 249 0,1 1 137 0,1 0 64 0,6 5-359 16</inkml:trace>
  <inkml:trace contextRef="#ctx0" brushRef="#br0" timeOffset="519">17809 14931 925 0,'0'6'0'0,"0"0"0"0,-2 2 0 0,2-3 0 0,0-2 0 0,0 6 611 16,0-5-293-16,10 3-142 0,7-2 325 0,2 0-234 16,3-1-117-16,-1-2 66 0,7-2-96 0,-3 2-44 0,1-2-3 15,-6 3 1 1,1-3-42-16,0 0 9 0,-1 0-257 0,-3 0 124 16,-2 0 62-16,-1-3 32 0,-7-1-1 0,0-2-455 15,-3 3 240-15,-2-1 59 0,0 3-494 0,-2-1 308 16,0 2 155-16,-2 0 68 0,-7 7-174 0</inkml:trace>
  <inkml:trace contextRef="#ctx0" brushRef="#br0" timeOffset="520">17890 15277 2087 0,'-9'7'0'0,"3"3"0"0,2-4 0 0,0-2 0 0,4-3 0 0,0 3 0 0,0 0 0 0,4-1 362 0,12 1-165 0,2-1-82 16,6 2-41-16,-1-3 457 0,5 0-254 0,1-2-121 15,-1 2-62-15,0-2 108 0,-2 0-202 16,-5 0 0-16,2 0 0 0,-4 0 0 0,-1 0 0 0,-5 0 0 0,-2-2-185 16,-1-4 125-16,-5 0 47 0,-1 1 23 15,-3 1-462-15,2-2 142 0,-3 3 153 16,0-2-497-16,0 3 310 0,-3 2 156 0</inkml:trace>
  <inkml:trace contextRef="#ctx0" brushRef="#br0" timeOffset="521">18914 14836 667 0,'0'-21'0'0,"0"-1"0"0,0 2 0 0,1-2 0 0,-1 0 0 0,0 0 121 0,0-10-48 0,0 5 0 0,0 8 7 15,0-3-23-15,-1 1 0 0,-5 1-16 0,1 5 37 16,-2 1-22-16,-2 1 0 0,0 4 7 15,0 3-22-15,-3 0-8 0,1 4-1 0,-1 1 45 0,0 1-22 16,-3 0 0-16,1 11 12 0,0 3-34 16,-4 6-1-16,4 0 1 0,-2 5 83 15,4 3-42-15,-2 0-12 0,3 3-8 0,4 3 113 16,0 9-67-16,2-4-34 0,1 2 170 0,4-4-93 16,0 12-60-16,0-4-25 0,0 1 114 0,9-2-69 15,0 2-36-15,0-5 18 0,4 9-30 0,-2-3 0 16,0 1-22-16,1-3-35 0,-3-2 35 0,-3-7 8 15,-3 3-8-15,-1 0-55 0,-2-1 27 16,0-2 1-16,-5 0-72 0,-8-4 57 0,-3-3 4 0,-2-2-1 16,-1-6-234-16,0-1 121 15,3-11 38-15,-2 1-368 0,2-5 208 0,2-5 104 16,3 0 53-16,4-2-429 0,5-7 240 0,2-8 112 16,0-6 68-16,9-1-223 0</inkml:trace>
  <inkml:trace contextRef="#ctx0" brushRef="#br0" timeOffset="522">18961 15258 1877 0,'4'-4'0'0,"1"1"0"0,1 1 0 0,-5 2 0 0,1 0 0 0,0 12 0 0,-2 6 0 0,0 7 0 0,2 3 0 0,-2 3 196 0,0 5-82 0,0-1-40 0,0 6 26 15,0-7-33-15,0 3 7 0,0-6-41 0,-2-3-33 16,0-8-1-16,0-2 34 0,-1-5 0 0,-1-1-47 15,1-5 20-15,1-3 0 0,-2-2 82 16,4-2-28-16,0 0 1 0,-2 0 194 0,2 0-114 0,0 0-55 16,0 0-26-16,11 0 123 15,2 0-67-15,6 1-46 0,0 1 0 0,5 1 4 16,1-2 159-16,-1 0-233 0,-1-1 0 0,2 4 0 16,-4-3 0-16,2 0 0 0,0 2-469 0,-3-3 311 15,-3 0 104-15,3 0-777 0,-6 0 400 0,2 0 199 16,-2 0 99-16,-1 0-539 0</inkml:trace>
  <inkml:trace contextRef="#ctx0" brushRef="#br0" timeOffset="523">19413 14763 1558 0,'-14'-13'0'0,"3"7"0"0,4 2 0 0,4 2 0 0,-3 1 0 0,4 1 0 0,0 0 0 0,2 0 269 0,0 0-118 0,0 0-60 0,11 3 256 15,7 5-149-15,6-2-87 0,2 0-39 0,4 0 151 16,2-2-95-16,1-1-48 0,-1-3-92 0,-2 0 18 15,-3 0 0-15,-3 0 27 0,-1 0-114 0,-4 0 58 16,-4-1 35-16,-2-3-367 0,-3 1 194 0,-5-2 63 16,-1 0 61-16,-2 1-540 15,-2-2 264-15,0-1 144 0,0-2 68 0,0-4-352 16</inkml:trace>
  <inkml:trace contextRef="#ctx0" brushRef="#br0" timeOffset="524">19676 14507 1078 0,'-1'0'0'0,"-1"4"0"0,0 1 0 0,2 1 0 0,0-3 0 0,0 0 0 0,5 1 226 0,6 0-96 0,10 3-49 16,2-2 346-16,-1 3-189 15,6 1-107-15,-1 0 58 0,1 3-78 0,0-1-39 16,0 3 0-16,-1-1-50 0,-2-1 11 0,-7 0 0 16,1 1 0-16,-6 1-146 15,-1-2 74-15,-9 2 43 0,-1-1-168 16,-2 4 98-16,-5 0 50 0,-13 0 24 0,-5 0-167 15,0 1 49-15,-6-2 7 0,1 4-25 0,-2-4 28 0,2 1 34 0,0 0-1 16,1-6-218-16,1 3 129 0,3-1 63 0,5-6 29 0,-1 1-308 16,4-4 169-16</inkml:trace>
  <inkml:trace contextRef="#ctx0" brushRef="#br0" timeOffset="525">19583 14948 1370 0,'-6'4'0'0,"4"0"0"0,1-1 0 15,-2 1 0-15,3-2 0 0,0 2 0 0,0-2 0 0,3-1 0 0,9 4 238 0,7-3-103 0,3-1-51 0,3-1 319 0,-4 0-178 16,11 0-100-16,-6 0 28 0,1 0-61 0,-6 0-29 16,2 0-1-16,-2 2-84 15,-3-2 22-15,0 0 1 0,-7 2 32 0,-4-2-369 16,1 0 184-16,-6 0 101 0,0 0-549 0,-2 2 299 16,0 1 66-16,-10 0-232 0,-3-2 218 0,-2-1 99 15</inkml:trace>
  <inkml:trace contextRef="#ctx0" brushRef="#br0" timeOffset="526">19574 14934 1224 0,'-16'2'0'0,"3"-1"0"0,3 3 0 0,3 1 0 0,1 3 0 0,3 3 0 0,1 4 0 0,2 6 0 0,0 4 213 0,0 3-90 16,0 4-37-16,2 3 292 0,1 10-172 0,1-1-87 16,-2 0-43-16,0 4 102 0,0-6-64 0,-1 12-45 15,-1-9-15-15,2-2 1 0,-2-7-23 0,0-1 1 16,2-9-356-16,-2-2 173 0,0-5 92 0,0-9-486 15,2-3 248-15,-2-5 154 0,3-2-7 0,-2 0-331 16,-1-19 224-16</inkml:trace>
  <inkml:trace contextRef="#ctx0" brushRef="#br0" timeOffset="527">19512 15320 1387 0,'0'-7'0'0,"0"1"0"0,1 3 0 0,1-1 0 0,4-1 0 0,1 4 0 0,2 0 0 0,7-4 0 0,0 4 428 16,5-4-189-16,0 4-107 0,-1-1 86 0,1 0-93 15,2 2-46-15,-2 0-23 0,-1 0-121 0,1 0 44 16,-3 0 27-16,-1 0 1 0,1 0-509 0,-4 0 268 16,2 0 141-16</inkml:trace>
  <inkml:trace contextRef="#ctx0" brushRef="#br0" timeOffset="528">19969 15245 1294 0,'0'0'0'0,"0"0"0"0,0 2 0 0,0 0 0 0,0 0 0 0,0 3 0 0,0 0 0 0,0 2 541 0,0-2-255 15,0 1-126-15,0 2-9 0,2-2-59 0,2-2-21 16,2 1-9-16,-1-2-537 0,1-1 253 0,6-2 128 16</inkml:trace>
  <inkml:trace contextRef="#ctx0" brushRef="#br0" timeOffset="529">20478 14716 1373 0,'-15'-9'0'0,"4"4"0"0,7 4 0 0,3 1 0 0,1 0 0 0,0 0 0 0,0 0 0 0,0 0 180 16,0 0-73-16,1 0 191 0,12 0-136 0,6 6-65 15,4-3-33-15,4 1 41 0,-2-2-36 0,5 1 7 16,0-3-43-16,-2 0-80 0,1 0 40 0,-1 0 0 15,-7 0 40-15,2 0-329 0,-3 0 160 0,-3-3 84 16,-1 1-600-16,-4-2 319 16</inkml:trace>
  <inkml:trace contextRef="#ctx0" brushRef="#br0" timeOffset="530">20663 14511 962 0,'0'4'0'0,"1"-1"0"0,5 4 0 0,3-2 0 0,1-3 0 16,5 0 0-16,2-2 240 0,6 2-103 0,2 1-52 16,0 1-18-16,8 1 270 0,-6 3-152 0,-1 1-76 15,-1 5-11-15,-2-1-33 0,-9 0 9 0,-1 2-41 16,-1 4-70-16,-7-3 35 0,-3 5 0 0,-2 4-13 16,0-5 33-16,-16 7-9 0,-3-5 23 0,-4 2-26 15,-2 1-1-15,-3-3 28 0,-2-1-29 0,1-2-133 16,-4 0 46-16,1-3 44 0,-2 2-358 0,2-4 188 15,9-3 71-15,-2 1-356 0,4-1 230 16</inkml:trace>
  <inkml:trace contextRef="#ctx0" brushRef="#br0" timeOffset="531">20510 15076 1034 0,'-17'6'0'0,"2"3"0"0,6 1 0 0,1-3 0 0,1 1 0 0,1-3 0 0,6 1 239 0,0 1-103 0,0-1-52 16,11 2 298-16,8-5-175 0,4 1-79 0,6-2-51 16,1-1 100-16,0-1-72 15,2 0-36-15,-4 0-117 0,-5-1 48 0,8-6-7 16,-12-1 40-16,2-1-198 0,-7 1 99 0,-3-1 49 16,-4 1 34-16,-4 1-113 0,-1-5 62 0,-2 4 33 15,0-5-207-15,-7 3 51 0,-7-2 69 0,0-1 4 16,-4 0 28-16,-6 0-1 0,4 1 25 0,-1 6 41 15,-8 1-17-15,5 3 0 0,-3 2-25 0,2 2 198 16,-3 11-93-16,3 6-37 0,0 3-23 0,4 6 258 16,3 3-130-16,3 3-45 15,5 1 63-15,3 3-41 0,5 7-47 0,2-5 156 16,0 3-97-16,2-3-48 0,5-3-24 0,6-2 129 16,3-1-80-16,2-4-37 0,1-5 0 0,4-7-156 15,0-3 60-15,-5-5 38 0,5-7-8 0,-1 0-370 16,0-3 200-16,3 0 95 0,-4-8-293 0,-5-3 136 15,3-4 110-15,-4 1-512 0,1-4 299 0,-2 3 150 16,-2-8 75-16</inkml:trace>
  <inkml:trace contextRef="#ctx0" brushRef="#br0" timeOffset="532">20771 15302 1089 0,'0'-7'0'0,"0"6"0"0,0 0 0 0,3-3 0 0,2 4 0 0,2 0 0 0,3 0 0 0,1 0 61 0,4 0 333 0,4 0-181 16,-1 0-90-16,3 0 278 0,0 0-185 0,3 0-83 15,4 0-54-15,-9 0 27 0,4 0-37 0,-3 0 0 16,-1 0-320-16,-1-1 149 16,-4-3 64-16,-1 1-237 0,-5-1 154 0,-2 2 76 15,-3 0 40-15,-1 2-683 0,-2 0 336 0,0 0 138 16,-5 6 91-16,-9 3-213 0</inkml:trace>
  <inkml:trace contextRef="#ctx0" brushRef="#br0" timeOffset="533">20961 15326 287 0,'-15'0'0'0,"2"0"0"0,3 0 0 15,1 0 0-15,0 0 0 0,2 0 433 0,0 0-205 0,2 4-97 0,1 5-49 0,2 4 325 16,1 7-178-16,-1 6-103 16,2 2-46-16,-2 5 391 0,2 3-219 0,0 0-110 15,0-1-46-15,0-1-36 0,2-3 0 0,9-6 205 16,-1-8-117-16,4-1-57 0,4-4-21 0,-2-8-315 16,7-4 139-16,0-1 69 0,0-15 35 0,4-6-619 15,-3-3 268-15,6-6 180 0</inkml:trace>
  <inkml:trace contextRef="#ctx0" brushRef="#br0" timeOffset="534">21569 15197 742 0,'-3'-6'0'0,"-3"-3"0"0,3 1 0 0,1 0 0 0,-2-1 0 0,0-3 0 0,1 0 0 0,-2-2 0 0,2 2 91 0,-1 2-30 0,-2 2 9 16,3 1 68-16,-3 3-52 16,-2 1-27-16,1 3 0 0,-4 0 25 0,-1 11-17 15,-2 12-8-15,1 8 20 0,-3 6-23 0,2 5-1 16,4 0-22-16,2-8 98 0,5 7-54 0,3-5-22 16,0-4 25-16,0-5-24 0,5-8 1 0,6-1-16 15,5-5-37-15,0-6 29 0,1-6 0 0,3-1-79 16,-1-1 40-16,1-15 8 15,1-10 30-15,0-9-159 0,-1-4 77 0,-4-5 19 16,3-3 26-16,-3-3-241 0,-2-5 120 0,4-8 35 16,-7 4 38-16,-1-6-112 0,0-2 66 0,-4 3 25 15,1-12 7-15,-3 10 0 0,-1 15 35 0,-1 10 33 16,0 3 1-16,-2 17-43 0,0 8 8 0,0 4 256 16,-4 7-128-16,-1 2-52 0,-4 24-36 0,0 6 304 15,-1 11-153-15,3 6-42 0,1 15 183 0,2-1-133 16,4-3-58-16,0 14-42 0,0-8 60 0,0-1-47 15,0-10-23-15,8 2 45 0,1-1-26 16,1-6-8-16,1-2-35 0,0-11-190 0,1 0 96 16,0-5 47-16,-1-6 32 0,3-6-424 15,-1-6 216-15,0-4 67 0,4-8 67 0,2 0-629 16,-1-13 318-16</inkml:trace>
  <inkml:trace contextRef="#ctx0" brushRef="#br0" timeOffset="535">22219 14920 1512 0,'-13'-7'0'0,"1"1"0"0,-4 3 0 0,0 1 0 0,-3 0 0 0,-1 2 0 0,0 0 0 0,-2 9 0 0,4 4 0 0,-4 9 314 0,1 2-141 0,4 1-70 16,4 6-35-16,2-3 167 0,8-2-93 0,3 5-59 15,0-3 113-15,2-4-81 0,10 1-42 0,6-4 0 16,-2-3 8-16,9 2-48 0,-3-3 0 0,-2-2-54 15,0-3 27-15,-4 3-1 0,0-3 36 16,-6 2-152-16,1-3 72 0,-8 2 35 16,-3-2-136-16,0 2 79 0,-2-2 13 0,-11 1 27 15,-6-2-35-15,-3 1 24 0,-1-4-10 0,-4 1-15 16,6-6 2-16,-9 2 6 0,9-4 12 0,-2 0-215 16,5 0 109-16,4 0 56 0,7-6 19 0,1-5-338 15,6-1 187-15,2-3 93 0</inkml:trace>
  <inkml:trace contextRef="#ctx0" brushRef="#br0" timeOffset="536">22433 15081 1855 0,'7'2'0'0,"4"6"0"0,-1-4 0 0,1 0 0 0,-2-2 0 0,2 1 0 0,2 1 319 0,0-3-143 15,4 3-72-15,2-1 133 0,0 0-102 0,0-1-43 16,1-2-34-16,-3 0-10 0,1 0-15 15,0 0 0-15,-4 0-1 0,-4 0-473 0,3 0 232 0,-4 0 121 16,-1 2-709-16</inkml:trace>
  <inkml:trace contextRef="#ctx0" brushRef="#br0" timeOffset="537">22465 15454 1230 0,'0'1'0'0,"8"5"0"15,5 1 0-15,4-2 0 0,0-2 0 0,2 2 586 0,2-5-277 0,3 0-130 16,6 0 92-16,-4 0-119 0,1 0-59 0,-5 0-31 16,0 0-349-16,1 0 169 0,-2 0 71 0</inkml:trace>
  <inkml:trace contextRef="#ctx0" brushRef="#br0" timeOffset="538">23638 14839 654 0,'0'-7'0'0,"0"1"0"0,0 3 0 0,0-4 0 0,0 1 0 0,0-4 0 0,0-1 0 0,0-1 0 0,0 0 0 0,0-3 95 0,0 2-36 0,2-3 1 16,2 2-30-16,-1-2 3 0,-1 6 8 0,0-6-48 15,0 3 40-15,-2 1 0 0,0 1 0 0,0 0 8 16,0 0 0-16,0-1-9 0,-6 3 1 15,-1-3 7-15,-1 3-8 0,-3 0 1 16,3 1 0-16,-5-1 35 0,3 2 0 0,0-1-35 16,-2 2 41-16,1 3-21 0,2-1 9 0,-1 0-29 15,-1 2 39-15,2 0-1 0,-5 2-38 0,5 0 28 16,-2 0 9-16,-1 2-38 0,1 8 1 0,-1 0 28 16,3 4-28-16,0 0 0 0,2 2 8 0,0 2 44 15,2 2-26-15,1 4 0 0,3 3 35 16,1 1-31-16,0 2 8 0,0 5 10 15,0 5-25-15,1 1 1 0,5 3-24 0,-1 0 30 16,4 4-22-16,-4 2-8 0,0 3 0 0,1-1-8 16,-1-1 8-16,0 0-1 0,0-8 9 0,-1 9-63 15,-2-9 27-15,0-7 0 0,0-2-97 0,-2-2 59 16,0-8 21-16,0-1-159 0,0-4 78 0,-4-4 49 16,-3-4 6-16,-3-2-245 0,2-3 111 0,-3-2 76 15,-1-3 16-15,3-1-203 0,-3 0 124 16,3 0 64-16,2 0 22 0,2 0-113 0,3-5 76 15,0-3 38-15,2-1-264 0,0-4 151 0</inkml:trace>
  <inkml:trace contextRef="#ctx0" brushRef="#br0" timeOffset="539">23704 15226 939 0,'3'-6'0'15,"1"5"0"-15,0-2 0 0,-1 3 0 0,-1 0 0 0,0 0 0 0,-2 4 370 0,0 9-169 0,2 5-75 16,0 4 166-16,-2 2-129 0,1 5-65 0,-1 1-33 16,3 3 31-16,-3 4-24 0,0-4-8 0,0-1-53 15,0-1 22-15,0-5 0 0,0-6 0 0,0 1-29 16,-6-3 29-16,2-6-1 0,0-2 1 0,3-6 22 16,-3 1 0-16,4-2-14 0,-2-3 115 0,2 0-62 15,0 0-30 1,-2 0-1-16,2 0 25 0,0 0-19 0,4 0-9 0,11 0 26 0,2 0-27 15,2 0 0-15,5 0-26 0,-2 0 28 16,7 0-28-16,-5 0-1 0,-4 0 1 0,5 0-106 16,-6 0 53-16,-1 0 34 0,-4 0-84 0,-3 0-76 15,-4 0 85-15,1 0 18 0,-4 0-105 0,-2 0 47 16,0 0 49-16,-2 0-248 0,0 0 134 0,0-2 66 16,0-1 34-16,2-1-601 0</inkml:trace>
  <inkml:trace contextRef="#ctx0" brushRef="#br0" timeOffset="540">24513 14772 473 0,'0'0'0'0,"0"0"0"0,-2 0 0 0,0 0 0 0,0 0 0 0,1 0 0 0,-1 0 0 0,-1 0 0 0,3 0 0 0,-1 1 81 0,1-1-24 0,-3 3 0 0,2-2 2 16,-1 4-1-16,-2-1-17 0,0 1-8 0,3 2 39 15,-5 2-39-15,3 0 0 0,-3 3 45 0,0-1-14 16,0 2-8-16,-1-1-23 0,2 1 28 0,-1-1-1 15,-2 4-27-15,1-1 8 0,1 4 91 16,-1 0-49-16,-1 5-25 0,-1 3 91 16,5-2-58-16,-2 6-21 0,1-1-8 0,0 2 51 15,2 2-40-15,3-3-1 0,0 3 27 0,0-2-38 16,0-1 1-16,0 0-29 0,3-2 24 0,7-3 1 16,-1-3-17-16,7 3-9 0,-3-4 14 0,-1-2-13 15,2-2 0-15,1 0-41 0,0-4 49 0,-2 3-9 16,2-2 1-16,-2-5-44 0,1 2 22 0,-1-5 0 15,-4 0-43-15,-2 0 26 0,1-1 6 16,-4-3 1-16,0-1-89 0,-3-2 45 16,1 0 20-16,-2 0-1 0,0 0-13 0,0 0 0 15,0 0 38-15,0 0-47 0,0 0 29 0,0 0 9 16,-2-3-17-16,-1-4-322 0,3 2 161 0,0 0 64 16,0-1-538-16</inkml:trace>
  <inkml:trace contextRef="#ctx0" brushRef="#br0" timeOffset="541">24789 14856 523 0,'-2'-5'0'0,"-1"-3"0"0,-1 1 0 0,-1 2 0 0,2-3 0 0,1 0 0 0,-2-1 0 0,1 3 0 0,1-1 68 0,0 0-27 15,0 0-8-15,2 1 62 0,0 1-31 0,0 0-1 16,0 0-30-16,0 4 94 0,0-2-52 0,0-3-21 16,6 2 59-16,4 0-41 0,6-2 1 0,0 4-32 15,0-1 49-15,0 1-29 0,2 0 0 0,-2 2-28 16,1 0 18-16,-1 0-10 0,-5 0-8 15,0 7-15-15,1 5 15 0,-5 1-1 16,-2 3-39-16,-1 5 48 0,-2 4-9 0,-2 1 1 16,0 0-22-16,0 3 0 0,-2-3 21 0,-5-1 9 15,-6 3-49-15,1-3 1 0,-1-5 24 0,0-4 7 16,-2 3-47-16,0-5 27 0,2-4-10 0,-5 0-11 16,4-6-5-16,-2-2 38 0,2-2-8 0,-2 0-124 15,4 0 51-15,-1-6 35 0,3-4-209 0,3 0 112 16,-1 0 40-16,6 1 27 0,1-5-162 15,1 5 94-15,0-4 48 0,0 2 23 16,3 1-164-16,6 0 86 0,5 3 55 0,-1 2-59 16</inkml:trace>
  <inkml:trace contextRef="#ctx0" brushRef="#br0" timeOffset="542">25129 14607 130 0,'0'-15'0'0,"0"3"0"0,0 3 0 0,0 2 0 0,-5 1 0 0,-6 1 218 0,4 4-93 16,-2 1-46-16,2 0-23 0,-2 0 92 0,0 0-49 0,-1 6-37 15,-1 5 78-15,2 0-54 16,0 4-26-16,0 3-1 0,1-2 33 0,1 3-35 16,-1 3 1-16,5-1 108 0,-1 4-67 0,1-3-25 0,3 3-8 15,0-2 103-15,0-3-69 0,0 0-33 0,3-1 0 16,3 0 17-16,3-2-29 15,2-4-72-15,2 2 24 0,0-4 1 0,3 0 25 16,-2 1-70-16,2-3 31 0,-2-2 0 0,2-1 38 16,0 0-299-16,0-2 144 0,0-2 40 0,1-2 46 15,0 0-426-15,0 0 215 0,2 0 108 16,-2 0 54-16,-3-2-270 0</inkml:trace>
  <inkml:trace contextRef="#ctx0" brushRef="#br0" timeOffset="543">25435 14468 1256 0,'-7'-5'0'0,"4"2"0"0,3 1 0 0,0 2 0 0,0 0 0 0,0 0 0 0,5 0 0 15,9 0 0-15,9 0 0 0,2 0 347 0,3 0-162 0,4 0-75 0,0-2 89 0,0 2-82 16,0 0-43-16,-6 0-63 0,6 0 22 0,-10 0 0 0,2-1 0 15,-1-2-49-15,-4 3 25 16,-4-2 7-16,-2 0 17 0,-5 1-234 0,-3 1 117 16,-2 0 59-16,0-2-3 0,-3 2-440 0,0 0 178 15,-4 0-168-15,-7 0 212 0,-3 0 107 0</inkml:trace>
  <inkml:trace contextRef="#ctx0" brushRef="#br0" timeOffset="544">25514 14419 1230 0,'-8'6'0'0,"1"1"0"0,0 1 0 0,-2 2 0 0,2 0 0 0,0 1 0 0,3 2 0 0,-1 3 0 0,3 2 208 0,0 3-92 0,2 4-42 15,0-2 77-15,0 6-59 0,0-1-29 0,0 1 7 16,0 0 34-16,2 1-35 0,0-2-1 0,1-2-94 16,-1 2 30-16,0-6 7 0,0 0 22 0,-2-3-109 15,0-2 54-15,0-6 28 0,0 0-110 16,0-5 63-16,-4 0 30 0,-3-4-22 15,-5-2-32-15,1 0 16 0,-3 0 22 0,4-8-19 16,-3-5 3-16,-1-2 12 0,3-2 15 16,0-2-18-16,1 0 17 0,3 0-7 0,2 5 36 0,-2 5 0 15,2 1-28-15,3 2 7 0,-2 2 115 0,1 2-55 16,-1 2-23-16,0 0 1 0,-1 9 2 0,-4 7 7 16,2 5-35-16,0-3 14 15,-5 9 14-15,3-6-21 0,2-1-74 0,-2 1 39 16,0-3 1-16,2-1 45 0,3-5-240 0,3-3 107 0,-2-2 42 15,3 0 31-15,0-3-337 0,0-4 163 16,4 0 95-16,7 0 42 0,3-9-191 0</inkml:trace>
  <inkml:trace contextRef="#ctx0" brushRef="#br0" timeOffset="545">25473 14711 1167 0,'13'-13'0'0,"2"5"0"0,-2-1 0 0,2 1 0 0,-1 1 0 0,2 4 0 0,-1 1 0 0,0 2 0 0,0 0 325 0,0 0-146 15,0 8-8-15,-1 4-70 0,-4 0-34 0,-2 5 9 16,0 4-16-16,-4-2-27 0,-3 3-1 0,-1 3 1 16,0-6-59-16,-1 8 25 15,-9-4 0-15,-5-2 34 0,-1-3-141 0,2-3 71 0,-5 1-181 16,1-6 117-16,-3-2 35 0,-1 0 36 0,3-7-18 0,-1 1-107 16,6-2 33-16,2 0 51 0,1 0-182 15,4 0 115-15,3-7 52 0,4-5 27 0,0-3-188 16,6 0 112-16,10-1 51 15</inkml:trace>
  <inkml:trace contextRef="#ctx0" brushRef="#br0" timeOffset="546">25777 14644 694 0,'12'-17'0'0,"-1"6"0"0,-6 3 0 0,-1 4 0 0,-2 0 0 0,-2 1 0 0,0 1 340 0,-2 2-154 16,-4 0-76-16,-3 2-30 0,-1 9 213 0,1 5-130 15,2-1-65-15,-2 5 110 0,4 2-87 16,3-1-36-16,2 2-30 0,0 0 11 0,0 1-33 0,6-2-1 15,8 0-58-15,-5-4 37 0,10 3-8 16,-5-7 30-16,4 3-255 0,-4-3 128 0,0-1 63 16,-1-2 40-16,-2-1-483 0,0 0 231 0,-6-2 67 15,1 2 74-15,-2-3-335 0,-2 4 193 16,-2-9-44-16</inkml:trace>
  <inkml:trace contextRef="#ctx0" brushRef="#br0" timeOffset="547">24900 15113 1006 0,'-13'0'0'0,"0"0"0"0,-1 0 0 0,5 3 0 0,0 0 0 0,-1 1 0 0,4-2 0 0,1 0 174 0,1-2-74 0,3 2 134 15,1 2-101-15,0 1-50 0,3 1 72 0,8-2-52 16,6 2-40-16,2-2 124 0,5 3-77 0,4-2-39 0,4-4 1 0,4 2 77 16,8-3-62-16,-2 0-27 0,6 0 0 0,2 0 48 15,5-3-38-15,3 0 9 16,9-4-47-16,-6 3 30 0,-5 2-29 15,2 1 0-15,-4 1 0 0,3 0 8 0,-6 0-65 16,-2 3 28-16,-4 6 1 0,-2 1-47 0,-9-3 37 16,5 1 8-16,-5-2-185 0,0-4 87 0,-4-1 55 15,-7 1 4-15,-3-2 21 0,-5 0-157 0,-4 0 80 16,-3 0 10-16,-2 0 0 0,-4-2 21 0,-2-6 1 0,0 2-62 16,-2-3 48-16,-9 2 1 0,-2-2 40 15,0 2 1-15,-1 1-158 16,-3 0 71-16,-1 2 47 0,-2 3-385 0,-4 1 212 0,-2 0-220 15</inkml:trace>
  <inkml:trace contextRef="#ctx0" brushRef="#br0" timeOffset="548">25018 15395 1046 0,'-24'-3'0'0,"6"-1"0"0,4 2 0 0,4 2 0 0,1 0 0 0,5 0 0 0,3 0 82 0,1 0 231 16,1 0-132-16,18 2-78 0,9 2-35 0,11-4 245 0,4 1-140 15,5-1-70-15,4 0 116 0,1 0-97 0,0 0-45 0,-1 0-22 16,3 0 0-16,-4 0-22 0,-10 0 30 16,10 2-9-16,-16 1-21 0,1 0-33 0,-4 1-1 15,-8-2 34-15,1 2-151 0,-7-1 71 0,-4-1 40 16,-5 0 0-16,-2-2-262 0,-1 1 142 0,-4-1 30 15,-1 0-264-15,-1 0 154 16,0 0 87-16,0 0 43 0,-5 0-329 0,-8 0 178 16,-3-1 101-16,-4-1-126 0,-6 0 110 0</inkml:trace>
  <inkml:trace contextRef="#ctx0" brushRef="#br0" timeOffset="549">24982 15463 795 0,'-12'0'0'0,"1"0"0"0,2 0 0 0,4 2 0 0,-1 1 0 0,3 4 0 0,-1 0 317 0,1 4-141 0,3 4-64 16,0 10 182-16,0-3-130 0,0 6-66 0,5 2 56 0,-1 2-61 15,-1 0-22-15,-1 2-8 0,2-2-31 16,-2-3-30-16,-1 0-1 0,1-3 32 0,-2-3-26 16,0 0-7-16,0-5 33 0,0-3-1 0,0-6-103 0,-2-1 52 15,-5-2 33-15,0-2-7 16,-3-4-147-16,-1 0 79 0,0 0 4 0,-1-10-88 15,-3-6 51-15,0-4 42 0,0-4-60 16,0-1 43-16,0-2 13 0,0-2 0 0,4 9 6 16,-2-1 17-16,1 6 1 0,5 8 115 15,-2-1-58-15,1 5-36 0,2 3 8 0,-1 0-29 0,1 8 153 16,3 8-69-16,-1 1-22 0,0 2 72 0,0 3-50 16,-1-1-10-16,4 1-102 0,0-1 34 15,1-3 13-15,0-4-309 0,0 1 159 0,0-7 74 16,2 1 39-16,12-5 5 0,0-4-192 15,3 0 92-15,3-4 60 0</inkml:trace>
  <inkml:trace contextRef="#ctx0" brushRef="#br0" timeOffset="550">25007 15620 908 0,'18'-8'0'0,"3"0"0"0,0 4 0 0,-2 3 0 0,-1-1 0 0,2 2 0 0,-2 0 271 0,3 0-110 0,-2 7-69 0,-1 5-29 16,-2 5 93-16,-4 1-61 0,0 4-31 0,-6-1 8 0,-3 4-40 15,-1-1-27-15,-2 1 27 16,0 1 1-16,-11-4-56 0,-3-1 36 0,-4 3-9 16,-1-7-6-16,2-4 1 0,-3 0 33 0,-2-3-166 15,2-5 74-15,0-1 39 0,-2-4-253 16,5 0 135-16,3 0 50 0,2-1 37 0,3-12-269 0,7 1 149 16,2-4 69-16,0-4 35 0,7 3 0 15</inkml:trace>
  <inkml:trace contextRef="#ctx0" brushRef="#br0" timeOffset="551">25376 15561 984 0,'5'-7'0'0,"-2"4"0"0,-3 2 0 0,0 1 0 0,-3 0 0 0,-10 0 0 0,-3 5 0 0,4 6 120 0,-4 5-43 0,1 1 229 0,0 3-141 16,4 2-66-16,-1 3-33 0,7-2 130 0,-1 3-82 0,6-4-32 15,0 3-18-15,0 1 0 16,0-3-31-16,10-1-331 0,4-1 328 15,1-3 11-15,5-3-8 0,2 0 0 0,-5-3-301 0,6-1 150 16,-2-3 68-16,-2-3 1 0,1-3-189 16,1-2 116-16,-5 0-360 0,1 0 225 0,-4 0 112 0</inkml:trace>
  <inkml:trace contextRef="#ctx0" brushRef="#br0" timeOffset="552">25473 15715 1278 0,'-4'0'0'0,"0"4"0"0,2-1 0 0,1-1 0 0,1 2 0 0,0-3 0 0,0-1 0 0,9 0 212 0,7 0-94 0,3 0-43 16,0 0 53-16,1 0-47 0,0 0-25 15,2 0 9-15,-4 0-133 0,4 0 50 0,-5-1 26 0,1-1-1 0,-4-2-321 16,-3 2 181-16,-2 1-359 0,-1-3 244 16,-2 0 123-16,-5 1 0 0,1 0-144 15</inkml:trace>
  <inkml:trace contextRef="#ctx0" brushRef="#br0" timeOffset="553">25634 15579 712 0,'-7'-2'0'0,"3"2"0"0,0 0 0 0,-3 7 0 0,0 4 0 0,2 1 178 0,0 4-77 0,2 0-34 0,2 3 218 0,-3 5-126 16,3 1-63-16,-1 0 41 0,0 5-56 0,-1-2-25 16,2-2-85-16,-1 1 31 0,0-7 0 0,2 3 39 0,0-3-307 15,0-3 150 1,0-2 74-16,0-5 38 0,2-3 7 0,4-1-458 15,3-6 226-15,-3 0 50 0</inkml:trace>
  <inkml:trace contextRef="#ctx0" brushRef="#br0" timeOffset="554">25766 15616 1418 0,'9'-3'0'0,"0"2"0"0,1 1 0 0,-2 0 0 0,1 0 0 0,-2 7 0 0,3 5 0 0,0-2 233 0,0 5-100 0,2-1 62 16,-3 0-73-16,2 2-49 15,-1-1 0-15,-1 2-95 0,0-5 27 0,-2 4 0 16,4-6 36-16,-2 2-356 0,-1-3 175 0,5-2 86 16,-2-1-485-16,4-6 274 0,-2 0 68 0,-3 0-203 15</inkml:trace>
  <inkml:trace contextRef="#ctx0" brushRef="#br0" timeOffset="555">26115 15555 938 0,'1'-7'0'0,"-1"1"0"0,3 2 0 0,-3 2 0 0,0 0 0 0,0 1 0 0,0-1 64 0,0 2 358 16,0 0-199-16,0 3-95 0,0 13 222 16,-8 2-159-16,-3 5-79 0,-4 6 73 0,-8 11-80 15,-1 0-36-15,-2 3 35 0,-2 2-35 0,0 1-1 16,-1 4-27-16,2-1-8 16,0-1-78-16,0 0 39 0,1-5 0 0,4-7-234 0,5-4 144 0,2-4 61 0,5-8 34 15,0-3-456-15,7-5 200 16,0-4 122-16,3 0 0 0,0-7-154 15,0-1 128-15,1 0 64 0</inkml:trace>
  <inkml:trace contextRef="#ctx0" brushRef="#br0" timeOffset="556">26500 15275 1321 0,'-8'-9'0'0,"5"5"0"0,1 3 0 0,0-2 0 0,0 1 0 0,2 0 0 0,0 2 0 0,0 0 0 0,0 0 0 0,0 0 161 0,6 0-63 0,7 2-33 0,1 0 268 16,4 2-154-16,2-4 24 0,7 2-85 0,-1-2-43 0,2 0-21 16,2 0 132-16,2 0-81 0,-2 0-36 15,1 0 0-15,-1-2-36 0,-4 2-24 0,-4 0 8 16,3 0 16-16,-3 0-96 0,-5 0 48 0,-1 0 24 0,-4 2-68 16,-2 0 42-16,-3 0 25 0,-1-1-38 15,-4-1 28-15,-1 0-17 0,1 0 5 16,-2 0 74-16,0 0-28 15,0 0-19-15,-3 0-12 0,-5-1-122 0,1-3 61 0,2 1 33 16,-2 0 0-16,2 1-727 0,-1 2 361 0,-3 0 180 16</inkml:trace>
  <inkml:trace contextRef="#ctx0" brushRef="#br0" timeOffset="557">27264 14719 652 0,'-3'-3'0'0,"1"3"0"0,0 0 0 0,2 0 0 0,0 0 0 0,0 0 134 16,0 0-50-16,0 5-18 0,7 5 72 0,5-1-53 15,-3 1-26-15,2-3 141 0,3 2-84 0,-1 1-33 0,-1 3-30 16,1-2 33-16,-1 1-26 0,0 1-1 0,-3 0-26 16,0 0-38-16,-3-2 14 0,2 0 1 0,-5-1-171 15,1-4 97-15,-2 2 48 0,0-1-134 16,-1-4 84-16,1-1 10 0,-2-2 35 0,0 0-397 16,0 0 194-16,2 0 80 0,-1-12 59 0</inkml:trace>
  <inkml:trace contextRef="#ctx0" brushRef="#br0" timeOffset="558">27526 14580 775 0,'2'-9'0'0,"-2"2"0"0,0 5 0 0,0-1 0 0,0 2 0 0,0 1 0 0,0 0 0 0,0 0 316 0,-6 1-142 0,-4 17 155 0,-1 2-149 16,-2 7-73-16,-2 4-29 0,-5 11 118 0,2-1-82 0,-1 3-41 15,0 2 1-15,0-1-18 0,3-7-15 16,-3 10-8-16,2-7 0 0,6-10-49 0,0 3 25 15,-1-4 0-15,3-9 32 0,-1 5-164 0,3-3 78 16,0-6-294-16,-1-2 181 0,5-6 61 0,-2-2 12 0,3-4-351 16,2 0 201-16,0-3 102 0,0 0 49 15,2 0-148-15,14-7 91 16</inkml:trace>
  <inkml:trace contextRef="#ctx0" brushRef="#br0" timeOffset="559">27643 14590 1089 0,'0'-8'0'0,"3"5"0"0,-1 1 0 0,1-1 0 0,5 2 0 0,1-3 0 0,6 0 217 0,6 1-84 16,7-1 199-16,5-2-150 0,7 0-74 0,2-1-38 16,0 2 42-16,-5 1-32 0,9-2-8 0,-11 2-39 15,8 0-33-15,-8 1-1 0,-3 1 34 0,-7 2 8 0,-2 0-143 16,-5 0 67-16,-7 0 34 0,0 0-273 15,-6 2 153-15,-2 3 30 0,-3 5-370 16,0 1 197-16,-11 1 115 0,-6-1 58 0,-3 1-261 16,3-2 152-16</inkml:trace>
  <inkml:trace contextRef="#ctx0" brushRef="#br0" timeOffset="560">27802 14545 428 0,'-12'0'0'0,"3"0"0"0,2 0 0 0,-2 0 0 0,0 0 391 15,4 1-179-15,-1 11-82 0,3 1-52 0,-1 2 140 16,1 6-92-16,3 3-47 0,0 3 212 0,0 1-121 16,0 2-72-16,0 4 42 0,3-1-54 0,2 3-26 15,0-3-1-15,0 1-63 0,-2-2 14 0,1-2 0 16,-3-1 22-16,3-1-98 0,-4-4 49 0,0-3 33 16,0 0-52-16,-4-3 35 0,-2-3-1 15,-2-3-86-15,-1-7 32 0,-1 1 38 16,-3-6-20-16,1 0-48 0,-2 0 27 0,1-4 24 15,-2-11-2-15,2-2-91 0,-3-6 50 0,4-3 26 16,-1 0-11-16,3-4-64 0,-1 0 48 0,3 8 15 16,-1-1-4-16,-1 6 1 0,5 6 34 0,-4 4 88 15,4 0-44-15,-3 6-30 0,4 1 8 0,-5 3-22 0,2 13 138 16,-3 1-69-16,5 1 122 16,-3 4-79-16,2-1-42 0,1 1-2 0,2 2-82 15,-2-4 25-15,4 1 20 0,1-5 41 0,0 2-322 16,0-3 140-16,0-5 70 0,1 0 23 0,7-2-186 15,3-6 75-15,7-2 69 0</inkml:trace>
  <inkml:trace contextRef="#ctx0" brushRef="#br0" timeOffset="561">27802 14804 1551 0,'3'-7'0'0,"2"3"0"0,5 2 0 0,-3 0 0 0,3-1 0 0,1 3 0 0,0 0 0 0,1 0 0 0,0 3 0 0,2 5 93 15,1 1-35-15,-3 0-83 0,1 4 29 16,1 2-1-16,-6 0-358 0,4 0 201 0,-2 0 90 16,2-1 48-16,-3-3-215 0,7 0 128 0</inkml:trace>
  <inkml:trace contextRef="#ctx0" brushRef="#br0" timeOffset="562">28135 14697 747 0,'0'-7'0'0,"0"3"0"0,0 1 0 0,0 3 0 0,-4 0 0 0,-4 14 0 0,-2 0 325 0,0 7-138 0,-7 5-81 0,4 2-37 16,-4 1 227-16,1 3-131 0,-1 0-67 0,0 2-26 15,-1-3-9-15,2 0-30 0,0-1-116 16,0-2 59-16,2-2 28 0,2-3 8 16,-3 2-377-16,5-7 199 0,-2 2 100 0,4-2 49 15</inkml:trace>
  <inkml:trace contextRef="#ctx0" brushRef="#br0" timeOffset="563">27206 15275 1478 0,'-13'-9'0'0,"4"4"0"0,5 0 0 16,-1 3 0-16,5 2 0 0,0-3 0 0,0 1 0 0,0 0 0 0,11 0 0 0,14 0 210 0,5-2-89 0,9-2 212 0,4 1-150 0,6 2-67 0,3-2-45 15,12 1 57-15,-3 1-48 16,1 2-23-16,0 1-1 0,-3 0 60 0,13 0-46 16,-10 0 0-16,-9 0-37 0,0 4-44 0,-4 5 23 15,-6-2-180-15,5 2 96 0,-14-3 53 16,-2 1 26-16,-3-3-303 0,-4-1 131 0,-5-3 87 0,-3 0-4 15,-6 0-264-15,-2 0 157 0,-4 0 78 0,-3-5 39 16,-1-2-101-16,-1-1 75 0,0 3 32 0,-8 0 1 16</inkml:trace>
  <inkml:trace contextRef="#ctx0" brushRef="#br0" timeOffset="564">27316 15427 1529 0,'-13'0'0'16,"4"0"0"-16,7 0 0 0,2 0 0 0,0 0 0 0,4 0 0 0,13 0 0 0,8 0 0 0,7 0 0 0,9 2 222 0,1-2-95 0,7 0 155 15,5 0-124-15,1 0-55 0,-2 0-39 0,6 0 51 16,-1 0-42-16,-2 0-19 0,-4 0-1 0,-9 0-70 15,6-2 21-15,-12 1-1 0,-4 1 30 0,-4-2-90 16,-10 2 45-16,-3 0 31 0,-3-2-215 0,-3 2 80 16,-6-3 68-16,-3 3-230 0,2 0 106 15,-3-1 34-15,0-1 58 0,-4 2-158 0,-10 0 103 16,-2 0 51-16,-7 0 26 0,2 3-348 16,1 5 190-16</inkml:trace>
  <inkml:trace contextRef="#ctx0" brushRef="#br0" timeOffset="565">27270 15434 1320 0,'-17'0'0'0,"5"0"0"0,0 3 0 0,3-1 0 0,0 9 0 0,0 0 0 0,4 10 0 0,5 1 0 0,0 7 287 0,0 1-128 0,0 4-62 0,2 1-25 15,7 8 69-15,1-5-54 0,-5-2-27 0,3 1-1 16,-2 1-51-16,0-3 33 0,-1 0-9 0,-2 0-30 15,-1-5 31-15,0-5 0 0,-2-4-51 16,0-1 34-16,0-6-8 0,0-4 24 0,-5-3-85 16,-3-4 42-16,-2-3-3 0,2 0 6 0,-2-3-116 15,-2-10 66-15,3-4 19 0,-4-7 20 0,2 2-153 16,0-7 76-16,-2 1 29 0,0-2-40 16,0 0 27-16,2 4 25 0,0 5-66 15,1 4 35-15,0 9 31 0,0 1 0 0,0 5 120 16,-2 2-49-16,2 0-24 0,-1 12-9 0,3 3 117 15,-3 9-66-15,2-3-21 0,-1 3 88 0,2-1-46 16,3-2-35-16,-3 1 10 0,5 1-129 0,1-6 59 16,0 1 21-16,2-5-129 0,0-3 72 0,0-2 37 15,7-2 1-15,9-6-356 0,7 0 181 0</inkml:trace>
  <inkml:trace contextRef="#ctx0" brushRef="#br0" timeOffset="566">27308 15762 977 0,'11'-13'0'0,"-1"3"0"0,8 0 0 0,-3 5 0 0,1 0 0 0,1 1 0 0,1 2 0 0,1 2 0 0,1 0 300 0,-2 0-137 0,1 11-66 0,-3 2 49 15,-2 2-57-15,-2 2-28 0,-3 2-17 16,-4 2-12-16,-1 4 1 16,-4 0 0-16,0 0-71 0,-12-2 35 0,-3 3 9 15,-5-4 27-15,-2-3-98 0,2-3 49 0,0-5 24 16,0-1-89-16,-3-2-46 0,3-4 40 0,1-2-136 15,3-2 91-15,0 0 56 0,9 0 9 0,0-2-180 16,3-6 110-16,4-3 53 0,0-3 25 0,8-2-95 16,10-2 60-16</inkml:trace>
  <inkml:trace contextRef="#ctx0" brushRef="#br0" timeOffset="567">27646 15654 1329 0,'2'-7'0'0,"-2"3"0"0,0 2 0 0,-5 2 0 16,-7 0 0-16,-1 0 0 0,-1 13 0 0,3 1 0 0,-1 6 0 0,3 0 210 0,0 9-93 0,5-3 124 0,3 1-104 0,1-1-52 16,0 1-26-16,0-5-16 0,7 0-11 0,9 0 1 15,-4-4 0-15,9 1-137 0,-3-4 68 0,0-4 43 16,0 0-8-16,0-4-95 0,1 1 64 0,-1-4 33 16,-3-1-359-16,2-3 181 15,-4 0 36-15,2 0-112 0,-1 0-28 0,-2 0 123 16,-1 0 63-16</inkml:trace>
  <inkml:trace contextRef="#ctx0" brushRef="#br0" timeOffset="568">27778 15786 789 0,'-10'-2'0'0,"2"2"0"0,3 0 0 0,1 0 0 0,4 0 0 0,0 0 322 0,0-2-136 0,14 0-81 15,7 0-36-15,2-1 109 0,4-2-73 0,-6 3-36 16,2-1 81-16,-1 0-63 0,2 1-27 0,-5-1-244 15,-1 3 108-15,-4 0 54 0,-3 0 36 0,0 0-379 16,-4 0 199-16,0 0 100 0,-4 0 24 0,-1 0-421 16,0 0 183-16</inkml:trace>
  <inkml:trace contextRef="#ctx0" brushRef="#br0" timeOffset="569">27915 15631 1186 0,'-6'-2'0'0,"-2"-1"0"0,3 3 0 0,-2 0 0 0,4 0 0 0,-1 0 0 0,2 6 0 0,-1 7 141 16,3 2-54-16,0 2-27 0,0 7 204 0,0 1-115 16,0-2-50-16,-2 8-42 0,2-2-25 0,-2-4 1 15,2 2 0-15,0-1-236 0,0-6 127 16,0 6 50-16,0-8 29 0,0-2-358 16,0-7 192-16,0-2 35 0,2-3-137 0,3-4 72 15,4 0 80-15</inkml:trace>
  <inkml:trace contextRef="#ctx0" brushRef="#br0" timeOffset="570">28031 15698 1176 0,'3'-3'0'0,"3"3"0"0,0 0 0 0,-1 0 0 0,0 0 0 0,2 0 0 0,-2 9 0 0,3-5 0 0,2 4 367 0,0 2-171 0,2 1-81 0,-2-1-42 15,2 3-53-15,0-1 12 0,-3 0 9 0,1 2-355 16,1-3 173-16,0-2 86 0,-4-2-185 15,0 1 136-15,3-3 77 0,-2 1 26 0,4-6-529 0</inkml:trace>
  <inkml:trace contextRef="#ctx0" brushRef="#br0" timeOffset="571">28312 15647 686 0,'0'-6'0'0,"0"3"0"0,0 1 0 0,-2 2 0 0,1 0 0 0,-6 0 0 0,2 11 387 0,0 6-181 16,-3 6-87-16,-4 3-43 0,-1 5 336 0,-6 7-189 15,6-2-88-15,-10 9 163 0,0-2-133 16,0 0-66-16,3 3-64 0,-1-3-3 0,3-8 9 16,2 5-8-16,1-6-104 0,2-1 51 0,1-4 27 15,1-4 0-15,2-7-269 0,2 2 143 16,2-11 76-16,0 1 38 0,3-7-466 0,0 2 227 16,2-5 55-16,0 0-191 0,0 0 174 15,0 0 86-15,11-8 44 0</inkml:trace>
  <inkml:trace contextRef="#ctx0" brushRef="#br0" timeOffset="572">28774 15014 873 0,'-11'-19'0'0,"6"6"0"0,1 6 0 0,3 1 0 0,1 5 0 0,0-4 0 0,0 4 180 0,0 1-73 15,5 0-29-15,9 15 216 0,2 9-131 0,-1 4-65 16,3 8-33-16,-3 3 109 0,-1-3-63 0,2 13-43 16,-2 0 94-16,-3 1-64 0,-4 5-33 0,0 9 0 15,-5-13-57-15,-2 4-9 0,0 0 34 16,-9-4-172-16,-7-4 86 0,-7-2 43 0,-3-2 30 16,-3-3-230-16,-3-5 117 0,1-5 16 0,-5-2 43 15,8-8-285-15,-4-2 112 0,4-5 87 0,8-3-91 16,-3-3 88-16,9-3 46 0,5-4 22 0</inkml:trace>
  <inkml:trace contextRef="#ctx0" brushRef="#br0" timeOffset="573">29515 15482 599 0,'-3'0'0'0,"0"0"0"0,1 2 0 0,-1-2 0 0,2 0 0 0,0 0 0 0,-2 0 0 0,2 0 201 0,-1 0-84 16,0-3-42-16,2-6 82 0,-1-5-62 15,-1 0-23-15,0 1-8 0,-2-2 1 0,1 0 0 16,-2 0-33-16,-3 1-21 0,3 4 30 0,-4-2-8 0,-1 3-1 15,-1 2-28-15,-3 3 29 0,-2 2-1 0,-1 2 9 16,-3 2-26-16,-2 12 17 0,2 7 1 0,0 3 39 16,1 3 0-16,1 1-35 0,6 4-4 15,4 0 74-15,3 0-37 16,1 0 1-16,4-4-10 0,0-3 8 0,6 4-36 0,7-10 0 16,1-4-32-16,5-2 0 0,-2-1 32 0,1-6 8 15,1-5-92-15,-3-1 41 0,2 0 22 0,0-4-163 16,0-14 86-16,-4-7 29 0,-1-3-133 0,-1-5 71 15,0-9 46-15,-3 1 0 0,-2-4-82 0,0-5 35 16,2-2 38-16,-4-10 8 0,4 3-4 0,0-5 1 16,-1-4 23-16,0 12-8 0,-3-5-14 0,-1 11 0 15,-3 16 22-15,-1 8 115 16,0 10-57-16,0-1-37 0,0 10 8 0,0 6-29 16,-5 1 1-16,0 8-1 0,-3 19 635 0,3 3-268 15,2 12-156-15,-1 2-56 0,2 9 160 0,2 1-124 16,0 6-55-16,0 10-39 0,0-6 44 0,0-2-37 15,0-10-1-15,2 5-1 0,4-10-28 16,0 5-9-16,-2-16-131 0,2-1 66 0,-1-8 33 0,2-4 0 16,-5-8-286-16,5-5 155 0,-3-3 81 15,-2-6-3-15,5-1-495 0,0 0 241 0,1-5 129 16,0-11 77-16,4 0-196 0,3-3 132 16</inkml:trace>
  <inkml:trace contextRef="#ctx0" brushRef="#br0" timeOffset="574">30053 15304 628 0,'0'-17'0'0,"0"5"0"0,0 1 0 0,0-4 0 0,0 2 0 0,0-3 245 0,0 2-106 0,-1 0-45 0,1-1-35 15,-4 4 76-15,3-1-52 0,-4 0-24 0,1 4-3 16,-1-1 9-16,-5 3-32 0,0 3 9 0,-4 0-9 15,-2 3 0-15,-3 0 0 0,-3 6 49 0,-4 9-29 16,4 2 1-16,-3 2-22 0,3 0 83 0,-2 2-41 16,11-5-13-16,-4 3-7 0,9-2 133 0,0 0-76 15,6-2-40-15,2 0 57 0,0-2-39 0,2 1-33 16,9-3 1-16,3 0 66 16,3-1-45-16,0 0-22 0,1 0 13 0,5 1-9 15,-4-1-27-15,6 0 0 0,-9 2-67 0,7 3 34 16,-9-3 8-16,3 3 24 0,-4 1-127 15,0-1 63-15,-4 3 27 0,-7-2-82 0,-2 3 40 16,0 0 28-16,0-3-9 0,-13 5 62 0,-6-3-60 16,-1-4 21-16,-9 3 87 0,5-4-42 0,-5-1-2 15,-1-4-40-15,3 1 28 0,2-6 2 0,-4 1-5 16,6-4-14-16,2 0-216 0,0 0 104 16,4 0 56-16,4-7-442 0,7-4 223 0,4-3 116 15,2-1-195-15,2-2 156 0,21 1 78 0</inkml:trace>
  <inkml:trace contextRef="#ctx0" brushRef="#br0" timeOffset="575">30542 15660 690 0,'0'-6'0'0,"0"6"0"0,5 0 0 0,3 0 0 0,-3 0 0 0,2 0 0 0</inkml:trace>
  <inkml:trace contextRef="#ctx0" brushRef="#br0" timeOffset="576">6657 16537 924 0,'-7'-7'0'0,"3"3"0"0,2 2 0 16,0 0 0-16,2 0 0 0,0 2 0 0,0 0 0 0,0 0 0 0,0 0 216 0,0 0-83 0,0 0-54 0,0 4-24 0,2 12 55 0,2 2-39 15,3 8 0-15,1 5-2 0,-2 4-7 16,2 8-29-16,-4-1 9 0,2 3-9 16,-3-2 0-16,1-1 8 0,-2 4-62 0,1-3 27 15,-3-2-1-15,0 2 28 0,0-1-71 16,-7-6 44-16,-2 2 2 0,0-5 1 0,1-11 46 0,-1-1-1 15,2-4-52-15,1-6 197 0,2-7-89 0,3 2-41 16,-2-6-16-16,3 2 91 0,0-2-56 0,0 0-19 16,4 0 2-16,13 0 0 0,4 0-38 0,2 0-1 15,1 0 59-15,-4 0-20 0,10 0-9 16,-5 0-30-16,-2 0-100 0,-2 0 50 16,2 0 26-16,0 0-283 0,-3 0 132 15,-2 0 84-15,-4 0 8 0,2 4-219 0,-7-4 91 0,2 0 76 16,-1 0-454-16,-3 0 263 0,2 0 130 0</inkml:trace>
  <inkml:trace contextRef="#ctx0" brushRef="#br0" timeOffset="577">7025 16575 1524 0,'-5'-7'0'0,"5"4"0"0,0 1 0 0,0 2 0 0,0 0 0 0,0 0 0 0,0 0 0 0,1 6 367 15,3 4-167-15,5 1-76 0,1 1-74 0,-1 3-18 16,4-2 1-16,-1 1 0 0,0-1-375 0,0-3 196 16,-2-5 86-16,0-3 46 0,4-2-666 0,-1 0 324 15</inkml:trace>
  <inkml:trace contextRef="#ctx0" brushRef="#br0" timeOffset="578">7207 16422 1321 0,'0'-11'0'0,"2"5"0"0,0 3 0 0,0 2 0 0,2 1 0 16,2 0 0-16,-3 0 0 0,3 6 0 0,-2 9 212 0,-1 1-90 0,-1 8-44 0,-2 2 156 0,0 3-93 0,-7 1-58 16,-4-2-191-16,-5-2 70 0,2-2 35 0,-7-5 1 15,1-4-84-15,-4 2 55 0,0-7 32 16,0-5 0-16,-1-2-110 0,4 0 61 16,2-3 45-16,-1 0 26 0,10 0-20 0,-3 0-47 15,6 0 0-15,3 0 425 0,2 0-186 0,2 0-90 16,2-3 124-16,14 2-98 0,7 1-49 0,5-2-25 15,1 2 64-15,4 0-49 0,2 0 1 16,3 0-40-16,0 0-48 0,-3 0 23 0,-2 2 9 16,-3-1-363-16,-6 4 189 0,-3-4 94 15,-4 3 49-15,-7-2-767 0,-1 2 365 0,-3-1 197 16</inkml:trace>
  <inkml:trace contextRef="#ctx0" brushRef="#br0" timeOffset="579">7104 16872 1116 0,'-12'5'0'0,"3"4"0"0,4-3 0 0,4 0 0 0,1-5 0 0,0 4 0 0,3-5 461 0,13 1-218 16,5-1-106-16,5 0-51 0,1 0 135 0,-1 0-94 15,-4 0-39-15,5 0-1 0,-3 0-28 0,-3-1 1 16,-5-2-27-16,-4 3-446 0,-1-2 231 16,-4 2 103-16,-5 0-519 0,1 0 307 15,-3 0 154-15,0 0-12 0</inkml:trace>
  <inkml:trace contextRef="#ctx0" brushRef="#br0" timeOffset="580">7179 16749 787 0,'-7'-5'0'0,"1"2"0"0,4 2 0 0,1 1 0 0,1 0 0 0,0 1 0 0,0 13 288 0,0 5-128 0,1 5-63 0,1 3 122 16,1 8-93-16,-3 3-39 0,0 9-31 16,0-2 169-16,-8 0-96 0,-6-2-48 15,1-1-171-15,0-7 69 0,-2 1 23 0,-1-5 1 16,0-4-275-16,5-10 152 0,1-8 77 0,1-1 45 15,1-8-532-15,2 0 260 0,6-17 67 0</inkml:trace>
  <inkml:trace contextRef="#ctx0" brushRef="#br0" timeOffset="581">7121 17054 506 0,'10'-6'0'0,"1"5"0"0,1 1 0 0,3 0 0 0,-5 1 0 0,5 9 534 0,0 2-251 0,2 3-125 0,-2 0 374 15,2 3-249-15,0-1-117 0,1 2-71 0,-5-5 18 16,5 1-40-16,-1-2 0 0,0-1-421 0,2 2 199 15,-3-5 86-15,1-4 48 0,-2-5-550 0,2 0 299 16</inkml:trace>
  <inkml:trace contextRef="#ctx0" brushRef="#br0" timeOffset="582">7442 16720 2052 0,'2'-8'0'16,"7"3"0"-16,2 2 0 0,-1-2 0 0,-1 3 0 0,3-2 0 0,2 1 0 0,2 0 0 0,1 2 263 0,4-1-116 0,0 0-74 0,4 0-9 0,0 1-31 0,-4-4 0 16,0 3-471-16,-1-3 236 0,-6 3 125 15,4 0 51-15</inkml:trace>
  <inkml:trace contextRef="#ctx0" brushRef="#br0" timeOffset="583">7525 16870 1835 0,'-6'7'0'0,"2"-1"0"0,4-3 0 0,0-1 0 0,0 0 0 0,0 0 0 0,11-2 0 0,3 0 0 0,4 0 277 0,1 0-123 15,2 0-74-15,-1-2-47 0,3-3 0 0,-4-1 0 0,0-1-231 16,-4 1 115-16,-3 2 66 0,-4 0 21 16,0 3-612-16,-4-1 307 0,-1-1 153 0,-3 2 77 15</inkml:trace>
  <inkml:trace contextRef="#ctx0" brushRef="#br0" timeOffset="584">7632 16741 811 0,'-12'-5'0'0,"6"4"0"0,1-1 0 0,1 2 0 0,3 0 0 0,1 0 0 0,0 8 0 0,0 7 398 0,3 9-186 0,6 0-90 0,1 8 328 0,0 4-209 16,0 7-104-16,-1-6 87 0,-2 8-100 16,-3-9-46-16,1 3-22 0,-3-1-45 0,0-4 0 15,-2-8 30-15,0 5-8 0,-2-13-134 0,-9 0 67 16,-2-4 34-16,-2-3-179 0,-4-5 115 0,2-4 44 15,0-2 26-15,-1 0-409 0,2-8 195 0,0-11 43 16,4-7-311-16,5-4 226 0,7-10 109 16</inkml:trace>
  <inkml:trace contextRef="#ctx0" brushRef="#br0" timeOffset="585">7917 16682 1736 0,'9'4'0'0,"5"3"0"0,-2 0 0 0,-4-1 0 0,2 1 0 0,1 3 0 0,-4 2 0 0,3-1 414 0,1-1-191 0,0 2-94 0,-1 1-43 16,-1-1-26-16,-2-3 8 0,4 4-493 0,-4-3 229 15,-4 1 114-15,3-3 57 0,-1-1-680 0,2-3 348 16</inkml:trace>
  <inkml:trace contextRef="#ctx0" brushRef="#br0" timeOffset="586">8087 16517 1567 0,'5'-11'0'15,"2"9"0"-15,1-1 0 0,2 3 0 0,-5 0 0 0,2 10 0 0,-1 13 0 0,-2 3 0 0,-2 11 165 0,-2 7-67 0,0 6-32 0,-8 13 312 16,-3-15-172-16,-4 12-79 0,-2 5-51 0,-4-8 15 16,1 2-30-16,-3-2 1 0,4-8-239 0,-1 3 114 15,1-10 43-15,5-11 27 0,5-13-495 0,0-2 260 16,1-5 98-16,3-7-255 0,4-4 122 0</inkml:trace>
  <inkml:trace contextRef="#ctx0" brushRef="#br0" timeOffset="587">8188 16727 1822 0,'12'0'0'0,"5"0"0"0,-3 0 0 0,1 0 0 0,-1 0 0 0,2 2 0 0,6 2 0 0,2-1 0 0,-4 1 390 0,9 0-183 0,-7-2-87 0,1 0-43 15,-2-2-292-15,2 0 124 0,-3 0 70 0,-2 0-620 16,-4 0 335-16,-4-2 167 0,-1 2 83 0,-5 0-364 16</inkml:trace>
  <inkml:trace contextRef="#ctx0" brushRef="#br0" timeOffset="588">8371 16866 1056 0,'-18'9'0'0,"3"2"0"0,7-1 0 0,1-1 0 0,1-1 0 0,3-1 0 0,3-3 171 16,0 2-61-16,0-3-43 0,5 1 271 0,9-1-153 15,0-2-76-15,4-1-38 0,2 0-110 0,6 0 31 16,-3-1 1-16,0-6 40 0,2-3-631 0</inkml:trace>
  <inkml:trace contextRef="#ctx0" brushRef="#br0" timeOffset="589">8638 16729 1582 0,'8'-4'0'0,"3"1"0"0,5-4 0 0,-4 4 0 0,4-2 0 0,0 2 0 0,7 1 0 0,-3 2 276 0,6 0-125 16,-1 4 48-16,0 10-83 0,-2 2-42 0,-5 3-21 16,-3 0 9-16,2 8-8 15,-9-3-21-15,-6 8-1 0,-2-1-223 0,0 8 111 16,-14-6 65-16,-11 6 20 0,-3-3-230 0,-4-1 122 16,-2-5 68-16,-1-5-273 0,1-6 99 15,-1-4 69-15,1-6-43 0,4-7 75 0,5-2 37 0,2 0 1 16,7-9-63-16,6-8 54 0,8-9 23 0</inkml:trace>
  <inkml:trace contextRef="#ctx0" brushRef="#br0" timeOffset="590">9138 16620 855 0,'2'-10'0'0,"-2"5"0"0,0 2 0 16,-10 0 0-16,-10 3 0 0,-5 0 483 0,-1 11-229 0,-2 9-110 0,-2 12 393 0,3 0-252 15,5 10-127-15,8-4-54 0,1 12 179 0,7-1-125 16,6-2-63-16,0-2-31 0,9 0 110 0,9-8-62 16,12 3-44-16,5-9 0 15,6-9-311-15,3-7 138 0,7-9 68 0,0-6-677 16,5 0 369-16</inkml:trace>
  <inkml:trace contextRef="#ctx0" brushRef="#br0" timeOffset="591">9595 16651 648 0,'-14'0'0'0,"7"3"0"0,1-3 0 0,5 3 0 0,1-3 0 0,0 0 262 0,0 2-119 16,0 1-55-16,0-2 129 0,11 1-92 0,6 2-46 16,1-1-15-16,7-1 45 0,-6 4-39 15,1 0 1-15,1 2-10 0,-3 2-1 0,-2 4-19 16,-5 1-8-16,-3 6-9 0,-5 2 9 0,-3 6-1 15,0 2 1-15,-15 5-12 0,-8 4-9 0,-1-5 21 16,-4 1-75-16,-2-2 37 0,-4-5 0 16,6-7-50-16,-3-1 36 0,0-5 4 15,3-6 1-15,5-7-234 0,0-3 122 0,5 0 43 0,0-13 38 16,8-13-264-16,4-4 138 0,6-5 70 16,0-1 25-16,0 0-109 0,3 6 76 0,3 7 38 15,2 5 140-15,-3 8-52 0,5 0-32 0,-2 7 370 16,3 3-194-16,0 0-97 0,0 19-48 0,3 3 271 0,-1 5-104 15,1 4-89-15,2 0-43 0,3 2 427 0,2-2-222 16,1 0-112-16,1 0-47 0,3-5-37 0,1-6-27 16,1-3 0-16,0-5-470 0,-1-5 235 0,-4-3 125 15,0-4-566-15,-1 0 295 16,-1-10 174-16,0-9 11 0</inkml:trace>
  <inkml:trace contextRef="#ctx0" brushRef="#br0" timeOffset="592">9838 16754 1084 0,'5'-5'0'0,"2"4"0"0,4 1 0 0,3-2 0 0,-2 0 0 0,1-1 0 0,6 2 0 0,4-3 392 0,4 3-180 0,-1-1-89 15,-1 0-37-15,7 0 164 16,-2 0-109-16,0 0-54 0,-1-1-360 0,-1-1 152 16,-7 1 86-16,0 0-491 0,-8 1 278 0,-2-1 139 15,-3 2 70-15,-5-1-269 0</inkml:trace>
  <inkml:trace contextRef="#ctx0" brushRef="#br0" timeOffset="593">10068 16462 911 0,'-7'-7'0'0,"0"3"0"0,4 2 0 0,-1 2 0 0,2 2 0 0,2 19 0 0,0 5 226 0,0 10-96 0,2 9-49 0,5 3-16 16,1 4 372-16,1 2-202 0,-1 3-101 0,0-3-51 15,1-4 164-15,-2-9-98 0,1 8-153 0,-3-13 0 16,2 0 37-16,-6-7 0 0,1-4-171 0,-2-2 81 15,0-5 44-15,0-7 24 0,-10-1-171 16,-3-4 96-16,-3-6 57 0,-3 0-50 0,-4-3-47 0,3-10-7 16,-1-5 48-16,-2-6-37 0,10 4 26 15,-7-4 8-15,7 6 109 16,1-2-37-16,5 4-1 0,3 6-38 0,2 0 186 16,2 5-76-16,0 0-49 0,0 1-5 0,9 0-20 15,7 2 9-15,4-1-13 0,8-2 30 0,2-1-210 16,4-4 100-16,6-1 41 0,3-3-576 0</inkml:trace>
  <inkml:trace contextRef="#ctx0" brushRef="#br0" timeOffset="594">10615 16513 1266 0,'3'-8'0'0,"-1"7"0"0,-2-2 0 0,0 1 0 0,0 2 0 0,-7 0 0 0,-3 0 393 0,-1 7-185 0,0 7-87 0,-5 6-44 16,2 0-328-16,-2 3 142 0,4-4 79 0,-2 9 28 15,5-2-670-15</inkml:trace>
  <inkml:trace contextRef="#ctx0" brushRef="#br0" timeOffset="595">10323 16865 1675 0,'-2'3'0'0,"2"1"0"0,0-3 0 0,0 1 0 0,0-2 0 0,7 0 0 0,7 0 0 0,6-2 0 0,7-3 188 0,1-3-82 0,2 0 127 16,4 0-11-16,1-5-94 0,2 5-48 0,-4-4-223 15,1 3 85-15,-4 0 44 0,-3-1 24 0,-9 7-564 16,1 0 293-16,-6 1 155 0,-1 2 66 0</inkml:trace>
  <inkml:trace contextRef="#ctx0" brushRef="#br0" timeOffset="596">10565 16659 902 0,'-9'-8'0'0,"6"7"0"0,-1-1 0 0,1 2 0 0,1 0 0 0,2 9 251 15,0 14-110-15,0 3 179 0,0 6-144 0,2 10-72 16,1-7-27-16,1 12 320 0,-2-4-182 0,-1-1-91 16,1 1-46-16,0-8-81 15,0 3 44-15,0-3-9 0,-1-2 1 0,1-10-415 16,0-2 208-16,0-5 103 0,0-6-542 0,0-5 271 16,-1-5 176-16,4-2-255 0</inkml:trace>
  <inkml:trace contextRef="#ctx0" brushRef="#br0" timeOffset="597">10534 16855 1326 0,'-2'-4'0'0,"0"2"0"0,0 2 0 0,-2 2 0 0,1 12 0 0,-4 1 0 0,0 6 218 0,0 2-93 15,-2 4-38-15,-3 1 81 0,-1 3-68 0,1 2-34 16,-1-4 1-16,4-3-115 0,-1-6 49 0,3-1-8 16,3-9 40-16,1 1-467 0,1-7 233 0,0-4 118 0,2 0-525 15</inkml:trace>
  <inkml:trace contextRef="#ctx0" brushRef="#br0" timeOffset="598">10513 16943 943 0,'10'-2'0'0,"1"1"0"0,-2 1 0 0,1 0 0 0,-3 0 0 0,-2 3 0 0,1 2 241 0,-1 1-104 0,2 0 107 0,-2-1-106 16,1 0-44-16,-1 1-35 0,1 0-81 0,0-2 27 16,-1 0 0-16,5-2 28 0,-1-2-386 0,1 0 189 15,1 0 98-15,1 0-525 0</inkml:trace>
  <inkml:trace contextRef="#ctx0" brushRef="#br0" timeOffset="599">10951 16419 767 0,'16'-18'0'0,"3"1"0"0,-2 8 0 0,-7 6 0 0,-3 0 0 0,-1 2 164 0,-5 1-57 0,1 0-42 15,-2 6 84-15,0 10-58 0,-11 1-29 0,-6 1 0 16,-3 6-2-16,-1 0-27 0,0 2 0 0,-2-1 0 15,3-2-29-15,3-8 0 0,1 2 37 0,2-5-89 16,7-4 40-16,1 0 0 0,2-5-47 16,3-1 36-16,1 1 31 0,0-1-22 15,7-2-55-15,7 0 25 0,4 0 22 0,3 0-4 16,1 0-6-16,4-5 17 0,-5 2 6 16,2-1-10-16,-1 0-15 0,-1 2-5 0,-2 2 25 0,-6 0-65 15,-4 0 31-15,1 0-2 0,-7 0-9 0,-1 0-4 16,-2 2 36-16,0 4-2 0,-7 2 79 0,-9-1-37 15,-5 1-1-15,3 5-47 0,-1-2 179 16,1 2-75-16,-1 2-42 0,1 2 111 0,4-1-70 16,3 4-18-16,3-1-21 0,4 2 221 15,4 5-110-15,0-3-56 0,0 5 57 16,2 0-55-16,8 3-21 0,-1 1-8 0,2-1-39 0,1 3 11 16,-1-1 0-16,-4-2-1 0,0-1-73 0,0 1 33 15,-6-9 20-15,1 1 0 0,-2-3-23 0,0-3 30 16,0-3-41-16,-3-7 24 0,-7 0-8 15,-1-5 0-15,-2-2-1 0,-3 0-14 0,0-2 14 0,1-10 14 16,-5-6-153-16,4 0 71 16,-1-7 33-16,2-4 0 0,0 0-208 0,4-1 114 15,2-1 47-15,0 13 31 0,2-3-78 0,3 11 43 16,1 2 34-16,3 2 81 0,-4 4-28 16,1 2 0-16,-1 0 135 0,-1 16-89 0,-2 7-32 15,2 2 0-15,-5 1 175 0,2 3-100 16,1-3-22-16,3-3-36 0,2-2-184 15,2-3 80-15,0-5 70 0,2-4-1 0,12-4-564 0</inkml:trace>
  <inkml:trace contextRef="#ctx0" brushRef="#br0" timeOffset="600">11130 16951 1497 0,'21'9'0'0,"4"4"0"0,-2 4 0 0,-7-6 0 0,0 3 0 0,-5-2 0 0,1 4 618 16,-2 0-285-16,-2-1-154 0,-3-4-73 0,-1-1-141 0,-2-3 34 15,1-3 0-15,2-2 42 0</inkml:trace>
  <inkml:trace contextRef="#ctx0" brushRef="#br0" timeOffset="601">12562 16405 630 0,'0'-12'0'0,"0"3"0"0,0 6 0 0,0 2 0 0,-2-2 0 0,2 1 283 0,0 1-125 16,0 1-62-16,0 0-32 0,0 0 168 0,-1 0-91 15,-3 0-58-15,0 0 17 0,0 3-34 16,-2 3 0-16,-1 1-1 0,-2 0-24 0,-3 0-8 0,1 0 0 16,-2 1-48-16,-2-2 24 0,-3 5 0 0,2-2 32 15,-3 1-337-15,1-1 165 16,0 2 54-16,4 0-443 0,-2 4 222 0,4 1 126 15,1 1 71-15,2 1-102 0</inkml:trace>
  <inkml:trace contextRef="#ctx0" brushRef="#br0" timeOffset="602">12237 16710 1325 0,'-4'5'0'0,"2"2"0"0,1-4 0 0,1 1 0 0,-2-4 0 0,2 2 0 0,-2-2 0 0,2 0 224 0,0 0-96 0,2 0 100 15,9 0-90-15,8 0-56 0,5-4-25 0,1-8 257 16,0 4-140-16,4 0-71 0,-5 2-27 0,6-1 5 15,-5 1-24-15,-2 5 0 0,-1-2-266 16,0 1 121-16,-4 2 68 0,-2 0-483 16,0 2 268-16,-5 4 129 0,-4-1 69 0,1 2-351 15,-2-1 177-15,-5 0 64 0,1-2 57 0,0-4-348 0</inkml:trace>
  <inkml:trace contextRef="#ctx0" brushRef="#br0" timeOffset="603">12486 16590 1245 0,'-12'-7'0'0,"1"3"0"0,3 1 0 0,-1 3 0 0,1 0 0 0,3 0 0 0,-2 7 0 0,6 7 0 0,1 7 0 0,0 5 404 16,0 4-185-16,0 2-94 0,1 3 191 0,4 5-133 0,2 4-80 15,1-1-35-15,-3-10-117 0,0 6 40 0,4-3 22 16,-4-2-264-16,-1-1 139 0,-1-4 71 0,-1-6 38 16,0 0-167-16,-2-10 102 0,0-6 59 0,0-1-75 15,0-6-429-15,-4 0 240 0,1-15 121 0,-1-9 59 16</inkml:trace>
  <inkml:trace contextRef="#ctx0" brushRef="#br0" timeOffset="604">12403 16754 1215 0,'-10'-5'0'0,"1"5"0"0,-1 0 0 0,-1 19 0 0,0 3 0 0,-2 1 0 0,-3 5 0 0,4 3 205 0,0-2-90 0,1 3-41 16,2-2 85-16,1-3-63 0,6-8-32 0,0 2-344 15,2-4 152-15,0-8 81 0,0-2 39 0,5-3-263 16</inkml:trace>
  <inkml:trace contextRef="#ctx0" brushRef="#br0" timeOffset="605">12528 16825 814 0,'4'9'0'0,"0"4"0"0,-1 0 0 0,-1-1 0 0,0-1 326 16,2 2-147-16,-3 0 436 0,4-2-291 0,1 2-138 15,-3 1-80-15,3-3 2 0,-1-1-163 0,1-4 44 16,2 2 22-16,-1-4-560 15,-1-2 286-15,1-2 149 0,1 0 73 0,1-4-708 0</inkml:trace>
  <inkml:trace contextRef="#ctx0" brushRef="#br0" timeOffset="606">12667 16643 1578 0,'2'-2'0'0,"0"2"0"0,-1 0 0 0,-1 0 0 0,0 2 0 0,0 6 0 0,0 4 70 0,0-1 220 0,0 2-133 15,0 0-62-15,0 0-105 0,0 3 22 0,3-5-1 16,-1 0 30-16,0-1-506 0,1-3 250 0,3-3 123 0,-1-2 63 16,3-2 30-16,2 0-606 0</inkml:trace>
  <inkml:trace contextRef="#ctx0" brushRef="#br0" timeOffset="607">12773 16452 904 0,'2'-11'0'0,"-1"6"0"0,3 0 0 0,0 4 0 15,-3 1 0-15,3 8 0 0,0 16 483 0,0 7-226 0,2 10-111 16,-3 5-49-16,3 9 188 0,-2 1-127 0,1 2-62 16,3 0 329-16,0-3-196 0,-1-2-90 0,0-7-36 15,3-2-35-15,-6-8 0 0,1-3-35 0,-3-1-151 16,-2-7 84-16,0-2 30 0,0-5-1 0,-7-3-208 16,-5-6 123-16,-3-1 61 0,0-6 40 0,0-2-543 15,0 0 256-15,2 0-137 0,2-11 190 0,3-12 95 16,6-2 40-16</inkml:trace>
  <inkml:trace contextRef="#ctx0" brushRef="#br0" timeOffset="608">12992 16674 1334 0,'9'0'0'0,"3"0"0"0,-4 12 0 0,-3 2 0 0,-1 6 0 0,-1 6 0 0,1 2 739 0,0 2-344 15,4 2-186-15,-5 2-88 0,1-3 308 0,0 1-199 0,-1 0-90 0,-1-2-58 16,2-5-178-16,-2-2 65 15,-1-1 31-15,2-5-229 0,-3-6 139 16,0-4 57-16,0-1-616 0,0-4 340 0,0-2 160 0,-3 0 90 16,2-13-714-16,1-12 375 0</inkml:trace>
  <inkml:trace contextRef="#ctx0" brushRef="#br0" timeOffset="609">13051 16509 1060 0,'3'-21'0'0,"5"6"0"0,2 2 0 0,2 2 0 0,3 0 0 0,0 2 0 0,4 2 0 0,5 0 409 0,1 3-188 0,3 0-86 0,0 2-55 16,4 1 159-16,-2-1-103 0,2 2-51 0,-2 0-95 16,-7 0 30-16,-1 0-9 0,-1 0-30 15,-7 2 26-15,0 4 0 0,-5-1 26 0,-1 3 33 16,-2 0-33-16,-2 5 0 0,-3-2 0 0,1 4 181 16,-2 1-90-16,0 3-38 0,2 6 228 0,0 3-141 15,0 2-69-15,1 11-37 0,3 2 147 0,2-8 6 0,-1 19-220 16,4-8 0-16,1-1 0 15,1-1 0-15,0-3 0 0,-1-8 0 0,0 6 0 16,0-5 0-16,-5-1 0 0,-1-4-321 0,-4-7 201 16,-1 2 81-16,-1-5-311 0,0-2 165 0,-5-2 46 15,-8-4 53-15,-4 0-201 0,0-5 119 0,-3-5 71 16,-5-1-133-16,0 0-128 0,3-11 163 16,-4-14 81-16,5-5-226 0</inkml:trace>
  <inkml:trace contextRef="#ctx0" brushRef="#br0" timeOffset="610">13154 16723 820 0,'-21'-10'0'0,"10"4"0"0,3 5 0 0,3-1 0 15,1 2 311-15,2 0-139 0,2 0-70 0,2 0-34 0,13 0 374 0,6 0-196 0,9 0-111 0,2 0 151 16,2 0-68-16,3 0-93 0,-2 0-46 0,-1 0-337 16,-4-2 141-16,-7 2 75 0,0 0-657 15,-5 0 366-15,-6 0 182 0,-3 8 99 0</inkml:trace>
  <inkml:trace contextRef="#ctx0" brushRef="#br0" timeOffset="611">13253 16937 1255 0,'-11'0'0'0,"6"4"0"0,1-4 0 0,2 0 0 0,2 0 0 0,0 0 0 0,4 0 0 0,10 0 266 0,5 0-109 16,1-1-66-16,1-4 200 0,0 0-129 0,-1 2-65 15,0 0-32-15,-3-1-167 0,-6 3 63 0,0-1 36 16,-3 2-529-16,-3 0 280 15,-3 0 140-15,-2 0 77 0,0 0-534 0</inkml:trace>
  <inkml:trace contextRef="#ctx0" brushRef="#br0" timeOffset="612">13225 16404 1880 0,'-8'-2'0'0,"5"2"0"0,3 15 0 0,0 17 0 0,0 3 0 0,0 18 0 0,0 12 0 0,2 5 229 0,-1 4-99 0,1 0-48 15,-2 5 347-15,0-2-203 0,0 1-96 16,2 1-398-16,6-4 151 0,3 0 75 0,4-3 45 16</inkml:trace>
  <inkml:trace contextRef="#ctx0" brushRef="#br0" timeOffset="613">13785 16543 1224 0,'-4'-9'0'15,"4"9"0"-15,0 0 0 0,8 0 0 0,6 0 0 0,4 3 0 0,0 0 0 0,5-2 148 0,0 1-50 0,7 0 126 0,-2-2-95 16,-2 0-49-16,0 0-23 0,0 0-131 0,-5 2 62 15,4-2 18-15,-5 1 0 0,-1-1-141 0,-2 0 84 16,-4 0 41-16,-6 0 30 0,2 0-525 0</inkml:trace>
  <inkml:trace contextRef="#ctx0" brushRef="#br0" timeOffset="614">13943 16265 1235 0,'0'0'0'0,"0"0"0"0,2 9 0 0,1 3 0 0,3 2 0 0,-3 4 0 0,-1 2 0 0,0 4 0 0,0 4 161 0,0 4-68 0,-2 1-30 16,0-2-81-16,-2 2 26 0,-7-2 0 0,-4-1 33 15,-1-1-78-15,-2-5 35 0,-5-3 0 0,0-3 35 16,3-8-87-16,-1-1 52 0,-1-1 13 16,6-5 43-16,1 1 0 0,3-3-77 0,5-1 294 15,-1 3-124-15,6-3-63 0,-2 0-29 16,2 2 108-16,2 1-66 0,13 2-31 0,6-2 7 15,9-1 15-15,0-2-28 0,4 0 1 0,-1 0-28 16,1 0 43-16,0 0-43 0,-2 0-171 0,-2-2 85 16,-2 1 43-16,-2-1 22 0,-6 0-454 0,-4 2 225 15,-2 0 71-15,-5 0 70 0,-2 0-460 0,-3 0 251 16,-2 0 118-16,-2 0 72 0,0 0-141 0</inkml:trace>
  <inkml:trace contextRef="#ctx0" brushRef="#br0" timeOffset="615">14044 16534 514 0,'-7'-10'0'0,"1"6"0"0,4 3 0 0,-2 1 0 0,2 0 0 0,0 7 385 0,2 14-176 16,0 5-88-16,0 6 154 0,0 4-113 0,0 10-69 15,0 0 284-15,0 2-172 0,0 1-86 0,0 1-44 16,0-6-92-16,2 5 20 0,4-6 1 0,0-8 28 16,-1 4-432-16,-1-9 217 0,-2-3 115 15,0-2 47-15,-2-9-542 0,0-3 282 16,0-6 54-16,-4-7 100 0</inkml:trace>
  <inkml:trace contextRef="#ctx0" brushRef="#br0" timeOffset="616">13847 16913 715 0,'-10'-15'0'0,"5"5"0"0,1 5 0 0,4 1 0 0,0 2 0 0,0 0 142 0,11 2-59 0,6 0-25 16,8 0 334-16,-9 0-179 0,9 0-91 0,-2 2 251 0,7 1-174 15,-6 3-83-15,2 0-42 16,0 0-241-16,1-3 100 0,-4 0 58 0,5-2 17 15,-8-1-535-15,3 0 280 0,-1 0 140 0</inkml:trace>
  <inkml:trace contextRef="#ctx0" brushRef="#br0" timeOffset="617">14421 16341 1396 0,'-7'-12'0'0,"3"5"0"0,4 5 0 0,-1 0 0 0,1-1 0 0,0 3 0 0,0 0 0 0,0 0 0 16,0 0 355-16,0 0-161 0,0 0-81 0,0 0-5 0,0 0-42 0,0 0 1 15,0 0-35-15,0 0-56 0,0 0 27 0,0 0 10 16,0 0 31-16,0 0-11 0,0 0-1 0,0 0 1 16,0 0 23-16,0 0 9 0,0 0-33 0,0 0 1 15,0 0 21-15,0 0-26 0,0 0 4 16,0 0-12-16,0 0 12 0,0 0 3 15,0 0-3-15,0 0-5 0,0 0 5 0,0 0 9 16,0 0-36-16,0 0 28 0,0 0-1 0,0 0-10 16,0 0-32-16,0 0 23 0,0 0-7 0,0 0 13 15,0 0-22-15,0 0-7 0,0 0 32 0,0 0-8 16,0 0 6-16,0 0-7 0,0 0 16 0,0 0-12 16,-6 0 0-16,2 0 4 0,0 5-14 0,-2 0 11 15,3 1-1-15,-1-1 4 16,0 5-40-16,3-2 5 0,-5 2 30 0,3 3-2 15,-2 3-28-15,-1 1 22 0,-1 4 4 0,-2 4-54 16,-5 3 24-16,0 2-7 0,-5 1 33 0,1 0-288 16,-5 2 135-16,-2-4 51 0,0 2-300 15,1-6 180-15,0-1 91 0,0-6 45 0,6-5-128 0,6-3 79 16,-2-4 51-16,5-3 21 0,3-2-246 0,3-1 134 16,3 0 67-16</inkml:trace>
  <inkml:trace contextRef="#ctx0" brushRef="#br0" timeOffset="618">14352 16505 1291 0,'13'-12'0'0,"-3"5"0"0,3 1 0 0,-4 5 0 0,1 1 0 0,-1 0 0 0,2 0 0 0,1 4 0 0,-1 6 572 0,2-2-261 0,0 5-143 16,0 3 233-16,0-1-184 0,0 0-92 0,3 1-46 16,-4 2-58-16,0-2 12 0,1 1 0 0,-2 0 0 15,-1-2-356-15,-3 0 178 16,-1-3 97-16,-1 1-518 0,-3 0 300 0,-2-2 104 15,0-1-514-15,-5 1 322 0,-6-4 153 0</inkml:trace>
  <inkml:trace contextRef="#ctx0" brushRef="#br0" timeOffset="619">14352 16622 905 0,'-9'-4'0'0,"3"4"0"0,2 0 0 0,0 0 0 0,-1 6 0 0,3 8 0 0,-2 7 383 0,3 4-180 0,-3 4-84 0,2 4 93 15,-2 8-90-15,0-3-44 0,0-1-15 0,-1 10 164 16,1-5-97-16,0-7-49 0,4 2 103 0,0-2-76 16,0-8-29-16,0-2-9 0,8-2 37 0,5-7-37 15,4 0-1-15,2-9-36 0,3-1-71 0,4-6 31 16,1 0 0-16,-1 0 39 0,1-10-226 0,-3-4 114 16,-6 1 64-16,3-1-138 0,-4-3 53 15,-5 2 56-15,-3 0-25 0,-2 2-209 0,-5 2 103 16,1-4 76-16,-3-1 23 0,0 0 23 15,-5-5-1-15,-4-2 22 0,-2 3-38 0,-3-5 8 16,0 3 30-16,0 7 0 0,-2 0 39 0,-2 4-47 16,2 3 8-16,0 6 60 0,0 2-29 0,0 0-1 15,2 2 145-15,-2 9-88 0,2 4-17 0,0 0-26 16,1 0 65-16,0 3-39 0,4-4-3 0,3-3 0 16,3 1-295-16,3-3 129 0,0-2 71 0,0-2 31 15,10-5-491-15,11 0 236 16</inkml:trace>
  <inkml:trace contextRef="#ctx0" brushRef="#br0" timeOffset="620">14634 16656 1299 0,'7'-8'0'0,"1"3"0"0,1-1 0 0,0-1 0 0,0 6 0 0,0-3 151 0,2 1-59 0,2 1 187 16,2-1-115-16,4-2-70 0,-3 2-30 15,4-4 154-15,1 4-92 0,-3 0-47 16,1-2-15-16,-1 2-238 0,-1-1 103 0,-4 0 51 15,-3 3-405-15,-3-2 229 0,-1 2 122 0,-4-1-380 16,0-1 227-16,-2 3 57 0,0-1 73 0,-2 0 1 16,-7-4 23-16,-3 0 9 15,-1-6 31-15,2-2-73 0,-3-8 37 0,5-2 0 16,4 1 28-16,-5-5 49 0,6 8-1 0,-1-2-40 0,-1 3 247 0,4 7-123 16,-1 1-71-16,3 4 421 0,-2 4-197 0,2-1-116 15,0 3-18-15,0 0 119 0,0 0-90 0,0 17-58 16,0 8-23-16,0 4 269 15,0 9-147-15,0 6-74 0,2 4-28 0,3 5 258 16,1-1-151-16,1 1-77 0,-1-2 23 0,2-5-50 16,-3-4-16-16,1-1-152 0,-3-4 60 0,1-1 30 0,-2-4 0 15,-2-5-163-15,0-1 92 0,0-5 51 16,0-5-81-16,-4-6 66 0,-1-3-21 16,-6-3 37-16,-1-4-68 0,-1 0-64 0,-1 0 32 0,-2-8 41 0,1-10 22 15,2 1-50-15,-2-9 39 16,3-1 1-16,3 1-28 0,2 0 29 15,3 8 0-15,0 2 113 0,4-2-38 0,0 8-22 16,0-1-1-16,0-1 51 0,10 5-38 0,2-1-7 16,4 1-27-16,2 0 69 15,5-3-18-15,0-1 0 0,0-1-99 0,-3 3-130 0,6-6 105 0,-1 0 43 16,-3-2-322-16,0-3 175 0,-1-5 88 0,-2-1-154 16,0-4 125-16,-2-2 58 0,-1-2 30 15,2 0 26-15,-2-1 2 0,0-1-8 0,-2 0 9 16,0 6 103-16,-1 3-52 0,-3 5-26 0,-1 2 0 15,-2 5 326-15,-2 4-172 0,1 3-90 0,-4 4 426 16,1 1-229-16,-2 2-88 0,-1 1 5 16,0 0-73-16,0 14-33 0,-10 6 0 0,-2 2-82 15,-6 6 25-15,2-3 8 0,-3 1 17 16,2-3-89-16,2-4 44 0,2-4 22 0,3-7 1 0,1 3-119 16,3-8 51-16,3-1 42 0,1-2-89 0,2 0 53 15,0 0-7-15,2-2 109 16,9-7-38-16,4-3 0 0,3 1-37 0,2 2 111 15,-2 0-43-15,3-1-25 0,-4 5 4 0,1 1 13 16,-2 2 3-16,-5 0 1 0,1 2 15 0,-5 0-91 16,0 0 33-16,-3 5-177 0,-4 7 91 0,0 3 48 15,0 0 12-15,-9 4-142 0,-7 2 79 0,0 0 38 32,-3 3 0-32,0-2-37 0,-2-1 25 0,6-2-8 0,-1-1 41 0,0 2 103 0,5-2-51 0,0-2-26 0,3 0-8 15,4-5 105-15,4 0-60 16,-1-1 199-16,1-3-116 0,0 0-59 0,0 1 0 15,1-4-83-15,3 0 22 0,1-2 33 0,-2 0-2 16,1-2-423-16,-2 0 200 0,0 0 94 0,-2 0 52 16,0 0-306-16,0 0 163 0,-6 0 82 0,-6 0-33 15,-1-2 62-15,0-5 26 0,-2-4 86 0,1 3-30 16,0-4 0-16,3 1-38 0,-1 0 321 16,5 5-157-16,1-1-77 0,5 0-40 0,-1 4 540 15,2-3-267-15,2 1-69 0,14-1-89 16,5 0 118-16,7-1-103 0,4 1-52 0,5 1 47 15,7-2-53-15,-3 1-23 0,-7 0-46 16,1 0-1-16,-1 5 25 0,-9-1 8 0,-1-1-384 0,-4 3 187 16,-10 0 95-16,0 0 47 0,-9 10-387 0,-1 7 196 15,-5 5 37-15,-20 4 70 0,-1 2-57 0,-6 5 60 16,-5-3 32-16,-3 2 82 0,-1-3-22 16,1-6 0-16,7-6 44 0,-1-2-37 0,4-3 0 15,7-4-45-15,5-3 312 0,6-3-152 0,5-1-29 16,1-1-53-16,6 0 455 0,0 0-222 15,7-1-122-15,16-6-58 0,6-1 86 16,2-1-72-16,9-1-36 0,-7 1 34 0,7 1-38 16,-2 0-1-16,-3 0-65 0,-1 3 1 15,-2 0 33-15,-7 3 9 0,-1 0-344 0,-6 1 168 0,-2 1 84 16,-5 0 42-16,-2 0-570 0,-3 0 277 0,-4 0 95 16,-2 7 88-16,0-2-292 15,0 1 190-15,-3-1 94 0</inkml:trace>
  <inkml:trace contextRef="#ctx0" brushRef="#br0" timeOffset="621">15235 16706 1274 0,'-10'-15'0'0,"3"6"0"0,1 6 0 0,3 0 0 0,-1 1 0 0,0 2 0 0,-2 2 0 0,1 15 0 0,-3 5 208 0,3 4-88 0,-5 7 241 0,-1 6-164 16,0-5-74-16,-5 11-49 0,2-4 1 0,-4-1-21 16,2-1 0-16,1-4-22 0,-2-2-215 15,2 0 104-15,2-5 56 0,1-4 27 16,5-8-495-16,3-6 262 0,1-5 136 0</inkml:trace>
  <inkml:trace contextRef="#ctx0" brushRef="#br0" timeOffset="622">15043 16984 1695 0,'0'-3'0'16,"0"1"0"-16,4 2 0 0,6 2 0 0,-1 11 0 0,4 3 0 0,4 4 0 0,0 4 329 0,1-2-148 0,0 2 314 0,0 3-231 15,1-3-107-15,0-1-67 0,-1-2-294 0,3-5 118 16,-2-7 59-16,1 1 31 0,3-6-319 0,4-4 170 15,-5 0 89-15,0-8 45 0,3-5-728 0</inkml:trace>
  <inkml:trace contextRef="#ctx0" brushRef="#br0" timeOffset="623">15466 16672 1350 0,'5'-16'0'0,"7"3"0"0,-1 3 0 0,4-1 0 0,2-1 0 0,0 4 0 0,1 2 0 0,3 0 0 0,6 4 421 0,-4 2-186 0,4 0-106 15,-3 0-6-15,-4 8-31 0,-4 6-29 16,1 5-1-16,-11 2-58 0,-3 8-8 0,-3-1 37 0,-7 11-1 16,-14-4-167-16,-4 3 83 0,-8 1 51 0,1 1-146 15,-4-3 90-15,1-3 23 0,-1-4-129 16,6-7-118-16,-2-7 133 0,8-7 24 0,1-6-149 16,5-3 121-16,0-2 59 0,9-17 22 15,4-11-204-15,5-11 121 0,0 0 61 0,4 1 30 16,5 8-65-16,3 7 59 0,-3 3 69 0,-2 10 14 15,0 1-26-15,3 8 0 0,-1 3 12 16,-1 0 409-16,2 15-229 0,-1 9-106 0,0 5 651 16,2 1-318-16,-1 4-187 0,3-1-86 0,0-1 210 15,0-4-155-15,3-2-78 0,0-2-40 0,1-9-111 16,1-1 44-16,3-5-8 0,6-3-538 16,-3-6 287-16,2 0 144 0</inkml:trace>
  <inkml:trace contextRef="#ctx0" brushRef="#br0" timeOffset="624">15770 16663 1719 0,'0'-7'0'0,"0"1"0"0,2 4 0 0,2-2 0 0,6 1 0 0,2-3 0 0,6 1 0 0,2 0 0 0,8 0 414 0,2 0-191 16,2-3-95-16,0 0-48 0,3 0-196 0,1 1 83 15,-3-1 28-15,-3 5 1 0,-10-1-236 0,1 3 136 16,-8 1-240-16,-3 0-100 0,-3 0 229 0,-3 0 117 15</inkml:trace>
  <inkml:trace contextRef="#ctx0" brushRef="#br0" timeOffset="625">15954 16314 927 0,'-9'-15'0'15,"1"6"0"-15,2-1 0 0,5 6 0 0,1 2 0 0,0 2 0 0,0 19 0 0,0 11 380 0,7 11-174 0,3 6-87 16,-3 6-43-16,2 5 388 0,3 10-221 0,-3-8-104 15,2 2 99-15,-4-12-103 0,2 5-51 0,-2-10-84 0,0 8 33 16,-5-14 0-16,0-1 0 0,1-7-196 0,-3-3 98 16,0-7 57-16,-5-3 16 15,-6-8-209-15,-3-2 116 0,-2-6 55 0,-7-2 30 0,5 0-170 0,-7-13 81 16,1-8-16-16,1-1 48 0,1-5 19 0,3-1 5 16,6 8-8-16,-2-5 45 15,6 3-37-15,1 5 1 0,4 6 110 16,4-3-52-16,0 4-14 0,0 3 4 0,8 2-104 0,7-1 37 15,4 2 14-15,5 1 25 0,-2 0-429 0,10-2 209 16,2 2 99-16</inkml:trace>
  <inkml:trace contextRef="#ctx0" brushRef="#br0" timeOffset="626">16505 16304 1672 0,'1'-10'0'0,"3"3"0"0,-2 4 0 0,-2 0 0 0,0 2 0 0,0 1 0 0,-6 0 0 0,-3 0 167 0,-3 7-59 0,-4 8-42 16,1 5-221-16,-4 2 94 0,2 2 47 0,1 6 23 16,-5 3-574-16,0 11 275 0</inkml:trace>
  <inkml:trace contextRef="#ctx0" brushRef="#br0" timeOffset="627">16161 16738 662 0,'-10'6'0'0,"5"-2"0"0,3-3 0 0,2-1 0 0,0 0 0 0,2 0 0 0,13 0 361 0,7 0-168 0,6-3-81 15,7-5 196-15,6 1-138 0,-6 1-60 0,10-4-43 0,-3 5-62 16,-7-1 0-16,3 1 28 16,-4-1-505-16,-6 4 261 0,2-2 118 0,-7 3 62 0,-1-1-333 0</inkml:trace>
  <inkml:trace contextRef="#ctx0" brushRef="#br0" timeOffset="628">16496 16509 1640 0,'-5'0'0'0,"5"0"0"0,0 10 0 0,0 12 0 0,-2 6 0 0,0 12 0 0,0 5 0 0,-1 1 0 0,-1 5 574 0,2-1-271 15,-3-2-135-15,1 1-90 0,1-10-15 0,-2 10-7 16,1-8-23-16,3-5-165 0,-3 1 83 16,0-2 41-16,2-8 28 0,-1-1-498 0,1-10 256 15,2-5 127-15,-2-6-615 0,-1-5 341 16,3-1 149-16</inkml:trace>
  <inkml:trace contextRef="#ctx0" brushRef="#br0" timeOffset="629">16416 16872 1314 0,'0'-10'0'0,"2"0"0"0,0 7 0 0,0 1 0 0,-2 2 0 0,0 2 0 0,-6 14 0 0,-7 4 0 0,-4 1 182 0,-2 8-74 0,-1-1-38 16,-5 1-59-16,1-1 7 0,4-1 15 0,-1-5 0 15,7-7-410-15,5-6 204 0,2 0 102 0</inkml:trace>
  <inkml:trace contextRef="#ctx0" brushRef="#br0" timeOffset="630">16478 16830 1511 0,'13'4'0'0,"1"6"0"0,-3-3 0 0,-3-3 0 0,-1 3 0 0,-3 1 0 0,-1-1 0 0,1-1 0 0,-2-1 0 0,0 1 81 15,1-1-24-15,-1-3 0 0,1 1-355 0,2-3 161 16,1 0 85-16,3-3 42 0,3-6-537 0</inkml:trace>
  <inkml:trace contextRef="#ctx0" brushRef="#br0" timeOffset="631">16889 16284 1391 0,'23'-21'0'0,"-2"10"0"0,-3 3 0 0,-1 7 0 0,-4 1 0 0,-3 0 0 0,-5 2 0 0,-3 15 0 0,-2 0 135 16,0 1-56-16,-4 7 109 0,-9-6-77 0,-3 4-40 0,-5 0 1 15,-2-3-144-15,-1 2 48 0,0-7 28 0,5-4 0 16,0-2-152-16,2-1 91 0,8-5 52 0,2 1 15 16,0-4-117-16,5 1 64 0,2-1-19 0,0 0-54 15,4 0 28-15,10 0 37 0,0 0 49 16,7 0-24-16,0 0-21 0,-1 0 17 16,0 4 68-16,1 2-27 0,-7 0-8 0,2 2 0 15,-9-1-14-15,0 1-3 0,-4 0 6 16,-1-1-4-16,-2 6-11 0,0-6 10 0,-5 2 4 15,-9-2 20-15,-2 2-2 0,-2-4-19 0,1-1 22 16,-3 2 0-16,4-3-28 0,-1 2 5 16,2 3 195-16,1 2-91 0,5 3-38 0,0 2-26 15,4 9 254-15,2-2-127 0,1 11-40 0,2 7-46 0,0 0 176 16,0 5-103-16,5 2-55 0,0 1 75 0,1-7-56 16,-1 12-42-16,1-9-66 0,-5 0 34 15,1-6 0-15,-2-1 8 0,0-4-139 0,0 0 65 16,-5-10 33-16,-4-4 1 0,-2-1-100 0,-3-8 74 15,-1-7 12-15,0-3 21 0,-1 0-260 0,-5-8 90 16,3-10 72-16,0-7-205 0,3-5 135 16,0-12 64-16,3 2 31 0,5-5-177 0,1 0 105 15,5 9 44-15,-1 0-19 0,2 12 40 0,0 4 0 16,0 7 39-16,0 4 66 0,0 5-42 0,0 3 9 16,0 1-33-16,0 7 92 15,0 9-47-15,0 2-22 0,0 2 22 0,0-1-19 16,0-3 2-16,5 3-328 0,13-5 149 0</inkml:trace>
  <inkml:trace contextRef="#ctx0" brushRef="#br0" timeOffset="632">16958 16904 1397 0,'8'0'0'0,"3"7"0"0,1 5 0 0,-5-3 0 0,-1 4 0 0,-3-3 373 0,1 5-170 0,-2-1-85 0,0-4-43 15,-1-2 13-15,2 2-20 0,-1-4-8 0,0-1-27 16,0-1-309-16,1-2 154 0,5-2 78 0,2 0-724 15</inkml:trace>
  <inkml:trace contextRef="#ctx0" brushRef="#br0" timeOffset="633">17152 16756 1493 0,'4'0'0'0,"1"0"0"0,1 0 0 0,-2 0 0 0,-2 3 0 0,0 3 0 0,-2 3 207 0,0 4-88 0,0 1-34 0,0 2 75 16,0-2-63-16,-4 2-32 0,0-5-1 0,4 1-136 15,0-3 48-15,-2-2 29 0,2 1-561 0,0-4 295 16,0 3 147-16</inkml:trace>
  <inkml:trace contextRef="#ctx0" brushRef="#br0" timeOffset="634">17287 16231 1262 0,'5'-7'0'0,"0"5"0"0,2 2 0 0,-1 15 0 0,-3 10 0 0,3 10 0 0,0 6 541 0,0 18-254 0,-3 2-128 0,3 7-62 16,-1 5 352-16,1 2-211 0,0 2-104 0,0 1-50 16,-1-3 1-16,1-3-27 0,-5-5 9 0,1 9-368 15,0-12 167-15,0-16 83 16,0-5-576-16,-1-6 330 0,-1-15 173 0,0-7 74 0,0-3-803 16</inkml:trace>
  <inkml:trace contextRef="#ctx0" brushRef="#br0" timeOffset="635">17413 16729 1931 0,'0'-4'0'0,"1"2"0"0,6 2 0 0,-2 4 0 0,1 7 0 0,-3 5 0 0,3-1 0 0,-2 7 0 0,-3 6 415 0,2-2-192 0,-3-1-86 0,0 4-164 0,0-8 30 16,0 0 0-16,0-2-626 15,0-3 329-15,2 0 171 0</inkml:trace>
  <inkml:trace contextRef="#ctx0" brushRef="#br0" timeOffset="636">17685 16369 1240 0,'7'-2'0'0,"5"2"0"0,-4 0 0 0,-7 14 0 0,-1 9 0 0,0 3 303 0,-9 6-126 15,-4 7-77-15,-4 1-10 0,6-8-28 16,-4 2-1-16,4-4-532 0,4-4 245 0</inkml:trace>
  <inkml:trace contextRef="#ctx0" brushRef="#br0" timeOffset="637">17614 16674 998 0,'11'0'0'0,"10"8"0"0,2-3 0 0,-5-1 0 0,8-1 0 0,1 3 0 0,1-2 295 0,2-2-131 0,2-1-65 15,-2-1-25-15,2 0 31 0,-2 0-36 0,0 0 0 16,0-3-547-16,-1-4 242 0,-5 1 123 0</inkml:trace>
  <inkml:trace contextRef="#ctx0" brushRef="#br0" timeOffset="638">17710 16858 1222 0,'-19'2'0'0,"13"0"0"0,1 1 0 0,5-3 0 0,0 0 0 0,5 0 0 0,11 0 261 0,6-5-106 15,6 2-66-15,0-3-27 0,4 0 25 0,2 1-28 16,2-4 1-16,0 1-19 0,-3 0-185 0,-4 2 88 15,-9 3 45-15,-1 1 21 0,-4 2-676 0</inkml:trace>
  <inkml:trace contextRef="#ctx0" brushRef="#br0" timeOffset="639">17950 16269 1111 0,'0'0'0'0,"0"10"0"0,0 23 0 0,0 10 0 0,-5 13 0 0,-3 6 190 0,-1 8-79 0,0-6-31 0,-3 16-8 16,1-8 217-16,2-2-128 0,-1-7-64 0,2-8-32 16,-1 0-62-16,2-3 29 0,-1-15 1 0,-1-1-314 15,-1-14 157-15,-3-3 78 16,4-9-92-16,-4-5 81 0,-3-5 44 0,4 0-46 0,-4-8 123 0,3-2-43 16,0-1-38-16,0-2-42 15,6 9 265-15,1-4-129 0,2 4-48 0,0-1 519 16,2 4-253-16,2 0-122 0,0 1-70 0,14 0 78 15,8 2-74-15,6 11-37 0,7-2-77 0,6 3 16 16,0-2 1-16,-2 1 22 0,1 0-583 0,1-1 292 16,-2-3 153-16,9 10 66 15</inkml:trace>
  <inkml:trace contextRef="#ctx0" brushRef="#br0" timeOffset="640">18535 17245 10 0,'0'-2'0'0,"0"0"0"0,1 2 0 0,5 0 0 0,-3 0 0 0,3 0 0 0</inkml:trace>
  <inkml:trace contextRef="#ctx0" brushRef="#br0" timeOffset="641">19381 16344 725 0,'0'-10'0'0,"0"5"0"0,0 1 0 0,0 2 0 0,0-3 0 0,0-3 0 0,0-5 0 0,0 0 0 0,0-2 84 0,7-4-26 16,0-4 78-16,2-2-52 0,-2 3-25 0,-3 2 8 15,2 0 1-15,-2-1-35 0,-2 0 0 0,-2 3 0 16,0 2-7-16,0 1 15 0,-2-1-9 0,-8 5 33 16,-1-1-33-16,-2 3 1 0,0-2 0 15,-2 4 97-15,-1 4-53 0,2-3-22 0,-2 4 96 16,4 0-59-16,-4 0-30 0,7 2 9 16,-2 0 71-16,-1 0-55 0,3 6-27 0,2 3 0 15,0 5 44-15,-2 0-27 0,4 5-8 0,-1 5 66 16,3 1-51-16,-1 1-26 0,1 3 57 0,3 6-45 15,0-2 0-15,0 3-38 16,0 7 85-16,0 1-42 0,0 3-14 0,0 3-7 0,5 0 45 16,0 4-34-16,3 3 116 0,-3-2-181 15,2 4 0-15,-4-5 0 0,1 1 0 0,-2-3 0 16,-2-5 0-16,0 0 0 0,0-5 0 16,-4 7 0-16,-6-8 0 0,-1 0 0 0,0-8 0 15,-3 0 0-15,2-9 0 0,-2-2 0 0,-2-4-279 0,0-5 213 16,2-4 20-16,0-1-182 0,-1-7 93 15,3 1-227-15,0-2 165 0,-1 0 82 0,5 0 42 16,0 0-765-16,3 0 785 16,1-2 20-16,4-1 0 0,0-6 0 0,0-3-248 0,13-3 124 0,10 2 54 15</inkml:trace>
  <inkml:trace contextRef="#ctx0" brushRef="#br0" timeOffset="642">19537 16751 1382 0,'0'-2'0'0,"0"2"0"0,2 0 0 0,1 2 0 0,-3 12 0 0,0 1 0 0,0 3 281 0,0 3-124 15,0 1 277-15,0 10-205 0,0-1-98 0,1 0-49 16,1 3 63-16,0 5-57 0,0-4-19 0,-2 0-8 16,2 0-21-16,-2-2-7 0,0-4 0 0,0 0-1 15,-2-9-8-15,-5-1 9 0,-3-1 60 0,0-9-31 16,0 0 1-16,-4-5-30 0,3-2 157 0,-1-2-82 15,3 0-38-15,2 0 152 0,1 0-222 0,4 0 0 16,1 0 0-16,1 0 0 0,0-2 0 0,7 0 0 16,9-2 0-16,7 1 0 0,5-1 0 0,2 4 0 15,0-2 0-15,1 0 0 0,0 2 0 16,-6 0 0-16,0 0-212 0,-2 0 103 16,-4 0 59-16,-4 0-4 0,-5 4-1003 0,-1 3 504 15</inkml:trace>
  <inkml:trace contextRef="#ctx0" brushRef="#br0" timeOffset="643">20181 16245 182 0,'2'-7'0'0,"0"3"0"0,1-1 0 0,-1 0 0 0,-2-1 0 0,1 3 0 0,-1-1 183 0,0 0-74 0,0 2-39 0,0-1 83 16,0 2-64-16,0-1-29 0,0 0 1 0,0 2 86 15,0 0-58-15,-10 0-19 16,-1 8 11-16,-4 9-25 0,0 4 1 0,-2 3-24 16,2 3 95-16,0 4-39 0,-1 3-33 0,0 8 1 15,5-3 84-15,2 0-55 0,1 4-26 0,6-2 102 16,0 11-69-16,2-4-30 0,0-1 53 0,0 4-42 15,7-3-20-15,3-6 7 0,5 8-57 0,2-8 0 16,3-3 29-16,-2-9 0 0,5 1-98 0,-1-4 57 16,5-6 16-16,-5-4-376 0,-1-7 194 0,0-5 65 15,-3-3 58-15,-3-2-523 16,0 0 275-16,-8 0 133 0</inkml:trace>
  <inkml:trace contextRef="#ctx0" brushRef="#br0" timeOffset="644">20376 16224 1165 0,'-9'-13'0'0,"6"4"0"0,1 8 0 0,2-1 0 0,0 0 0 0,0 1 0 0,0-1 0 0,7-1 262 0,10 3-118 0,3 0-56 0,1 5-28 16,2 4 40-16,2 4-34 0,-7 2 9 0,8 4-8 16,-6 2-34-16,-6-1-1 15,-4-1-36-15,-2 3-1 0,-5 3 46 0,-3 0-8 0,0 2-25 16,-9 0 25-16,-8-3 0 0,-1-2 0 16,-2-2-32-16,-6 0-7 0,1-3 15 0,3-4-21 15,-2-2 8-15,3-6-1 16,0 0 15-16,1-5-256 0,3 0 116 0,2 0 65 0,3 0 19 0,7-10-363 15,3-3 179-15,2-5 103 0,3-3-232 0</inkml:trace>
  <inkml:trace contextRef="#ctx0" brushRef="#br0" timeOffset="645">20721 16119 764 0,'9'-12'0'0,"-5"5"0"0,1 1 0 0,-3 2 0 0,-2 1 0 0,0-1 0 0,0 1 324 0,-7 3-150 16,-4 0-71-16,0 4-35 0,-1 16 150 0,-1 5-93 15,1 3-38-15,0 12 21 0,4-6-37 0,5 4 0 16,-2-1 14-16,5-2-25 0,0 1 7 0,3-3-34 16,8-3-29-16,3-2 1 0,2-3 27 15,2-4 1-15,-2-5-178 0,3-1 85 16,1-6 47-16,-1-5 22 0,2-4-401 0,-1 0 196 16,1-10 61-16,-3-4-312 0,-2-6 207 0,0 0 104 15,-4-2-87-15</inkml:trace>
  <inkml:trace contextRef="#ctx0" brushRef="#br0" timeOffset="646">20992 15993 1188 0,'0'-9'0'0,"0"8"0"0,0-1 0 0,5-2 0 0,8 3 0 0,6-3 0 0,6 2 0 0,5 0 0 0,5 2 419 0,6-1-193 0,-7-2-96 0,3 3 75 15,2 0-86-15,-4 0-35 0,-1 0-30 0,-2 0-187 16,-4 0 83-16,-5 0 41 0,-1 0-138 0,-7 0 99 15,-2 0 36-15,-6 0 22 0,0 0-398 0,-7 3 145 16,0 2 122-16,-7 4-53 16,-9 0-169-16,-7 2 155 0,-2-5 78 0,-5 0-126 0</inkml:trace>
  <inkml:trace contextRef="#ctx0" brushRef="#br0" timeOffset="647">21087 15998 886 0,'-19'-1'0'0,"5"-1"0"0,2 2 0 0,1 0 0 0,2 0 0 15,2 0 0-15,4 6 0 0,3 4 148 0,0 4-50 0,0 4-36 0,0 7 242 0,0 0-136 0,1 2-67 16,3 5 108-16,1 4-80 16,-4 0-53-16,1 2-21 0,0-3-20 0,0-1-3 15,-2-3 1-15,0-3 8 0,0 4-78 0,0-10 34 16,0 0 1-16,0-5 35 0,-2-6-131 0,-2-4 73 16,-4-2 25-16,-1-2-149 0,0-3 82 0,-5 0 3 15,2-5 34-15,-1-6-96 0,-3-5 56 0,2 1 7 16,-2 0 11-16,4-1 4 0,-2 7-7 0,3-3 8 15,2 6 56-15,-3 3-4 0,5 0-35 0,-1 2 4 16,0 1 159-16,-1 1-65 0,4 14-42 0,-3 1 93 16,0 0-60-16,3 5-18 0,-1-1 0 15,1 0-56-15,3 0 0 0,0-3 47 16,2-2-302-16,0-5 135 0,0-2 67 0,5-1 28 16,6-6-201-16,7-1 90 0,0-1 63 0,-1-17 0 15</inkml:trace>
  <inkml:trace contextRef="#ctx0" brushRef="#br0" timeOffset="648">21020 16273 846 0,'7'-8'0'15,"4"5"0"-15,3-2 0 0,-2 0 0 0,3 5 0 0,2-2 0 0,4 1 205 0,1 1-90 0,1 0-41 0,-2 0 214 16,-1 3-127-16,-3 8-64 0,-1 0 43 0,-3 5-58 16,-6-2-24-16,-4 4-1 0,-1-2-49 0,-2 5 24 15,-5-3 9-15,-13 7-8 0,-7-4-42 0,-1-3 20 16,-5 1 1-16,0-4-38 0,-1 0 38 0,-2-4-9 15,2 1 30-15,0-5-286 0,6-3 106 0,5-1 76 16,8-3-315-16,-1 0 182 0,9 0 79 0,5-1 46 16,0-11-249-16,17-3 148 15</inkml:trace>
  <inkml:trace contextRef="#ctx0" brushRef="#br0" timeOffset="649">21337 16269 909 0,'13'-12'0'0,"-6"7"0"0,1-3 0 0,-4 2 0 0,-2 2 0 0,-2-1 0 0,0 1 0 0,0 3 364 0,-8 1-165 0,-4 0-84 0,2 3 71 16,-3 15-80-16,1 6-38 0,3 1 1 0,3 4 92 16,3-1-64-16,3-4-24 0,0 6-64 0,0-4 24 15,11-2-1-15,5-4 1 16,5-1-208-16,0-7 112 0,5 4 44 0,-2-6 26 16,-3-2-454-16,0-3 228 0,-1 0 59 0,-1-1-390 15,-10 2 263-15</inkml:trace>
  <inkml:trace contextRef="#ctx0" brushRef="#br0" timeOffset="650">20413 16687 1344 0,'-14'-3'0'0,"5"-2"0"0,5 2 0 0,4 1 0 0,0 2 0 0,0 0 0 0,2 0 0 0,16 0 0 0,9 0 0 0,15 0 62 0,6 0 0 16,16 0-29-16,-9 5 332 0,20-2 48 0,-4 2-190 16,2-1-95-16,3 2 22 0,-1-3-58 0,4-1-22 15,-3-2-18-15,0 0-20 0,-7 0 1 0,-12 0 0 16,1 0-158-16,-13 0 88 0,6 0 30 0,-17 0 1 15,-3-2-244-15,-6 1 95 0,-5-4 86 0,-6 2-25 16,-5 2-246-16,-4-2 146 0,-3 2 80 0,-2 1-150 16,0 0 108-16,-3 0 65 0,-10 0-51 0,-3 0 55 15,-2 7 26-15,-7 6 1 16</inkml:trace>
  <inkml:trace contextRef="#ctx0" brushRef="#br0" timeOffset="651">20551 16892 1335 0,'-26'-12'0'0,"10"7"0"0,3 2 0 0,3 1 0 0,4 0 0 0,4 0 0 0,2 1 220 16,0-2-94-16,21 3-47 0,11 0 76 0,11 0-66 15,6 0-28-15,5 0 1 0,13 0 190 0,-5 0-109 16,-5 0-47-16,17 0 43 0,-9 0-53 0,5-2-27 15,-1 0 0-15,-1 1-66 0,-9 1 8 0,-2-2 32 16,-2 2-159-16,-6 0 79 0,-10 0 40 16,-3 0 0-16,-8 0-106 0,-3 0 54 0,-6 0 43 0,-8 2-41 15,-4-1-306-15,-3 1 129 16,-3-2 93-16,-1 2 54 0,0-2-193 0,-12 3 124 16,-6-3 62-16,-5 0-206 0,0 0 126 0</inkml:trace>
  <inkml:trace contextRef="#ctx0" brushRef="#br0" timeOffset="652">20583 16862 1026 0,'-18'0'0'0,"4"0"0"0,5 4 0 0,2 2 0 0,0 2 0 0,0 4 0 0,5 7 98 0,2 5-25 0,0 10 244 15,0 9-143-15,4 3-70 0,3 2-36 0,0 4 68 16,0-1-43-16,0-2-35 0,0-5 1 0,-2-9-67 15,1 1 41-15,-3-6 0 0,-1-6 8 0,-2-3-40 16,0-4 0-16,0-6 32 0,-3-3-1 16,-8-4-33-16,-3-4 7 0,-1 0 27 0,-2 0 0 0,1-8-120 15,-5-10 55-15,3-2-140 0,4 1 89 16,-4-9 30-16,2 0 26 0,0 1-99 0,4-2 56 16,0 6 15-16,1 3-5 15,2 4 37-15,0 9-5 0,1 2-15 0,0 2 12 0,-1 3 118 16,1 0-61-16,1 14-23 0,-1 3 22 0,1 1-16 15,-1 4 0-15,2 0 3 0,3 0-56 0,1-1 52 16,2-2-14-16,0-3-307 0,0-2 147 16,9-3 69-16,7-4 32 0,0-5-334 0</inkml:trace>
  <inkml:trace contextRef="#ctx0" brushRef="#br0" timeOffset="653">20581 17151 1170 0,'4'-11'0'0,"1"4"0"0,0 3 0 0,1 0 0 0,1 2 0 0,0-1 0 16,5 3 280-16,1 0-123 0,4 0-63 0,1 11-30 0,1-2 14 16,1 5-15-16,3 0-8 15,-7 1-22-15,0 0-47 0,0 4 23 0,-5-2 0 16,-3 1 32-16,-6 0-92 0,-2 4 41 0,0 1 14 16,-7-3 7-16,-9-1-48 0,0-6 43 0,-7 5-4 15,0-8-68-15,-2 0 23 0,1-5 26 0,-1-3-60 16,5 1 37-16,-1-3 8 0,2 0 1 0,6 0-181 15,4-7 96-15,5-6 36 0,4-1 31 0,2-6-285 16,11 2 150-16</inkml:trace>
  <inkml:trace contextRef="#ctx0" brushRef="#br0" timeOffset="654">20930 17063 401 0,'1'-7'0'0,"-1"5"0"0,0 2 0 0,-10 0 0 0,-8 4 0 0,1 8 358 16,-6 9-168-16,7 1 223 15,-2 6-191-15,6 1-95 0,-1 2-46 0,5-2 151 0,4 2-103 0,4-4-49 16,0 0-23-16,4-1-5 0,11-2-19 16,1-4 8-16,7-2-8 0,4-4-172 0,-1 0 85 15,2-5 44-15,1-7-338 0,-6-1 199 0,2-1 75 16,0 0 51-16,-4 0-471 0,-3-2 201 16,-1-6 130-16</inkml:trace>
  <inkml:trace contextRef="#ctx0" brushRef="#br0" timeOffset="655">21072 17219 780 0,'-6'-2'0'0,"4"0"0"0,2 0 0 0,0 2 0 0,0-2 0 0,8 0 0 0,5 1 165 0,6-1-66 0,2-2-24 0,0 0-10 16,0 1 145-16,2-1-88 0,-2 0-45 0,1 0-22 16,1 2-59-16,-4-1 14 0,-3-1 0 0,0 2-330 15,-5 0 177-15,1 0 87 0,-7 2 53 0,1-1-437 16,-6 1 217-16</inkml:trace>
  <inkml:trace contextRef="#ctx0" brushRef="#br0" timeOffset="656">21211 17012 402 0,'-12'-2'0'0,"5"1"0"0,0 1 0 0,-1 0 0 0,0 11 311 0,3 2-131 16,-1 5-78-16,3 7-35 0,1-1 118 0,2 7-76 15,0-1-38-15,0 2 7 0,-2-1 155 0,2 3-101 16,0-6-49-16,0 1-72 0,0-7-1 15,0 2 31-15,0 0-334 0,0-6 163 0,2-5 81 16,3-4 42-16,1-1-518 0,4-6 236 0</inkml:trace>
  <inkml:trace contextRef="#ctx0" brushRef="#br0" timeOffset="657">21339 17106 650 0,'7'-6'0'0,"-2"4"0"0,4 2 0 0,-4 0 0 0,1 0 397 0,-1 4-183 0,4 6-90 15,-1-2-37-15,5 5 135 0,-2-2-94 0,5 0 38 16,-4 1-77-16,2-4-29 0,1 4 9 0,-2-3-346 16,2-1 154-16,-1-3 78 0,0 1 39 0,-3-4-478 15,1 1 251-15,-1-3 121 0,1 0 62 16,-1 0-371-16,-2-3 192 0,1-12 100 0</inkml:trace>
  <inkml:trace contextRef="#ctx0" brushRef="#br0" timeOffset="658">21652 17025 955 0,'2'-26'0'0,"0"8"0"0,0 6 0 0,-2 4 0 0,0 2 0 0,0 3 0 0,0 2 0 0,0 1 0 0,0 4 323 16,0 17-145-16,0 5-73 0,-9 9 306 0,-9 12-193 0,0 2-92 16,-7 9 54-16,-1-4-73 15,1 3-37-15,4-11 7 0,-4 5-42 0,0-1-2 16,4-4 0-16,1-6-1 0,3-9-317 0,2 1 155 16,4-10 81-16,1-5 41 0,7-3-531 0,-1-4 276 15,4-5 69-15,0-3-439 0</inkml:trace>
  <inkml:trace contextRef="#ctx0" brushRef="#br0" timeOffset="659">22026 16727 1011 0,'-6'-7'0'0,"6"5"0"0,0 2 0 0,0 0 0 0,0 0 0 0,4 0 504 0,10 0-235 0,2 0-119 16,7 0 412-16,3 0-256 0,4 0-141 0,2-6 61 16,2-4-97-16,0 2-48 15,-1 0-24-15,1-2-46 0,-2 1 21 0,0-1 1 16,-6 4 0-16,-3 0-400 0,-1 5 200 0,-3 0 109 0,-3 1-699 16,-5 0 342-16,-4 0 211 0</inkml:trace>
  <inkml:trace contextRef="#ctx0" brushRef="#br0" timeOffset="660">22856 16093 811 0,'-7'-18'0'0,"1"5"0"0,5 7 0 0,-1 4 0 0,2 2 0 0,0 0 167 15,0 6-72-15,0 6-30 0,0 3 226 0,0 3-129 16,5 3-64-16,6 0-25 0,3 1 74 0,0-1-57 16,2 0-29-16,0-3 1 0,0-2-63 0,0 1 9 15,0-3 25-15,-4 0-236 0,-2-2 118 0,0 0 59 16,-5-3 29-16,-1 1-467 0,-3-3 237 15,1-1 66-15,-2-3-300 0</inkml:trace>
  <inkml:trace contextRef="#ctx0" brushRef="#br0" timeOffset="661">23181 15934 1009 0,'10'-12'0'0,"-7"5"0"0,3 6 0 0,-3 1 0 0,-1 0 0 0,-2 9 0 0,0 12 0 0,-11 7 0 0,-2 7 357 0,-4 10-166 0,-6 3-80 0,-2 9 59 15,-3-2-69-15,3-8-34 16,-1 6 8-16,-3-1 17 0,3-1-30 0,-1-2 0 16,6-2-84-16,-2-4 27 0,5-7 9 0,2-2 19 15,1-7-197-15,5-9 99 0,7-5 49 0,-1-4 24 16,1-6-444-16,3 0 217 0,0-3 60 0,9-3 70 16,10-12-380-16</inkml:trace>
  <inkml:trace contextRef="#ctx0" brushRef="#br0" timeOffset="662">23352 15897 1270 0,'4'-10'0'0,"7"9"0"0,6 1 0 0,4 0 0 0,2 0 0 0,5-2 0 0,9-1 0 0,6 2 0 0,6-5 334 15,-1-1-155-15,5 1-73 0,-5 1-22 0,-3 1-26 16,-6 0 1-16,-1 2-18 0,-4 2-70 15,-11 0 31-15,0 0 0 0,-6 0-246 0,-8 2 138 0,-1 4 78 0,-5 3 26 16,-3 1-478-16,0-2 239 16,-9 4 55-16</inkml:trace>
  <inkml:trace contextRef="#ctx0" brushRef="#br0" timeOffset="663">23527 15886 1274 0,'-17'0'0'0,"4"0"0"0,4 0 0 0,-1 5 0 0,1 3 0 0,5 2 0 0,0 6 0 0,4 7 212 0,0 3-90 0,0 4-44 0,0 4 97 16,2 1-62-16,4 3-45 15,-1 1 1-15,2-1 44 0,0-2-41 0,0-3 1 0,-3-9-32 16,-1 5-63-16,-1-6 27 0,-2-2 0 0,0-3-90 16,0-3 58-16,-5-4 39 0,-8-2-127 0,-1-1 67 15,-4-4 39-15,-1-4-21 0,0 0-52 0,0 0 11 16,0 0 33-16,0-6-19 0,3-5-67 0,0-1 36 15,4-6 29-15,1 2-8 0,1 0-9 0,2 3 21 16,3 4 1-16,1-2 99 0,1 6-38 0,1 2-9 16,-2 1 116-16,-2 2-66 15,0 0-36-15,-3 7-8 0,0 9 16 0,-3 2-26 16,1 3-3-16,-1 1 24 0,5-2-117 0,0 2 58 16,1 0 0-16,3-1 64 0,3-3-388 0,0-1 162 15,0-4 88-15</inkml:trace>
  <inkml:trace contextRef="#ctx0" brushRef="#br0" timeOffset="664">23610 16154 1202 0,'3'-5'0'0,"1"1"0"0,0 2 0 0,1 2 0 0,1 0 0 0,2 0 0 0,-1 7 0 0,0 3 362 0,4 3-156 0,1 0-90 0,-1 0-42 15,1 3-79-15,1-4 1 0,0 4 45 0,0-3-8 16,2 0-157-16,-2-2 78 0,2-1 40 0,-1-3-448 15,0-4 251-15,0 1 114 0,-5-4 61 16,-3 0-506-16</inkml:trace>
  <inkml:trace contextRef="#ctx0" brushRef="#br0" timeOffset="665">23931 16072 402 0,'5'-20'0'0,"-1"9"0"0,2 1 0 0,-2 8 0 0,-2-1 0 0,-1 3 197 15,1 0-82-15,-2 10-41 0,0 8 280 16,0 7-165-16,-7 1-78 0,-8 3-39 0,4 0 140 0,-7 5-89 15,0 0-37-15,-5 7-31 16,0-7-62-16,1 1 39 0,-2 4 1 0,-1-2-266 16,4-5 140-16,-7 5 60 0,8-6 32 0,-5-3-465 15</inkml:trace>
  <inkml:trace contextRef="#ctx0" brushRef="#br0" timeOffset="666">22875 16751 1933 0,'-21'-13'0'0,"7"6"0"0,4 1 0 0,6 4 0 0,0 1 0 0,3-1 0 0,1 2 0 0,1 0 0 0,22 0 0 0,13 0 0 0,7 0 346 0,17 0-161 0,3 2-76 0,10-1-38 15,1-1 91-15,7 0-65 0,1 0-23 0,15 0-9 16,-5 0-81-16,-3-1 24 0,-11-6 0 0,1 4-55 15,-17-2 47-15,4 4-7 16,-13 1 40-16,-5 0-277 0,-14 0 133 0,-6 0 78 16,0 0-381-16,-10 0 197 0,-4 0 60 0,-5 0 62 15,-5 0-162-15,-3 0 104 0,-1 0 65 0,-1 0 27 16,-14 1-176-16,-4 4 102 0,-3 1 51 0</inkml:trace>
  <inkml:trace contextRef="#ctx0" brushRef="#br0" timeOffset="667">23076 16883 908 0,'-18'0'0'0,"2"0"0"0,7 0 0 0,5 0 0 0,1 0 0 0,3 0 0 0,0 0 339 15,7 0-153-15,18 0-77 0,8 2 247 0,10-2-166 16,6 0-78-16,6 0 84 0,12 0-82 0,-3 0-40 15,-4 0 8-15,17 0-11 0,-7-5-38 16,-2 2 0-16,-15-1 0 0,2 1-60 16,-9 1 38-16,-4 0-8 0,-4 2 29 0,-8-1-281 0,-7 1 141 15,-4 0 70-15,-8-3-425 0,-4 3 227 16,-2 0 113-16,-5 0-6 0,0 0-222 0,-5 0 159 0,-13 0 72 16,-7 0-99-16</inkml:trace>
  <inkml:trace contextRef="#ctx0" brushRef="#br0" timeOffset="668">22996 16851 1031 0,'-18'1'0'0,"7"5"0"0,4 11 0 0,1 6 0 0,4 3 0 0,-2 4 0 0,4 2 207 0,0 11-88 0,0 4 238 15,2 0-163-15,3 0-72 16,4 2-49-16,-2-4 38 0,0 0-40 0,-1-3 1 0,-1-6-39 15,0-3-21-15,-3-1 21 0,-2-10 0 0,0 1-1 16,0-7-58-16,-7-2 29 0,-6-4 9 0,-1-6-45 16,-3-4 34-16,-4 0-1 0,1 0-137 15,-5-4 61-15,6-8 50 0,-6-7-11 0,3 1-103 16,0-5 56-16,1-1 35 0,2-1 4 0,0-1-29 16,5 1 16-16,2 8 0 0,1 1 0 0,4 8 58 15,-2 1-5-15,0 2-36 16,2 5 183-16,0 0-83 0,-2 8-39 0,0 7 90 0,2 5-52 0,-2 1-35 15,-3 11 4-15,1-7 15 0,4 4-8 16,-1-3 0-16,4-8 4 0,2 5-144 0,2-6 67 16,0-3 27-16,2-4 9 0,12-5-443 0,6-5 194 15,4 0 109-15</inkml:trace>
  <inkml:trace contextRef="#ctx0" brushRef="#br0" timeOffset="669">23001 17191 940 0,'9'-13'0'0,"3"5"0"0,-1 5 0 0,0 1 0 0,1-1 0 0,-1 3 0 0,1 0 347 0,2 6-148 16,1 7-88-16,2 4 139 0,-4 0-108 0,2 4-55 15,-2 1-27-15,-6-3 12 0,1 6-39 0,-4-3-1 16,-2 1 1-16,-2 0-45 0,-2 0 23 0,-7-4 7 0,-10 4-70 16,-2-4 42-16,-1-3 21 0,-4-2-84 15,-1-6 53-15,3 0-2 0,-8-2 19 16,3-2-155-16,3-4 78 0,6 0 39 0,-1 0-5 15,5 0-252-15,7 0 133 0,4-7 62 0,5-5 34 16,0-3-323-16,18-1 172 0</inkml:trace>
  <inkml:trace contextRef="#ctx0" brushRef="#br0" timeOffset="670">23304 17112 1160 0,'5'-17'0'0,"-3"7"0"0,0 3 0 0,-2 1 0 0,0 3 0 0,-13 3 0 0,-1 0 0 0,0 7 205 15,-2 15-90-15,2 5-42 0,-2 3 217 0,3 10-129 16,5-9-64-16,3 7-24 0,5-3 129 0,0-1-84 16,0 0-43-16,13-3-21 0,4-4-36 0,6-3 23 15,3-3-8-15,2-3-115 0,1-3 58 16,1-5 28-16,1-4-399 0,-4-5 223 0,7-1 73 16,-8 0 62-16,0 0-633 0,-2-4 319 15,-3-12 159-15</inkml:trace>
  <inkml:trace contextRef="#ctx0" brushRef="#br0" timeOffset="671">23500 17258 1269 0,'-10'-3'0'0,"4"-1"0"0,1 2 0 0,2 2 0 0,3 0 0 0,0 0 0 0,2 0 0 0,11 0 0 0,6 0 188 0,2 0-69 0,5 0-48 16,0 0-4-16,1 0-34 0,-4 0 0 0,0 0-157 0,2 0 87 15,-4 0 31-15,-3 0 0 0,-1 0-367 0,-8 0 203 16,1 0 102-16,-9 0 58 0</inkml:trace>
  <inkml:trace contextRef="#ctx0" brushRef="#br0" timeOffset="672">23617 17043 626 0,'-9'-14'0'0,"1"7"0"0,2 1 0 0,1 5 0 0,-2 1 0 0,3 0 0 0,-1 15 0 0,3 9 258 0,1 4-118 0,1 2 185 0,0 2-146 0,-2 2-74 16,0 3-35-16,0-1 5 0,-1-1-9 0,-1 2-33 0,0-6 0 15,-1 2-99-15,0-4 49 0,2-4 33 0,1-3-8 16,2-3-308-16,0-9 166 16,0 1 84-16,0-6 34 0,8-5-487 0,5 0 195 15</inkml:trace>
  <inkml:trace contextRef="#ctx0" brushRef="#br0" timeOffset="673">23667 17198 1256 0,'3'-11'0'0,"2"2"0"0,1 3 0 0,1 2 0 0,2 1 0 0,3 0 0 0,1 3 0 0,1 0 115 0,0 0-41 16,3 5 118-16,-2 6-84 0,1-1-37 0,-2 4-1 16,2 3-230-16,-5 0 97 0,1-1 55 0,0 2 17 15,-1-3-221-15,3-1 122 0,-4-2 61 0</inkml:trace>
  <inkml:trace contextRef="#ctx0" brushRef="#br0" timeOffset="674">24026 17090 666 0,'2'-10'0'0,"0"4"0"0,-2 2 0 0,0 3 0 0,0 1 0 0,0 5 286 0,-6 18-127 0,-8 9-63 0,-3 0 318 0,-8 15-195 15,-5 9-93-15,2-3-47 0,-2-1 124 16,6-4-78-16,-11 11-49 0,10-15-22 0,-5 8-44 0,1-4 0 16,3-2 23-16,3-8 8 0,0 4-255 0,7-14 123 15,5-3-435-15,1-4 267 0,6-8 143 16,3-2-1-16,1-6-490 0</inkml:trace>
  <inkml:trace contextRef="#ctx0" brushRef="#br0" timeOffset="675">24306 16504 716 0,'0'-24'0'0,"0"8"0"0,4 10 0 0,6 4 0 0,2 1 0 0,2-2 481 0,0 2-224 0,4 1-113 0,2 0-47 16,3 9 192-16,2 10-128 0,-1 6 237 0,0 8-182 16,-4 6-92-16,-5 5-38 0,-5 5 84 15,-8 4-69-15,-2-1-34 0,0-1-1 0,-5 3 4 0,-13-3-29 16,0-2-8-16,-6-1 0 15,-3-3-49-15,-3-1 25 0,-2-6 0 0,2-9 32 16,-9 5-315-16,1-8 153 0,-1-5 61 0,7-6-275 16,-2-1 125-16,7-2 96 0,3-5-586 15,4-2 333-15</inkml:trace>
  <inkml:trace contextRef="#ctx0" brushRef="#br0" timeOffset="676">24947 16207 1052 0,'0'-16'0'0,"0"9"0"0,0 3 0 0,0 4 0 0,0 0 0 0,0 0 0 0,0 10 0 0,0 15 128 0,0 5-47 0,0 11-17 16,0 9 195-16,0 4-114 0,2 11-56 0,-2-1-28 15,0 3 69-15,0-8-40 0,0 18-33 0,0-13 34 16,0-13-30-16,0 6 1 0,-2-6-29 0,2-10-28 16,0-2-8-16,-2-8 36 0,2-9-1 15,-2-5-63-15,2-6 32 0,-2-4 7 0,0-4-43 0,-3-3 32 16,-2 0 0-16,2-4-12 0,-2-13 7 0,1-2-5 15,-1-7-3-15,-1-1-101 16,-1-1 58-16,0-4 20 0,-3 2 0 0,-1 1-100 16,-1 2 63-16,-1 8 20 0,-2 2 1 0,1 6 3 15,-1 6 1-15,-1 4-4 0,-3 1 220 0,0 12-97 16,1 9-46-16,0 2-24 0,3 8 249 0,3-1-119 16,3 2-64-16,5 0-9 0,3-2 59 0,3 0-22 15,0-4-33-15,5-4-3 0,10 5-23 16,2-6 0-16,3-4-1 0,1-4-247 0,3-2 123 15,1-4 71-15,5-1-569 0,1-6 288 16,0 0 144-16,3-2 27 0,-2-10-362 0</inkml:trace>
  <inkml:trace contextRef="#ctx0" brushRef="#br0" timeOffset="677">25402 16731 472 0,'7'-24'0'0,"-5"10"0"0,1 0 0 0,-3-3 0 0,0 0 0 0,-3 5 0 0,-10-1 342 0,-3 5-155 0,0 3-77 0,-5 3-38 16,-5 2 184-16,-3 5-103 0,1 10-65 16,-2 5 104-16,2 7-79 0,-1 0-41 0,9 1 1 15,5-4 159-15,0 6-104 0,7-4-47 0,8 1 130 16,0-3-89-16,0-2-44 0,12-1-15 0,9 2 13 16,-1-4-22-16,6-1 0 0,-1 0-44 0,1 0 1 15,-3 3 30-15,-3-1-9 0,-2 4-105 16,-7-1 52-16,-2 4 28 0,-5-1-1 0,-4-2-104 15,0 7 61-15,-13-7 1 0,-7 0 28 0,-1-3-105 16,-4-4 56-16,2-6 1 0,-9 1-28 16,6-6 17-16,-1-5 24 0,7-1-224 0,-1 0 118 15,5 0 49-15,0-4 38 0,7-3-401 0,4-3 214 16,1-1 109-16</inkml:trace>
  <inkml:trace contextRef="#ctx0" brushRef="#br0" timeOffset="678">25617 16804 1239 0,'-7'-3'0'0,"-3"-5"0"0,5 5 0 0,1 0 0 0,0 2 0 0,4-2 0 0,0 3 0 0,0 0 270 0,0 0-119 0,13 0-59 0,14 0-21 15,1 0 287-15,6 0-163 0,7 0-80 0,-7 0-42 16,5 0 78-16,-1 0-51 0,-3 0-38 0,-1 0-196 16,-1 0 83-16,0 0 42 0,-4 0-175 0,-7 0 116 15,2 0 47-15,-6 0 26 0,-4 4-615 0,-5 4 228 16,-7-1 180-16,-2-2 42 0</inkml:trace>
  <inkml:trace contextRef="#ctx0" brushRef="#br0" timeOffset="679">25689 17051 1502 0,'-6'3'0'0,"4"5"0"16,2-3 0-16,0-2 0 0,2-1 0 0,9-2 0 0,3 0 0 0,4 0 250 0,5 0-109 0,3 0 160 0,-3 0-39 0,7-2-119 0,-2-3-55 16,-2 2-350-16,4-1 147 0,0 2 74 0,0 0 46 15,0 2-357-15,-11 0 193 0</inkml:trace>
  <inkml:trace contextRef="#ctx0" brushRef="#br0" timeOffset="680">26744 16513 673 0,'0'-20'0'0,"0"2"0"0,-4 7 0 0,2 2 0 0,-1-1 0 0,-1-2 0 0,-1 2 0 0,-2-2 70 0,1 2 1 16,3-1-30-16,0-4-2 0,-4 2-6 15,4-1 0-15,0 0-1 0,-1 0-23 0,-3-2 8 16,2 3 16-16,-3 2 0 0,2 3-40 0,-6-1 39 16,1 8 1-16,-4-2 7 0,-4 3 7 0,-2 6-22 15,0 10 6-15,-1 5 22 0,0 6 0 0,1 3-17 16,4 1-6-16,1 4 59 0,2 8-27 0,7-5-1 16,2 6 103-16,4-6-57 0,1 11-41 0,0-2 0 15,0 0 132-15,0 2-83 0,1 1-41 16,2-1 99-16,1 2-75 0,-2 0-32 15,-1 1 0-15,-1 2 28 0,0 0-31 0,0-8 9 16,0 8-14-16,0-10-25 0,0-6 0 0,-3-1-1 16,-1-4-22-16,-2-4 9 0,-2-2 13 0,-1-6 1 15,-1 0-106-15,-4-6 53 0,3-2 27 0,-3-1-231 16,-2-6 118-16,-3-2 37 0,2-1 38 0,-3-3-296 16,4 0 146-16,1 0 57 0,0 0-226 0,0-3 159 15,6 0 79-15,0-4 40 0,4-1-123 16,5-3 85-16,0-1 38 0,0 2 1 15,12-4-236-15</inkml:trace>
  <inkml:trace contextRef="#ctx0" brushRef="#br0" timeOffset="681">26756 17069 1150 0,'0'-19'0'0,"0"7"0"0,0 9 0 0,0 1 0 0,0 2 0 0,0 0 0 0,2 0 156 15,-1 0-61-15,2 4-31 0,2 9 222 0,-2 7-131 16,1 5-61-16,-3 3-30 0,3 7 49 0,-3-2-40 16,-1 5 9-16,0-1-18 0,0 1 0 0,-8-2-31 15,-3-3 0-15,2-1-5 0,-3-8 13 0,3 1-8 16,-3-5-19-16,5-4 19 0,2-8 0 0,-2 2 0 16,4-5 69-16,2 0-39 0,-1-5 0 0,2 1-30 15,0 0 46-15,0 2-23 0,9-3 8 0,6 0-31 16,7 0 63-16,0 0-32 0,4 0 1 15,0-4-63-15,-4-3 39 0,6-2-8 16,-9 3-208-16,4-1 104 0,-3-1 51 0,-3 4 27 16,-2 0-524-16,-3 2 256 0,-1 2 93 0,-1 0 74 15,3 0-306-15</inkml:trace>
  <inkml:trace contextRef="#ctx0" brushRef="#br0" timeOffset="682">27496 16445 633 0,'0'-22'0'0,"0"4"0"0,0 6 0 0,0 2 0 0,-2 1 0 0,-4 2 0 0,0 1 185 16,-6 0-76-16,2 5-38 0,-2 1 60 0,1 0-49 15,-2 5-16-15,-4 13-9 0,1 6 92 0,2 5-58 16,-3 13-29-16,4-1 0 0,1 6 99 0,5 3-69 16,3 2-29-16,4-1 164 0,0 3-98 0,0-4-48 15,4-7-15-15,10 8 45 0,0-8-38 0,2-2-1 16,0 1-39-16,0-3-33 0,-2-5 9 0,5 7 23 16,-4-9-219-16,0 0 110 0,1 0 55 0,3-4 27 15,-2-1-518-15,6-5 211 0,0-1 145 16</inkml:trace>
  <inkml:trace contextRef="#ctx0" brushRef="#br0" timeOffset="683">27820 16300 175 0,'-7'-1'0'16,"1"-4"0"-16,3 4 0 0,1-1 0 0,-3 2 0 0,5 0 271 0,0 0-119 0,-2 0-60 0,2 0 57 0,0 11-58 0,0 1-21 15,0 1-8-15,7 1 179 0,1 1-104 0,4 1-52 16,0-1 156-16,2 2-108 15,0-4-50-15,-1 1-25 0,1 0 64 0,-2 1-44 16,-1-2-14-16,1-2-9 0,-4 3-90 0,2-3 34 16,-1 2 0-16,-2-1-252 0,-4-3 152 0,3 2 62 15,-2-3 36-15,1-1-236 0,0-1 80 0,0-1 81 16,2-2-471-16</inkml:trace>
  <inkml:trace contextRef="#ctx0" brushRef="#br0" timeOffset="684">28135 16310 868 0,'0'-3'0'0,"3"2"0"0,-3 1 0 0,0 0 0 0,0 4 0 0,-7 6 0 0,-1 3 0 0,-3 8 342 0,-3 2-155 0,-2 5-77 0,-3 3 222 16,-1 3-141-16,-5 7-84 0,0-4-37 0,1 3 74 16,-3-1-56-16,4-1-28 0,1-9-51 0,0 4-8 15,-1-5 32-15,5-2 0 16,-1-3-203-16,6-7 102 0,2-5 58 0,5-2 18 15,2-4-353-15,1-3 126 0,3-2 112 0,3 0-434 16,13-2 245-16</inkml:trace>
  <inkml:trace contextRef="#ctx0" brushRef="#br0" timeOffset="685">28341 16222 1658 0,'0'-11'0'0,"3"7"0"0,9 2 0 0,1-1 0 0,2 0 0 0,5 1 0 0,5 1 0 16,2 1 0-16,6 0 0 0,1 0 220 0,-1 0-94 0,1 0-46 0,-1 0 29 0,0 0-42 0,-4 1 0 15,0 1-35-15,-9 1-177 0,4 0 88 0,-8 1 53 16,0-2-325-16,-7-2 181 0,-2 1 90 16,-3-1 45-16,-1 3-244 0,-3-3 63 0,0 0 92 0,-7 0-190 15,-11 0 33-15</inkml:trace>
  <inkml:trace contextRef="#ctx0" brushRef="#br0" timeOffset="686">28386 16140 1065 0,'-10'0'0'0,"5"0"0"16,1 0 0-16,1 0 0 0,2 0 0 0,1 9 0 0,0 5 0 0,0 11 0 0,0 2 183 0,1 3-76 0,2 6-28 0,1 8 156 0,-1-5-102 15,-1 4-49-15,-1-1-26 16,-1-1 48-16,0-5-28 0,0 0-8 0,0-2-38 15,0-5-16-15,0-9 17 0,0 2-1 0,0-9-56 16,-3-2 24-16,-2-3 1 0,-2-7-38 0,-4-1-32 16,-1 0 50-16,-1-3 35 0,-1-10-224 0,-1-6 107 15,0-1 26-15,-1-1 35 0,0-2-140 0,3 1 70 16,-2-7 27-16,2 3-4 0,4 7 27 0,0 0 0 16,3 8 28-16,-1 2 18 0,4 3 8 0,0 4-26 15,-2 2 69-15,3 0 19 16,-3 14-45-16,1 4-30 0,1 6 140 0,-2 2-70 15,4-3-16-15,0 2-24 0,1-3-54 0,0 1 40 16,0 0 30-16,1-7-24 0,7 2-140 0,4-6 68 16,4-4 35-16</inkml:trace>
  <inkml:trace contextRef="#ctx0" brushRef="#br0" timeOffset="687">28455 16449 1529 0,'1'-4'0'0,"7"3"0"0,-3 1 0 0,1 0 0 0,1 0 0 0,0 5 0 0,0 4 0 0,2 1 0 0,2 2 0 0,-2 1 190 0,3-1-79 0,-4 2-39 16,2 1-81-16,0-1 17 0,-1 0 0 0,0-1-405 15,-2-2 215-15,3-1 107 0,-2-4 62 0,1 1-252 16</inkml:trace>
  <inkml:trace contextRef="#ctx0" brushRef="#br0" timeOffset="688">28739 16344 492 0,'3'-17'0'0,"-1"8"0"0,0 1 0 0,-1 4 0 0,3 2 0 0,-4 0 0 0,0 2 0 0,0 2 445 16,-7 14-198-16,-8 5-112 0,-2 5 148 0,-4 5-126 15,-4 4-62-15,-2 4-31 0,5-5-43 0,-8 10-9 16,4-4 21-16,3-3-341 0,3-7 170 0,1 4 86 16,3-5 50-16,1-5-483 0,1-6 243 0</inkml:trace>
  <inkml:trace contextRef="#ctx0" brushRef="#br0" timeOffset="689">27748 16883 1161 0,'-19'-6'0'0,"9"2"0"0,1 3 0 0,4-1 0 0,3 2 0 0,-2 0 0 0,4 0 0 0,0 0 340 0,5 2-153 0,14 9-78 15,5-2 245-15,12 0-153 0,13 1-88 0,15-4-40 16,-1-4 64-16,9-2-52 0,5 0-26 0,0-2 8 16,2-9 28-16,2 1-31 0,12-1 0 0,-21 3-64 15,3 3 1-15,-13 1 40 0,0 1-8 0,-8 0-222 16,-7 1 111-16,-11 2 56 0,-4 0 27 0,-9 0-162 16,-1 0 87-16,-8 0-22 0,-7 0-334 0,-3 0 185 15,-4 0 104-15,0 0 44 16,-11 6-271-16,-9 1 166 0,-4 0 82 0</inkml:trace>
  <inkml:trace contextRef="#ctx0" brushRef="#br0" timeOffset="690">27958 17033 1653 0,'-14'-6'0'0,"9"6"0"0,5 0 0 0,0 0 0 0,0 0 0 0,12 0 0 0,11 3 0 0,9 2 251 15,12-2-109-15,2-3-47 0,6 0 122 0,5 0-93 16,0 0-45-16,2-1 191 0,-4-1-119 16,2-3-50-16,-7 4-39 0,-5-3-40 0,-8 2 11 0,0 1 0 15,-5-1-313-15,-7 0 166 0,-2 0 68 0,-9 1 40 16,-5-2-459-16,-4 3 205 0,-3 0 135 16,-2 0-14-16,-5 0-202 0,-11 3 153 0,-9 2 78 15,-2 2-291-15</inkml:trace>
  <inkml:trace contextRef="#ctx0" brushRef="#br0" timeOffset="691">27967 16992 1229 0,'-8'2'0'0,"0"1"0"0,6 8 0 0,-5 3 0 0,4 2 0 0,-4 4 0 0,4 4 0 0,0 4 0 0,1 6 367 0,2 2-168 0,0-1-74 0,-2 1-51 16,2 1 75-16,0-2-58 0,0-3-29 0,-3 1-53 15,3-6 32-15,-4-2-8 0,1-3-1 0,-2-6-111 16,-1-3 56-16,1-6 28 0,-2 1-141 0,-7-6 80 16,1-2 45-16,-4 0 21 0,2-2-217 0,-6-12 103 15,7 0 9-15,-7-4 41 0,3-6-71 0,2 0 46 16,-1-1 22-16,2-2 1 0,1 4 15 0,2 3 8 16,-1 2 0-16,5 9 36 15,0 2 0-15,-2 5-36 0,1 2 189 0,2 0-88 0,0 9-34 16,-2 6-28-16,4 5 110 0,-2 6-60 15,2-7-11-15,2 4-20 0,3 0-87 0,0 1 36 16,0-6 20-16,0-4-356 0,6-1 172 0,4-6 92 16,6-2 32-16,2-5-180 0,3 0 100 0</inkml:trace>
  <inkml:trace contextRef="#ctx0" brushRef="#br0" timeOffset="692">27858 17261 697 0,'11'-21'0'0,"2"5"0"0,4 5 0 0,3 0 0 0,0 2 0 0,0 3 120 0,2 2-44 0,-4 4-21 15,3 0 213-15,-1 0-122 0,-1 5-56 0,-2 8-29 16,-2-1 46-16,-1 4-37 0,-6-2 9 0,0 5-47 16,-6-2-46-16,-2 2 23 0,0 3-1 0,-6-1-103 15,-13-1 71-15,-1 0 25 0,-5-2-1 0,-1-1-41 16,0-4 32-16,1-2 7 0,-6-3-200 0,5-2 101 16,6-2 18-16,-2-4 37 15,3 0-204-15,8 0 101 0,3-6 62 0,8-10 27 16,0-5-183-16</inkml:trace>
  <inkml:trace contextRef="#ctx0" brushRef="#br0" timeOffset="693">28147 17165 1173 0,'8'-6'0'16,"-7"5"0"-16,-1 1 0 0,0 0 0 0,-9 7 0 0,-7 6 0 0,2 4 0 0,-4 5 207 0,4 1-88 0,2-1-42 0,2 2 234 0,3-2-139 0,6 0-61 15,1-1 24-15,0-3-52 16,4 1-24-16,10-4-1 0,4-2-107 0,1 0 49 15,6-2-8-15,0-8 40 0,3 2-363 0,-1-4 182 16,-2-1 91-16,-1 0-583 16,6 0 315-16,-5-2 103 0,-7-14 94 0</inkml:trace>
  <inkml:trace contextRef="#ctx0" brushRef="#br0" timeOffset="694">28282 17268 1551 0,'-10'-4'0'0,"4"2"0"0,2 1 0 0,1 1 0 0,3 0 0 0,0-3 0 0,0 3 0 0,18 0 0 0,1 0 214 0,6 0-90 0,-2 0-46 16,4 0 46-16,-5 0-37 0,8 0-32 0,-3 0 1 16,-4 0-238-16,-1 0 108 0,-1 0 53 0,-2 0-430 15,-3 0 238-15,-7 0 123 0,-2 0 61 0</inkml:trace>
  <inkml:trace contextRef="#ctx0" brushRef="#br0" timeOffset="695">28416 17106 1000 0,'-10'-9'0'0,"5"5"0"0,-2 2 0 0,4 2 0 0,0 0 0 0,1 2 0 0,2 15 0 0,0 6 167 16,0 3-67-16,0 3-34 0,-3 5 188 0,-3 2-115 15,3-2-53-15,-2 1-27 0,-1-1 14 0,-1 0-40 16,2-4 8-16,-2 1-195 0,4-5 93 16,1-5 47-16,2-4 24 0,0 1-432 0,0-9 236 15</inkml:trace>
  <inkml:trace contextRef="#ctx0" brushRef="#br0" timeOffset="696">28551 17234 778 0,'4'0'0'0,"1"0"0"0,2 0 0 0,1 7 0 0,-3-1 0 0,2 5 385 0,-2-1-180 0,3 3-86 0,0-1-43 16,1 0-8-16,1 2 1 0,-1-3-29 15,2-1-256-15,1-2 124 0,1-1 62 16,4-1 32-16,-5-4-576 0</inkml:trace>
  <inkml:trace contextRef="#ctx0" brushRef="#br0" timeOffset="697">28839 17140 1016 0,'4'-15'0'0,"-2"9"0"0,-2 0 0 0,0 5 0 0,0 1 0 0,0 0 0 0,0 19 0 0,-12 8 190 0,-8 11-79 0,0 6-39 15,-6 2 305-15,-8 15-176 0,-1-7-84 0,1 5-42 16,-1-1 52-16,3-1-47 0,2-2-15 0,1 9-135 15,8-13 51-15,3-1 27 0,8-4-1 0,4-17-598 16</inkml:trace>
  <inkml:trace contextRef="#ctx0" brushRef="#br0" timeOffset="698">29363 16769 1519 0,'-18'-2'0'0,"15"-4"0"0,1 6 0 16,2 0 0-16,0 1 0 0,2 5 0 0,5 0 0 0,5-3 0 0,7 0 0 0,7 0 206 0,2 0-87 0,-3-3-35 0,7 0 55 0,-6 0-53 0,3 0-26 15,-2 0-1-15,-1 0-220 0,-4 0 105 0,2 0 41 16,-4 0-177-16,-2 0 113 16,-1 0 55-16,-3 0 29 0,-5-3-588 0</inkml:trace>
  <inkml:trace contextRef="#ctx0" brushRef="#br0" timeOffset="699">29879 16252 1209 0,'0'-19'0'0,"2"11"0"0,8 5 0 0,1 0 0 0,3 2 0 0,1 0 0 0,1 1 0 0,8 0 241 0,1 0-104 0,1 5-52 0,-1 4-26 16,-1 4 195-16,1 2-115 0,-3 2-53 0,-3 4-31 15,-6 0 1-15,-6 2-23 0,-6 0 8 0,-1 8-97 16,0-3 44-16,-11 0 22 0,-8 0-133 0,0-2 77 16,-7-1 48-16,1-3-8 0,3-5-243 15,-5-3 125-15,4-3 25 0,3-4-85 0,0-3 46 0,5-2 57 16,0-2 24-16,6 0-211 0,5-10 118 16,4-12 58-16</inkml:trace>
  <inkml:trace contextRef="#ctx0" brushRef="#br0" timeOffset="700">30282 16054 1215 0,'0'-2'0'0,"-8"2"0"0,-2 4 0 0,-9 13 0 0,-1 3 0 0,1 6 0 0,-7 5 0 0,8 5 0 0,0 3 374 0,1 1-171 0,8-6-84 16,1 3-36-16,7-1 127 0,1-3-88 15,0-2-45-15,3-3-29 0,12-4-15 0,3 1 8 16,6-6-9-16,0-3-167 0,7-2 84 0,4-6 41 15,0-2-355-15,-1-3 206 0,4-3 72 0,-3 0 55 16,-1-3-609-16</inkml:trace>
  <inkml:trace contextRef="#ctx0" brushRef="#br0" timeOffset="701">30587 16084 763 0,'8'-5'0'0,"9"3"0"0,7 2 0 0,1 0 0 0,-2-2 0 0,5 2 0 0,3 0 403 16,2 0-185-16,6 0-93 0,-4 0 105 16,3 0-91-16,-3 0-57 0,-3 0-24 0,-2 2-223 0,-6 0 99 15,0-1 50-15,-6 2 32 0,-5-2-395 16,-3 2 197-16,-5 0 99 0,-3 0-377 0,-2-2 216 0</inkml:trace>
  <inkml:trace contextRef="#ctx0" brushRef="#br0" timeOffset="702">30633 16004 754 0,'-11'-2'0'0,"6"2"0"0,5 0 0 0,0 13 0 0,0 10 0 0,0 3 0 0,0 5 0 0,2 14 187 0,-1-1-77 0,1 3-38 16,0 3 243-16,-2 2-140 16,0-10-64-16,0 14 90 0,0-8-84 0,0-3-42 15,0-7-21-15,0-1-58 0,0-9 45 0,0 1-8 16,0-6-1-16,-2-9-162 0,0-5 81 0,-1-1 41 15,-2-6-99-15,0-2 66 0,-1 0 37 0,-3-10-14 16,-1-5-242-16,0-5 85 16,-2-2 75-16,-3-5-95 0,1-1 81 0,1 1 41 0,-2 1-1 0,2 8 11 15,2 0 22-15,-3 5 8 16,2 5 1-16,4 7 74 0,-6 1-37 0,5 0-1 0,0 1-45 0,-1 13 159 16,3 3-75-16,-1-1-9 15,5 4 72-15,-3-2-33 0,6 1-38 0,0-1 19 16,0 0-222-16,6-3 95 0,5-2 39 0</inkml:trace>
  <inkml:trace contextRef="#ctx0" brushRef="#br0" timeOffset="703">30707 16390 504 0,'16'-15'0'0,"0"7"0"0,2 3 0 0,-2 4 0 0,-2 1 0 0,-3 0 321 15,-1 1-145-15,0 12-71 0,-2 2 165 0,-6 6-123 16,1 4-57-16,-3 1-29 0,0 0 21 0,-9 0-24 15,-4-3 7-15,0 5-96 0,-5-5 31 0,3-6 1 16,-2 2 32-16,1-6-195 16,-3-5 106-16,1 1 41 0,-1-7 23 0,6-2-331 0,-1 0 167 0,5 0 30 15,2-5-248-15,1-5 171 0</inkml:trace>
  <inkml:trace contextRef="#ctx0" brushRef="#br0" timeOffset="704">30917 16327 596 0,'3'0'0'0,"0"0"0"0,-1 0 0 0,-2 2 0 0,0 5 0 0,-5 5 0 0,-14 1 0 0,3 3 342 0,-3 5-154 0,3 0-78 0,2-4 217 15,4 3-152-15,2 1-70 0,5 0 91 0,3-2-82 16,0-2-40-16,2 1 8 0,12-2-102 0,7-1 26 16,2-2 0-16,0-4 27 15,6-2-289-15,-4-1 153 0,5-2 63 0,-3-1-189 16,-5 1 86-16,-1-3 80 0,1 4-37 0,-12-2-432 15</inkml:trace>
  <inkml:trace contextRef="#ctx0" brushRef="#br0" timeOffset="705">30180 16727 945 0,'-27'0'0'0,"13"0"0"0,2 0 0 0,3 0 0 0,6 0 0 0,3 2 165 0,0 2-66 16,16 1-33-16,13 3 155 0,18 0-98 0,14-3-46 16,2-3-21-16,7-2 253 0,6 0-138 0,-12 0-61 15,20 0 7-15,-8 0-42 0,-3-2-22 0,3-2 1 16,-6 0-93-16,-14 2 45 16,2 1-9-16,-6-1-284 0,-12 0 161 0,0 2 79 15,-13 0 48-15,2 0-177 0,-10-3 41 0,0 3 70 16,-13 0-281-16,-1-1 157 0,-3 1 70 0,-2 0 47 15,-2 0-178-15</inkml:trace>
  <inkml:trace contextRef="#ctx0" brushRef="#br0" timeOffset="706">30180 16930 1383 0,'-20'0'0'0,"7"0"0"0,8 0 0 16,5 0 0-16,0 2 0 0,0 3 0 0,11-1 0 0,16 2 136 0,8-1-43 0,18-2-34 0,9 0 298 0,1-3-162 16,2 0-81-16,0 0-41 0,-8 0 85 0,5 0-67 15,-6 0-29-15,-5 0-134 0,3 0 53 16,-4 0 25-16,-8 0 9 0,0 0-297 16,-7 0 157-16,-8 0 79 0,-6 0-178 0,-5 0 126 15,-8 0-3-15,-1 0 53 0,-7 0-409 0,0 0 212 16,-17 5 107-16</inkml:trace>
  <inkml:trace contextRef="#ctx0" brushRef="#br0" timeOffset="707">30155 16919 1204 0,'-11'1'0'0,"0"6"0"0,6 3 0 0,4 4 0 0,-3 0 0 0,4 5 0 0,0 6 0 0,0 4 0 0,0 7 215 0,0 2-83 0,0 8-53 15,0-3 167-15,0-1-106 0,-5 1-54 0,-1-5-18 16,-5 1-11-16,5-3 1 0,-4-4-26 0,5-9-59 16,-4-3 29-16,4-4 9 15,-3-6 22-15,2-4-159 0,-1-2 79 0,-3-4 40 16,1 0-178-16,0-7 81 0,-2-11 55 0,1-4-9 16,-1 0-50-16,-1-4 19 0,0-2 33 0,-2-1-24 15,1 1 20-15,2 3 28 0,-1 8-1 0,-1 4 52 16,0 2-26-16,2 9-8 0,0 1-17 0,-3 1 181 15,1 5-87-15,-1 14-28 0,2 1-28 0,3 0 107 16,-4 7-58-16,5-3-7 0,3-2-96 0,2 0 37 16,3 0-1-16,0-1 43 0,0-4-177 0,5-2 78 15,10-2 37-15,3-5-458 0,6-4 229 16</inkml:trace>
  <inkml:trace contextRef="#ctx0" brushRef="#br0" timeOffset="708">30196 17240 823 0,'16'-16'0'0,"6"7"0"0,-2 2 0 0,3 0 0 0,-1 1 0 0,0 4 0 0,-1 2 224 0,3 0-96 0,-3 2-47 16,-4 9-24-16,-1 3 109 0,-5 3-71 0,-4 4-31 15,0-2-33-15,-5 8 2 0,-2-4-1 0,-2-2 9 16,-15 7-47-16,-3-1-1 16,-3-5 40-16,-4 1-92 0,0-4 47 0,0-2 30 15,-3-4-8-15,3-4-173 0,5-3 92 0,3-5 6 16,1-1-229-16,10 0 115 0,0 0 82 0,7-7 9 15,1-14-229-15</inkml:trace>
  <inkml:trace contextRef="#ctx0" brushRef="#br0" timeOffset="709">30503 17137 722 0,'9'-6'0'0,"-7"6"0"0,-1 0 0 0,-1 7 0 0,-8 9 0 0,-14 4 0 0,2 2 297 0,2 2-133 0,-1 5-65 0,4 1 151 16,1-1-101-16,5-4-61 0,4 2-28 0,3-6 193 15,2 1-110-15,0-3-55 0,8-1-84 0,7-6 29 16,5-2-1-16,4-2 1 0,3-2-337 0,-1-6 168 16,4 0 92-16,0 0 35 0,0-2-525 15,-1-3 270-15,-1-4 56 0</inkml:trace>
  <inkml:trace contextRef="#ctx0" brushRef="#br0" timeOffset="710">30642 17268 1053 0,'-17'-7'0'0,"4"4"0"0,7 0 0 0,-1 0 0 0,1 2 0 0,5-1 0 0,1-2 156 0,0 2-65 16,9-1-29-16,7-1 82 16,3 2-55-16,0-1-28 0,5 2 47 0,-2 1-42 0,0 0 0 0,-1 0-33 15,1 0-292-15,0 0 146 0,-2 0 81 0,-2 0 29 16,-5 1-401-16,-2 2 217 16,-3-3 32-16</inkml:trace>
  <inkml:trace contextRef="#ctx0" brushRef="#br0" timeOffset="711">30746 17090 718 0,'-12'-14'0'0,"3"7"0"0,0 3 0 0,4 2 0 0,-2 2 0 0,4 0 0 0,1 7 111 0,1 10-44 0,1 8 1 0,0 3 91 15,0 2-63-15,0 2-31 16,-2 6 157-16,1-1-99 0,-1 1-45 0,-4-2-23 16,6-2-109-16,-2-9 51 0,2 1 14 0,0-2 0 15,0-6-288-15,2-4 156 0,4-3 76 0,2-8-475 16</inkml:trace>
  <inkml:trace contextRef="#ctx0" brushRef="#br0" timeOffset="712">30863 17191 1414 0,'0'-4'0'0,"0"3"0"0,0 1 0 0,5 0 0 0,2 0 0 0,0 0 0 0,1 5 0 15,2 2 0-15,2 3 155 0,1-1-62 0,1 3-30 0,-3-1 10 0,1 1 8 16,0 2-48-16,1-1 0 0,-1 0-349 0,-2 0 174 15,1-1 87-15</inkml:trace>
  <inkml:trace contextRef="#ctx0" brushRef="#br0" timeOffset="713">31220 17048 991 0,'3'-11'0'0,"-1"4"0"0,1 6 0 0,-3 1 0 0,0 0 0 0,-13 14 0 0,-9 13 0 0,2 8 457 0,-6 6-212 0,-4 4-106 15,-1 1 82-15,-1 7-86 0,-5 8-55 0,2-7-24 16,-1 1 47-16,5-10-35 0,0 3 0 0,5-10-284 16,-1 7 121-16,11-15 63 0,-1 0 33 0,6-8-425 15,0-2 229-15,8-5 92 0,1-5 61 16,2-4-553-16</inkml:trace>
  <inkml:trace contextRef="#ctx0" brushRef="#br0" timeOffset="714">31596 16464 1412 0,'2'-20'0'0,"9"9"0"0,10 11 0 0,1 0 0 0,-3 8 0 0,0 2 0 0,-2 1 108 0,-4 6-37 16,-3 3 8-16,1 5 201 0,-5 5-123 0,-3 4-62 15,-3 3-31-15,0 1 74 0,-3-1-44 0,-14 7-34 16,-1-7-77-16,-7 1 26 0,1-5-1 0,-4 0 25 15,2-7-190-15,-9 4 91 0,7-8 50 0,-9 5-334 16,7-9 161-16,-2-3 98 0,-1 0-4 0,8-2-161 16,5-2 101-16,1-3 62 0,8-4 29 0</inkml:trace>
  <inkml:trace contextRef="#ctx0" brushRef="#br0" timeOffset="715">32023 16786 343 0,'-12'-6'0'0,"7"-6"0"0,2 9 0 0,3-1 0 0,-3-3 0 0,-2-3 344 0,0 1-156 16,-6-3-78-16,5 2-38 0,-4 1 66 0,4-1-45 15,-5 0-34-15,3 0 18 0,0 3-23 0,-3 2 1 16,3 0-23-16,-3 4 40 0,-5 1-40 0,0 6 1 16,-3 14-20-16,-5 13 20 0,2 6 0 0,3-2 8 15,-2 12 13-15,5-6 0 16,4 0-21-16,7-8 0 0,2 5 57 0,3-4-20 16,0-4-9-16,0-6-68 0,3-5 0 0,9-4 40 15,-2-6 0-15,7-8-49 0,-2-3 20 0,5 0 1 16,1-14-170-16,1-13 93 0,2-9 36 0,-2 4 9 15,2-14-201-15,0-1 111 0,-3-2 30 0,-4-3-103 16,5-11 73-16,-4 11 34 0,1-18 30 0,3 2-5 16,-1-3 0-16,-2 0 25 0,3-1 0 0,-2 13 29 15,-3 0 8-15,-7 22-37 16,-5 12 59-16,-2 11-29 0,-1 1 0 0,-2 12-38 16,0 5 340-16,-14 30-133 0,-2 9-86 0,-8 13-5 15,2 5 202-15,1-4-99 0,-1 20-77 0,3-5 83 16,6-2-76-16,2-3-37 0,3-2-1 0,4-10-63 15,2 5 26-15,0-5-1 0,2-1-143 0,0-5 72 16,0-2 36-16,0-9 8 0,7-1-497 0,4-5 220 16,0-8 137-16</inkml:trace>
  <inkml:trace contextRef="#ctx0" brushRef="#br0" timeOffset="716">32460 16635 959 0,'-10'-25'0'0,"1"14"0"0,3 3 0 0,3 3 0 0,-5-2 0 0,-5 4 83 0,-6 3-34 0,-5 0 0 16,-6 20 202-16,0 2-109 0,4 4-46 0,-5 10-36 15,7-1 77-15,11-2-52 16,3 5-26-16,3 0 0 0,7-2 202 0,0 0-119 16,17 0-54-16,2-5 126 0,2 1-91 0,3 0-44 15,-1-3-16-15,1-1-7 0,-5-2-23 0,-3 1-1 16,-3-2 1-16,-10-4-121 0,0 2 69 0,-3-3 21 15,-3 1-80-15,-16-4 55 0,-8-2 28 0,-3-4 0 16,-4-2-181-16,-1 0 50 0,-1-6 64 0,6-2-434 16,11-1 232-16</inkml:trace>
  <inkml:trace contextRef="#ctx0" brushRef="#br0" timeOffset="717">32576 16780 903 0,'-7'0'0'0,"3"0"0"0,4-3 0 0,-3 3 0 0,3 0 0 0,0 0 0 0,0 0 160 0,0 0-64 16,3 0-31-16,6 0 306 0,4 0-173 0,1 0-82 16,1 0 76-16,2 0-79 0,1 0-40 0,-1 0 8 15,2 0 152-15,2 0-99 0,-2 0-51 0,-2 0-25 16,1 0 81-16,-2-2-45 15,-1 1-35-15,0-4-64 0,-3 3 0 0,-2 0 38 16,1-1 0-16,-3 2-209 0,-2-1 101 0,-1-1 54 16,0 3-162-16,-2 0 70 0,-1 0 66 0,1 0-29 15,-3 0-469-15,4 0 256 0,-2 0 128 0,-2 5 64 16,0 6-367-16,0 7 208 0,-9-6 115 0</inkml:trace>
  <inkml:trace contextRef="#ctx0" brushRef="#br0" timeOffset="718">32700 17001 601 0,'-17'0'0'0,"4"0"0"0,0 0 0 0,4 0 0 0,-3 0 0 0,3-2 421 16,1-2-194-16,3 3-98 0,2-3-47 0,3 2 493 15,0 2-275-15,0 0-134 0,0 0 170 0,6 0-152 16,10 0-75-16,2 0-30 0,1 0 73 0,4 0-59 16,-5 0-31-16,2 0-11 0,0 0-83 0,0 0 40 15,-2 0-8-15,-2 0-324 0,-2 0 178 0,-1 0 90 16,-2 0 52-16,-2 0-625 15,1 0 312-15,-4 2 74 0,3 0-321 0,-4 0 265 16,0 1 125-16,3 1 75 0,-5-4-136 0</inkml:trace>
  <inkml:trace contextRef="#ctx0" brushRef="#br0" timeOffset="719">33119 16798 659 0,'-3'-3'0'0,"-2"-1"0"0,0 0 0 0,-1 0 0 0,1 1 0 0,-1 0 0 0,1 1 455 0,0 1-211 0,2 1-105 16,-2 0 192-16,-1 0-149 0,-2 9-66 0,2 4-46 15,1 2 165-15,-3 4-101 0,-1 6-51 0,4-1 74 16,2-2-54-16,-2 7-39 0,3-4 0 0,2 1 171 16,0 1-101-16,0-2-51 0,0-4-17 0,0 5 53 15,3-6-43-15,4 0-22 0,5 0-59 0,0-2 38 16,3-4 8-16,0-5-8 15,0 1-90-15,1-5 45 0,2-3 22 0,-2-2-51 16,1 0 44-16,-1-2-7 0,0-11 4 0,3-3-112 16,-5-5 34-16,-1 0 42 0,0-2-13 0,-1-5-56 15,-2 2 30-15,-1-2 29 0,-4-2-5 0,2 0 0 16,-4 0 11-16,-2-2 15 0,1 0 30 0,-2-3-31 16,0 5 0-16,0-3 40 0,-2 1-42 15,-7 2 4-15,1 4 4 0,-3 5 28 0,1 3-25 0,-1 1-4 16,-3 3 6-16,-1 6 115 0,0 3-50 15,2 4-30-15,-3 1 127 0,2 0-72 16,-2 3-24-16,2 13-22 0,-4 2 44 0,5 3-28 16,1 1 0-16,2-4-77 0,1 6 30 0,2-2 0 15,1-1 39-15,6-2-138 0,0-1 59 0,0-3 35 16,0 1-2-16,9-4-608 0,4 2 268 16,1-1 158-16,6 4-649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9:30:45.8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1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42.49017" units="1/cm"/>
          <inkml:channelProperty channel="Y" name="resolution" value="1149.71924" units="1/cm"/>
          <inkml:channelProperty channel="T" name="resolution" value="1" units="1/dev"/>
        </inkml:channelProperties>
      </inkml:inkSource>
      <inkml:timestamp xml:id="ts1" timeString="2020-03-11T09:31:15.200"/>
    </inkml:context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1406 14034 427 0,'0'-2'0'0,"0"0"0"0,0 1 0 0,-2 1 0 0,2 0 0 0,0 0 0 0,-1 0 33 0,1 0-1 0,0 0 18 15,0 0 12-15,0 0 1 0,0 0-22 16,0 0 42-16,0 0-25 0,0-3 0 0,0 3-25 15,0-1 21-15,0-2-14 0,0 2-7 16,1-1 0-16,1-1 21 0,-1 2 0 0,1 0-14 16,3-1 23-16,-3-1-30 15,-1 3 0-15,1-1 1 0,-1-1-1 0,3 0 8 0,-1 2-8 0,0-3 11 16,3 3-11-16,-3-1-1 0,2 1 1 0,0-2-32 16,0 2 32-16,0-1 0 0,2 1-1 15,-4-2-31-15,4 2 0 0,-2 0 31 0,0-2-36 16,1 2 1-16,2-2 28 0,-2 2-6 0,1-3-26 0,-1 3 31 15,5-1-9-15,-3 1-7 16,-2-1 6-16,4-2 5 0,-1 0-1 0,1 3-6 16,-2-1 4-16,3-1 1 0,0 0-1 0,-1 1-15 15,2-1 15-15,-1 0 5 0,5 0-11 0,-3-1 5 16,1-2 0-16,0 2-13 0,-2-1 13 0,5 2 3 16,-4 1-4-16,4-3-4 0,-2 2 3 0,-1 0 1 15,2 0-1-15,1 1 1 0,-2-2-1 0,2 1 0 16,2 1 0-16,-3-2 3 15,3 2-3-15,0-2 3 0,0 0-4 0,0-1 1 16,0 0 0-16,0 1 0 0,5-1-3 0,-7 1 6 16,4 0-3-16,0 2-20 0,-2-2 19 0,1 2 1 15,0-1-2-15,2 2 8 0,-2-2-8 0,0 2 1 16,-2 0-2-16,1 0-11 0,1 0 11 0,2 0 3 16,-2 0 12-16,3 0-14 0,2 0 0 0,0 0 36 15,1 0-34-15,-3 0 3 0,7 0-3 0,-5 0 29 16,2 0-26-16,1-2-2 15,-3 2 4-15,-2 0-2 0,7 0 2 0,-6 0-2 16,0 0 6-16,1 0-13 0,-3 2 9 0,2 2 3 16,2-3-4-16,-1 2-1 0,0-3 0 0,-1 0 1 15,3 0-14-15,-5 0 17 0,9 0-5 0,-6 0-29 16,3 0 28-16,-1 0 1 0,-3 0 2 0,3 0-26 16,-4 0-2-16,0 0 24 0,-2 0-4 0,4 0-13 15,-2 0 13-15,2 0 2 16,2 0-13-16,0 0 11 0,-2 0-5 0,2 0 4 0,-3 0 11 15,6-3-11-15,-4 2-2 0,1-5-22 16,-1 1 23-16,0-1 0 0,-3 2 2 0,8-3-31 16,-4 1 28-16,2 0 0 0,-2 0-1 0,1 1-12 15,-1 2 12-15,5-1-5 0,-4 1 4 0,-2-4-28 16,4 4 26-16,0-1 1 0,-1 2-18 0,1-2 14 16,3 1 1-16,-1-1-2 0,-2-3 2 0,2 3 0 15,0 0 0-15,1-1 0 0,-3 0 0 0,-1 0-1 16,4 1 1-16,-4-2 1 0,1 2-1 0,0 3 0 15,0-3 0-15,-3 2 0 16,3 0 0-16,-4-1 29 0,1 2-28 0,5 0 0 16,-5-2 0-16,1 2 26 0,1-1-25 0,-1-3 2 15,-2 4-1-15,3-3-9 0,-1 1 9 0,-2-2 2 16,-6 2-1-16,8 1-3 0,-7-2 4 0,9 2 0 16,-6-1 1-16,1 1-2 0,-1-2 0 0,0 2-2 15,-2 0 21-15,1 0-19 0,-1 1 0 0,0-1-22 16,-3 2 21-16,2-2 1 15,-2 2 0-15,0-1-16 0,1 1 15 0,-1 0 1 16,1 0-1-16,0 0-9 0,-1 0 9 0,0-3-4 16,2 3-1-16,-2 0 1 0,2-2 2 15,0 2-5-15,-1-1 4 0,-1-2 1 0,3 2 0 0,-4 1-2 16,2-2 2-16,-1-1 0 0,2 2-1 0,-2-1-13 16,1 0 13-16,0 0 0 0,2 0 0 0,-2-1-26 15,-2 0 25-15,3 2-1 16,-1-3-40-16,-2 2 38 0,1 1 1 0,0-2-18 15,1 1 17-15,-1 0-4 0,1 2 3 0,2-3-24 16,-2 3-1-16,0-2 16 0,1 0 6 0,2 2-46 16,-2-2 22-16,1 2-7 0,1 0 26 0,-1-1-43 15,-2 1 5-15,2 0 27 0,-2 0-11 16,0 0 11-16,-4 0 3 0,3 0 15 0,-3 0-16 0,-1 0-6 16,3 0 5-16,-5 0 34 0,2 0-1 0,-5 0-34 15,6 0 3-15,-5 0 43 0,-1 0-1 0,-1 0-29 16,0-3-7-16,-2 1 34 15,-1 1 3-15,0 1-23 0,1-2 27 0,-6 2-28 16,3-2-4-16,-3 2 5 0,-1 0-74 0,2 0 34 16,-2-1-1-16,0 1-38 0,0 0 34 0,0 0-9 15,0-3 30-15,0 0-195 0,-2-4 86 0,-2 3 51 16,-1-2 25-16,0-2-398 0,0 1 216 0,1 1 104 16</inkml:trace>
  <inkml:trace contextRef="#ctx0" brushRef="#br0" timeOffset="242.34">6094 13371 1187 0,'0'-6'0'15,"0"5"0"-15,2 1 0 0,14 0 0 0,8-3 0 0,-2 0 0 0,0 0 0 0,0 0 0 0,1-1 0 0,0 3 127 0,-2-1-52 0,6 2-21 0,-6 0 120 0,5 0-71 16,-3 3-35-16,-3 4 8 0,1 3-9 15,-4 2-34-15,0-3 0 0,-4 2-33 16,-3 2 8-16,-3 0 24 0,-4 2 1 0,-3 4-29 16,0 4 29-16,-12 3-1 0,-11 4 9 0,-9 8-98 15,-5-3 42-15,-13 10 24 0,-6-3-337 0,-4 2 166 16,-8 4 54-16,-10 7-364 0,-1-1 220 0</inkml:trace>
  <inkml:trace contextRef="#ctx0" brushRef="#br0" timeOffset="1448.94">3699 13921 325 0,'0'0'0'0,"0"0"0"0,0 0 0 0,0 0 0 0,0 0 0 0,0 0 166 0,0 0-71 16,0 0-31-16,0 0 55 0,0 0-43 0,0 0-21 16,0 0 8-16,0 0 9 0,0 0-39 0,0 0-1 15,0 0 1-15,0 0 18 0,0 0-10 0,0 0-8 16,-4 2 36-16,-2 5-1 0,-2 5-35 0,-3 1 0 16,0 4-14-16,-6 2 14 0,2-1 0 0,-4 3-32 15,1 3 32-15,-5 1 0 16,-1 5 8-16,-6 6-41 0,0 1-3 0,-2 7 35 15,-8 7-7-15,-2 1-31 0,3-2 18 0,-10 14-6 16,-3-2-12-16,-6 10 3 0,3-1-11 0,0 2 32 16,0-3-39-16,-14 20 35 0,7-9-6 0,-3 1-25 15,-1 1 26-15,1 3 2 0,-1 3-2 0,-1-2 22 16,-1 5-21-16,3-7 0 0,-4-4-1 0,7-2 0 16,9-14 6-16,-6 17-4 0,13-22-1 0,-3 5 81 15,1-4-35-15,4-7-1 0,12-7 16 16,-5-2-33-16,4-5 13 0,3-1-4 15,1-5-16-15,7-8-4 0,-4 2 19 0,4-2-18 16,0-2 6-16,4-2-3 0,4-6 6 0,1-1-38 16,3-2 7-16,2-2 25 0,3-4-25 0,0 1-1 15,3-3 18-15,2-2 3 0,-3-1-45 0,3-2 18 16,0 0-9-16,0 0-58 0,0 0 38 16,0 0 22-16,0 0-12 0,0 0-138 0,0 0 77 0,0 2 39 15,0-1 6-15,0 2-155 16,0-1 69-16,0 0 36 0,0 1-69 0,0 0 61 15,0-2 31-15,0 3-9 0,3-2-188 0,2 1 113 16,3-1 58-16,4-2-186 0,1 0 121 0,5 0 52 16</inkml:trace>
  <inkml:trace contextRef="#ctx0" brushRef="#br0" timeOffset="1726.16">1859 15970 569 0,'0'-45'0'0,"0"17"0"0,0 7 0 0,0 2 0 0,0 5 0 0,-5 0 175 0,-2 4-75 0,1 3-33 16,3 1 136-16,-2 5-85 0,1 0-43 0,2 1-13 16,-1 0 47-16,-1 0-38 0,1 5 0 0,-3 17-60 15,-1 6 0-15,0 6 30 0,-5 13-8 0,0 2-22 16,-4 5 0-16,-3 8 22 0,3-4 0 0,-1-6-12 16,-3 0 12-16,2 1 0 0,3-6 42 0,1-12-21 15,6 1-1-15,1-10 25 16,4-4-9-16,2-7-38 0,1-3 2 0,0-3 33 15,12-7-1-15,12-2-24 0,11-2-8 0,3-14 37 16,15-13-37-16,2-4 0 0,4-9-1 0,4-4-97 16,4 0 44-16,0-1 27 0,-2 3-401 0,0 8 193 15,2 3 105-15,2 8 29 0,5 1-651 0</inkml:trace>
  <inkml:trace contextRef="#ctx0" brushRef="#br0" timeOffset="3569.91">3528 10058 324 0,'-1'-3'0'0,"1"-1"0"0,-4 0 0 0,2 0 0 0,2 3 0 0,-3-1 0 0,1-1 163 16,0 2-65-16,2 1-6 0,0 0-21 0,0 0-9 15,0 0-29-15,0 0 17 0,0 0-17 0,0 0 0 16,0 0 7-16,0 0-20 0,0 0 12 16,0 0 1-16,0 6 0 0,0-1 31 0,0 3-23 15,0 0-8-15,0 4-1 0,0 1 31 16,0 0-30-16,0 1 6 0,-1 3 2 0,-1-2-8 15,1 3 0-15,-1 1 17 0,-1 2-18 0,0-3 1 16,3 2 8-16,-2-2 4 0,2 2-12 0,0 0 0 16,0-2 0-16,0 3 10 0,0 0-2 0,0-1-9 15,0 4 1-15,0 0-30 0,0 4 30 0,2 0 0 16,-2 0 20-16,0 2-20 0,0 0-1 16,0 2-16-16,0 0 15 0,0 2 1 0,0-1 6 15,0 1-36-15,0 0-2 0,0-2 29 16,0 0-2-16,0-2-37 0,0-4 42 0,3 7-5 15,-3-4-2-15,3-1-33 0,-1 2-7 0,-1-1 37 16,1 0-8-16,-1 2-12 0,1-1 11 0,0 4 8 16,1-1-6-16,0-1 6 0,0 0-8 0,-2 0-8 15,3-2 11-15,-1 0-1 0,-1 0 2 0,1-5 0 16,-2 7-1-16,3-5 0 0,-3 1 0 0,1-1-13 16,0-1 12-16,1-1 4 0,0 3-9 15,0-1 4-15,-2-2-1 0,4 3-7 16,-5-5 7-16,2 1 4 0,1 5-4 0,-2-3-6 15,1 0 6-15,0 1 1 0,-1 1-2 0,1-4-16 16,0 4 16-16,1-3 0 0,-2 1-1 0,0 0-16 16,3-1 16-16,-3-1 3 0,3 2-14 0,-1-1 10 15,-3 1-2-15,5-5-7 0,-4 2 7 16,2 1 4-16,-1-1-6 0,0-1 7 0,1 4-6 16,-1-1 2-16,-1-3-2 0,1 1 13 0,0 3-11 15,0-2 0-15,0 1 0 0,1-3-4 16,-3 2 5-16,0-1-3 0,2 0 2 0,1 1 0 15,-2-1 0-15,1-1 1 0,0 1-1 0,-1 0 1 16,3 3-1-16,-1-2 4 0,0 0-4 0,0 1 0 16,-2-1-1-16,1-1-13 0,0 3 13 0,1-1 1 15,-3-1 0-15,3 1-39 0,-1-2 37 16,-1 1 1-16,1 2-9 0,-1-1 5 0,1 0 2 0,-2 2 3 16,2-4-3-16,1 2-3 15,-1 2 1-15,-1-3-5 0,-1-3 5 0,3 2-1 16,-2-1 1-16,1-1-16 0,0 1 15 0,1 3 1 15,-3-7 0-15,2 4 2 0,1-1-3 0,-3 2 1 16,1-2 4-16,1-1-6 0,-2 1 1 0,2 0-14 16,-2-2 14-16,1 1-1 0,-1-1 0 0,2 1-22 15,0-3 22-15,1 2-1 0,-3-2 1 0,1 0-38 16,-1-2 1-16,2 0 31 0,-2-5 3 0,0 1-50 16,0-2 22-16,0-1-7 0,0-2-28 15,0-1 23-15,0-2-1 0,0 1-7 16,0-2-6-16,0 0 27 0,0 0 8 0,0 1-185 15,-3-3 86-15,0 0 43 0,-1 0 14 0,3 0-334 16,1-10 182-16,0-15 91 0,0-11 45 0</inkml:trace>
  <inkml:trace contextRef="#ctx0" brushRef="#br0" timeOffset="4079.53">3528 9981 346 0,'-1'-2'0'0,"-3"1"0"0,-1-3 0 0,1 2 0 0,1 0 157 15,0 0-62-15,0 1-22 0,0 1-10 0,-1 0 0 16,0 0-1-16,-2 0-29 0,1 7 0 0,-3 6 46 16,1 2-47-16,0 2 1 0,-5 7 30 0,3 1-1 15,-2 1-29-15,-1 3 19 16,0 0-20-16,-2 0 1 0,-1 4 0 0,-1-1-38 0,2 0 38 0,-2-2 7 16,2-2-7-16,-2-2-23 15,8-5-1-15,-3 0 24 0,-2-6 0 0,8-2-69 16,-1 1 23-16,0-7-1 0,0 0-51 0,1-4 41 15,3 2 9-15,-1-5 4 0,3 0-124 0,-3 0 67 16,3 0 24-16,0-5-268 0,0-8 135 0,1-1 69 16,9-3 25-16</inkml:trace>
  <inkml:trace contextRef="#ctx0" brushRef="#br0" timeOffset="4329.92">3436 10043 1188 0,'0'-7'0'0,"0"3"0"0,0 2 0 0,0 0 0 0,0 2 0 0,0-2 0 0,0 2 0 0,0 0 0 0,0 0 0 0,2 8 159 0,3 4-63 0,3 0-32 0,5 3 145 15,4 4-88-15,0-3-36 0,6 4-30 0,-1-2 47 16,5-1-35-16,-5 1 1 0,2 0-35 0,-3-3 11 16,4 2-12-16,-9-4 1 0,1 1-58 15,1 1 28-15,-6-5 1 0,-3 3-46 16,0-4 33-16,-4-2 21 0,1-1 1 0,-4-3-107 15,-1-1 42-15,-1 0 17 0,0-2 22 0,0 0-156 16,0 0 81-16,0 0 24 0,-3-7 21 0,-3-3-456 16,-3-2 233-16</inkml:trace>
  <inkml:trace contextRef="#ctx0" brushRef="#br0" timeOffset="8696.44">2154 13963 328 0,'-3'0'0'0,"-1"0"-164"0,1 0 82 0,1 0 41 0,-3 0 41 0,3 0 0 0,-1 0 0 0,1 0 0 15,-1 0-24-15,1 0 26 0,1-3-1 16,-1-2 1-16,-1 1 42 0,1 0-39 16,2-1 1-16,-3 2 3 0,1-3-4 0,1 2 1 15,-2 1 0-15,0 0-24 0,3 1 24 0,-3 0-1 16,1 2 0-16,-1-1 0 0,1 1 0 0,-1 0-1 15,0 0 10-15,-1 0-10 0,3 0 0 0,-2 0 24 16,-3 0 0-16,4 0-22 0,-4 0 1 0,2 0 32 16,1 0-32-16,-3 0 5 0,2-3-3 0,0 3 21 15,1 0-20-15,-2 0 5 16,0 0-3-16,2-2-1 0,0 2 1 0,-2 0 4 16,2 0-19-16,-3 0 15 0,1 0 0 0,2 0-3 15,-1 0-6-15,0 0 9 0,0 0-1 0,1 0 30 16,-4 0-30-16,5 0 0 0,-3 0 0 0,3 0 41 15,-1 0-3-15,0 0-33 0,-2 0-1 0,0 0 38 16,1 0 1-16,1 0-24 0,-4 0 20 0,4 0 4 16,-3 2-30-16,2-2 29 0,1 0-26 0,-1 0 14 15,1 0-13-15,1 0 36 0,-1 3-33 0,1-3 4 16,1 0-4-16,-1 0 31 16,0 0-8-16,1 0-22 0,1 0 1 0,-2 1 7 15,-1 1-7-15,1-2 8 0,2 2-36 0,-1 0 1 16,1-1 27-16,-2-1-1 0,2 0-34 0,0 3 41 15,0-3-7-15,0 0-51 0,0 1 24 0,0-1-10 16,0 0 30-16,0 0-30 0,0 0-5 0,0 0 19 16,0 0 9-16,0 3 2 0,0-2-4 0,0-1-2 15,0 2 15-15,0 2-14 16,0 0 1-16,0-1-4 0,0 1-2 0,0 2 11 16,2 0-3-16,-1-1-9 0,1 1 7 0,3-1 2 15,-2 3-2-15,0-2-24 0,2-2 22 0,-3 0 2 16,5 3-5-16,-4-1 7 0,1-1-3 0,2-2 0 15,-3 4-13-15,4-2 11 0,-4 1-2 0,3-1-13 16,-3-2 15-16,4 3 2 0,-3 0-3 0,3 0 3 16,-1-1-3-16,-1 0 0 0,0-1 0 0,1 3-8 15,2-4 7-15,-3 2 1 0,4 1-4 0,-2 0 12 16,-1 0-10-16,2-1 3 0,0 1 0 0,-2 0-1 16,1 1-2-16,1-1 0 15,1-1 5-15,-4 3-4 0,4 0 1 0,-2-3 1 16,2 0-1-16,1 1-1 0,-4 0 5 0,1-1 13 15,5 1-16-15,-4-2-1 0,2 2 31 0,2 0-30 16,-5-1 4-16,1 3-3 0,2-4 35 0,0 2-34 16,-2 2 4-16,-1 0-3 15,3-3 16-15,0 3-14 0,0-3 2 0,-1 2-18 16,2 0 16-16,-1 0 1 0,-1-3 5 0,2 2-21 16,1-3 14-16,0 1 1 0,-2-1-2 0,1 0 19 15,3 1-14-15,-6-3-4 0,6 3-11 0,-3-2 11 16,1 4-1-16,-3-3 1 0,2 2-24 0,1-2 23 15,0 3-1-15,-1-1-35 0,2-1 33 0,0 2 1 16,-2-3 3-16,1 1-20 0,0-1 13 0,1 1 2 16,0-2-8-16,-1 2 10 15,2-1-4-15,-1-2 0 0,1 1-17 0,-1 2 16 0,-2-3 0 16,5 3-21-16,-5-1 23 0,1 2-3 16,1-1 0-16,1 0-26 0,-1 0 25 0,-2-1 0 15,2 1 0-15,0-1-28 0,1 1 25 0,-1 0 1 16,2-2-4-16,-2 1-7 0,0 1 7 0,1-2 2 15,-1 1-16-15,1-1 15 0,-3 2-2 0,3-2 2 16,-2 0-1-16,1 2 0 0,-1-2-2 0,4 0 7 16,-2-1-6-16,1 1 1 0,-1 0 0 15,0-2 0-15,2 0 0 0,0 3 0 16,0-3 1-16,0 1 3 0,1 1-3 0,-4-2 1 16,4 0-8-16,-2 0 6 0,2 2 1 0,-4 0-7 15,4-1 6-15,-4-1 0 0,3 3 0 0,-2-3-3 16,5 0 3-16,-6 2 0 0,4-2-1 0,-2 1 9 15,2-1-8-15,-1 1-1 0,0-1 1 0,1 0-1 16,-1 0 0-16,-1 0 2 0,2 0-5 0,-1 0 4 16,-1 0 0-16,3 0-4 0,-4 0 4 0,3 0 0 15,0 0 0-15,0 0 11 0,1 0-11 0,-1 0 0 16,2-1-1-16,2 0 24 16,-4-1-1-16,-1-1-20 0,3 2 0 0,-4 1 10 15,2-2-9-15,1 2 3 0,-4-2 3 0,2 2-2 16,-2-2-3-16,2 2-8 0,-2 0 9 0,4-1 1 15,-4-2-1-15,3 1-10 0,2 0 9 0,-2 1 0 16,1-1 0-16,1-4 10 0,-1 2-10 16,1-2-1-16,-3 1-1 0,3 0 3 0,0-3-1 15,-3 2 0-15,1 1-4 0,1-1 4 0,-1 3 0 0,-3-1-18 16,2 0 18-16,0 1-1 16,-3 0 1-16,3 2-28 0,-2-2 27 0,2 2-3 15,-2-3 2-15,1 1-4 0,2-2 3 0,-1 1-7 16,-2 0 14-16,4-1-9 0,-4 0 1 0,2-3-1 15,-2 3 18-15,-1-1-17 0,4 1 1 0,-6-2 0 16,1 1 0-16,0 3 2 0,-2-2-2 0,2 1-6 16,-1 0 7-16,-1-1 2 0,4 2-3 15,-3-1-12-15,3 1 12 0,-1-2 0 0,3 1 0 0,-2-2-7 16,1 1 6-16,0-1-1 16,0-2 16-16,1 0-16 0,-2 1 1 0,3 0 0 15,-2-2 26-15,1 0-25 0,-2 3 0 0,-1-2 4 16,0 1-3-16,2 1 3 0,-4-2-3 0,3 1-17 15,-1 1 18-15,0 1 0 0,0-2 0 0,0 2-27 16,1-3 26-16,0 3-1 0,2-1-12 0,-2-1 10 16,2-1 1-16,0 1-5 0,0-3 4 15,-2 1-4-15,5 0 4 0,-6-2 22 16,3-1-22-16,-3 2 0 0,2-1 1 0,-2 2 35 16,-2-3-34-16,2 4 2 0,-5 0 17 0,6-1-17 15,-4-1 3-15,4 0-2 0,0-1-5 0,-1 0 5 16,1 0 3-16,-1-3-26 0,4 3 23 0,-2-4 0 15,2-2-1-15,-1 1-16 0,-2 0 15 0,1 0 0 16,0-1-3-16,0 2-32 0,-4-1-3 0,3 2 34 16,-4 1-43-16,2 1 40 0,-2 0-4 0,-2 2 4 15,2-1 6-15,-1 3-7 0,-3-2-6 16,1 1 34-16,-1 3-29 0,0-1 0 16,0 1 0-16,-2 3 20 0,-3-2-19 0,1 4 1 15,0-1 6-15,-1 0 13 0,-1 2-12 0,0 0-5 16,0 0 7-16,0 0-78 0,0 0 33 0,0 0 1 15,0 0-276-15,0 0 146 0,0 0 54 0,-3 0-510 16,-3-2 296-16,-4 1 148 0,-1-2 74 0</inkml:trace>
  <inkml:trace contextRef="#ctx0" brushRef="#br0" timeOffset="9223.53">1838 13910 483 0,'-9'0'0'0,"-3"-2"0"0,4-2 0 0,2 1 0 0,0-3 0 0,-1 2 0 0,4-1 106 0,0-1-37 0,-2 1 1 0,3-2 86 16,2-2-66-16,0-2-28 0,0-1 0 0,0-1-48 15,7 0 19-15,-1-2 7 0,4 2-103 0,1 2 48 16,2-2 24-16,2 2 0 0,0-1-85 0,7 3 62 16,0-1 20-16,1 3-319 15,0-2 159-15,4 1 44 0</inkml:trace>
  <inkml:trace contextRef="#ctx0" brushRef="#br0" timeOffset="9356.68">2270 13533 656 0,'8'-7'0'0,"-2"4"0"0,1-1 0 0,-2 0 0 0,0 1 0 0,-1-1 0 0,-1 0 0 0,0 2 0 0,2 0 184 0,0-1-67 0,7-1-47 16,-4 1-86-16,8-2 25 15,-3 2-1-15,3-1 25 0,4 1-250 0,6-3 121 16,-4 2 65-16,-1 0-159 0</inkml:trace>
  <inkml:trace contextRef="#ctx0" brushRef="#br0" timeOffset="9496.31">2775 13316 845 0,'8'0'0'0,"-2"0"0"0,-3 0 0 0,0 0 0 0,-1 0 0 0,1 0 0 0,-3 0 0 0,2 0 0 0,-1 0 0 0,4-2 124 0,6 0-38 0,0-1-30 16,4 1-205-16,2-2 91 0,7 2 46 0,1-1 22 16,-1-1-396-16</inkml:trace>
  <inkml:trace contextRef="#ctx0" brushRef="#br0" timeOffset="9615.99">3265 13202 597 0,'12'4'0'0,"3"-1"0"0,-7-3 0 0,2 0 0 0,-4 0 0 0,-1 0 116 0,1 0-41 0,1 0-13 0,5 0-5 16,1 0-24-16,2 0 0 0,2 0-1 0,3 0-226 16</inkml:trace>
  <inkml:trace contextRef="#ctx0" brushRef="#br0" timeOffset="9761.6">3946 13123 454 0,'2'0'0'0,"6"2"0"0,0 1 0 0,0-3 0 0,-2 2 0 0,0 1 219 0,-1-2-94 16,-2 3-45-16,2-1-39 0,-3 0-8 0,7 3 8 16,1-1-9-16,1 1-252 0,5-2 117 0,3-1 58 15</inkml:trace>
  <inkml:trace contextRef="#ctx0" brushRef="#br0" timeOffset="9911.2">4527 13150 200 0,'13'9'0'0,"4"4"0"0,-8-2 0 0,1-1 0 0,-3-3 0 0,-2 1 0 0,-2-1 0 0,0 1 41 0,3-2 0 0,-1-1-37 0,0 1 37 15,0-1-33-15,3 1 1 0,3 0-1 0,0-1-64 16,5 1 29-16,-2-1 1 0</inkml:trace>
  <inkml:trace contextRef="#ctx0" brushRef="#br0" timeOffset="10041.84">4869 13352 747 0,'9'12'0'0,"4"1"0"0,-5-2 0 0,0-2 0 0,-2-1 0 0,2-1 0 0,-3 1 0 0,0-2 67 16,-2-2-8-16,3 1-27 0,2 0-28 0,-3 1-1 15,1-2 30-15,1 1-208 0,3 1 94 0,-1 1 47 16,0-3 25-16,3 4-301 0,-4-1 146 0</inkml:trace>
  <inkml:trace contextRef="#ctx0" brushRef="#br0" timeOffset="10177.49">5134 13561 841 0,'9'7'0'0,"1"4"0"0,-5-3 0 0,1-2 0 0,-2-1 0 0,0 1 0 0,-3-2 0 0,1-3 0 0,0 2 105 0,1-1-28 16,-3-2-8-16,0 0 48 0,0 0-43 0,2 1-20 15,1 3 8-15,3-2-159 0,-3 3 65 0,5 1 33 16,-1-1-263-16,2 1 145 0,-1 1 78 0,1-3 30 15,0 0-159-15,1 2 50 0</inkml:trace>
  <inkml:trace contextRef="#ctx0" brushRef="#br0" timeOffset="12278.55">1755 11151 494 0,'-3'-4'0'0,"0"3"0"0,0-1 0 0,1 0 0 0,2 0 0 0,-3 0 0 0,3 2 0 0,0 0 0 0,-3 0 0 0,3-2 69 0,0 2 0 0,0 0-1 15,0 0 1-15,0 0-28 0,0 0-8 16,0 4 39-16,0 0 0 0,0 1-40 0,0 1 1 0,3 0 38 16,-2 1-38-16,1 4 0 0,0-1 0 15,-1 1 49-15,1 0-25 0,1 3 9 16,-1 1 5-16,-1-2 1 0,-1 2-39 0,2 0 5 16,-2 1-6-16,0-1 9 0,0 0-8 0,2-1-16 15,-2 1 16-15,1-1 0 0,1 2-1 0,1 1-12 16,-1-2 12-16,-2 2 1 0,3 0 0 0,0 0-11 15,-2 1 19-15,-1-1-18 0,2 1-24 0,-2 2 0 16,0-3 21-16,1 1-31 0,-1 1 2 16,0 0 28-16,0-2 4 0,2 0-29 15,-2 0-4-15,2 0 29 0,-2-3-3 0,3 4-28 16,-2-2 26-16,-1 1-5 0,2 0 4 0,-2 2-1 16,0 0-2-16,0-1-2 0,0 3-12 0,0 0 14 15,0 1 1-15,0 0-20 0,0-1 22 0,0 2-4 16,0-2 2-16,0-1-30 0,0 3 28 0,0-4-2 15,0 2 3-15,-2-3 3 0,2 3-6 0,0-1-3 16,-1 0 3-16,1 1 26 0,-3 0 2 16,3 2-26-16,0 0 7 0,-2-3-5 15,2 7-1-15,0-7-4 0,0 4 7 0,0 3 2 16,0-7-4-16,0 3-22 0,0 3 22 0,0-3 2 16,0 0 1-16,0-1-1 0,0 3-2 0,0 0-4 15,0 0 3-15,0 0-12 0,0-1 13 0,0 2-4 16,0 0-2-16,0 1 4 0,0-1-1 0,0 0-10 15,0-3 12-15,0 2-1 0,0 1-1 0,0 0-1 16,0-2 1-16,0 1-1 0,0-3 3 16,0 6-3-16,0-1 0 0,0-1-1 15,0 2 1-15,0 1-12 0,0-6 13 0,0 11-1 16,0-7-22-16,0 1 20 0,0-1 1 0,0-1-14 16,0-4 14-16,0 6-2 0,0-3 1 0,0-1-18 15,0 1 17-15,0 1-3 0,0-4 3 0,0 8-17 16,0-3 15-16,0-2-3 0,0 3-23 0,0 0 24 15,0-6 0-15,0 6-1 0,0-5-23 0,0 0-1 16,0-3 23-16,0-2-35 0,0 0 34 16,0-3-4-16,0-4 3 0,0-2-34 15,0 1-1-15,0-6 23 0,0 3 7 0,0-3-102 16,0-2 47-16,0-1 18 0,0 1 0 0,0 0-166 16,0-2 93-16,0 2 43 0,0-2-215 0,0 0 129 15,0 1 65-15,0 4-143 0,5-3 108 0,8 2 50 16</inkml:trace>
  <inkml:trace contextRef="#ctx0" brushRef="#br0" timeOffset="13540.39">5180 11042 840 0,'0'0'0'0,"0"0"0"0,0 0 0 0,0 0 0 16,0 0 0-16,0 0 127 0,0 0-47 0,0 0 4 0,0 0-27 0,0 0 1 15,0 0-17-15,0 0 30 0,0 0-39 0,0 0 1 16,0 2 0-16,2 0 92 0,1 4-50 0,-2 3-22 15,4 0 1-15,-4 2 63 0,1 4-42 0,-2-3-13 16,0 3-8-16,0 2 25 16,0 0-23-16,0 4 0 0,0-3-5 0,0 3-10 15,0 0-8-15,0-1-1 0,0 3 21 0,0 0-21 16,0-3 1-16,0 3-11 0,0 1 11 0,0-3 0 16,0 1-1-16,0 5-25 0,0-7 25 0,0 2 9 15,0 1-8-15,2 3-23 0,1-5 22 0,-2 2-9 16,1 0-17-16,-1 3 27 0,1 0-8 0,2-2-20 15,-3 2 20-15,1 1 1 0,1 1 1 0,-2 0-33 16,1 2-7-16,-2-1 36 0,3 2-4 16,-2-1-27-16,-1 0-6 0,2 2 37 15,0-4-14-15,-2 1-20 0,3-1-7 0,-2 0 2 16,0-2 25-16,2-2 4 0,-2 0-8 0,1 0 4 16,0-3-3-16,-1 3 2 0,1-2-3 0,0 3 37 15,1 3-34-15,-2-3 1 0,1 4-1 16,0-1-2-16,0 3 4 0,-2 0 2 15,2-1 0-15,0 0-25 0,1 1 2 0,-3-3-7 0,3 2 0 16,-2-4 26-16,1 8-4 0,0-6-32 0,1 0-2 16,-3-2 32-16,2 1-7 0,1-4-9 15,-3 4 8-15,1-2 4 0,1-5-7 0,-2 6-16 16,3-1 17-16,-2-4 2 0,1 6 18 0,0-3-17 16,1 0-3-16,-2 0 3 0,0 3 25 0,-1-4-26 15,3 5 3-15,-3-8 10 0,1 3-8 0,-1-1-2 16,0 0 4-16,0 2 9 0,0-4-10 0,0-2-1 15,0 2 3-15,0 4 13 16,0 0-13-16,0-5-2 0,0 0 0 0,0-4 1 16,0 0 0-16,0 2 0 0,0 0 2 0,0-2-2 15,0-1 0-15,0 0-34 0,-1 1 0 0,-2 0 32 16,2 0-1-16,0 1-37 0,-4 2-4 16,2-3 39-16,0 0-8 0,0-2-84 0,-2-4 32 0,2 3 27 15,-1-5-18-15,3-3-143 0,-2 0 72 0,0-4-324 16,-3 0 200-16,2-15 113 0,3-8 52 0</inkml:trace>
  <inkml:trace contextRef="#ctx0" brushRef="#br0" timeOffset="14808.98">1811 11242 320 0,'0'-2'0'0,"0"-3"0"0,-2 2 0 0,2 1 0 0,0-2 0 0,0 1 0 0,0 1 41 16,0-2 16-16,0 1 0 0,0 3-24 0,0 0 42 16,0 0-21-16,0 0 8 15,0 0-4-15,0 0 0 0,10 0-25 0,0 3-1 0,2 3 44 16,1-1-14-16,4-1-8 0,1 2-21 0,-1-1 39 16,4 0 0-16,-4 1-39 0,7 2 35 0,-4-1-8 0,5 0-27 15,-2 2 0-15,1 0 22 0,0 1-23 0,-3-3 9 16,6 2-8-16,-2-1 23 0,-1-1-1 15,-1 1-22-15,2-1 25 0,-5-1 9 16,7 0-34-16,-3-1-1 0,-3-1 32 0,6 1-31 16,-5-1 0-16,0 0 5 0,2-2-5 0,-2 2 0 15,2-1-1-15,-2 0 10 0,0 0-10 0,-1-2 9 16,1 2-8-16,3 1-38 0,-7-1 38 0,3 1 0 16,2 0-1-16,-3 0-14 0,3 2-14 0,-2-3 26 15,0 3-36-15,-1-2 0 0,1 1 33 0,0-2-2 16,-2 3-28-16,-1-2-1 0,2 2 20 0,-1-3-23 15,0 1 25-15,1 0 1 0,1 0-7 16,3-1-24-16,-3 1 23 0,1-2 4 16,-2 1-2-16,0-2-27 0,3 0 23 0,1 1 3 15,-5-2-33-15,3 3 31 0,2-3 0 0,0 2-42 16,-3-2 39-16,4 2 0 0,-1-2-2 0,1 0-29 16,-5 0 29-16,10 0 0 0,-7 0-4 0,4 0 9 15,-3 0-10-15,0 0 3 0,-3 0-3 16,7 0-5-16,-4 0 5 0,0 0 2 15,1-2 4-15,-2 0-4 0,2-4 0 0,2 2 20 0,-2-2-18 16,-1 1-1-16,0-1 1 0,0 1-14 16,-2-1 14-16,8-1 0 0,-7 1-1 0,3-1-5 15,3 3 5-15,-4-2 0 0,0 1 1 0,6-1-12 16,-4 0 10-16,3 1 0 0,-3-4 21 0,1 2 1 16,2 0-21-16,0-3-1 0,1 3 26 0,-1-2 0 15,-1-1-19-15,-1 1-27 0,-5 1 28 0,7-1-3 16,-5 3 3-16,-5 2-34 15,2-5 1-15,1 3 29 0,1 1 0 0,-3 1-5 16,3-1 0-16,-4-1 3 0,2 0 15 0,1-1-16 16,-1-1-6-16,0 1 4 0,-1-2 31 0,-1 1-30 15,1-1 2-15,-2 1 13 0,0 1-9 0,-2-1-3 16,-1 2 5-16,0 1-27 0,-1-1 25 0,0 2-1 16,0 1 1-16,0-1-23 0,0 0 20 0,0 0 0 15,0 0-23-15,0 0-1 0,0 1 18 0,1-3-10 16,0 1 12-16,-1-5-1 0,2 2-4 0,2 0 7 15,-3-2-4-15,1 1-1 0,-2-1 1 0,2 1-39 16,-6 2 1-16,1-1 34 0,0 1 2 16,-4 3-34-16,0-1 1 0,1 4 25 15,-4-1-34-15,-2-2-8 0,2 3 40 0,-3 1 24 16,1-2 0-16,-2 2-31 0,1 0 5 0,-2 0 48 16,0 0-20-16,0 0 0 0,0 0-24 0,0 0 5 15,0 0-2-15,0 0 10 0,0 0-7 0,0 0-273 16,0 0 130-16,0 0 61 15,0 0-233-15,0 0 135 0,0 3 80 0,-8 9-455 16</inkml:trace>
  <inkml:trace contextRef="#ctx0" brushRef="#br0" timeOffset="16027.11">1697 11279 345 0,'-10'-8'0'0,"2"3"0"0,2 1 0 0,0 0 0 0,1 0 0 0,-2 1 0 0,4 0 33 0,0 1 0 0,3-1 7 0,0 2 28 16,0-3 0-16,0-2-35 0,0-1 0 0,1-4 52 15,9 2-18-15,3-3-8 0,-1 0-26 0,3-3 54 16,0 2-27-16,2-2 0 0,0 2 26 0,-1 2-31 16,-2 0 0-16,4 1 15 0,-4 3-37 0,2-1 0 15,0 0 8-15,3 0-5 0,0 1-3 16,0 0 0-16,5 0 0 0,3-3-11 0,-5 0 19 0,10-3-8 15,-2 4 0-15,2-4-22 0,-1 2 22 16,3 0-1-16,-1-1 7 0,-4-1-6 16,1 3-5-16,-2-1 16 0,1 4-14 0,-5 0 1 15,-1 0 7-15,6 1-29 0,-10 1-1 0,2 2 22 16,1-1 0-16,-3 1-38 0,5 0 44 0,-4-1-7 16,0 1-2-16,2 1-36 0,3-4 32 0,-1 2 2 15,-3 3-26-15,7-3 23 0,-1 1-5 0,0-3-9 16,0 2 10-16,0 0 2 0,-4-2 2 15,5 2 11-15,-3 1-13 0,1-1 0 0,-1 3 0 16,0-3-7-16,-2 1 13 0,4 1-6 16,1-2-19-16,-1 3 18 0,-1-3 0 0,1 2 0 15,-2 1 11-15,2-1-10 0,-1 0-2 0,1 0 8 16,-1 0-7-16,3 2 0 0,-5 0 5 0,6 0 4 16,-2 0-9-16,-2 0 1 0,3-2 0 0,-4-1-15 15,5 2 15-15,-3 0 0 0,-3-1 1 0,3-2-6 16,1 2 5-16,-3-1 4 0,2-2-29 15,1 1 23-15,-1 3-1 0,1-3-2 16,1 2 1-16,-5-2 6 0,6 3-8 0,0-3 27 16,-2 0 0-16,3 0-22 0,-4 2-1 0,3-1-10 15,-1 0 11-15,1 0 0 0,-5 1 1 0,4 0-21 16,-2-2 21-16,-5 2 6 0,6 1-49 0,-2-1 39 16,-2 2 2-16,1 0-38 0,-1 0 33 15,1 0 0-15,-2 0 0 0,-1 0 13 16,2 0-14-16,-2 2 0 0,-3-2-2 0,0 1 59 0,0-1-28 15,0 2 1-15,0-2-26 0,-1 0 39 16,1 0-37-16,-2 0 10 0,1 3-6 0,-4-3 6 16,3 1-4-16,0 1-48 0,-2 0 22 0,1 1 8 15,0 1 16-15,-1 0-55 0,0 0 24 0,1 1-8 16,-2 1 32-16,3 0-41 0,-2 1-2 16,0 1 0-16,0 0 32 0,2-1-5 0,-2 2 3 15,2-3-7-15,-2 1 6 0,0 0-3 0,0-2 1 16,-1 1 38-16,0-1 0 0,-1 1-33 0,0-2-1 0,-2 2 29 15,1-1 1-15,1-2-23 0,-1 3-3 16,0-2 7-16,-1 1-5 0,2-1 5 16,-2 2-5-16,-1-1-20 0,2 0-1 0,-1 0 26 15,2-2-29-15,0 4 22 0,-5-3 1 16,3 2-38-16,1-2 35 0,-2 1-5 0,2 0 4 0,1 0 35 16,-1-1-35-16,-1 2-4 0,0 0 3 0,-2-3 33 15,5 3-32-15,-5 1 4 0,2-3-3 0,0 2 3 16,-3-2-2-16,1 1 7 15,-1 1-33-15,2 0 28 0,-4-3-1 0,1 1-16 16,0 0 18-16,-2-1-4 0,0-1 1 0,-2-2-39 16,2 2 37-16,-5 0-5 0,2-2 4 0,1 0-45 15,-2 0 21-15,-1 0-6 0,0 0 26 0,0 0-27 16,0 0 22-16,0 0-3 0,0 0 37 0,0 0-35 16,0 0 1-16,0 0-72 0,0 0 33 0,-4 0-3 15,-3-2 39-15,1-2-614 0,1 2 295 0,-3 2 147 16</inkml:trace>
  <inkml:trace contextRef="#ctx0" brushRef="#br0" timeOffset="20679.32">733 14107 45 0,'-3'4'0'0,"-1"-2"0"0,0 0 0 0,1-1 0 0,-2-1 0 0,3 0 44 15,-1 0 0-15,0 0-32 0,0 0 36 0,1 0-33 16,0-1 0-16,1-1 32 0,-1-2-29 0,1 2 0 16,1 0 4-16,-3 0 63 0,3 0-31 0,-3-1 1 15,3 3-31-15,0 0 88 0,0 0-31 0,0 0-9 16,-2 0-40-16,2 0 100 0,0 0-50 0,0 0-24 16,0 0 42-16,0 0-37 0,0 0-1 15,0 0 45-15,0 0-37 0,0 0 0 0,0 0-29 16,0 0 32-16,0 0 0 0,0 0-40 15,0 0 0-15,0 0 32 0,0 0 9 0,0 0-41 16,0 0 0-16,0 0 39 0,0 0 0 0,0 0-39 16,0 0 31-16,0 0-7 0,0 0-25 0,0 0 22 15,0 0-1-15,0 0-20 0,0 0 8 0,0 0-16 16,0 0 8-16,0 0 0 0,0 0-1 0,2 0 32 16,1 0-23-16,-3 0-9 0,3 0-5 0,-2 0 6 15,1 0 0-15,-1 0 8 16,1 0-9-16,0 0 0 0,1 0 1 0,-1 0 0 15,-1-2 23-15,-1 2-15 0,2 0-8 0,-1 0-22 16,-1-1 0-16,2 1 21 0,-2 0 1 0,2 0-19 16,-2 0-8-16,3 0 24 0,-3-4 0 0,3 4-31 15,1-1 29-15,-2 1 4 0,1-1 20 0,-1 1-27 16,3-2 2-16,-4 2-4 0,1-3-23 0,1 3 25 16,-1 0-1-16,1 0-23 15,-3-1 23-15,2 1 1 0,1 0 0 0,0 0-22 0,-2-3-5 0,1 3 24 16,1 0 0-16,2-1 6 15,0-1-8-15,-2 1 2 0,2 1-17 0,2-3 12 16,-3 1 2-16,4 1-11 0,-5 1 10 0,0-2 6 16,2 0-6-16,1 0-25 0,-3 2 24 0,0 0 157 15,-1 0-174-15,3 0 0 0,-4 0 0 0,3-1 0 16,-3 1 0-16,4 0 0 0,-5 0 0 16,5 0 0-16,-1-3 0 0,-1 3 0 0,1 0 0 15,1-2 0-15,-1 2 0 0,0-1 0 16,2-2 0-16,-3 3 0 0,2 0 0 0,-2-2 0 15,2 2 0-15,-4 0 0 0,3-2 0 0,-1 2 0 16,0 0 0-16,2 0 0 0,-1 0 0 0,1 0 0 16,0 0 0-16,0 0 0 0,-2-2 0 0,0 2 0 15,5 0 0-15,-5 0 0 0,0 0 0 0,4-1 0 16,-3 1 0-16,3 0 0 0,-4 0 0 0,3-2 0 16,-1 2 0-16,3 0 0 0,-3 0 0 0,0 0 0 15,4-2 0-15,-4 2 0 0,1 0 0 0,-1-2 0 16,0 2 0-16,2 0 0 15,-2 0 0-15,2 0 0 0,-2-1 0 0,-2 1 0 16,0 0 0-16,2 0 0 0,1 0 0 0,-3 0 0 16,2 0 0-16,0 0 0 0,-2 0 0 0,2 0 0 15,1 0 0-15,-3 0 0 0,0 1 0 0,2-1 0 16,-2 2 0-16,0 0 0 16,-1-2 0-16,3 0 0 0,-5 2 0 0,3-2 0 0,0 0 0 15,0 0 0-15,-1 0 0 0,1 0 0 0,2 1 0 0,-2-1 0 16,2 0 0-16,0 2 0 15,2 0 0-15,-4 0 0 0,4 1 0 0,-2-2 0 16,0-1 0-16,1 2 0 0,2 1-166 0,-2-3 158 16,-1 1-2-16,0-1 194 0,-2 0-184 0,4 0-169 15,-2 0 164-15,2 0 14 0,-4 0-12 16,2 0-2-16,0 0 6 0,1 0 171 0,-3 0-172 0,0 0 0 16,2 0 0-16,-2 0 0 0,0 0 0 0,1 0 0 15,2 0 0-15,-2 0 0 16,0 0 0-16,2 0 0 0,-1 0 0 0,0 0 0 0,0 0 0 15,4 0 0-15,-4 0 0 0,4 0 0 16,-2 0 0-16,2 0 0 0,1 0 0 0,-4 0 0 16,5 0 0-16,-6 0 0 0,3 0 0 0,-2 0 0 15,1 0 0-15,0 0 0 0,-2 0 0 0,2 0 0 16,-3 0 0-16,3 0 0 0,-1 0 0 0,-1 0 0 16,1 0 0-16,1 0 0 0,-1 0 0 0,2 0 0 15,-2 0 0 1,2 0 0-16,-3 0 0 0,3 0 0 0,-2 0 0 15,-1 0 0-15,3 0 0 0,-5 0 0 0,2 0 0 0,2 0 0 16,-3 0 0-16,-1 0 0 0,3 0 0 0,-2 0 0 16,-1 0 0-16,2 0 0 15,-2 0 0-15,1 0 0 0,-1 0 0 16,1 0 0-16,2 0 0 0,-3 0 0 0,1 0 0 0,-1-1 0 0,0 1 0 16,0-3 0-16,-2 3 0 0,1-2 0 0,0 2 0 15,-1 0 0-15,1 0 0 0,1 0 0 16,-1 0 0-16,-1-1 0 0,1 1 0 15,0 0 0-15,-1 0 0 0,1 0 0 16,1-3 0-16,-1 3 0 0,-2 0 0 0,3-2 0 0,0 2 0 16,-2-2 0-16,1 2 0 0,-1 0 0 0,1 0 0 15,-2-2 0-15,0 2 0 0,0 0 0 16,2 0 0-16,-2 0 0 0,0 0 0 0,0 0 0 0,0 0 0 16,0 0 0-16,0 0 0 0,0 0 0 0,0 0 0 0,0 0 0 15,0 0 0 1,0 0-211-16,0 0 100 0,0 0 48 0,0 0 27 15,0 0-15-15,0 0 38 0,4 0-934 0</inkml:trace>
  <inkml:trace contextRef="#ctx1" brushRef="#br1">15783 16917 0,'0'0'15,"0"0"-15,0 0 16</inkml:trace>
  <inkml:trace contextRef="#ctx0" brushRef="#br1" timeOffset="30473.21">2368 15636 413 0,'-8'0'0'0,"5"0"0"0,-3 0 0 0,-1-3 0 0,3 2 0 0,-3 0 0 0,2-4 136 0,1 4-52 0,1-1-25 16,-2-2-1-16,3 1 97 0,2 2-65 0,-1 1-28 15,1 0-1-15,0 0 49 0,0 0-30 0,0-2-8 16,0 2-33-16,1 0-7 0,6 0 1 0,2 0 57 15,2 0-21-15,2 0-8 0,1 6-28 0,-4 0 41 16,4 0-21-16,-1-1 1 16,-4 0-13-16,4 3 4 0,-4-3-12 0,0-1 0 15,-2 2-1-15,-2-2-24 0,0-2 7 0,-2 0 18 16,-1-1-58-16,-1-1 29 0,-1 0 0 0,0 2 26 16,0-2 8-16,0 0-28 0,0 0 17 0,-11 0 37 15,-1-7 0-15,-1-3-46 0,-3-1 12 0,1 0-71 16,-3 0 31-16,5 1 0 0,0 2 31 0,0 3-32 15,4 2 3-15,2-1 26 0,0 1 64 0,5 2-30 16,-1 1-1-16,1 0-3 0,2 0 5 0,0 0-39 16,0 0 6-16,0 0-10 0,0 0 8 15,5 6 24-15,3-1-16 0,0 3 34 16,1-3-32-16,4 0 12 0,-5 4-10 0,2-5 11 16,-2 2-4-16,1 2-7 0,0-1-33 0,-4-1 1 15,3 0 29-15,-2 0-58 0,-2-3 30 0,-1 3-5 16,0-5 25-16,-1 1-24 0,-2-2 0 0,0 0 26 15,0 3-5-15,0-3-39 0,0 0 23 0,-2 0 11 16,-8 0 0-16,-2-5 34 0,-1-4 0 16,-1 0-34-16,-2-1-39 0,3-1 0 0,1 1 41 15,5 6 30-15,-2-2 4 0,6 2-36 16,-2 1 3-16,3 2 55 0,2-1-25 0,0 2 0 16,0 0-25-16,0 0-4 0,5 0 3 0,4 6 1 15,4 1-2-15,0 3 80 0,1-1-20 0,-1 0-29 16,-2-3 15-16,0 2 1 0,-1-3-30 0,-1 3-23 15,-1-5-59-15,-3 1 39 0,-2 1 15 0,2-5-113 16,-3 1 56-16,-2-1 39 0,0 0 7 0,0 0-421 16,0 0 190-16,0 0 110 15,0 0 12-15,4 0-567 0,1 0 328 0</inkml:trace>
  <inkml:trace contextRef="#ctx0" brushRef="#br1" timeOffset="31992.37">319 14200 775 0,'0'0'0'0,"0"0"0"0,0 0 0 0,0 0 0 0,0 0 0 0,0 0 0 0,0 0 0 0,0 0 54 0,0 0-1 0,0 0-20 16,0 0 8-16,0 0 38 0,0 0-24 0,0 0 1 15,0 0-23-15,0-3 28 0,0 3 9 0,0-2-38 16,0 2 1-16,0 0 22 0,0-1-22 0,0 1-37 16,0 0 45-16,0-3-8 15,0 3 0-15,0 0-36 0,0 0 0 0,0 0 36 16,0 0 8-16,0 0-70 0,0 0 28 0,0 0-13 16,0 0 39-16,0 0-56 0,0 0 24 15,0 0-9-15,0 0 29 0,0 0-4 16,0 0 2-16,0 0-5 0,0 0 13 0,0 0-13 0,0 0-18 15,0 0 20-15,0 0 1 0,0 0-2 0,0 0 3 16,0 0-9-16,0 0 7 16,0 0 3-16,0-1-38 0,0 1 34 0,0 0 3 0,0 0-4 15,0 0-61-15,0-3 27 0,0 3 0 0,0-1-70 16,0-3 47-16,0 1 17 0,3-3 1 0</inkml:trace>
  <inkml:trace contextRef="#ctx0" brushRef="#br1" timeOffset="33219.67">568 13930 1060 0,'-5'0'0'15,"0"0"0"-15,4 0 0 0,-2-1 0 0,-2-2 0 0,3 3 0 0,0-1 113 0,2 1-40 0,-1 0 0 0,1 0 143 16,0 0-92-16,0 0-37 0,0 0-31 0,0 5 11 15,0 9 0-15,1 5-34 0,6 1 0 16,-2 3 55-16,-2 0-32 0,2 0 0 0,1 1 0 16,-3-4-1-16,0-3-22 0,-1-5 40 15,1 2-40-15,-1-5 0 0,-2-1 0 0,0-5 12 0,0-1-13 16,0-2 9-16,0 0-8 0,0 0 0 0,0 0 53 16,0 0-26-16,-5-8 8 0,-2-8-124 0,-2-6 44 15,1-3 22-15,0-1 1 0,-4-2 21 0,5 4-166 16,-4-8 76-16,4 12 29 0,0 0-47 0,0 3 33 0,3 6 24 15,-1 1-4-15,2 5 43 0,3 1-50 16,-2 2 22-16,2 2 148 0,0 0-72 0,0 0-41 16,0 10 29-16,0 10-20 0,0 1 1 0,3 3 1 15,4 3 30-15,-3-5-8 0,6 8-6 16,-2-4-4-16,0-6-52 0,-2 4 6 0,1-7 25 16,2-4 11-16,-1 1-46 0,-5-5 11 0,2-3 0 15,-2-1-3-15,-1-4-48 0,1-1 28 0,0 0 12 16,-3 0-45-16,0 0 30 0,0-6-10 0,0-10 88 15,0-5-27-15,0-3-11 0,-6 0-15 16,1-5-58-16,2 1 28 0,-2 2-1 16,0 6 30-16,2-1-33 0,0 6 1 0,0 5 27 15,3 3-1-15,-3 3 1 0,3 1-2 0,0 2-5 16,0 1 6-16,0 4-27 0,0 17 24 0,3 3 105 16,1-1-50-16,3 6-24 0,-1-3 1 0,2 2 59 15,-3-7-38-15,3 2-9 0,0-2 4 0,-3-5-55 16,1 0 31-16,-1-7 7 0,-1-1-6 0,-1-2-24 15,-1-4 3-15,1-2 24 0,-1 0-122 0,-2 0 53 16,0 0 28-16,0 0-14 0,0-5 37 0,0-12-23 16,0-5 17-16,-2 0-18 15,-4-3 15-15,0-3-8 0,1 5 5 0,-1-3-45 16,1 4 22-16,3 3 0 0,-1 6 47 0,1 7 1 16,1 0-27-16,1 4 7 0,0 1 41 0,0 1-20 15,0 0 1-15,0 9 6 0,0 12-27 16,0 5-3-16,0 0 3 0,3 0 74 0,2-1-34 0,0-3-7 15,1 1-1-15,-1-2 16 0,1-6-33 0,-3-7 11 16,3 0-75-16,-4-2 34 16,1-5-2-16,-1-1 29 0,1 0-64 0,-1 0 25 15,1-5 0-15,0-13-11 0,-3-8 1 0,0 1 24 16,0-2 10-16,0-1-47 0,0 0 0 0,-6 5 21 16,1-2 16-16,0 2 20 0,0 6-22 0,0 7-4 15,2 3 73-15,2 3-35 0,1 2 4 0,-3 2-23 16,3 0 72-16,0 17-29 15,0 6-23-15,0 3 100 0,0 3-57 0,3 0-18 0,0 0 0 16,3-1 56-16,-1-10-39 0,0 2 5 0,0-4-7 16,2-6-121-16,-2-3 45 0,0-3 12 15,-3-3 36-15,1-1-288 0,-2 0 120 0,1-5 72 16,-2-16-76-16,0-1 51 0,0-1 37 0,-3 1-30 16,-7-5 18-16,-2 4-1 0,2 1 35 0,0 5 67 15,0 1-34-15,3 6-8 0,1 1-26 0,-1 3 148 16,2 4-58-16,1 2-41 0,1 0 1 0,1 6 115 15,2 10-45-15,0 8-41 0,0 0-12 16,0-6 0-16,2 7-3 0,5-6-90 16,0-1 43-16,4-4-1 0,3-3 37 0,1-6-583 15,2-5 253-15,1 0 137 0</inkml:trace>
  <inkml:trace contextRef="#ctx0" brushRef="#br1" timeOffset="35928.08">3494 10982 328 0,'0'0'0'0,"0"0"0"0,0 0 0 0,0 0-164 0,0 0 82 0,0 0 41 0,0 0 41 0,0 0 0 0,0 2 0 0,0-2-28 16,0 0 29-16,0 0 0 0,0 0 0 0,0 0 36 16,0 0 0-16,0 0-32 0,0 0 0 0,0 0 23 15,0 0-21-15,0 0 0 0,0 0 1 0,0 0-15 16,0 0 14-16,0 0 4 0,0 0-29 0,0 0 26 15,0 0 1-15,0 0-9 16,0 0 6-16,0-2-1 0,0 2 1 0,0 0-32 16,0 0 28-16,0 0 1 0,0 0 0 0,0 0-29 15,0 0 28-15,0 0-3 0,0 0 1 0,0 0-21 16,0 0-2-16,0 0-16 0,0 0 37 0,0 0-3 16,0 0-3-16,0 0 14 0,0 0-12 0,0 0 1 15,0 0-3-15,0 0 28 0,0 0-29 0,0 0 4 16,0 0-2-16,0 0 85 0,0 0-37 15,0 0 0-15,0 0-29 0,0 0 136 0,0 0-58 0,0 0-37 16,0 0 88-16,-2 0-56 16,2 0-11-16,0 0 28 0,-1 0-35 0,1 0 0 15,0 0-34-15,0 0 25 0,0 0 8 0,0 0-33 16,0 0-1-16,-3 0 67 0,3 0-34 0,0 0 1 16,0 0-25-16,-2 0 36 0,2 0-21 0,0 0-1 15,-2 0 12-15,2 0 1 0,-1 0-27 0,1 0 21 16,0 0 0-16,-2 0-29 0,2 2 0 0,0-2 30 15,-2 2 8-15,2-2-38 0,0 0 0 0,0 2 19 16,0-2-19-16,0 2 0 16,0-2 8-16,0 0-24 0,0 2 15 0,0-2 1 15,0 0-44-15,0 0 30 0,0 0 0 0,0 0-16 16,2 0-7-16,0 0 33 0,-1 0-11 0,1 1-28 16,0-1-2-16,1 0 33 0,-2 0-10 0,-1 0-20 15,0 0 18-15,0 0 11 16,2 0-12-16,-2 0 0 0,0 0 2 0,0 0 58 0,0 0-25 15,0 0 4-15,0 0-30 0,0 0 56 16,0 0-24-16,-3 0 0 0,-4 0-18 0,2 0-58 16,-1 0 25-16,1 0 0 0,1 0 33 0,-1 0-28 15,0 0 4-15,2 0 24 0,1 3-49 0,-1-2 0 16,3 1 29-16,0-2-28 0,0 2 8 0,0-2 3 16,0 4 1-16,0-2-38 0,0 1 20 0,2-1-1 15,1 2 21-15,5-2-7 0,-1 0 10 0,0 2 1 16,1-4-6-16,-1 0-21 0,2 1 21 15,-1-1-3-15,-3 0-22 0,-2 0 21 16,0 0 4-16,-1 0-32 0,1 0 29 0,-3 0-3 16,0 0 4-16,0 0 40 0,0 0 1 0,0 0-41 15,0 0 1-15,0 0 98 0,-8 0-46 0,0 0-19 16,1 3 0-16,0-3-22 0,0 3 2 0,1-1 13 16,1 0-10-16,-2 2 24 0,3-2 0 15,3-1-3-15,-1 1 19 0,2-2 12 16,0 0-43-16,0 2-29 0,0-2-1 0,0 0 27 0,0 0 2 15,2 0-103-15,3 0 46 0,2 0 22 16,1-2 0-16,2-1-4 0,-3-3 26 0,0-1-9 16,-2 3-26-16,-1 0-7 0,0 0 34 0,-1 2-13 15,-1 0-21-15,-1 0 17 0,-1 0 12 0,0 2 29 16,0 0 1-16,0 0-25 0,0 0-4 0,-8 0 138 16,-3 0-64-16,3 0-30 0,-5 0 0 15,4 0 2-15,-2 0 0 0,3 0-13 0,0 0 37 0,3 2-17 16,0 0 0-16,2 0-7 0,3-2-14 0,-4 2 22 15,4-2-19-15,0 2-116 16,0 1 55-16,0 1 24 0,4-1 5 0,1 0-102 16,1-1 57-16,0 2 20 0,3-2-1 0,-4-2-56 15,2 2 38-15,-1-2 7 0,-1 0-32 0,-1 0 20 16,0 0-1-16,-2 0 5 0,1 0 17 0,-2 0-8 16,1 0 12-16,-2 0 45 0,0 0-22 0,0 0 7 15,0 0-34-15,0 0 90 0,0 0-38 0,0 0-16 16,0 0-1-16,0 0-304 15,0 0 130-15,5 0 75 0,6 3 34 0</inkml:trace>
  <inkml:trace contextRef="#ctx0" brushRef="#br1" timeOffset="37639.54">3443 11061 177 0,'0'-7'0'0,"3"-1"0"0,-1 3 0 0,-1-1 0 0,1 0 0 0,-2 1 0 0,1-1 0 0,-1 0 0 0,0 1 16 0,0 1 0 15,0 0 0-15,0 1 36 0,0-1 6 0,0 2-36 16,0-2-1-16,0 2 40 0,0 0 0 0,0 0-34 16,0 1 46-16,0 1-45 0,0 0 0 0,0 0 1 15,-1 0-8-15,-1 0 17 0,-1 0 2 0,-3 0-116 16,-4 9 52-16,1 2 24 0,-1 6 0 0,-7 4-140 16,6-4 80-16,-3 7 23 0,1-3 22 0,0 1-164 15</inkml:trace>
  <inkml:trace contextRef="#ctx0" brushRef="#br1" timeOffset="37826.01">3026 11428 447 0,'-9'3'0'0,"0"1"0"0,0 0 0 15,-3-2 0-15,3 0 0 0,-5-2 0 0,-1 0 0 0,3 0 95 0,-1 1-31 0,-4 1 0 0,5 1 6 0,-1 3-29 0,-1 0-8 16,3 4 0-16,-1 0-142 15,0 2 69-15,1 1 33 0,2 2-181 0,-1 0 97 16,2 0 49-16,-3 2 25 0,3-2-64 0,2 1 25 16,-2 0 24-16</inkml:trace>
  <inkml:trace contextRef="#ctx0" brushRef="#br1" timeOffset="37938.61">2643 11769 425 0,'-11'7'0'0,"-2"1"0"0,2 1 0 0,0-1 0 0,-2 0 0 0,2-1 0 0,-3 3 0 0,-1 1 33 0,0-1-1 0,-2 7 1 15,2-3-31-15,0 2-9 0,1 2 40 16,1-1 0-16,3 1-185 0</inkml:trace>
  <inkml:trace contextRef="#ctx0" brushRef="#br1" timeOffset="38206.6">2235 12182 227 0,'-18'8'0'0,"-2"3"0"0,2-1 0 0,-1-2 0 0,3 1 0 0,-6 0 163 0,2 1-57 0,-7 5-41 0,4 1-27 16,-2 0-5-16,1 2 0 0,2-1-1 0,6-3-101 16,-3 2 42-16,6-1 24 0,1-2 0 0,2 0-132 15,2-2 70-15,3-4 35 0,2 4-76 0,0-4 50 16,0-2 24-16,3 1 0 0,0-2-9 0,0 2-5 16,0-3 8-16,0 3 62 0,-3-1-11 0,1 1-35 15,-1 4-3-15,-2-3 54 0,-3 4-44 16,-1 2 15-16,-1-2 0 0,0 3 22 15,-2-1-6-15,1 0-1 0,-5 0 47 0,3-2-31 16,0 3 10-16,-2 1-40 0,2-2 34 0,-3 2 3 16,1 6-23-16,3-2-84 0,2-3 38 0</inkml:trace>
  <inkml:trace contextRef="#ctx0" brushRef="#br1" timeOffset="38364.21">1422 13050 183 0,'-16'12'0'0,"-6"5"0"0,0 1 0 0,-2 3 0 0,0 1 128 0,-5 0-39 0,-1 9-32 16,5-9-117-16,-4 3 37 0,1-1 0 0,1-2-37 15,7-5 32-15,-6 4-1 0,7-2 31 0,0-1-91 16,6 0 40-16</inkml:trace>
  <inkml:trace contextRef="#ctx0" brushRef="#br1" timeOffset="38521.81">855 13709 229 0,'-14'15'0'0,"3"-2"0"0,-2 3 0 0,-1 0 0 0,1-3 0 0,-3 2 0 0,3-2 46 15,1 0 4-15,4-3-38 0,0-3 33 0,3 1-29 16,2-5 1-16,0 1-1 0,0-4-59 0,3 0 24 16,0 2 1-16,0-2-94 0,0 0 56 0,0 0 27 15</inkml:trace>
  <inkml:trace contextRef="#ctx0" brushRef="#br1" timeOffset="39103.25">3492 11081 362 0,'-6'-8'0'0,"4"3"0"0,1 4 0 0,-1-1 0 0,0-1 0 0,-2 2 0 0,2-2 95 0,-1 2-31 0,-3 1 33 15,3 0-36-15,-4 0 0 0,2 0-28 16,-1 0 22-16,1 0-22 0,-2 8 8 15,0 3-8-15,0 2-36 0,1 2 0 0,1 4 36 16,-2 5-1-16,2-3-132 0,0 7 60 0,-1-1 34 16,4 1-199-16,-1 0 107 0,1 2 34 0,-1 2-132 15,-1-2 77-15,4-1 50 0,-2 2 5 0</inkml:trace>
  <inkml:trace contextRef="#ctx0" brushRef="#br1" timeOffset="39217.94">3307 11722 158 0,'-10'19'0'0,"2"2"0"0,1-1 0 0,0-3 0 0,-1-2 0 0,3 0 135 0,-3 2-52 0,0-2-24 0,0 0-5 16,2 2 9-16,-4-1-30 0,3 0-1 0,-2 3-12 16,3-1 13-16,0 5 0 0,1 0 8 0,2 5-165 15,0 0 73-15</inkml:trace>
  <inkml:trace contextRef="#ctx0" brushRef="#br1" timeOffset="39370.06">3135 12544 460 0,'-8'6'0'0,"-3"4"0"0,4-1 0 0,1 1 0 0,0 1 0 0,-2 0 72 0,-2 0-8 15,1 2-36-15,0 2-41 0,-1 0-1 0,5 2 37 16,-1 1 6-16,4-2-93 0,2 0 39 0,0 2 0 16</inkml:trace>
  <inkml:trace contextRef="#ctx0" brushRef="#br1" timeOffset="39530.61">3052 13087 282 0,'-6'8'0'0,"-2"5"0"0,-1 2 0 0,1 0 0 16,0 1 0-16,-1-1 136 0,-3 3-44 0,1-2-33 0,-1 4-1 0,5-3-119 16,2 0 40-16,-1-2 0 0,4-1-147 0,2 3 82 15,0 0 40-15,0-3 0 0,0 3-29 16</inkml:trace>
  <inkml:trace contextRef="#ctx0" brushRef="#br1" timeOffset="39661.28">2964 13523 439 0,'0'18'0'0,"-4"6"0"16,0-4 0-16,-3 1 0 0,-2 3 0 0,-1-2 0 0,4 1 0 0,-4 2 55 0,1-3-14 0,-1 4-9 0,1-3 17 0,1-3-16 0,0 4-1 16,1-3 1-16,1 0-43 0,-1-1 17 15,2 1 1-15,0-1 25 0,2-4-171 0,-1 1 80 16,3 0 47-16,-1 2-7 0,-1 0-170 0</inkml:trace>
  <inkml:trace contextRef="#ctx0" brushRef="#br1" timeOffset="39791.82">2709 14494 545 0,'-13'30'0'0,"1"-1"0"0,1 2 0 0,0-1 0 0,0-4 0 0,1 3 0 0,-2-1 0 0,2 2 0 0,2-2 27 0,1-1 0 0,2-7 1 16,0 3-162-16,3-1 69 0,0-1 37 15</inkml:trace>
  <inkml:trace contextRef="#ctx0" brushRef="#br1" timeOffset="39931.96">2537 15179 593 0,'0'20'0'0,"-7"9"0"0,1-3 0 0,-4 1 0 0,-2-3 0 0,2-1 0 0,2-2 0 0,-3-1 0 0,1-1 56 0,4-2-23 0,1-4 0 0,-2-2-44 0,5-1 30 16,-1 3-8-16,3-2-190 15,0 1 95-15,0 1 49 0,0 0 23 0,0-1-117 16</inkml:trace>
  <inkml:trace contextRef="#ctx0" brushRef="#br1" timeOffset="40047.67">2381 15760 663 0,'-8'9'0'0,"0"0"0"0,3-1 0 0,-3 0 0 0,-1-1 0 0,-1-3 0 0,4 3 0 0,-2-3 112 16,2 2-32-16,2-3-8 0,3-1-77 0,1 0 1 15,0 0 37-15,0 1-1 0</inkml:trace>
  <inkml:trace contextRef="#ctx0" brushRef="#br1" timeOffset="40592.21">563 13864 261 0,'0'4'0'0,"0"-4"0"0,0 1 0 0,0 3 0 0,0-2 0 0,0 0 0 0,0 3 78 0,0-3-15 0,0 1-7 16,5 3 28-16,1-2-26 0,-1 0 0 15,0 0-25-15,3 1 24 0,0 0-24 0,1 1 0 16,1-1 0-16,-2 2-85 0,6-1 42 0,-1 1 30 16,1 0-106-16,0 3 57 0,2 1 29 0,-3 1-279 15</inkml:trace>
  <inkml:trace contextRef="#ctx0" brushRef="#br1" timeOffset="40760.82">942 14208 183 0,'7'8'0'0,"-1"0"0"0,1-2 0 0,-1 0 0 0,-2 1 0 0,0-2 0 0,-3 0 0 0,1 3 296 16,3 1-136-16,0 1-63 0,-2 1-32 0,5 2-66 15,1 1 34-15,1 0 8 0,4 4-217 0,0 0 95 16,3 1 48-16,0 0-92 0,2 0 64 0,0-4 32 16,3 5 0-16,0-1-134 0,-4-7 73 0</inkml:trace>
  <inkml:trace contextRef="#ctx0" brushRef="#br1" timeOffset="40879.96">1365 14582 263 0,'19'4'0'0,"-3"-3"0"0,-2 4 0 0,-6-2 0 0,4-1 0 0,-5 5 0 0,1-4 0 0,-3 1 95 0,0 1-31 15,2 0 9-15,-2 1-34 0,3 3-7 0,2-1 1 16,1 3-92-16,3 3 43 0,5-1 29 16,5 2-7-16</inkml:trace>
  <inkml:trace contextRef="#ctx0" brushRef="#br1" timeOffset="41041.65">1869 14934 517 0,'10'5'0'0,"3"7"0"0,-2-4 0 0,-1 1 0 0,-2 0 0 0,-1-2 0 0,0 2 0 0,-1 2 10 0,1-4 23 0,2 2-1 0,-3-2 9 0,2-1-61 16,4 1 23-16,-2-1 0 0,3-2-74 0,3 1 44 15,-2 1 26-15,5-1-4 16,1 2-168-16,0-2 87 0,-3 3 43 0</inkml:trace>
  <inkml:trace contextRef="#ctx0" brushRef="#br1" timeOffset="41166.32">2262 15281 477 0,'0'12'0'0,"3"-1"0"0,2 0 0 0,-2-4 0 0,3 1 0 0,-1-1 0 0,2-1 0 0,3 0-26 0,0 1 30 0,0-1-1 15,2-3 38-15,-1 1-80 16,5-1 33-16,-5-3-1 0,1 3-133 0,0 0 72 15</inkml:trace>
  <inkml:trace contextRef="#ctx0" brushRef="#br1" timeOffset="41294.97">2568 15458 685 0,'6'1'0'0,"4"3"0"0,-4 1 0 0,3 2 0 0,-5-1 0 0,-3-1 0 0,1-2 0 0,0 3 0 0,-2 0 67 0,0 0 1 16,0-4-35-16,0 1-49 0,1-2 25 0,1 2 8 15,4-3 15-15</inkml:trace>
  <inkml:trace contextRef="#ctx0" brushRef="#br1" timeOffset="47458.51">4082 9222 1074 0,'0'0'0'0,"-2"0"0"0,0 0 0 0,-1 0 0 0,0-1 0 0,1-1 0 0,1 2 100 16,-3 0-33-16,3 0-1 0,-4-2 17 15,2 2-25-15,-1 0 8 16,0 0-11-16,1 0-22 0,-2 0 0 0,0 0-1 0,-1 0 1 16,1 0-14-16,-1 0-8 0,0 0 21 15,-1 0 1-15,1 0-22 0,1 0-1 0,-3 2 31 16,0 0-36-16,3-1 27 0,-1 3-7 0,-2-4-27 0,-1 2 23 0,4 0 4 15,-3 0-1-15,1 0 18 0,0-2-19 16,-2 2 1-16,3 0 3 16,-2-2 23-16,0 0-26 0,2 1 4 0,-1-1-8 0,1 0 7 15,-3 0 6-15,1 0-5 0,0 3-34 0,-2-3 1 0,2 1 30 16,-1 3-1 0,1-2-21-16,0 0 18 0,-3 2 2 0,4-2-36 15,-2 1 33-15,3-1-6 0,-2 2 10 0,1-2-25 16,1 1 17-16,-2-2-4 0,-1 2 7 0,2 0-5 0,1-1 4 15,-5 0 12-15,3 1-14 0,0-1 0 16,-2 1 0-16,1 1 1 0,-1-3 3 0,1 4-3 16,-1-2-1-16,1 1-7 0,-1 0 8 15,-1-1 0-15,1 1-19 0,1 2-9 0,-3-4 26 0,3 1-1 0,0 1-8 16,1-1 7-16,-3 0 3 0,3-2-6 16,-2 2-22-16,3 0 22 0,-3 1 1 15,2 0-3-15,-3 0-2 0,1 1 2 16,1-1 1-16,-2 1-20 0,1 2 19 15,2 0-1-15,0-3 13 0,-1 1-12 0,-1-1 0 0,2 1 0 0,-1-1 3 16,1 0-4-16,1 0 3 0,-2-1-3 16,0 2 1-16,0-4-4 0,3 3 4 0,-2-2-7 15,-1 2 9-15,-1 0-2 16,2 1-11-16,-3-1 11 0,0 2 0 0,3-3-1 0,0 1 3 16,-5 3-36-16,4-1 32 0,1 1-3 15,-5-3-20-15,4 1 20 0,0 2 2 0,2-1-4 0,-3-1-4 16,-1 0 5-16,3 1 0 0,-1 0-1 0,-1 1-2 15,1 1 1-15,-1-1 2 0,2 3-5 16,-2-3 5-16,0 1-1 0,1-1-5 16,-2 3 5-16,-1-3 0 0,4-1 0 15,-4 2 0-15,2-3 6 0,2 1-5 0,-4-1-2 0,0 0 0 0,4 0 1 16,-2 1-1-16,1-1 0 16,-2 1 1-16,-1 1 0 0,2-2 0 0,0 2 0 0,0 2-4 15,1-2 4-15,-2 5 0 0,-1-2-4 16,0-2 3-16,1 2 1 0,0 1-1 0,0-2-14 15,1 1 13-15,-2-1-5 0,4 0 5 0,-4 1 0 16,3-1 0-16,-2 1-1 0,1-1 3 0,1 1-3 16,-2-1 1-16,1 1-1 0,-2-1 7 0,5 0-7 15,-1-2 4-15,-3 3-3 0,5-3 1 0,-4 3-1 16,2-2 5-16,-1-1-5 0,1 2 1 16,0 3 1-16,-2-5-1 0,2 4 0 0,0-2 0 15,2 0 0-15,-2 2 1 0,-1-4-1 16,2 2 0-16,1 1 7 0,-2-1-7 15,-1-1 0-15,2 1 5 0,-1-2-4 0,0 3-1 16,0 0 1-16,0-4 4 0,2 4-4 0,-2 2 0 0,-1-3 8 16,1 3-7-16,-2-1-1 0,2 0 2 15,-1-2 28-15,2 1-28 0,-1 1 0 16,-1-2 1-16,1 0-1 0,1 1 19 0,-1-3-17 0,2 1 1 0,-3 1-19 16,2-1 18-16,-1 2 0 15,2-3-8-15,-3 2 9 0,2 1-1 0,-1 0-12 16,-1 2 11-16,-1-3 0 0,4 3-1 0,-4-1 18 15,2-1-18-15,-1 1 0 0,1-2-1 0,1 2 1 0,0-2 2 16,-1 0-1-16,0 2 0 0,3-2-13 16,-4-2 13-16,4 3-1 0,-2-1-4 0,1 1 5 0,-1-1 0 15,0 2-1-15,-1-1-17 0,0-1 17 16,1 2-2-16,0 1 2 0,-3-1-5 16,2 1 4-16,1 0-2 0,-3 1 1 0,3 0 10 15,-1 1-10-15,-1-1 0 0,1 0 0 0,1 0-4 16,-1 0 4-16,2-3 2 0,-3 3-6 0,2 0 5 15,1-3-1-15,-1 5-3 0,3-2 4 0,-4-2-1 16,3 2 0-16,-1 0 6 0,-1-2-6 0,0 2 0 16,2-2 0-16,2 1 3 0,-4 1-3 0,1-2 0 15,1 0 1-15,-1-1-3 0,-1 1 3 0,3-1 0 16,-3 1-6-16,2 0 5 16,-2 0 0-16,2 0 10 0,2 0-9 0,-2-1-1 15,0 3 0-15,2-3 18 0,-2 3-18 0,1-1 1 16,2-1 0-16,-3 0 29 0,2 2-26 0,0 0-1 15,-2 0-6-15,3-2 6 0,-1 3 0 0,1-5 4 16,-2 4-24-16,1-2 20 0,0-1 1 0,1 1-19 16,-1 1 16-16,-1-3 2 0,3 2-3 0,-4-1-3 15,2 5 2-15,1-3 2 0,-2 2-4 0,1 0 12 16,1 2-10-16,-3-1 0 0,4 0 1 16,-1 0 30-16,0-2-28 0,-1 2-1 15,3 0 26-15,-3-1-24 0,1-1 2 0,1-1 11 16,-1 0-9-16,0-3-2 0,1 1 4 0,-2-1-10 15,0-2 8-15,3 3-1 0,0-3 3 0,0 0-28 16,-3 2-2-16,3-2 25 0,-2 3-27 0,2-3 26 16,-2 1-4-16,2 0 3 0,0 0-24 0,-1 2 22 15,1-1-5-15,0 1 13 0,-2-2-11 16,2 1 1-16,0-2-1 0,0 2 20 16,-1-4-19-16,1 3 1 0,0 0 2 0,0-1 25 15,0 1-23-15,0-1-2 0,0 1 3 0,0 1-12 16,0-2 12-16,0 3-1 0,0-2-14 0,0 2 13 15,0-4 0-15,1 3-13 0,1 0 12 0,-1-4 0 16,1 3-3-16,0 0 0 0,1-3 1 0,-3 0 0 16,3 1-1-16,0 1 1 0,-2-4 0 0,1 3 0 15,0-1-1-15,-1 0 2 16,1 1-1-16,1 1 0 0,-1-3 8 0,1 1-8 0,-1 1 1 0,1 2 24 16,2-2-23-16,-5 1 0 15,6 1 0-15,-3-2 33 0,0-1-31 0,-1 2-1 16,2-1 3-16,0 0 7 0,-1-1-6 0,2 1-2 15,-5 0 5-15,6-1-22 0,-3-1 21 0,2 2-3 16,0 0-21-16,-2 0 20 0,0-3 0 16,4 3-13-16,-3-3 12 0,2 2 0 0,1 0-3 0,-4 0 21 15,2 1-20-15,0-4 1 0,2 5-1 0,-2-1 14 16,2 0-12-16,-3-1-1 16,3 0 4-16,-1 3-3 0,-1-2 4 0,1-1-4 15,-1 1 1-15,3 2 2 0,-3-3-2 0,2 1-13 16,0 0 15-16,-1-3-3 0,1 3 1 0,0 0-23 15,0-3 21-15,1 3-1 0,0-2 2 0,-1 0-17 16,0 1 15-16,1-1-1 0,0 0-4 0,0-1 3 16,-2 1 2-16,4 0-8 0,-2-2 7 0,-1 2-2 15,3-1 2-15,-3-2 32 0,1 2-32 0,1-1 1 16,0 0-1-16,-2 0 34 16,4-2-32-16,-3 2 2 0,0-2-1 0,2 2 26 15,-1-1-25-15,0-1 3 0,1 3 3 0,-1-3-1 16,1 1-1-16,0-1-21 0,2 0 19 0,-2 2 1 15,-2-2 0-15,6 0-27 0,-5 1 27 0,3-1-4 16,-1 0 2-16,-2 0-19 16,3 0 18-16,-2 0-4 0,2 3-10 0,-1-3 10 15,-2 0 2-15,2 0-3 0,-1 0 2 0,-1 0-1 0,1 2 1 0,0-2 3 16,2 0-3-16,-4 2 0 0,2-2 0 16,-1 1 34-16,1-1-33 0,-2 0 1 15,4 0-1-15,-2 0 11 0,1 2-10 0,-2-2 3 16,4 0-2-16,-2 0 19 0,0 0-18 0,1 0 2 15,-4 0-14-15,4 0 15 0,-1 0-3 0,3 0 1 16,-7 0-5-16,4 0 4 0,1 0 0 0,-3 0-20 16,2 0 19-16,1 0-2 0,0 0 2 0,-1 0 5 15,0 0-5-15,0 0 0 16,2-2-1-16,1 2 25 0,-1-1-24 16,1-1 8-16,-1 0-8 0,4-1 160 0,-6 2-165 15,5-1-165-15,-3 1 330 0,1-2-165 0,-1 2 0 16,-2-1 0-16,3 0 0 0,-3 0 0 0,3 0 0 0,-2 0 0 15,1 2 0-15,-4-3 0 0,4 2 0 16,-2 0 0-16,0-1 0 0,0-1 0 0,1 2 0 16,-2-1 0-16,3 0 0 0,-4 0 0 0,2 0 0 0,-2 0 0 15,5 0 0 1,-5 1 0-16,3-1 0 0,-3 0 0 0,4 0 0 16,-2 0 0-16,3-2 0 0,-4 1 0 0,4-1 0 0,-1-2 0 15,0 2 0-15,0-1 0 0,0-1 0 16,0-1 0-16,0 0 0 0,1 2 0 0,-1-1 0 15,1 1 0-15,-2-1 0 0,0 3 0 0,2-3 0 16,-5 3 0-16,5-4 0 0,-2 2 0 0,1 0 0 16,-4-1 0-16,4-2 0 0,1 2 0 0,-4-1 0 15,3 0 0-15,2 1 0 0,-4-1 0 16,3-3 0-16,1 3 0 0,-2-1 0 0,1 0 0 16,-1 1 0-16,1-2 0 0,-3 1 0 0,3 1 0 15,-1-1 0-15,0 3 0 0,-2-1 0 0,2-2 0 16,1 3 0-16,-3-3 0 0,0 2 0 15,2 0 0-15,-2 1 0 0,3-3 0 0,-1 3 0 16,1-2 0-16,-4 1 0 0,3 0 0 0,-1 2 0 16,2-3 0-16,-1 0 0 0,0 0 0 0,0 3 0 15,-1-2 0-15,-2-1 0 0,4 3 0 16,-1-2 0-16,-2 1 0 0,3-4 0 16,-6 4-165-16,3 0 330 0,2-1-165 0,-4 0 0 15,4 2 0-15,-5-1 0 0,3-1 0 0,-1 1 0 16,4 1-166-16,-6-2 165 0,4 3 168 15,0-3-331-15,-1 0 163 0,-2 2-1 0,4-1 1 0,-2-2 2 0,2 4-2 16,-2-5-1-16,3 3 1 0,-3-2 172 16,2-1-171-16,0 1 0 15,0 0 0-15,1-2 0 0,-3 2 0 0,0-1 0 0,2 1 0 0,-2 0 0 16,-1-1 0-16,2 1 0 16,-2-1 0-16,0 0 0 0,2 1 0 0,-1 1 0 15,0-1 0-15,-2 0 0 0,3 1 0 16,-1 0 0-16,0-3 0 0,0 3 0 0,1-1 0 0,-2-3 0 15,2 2 0-15,0-1 0 16,-2 0 0-16,2 0 0 0,-2 1 0 0,1 0 0 0,-2 1 0 0,1 2 0 16,0-3 0-16,0 2 0 0,0-1 0 15,-2-1 0-15,3 1 0 0,-3 0 0 16,2-4 0-16,-1 2 0 0,2 0 0 0,-1-3 0 16,1 1 0-16,0 0 0 0,-1 0 0 0,1 0 0 15,0-1 0-15,0 1 0 0,1-1 0 16,-2 4 0-16,0-2-168 0,2 1 163 0,-2-1 0 0,-2 1-1 0,4 2-2 15,-2-4 2-15,-2 3 0 16,0 0-4-16,3 1 4 0,-5-3 0 0,1 2 17 16,3-1-17-16,-2 0 1 0,-1-2 0 0,0-1-1 15,2 1 25-15,-1 0-23 16,0-1-1-16,0-1 3 0,1 0-2 0,-2 0 36 0,1-2-35 16,0-1 3-16,-1 2 4 0,0-1-2 0,-1 0-2 15,-1 0 4-15,1-1-4 0,0 2 3 0,1-1-7 16,-5 1 5-16,4-1 0 0,-1-2-4 15,1 3 4-15,-2-2 0 0,3-4-1 0,-2 5-2 16,0-2 2-16,-2-2 0 0,3 1 3 0,-1-3-3 16,-2 2 0-16,2 2 0 0,-2-2 0 15,0 1 1-15,-1-1-1 0,0 0-23 0,-1 2 23 0,1 1-1 0,1-1 1 16,-2-1-1-16,-1 4-30 16,2 0-2-16,1-1 30 0,-3 0-2 0,0 2 2 0,0-2-25 15,0 2 0-15,0-2 16 0,0 2-15 16,0-3 15-16,0 2 3 0,0 1-8 15,-3-2 7-15,0 0-8 0,-2 0 34 0,2-1-28 16,-1 2 1-16,0-2 35 0,-1-1-33 0,2 1-2 16,-6 1 2-16,7-2-2 0,-5-2 3 15,2 3 2-15,-3-2-8 0,3-2 5 0,-3 5 2 16,0-3 1-16,1 1 20 0,-1 2-21 0,-1 3 1 0,1-1-2 16,-1 1 13-16,-1-1-12 0,-1 3 1 15,2-1-1-15,-3 0 29 0,1 2-28 16,0-3 1-16,-2 1 1 0,0 0 29 0,-2 0 2 15,0-1-29-15,-2-1 5 0,0 2 29 0,0-2-30 0,-2-1 0 16,2-1-7-16,0 3 8 0,2-5 2 0,-2 2 1 16,4-2-42-16,-4-2 39 0,2 0 0 0,0 2-47 15,1-2 21-15,-1 4-4 16,2 0 30-16,-3 2-9 0,3 0 1 0,-2 0 23 16,2 1 0-16,-2 4-24 0,0-2 58 15,0 0-48-15,1 6-7 0,0-5 1 0,-2 4 12 16,5-1-9-16,-6 2-1 0,4-1 9 15,-1-1-7-15,1 2 14 0,0-1-24 0,-1 1 18 0,1 0-4 0,-1 0-26 16,1-2 24-16,2 3 2 0,-3-1-2 0,2 2-41 16,-2-1 39-16,0 0-4 15,0 0 4-15,-2 1-29 0,0 2 1 0,0 0 21 0,0 0-18 16,0 0 18-16,0 0 1 0,0 0-3 16,1 0 2-16,2 0-3 0,-1 0 26 0,1 0-24 15,0 0 1-15,2 0-3 0,-2 0 28 0,-1 0-24 16,3 0-1-16,0 0 20 0,0 0-18 0,3 0 1 15,-5 0 9-15,4 0-8 0,-1 0 0 0,1 0 1 0,-1 0 1 16,4 0-1-16,-4 0 0 0,2 0 1 16,-1 0-1-16,1 0-36 0,1 0 1 15,0 0 31-15,-1 0 2 0,3 0-37 16,-3 0-1-16,3 0 29 0,-1 0 5 0,-1 0-43 16,3 2 39-16,-1-2-7 0,-2 2 37 0,3-1-35 15,-2-1 37-15,2 0-34 0,3 3 0 16,-3-3 0-16,0 0 1 0,2 1 26 0,-1-1-24 0,1 0 4 15,0 0-36-15,0 0 35 0,0 0-1 0,-1 0-44 16,0 2 21-16,1-2-2 16,0 0 22-16,1 0-66 0,-1 2 30 0,1-2-5 0,-1 0 59 15,-1 0-33-15,3 0 5 0,-5 0 20 16,3 1 0-16,-3-1-26 0,4 0 3 0,-3 0 45 16,0 3-18-16,3-3 1 0,-1 0-24 0,0 0 5 15,1 0 5-15,-2 0 50 0,3 0-17 0,0 0 0 16,0 0 13-16,0 0-13 0,0 0 22 15,0 0-1-15,0 0-37 0,0 0-2 0,0 0 0 0,0 0 3 16,0 0 5-16,0 0-5 0,0-3-26 16,0 0 0-16,0 0 27 0,0-1-53 0,0-2 24 15,0 2-1-15,0-1 20 0,4 1-44 16,1-1 18-16,2-2 1 0,-1 0 8 16,-1 0 10-16,3-1-5 0,-4 1 35 0,6 0-27 15,-4 0-5-15,1 0-5 0,1 2 27 0,1-2-22 0,-1 0 0 0,0 1 2 16,-3 1-1-16,3 1 32 0,-2 3 2 15,2-1-24-15,-3-1-5 16,1 1 25-16,1 1 1 0,0 1-17 0,0 0-5 0,-1-1 28 16,4 1 0-16,-1 0-22 0,1 0 23 0,-2 0 4 15,6 0-26-15,-1 0 26 0,2 0-24 16,-2 0 4-16,3 0-3 0,-2-3 42 0,1 3-39 16,0 0 4-16,3 0-36 0,-4 0 34 15,1 0-1-15,0 0-29 0,0 0-3 0,1 0 29 16,-2 0 1-16,-1 0-39 0,0 0 1 15,2 0 33-15,-7 3-44 0,3-3 39 0,-1 0 1 0,-2 0-13 16,-3 0 11-16,1 0-5 0,-1 0 4 0,-3 0-8 16,2 0-2-16,-1 0 6 0,-1-3 0 15,-2 0-2-15,0 3 2 0,0 0 21 0,0-1 1 16,0 1-20-16,0 0 18 0,0 0-16 0,0 0-1 16,0 0 4-16,0 0-50 0,0 0 24 0,0 0-1 15,0 0-37-15,0 0 28 16,0 0-4-16,0 0 31 0,0 0-142 0,0 0 65 0,0 0 19 0,0 0-93 15,0 0 58-15,0 0 33 0,0 0-293 16,0 0 154-16,0 0 90 0,0 0 41 0,0 0-441 16,0 7 241-16,0 5 120 0</inkml:trace>
  <inkml:trace contextRef="#ctx0" brushRef="#br1" timeOffset="48784.75">4010 9337 751 0,'-5'0'0'0,"2"0"0"0,-2-1 0 0,5-2 0 0,-5 2 0 0,3-2 0 0,1 2 0 0,-2 1 0 0,3-2 33 0,-2 0-1 0,2 2 6 16,-1-2-5-16,1 0-1 0,0 0 1 0,0 2 0 16,0 0 0-16,0-1 13 0,0 1-14 0,0 0 1 0,0 0 19 15,0 0-19-15,0 0 0 0,0 0 31 16,0 0-8-16,0 0-23 0,0 0-17 15,0 0 17-15,0 0 0 0,0 0-24 0,0 0 24 0,0 0 0 16,0 0 0-16,0 0-1 16,0 0-28-16,0 0 5 0,0 0 22 15,0 0-5-15,0 0 4 0,0 0-26 0,0 0 23 0,0 0-2 0,0 0 3 16,0 0-9-16,0 0 5 0,0-3 23 16,-3 2 1-16,1-1-15 0,0 1-26 0,1-2 19 15,-2 2 0-15,1-5 13 0,-1 3-12 16,-2 0 7-16,2-1-6 0,-2 2-30 0,1 1 29 0,-1-1-1 15,1-1-30-15,0 1 27 0,2 2 2 0,-3 0-2 16,1 0 2-16,1 0-17 0,1-1 20 16,-3 1-9-16,3 0 3 0,2 0 25 15,-1 0-25-15,-1 0-2 0,1 0 7 0,-1 0 16 0,2 0-21 16,-3 0 0-16,0 0-41 0,1 0 41 16,-1 0 6-16,0 0-152 0,1 0 69 15,-2 0 34-15,2 0-1 0,0 0-130 0,1 0 78 0,1 0 27 0,0 0-703 16</inkml:trace>
  <inkml:trace contextRef="#ctx0" brushRef="#br1" timeOffset="56825.92">4913 10879 673 0,'-3'0'0'0,"3"0"0"0,-2 0 0 0,2 0 0 0,0 0 0 0,0 0 0 0,0 0 0 0,0 0 0 0,0 0 0 0,0 0 55 0,0 0-22 0,0 0 40 15,0 0-9-15,0 0-31 16,0 1 29-16,0 3-1 0,2 3-28 0,1 2 8 0,-3 2-8 0,0 2 30 16,0 2 1-16,0 2-32 15,0 0 1-15,0 3-15 0,-3-1 15 0,-3 0 0 0,1-2-39 16,1-8 39-16,0 2 0 16,-1-3 8-16,2-3-47 0,0 0 38 0,1-5 1 15,1 0 0-15,-2 0-20 0,1 0 23 0,0 0-15 16,2 0-33-16,-1 0-5 0,1-3 40 0,0 0-52 15,0-4 29-15,0-1-9 0,0 1 29 0,0 3-145 16,1-2 67-16,1 2 25 0,4 1 2 0,2-3-254 16,1 2 134-16</inkml:trace>
  <inkml:trace contextRef="#ctx0" brushRef="#br1" timeOffset="65717.97">4534 10907 795 0,'0'0'0'0,"0"0"0"0,-2 0 0 0,2 1 0 0,0-1 0 0,0 0 0 0,-1 0 0 0,1 0 0 0,0 0 92 16,-2 0-30-16,2 0 145 0,0 0-91 0,-2 0-41 16,2 0-22-16,0 0 128 0,0 0-75 0,0-1-28 15,0 1-8-15,0 0 88 0,0 0-62 0,0 0-32 16,0 0 0-16,0 0 62 0,0 0-50 0,-1 0-22 16,-2 0 11-16,3 0 0 0,-2 0-33 0,-1 0 9 15,1 4 35-15,-1 2-22 0,-2 0 1 0,1 0 15 16,-1 6 0-16,1-1-30 15,0 2-7-15,-3 2 4 0,0 2-5 0,-1 2 1 16,-2 4 0-16,2-4-8 0,-4 10 8 0,2-2 0 16,-4-1-31-16,2 2 1 0,-1 0 30 0,0 1-2 15,0-1 2-15,-1 0-13 0,1 0 11 0,-4 0 11 16,2-1-14-16,2-5 1 0,-4 6-2 0,4-5 28 16,0-5 1-16,0 1-27 0,0-1-1 15,3-4 48-15,-3-1-9 0,4-3 138 0,1-2-205 0,1-1 0 16,1 0 0-16,2-3 0 0,0 0 0 0,3-2 0 15,1-2 0-15,-2 0 0 16,2 0 0-16,0 0 0 0,0 0 0 0,0 0 0 16,0 0 0-16,0 0 0 0,0 0 0 0,0 0 0 15,0 0 0-15,2 0 0 0,1 1 0 16,5-1 0-16,3 0 0 0,-5 3 0 0,7-3 0 0,-2 0 0 16,5 0 0-16,3 0 0 0,0 0 0 0,2 0 0 15,7 2 0-15,-3-2 0 0,6 3 0 0,-1 1 0 16,2-2 0-16,1 4 0 0,0-3 0 0,1 3 0 15,2-1 0-15,-1-3 0 16,-4-1 0-16,3 2 0 0,-2-3-203 0,-2 0 165 16,-2 0-5-16,-2 0-286 0,-5 0 134 0,1 0 88 15,-4 0 18-15,-4 0-731 0</inkml:trace>
  <inkml:trace contextRef="#ctx0" brushRef="#br1" timeOffset="67268.17">2055 10081 1298 0,'-5'0'0'0,"0"0"0"0,-2-3 0 0,2 3 0 0,4 0 0 0,-4 0 0 0,5 0 100 0,0 0-34 0,-2 0 109 0,2 0-72 16,0 0-34-16,0 0 7 0,0 0 43 0,0 0-43 0,0 0-22 0,0 0 39 15,0-3-29-15,0 1 7 0,0 2 101 16,2-2-124-16,4 0-16 0,-1 2 1 16,2-1 0-16,0-1 36 0,1-1-9 0,-1 2-27 15,1-1 0-15,2-1-1 0,2-1 66 0,2-2-24 16,-1 1-9-16,0-3 36 15,4 2-34-15,2-1 0 0,-3 1-34 0,1-1 40 0,-1 5-9 16,3 0-31-16,-1 0-36 0,-1 0 36 0,-2 2 0 16,2 0-48-16,-1 0 19 0,0 0 1 0,-2 0-6 15,2 0-1-15,-8 0 35 0,4 0-54 16,-2 0 19-16,-2 0-11 0,3 0 34 0,-5 0 18 16,4 0-24-16,-2 0-4 0,1 0 1 0,1 0 32 0,-4-2-1 15,4-1-30-15,1 2 3 0,-2 0-10 16,4-2 10-16,-7 0 3 0,6 1-2 0,-1-2 171 15,-2 2-368-15,4-2 360 0,-5 3-180 16,6-1-191-16,-6 0 171 0,3 0-5 0,-5 1-23 16,4-2 21-16,-2 1 1 0,0 1 15 0,-2 1-4 15,1-3 6-15,-4 3 36 0,2-1 0 16,-2 1-31-16,-2 0-4 0,1-2 3 0,1 2 37 16,-2 0-1-16,-1 0-30 0,0 0 72 0,0 0 125 0,0 0-198 15,0 0 0-15,0 0 0 16,0 0 0-16,0 0 0 15,0 0 0-15,0 0 0 0,0 0 0 0,2 0 0 0,0 0 0 0,-1 0 0 0,1 0 0 16,1 0 0-16,-3 0 0 0,2 0 0 16,-2 0 0-16,0 0 0 0,1 0 0 15,-1 0 0-15,0 0 0 0,0 0 0 0,0 0 0 0,0 0 0 0,0 0 0 16,0 0 0-16,0 0 0 0,0 0 0 16,0 0 0-16,0 0 0 0,2 0 0 0,-2 0 0 15,0 0 0-15,0 0 0 0,0 0 0 16,0 0 0-16,0 0 0 0,0 0 0 15,0 0 0-15,0 0 0 0,0 0 0 0,0 0 0 16,0 0 0-16,0 0 0 0,0 0 0 16,0 0 0-16,0 0 0 0,2 0 0 0,-2 2 0 0,1 3 0 15,1 1 0-15,1 1 0 0,-3 3 0 0,2 0 0 16,-2 8 0-16,0 5 0 0,0 9 0 0,-5 11 0 0,-10 11 0 16,-2 9 0-16,1 12 0 0,-3 20-445 15,8 8 214-15</inkml:trace>
  <inkml:trace contextRef="#ctx1" brushRef="#br0" timeOffset="52771.25">19273 15512 0,'0'0'16,"0"0"-16,0 0 16,0 0-16</inkml:trace>
  <inkml:trace contextRef="#ctx0" brushRef="#br0" timeOffset="83260.22">7040 12830 649 0,'-6'4'0'0,"2"-3"0"0,2 2 0 0,-3-2 0 0,5 1 0 0,-2-2 0 0,1 2 0 0,1-2 93 0,-2 0-30 16,2 0 8-16,0 0 88 0,0 0-63 0,0 0-31 0,0 0 77 15,0 0-54-15,0 0-20 0,0 0-8 16,0 0 41-16,0 0-35 0,0 2 1 0,0 0-34 16,0 2 86-16,2-1-47 0,3 1 0 0,3-3-39 15,-1 4 40-15,3 0-32 0,-3-1-9 16,2 0 40-16,-1-1-39 0,0 0 0 0,0 0 0 15,0 1 6-15,0 0-6 0,-1-2 24 16,1 0-24-16,-1 0-1 0,4-2 1 0,-3 1 8 16,-1-1 28-16,3 0-37 0,-2 0 1 0,2 0 0 15,-4 0 38-15,4 0-30 0,-3 0-8 0,2 0 28 16,2 0 0-16,-2 0-28 0,2 0 26 0,-1 0-18 16,2 0-9-16,3 0 15 0,-1 0-14 15,2 0 0-15,3 0-25 0,-2 0 32 0,3 0-7 0,3 0 0 0,4 0-2 16,-1 0 1-16,1 0 1 15,3-1 8-15,0-3-37 0,-1-2 29 16,1 1 0-16,0-1-4 0,0 2 3 0,-4 2-34 16,6 1-7-16,-2-2 43 0,2 3-8 15,4 0-2-15,-1 0 1 0,0 0 3 0,2 0 145 0,-1 0-173 16,2 0 0-16,0 0 0 0,0 0 0 0,-3 0 0 0,2 0 0 16,-2 0 0-16,1 0 0 0,0 0 0 15,-2 0 0-15,0 3 0 16,0 0 0-16,-1-1 0 0,4 1 0 0,-2 2 0 0,-2-1 0 15,5-1 0-15,-2 1 0 0,-1-2 0 16,4 0 0-16,-4-1 0 0,3 2 0 0,-1-3 0 16,-1 0 0-16,1 0 0 0,-2 0 0 0,-1 0 0 15,1 0 0-15,0 0 0 0,1 0 0 16,-1 0 0-16,1 0 0 0,1 0 0 0,3 0 0 0,-2 0 0 0,5 0 0 16,-10 0 0-16,6 1 0 0,-4 1 0 15,3 0 0-15,-3 1 0 0,-1-1 0 0,0-2 0 16,-3 2 0-16,1 0 0 0,0-2 0 15,-2 0 0-15,2 2 0 0,0-2 0 0,-2 2 0 16,2 0 0-16,-5-2 0 0,4 2 0 16,-1 0 0-16,1-2 0 15,-3 2 0-15,2-2 0 0,0 0 0 0,0 0 0 16,0 0 0-16,0 0 0 0,2 0 0 0,-4 0 0 0,-3 0 0 16,7-2 0-16,-5 0 0 0,-1 0 0 0,-1 0 0 0,-2 0 0 15,0 2 0-15,0 0 0 0,-3 0 0 16,-1-2 0-16,0 0 0 0,-3 2 0 15,2-2 0-15,-4 0 0 0,0 1 0 0,-1-3 0 16,-4 1 0-16,3-1 0 0,-5-2 0 0,-2 4 0 16,1 0 0-16,-3 1 0 0,-1-2 0 15,1 2 0-15,-3 1 0 0,0 0-206 0,0 0 95 16,0 0 51-16,0 0 19 0,-3 0-539 0,-8 0 266 0,2 7 144 16,2-1-610-16,-1-3 374 0,2 0 187 0,-1-3-908 15</inkml:trace>
  <inkml:trace contextRef="#ctx0" brushRef="#br0" timeOffset="83499.59">10395 12509 506 0,'0'0'90'0,"-3"0"-45"16,3 0 433-16,0 0-222 0,10 2-112 0,1-1-47 0,3 3-36 16,2 0 205-16,5 0-116 0,4 1-59 0,2 3 398 15,6 3-221-15,-1 3-121 0,5 8 134 16,-3 3-124-16,-2 3-62 0,-2 1-31 15,-5-2 8-15,1 1 42 0,-4 2 110 0,-1 1-224 16,-7-2 0-16,-2 1 0 0,-6 1 0 0,-6 1 0 16,0-3 0-16,-8 3 0 0,-13-1 0 0,-7-2 0 0,-9 4 0 15,-6-4 0-15,-15 3 0 0,-6-3-629 16,-8-1 290-16,-6-2 124 0,-18 2-706 0,9-8 444 16</inkml:trace>
  <inkml:trace contextRef="#ctx0" brushRef="#br0" timeOffset="84394.22">8484 10047 913 0,'0'-5'0'0,"-2"0"0"0,2 0 0 0,-4 1 0 0,4 1 0 0,-1 1 0 0,1 0 0 0,-1 2 63 0,1 0 114 16,0 0-72-16,0 0-37 0,0 0 30 0,0 0-24 0,0 0-9 0,0 9-6 15,-3 7 1-15,3 0-28 0,-2 4 69 16,0 4-25-16,1 3-10 0,1 2 34 15,-2 1-34-15,2 1 0 0,0 4-34 16,-2 6 97-16,2 6-53 0,-1 0-22 0,1 3 1 16,-3 5-22-16,3 12 38 0,0-10-30 0,-2 18-8 15,2-5-1-15,-1 1 77 0,1 2-38 0,0 2 0 0,0 1 21 16,0 4-33-16,0 3 0 0,0-3-3 16,0 1 0-16,0 1-23 0,0 1 8 0,0 10-8 0,-2-4-22 15,-3 1 0-15,2 1-40 16,-3-3 30-16,1-13 9 0,-3 8 12 15,-2-4 10-15,1-1 1 0,0 1-17 0,-3 2 33 16,3-2-24-16,1 0 0 0,-3-2 5 0,2 0-6 16,0-2-4-16,0 2 2 0,0-2 3 0,0 0-28 15,4 0 2-15,-2 2 22 0,0-2 8 16,2 3-6-16,-1 1-48 0,3-1 19 0,-3 1-1 0,1-4-24 16,-1 0 19-16,1-2-1 0,0-9 14 15,0 12 8-15,-1-5-13 0,1-1 5 0,0-4-1 16,2 1 4-16,-1-13-24 0,-2 4-1 0,5-3 21 15,-2-4 2-15,-2-4-59 16,2-7 27-16,-3 7-1 0,2-3-117 0,0-2 68 0,-1-1 33 16,-1-6-6-16,-2 2-93 0,2-2 56 0,-3-4 32 0,4-8 1 15,-2-2-271-15,-1-7 149 0,2-4 64 16,0-2 45-16,1-7-278 0,-2-1 158 16,1 0 78-16,1-19 40 0,-2-5-332 0,4-13 189 0,-1-7 92 15,0-16 45-15</inkml:trace>
  <inkml:trace contextRef="#ctx0" brushRef="#br0" timeOffset="84726.08">8528 10140 692 0,'-2'-8'0'0,"1"4"0"0,-2 0 0 0,1 1 0 0,1 0 0 0,-6 0 271 0,2 1-111 16,-1 2 0-16,-3 0-64 0,-5 0-31 0,0 11 0 15,-7 5-33-15,0 11 9 0,-6 7-24 16,3 4 16-16,-3-1-161 0,0 2 80 16,5-1 40-16,3-8-278 0,3 2 153 0,0-5 80 0,6-11 39 15,3-3-394-15,3-1 190 16</inkml:trace>
  <inkml:trace contextRef="#ctx0" brushRef="#br0" timeOffset="84886.31">8400 10078 886 0,'2'0'0'0,"5"0"0"0,2 0 0 0,5 0 0 0,-1 0 0 0,5 0 277 0,1 4-122 0,6 6 294 15,-1-1-208-15,3 5-104 0,1-1-44 0,0 2-35 0,2 2 1 16,2 4-2-16,0-1 0 16,-2 4-577-16,-2-1 285 0,1 3 130 0,-2 1 69 0,1 6 34 0</inkml:trace>
  <inkml:trace contextRef="#ctx0" brushRef="#br0" timeOffset="85537.66">6657 12872 617 0,'0'0'0'0,"-2"-3"0"0,0 1 0 0,0 1 0 0,1-1 0 0,-1 0 58 15,2 2-1-15,-2 0-16 0,2-3 80 16,0 3-44-16,0 0 12 0,0 0-28 0,0 0 0 0,0 0-20 15,0 0-8-15,0 0 28 0,0 0-1 16,0 0-27-16,0 0 38 0,0 0 1 16,2 0-40-16,0 0 1 0,3 0 31 0,0-1-31 15,4 1 0-15,-1-1 22 0,-2 1-23 0,3 0 1 16,1-3 0-16,1 3 7 0,1 0-7 0,3 0 8 16,0 0-20-16,4-2 12 0,0 2 0 15,6-1-1-15,3 0-129 0,5-2 68 0,8-1 25 16,0 0 8-16,7 0-522 0,0 1 244 0,5-2 130 0</inkml:trace>
  <inkml:trace contextRef="#ctx0" brushRef="#br0" timeOffset="86253.28">7096 12885 729 0,'-2'0'0'0,"2"0"0"16,-2 0 0-16,0 0 0 0,2 0 0 0,-3 0 0 0,1 0 32 0,0-2 44 0,1-1-22 0,1 2 0 0,-2-1 28 15,2 0-17-15,-2 0-8 0,2-2 8 0,0 2-1 16,-1 1-31-16,-2-1 60 15,1 0-22-15,1 2-8 0,-4-3-30 0,3 2 55 0,-3 0-27 0,-1-2 0 16,1 1-20-16,-3 1-9 0,-3 0 26 16,2 1-25-16,-2 0 0 15,-3 0-4-15,4 0 12 0,-7 0-8 0,3 0 0 0,-4 0-129 0,2-3 65 16,-1 3 31-16,0-2-317 0,2-2 150 0,0-3 87 0,0 2-528 16</inkml:trace>
  <inkml:trace contextRef="#ctx0" brushRef="#br0" timeOffset="88866.72">8517 11636 645 0,'0'0'0'0,"0"0"0"0,0 0 0 0,0-2 0 0,0 0 0 0,0 0 0 0,0 2 0 0,0 0 110 0,-3-1-39 0,3 1 0 0,0 0 40 16,0-3-43-16,0 3 0 0,0 0-35 0,0 0 0 0,-2-1 68 15,2 1-26-15,0-2 0 0,-1 2-21 16,-1-3 0-16,0 2-21 16,-2-1 0-16,0 2 53 0,1-2-30 0,-3 1 19 15,3 1-21-15,-4 0 1 0,3-3-23 0,-3 3 37 16,2 0-36-16,-1-1 0 0,-2 1-1 0,1-3-11 15,0 3 20-15,-1 0-8 0,0 0-30 16,-1 0 0-16,2 0 30 0,-2 0 0 0,0 0-20 0,0 0 19 16,3 0-4-16,-2 0 4 0,-2 0-44 0,2 0 1 15,1 0 41-15,2 0-7 0,-4 0-4 0,2 0 3 16,0 0-6-16,1 0 19 0,0 0-10 0,-1 0-4 16,1 0 4-16,-1 0-4 15,0 0 1-15,1-2-2 0,-4 2 9 0,3 0-7 0,-2-1 3 16,1 1-20-16,-2-2-11 0,0 2 28 15,2 0 4-15,-2-3-5 0,1 3-25 0,-1 0-1 16,1 0 19-16,0 0-32 0,0 0 35 0,-1 0-2 0,1 0-4 16,1 0 3-16,-4 0-3 0,3 0 4 15,2 0-1-15,-3 0-1 0,1 0-3 0,-4 0 2 16,5 0-42-16,-3 0 41 0,0 0 4 16,-1 0-34-16,1 0-2 0,0 0 30 15,-2 0-14-15,0 0 12 0,0 0-1 0,-2 0 38 16,1 0-12-16,-1 3 0 0,3 0-26 0,-4-1 0 0,3 2 0 15,-2 0 35-15,0 0 2 0,2 2-33 0,-2-2-7 16,1-1 9-16,2 1 14 0,-2 1-42 16,1-2 1-16,2 4 29 15,-2-1-27-15,2-2-1 0,-1 3 28 0,1 0-8 0,1 0 3 16,-3 2-4-16,2-1 3 0,0 0 40 0,2 0-39 0,-4 0-4 0,2 1 1 16,0-2 0-16,-1 1-11 15,0-1 15-15,3 1 0 0,-2 1 5 0,1-2-45 16,-1 5 40-16,2-3-1 0,-3 1-39 15,1 1 38-15,0 1-2 0,1 0-19 16,-1 1 16-16,3-3 1 0,-5 7 25 0,4-5-26 16,-2 2-2-16,1-1 16 0,1 0-14 0,0 2 1 0,-1 0 1 0,2 1-8 15,-2-2 8-15,1 1-1 0,-2 3 4 16,1-3-25-16,0 1 24 0,-1 1-3 16,0 0 2-16,0 0-1 0,-1 0-19 15,2 3 18-15,-3-3-2 16,0 6-1-16,1-2 0 0,-2-1 1 0,4 0 34 0,-4 3 0 15,4-4-32-15,-1 2 0 0,2-3 4 0,-1 3-3 0,3-2 3 0,-2 0 36 16,0 0-33-16,2 2-2 0,1-3 4 16,-2 2-43-16,-1 1 41 0,2 0-2 0,0-1 5 15,0 1-5-15,-2 0-22 0,4-1 0 16,0 0 18-16,1 1 8 0,0-1-8 0,1-1 0 16,-2 1 15-16,5-1-15 0,-2 1-1 15,1 0 31-15,1-1 1 0,0 1-29 0,0 0 35 16,0 1 0-16,0 0-28 0,0 0-3 0,0 1 19 15,0 2-13-15,0 0-2 0,0 5 1 0,0-3 27 16,0 1 0-16,0-3-18 0,0 7 141 0,0-6-166 0,0 1 0 16,0 1 0-16,1-1 0 0,1-1 0 15,1 4 0-15,2-1 0 16,-1 1 0-16,1-1 0 0,2 1 0 0,-3-5 0 0,6 6 0 0,-2-5 0 16,-1 3 0-16,2-1 0 0,3 0 0 15,0 1 0-15,2 0 0 0,2-1 0 0,0-1 0 16,3 0 0-16,0 0 0 0,3 1 0 15,2-1 0-15,6 4 0 16,0-4 0-16,5 1 0 0,2 0 0 0,2-4 0 0,4 0-422 0,6-1 270 16,4-3 55-16,7 2-398 0,2-6 231 0,-3-4 107 15,12-2-459-15,-8-2 291 16,9-7 146-16,19 0 74 0,-17-3-232 0</inkml:trace>
  <inkml:trace contextRef="#ctx0" brushRef="#br0" timeOffset="90799.06">8218 11589 856 0,'0'0'0'0,"-1"0"0"0,-2 0 0 0,3 0 0 0,-2 0 0 0,2 0 126 0,0 0-47 0,0 0-15 16,0 0-8-16,0 0 24 0,0 0-24 16,0 0 0-16,0 0-23 0,0 0 89 0,2 0-49 0,4 0 0 0,-3 0 27 15,5 0-33 1,-3 0 8-16,1 0-12 0,2-3-9 0,-1 2-21 0,2-1 33 16,1 1 0-16,-1-2-33 0,2 2 26 0,-1 1-26 15,3 0 0-15,-2-2-1 0,3 2 1 16,-3 0 29-16,0 0-21 0,4 0-8 0,-1 0 0 15,-2 0 39-15,1 0-39 0,1 0 0 0,-3 0 41 0,4 0-42 16,-2 2 1-16,1-1 0 16,-2 3 36-16,1-2 1 0,1 2-29 0,-1-2-9 0,0 1 25 15,0-1-25-15,1 1 1 0,0 0 21 16,-1 0-13 0,3-1-9-16,-2 2 30 0,3-1-29 0,-2-2 0 0,2-1 16 0,1 2-7 15,-4 0-10-15,5-2 1 0,-6 1 0 0,3 2 0 0,-2-1 17 16,2 2-9-16,-4-3 10 0,3 3-18 0,-1 2-1 15,-2-3 145-15,2 3-177 0,0-2 0 16,0 2 0-16,-4-1 0 0,4 0 0 0,0 1 0 16,-2 1 0-16,2-3 0 0,-1 4 0 0,1-3 0 15,-2 3 0-15,1-1 0 0,1-1 0 0,-1 2 0 16,-2-3 0-16,0 3 0 0,2-1 0 0,-1 3 0 16,0-3 0-16,-1 1 0 0,0-1 0 15,0 1 0-15,0 0 0 0,-1 1 0 16,2-4 0-16,-2 3 0 0,1 0 0 0,2-2 0 0,-1-1 0 15,-1 1 0-15,1-2 0 0,-1 1 0 16,0 0 0-16,0-1 0 0,0 0 0 0,-1-2 0 16,0 5 0-16,-1-1 0 0,0-2 0 0,1 1 0 15,-1 0 0-15,-2 2 0 0,2-2 0 0,1 1 0 0,-2-1 0 16,-1 1 0-16,0 1 0 0,4 0 0 16,-5 0 0-16,2-2 0 15,-1 3 0-15,1 1 0 0,0-1 0 0,-1 1 0 0,-2-1 0 0,5 3 0 16,-4-2 0-16,-1 3 0 15,3-3 0-15,-2 0 0 0,-1 1 0 0,1-1 0 16,-1 2 0-16,1 0 0 0,-3-5 0 0,4 2 0 0,-2 0 0 16,1 2 0-16,-3-4 0 15,3 2 0-15,-1 0 0 0,0 0 0 0,0 2 0 0,-1-2 0 16,0 1 0-16,1 0 0 0,-1 1 0 16,-1-2 0-16,1 1 0 0,1 0 0 15,0 1 0-15,-1-1 0 0,-1 0 0 0,3 2 0 0,-2-1 0 16,-1 3 0-16,4 0 0 15,-4 0 0-15,1 0 0 0,-1 0 0 0,3 0 0 0,-2 3 0 16,-1-3 0-16,2 2 0 0,-2-2 0 0,1 1 0 16,0-2 0-16,-1 1 0 0,-1 1 0 0,2-3 0 15,-1 2 0-15,-1-2 0 0,0-1 0 16,1 3 0-16,0-2 0 0,-2 0 0 0,0 3 0 16,1-1 0-16,-2 0 0 0,0 0 0 0,0 1 0 0,0-2 0 15,0 4 0-15,0-4 0 16,0 0 0-16,0 2 0 0,0-2 0 0,0-3 0 15,0 4 0-15,0-5 0 0,0 3 0 0,0-3 0 0,0 0 0 16,-3 5 0-16,-1-2 0 0,-1-1 0 16,3 3 0-16,-1-1 0 0,-1 2 0 0,1-1 0 15,1-2 0-15,-2 0 0 0,2 3 0 0,-1-2 0 16,1-2 0-16,0 0 0 0,-1 1 0 0,1-2 0 16,1 0 0-16,1 1 0 0,-2-1 0 15,0 2 0-15,0-1 0 0,0-1 0 16,0 1 0-16,1-1 0 0,-1 1 0 0,-2 1 0 15,2-1 0-15,-1 1 0 0,-2-1 0 0,2 2 0 16,-1-1 0-16,0 0 0 0,1 1 0 0,-1-3 0 0,-2 2 0 16,3 0 0-16,-4-1 0 0,4 1 0 15,-3 1 0-15,3-3 0 0,-2 3 0 16,1 1 0-16,-3-2 0 0,2-1 0 16,-1 5 0-16,3-6 0 0,-5 4 0 0,3-1 0 15,-2 0 0-15,2 2 0 0,0-3 0 0,-1-2 0 16,1 4 0-16,-2-2 0 0,2 0 0 0,1-3 0 0,-1 3 0 15,1-2 0-15,0 1-180 0,-1-2 169 0,0-1 1 16,0 0-5 0,1 0 27-16,-1 0-6 0,-1-2 7 0,-2 3-24 0,1-2 1 0,1-2-1 15,-2 4 1-15,0-2 25 0,0 0 2 0,0-1-17 16,-1 2-5-16,1 0 30 0,1-1-27 0,-1 1 6 0,-1 1-1 16,-1-3-2-1,3 2-1-15,0 3 0 0,-2-1-1 0,-1-1-4 16,1 3 5-16,-2 0 0 0,1-1 0 0,0 1-1 15,0 0 1-15,-2-1-1 0,3 1 2 0,-1 0-2 16,-3-2 3-16,4 1-2 0,0-1-1 0,-2-2 1 16,1 1 176-16,0-1-176 0,2 1 0 0,-1-1 0 15,2-2 0-15,-2 0 0 0,1 1 0 0,0-1 0 0,0 1 0 16,0-2 0-16,0 1 0 16,-1 1 0-16,-1-1 0 0,0 3 0 15,1 0 0-15,-2-3 0 0,-1 3 0 0,2 1 0 16,0-1 0-16,-1-1 0 0,0-1 0 0,0 2 0 0,2-4 0 15,-1 3 0-15,1-2 0 0,-3 1 0 16,4 0 0-16,-3-1 0 0,3-2 0 0,-1 3 0 16,0 1 0-16,0-2 0 0,-1 0 0 0,-1 1 0 0,4-1 0 15,-7 4 0-15,5-5 0 0,-3 5 0 16,1-4 0-16,2 1 0 0,0-2 0 0,-5 0 0 16,3 1 0-16,-1 0 0 0,1-1 0 0,1 2 0 15,-4-1 0-15,3 1 0 16,-3 0 0-16,1 2 0 0,1-3 0 0,-2 5 0 0,1-3 0 15,-2 0 0-15,2 1 0 0,-3 0 0 16,4-2 0-16,-4 1 0 0,0-1 0 0,1-1 0 16,-2 1 0-16,1-5 0 0,-2 5 0 0,1-4 0 15,-1 0 0-15,-3 0 0 0,2 0 0 16,-1-1 0-16,-3 1 0 0,3 0 0 0,-4 0 0 16,0-2 0-16,-4 0 0 0,2 0 0 0,-4 0 0 15,1 0 0-15,-3 0-368 0,1-2 217 16,-3-3 57-16,0-5-433 0,2-1 247 0,0-4 124 15,-1-1 53-15,3 0-641 0,3-5 355 0</inkml:trace>
  <inkml:trace contextRef="#ctx0" brushRef="#br0" timeOffset="105015.28">9125 12229 733 0,'0'0'0'15,"0"0"0"-15,0 0 0 0,0 0 0 0,0 0 0 0,0-1 118 0,0-1-34 0,2 0-30 0,-1-3 65 0,1 4-43 0,1-3-21 0,0 2 68 31,-1 1-36-31,0-3-32 0,2 2 22 0,-1-2-22 0,-1 0-1 0,4 3-21 0,-5-2 70 16,3 0-39-16,1 1-1 0,-2 0 11 16,1 0-20-16,0 2-1 0,-3 0-12 0,5 0 39 15,-2 0-24-15,-1 0 0 0,5 0 50 0,-4 0-63 16,2 0-2-16,1 0-8 0,0 0 25 16,4 0 0-16,-3 0-25 0,1 0 0 0,1 0 8 0,0 0 44 15,1 0-26-15,0 0 1 16,0 0-28-16,3 2 40 0,-3 2 9 15,2-1-49-15,0 1 1 0,2 2 35 0,-1 0 1 0,0-1-37 16,2 0 49-16,0 2-48 0,0 0 0 0,0-1-1 0,-1 1-3 16,2 0 4-16,-2-1 8 0,0 1-8 0,0 4-27 15,1-4 27-15,-2 0 0 0,-1 3-21 16,1-1 7-16,-1 0 14 16,-2 1-33-16,0-1-6 0,-1 1 35 0,-1-1-10 0,-4-4 147 15,2 1-337-15,-2 2 342 0,-1-5-343 0,-3 1 170 16,1-2-5-16,0 0-11 15,0 0 30-15,-2-2 2 0,0 0-6 0,0 0-35 0,0 0-4 16,0 0 41-16,0 0-10 0,0 0-17 0,0 0-5 16,0 0 25-16,0 0-130 15,0 0 60-15,0 0 27 0,0 0 0 0,0 0-431 0,-4 0 219 0,-1-2 110 16,1-2-228-16,0-2 173 16,-2-3 82-16,2-2 41 0,3-3-575 0,1 0 308 15</inkml:trace>
  <inkml:trace contextRef="#ctx0" brushRef="#br0" timeOffset="105420.89">9705 11921 1039 0,'3'-7'0'0,"-2"-1"0"0,1 1 0 0,-2-1 0 0,0 3 0 0,0 1 0 0,0 0 0 0,0 2 0 0,0 0 72 0,0 0 0 15,0 2 126-15,0 0-83 0,0 0-41 0,0 0-12 16,0 0 127-16,0 0-77 0,0 0-40 0,0 4 90 16,0 0-64-16,0 2-25 0,0-1-8 0,0-2 66 15,0 4-49-15,0-2-25 0,0 3 48 0,-2-1-28 16,1 2-8-16,-4 3-36 0,2 1 0 0,-1 2 98 16,0 4-50-16,1 0 26 0,-2 2-42 0,0 4 0 15,3 0-32-15,-2 3 0 0,1 0-30 16,-3 1 8-16,2 3 22 0,-2-2-60 15,1 1 30-15,1 2 0 0,-1-4 30 0,1-5-23 16,0 3-14-16,2-4 34 0,1-2 2 0,1-5-8 16,0-2-22-16,0-4 46 0,0 0-11 15,0-3-18-15,0-3-2 0,0 0-27 0,0-4 2 16,0 1 32-16,0-1-84 0,0 0 38 0,0 0 2 0,0 0 36 0,0 0-202 16,0 0 95-16,0 0 40 0,0 0 26 0,0 0-183 15,0 0 95-15,0 0 26 0,0 0-533 16,0 0 297-1,0 0 145-15,0 3 73 0</inkml:trace>
  <inkml:trace contextRef="#ctx0" brushRef="#br0" timeOffset="106540.9">6924 12315 786 0,'-6'0'0'0,"0"0"0"0,3 0 0 0,-3 0 0 0,4 0 0 0,-2 0 0 0,1 0 0 0,2 0 145 0,1 0-57 16,0 0-19-16,-3 0-8 0,3 0 28 0,0 0-29 15,0 0 1-15,0 0-28 0,0 0 113 0,0 0-61 16,0 0 81-16,0 0-66 0,0 0-34 0,0 0 1 15,0 0 73-15,0-1-57 0,3 1-25 0,0-2-1 16,2 0 43-16,0 1-34 0,4-2 8 16,-1 1-41-16,-2 0 38 0,5 1-39 0,1-3 1 15,1 0 29-15,0-2 9 0,0 5-39 0,3-5 13 16,-2 4-13-16,1-4 1 0,0 3 0 0,3-1 4 16,-4 0-4-16,4 0 0 0,-2 0 0 15,1 0-15-15,-2-1 23 0,2 0-8 0,0-1-1 16,1 1 17-16,-2-1-16 0,-2-2-11 15,0 3 19-15,-3-3-8 0,0 3-3 0,-2 0-34 16,1 0-2-16,-2-1 36 0,-1 3 6 0,-2 1-6 0,-1-2-36 16,-2 2-1-16,1 0 29 0,-1 0-23 0,-1 2 27 15,1 0-3-15,-2 0 29 0,0 0 1 0,0 0-34 16,0 0 2-16,0 0 36 0,0 0-35 0,0 0 161 16,0 0-183-16,0 0 0 15,0 0 0-15,0 0 0 16,0 0 0-16,0 0 0 0,0 0 0 0,0 0 0 15,0 0 0-15,0 0 0 0,0 0 0 0,0 0 0 0,0 0 0 16,0 0 0-16,0 0 0 0,0 0 0 16,3 0 0-16,-2 0 0 0,1 0 0 0,0 2 0 15,-1 2 0-15,1 0 0 0,0-1 0 0,1 3 0 16,-2 1 0-16,0 3 0 0,3 1 0 0,-2 5 0 0,1 2 0 0,-2 8 0 16,-1 4 0-16,0 11 0 0,0 7 0 0,0 4-225 31,0 14 106-31,0-2 56 0,0 3-505 0,7 1 267 15,5 1 135-15</inkml:trace>
  <inkml:trace contextRef="#ctx0" brushRef="#br0" timeOffset="132398.46">12029 9328 756 0,'0'0'0'0,"-2"0"0"0,-2 0 0 0,2 0 0 0,-2-2 0 0,2 0 0 0,-1-2 87 0,1 1-27 16,-2-1 8-16,2-2-12 0,1 0 0 0,-3 0-23 0,2 1 42 15,-1-3-21-15,2 1 8 0,1-2-6 16,0 1 0-16,0-3-24 0,0 0 3 15,0-3-2-15,0 2 8 0,6-5-40 0,3 1 29 16,0 3 3-16,1-2 0 0,1 6-1 0,0-2 9 0,3 3-20 0,-3-1 12 16,4 5 0-16,-2 1-1 0,1 1 5 15,2 2-4-15,0 0-2 16,2 0-11-16,-1 9 9 0,-2 0-7 0,0 4 6 0,0 2 55 16,0 0-30-16,0 8 10 0,-6-6 13 15,1 3-22-15,-3 1-26 0,-1 2 13 16,-3-1-8-16,-1 6 0 0,-2-7 0 0,0 1-20 15,0 1 20-15,0 0 8 0,-9-2-61 0,0-3 25 16,-3 1 1-16,-2-3 17 0,-2-2-100 0,-2-3 50 0,-1-2 21 0,-6-2-201 31,0 0 106-31,2-5 43 0,-2-2-365 16,2 0 368-16,1 0 6 0,0 0 7 0,3 0-88 0,4-2 49 16,5-5 16-16,3 3-195 0,1-2 114 0,6-1 56 0,0-1 29 0,6 0-229 15,11-3 120-15</inkml:trace>
  <inkml:trace contextRef="#ctx0" brushRef="#br0" timeOffset="132715.79">12521 9095 542 0,'0'-10'0'0,"-4"5"0"0,0-3 399 15,-5-1-348-15,2 0-10 0,1 2-8 0,-2-1 62 16,1-2-31-16,-1 0-1 0,3 4-30 15,-3-2 8-15,0 2 43 0,1 2-26 0,0 2 0 0,-3 1-25 0,-1 1 1 16,-2 0 7-16,-1 7-8 0,-4 12 35 16,1 2-1-16,-1 3-34 0,0 5 0 0,-1 0 115 15,5 3-62-15,0-2-26 0,3 2 75 16,6-2-51-16,1 3-26 16,4-4 158-16,0 0-96 0,0-4-44 0,5 2 59 15,8-5-52-15,4-1-25 0,-2-4 8 0,8 2-129 0,-2-3 48 0,1-2 24 16,0 1-296-16,1-5 159 0,-2 0 89 15,1-4-198-15,1-1 110 0,0-1 70 0,-3-4-7 0,1 0 30 16,-2 0-489-16,-1-2 249 0,-1-6 121 16,4-10 59-16,-4-1 32 15</inkml:trace>
  <inkml:trace contextRef="#ctx0" brushRef="#br0" timeOffset="132901.72">12729 9057 2431 0,'0'3'0'0,"2"-2"0"0,-2 1 0 0,0 0 0 0,2-2 0 0,-1 2 0 0,6-1 56 0,0-1 1 0,6 0-25 0,1 0 41 15,2 0-40-15,3 0 0 0,0 0-1 0,1 0 1 0,1 0-195 16,0 0 106-16,-1-1 40 16,-1 1 25-16,0-2-417 0,-4 0 220 15,-2 0 110-15,-1 2 64 0,-3-1-639 0,-2 1 311 0</inkml:trace>
  <inkml:trace contextRef="#ctx0" brushRef="#br0" timeOffset="133065.25">12797 9266 1480 0,'-12'14'0'0,"7"-4"0"0,0 1 0 0,-1-2 0 0,1-6 0 0,4 1 272 0,1-4-120 0,0 0 68 0,0 0-94 15,6 0-47-15,7 0-15 0,2 0-10 0,2 0 0 0,2-6-21 16,-1 2 0-16,1-2-447 0,2 0 231 0,-3 3 104 15,2 1 56-15,-2 0-625 0,1 2 327 0</inkml:trace>
  <inkml:trace contextRef="#ctx0" brushRef="#br0" timeOffset="133697.7">13394 9153 981 0,'0'-13'0'0,"0"4"0"0,0-3 0 0,-3-1 0 0,-3 0 0 0,0 2 0 0,0-3 126 0,1 2-46 0,-1 0 60 15,-1 1-99-15,1 4-8 0,-2-3 0 0,3 4 32 16,-4 3-26-16,1-1 2 0,-3 4-8 0,-2 0 33 16,-1 0 0-16,0 5-33 0,-4 11-1 0,4 0 101 15,-5 9-55-15,2-1-22 0,0 5-1 0,0-2 103 16,2 4-63-16,2 0-23 0,1 0-8 0,3 0 102 15,2-3-66-15,5 3-34 0,2-5 0 0,0-2-1 16,0-3-32 0,2-1 0-16,7 0-1 0,4-5-101 0,1-4 51 0,2-2 33 15,1-2-71-15,1-6 44 0,3-1 22 16,4 0 1-16,-2-1-224 0,-5-12 119 0,5-5 19 16,-4-3-168-16,-1-4 92 0,0 0 9 0,-2-6 38 15,-1 3 28-15,-2 0 8 0,-3 2 166 0,-3 3-123 16,1 2-8-16,-5 5 1 0,1 6 77 0,-2 1-35 0,0 3-22 15,-2 4 1-15,0 0 241 0,0 1-113 16,0 1-72-16,0 0-1 0,0 7 133 0,0 7-62 16,0 2-47-16,0 3 67 0,0 2-43 0,0 1-34 15,0 0 0-15,0 1-56 0,1-3 30 16,10 0 1-16,-2-1 8 0,2-5-42 16,2 0 1-16,2-5 33 0,0-1-1 15,2-4-74-15,-2-3 46 0,2-1 3 0,0 0 1 16,0-4-92-16,0-9 50 0,0-6 11 0,-2 4-3 0,0-11-82 15,-4 2-40-15,0-1 65 0,-1 1 35 16,-3-2-46-16,-3 3 66 0,-2-3 4 0,0 3 1 16,-2 0 3-16,0-3-6 0,-8 6-9 0,-1 3-11 15,-5-1 108-15,0 6-45 0,-2 3-22 0,-2 1 0 0,-1 4 184 16,-2 4-92-16,1 0-47 0,-5 0-10 0,4 10 108 16,0 3-54-16,5 0-30 0,-3 2-78 15,1 5 24-15,6-4 12 0,1 0 16 0,2 0 19 16,3-3-162-16,2 4 72 0,4-4 34 0,0 2-6 0,0-2-408 15,8 0 182-15,7 0 108 0,2-4-414 0,9 2 257 16,-2-3 129-16</inkml:trace>
  <inkml:trace contextRef="#ctx0" brushRef="#br0" timeOffset="134012.14">13975 9103 876 0,'5'-16'0'0,"-3"3"0"0,0 4 0 0,-2-4 0 0,0 3 0 0,0 5 382 16,-9-1-167-16,-1 4-95 0,-3 0-44 0,0 2 94 0,-2 0-69 16,-3 12-34-16,0 5 9 0,-3 3 124 15,5 3-83-15,-2 0-42 0,8-3-21 0,-1 1 81 16,6-3-43-16,3-2-34 0,2 0 0 0,0-1-4 16,10-4-1-16,5 1-94 0,4-5 45 0,1 1-56 15,1-3 43-15,0 2 20 0,-1-3 1 0,1 2-172 16,-4-2 102-16,-4 4 20 0,-2-1 28 0,-3-1-131 15,-2 5 68-15,-5-2 16 16,-1 4 18-16,0 2-13 0,-10 2 119 0,-8-2-55 0,-3 2 0 0,-3-2 74 16,-2 0-57-16,-2 1-34 15,-2-5-41-15,3-4 2 0,5 0 32 0,-3-5-128 16,3-2 60-16,5 0 43 0,4 0-1 0,3-5-393 16,8-8 198-16,2-4 101 0,0-2 41 0,16-6-389 15,7 2 224-15</inkml:trace>
  <inkml:trace contextRef="#ctx0" brushRef="#br0" timeOffset="134281.13">14283 8757 1735 0,'0'-17'0'0,"2"8"0"0,-2-2 0 0,0 1 0 0,0 4 0 0,0 5 0 0,0-2 0 0,0 2 299 0,0 1-133 15,0 11 120-15,0 10-127 0,0 6-54 0,0 5 31 16,0 10-51-1,0 1-26-15,0 0 0 0,0 2-29 0,0-3 11 0,0 9-8 0,0-4-90 16,0-3 74-16,0-8 16 16,5 2 0-16,2-2-182 0,3-6 153 15,1-3 29-15,2-2 0 0,-1-6-115 0,1-5 41 16,2 0 38-16,-2-5-21 0,2-3-298 0,-2-6 139 16,2 0 83-16,-2 0-331 0,0-4 192 0,-1-11 106 0,-3 0 51 15,0-6-338-15,0-3 194 0,-6-1 97 0,-1-3 39 16</inkml:trace>
  <inkml:trace contextRef="#ctx0" brushRef="#br0" timeOffset="134446.84">14191 8969 1154 0,'-32'2'0'0,"4"6"0"0,8-5 0 0,2 3 0 0,1-1 0 0,8-3 271 16,3 0-119-16,2 0-60 0,4-2 359 0,0 2-214 15,6 0-102-15,16-2 62 0,1 0-82 0,7 0-41 16,0 0-13-16,4 0 56 0,1-2-42 0,4 0-373 0,-4 0 165 15,-1 0 83-15,-2 2-680 16,0 0 377-16,-2 4 193 0,-2 10 69 0,-2 0-1180 0</inkml:trace>
  <inkml:trace contextRef="#ctx0" brushRef="#br0" timeOffset="134587.47">14818 9164 1214 0,'9'8'0'0,"1"1"0"0,-5-1 0 0,-1-1 0 0,-2 1 0 0,-2 1 779 15,0 2-373-15,0 3-179 0,0 3-101 0,-7 6 184 16,-3-4-138-16,-1 8-70 0,0 1-34 0,-3 4-122 16,1 3 40-16,-1 2 23 0,0 4-896 15</inkml:trace>
  <inkml:trace contextRef="#ctx0" brushRef="#br0" timeOffset="135237.46">15379 8877 746 0,'-16'-5'0'0,"2"4"0"0,3 1 0 0,2 0 0 0,4 0 28 15,-2 6 331-15,3 2-155 0,3 1-89 0,1 1-42 0,0 6 253 16,1-3-146-16,11 0-74 0,3 2 105 15,0 0-92-15,2-1-51 0,2 1-35 16,-3-2 0-16,2 0 0 0,-4-2 8 0,2 1-9 0,-2-3-211 16,-2 0 105-16,-1-1 54 15,-2-3-431-15,-1-1 247 0,0-1 47 0,-1-2-435 16,0-1 280-16,3 0 140 0</inkml:trace>
  <inkml:trace contextRef="#ctx0" brushRef="#br0" timeOffset="135475.93">15706 8586 1088 0,'2'-11'0'0,"0"5"0"0,-2 2 0 0,0 2 0 0,0 2 0 0,0 0 53 0,0 0 503 0,-4 6-253 15,-3 13-139-15,-5 5 305 16,-2 10-219-16,-2 5-108 0,0 8-54 0,-3 6 115 0,-3 16-89 16,-1-1-41-16,0 3 1 0,-2 3 86 0,1 2-64 15,2 0-23-15,-1 2-88 0,0 0 23 0,3 1 1 16,1-5-238-16,2-6 131 0,4-11 73 0,0 3-740 15,2-8 788-15,3-12 4 0,3-2-42 16,1-14-195-16,2-2 51 0,2-8 67 0,-1-7-340 16,1-4 200-16,0-3 99 0,0 0 51 15,0-12-377-15,3-15 218 0,8-10 104 0</inkml:trace>
  <inkml:trace contextRef="#ctx0" brushRef="#br0" timeOffset="135644">15715 8979 1373 0,'6'-10'0'0,"-2"4"0"0,-2 4 0 0,0 1 0 0,0-1 279 0,0 2-124 0,0 0-60 0,1 0 294 0,4 0-169 15,5 0-98-15,3 0-45 0,2 0-22 0,3 0 44 16,5 0-33-16,-2 0 8 0,5 0-42 0,-2 0-205 16,0 0 103-1,-3 0-513-15,-2 0 308 0,-2 0 161 0,-5 5 70 0,-3 4-720 0</inkml:trace>
  <inkml:trace contextRef="#ctx0" brushRef="#br0" timeOffset="135801.91">15765 9253 1591 0,'-14'11'0'0,"3"0"0"0,2-6 0 0,2 2 0 0,-2-6 0 0,8-1 311 0,-3 0-139 16,4 2 258-16,0-2-383 0,7 2-15 0,11-2 9 15,6 0-85-15,0 0 39 0,2 2-1 0,2-2 39 16,1 1 0-16,1 4-516 0,0-2 253 15,0 1 132-15,2 2 65 0</inkml:trace>
  <inkml:trace contextRef="#ctx0" brushRef="#br0" timeOffset="136119.01">16480 8890 1126 0,'-4'-18'0'0,"-5"8"0"0,-3 2 0 0,0 0 0 0,-4 5 0 0,0 2 254 0,-5 1-111 15,-6 0-56-15,4 11-26 0,-6 7 221 16,-2 8-128-16,4 3-61 0,6-3-30 0,0 4 166 16,5-2-97-16,9-5-42 0,0 1 73 15,7-4-65-15,0 2-33 0,2-6-67 16,12 1 35-16,5-4 8 0,3 0-8 16,2-3-93-16,3-1 47 0,-1-1 22 15,1-3-38-15,-7 2 39 0,0 3-9 0,0 0-110 0,-8 1 51 16,-3 3 37-16,-3 1-1 0,-3 0 20 0,-3 5-13 0,-3 2 10 15,-13 0 116-15,-4 0-57 0,-3-1-29 0,-5-1-1 16,-1-1 5-16,-3-4-65 16,2-4 47-16,2 1-4 0,0-7 16 0,7-1-167 15,1-4 81-15,4 0 35 0,5 0 20 16,8-8-580-16,3-7 260 0,0-6-311 0,11-1 303 16,11-5 151-16,9-2 76 0</inkml:trace>
  <inkml:trace contextRef="#ctx0" brushRef="#br0" timeOffset="136284.41">16505 9093 640 0,'16'-13'0'0,"1"5"0"0,-1 3 0 0,-5 1 0 0,-4 1 610 0,-2 0-288 0,-1 3-145 16,1 0 474-16,-3 0-309 0,1 4-147 0,1 9-85 0,-2 2 214 15,-1 2-146-15,1 4-72 0,0 5-364 16,0-7 265-16,0 3-8 0,-2-1 34 0,2-2-259 16,-1 0 129-16,-1-3 65 0,2-3 41 0,-2-3-9 15,0-2-643-15,0-2 338 16,0-6 50-16,0 0 124 0,0 0-527 0</inkml:trace>
  <inkml:trace contextRef="#ctx0" brushRef="#br0" timeOffset="136862.87">16645 8614 1035 0,'8'-11'0'0,"1"3"0"0,0 5 0 0,0 1 0 0,-4 2 0 0,1 0 397 15,1 0-185-15,0 9-91 0,1 6 162 16,1 6-251-16,1 4 1 0,-2 4-50 0,-1 4 21 0,-1 9 0 0,-1-2 28 0,-3 5-170 15,0 0 86-15,-2-2 50 16,0 10-72-16,0-8 53 16,0 0 27-16,-4-10 0 0,0 1 142 0,1-10-58 15,-1-1-39-15,2-6 322 0,2-10-305 0,-2-1-7 0,2-7-39 0,0 3 5 16,0-4 115-16,0-1-54 0,0-19-28 16,4-2 0-16,5-4 10 0,2-1-38 15,1 1 1-15,1 2-82 0,-1 4 41 16,-2 0 0-16,3 3 49 0,-1 6-8 0,-5 3 5 0,2 5-6 15,0 1 1-15,0 2-21 0,-2 0 29 0,-1 17-9 16,-1 6-32-16,0 1 154 0,-2 6-66 16,-1 0-30-16,2 1 9 0,1-2 0 0,1-1 0 15,2-1-74-15,1-7 0 0,0 0 40 16,2-2 159-16,1-5-497 0,0-3 244 0,2-7 47 0,0-3 21 0,4 0-272 16,-2-6 128-16,5-14 70 0,-2-5-227 15,-1-3 134 1,5-10 56-16,-5-3 36 0,3-2-74 0,-1-6 58 0,0-13 26 0,1 2 0 0,-2-5-149 15,1-1 87-15,-1 6 36 16,4-12-35-16,-7 22 43 0,1-1 22 0,-4 13 226 16,-1 5-102-16,-7 12-59 0,-1 4-18 0,0 5 442 15,-2 7-234-15,-1 0-95 0,-1 5 175 0,0 0-105 16,0 7-82-16,-9 13 6 0,0 8 175 0,-3 10-122 16,1 4-59-16,4 5 215 15,-5 7-309-15,7 10 0 0,1-6 0 0,2 4 0 16,2-10 0-16,0 7 0 0,0-5 0 0,8-3 0 0,1-4 0 0,3-5 0 15,-2-7-671-15,2-1 683 0,1-5-8 0,-2-2-18 0,1-10 31 16,-1-2-316-16,-4-6 139 16,3-5-446-16,-3-2 290 15,-1-2 142-15,-1 0 70 0,-3-8-421 0,0-9 246 0,-2-3 115 16</inkml:trace>
  <inkml:trace contextRef="#ctx0" brushRef="#br0" timeOffset="137015.46">16979 8920 1933 0,'-32'0'0'0,"14"-7"0"0,5 1 0 0,4 1 0 0,1 0 0 0,6 0 0 0,2 0 0 0,0-3 0 0,20 1 569 0,16 3-268 15,9-6-134-15,15 1 278 0,-5 2-198 16,18-3-112-16,-4 6-50 0,-3 0-57 0,-12 2 157 16,6 2-781-16,-5 0 399 0,-2 4 111 0,-6 6 59 0,-4 3 30 0,-5 0-911 15,-6 0 464-15</inkml:trace>
  <inkml:trace contextRef="#ctx0" brushRef="#br0" timeOffset="138646.23">18078 9311 1360 0,'0'-1'0'0,"0"-2"0"0,0 2 0 0,0 1 0 0,0 0 0 0,0 0 0 0,0 0 0 0,0 0 129 0,0 0-48 0,-2 0 51 16,-1 5-41-16,-3 8-34 0,-4 6 1 0,1 1-26 16,-2 7 1-16,-3 1 0 0,2 0 8 0,0-2-276 15,4-5 133-15,1-2-496 0,3-2 297 0</inkml:trace>
  <inkml:trace contextRef="#ctx0" brushRef="#br0" timeOffset="139310.44">18542 8817 904 0,'-9'-7'0'0,"0"4"0"15,4 0 0-15,0 1 0 0,1 0 57 0,2 0 188 0,0 0-106 0,1 0-53 0,1 2 240 0,0 0-151 0,0 0-71 16,0 0 23 0,1 0-47-16,12 0-23 0,3 0 8 0,2 0 45 15,-1 0-38-15,4 0 0 0,-1-1-39 0,1 1 37 16,0-3-29-16,1 2-8 0,-1-1-41 0,0 0 20 16,-3 0 0-16,1 0 29 0,0 0-8 0,-4 1-28 15,0-1 1-15,-4 0 26 0,-2 2-73 0,2-2 41 0,-6 2 1 16,-1 0-1-16,-3 0-13 15,1 0 29-15,0 0-13 0,-2 0 116 0,0 0-56 0,0 0-23 0,0 0 1 16,0 0 84-16,0 0-44 16,0 0 1-16,-9 13-27 0,-3 9-1 0,-4 9-21 15,-3 6 0-15,-1 5-1 0,-3 2-30 16,2 8-8-16,-4-2-94 0,3 2 66 0,-2 1 33 16,1-2-111-16,0-2 71 0,1-4 17 0,1-2 1 15,0-6 0-15,7-9 30 0,-4-1-37 0,8-8 24 16,0-4 62-16,2-4-31 0,5-4-15 15,-1-2 195-15,2-5-97 0,0 1-50 0,2-1-15 16,0 0 0-16,0 0 242 0,0 0-285 0,0 0 0 16,9 0 0-16,7 0 0 15,0-1 0-15,5-4 0 0,0 2 0 0,1-1 0 16,3 1 0-16,1 2 0 0,1 1 0 0,-3 0 0 0,0 0 0 16,2 0 0-16,-7 0 0 0,2 1 0 0,-2 8-185 15,-2-3 79-15,-3-1 50 0,-3-3-612 16,-1 4 310-16,-2-5 166 0,-1 5-1221 0,1-6 1373 15,-4 0 7-15,1 0 0 0,-3-3-8 16</inkml:trace>
  <inkml:trace contextRef="#ctx0" brushRef="#br0" timeOffset="139499.94">18561 9056 1469 0,'-17'0'0'0,"8"-2"0"0,5 0 0 0,4 2 0 0,0 0 0 0,-2 0 0 0,2 0 195 0,0 0-72 0,6 0 451 16,8 0-270-16,7 0-135 0,2 4-69 0,2 0 199 16,-4 1-125-16,9 2-75 0,-1 1-196 0,-1-1 65 15,-2 1 32-15,1 0 0 0,-5-1-401 0,0 2 213 16,-1-1 110-16,-1-1-265 0,-4-1 187 0,-3-3 33 16,0-1-631-16,4-2 364 0</inkml:trace>
  <inkml:trace contextRef="#ctx0" brushRef="#br0" timeOffset="139696.41">19101 8903 2023 0,'0'1'0'0,"0"5"0"0,0-3 0 0,0 1 0 0,4-1 0 0,6-1 0 0,1 2 0 0,5-3 0 0,0 4 602 0,3-4-285 0,1 1-142 0,-1 0 8 15,2 0-76-15,-1 2-28 0,1-3-181 16,0 1 67-16,-3 0-518 0,0 2 293 15,-2 0 147-15,-2 0 80 16,-1 1-750-16,-2 2 396 0,-3 3 127 0</inkml:trace>
  <inkml:trace contextRef="#ctx0" brushRef="#br0" timeOffset="139870.94">19188 9301 2833 0,'-15'5'0'16,"5"3"0"-16,7 0 0 0,-1-2 0 0,2-5 0 0,2 2 0 0,0-2 0 0,0 3 0 0,9-4 354 0,9 0-161 0,5 0 58 0,-3 0-100 16,8 0-64-16,-2-1-261 0,1-2 104 0,-5 2 51 15,0-2 26-15,1 2-671 0,-2 1 345 0,-1 0 175 16,-3 0 89-16,-2 8 44 16</inkml:trace>
  <inkml:trace contextRef="#ctx0" brushRef="#br0" timeOffset="142031.65">19887 9249 433 0,'-4'0'0'0,"0"0"0"0,0-2 0 0,0-3 0 0,-1 1 0 0,1 0 0 0,1 0 241 16,-1-4-96-1,0 3 30-15,0-5-71 0,0 0-35 0,2 0 56 0,1-3-46 0,1-3-15 16,0 0-9-16,0-4-22 15,0 3 46-15,0-5-24 0,0 0 1 0,0 0 6 16,1-1-7-16,1 2 50 0,5-2-36 0,-4 3 0 16,3-2-36-16,-1 2 8 0,2 0-8 0,1 2 73 15,0 4-36-15,1-1 33 0,2 2-35 0,3 0 9 16,-2 0-26-16,6 5-18 0,-2 1 0 0,3-1 0 16,2 5-1-16,-1-1-10 0,1 2 10 15,0 0 1-15,1 2-38 0,-5 0 1 16,0 6 37-16,2 3 8 0,-3 4-9 0,-4 2-53 0,1 4 26 15,-1 3-21-15,-5 3-1 0,-1 3 36 0,-3 0-10 16,-1 4 9-16,-2 2-23 0,0 2 20 0,0-1-6 16,-9 1-13-16,-7 5 15 0,2-9 2 0,-1 4-37 15,-2-2 0-15,-2-3 35 0,1 0 2 16,-2-5-3-16,0-2-45 0,-1-3 17 0,-1-4-4 16,2-5-4-16,-1-1 27 0,-2-4 141 15,2-1-68-15,3-3-34 0,0-1 0 0,7 0-30 0,1-2 121 16,-1 0-50-16,4 0-32 0,4 0 183 15,3 0-100-15,-2 0-41 0,2 0 90 16,0 0-181-16,2 0 0 0,14 0 0 0,5 0 0 0,0 0 0 16,7 0 0-16,-1 0 0 0,-2 0 0 15,3 0 0-15,1 0 0 0,-5 0 0 0,4 0 0 16,-7 0 0-16,3 0 0 16,-3 0 0-16,2 0-375 0,-5 0 224 0,1 0 72 0,-1 0-509 15,-4 0 278-15,3 0 139 0,-2 0-513 0,2 0 318 0,-2-4 170 16,0-5 82-16</inkml:trace>
  <inkml:trace contextRef="#ctx0" brushRef="#br0" timeOffset="142271.01">20376 9151 659 0,'-9'0'165'0,"6"0"-82"16,3 0-42-16,0 0 205 0,0 0-107 15,0 2-53-15,5-2 509 0,9 0-273 0,2 0-148 16,9 0-71-16,-2 0-35 0,1 0 253 0,4 0-145 0,-6 0-85 16,8 0-34-16,-7 0 1 0,2 0-26 15,-2 0-202-15,-3 0 102 0,1 0 58 0,-5 0 17 0,-1 0-150 16,0-2 88-16,-5 0 44 0,-1 0-417 16,-2 0 167-16,2-1 55 0,-6-1 86 0,1 0-425 15,-2 1 255-15,0-1 129 0</inkml:trace>
  <inkml:trace contextRef="#ctx0" brushRef="#br0" timeOffset="142950.28">21239 9027 652 0,'0'-9'0'0,"0"1"0"0,0 1 0 0,-1-3 0 0,-4 3 0 0,-2 0 41 0,-1-3 149 0,1 2-79 0,-3 1-39 16,1-1 0-16,-2 4 28 0,1-3-26 0,-3 2 132 16,1 2-86-16,-4 2-44 0,3 1-22 15,-2 0 178-15,0 0-92 16,0 6-57-16,0 6-26 0,-2 7 161 0,0 0-93 15,4 4-46-15,-2 3-15 0,3 0 117 0,1 4-75 16,4 2-36-16,2 0-6 0,3 0 1 0,2 2-24 16,0-2-36-16,0-2 1 0,3 1 27 0,10-4 0 0,0-3-82 15,1-4 49-15,2-2-8 0,1-4 41 0,3-2-133 16,-2-6 60-16,3-4 35 0,0-2-6 0,2-2-160 16,0-11 70-16,-2-6 49 0,-1-5-74 15,-1-5 54-15,-1 0 2 0,-4-1-52 16,0-2 45-16,-3-1 22 0,-4 4 0 15,-1-1 23-15,-3 7 53 0,-1 1-22 0,1 4-1 16,-3 5 182-16,0 3-101 0,0 5-54 0,0 0 256 16,0 3-141-16,0 2-54 0,0 0-40 0,-7 3 73 15,4 14-46-15,-1 4-5 0,0 4-10 0,3-1-1 16,1 0-1-16,0 3-24 0,0-5 9 0,1 7-8 16,7-11 0-16,4 4 0 0,0-5-104 0,1 1 52 15,3-6 34-15,3 0-123 0,-3-5 56 16,3-5 36-16,-2-2 1 0,2 0-92 0,-3-2 48 15,5-13 30-15,-5-1-1 0,-4-5-29 16,1-2 9-16,-3-1 0 0,-3 2-1 0,1-7 8 16,-5 3 6-16,-1-1 88 0,0-1-39 0,-2 1 0 15,0-1-42-15,0-1 6 0,-9 2 71 0,0 9-32 0,-5 0 87 16,1 2-53-16,-4 5-23 0,1 3 1 16,-3 6-11-16,-1 2 26 0,0 0-28 0,1 2-4 15,1 11 18-15,-3 3-46 0,5 0 8 0,4-1 23 16,1 2-204-16,4-2 96 15,2 0 42-15,5 0 27 0,0-2-363 0,0 1 180 0,6-1 81 16,7 0-357-16,3 0 219 0,5 0 120 16,2-1 57-16</inkml:trace>
  <inkml:trace contextRef="#ctx0" brushRef="#br0" timeOffset="143266.44">21891 9027 1212 0,'5'-11'0'0,"-3"3"0"0,-2-3 0 0,0 0 0 0,0 0 0 0,-9 1 0 0,-5 3 199 0,-2 3-75 0,-1 2 288 16,-3 2-189-16,-5 0-95 0,-1 6 129 0,1 11-112 15,-1 1-48-15,1 5-37 0,5 0 1 0,3-2 108 16,6-4-69-16,4 5-33 0,5-6 71 0,2 1-57 16,0 0-24-16,9-3 0 15,5-1-36-15,7-4 20 0,8 0-59 0,-3-1 26 16,2 0-1-16,-1-3 26 0,-4 2 0 0,-3 1-144 0,1 1 68 15,-7 1 37-15,-2 1-154 0,-5 1 88 0,-3 4 25 16,-4-1 1-16,0 2 13 0,-9 2 0 16,-10-2 0-16,-2-1 17 0,-6 2 13 0,2-5-40 15,-5-3 19-15,0 2-58 0,-1-4 27 0,3-1 1 16,2-3 28-16,3-2-370 0,0-2 185 0,5 0 90 0,4-2-441 16,7-13 265-16,7-6 133 15,0-1 57-15</inkml:trace>
  <inkml:trace contextRef="#ctx0" brushRef="#br0" timeOffset="143526.74">22205 8663 1416 0,'1'-15'0'0,"1"6"0"0,-2 1 0 0,0 2 0 0,0 1 0 0,0 3 151 0,0 0-58 0,-2 2 361 15,1 0-202-15,-1 9-114 0,-2 14-52 0,0 3-27 0,-1 6 116 16,-1 9-71-16,2-5-28 15,-2 11-4-15,1-2 0 0,0 2-40 0,1 0 55 16,-1 0-27-16,5-6 8 0,0 12-36 0,0-10 1 0,0 0 6 16,2-7-7-16,8 1-21 0,3-3 30 15,2-4-8-15,0-3 0 0,1-6 0 0,-4-7-169 16,6-1 85-16,-2-5-381 0,-1-6 217 0,2-2 94 0,0 0 58 16,-2-8 2-16,-2-7-462 0,-2 1 236 15,-2-6 132-15,0-1-436 0,-4-5 279 16</inkml:trace>
  <inkml:trace contextRef="#ctx0" brushRef="#br0" timeOffset="143705.26">21895 8986 1271 0,'-13'0'0'0,"6"0"0"0,4 0 0 0,1 0 0 0,2-1 0 0,0-5 0 0,0-2 59 0,14 2 527 0,8 2-276 16,4-1 157-16,2 1-208 0,6 0-118 15,10 0-54-15,-5 2-90 0,2-1 1 0,-2 1 34 16,-2 0 9-16,0 2-575 0,0 0 283 0,-1 0 142 16,-2 0 70-16,-1 0-400 0</inkml:trace>
  <inkml:trace contextRef="#ctx0" brushRef="#br0" timeOffset="143994.49">22555 9106 1408 0,'-1'4'0'0,"1"0"0"0,0 0 0 0,0-4 0 0,3 0 0 15,7 0 0-15,5 0 549 0,8 0-258 0,-1 0-130 0,5 0-63 0,0 0 220 16,3-3-135-16,2 0-79 0,1 1-11 0,-3 0-30 16,-3 0 0-16,2 1-201 0,-5 1 94 0,4 0 34 15,-7 0 21-15,-1 0-517 0,0 0 269 0,-6 0 143 16,-2 0 60-16,-1-2-747 0,-6-1 363 0</inkml:trace>
  <inkml:trace contextRef="#ctx0" brushRef="#br0" timeOffset="144179.81">22750 8768 1752 0,'-11'-8'0'0,"8"2"0"0,-1 5 0 0,2-3 0 0,1 2 0 0,-1 2 148 0,2 0-58 0,0 17 482 16,0 9-269-16,0 6-127 0,3 12-76 0,1 7 238 15,0 11-153-15,-3-2-76 0,-1 1-38 16,0-6-233-16,0 5 94 0,0 0 50 15,0-2-734-15,0 1 392 0,0-5 197 0,-1-1 106 0</inkml:trace>
  <inkml:trace contextRef="#ctx0" brushRef="#br0" timeOffset="145055.56">23602 8910 1055 0,'1'-8'0'0,"1"1"0"0,1 0 0 0,-1 0 0 0,0-5 0 0,-2-3 0 0,0 3 160 0,0-4-56 0,0 0-40 16,0-1 24-16,0 0-28 0,-2 1 0 0,-5 3-28 15,0 3 49-15,-4 0-48 0,-4 4 0 0,-2 5 0 16,-5 1 12-16,-3 0-12 16,-2 5 8-16,-3 10 44 0,0 3-25 0,0 2-1 0,3 0 96 15,1 1-61-15,8-4-22 0,4 1-9 16,0-3 45-16,8 3-37 0,5-3-1 15,1 1-37-15,0 1 77 0,14 0-42 0,5 0-1 16,6-1-34-16,1-2-38 0,3 3 37 0,-1-2 9 16,-3 2-83-16,0 0 38 0,-2 0-1 0,-4 1-57 15,-6 1 48-15,-2 0 31 0,-3 1-22 0,-6-1-16 16,-2 1 5-16,0-2 1 0,-9 3-4 0,-5-6 92 16,-9 3-42-16,0-5 97 0,-2 0-56 15,-2-2-29-15,-1-6 13 0,5-2-236 16,1 0 99-16,2-3 47 0,2 0 13 0,7-3-525 15,4-10 257-15,7 0 128 0,0-7 51 0,15 1-532 16,15-8 304-16</inkml:trace>
  <inkml:trace contextRef="#ctx0" brushRef="#br0" timeOffset="145218.13">23766 9019 2344 0,'7'8'0'0,"-1"2"0"0,-1-3 0 0,-3 1 0 0,-2 0 0 0,0-1 0 0,0 3 444 16,-4 0-210-16,1 2 80 0,1-1-141 0,-2 0-70 15,0 0-36-15,2 0-58 0,1 3-9 0,1-3 33 16,0-2-1-16,0 1-575 0,0-1 287 0,0 1 153 16,0-4 64-16,0 1-716 0,0-4 386 0,0-3 70 15,0 0 128-15</inkml:trace>
  <inkml:trace contextRef="#ctx0" brushRef="#br0" timeOffset="145757.06">23895 8497 1095 0,'11'0'0'0,"5"2"0"15,-6 12 0-15,-1 2 0 0,0 9 0 0,-4 3 0 0,2 10 0 0,-3 5 346 0,-2-3-149 0,0 14-85 0,-2-1-41 0,0 3 145 16,0 0-91-16,-6 1-47 0,1-12 72 0,-1-1-63 16,5-4-27-16,1-14-34 0,0 0 6 0,0-12 1 15,0-3 8-15,0-6-8 0,7-5-52 16,4-3 26-16,2-18-1 0,2-7-51 15,2-4 48-15,2-7-10 0,-2 1-96 16,-3 6 47-16,6-2 37 0,-5 3-10 0,-2 10 109 0,1 0-48 16,-5 10-1-16,0 3 71 0,-2 5 15 0,3 3-51 15,-4 0-24-15,-1 20 88 0,0 7-53 0,-3 4-8 16,2 5-1-16,0 3 68 0,0 1-43 0,2-1-35 0,1-1 1 16,2-4-62-16,5-4 0 0,-1-4 36 0,4-7-162 15,5-2 77-15,-1-10 42 16,3-7 22-16,3 0-326 0,-1-2 145 15,1-14-145-15,0-9 139 0,3-7 74 0,-4-6 26 16,0-5-41-16,-1-5 42 0,-2-9 12 0,1-10 8 16,-1-1 22-16,-2-3-112 0,-1 5 55 0,-2-1 29 15,-3 10-9-15,3-12 72 0,-3 18-36 0,-2-1 219 16,0 5-109-16,-5 9-55 0,-1 6-36 0,-1 6 422 16,-3 4-193-16,-1 14-108 0,0 1-55 15,-2 2 21-15,0 4 178 0,0 1-110 16,0 20 31-16,-2 8-70 0,-5 10-35 0,1-1 8 15,-1 16-42-15,1 2 184 0,2 1-92 0,-1 9 91 16,5-1-216-16,0-7 0 0,0 14 0 0,0-5 0 16,7-5 0-16,3-6 0 0,1 0 0 0,1-10 0 0,4 4 0 15,-3-14-180-15,2-1-453 0,0-6 311 0,-1-7 111 16,-4-6 84-16,4-4-490 0,-7-6 293 16,3-5 145-16,-5 0 73 0,-3-1 37 0</inkml:trace>
  <inkml:trace contextRef="#ctx0" brushRef="#br0" timeOffset="145929.25">24402 8685 1846 0,'-32'-9'0'0,"15"2"0"0,6 5 0 0,3 0 0 0,5 0 0 0,3 0 304 0,0-2-139 0,17 3-67 16,10 1-32-16,17 0 191 0,1 0-112 0,11 0-48 15,10 0 277-15,-2 0-171 16,-1 0-85-16,2 0-289 0,-13 5 102 0,5 3 60 15,-6-1 16-15,-3 2 0 0,-4 3-792 0,-3-1 409 0</inkml:trace>
  <inkml:trace contextRef="#ctx0" brushRef="#br0" timeOffset="146101.31">25482 9190 2716 0,'0'0'0'0,"1"0"0"0,11 0 0 0,-3 0 0 0,-7 0 0 0,-2 0 0 0,0 0 0 0,0 0 0 0,0 0 0 0,0-5 55 0,0-8-22 0,0-1 0 0</inkml:trace>
  <inkml:trace contextRef="#ctx0" brushRef="#br0" timeOffset="206615.44">9542 12928 934 0,'0'-4'0'0,"-1"2"0"0,1-2 0 0,0 2 0 0,-3 0 0 0,3 2 0 0,0-2 0 0,-1 2 94 0,1 0-31 0,0 0 0 0,0 0 56 15,0 0-48-15,0 0 1 0,0 0-39 0,0 0 0 16,1 2 116-16,3 8-49 0,3 0-38 0,1 4 0 16,0 3 11-16,1 0 0 0,0 2-40 0,3 0 8 15,-3-2 19-15,2-2 1 0,-1-1-29 0,-1-2 1 0,-3-5-40 16,1 3 9-1,-2-5-8-15,3-1 0 0,-7-2 39 0,0 0-52 0,1-2 25 16,-2 0-1-16,0 0 35 0,0 0-27 16,0 0 8-16,0-5-90 15,-10-14 42-15,3 1 19 0,-6-5-2 0,-1-4-70 0,2-3 42 16,-1 2 19-16,-1 0-1 0,3 5-12 0,-1 2 29 16,3 4-8-16,4 6 5 0,-2 3 164 0,0 1-80 15,3 3-42-15,1 3 256 0,3 1-272 0,-2 0-9 0,2 0 5 16,0 13 31-16,0 3-11 15,0 7-13-15,5 1 42 0,6 1 4 0,-2-2-36 16,3 1 0-16,-2-3 8 0,3-3-77 0,1 2 35 16,-1-7-1-16,-4 0-99 15,3-5 65-15,-7-2 31 0,2 0-7 0,-3-4-94 16,-2 0 57-16,0-2 17 0,-1 0 0 0,-1 0 7 0,0 0 19 16,0-10-25-16,-5-9 20 0,-2-2 7 0,-2-7-10 15,-3 1-17-15,-1-3-26 0,-1 2-1 0,3 1 38 16,2 8 16-16,1 0-16 15,1 9-3-15,1 3 3 0,3 0 4 0,1 5 123 0,0 0-59 16,2 2-31-16,0 4 35 0,0 12-30 0,0 8 3 16,2 0 93-16,3 1-52 0,3 1-30 0,0-5 5 15,-1 3 28-15,2 1-14 0,-1-5 0 16,2-3-1-16,-3-4-91 0,-2-1 46 0,1-5-3 0,-1 0 26 0,-2-5-176 16,-1 0 77-16,0 0 48 0,-1-2 3 0,-1 0-108 15,0-2 53 1,0-19 34-16,0-1-3 0,-5-5-16 0,-3 0 8 15,-3-4 29-15,2 2-48 0,-1 0 0 16,2 8 21-16,3 6-6 0,-1 2 75 0,3 4 135 0,0 4-89 16,1 3-44-16,2 2-17 0,0 0 16 15,0 18 77-15,0 7-45 0,0 3 32 0,5 2-41 16,2 0-11-16,2-1 6 0,0 2-48 0,1-10 39 16,-1 1-7-16,1-5-218 0,1-4 105 0,-5-6 58 0,3-1 21 15,-5-2-267-15,-1-2 134 0,2-2 56 0,-2 0 36 0,-3 0-81 31,0-2 53-31,0-8 22 0,0-4 0 0,-3 0-24 0,-4-2 22 16,2-2-7-16,-2 2-10 0,3-1 41 16,-1 4 1-16,3 4-1 0,0-1 39 0,-1 6-9 15,3 0-30-15,0 2 1 0,0 1 72 0,0 1-37 16,0 0 1-16,0 0-45 16,0 0 190-16,0 7-75 0,3 0-46 0,-1 5 80 0,0-4-54 15,-1 1-13-15,1 1-2 0,0-3-50 0,0-2 25 16,-2 1 23-16,0-5-19 0,0 2-188 0,0-3 89 15,0 0 45-15,0 0 24 0,0 0-184 0,0 0 93 16,0 0 26-16,0 0-16 0,0-4 20 16,0-2 20-16,0 1-5 0,0 0 81 0,0-2-35 15,0-1 7-15,0 3-28 0,0 2 37 0,0-3-1 16,0 2-35-16,0 3-9 0,0-3 147 0,0 1-46 16,0 3 99-16,0 0-71 0,0 0-44 0,0 0 51 0,0 0 6 0,0 0-33 15,0 0-25 1,0 0 73-16,0 0-34 0,0 0 27 0,0 0-61 15,0 0-15-15,0 0 0 0,0 0 16 0,0 0-8 16,0 0-9-16,0 0 1 0,0 0-12 16,0 0 11-16,0 0 1 0,-2 0 8 0,2 0-52 15,-2 0 23-15,0 0-1 0,2 0 21 0,-1 0-41 16,-1 0 8-16,2 0 24 0,-2 0-23 16,2 0-3-16,-3 5 26 0,3-2-7 0,-2-1 20 15,1 1-23-15,-1 2 5 0,0-2 35 0,2 1-35 16,-2 0-2-16,0 0 8 0,0 2-7 0,1-3 27 15,-1 3 4-15,-2-1-27 0,2 0 5 0,1 4 31 16,-1-3-33-16,0-1 6 0,-1 0-20 16,1 1 18-16,1 1-2 0,-1-4 9 0,2 2-34 15,-2-1-1-15,0-1 25 0,0 0-3 0,2 0-16 16,-3-1 20-16,1 2-3 0,0-1-6 0,0 1-34 16,-2 2 32-16,3-2 3 0,-4 0-12 0,3 2 11 15,-1-1-3-15,0 1-12 0,0-2 12 0,-1 3-1 16,3-1 5-16,-1-3-3 0,-1 2-1 0,0 0-9 15,2-2 9-15,-1 2 0 0,-3 0 3 0,3-1-41 16,0 2 36-16,1-3 1 0,-1 3-2 0,-2-3-34 16,2 1 35-16,1 2-2 0,-1-3-3 0,0 4-19 15,-2-3 19-15,2 2 1 0,-1 2-3 0,-2-3 15 16,2 2-15-16,-1 2 1 0,-1-2-2 0,1 0 23 16,-2 1-19-16,3-1-2 15,-4-1 2-15,2 0 32 0,1 1-29 16,-1-1 25-16,1-1 5 0,-1 1-29 15,0-2 4-15,0 2 29 0,-1-2-28 0,3 1-2 16,-3-1 2-16,1 1 0 0,-2-1 2 0,2-1-23 16,-1 1 20-16,1 0 5 0,-1 0-4 0,1 0-6 15,0 0 5-15,2-3 1 0,-3 3-2 0,3 0-22 16,-1 0 21-16,-2 0 0 0,3 0-2 0,-4 1-26 16,4 0-3-16,-3 3 31 0,3-3-28 15,-3 0-1-15,3 2 22 0,-1 0 1 0,-3-3-4 0,4 2 6 16,-1-1-6-16,-1-1 2 0,1 0-5 0,1 1 22 15,-1-3-22-15,-1 2 4 0,2 0 35 16,-3-2-34-16,4 1 28 0,-1 1-26 0,-1 0 1 0,-1-1-12 16,0 0 12-16,1 1 1 0,0 1 1 0,-1-2-1 15,0 2 4-15,2-1 0 0,-3-1-3 0,1 3-24 16,0-2-2-16,1-1 24 0,-1 3-6 0,1-3 10 16,-2 1-7-16,0 0 0 0,2 2-2 0,-1 0 188 15,1-3-192-15,-1 1 0 16,-1 2 0-16,3-2 0 15,-2-1 0-15,0 3 0 0,1-4 0 0,0 1 0 0,1 1 0 16,-3 0 0-16,3-1 0 0,-2 3 0 0,2-2 0 16,-3-1 0-16,2 1 0 0,-1 2 0 15,1-2 0-15,1 2 0 0,-4-3 0 0,4 3 0 16,0-2 0-16,-2 2 0 0,2-3 0 16,-2 1 0-16,1 1 0 0,2-1 0 0,-3 0 0 15,1-2 0-15,1 2 0 0,-1-1 0 0,1-2 0 0,-3 4 0 16,2-2 0-16,-2 0 0 0,2 2 0 15,0-3 0-15,-3 4 0 0,4-4 0 0,-3 1 0 16,1 1 0-16,0 0 0 0,2 0 0 0,-1 0 0 16,-1 0 0-16,1-1 0 0,0-1 0 0,1 2 0 15,-2-1 0-15,2 1 0 0,-1 0 0 0,-2-1 0 16,3 1 0-16,-1-1 0 0,0 1 0 0,-2 1 0 16,2-2 0-16,1 2 0 0,-1-2 0 0,0-1 0 15,1 1 0-15,0 1 0 16,-1-2 0-16,0 2 0 15,1-1 0-15,-1 0 0 0,1-2 0 0,-1 3 0 16,1 0 0-16,-1-1 0 0,0-1 0 0,2 2 0 0,-4 0 0 0,2-2 0 16,1 3 0-16,-1-4 0 0,0 1 0 15,1 0 0-15,-1 0 0 0,2-1 0 0,-1 0 0 16,-2 2 0-16,3-1 0 0,-1 0 0 16,1 0 0-16,0-1 0 0,0-1 0 0,0 3 0 15,2-3 0-15,-1 1 0 0,-1-1 0 0,2 2 0 0,-2-2 0 16,1 2 0-16,-2 0 0 0,0-1 0 0,1 2 0 15,-3-2 0 1,4 1 0-16,-3-1 0 0,2 2 0 0,-2-1 0 0,1 0 0 16,-1-1 0-16,0 1 0 15,1 1 0-15,-2-2 0 0,1 1 0 0,2-2 0 0,-5 2 0 0,2 0 0 0,-1-2 0 0,0 0 0 16,1 0 0-16,-3 0 0 0,3 0 0 0,-1 1 0 16,-2-1 0-16,3 0 0 0,-3 0 0 15,3 0 0 1,-2 0 0-16,0 0 0 0,2 3 0 0,-2-3 0 15,2 1 0-15,-1-1 0 0,-1 3 0 0,4-2 0 16,-3-1 0-16,1 2 0 0,1 1 0 16,0-3 0-16,-4 1 0 0,4 1 0 0,-1 0 0 0,0-2 0 0,1 2 0 0,-2-2 0 15,0 1 0-15,1 2 0 16,-1-2 0-16,1-1 0 0,-3 2 0 0,2 0 0 0,-1 2 0 16,1-3 0-16,-1 4 0 0,2-4 0 0,-4 3 0 15,4-2 0-15,-1 1 0 0,0-1 0 16,0 1 0-16,-1 0 0 15,0 0 0-15,1-2 0 0,1 0 0 0,1 2 0 0,-6-3 0 16,3 4 0-16,2-4 0 0,-3 2 0 0,-2-1 0 16,1 1 0-16,2-1 0 0,1 2 0 0,-6-1 0 15,5 1 0-15,0 0 0 0,0-1 0 0,0-1 0 16,0-1 0-16,2 1 0 0,0 2 0 0,-1-3 0 16,-1 2 0-1,2-2 0-15,-1 0 0 0,3 1 0 0,-3 2 0 0,1-2 0 0,0-1 0 16,0 3 0-16,-1-2 0 0,1 3 0 0,-1 0 0 15,1-2 0-15,-1 1 0 0,0 1 0 0,0-3 0 16,3 1 0-16,-3 0 0 0,0 3 0 0,0-5 0 16,1 1 0-16,1 1 0 0,-1-2 0 0,1 3 0 15,-1-3 0-15,0 1 0 0,0-1 0 16,-1 0 0-16,3 0 0 16,-3 0 0-16,1 0 0 0,0 0 0 0,0 0 0 15,-3 0 0-15,3 0 0 0,-2 0 0 16,-2 0 0-16,2 0 0 0,2 0 0 0,-4 0 0 0,2 0 0 15,0 0 0-15,0 0 0 0,-1-1 0 0,-1 1 0 16,4-3 0-16,-3 3 0 0,0 0 0 0,0-2 0 0,2 2 0 16,-4-1 0-16,2 1 0 0,0 0 0 15,1-3 0-15,-2 1 0 0,1 2 0 0,-2-2 0 16,3 0 0-16,-1 2 0 0,0-1 0 0,-2-1 0 16,2 2 0-16,-1-2 0 0,1 2 0 0,-1 0 0 15,2 0 0-15,-1 0 0 16,0 0 0-16,1 0 0 0,0 0 0 0,1 0 0 15,-2 0 0-15,2 0 0 0,1 0 0 0,-2 0 0 0,-1 0 0 16,2 0 0-16,1 0 0 0,-3-2 0 0,-1 2 0 16,1 0 0-16,1 0 0 0,-1 0 0 15,3 0 0 1,-2 0 0-16,1 0 0 0,1 0 0 0,-2 0 0 0,2 0 0 0,-1 0 0 16,0 0 0-16,1 0 0 0,-3 0 0 0,3-1 0 15,-1-1 0-15,-3 0 0 0,1 0 0 16,3 0 0-16,-3 0 0 0,0 1 0 0,2-3 0 0,-2 1 0 15,3 0 0 1,-3 0 0-16,2 2 0 0,0 0 0 0,-1-1 0 0,-1-1 0 0,2 0 0 16,-1 1 0-16,1-1 0 0,-1 0 0 0,1 2 0 15,-2-3 0-15,1-1 0 0,0 3 0 0,1-4 0 16,-2 5 0-16,2-3 0 0,1 1 0 16,0-3-175-16,-1 5 142 0,1-4 26 0,0 2-7 15,0-1 2-15,1 1-1 16,0-1 2-16,1-2 1 0,-3 2-2 0,3 1-2 0,-2-4-1 15,2 4 0-15,-3-1 3 0,2 0 0 0,1 2 0 0,0-1 9 16,-2 1-11-16,2-2 6 0,-2 2-3 0,4 1 29 16,-3-2-28-16,0 2 0 0,0-1 4 15,3 0-3-15,-3-1 0 0,0 0 1 0,1 0-11 16,-6-1 11-16,7 0-3 0,-5 1 4 0,2-2-25 16,-1 0 23-16,0-1 0 0,0 2-1 0,1 1 7 15,0-1-9-15,-3-2 20 0,2 2-18 16,0 1 0-16,1-3-1 15,1 1 7-15,-1 1-5 0,-1-4-5 0,0 3 5 0,0-3 0 16,1 0 27-16,0 1-20 0,2 0-5 0,-4 0-1 16,1-1 17-16,1 0-15 0,1 3 0 0,-1-3-2 0,1 2 2 15,-2 0 0-15,3 1 0 0,-4-1 0 0,5 1 35 16,-3-1-28 0,1 1-4-16,0-3 12 15,-1 2-11-15,2-1 2 0,-2-2-1 0,1 1-32 16,1 0 31-16,-3-1 0 0,3 1 0 0,-1 0-3 0,0 0 2 15,0 1-2-15,-2-1 2 0,4 0 12 0,-3 1-13 16,0-1-1-16,2 0 0 0,-2 1 36 0,-1-2-34 16,3 1 0-16,-1-2 14 0,0 2-12 0,2-2 0 15,-1-1 3-15,0 3-25 0,-2-3 24 16,2 3-1-16,-2-2 2 0,4 3-30 16,-3-4 0-16,0 2 26 0,0 1-3 0,1-2-14 0,0 3 12 0,-2 0 1 0,4 0 17 15,-4-1-17-15,3 0-3 0,0 1 26 16,0 0 0-16,-1-1-24 0,1 1 31 0,0-2-27 15,0 2 2-15,1 0 8 16,-1-1-8-16,1 1 1 0,-2-1 1 16,1-1 0-16,0 1 1 0,1-1-1 0,-2 0-9 15,1-1 10-15,1 1-1 0,-2-1 0 0,2-3-24 16,-1 2 23-16,0 0-1 0,0 1 1 0,0-3-1 16,2 4 0-16,-1-4-1 0,-1 1 1 0,0 1-13 15,0 1 11-15,2-3 1 0,-2 3-21 0,0-2 20 0,1 1 0 16,-2 1-1-16,1 0 0 0,0 0 0 15,0 0 1-15,0 1-2 0,2 0 2 16,-3 0-1-16,3-2-1 0,-2 5 0 16,0-5 15-16,2-1-15 0,0 3 1 0,0-5 0 0,0 4 9 15,0-3-8-15,0 4 0 0,0-2 2 0,0 0-16 16,0 1 14-16,0 1 0 0,0 0 0 0,0 1-8 16,0 2 8-16,-1-1-1 0,1 2-7 15,0-2 8-15,0 0-3 0,0 2 2 0,0-1 17 16,0-1-17-16,0-1-2 0,0 0 1 0,0-1 15 15,0 2-14-15,0-4-5 0,0 3 6 16,0-4 0-16,0 3 1 0,0-4-2 0,0 3 3 16,1-1-11-16,1 0 9 0,-2 3 0 15,2-7-1-15,1 3 13 0,-3 4-13 0,2-2 1 0,0 1 29 16,0 0-29-16,0 1 0 0,1 1 1 0,-2 1 21 16,1-1-20-16,0 1 1 0,0 0 0 0,0 0 2 15,0 1-1-15,-1-1 2 0,1-1-6 16,0 1 5-16,0 1 0 0,1-3 1 0,0 1-10 15,-2-1 9-15,4-2 0 0,-2 1-1 0,-1 0 14 16,2-2-13-16,-1-2-1 0,-1 1-1 0,2-1 22 16,-1 1-20-16,-1 0 1 0,0-1-7 15,3 2 6-15,-3-1 2 0,1 3-2 16,0-1-4-16,-2-1 5 0,3 0 2 0,-3 5-2 0,1-1-15 16,0-1 15-16,1 0-1 0,-2 3 1 0,0-3-5 15,2 3 3-15,0-3-1 0,0 2-4 16,0-1 4-16,-1-2 1 0,2 2-2 0,-1-4 0 15,1 4 1-15,0-3 1 0,1 4-1 0,0-4-1 16,-2 1 2-16,3 1-1 0,-2-1 0 0,-1 0 12 16,3 1-11-16,-3 0 0 15,4-1-2-15,-2 1 1 0,1-3 1 0,-1 0 0 0,0 3 1 16,4-3 0-16,-1 1-1 0,-4-3-7 0,5 2 8 16,-3 3-1-16,0-5 0 0,0 5-15 15,1 0 14-15,-1-2-2 0,-1 3 2 0,3-3 0 16,-2 3 6-16,-1-1-6 0,1 1-1 0,1-3 37 15,1 1-36-15,0-2 1 0,1 1 0 0,1-1 32 16,-1-2-31-16,0 2 1 0,3-3 1 0,-3 3 27 16,-2 1-24-16,2 0-2 0,-1 2 2 0,0-2-7 15,-1 5 9-15,-2-2-3 0,1 2-18 16,0 0 19-16,-1 2 1 0,1-1-1 16,0 0-11-16,-1-3 10 0,3 3 1 0,0-2-3 15,-1 0-13-15,2-1 14 0,1 0-1 0,1-1 0 16,-2 0-15-16,4-1 13 0,-3 2 1 0,2-3-1 0,-1 3-11 15,0-1 11-15,0 1 0 0,-1-2 0 0,0 3-14 16,4-2 13-16,-3 0-22 16,0 1 20-16,1 2 1 0,1-2-3 0,0 1 5 15,-4 1-4-15,2 2 1 0,1-1-2 0,-1 0 42 16,0 1-40-16,1 0 1 0,-1 0 14 16,-2-1-13-16,3 0 1 0,-3 1-1 0,2-3 18 15,1 2-17-15,-1-1 4 0,1-1-3 0,-2 2-5 16,1-1 6-16,1 0 3 0,-3 2-3 0,0-1-3 15,3 0 3-15,-4 3 0 0,1-3 2 0,1 1 23 16,-1 2-25-16,-2-1 0 0,2 1 28 31,1-2-26-31,-1 2 1 0,0 1 0 0,3-2 4 0,-4 2-3 0,3 0-1 16,-1 0 3-16,1-2-4 0,-2 2 4 0,4 0-2 0,-4-2 4 0,3 2-6 16,2-2 3-16,-6 0 2 0,5 2-35 15,-1-1 32-15,0-1-2 0,0-1-5 16,1 2 5-16,-4-1 2 0,5 0 1 0,-2 0-3 0,-1 0-1 15,-2 0-1-15,2 2 1 16,-1 0 2-16,-1 0-2 0,-2 0 17 0,2 0-16 0,1 0 0 16,-1 0 0-16,3 0 35 0,-1 0-1 0,-2 0 18 15,2 0-46-15,1 2 0 0,-1-2-16 16,0 2 173-16,3 0-169 0,-5 0 0 16,3-2 0-16,-3 2 0 0,2-2 0 0,2 1 0 0,-5 2 0 15,3-3 0-15,-1 2 0 0,-1-1 0 0,2 1 0 0,1 0 0 16,-2 2 0-16,1-2 0 15,-1 2 0-15,-1-3 0 0,1 2 0 0,1 0 0 16,-1-1 0-16,0 1 0 0,2 1 0 0,-3-3 0 16,1 2 0-16,0 0 0 0,-1-1 0 0,0 2 0 15,1-1 0-15,-1 0 0 0,-2-1 0 0,1 2 0 16,3 2 0-16,-5-3 0 0,-1 1 0 16,3 0 0-16,0 0 0 0,-3 1 0 0,1-1 0 15,1 2 0-15,-2-4 0 0,1 3 0 0,0-2 0 16,0 1 0-16,1-1 0 0,-1 3 0 0,2-6 0 15,-3 4 0-15,3-1 0 16,-1-1 0-16,-2 1 0 0,4-1 0 0,-4 0 0 0,0-1 0 16,2 1 0-16,-3 0 0 0,3 0 0 15,-2 2 0-15,1-3 0 0,-3 3 0 0,3-1 0 0,-1-2 0 16,2 1 0-16,-4 0 0 0,3 2 0 0,-1-2 0 16,0-1 0-16,-3 2 0 0,4-2 0 15,-1 3 0-15,-2-2 0 0,1 2 0 0,1-3 0 16,-1 3 0-16,0 1 0 0,-1-2 0 0,2 1 0 15,-3 0 0-15,1-3 0 16,1 3 0-16,-2-2 0 16,0 0 0-16,1 0 0 0,-1-1 0 0,0 1 0 0,0 0 0 0,1 0 0 0,-1 0 0 15,1-2 0-15,-1 2 0 0,0 0 0 0,-1-2 0 16,1 2 0-16,0 0 0 0,-2-2 0 0,2 1 0 16,-2-1 0-16,0 0 0 0,0 3 0 0,0-3 0 15,2 0 0-15,-2 0 0 0,0 0 0 16,0 0 0-16,0 0 0 0,0 0 0 0,0 0 0 15,0 0 0-15,0 0 0 0,0 0 0 0,0 0 0 16,0 0-192-16,1 1 185 0,1 1-2 0,0 2 30 16,1-2-1-16,-2 2-27 0,1-1-4 0,-1-1 196 15,1 2-185-15,0-2 0 0,1 1 0 16,0 0 0-16,-3-3 0 0,2 3 0 16,0 0 0-16,0-2 0 0,-2 1 0 0,2 0-168 0,0 0 168 15,-1 0 1-15,1 0 2 0,0 1-7 0,0-2-2 16,1 4-2-16,-1-3 6 0,3 1 186 15,-1 1-184-15,-3 0 0 0,3-2 0 0,0 5 0 16,-1-3 0-16,2 0 0 0,-4 0 0 0,2-3 0 16,1 3 0-16,-1-2 0 0,0-1 0 0,-1 4 0 15,0-3 0-15,2 0 0 0,-2-1 0 16,1 1 0-16,-1 1 0 16,2-2 0-16,-2 1 0 0,-1 0 0 0,4-1 0 0,-3 1 0 15,-1 0 0-15,3-2 0 0,-2 2 0 0,0 0 0 0,0 0 0 16,1-2 0-16,-1 1 0 0,0 2 0 0,1-2 0 15,-1 1 0-15,0-2 0 0,3 2 0 0,-3 0 0 16,1-1 0-16,-1 2 0 0,2-1 0 16,-3 0 0-16,3 0 0 0,0-1 0 0,-2 1 0 15,1 2 0 1,2-2 0-16,-2 0 0 0,-1 0 0 0,0 0 0 16,2-1 0-16,-2-1 0 0,-1 2 0 0,3 0 0 0,-2 0 0 15,0-2 0-15,-1 2 0 0,1-2 0 0,0 2 0 0,1 0 0 16,-1-2 0-16,0 2 0 0,-1-2 0 0,3 2 0 15,-2-1 0-15,0 2 0 0,-1-3 0 16,1 1 0-16,0 1 0 0,1 0 0 0,0-2 0 16,-2 2 0-16,1-2 0 0,3 2 0 15,-3-2 0-15,-1 1 0 0,3-1 0 0,-2 2 0 16,0 0 0-16,1-2 0 0,-1 2 0 16,2 0 0-16,0 0 0 0,-3 1 0 0,4 0 0 0,-1-1 0 15,-1 0 0-15,1 1 0 0,-1-1 0 0,1 2 0 16,0 0 0-16,-1-3 0 0,2 3 0 15,-1-2 0-15,1-1 0 0,-1 4 0 0,-1-3 0 16,1 1 0-16,0-2 0 0,-3 2 0 0,3 1 0 16,-1-2 0-16,0-1 0 15,-1 4 0-15,0-4 0 0,0 0 0 16,2 2 0-16,-3-1 0 0,1-1 0 0,2 1 0 0,-2 0 0 0,1-2 0 16,-1 2 0-16,1 0 0 0,-1 0 0 15,1 0 0-15,0-2 0 0,-2 3 0 0,1-2 0 16,0 1 0-16,-1 0 0 0,1-1 0 15,0 1 0-15,2 0 0 0,-2 0 0 0,1 2 0 16,-1-3 0-16,3 1 0 0,-4 2 0 0,3-2 0 0,-2 0 0 16,2 3 0-16,-3-4 0 0,1 0 0 15,2 1 0-15,-2 0 0 0,0 0 0 0,-1 0 0 16,1 0 0-16,1 0 0 0,-1-1 0 0,0 2 0 16,-1-2 0-16,1-1 0 0,0 2 0 0,0-2 0 15,0 0 0-15,-2 0-174 0,0 0 139 0,0 0 29 16,0 1 1-16,1-1-26 0,-1 0 21 15,0 0 1-15,0 0 1 0,0 0 23 16,0 0-24-16,0 0-2 0,0 0 56 16,0 0-45-16,0 0-8 0,0 0-1 0,0 0 35 0,0 0-33 15,0 0 1-15,0 0 6 0,0 0 28 0,0 0-26 16,0 0-3-16,0 0 4 0,0 3-1 0,2 1 2 0,0-3-2 0,-2 3 21 31,2-4-20-31,-2 2 3 0,0 1-2 0,2-3-29 16,-2 1 28-16,0-1 0 0,0 2-30 15,0-2 26-15,2 0 2 0,-2 0-1 0,0 0-11 16,1 1 10-16,-1 2 1 0,2 1-2 0,1-4 10 0,-1 3-10 16,-2-1 0-16,2 2 14 0,-1 0-13 0,1-1-3 0,0 1 2 15,0 2 2-15,0-3-1 0,0 1 0 0,-1 2 0 0,1 0-7 16,0-3 7-16,0 3 1 0,1 0-4 16,-1-1 4-1,0 1-1-15,1-1 0 0,0-1 3 0,-1 1-4 16,0-1 1-16,0 0 34 0,0 0-34 0,0 1 0 15,-1-2 1-15,1 2 32 0,0-1-31 0,0 0 2 0,0 1-2 0,-1 1-4 16,1 1 6-16,0-3 165 0,1 2-168 0,-1-2-181 16,0 1 160-16,-1 1 24 0,2-1-14 15,-2 1 12-15,1-2 0 16,0 2-1-16,-1-2-7 0,1-1 5 0,0 3 1 16,1-3 7-16,-2 3-8 0,1-2-2 0,-1 0 2 0,1-1 10 15,0 3-9-15,1 0-1 0,0-1-2 16,-1-1 3-16,0 1 0 0,0 1 1 0,2 0-18 15,-3 2 19-15,3-3-2 0,-2 3 1 0,2-3-11 16,-3 3 9-16,1-2 0 0,1-1-1 16,-1-1 1-16,0-1-1 0,-1 1 1 0,1-2 1 15,0 0-3-15,0 1 2 0,-2 0-2 0,2-1 1 16,-2 1 0-16,1 1 0 0,-1 0 2 16,2 0-2-16,0 1 2 0,-2 1-1 0,2 1 9 15,0 1-9-15,0-1 0 0,-1 1 0 0,1-1-12 16,1 4 12-16,-3-5-1 0,2 2 1 0,0 1-14 15,-1-3 13-15,1 2 0 0,0-3-13 0,-2 1 11 0,2-1 2 16,0-1-2-16,0 2 1 0,-1 0-30 0,1-2 28 16,0 3-3-16,0-2-13 0,0 1 14 15,-1 1 1-15,1 1-13 16,0-1 13-16,1 1-6 0,0 2 5 0,-3 0-16 16,1-2 14-16,-1-1-1 0,1 3 1 0,-1-3 23 0,2 1-22 15,-2-2-2-15,2 1 1 0,-2-3 42 16,2 1-39-16,0-1 0 0,-1-1 6 0,-1 2-3 15,2-2-2-15,0 2-18 0,0 0 18 0,0-2 1 16,-2 3 0-16,1 2-23 0,1-3 0 0,-2 3 21 16,2 0 0-16,1-1-6 0,-3 0 5 0,2 1-5 15,-2-3 9-15,0 2 8 0,2 1-13 0,-2-2-5 16,1-2 35-16,-1 2-29 0,3 0 0 0,-3-1 17 16,0 1-16-16,0-2 2 15,1 3-1-15,-1-4-7 0,0 5 8 0,0 0 3 16,2-5-3-16,-2 5-29 0,0-2 29 0,2 0-1 15,-2-4 0-15,0 5-21 0,1-4 20 0,-1 1-5 16,0 0 21-16,0-2-18 0,0 2 1 0,2-3 2 16,-2 1-2-16,0-1-3 0,0-1 2 0,0 3-11 15,0-1 11-15,0 0 2 0,0 1-1 0,0 0-32 16,0 2 32-16,0 3-1 0,0-1-30 16,0-1 28-16,0 2 0 0,2 2-6 15,-2 0 3-15,0-3 0 0,0 2 2 0,3 2-12 16,-3-6 10-16,0 3-4 0,1-5 5 0,-1 4 3 15,0-4-4-15,0 0 0 0,0-1-2 0,0 2-40 16,0-4 41-16,0 2 0 0,0-2 0 0,0 0-33 16,0 1-9-16,0-1 39 0,0 3-96 0,0-2 44 15,0-1 18-15,0 2-278 0,0-2 141 0,-1 0 82 16,-2 0 37-16,1 0-201 0,2-6 118 0</inkml:trace>
  <inkml:trace contextRef="#ctx0" brushRef="#br0" timeOffset="207071.42">9292 11949 800 0,'0'0'0'0,"0"0"0"0,0 0 0 0,0 0 0 0,0 0 0 0,0 0 0 0,0 0 0 0,0 4 139 0,0 0-45 16,4 1-35-16,1 1 1 0,1 0 70 0,1 2-48 15,3 1-25-15,-4-4 8 0,3 4-109 16,-2-3 38-16,3 2 0 0,1-2 39 0</inkml:trace>
  <inkml:trace contextRef="#ctx0" brushRef="#br0" timeOffset="208147.21">26327 8802 803 0,'-15'-19'0'0,"3"12"0"0,6 3 0 0,4 2 0 0,0 0 0 0,-2-2 0 0,2-2 0 0,0 2 146 15,0-1-49-15,0 0-36 0,2-1 172 0,0-1-101 16,0-2-49-16,9 1-25 0,7 0 107 0,7-3-70 15,0 1-31-15,2 1-1 0,3 2 34 0,0 1-32 16,-5 0 8-16,7 3-41 0,-3 1 21 0,-8 0-20 16,6 0-1-16,-4 0-97 0,-1 0 57 0,-2 0 16 15,-1 0-225-15,-6 1 124 16,-2-1 32-16,-3 0 41 0,-2 0-365 0,-2 2 185 16,-2-2 57-16,0-2 55 0,0-3-206 0,-6-3 131 15,-5 3 56-15,-2-6 42 0,-1-1-178 0</inkml:trace>
  <inkml:trace contextRef="#ctx0" brushRef="#br0" timeOffset="208334.79">26503 8432 992 0,'-12'-10'0'0,"1"7"0"0,3 1 0 0,0 2 0 0,1 0 0 0,1 0 0 0,1 0 0 0,-1 15 164 0,0 6-65 16,2 5-34-16,3 6 115 0,-1 2-77 0,2 9-36 16,-3-2 125-16,3 2-79 0,0 0-41 0,0-4 9 15,0 11-74-15,6-16-1 0,2 3 27 0,4-1 0 16,-3-5-123-16,4-10 69 0,0 2 23 0,2-6-201 15,0-4 116-15,4-5 58 0,-2-6-13 0,5-2-130 16,5-5 39-16,-2-13 60 0,0-6-259 0,1-11 148 16,-2-2 74-16,0 1 28 0,-2-13-187 0</inkml:trace>
  <inkml:trace contextRef="#ctx0" brushRef="#br0" timeOffset="208510.31">27035 8300 841 0,'2'-1'0'16,"0"1"0"-16,-1 0 0 0,-1 11 0 0,0 4 0 0,-1 7 0 0,-6 6 0 0,-4 8 385 0,1-2-168 0,-5 11-96 16,0 0-44-16,-2 1 200 0,2-2-122 0,0 0-61 0,2-5-69 0,0 11 8 15,1-6 0-15,1-1-1 0,-1 0-100 0,5-7 50 16,-2 1 34-16,3-5-334 0,3-9 175 0,1-8 89 16,2-2 42-16,0-7-548 0,0-6 237 15,4-3 148-15</inkml:trace>
  <inkml:trace contextRef="#ctx0" brushRef="#br0" timeOffset="208640.98">26964 8787 1131 0,'1'-6'0'0,"2"4"0"0,1 1 0 0,-1 1 0 0,-1 0 0 0,-1 0 0 0,4 0 0 0,-2 0 182 0,2 0-74 0,4 5-30 0,-1 2 9 16,4 1-28-16,-2 1 1 16,3 1-400-16,1-3 187 0,-1 1 100 0,4-2 40 15</inkml:trace>
  <inkml:trace contextRef="#ctx0" brushRef="#br0" timeOffset="208824.49">27386 8454 1267 0,'5'0'0'0,"0"0"0"0,-4 3 0 0,2 6 0 0,-3 4 0 0,-3 5 0 0,-8 7 0 0,-1 5 447 15,-8 8-207-15,0 1-104 0,-2 4 12 0,-1 3-58 16,0-1-20-16,0 2-8 0,1-3-282 0,1 4 126 15,2-6 64-15,0 0 31 0,7-9-165 0,-1-2 94 16,5-10 52-16,3-7-545 0,0-4 281 0</inkml:trace>
  <inkml:trace contextRef="#ctx0" brushRef="#br0" timeOffset="208990.27">27197 8842 1897 0,'0'-4'0'0,"0"2"0"0,0 0 0 0,2 0 0 0,3 2 0 0,2 0 0 0,2 0 0 0,0 6 0 0,3 5 285 0,-2 1-118 0,0-1-71 16,2 7 82-16,0-1-73 0,2 3-36 0,2-1 0 16,-3-4-321-16,4 5 138 0,-2-6 73 0,0 1-207 15,0-1 140-15,-1-5 71 16,0 0 43-16,0-3-590 0,-1-2 201 0</inkml:trace>
  <inkml:trace contextRef="#ctx0" brushRef="#br0" timeOffset="209430.28">27565 8722 945 0,'-20'-7'0'0,"4"0"0"0,1-1 0 0,2 1 0 0,1-4 0 0,3-2 0 0,4 0 210 16,3-4-93-16,2 0-42 0,0-2 159 0,14 0-101 15,6 0-50-15,4 2-17 0,6 2 29 0,2 1-30 16,2 2-1-16,0 4-21 0,-2 5-10 0,-6 3 8 16,6 0-8-16,-6 0-20 0,-6 14 20 0,0 3 0 15,-7 4-48-15,-4 2 33 16,-3 7-9-16,-4 0 23 0,-2 4-57 0,0 0 29 16,-10 1-5-16,-7-1 6 0,1 2-51 0,-3-4 32 15,-1-2 5-15,2-6-20 0,-3-1 15 0,5-9 1 16,-3 1 9-16,-4-7 39 0,3 0-36 0,-1-6 5 15,0-2 52-15,1 0-23 0,1 0-2 0,2 0-24 16,2 0 100-16,4 0-46 0,1 0-16 0,4-2 4 16,3 0 158-16,0 2-87 0,3 0-42 0,0 0 39 15,0 0-41-15,3 0-14 0,16 0-8 16,2 0 20-16,6 0-21 0,2 0 0 16,2 0-81-16,-4 0 39 0,7 0-9 0,-6 0 31 15,2 0-276-15,-3 0 138 0,2 0 59 0,-4 0 6 16,2 0-546-16,-3 0 256 0,-2 0 148 0,1 0-374 15,0 0 262-15,-5 0 122 0,-1-2 74 0</inkml:trace>
  <inkml:trace contextRef="#ctx0" brushRef="#br0" timeOffset="209619.89">28011 8494 1481 0,'0'0'0'0,"2"0"0"16,14 0 0-16,5 0 0 0,2 0 0 0,2-2 0 0,5-5 0 0,7 1 0 0,5-1 0 0,-2 4 426 0,-7-2-197 0,8 1-97 0,-4 2 15 0,-1 1-76 16,-1-2-7-16,-3 3-295 0,-7-1 132 15,-1 1 66-15,-4 0 33 0,-3 0-373 0,-4 0 199 16,-1 0 103-16,-7 0 20 0,-2 0-269 16,-3 0 81-16,0 0 95 0</inkml:trace>
  <inkml:trace contextRef="#ctx0" brushRef="#br0" timeOffset="209781.46">28227 8422 1404 0,'-12'14'0'0,"4"4"0"0,6 7 0 0,2-7 0 0,0 7 0 0,0 1 0 0,0 2 0 0,0 3 146 16,2-1-61-16,1 2 228 0,2-1-139 0,-3 1-71 16,-1 2-36-16,1 0-208 0,-2-2 83 0,0-2 45 15,0-4 23-15,0-4-434 0,0-2 228 0,0-8 123 16,2-4-216-16,-1-2 158 0</inkml:trace>
  <inkml:trace contextRef="#ctx0" brushRef="#br0" timeOffset="209955.99">28351 8510 1575 0,'-3'-3'0'0,"3"3"0"0,0 0 0 0,0 4 0 0,0 9 0 0,0 2 0 0,3 7 0 0,0 5 283 0,-1 3-124 0,0 4-56 0,-1 7 200 16,-1-2-135-16,0 3-68 0,0-3-33 15,0 2-178-15,0-5 80 0,0 1 28 0,0-1-159 0,0-2 97 16,0-5 49-16,0-8-474 0,3-7 269 0,4-1 79 16,1-7 79-16,5-6-557 0</inkml:trace>
  <inkml:trace contextRef="#ctx0" brushRef="#br0" timeOffset="210368.89">28592 8347 1341 0,'5'-13'0'0,"11"8"0"0,3 1 0 0,1-1 0 0,-1-1 0 0,-1 2 0 0,0 0 0 0,1 0 259 0,6 1-113 0,-2-1-56 15,-3 2-23-15,4 1-34 16,-3 1 0-16,1 0-229 0,-5 0 115 0,0 0 56 16,-5 0 37-16,-2 1-298 0,-2 5 144 0,-3-1 72 15,-4 3 36-15,3 1 0 0,-4 1 36 0,-4 1-102 16,-9 0 166-16,0 2-60 0,-6 4-1 0,-3 0-37 15,1 2 285-15,-4 1-125 0,-2 3-70 0,0 0 120 16,4-1-85-16,-3 3 2 0,9-6-30 0,-4 5 121 16,8-7-77-16,1-1-38 0,7-2 0 0,3-3-2 15,2-2 7-15,0-1-43 16,0-4 0-16,7-2-35 16,11-2-1-16,4 0 13 0,5-2 31 0,1-10-8 0,2-1-1 0,3 0-34 15,0 0 1-15,-1-2 42 0,-6 2-9 0,1 1-53 16,-5 3 22-16,0 0 0 0,-6 3-1 0,-4 2 63 15,-2 2-5-15,0 1-44 0,-3 1 5 0,-5 0 45 16,3 1-20-16,-3 11-47 0,-2 1-6 0,0 1 34 16,0 4-1-16,-2-4-98 0,-3 3 48 0,3-1 30 15,-3-1-4-15,0 0-431 16,1-2 212-16,0-1 82 0,-1-1 62 0,-2 1-495 16,-3-2 273-16,1-1 132 0</inkml:trace>
  <inkml:trace contextRef="#ctx0" brushRef="#br0" timeOffset="210517.49">28754 8854 1021 0,'-21'7'0'0,"2"3"0"0,12-4 0 0,-1-2 0 0,5 0 0 0,3-2 0 0,0-1 0 0,2-1 0 0,10 0 375 0,7 0-172 15,5-1-77-15,0-5 106 0,3-3-100 16,0 3-49-16,-2-2-298 0,-6 1 124 0,2 1 70 16,-1-1 23-16,-6 3-229 0,-2 0 130 0,-4 0 65 15,-1 0 32-15,-3-1-531 0</inkml:trace>
  <inkml:trace contextRef="#ctx0" brushRef="#br0" timeOffset="210676.07">28908 8720 812 0,'-12'0'0'0,"3"0"0"0,4 0 0 0,-4 1 0 0,2 9 0 0,2 3 0 0,-1 1 214 0,4 4-94 0,1 0-44 0,-3 3-22 16,4 0 345-16,0 0-183 0,-2 1-83 0,2-1-33 16,0-3-34-16,0-1 1 0,0 0-325 15,0-4 146-15,2-6 81 0,5 2 27 0,2-5-382 16,2-4 209-16,5 0 105 0,1-10 1 0,0-9-215 15,3-5 66-15</inkml:trace>
  <inkml:trace contextRef="#ctx0" brushRef="#br0" timeOffset="210812.7">29163 8511 1146 0,'4'-7'0'0,"1"6"0"0,0-1 0 0,-1 2 0 0,-2 0 0 0,-2 2 0 0,0 8 0 0,0 1 0 0,0 0 56 0,0 5 8 15,0-2 624-15,0 2-328 0,0 0-163 0,0 1-83 16,3 0-308-16,-3-4 121 15,2 0 49-15,0-1 29 0,-1-4-492 0,3 0 260 16,0-1 130-16,-2-4 73 0,1-1-623 0</inkml:trace>
  <inkml:trace contextRef="#ctx0" brushRef="#br0" timeOffset="211049.17">29315 8221 1268 0,'3'-13'0'0,"-3"8"0"0,3 2 0 0,-3 0 0 0,0 3 0 0,0 0 0 0,0 15 0 0,0 12 143 0,0 3-55 0,0 11 444 16,0-4-241-16,0 18-134 0,0 0-62 0,-3 8 172 16,3-11-117-16,-4 9-58 0,0-1-22 15,1 10-42-15,-4-11 5 0,2-4 0 16,-3 0-141-16,-1-5 70 0,0-11 44 0,1 0-87 16,-1-7 58-16,0-12 27 0,-1-1 1 0,-3-8-246 15,-1-8 133-15,2-3-1 0,-1 0 52 16,-1-5-323-16,1-16 174 0,6-5 86 15,7-6 36-15,0-10-368 0,4-1 209 0</inkml:trace>
  <inkml:trace contextRef="#ctx0" brushRef="#br0" timeOffset="211359.84">29613 8542 1561 0,'0'6'0'0,"2"6"0"0,1-3 0 0,-1 1 0 0,1 3 0 0,0-1 0 0,2 6 0 0,0 8 0 0,2 0 398 0,-2 3-183 0,3 0-83 16,2 2-53-16,6 0 70 0,-2-3-58 16,5-1-29-16,3-7-33 0,-4-4 12 0,4-4-8 15,3-6-1-15,2-6 1 0,-4 0 0 16,2-6 0-16,0-16-30 0,-1-8-8 0,-3-4 37 16,-2-3 1-16,-2-6-268 0,-4-5 129 0,-1 0 30 15,-2-6 42-15,-5-3-246 0,-2 2 131 0,-3 3-35 16,0 12 76-16,-11 5 29 0,-11 8 9 0,-5 11 250 15,-2 9-106-15,-1 7-54 0,0 0-26 0,-2 18 101 16,-1 12-55-16,6 2-36 0,0 5 0 0,6 1 212 16,2 0-108-16,2-6-16 0,4 5-32 0,7-1-30 15,1-5 14-15,-1 0-11 16,6-1-558-16,0-6 272 0</inkml:trace>
  <inkml:trace contextRef="#ctx0" brushRef="#br0" timeOffset="-213735.1">9262 11211 969 0,'0'0'0'0,"0"0"0"0,0 0 0 0,0 0 0 0,0 0 167 15,0 0-66-15,0 0-35 0,0 0 71 0,0 0-56 16,0 0-24-16,0-4 0 0,0-5 52 0,0-3-30 16,-2 2-8-16,-1-4-38 15,-2 1 41-15,-1-2-20 0,-4 0-1 0,1 0 45 0,-5-2-38 16,1 3 1-16,-2-2-28 0,-3-2 29 0,-3 0-29 15,2 4 8-15,-8-3-8 0,2-2 26 0,-4 0 1 16,-3-2-28-16,-3-3-49 16,2 3 33-16,-4-7-8 0,1 6 24 0,-1 0-94 0,-1-1 47 15,-2 0 14-15,5 6-92 0,-9-2 45 0,1 6 31 16,2 4-14-16,-2 5 0 0,-4 2 14 0,-1 2-5 16,-3 2 10-16,0 10 6 0,-1 0-15 15,1 5 44-15,-1 3-33 0,1 0-1 0,3-3 47 0,2 0-21 16,6 0 3-16,4-4 140 0,1 0-138 15,1-4-16-15,4 1 5 0,3-2 121 16,1-5-105-16,3 0-11 0,5 0 47 0,0-2-15 16,2 2 3-16,5-3-26 0,1 0 68 15,3 0-29-15,1 0 1 0,2 0-22 0,2 0 28 16,2 0-37-16,-2 0 1 0,2 0 0 0,0 0-34 16,0 0 8-16,0 0 25 0,0 0 1 0,0 0-88 15,0 0 43-15,0 0 23 0,0 0 7 0,0 0-35 0,0 0 22 16,0 0-21-16,0 0 37 0,0 0-31 0,0 0-24 15,0 0 9-15,0 0-1 16,0 0-13-16,0 0 40 0,0 0-12 0,0 0-9 0,0 0 15 16,0 0 3-16,0 0-3 0,0 0 8 0,0 0-4 15,0 0-3-15,0 0 2 0,0 0 33 16,0 0-33-16,0 0 0 0,0 0 1 0,0 0 31 16,7 0-29-16,4 0-1 15,3 0 82-15,3 0-39 0,4 0-15 0,3 0 1 0,5 0 55 0,-2 0-35 16,-2 0-10-16,2 0-35 0,-5-3 28 15,2 3-11-15,-1 0 13 0,-3-1-141 0,-3-2 63 0,-5 3 31 16,1-1-87-16,-4 1 46 0,-3-2 31 16,-1 2-269-16,-4 0 126 0,-1 0 73 0,0 0-1 15,0-2-228-15,0 1 145 0,-7-1 72 0,-4-1-418 16,1 1 245-16,0-2 114 0,0-1 70 16,1-1-284-16,-2-1 173 0,2-1 85 0</inkml:trace>
  <inkml:trace contextRef="#ctx0" brushRef="#br0" timeOffset="-213305.25">7827 10697 309 0,'-15'-4'0'0,"3"0"0"0,3 2 0 15,-2-2 0-15,1 2 202 0,1-3-89 0,4 2-40 0,-1-2 0 0,6 0-5 16,-3-3-1 0,3 3-26-16,0-2-48 0,0 1 39 0,0 0 1 0,3 3 0 15,3-1-99-15,-1 2 58 0,2-1 16 0,-3 2 1 0,3 1-74 16,-4 0 44-16,1 0 22 0,0 0 6 0,-3 0 36 15,1 0 1-15,0 0 45 0,-2 1-38 16,0-1-12-16,0 3 255 0,0-3-129 0,0 0-67 16,0 0-31-16,0 0 206 0,0 0-120 0,0 0-52 15,0 0 87-15,0 0-78 16,0 0-18-16,0 0 16 0,0 0-73 0,0 0 6 16,0 0-62-16,0 0 30 0,0 0 22 0,0 0 2 15,0 0-36-15,0 0 44 0,0 0-9 0,0 0 1 16,0 0-24-16,0 0 24 0,0 6 0 0,0 3 8 0,-7 2-36 15,-2-1 1-15,-5 6 9 0,-1 6 12 0,-2-6-87 16,-4 4 37-16,3 1 17 0,-1 0-45 16,-1-2 29-1,1-2 1-15,3-5 30 0,1 2-23 0,6-3 16 16,-3-4 4-16,5 1-13 0,0-2 11 0,5-3-10 16,0-3-7-16,0 2 10 0,2-2 12 0,0 0-12 15,0 0-1-15,0 0-88 0,0 0 43 0,0 0 21 0,0 0 4 16,2 0-211-16,2-2 108 0,3-3 42 0,3-3 24 0,-1 3-205 15,4-1 116-15,3 1 59 0,5-1-511 16</inkml:trace>
  <inkml:trace contextRef="#ctx0" brushRef="#br0" timeOffset="-212866.18">7744 10842 68 0,'-7'0'0'0,"1"0"0"0,-1 0 0 0,0 0 0 0,-2 0 0 0,4 0 177 0,-2-2-80 0,1 0-37 0,3 0 126 16,-2 0-77-16,-1 0-39 0,3 2 9 0,1 0 92 15,0 0-70-15,2 0-33 0,-2 0-1 16,2 0 97 0,0 0-70-16,0 0-31 0,0 0 1 0,0 0-4 0,0 0 0 15,0 0-19-15,8 0-8 0,4 6 82 0,0 3-40 16,6 0-22-16,2 4 1 0,1-2 89 0,7 5-58 15,0-1-27-15,2-3 35 0,4-2-30 0,0 0-91 16,1-3 69-16,1-1-9 0,1-2-47 0,0 0 24 16,-2-4 0-16,-5 1 23 0,-3-1-198 0,-4 0 89 15,0 0 54-15,-6 0 25 0,-2 0-418 0,-8-3 203 16,1-3 73-16,-4 0-403 0,-2-1 255 16,0-1 128-16,-2 2 63 0</inkml:trace>
  <inkml:trace contextRef="#ctx0" brushRef="#br0" timeOffset="-212430.3">9243 10507 974 0,'-5'-6'0'0,"0"5"0"0,-1-1 0 0,1 2 0 0,-2 0 0 0,0 0 0 0,-1 9 173 0,0 7-70 0,4 0-27 15,1 5 115-15,3-1-80 0,0 1-38 0,0 6 21 16,5-9-22-16,9 7-8 0,2-5-32 0,2-5 56 15,3-2-27-15,-3-3-1 0,3-1-42 16,-2-5-7-16,1-3 21 0,-1-1 1 0,-4 0-93 16,-2 0 46-16,-4-9 31 0,-1-6-90 15,-3-3 52-15,-3-7 27 0,-2 1-20 0,0 0 3 16,-2-1 6-16,-9-4-4 0,-3 1-11 0,-4 5 3 16,-1 0-16-16,-1 3 32 0,1 8-23 0,-4 2 41 15,1 5-28-15,1 2 5 0,0 3 28 16,5 0-27-16,1 4 1 0,5 5 0 0,7 1-241 0,1 3 117 15,2 1 54-15,4-1 31 0,12-2-513 0,10 0 265 16,6-7 130-16</inkml:trace>
  <inkml:trace contextRef="#ctx0" brushRef="#br0" timeOffset="-211947.59">9608 10421 668 0,'-11'5'0'0,"3"-2"0"0,2 4 0 0,2-3 0 0,1-4 0 0,1 2 556 0,2-2-261 0,0 0-131 0,2-4 220 15,12-6-175-15,4-3-80 0,1 0-203 16,-1 1 53-16,1 1 27 0,1 0-785 16,-1 1 739-16,-1 1 45 0,-4 3-9 0,-5 3 37 15,3 1-235-15,-5 0 112 0,-3 2 56 16,-2 0 34-16,0 0-113 0,-2 2-223 0,0 3 152 16,0 1 75-16,-2 0 39 0,-4 1 116 0,1 1-35 15,-2 0-22-15,0-1 239 0,-2 4-131 0,2-2-65 16,0 3 238-16,-3 0-110 0,-1 5-85 0,-2-1 145 15,-3 2-95-15,-1 3-42 16,-1 1-17-16,-3-1 3 0,1 4-36 0,-1-1 0 16,1-2 78-16,3 0-31 15,-1-2-8-15,5-1 129 0,0-4-85 0,7-3-41 0,1-2-22 0,3-4 9 0,0 0-29 16,2-2 68-16,0-1-35 0,6-1-63 0,6-2 30 16,8 0 8-16,2 0-8 0,0-2-97 0,3-7 48 15,-1-4 25-15,3 0-1 0,-6 2-157 0,4-7-217 16,-2 4 152-16,-2-1 110 0,-6 1-567 0,2 1 319 15,-4 0 152-15,-1 0-243 0,-3 1 206 0,-4 1 115 16,1 0 61-16,-5 2 61 0,1 1 0 0,-2 2 0 16,0 1 0-16,0 1 266 15,0 1-151-15,0 1-75 0,0 0-44 0,0 2 253 16,0 0-142-16,0 0-69 0,0 0 532 0,0 0-269 16,0 2-125-16,0 7-95 0,5 0-25 0,0 2 1 15,1 1-24-15,-1 3-407 0,1-2 211 0,-3 2 94 16,-1-2 51-16,1 0-505 0,-3 3 233 0,0-3 149 15,-5 4-20-15,-13-1-42 0</inkml:trace>
  <inkml:trace contextRef="#ctx0" brushRef="#br0" timeOffset="-211703.25">9687 10796 614 0,'-27'19'0'0,"-1"-2"0"0,5 0 0 0,6-6 0 0,3-2 0 0,3-2 0 0,1 0 0 0,7-4 292 0,-2-3-130 0,5 0-65 16,0 0-23-16,9 0 5 0,9-11-22 0,3-2-1 15,-1-3-90-15,3-2 34 0,-3 4 7 0,2-6-347 16,-4 5 186-16,-2-4 94 0,0 2 46 0,-5 3-356 15,-3-2 180-15,-5 6 38 0,-1 0 76 0,-2 4 76 16,0 2 0-16,-2 2 0 0,-8 2 0 0,-1 6 127 16,-1 10-72-16,-1 4-44 15,1 0 175-15,5 2-118 0,-2 0-45 0,4 1 422 16,3-1-210-16,2-1-84 0,0-3-59 0,0-3-10 0,4-1-29 16,8-6 0-16,0-1-20 0,1-4-212 15,3-3 106-15,-2 0 61 0,5-11 18 0,-3-7-403 16,-1-5 211-16,-3-1 52 0,0-3-169 0,-5-3 90 15</inkml:trace>
  <inkml:trace contextRef="#ctx0" brushRef="#br0" timeOffset="-211586.56">9863 10607 636 0,'2'-13'0'0,"1"6"0"0,0 4 0 0,-1 1 0 0,0 2 0 0,-1 0 175 0,1 5-71 0,0 7-36 0,0-1 224 0,0 3-130 0,0-3-56 16,-1 2-41-16,3-3 0 0,0 0-68 0,-1-2 35 15,2 2 1-15,0-5-328 0,-1-3 159 16,1-2 85-16,1 0 41 0,1-2-485 0</inkml:trace>
  <inkml:trace contextRef="#ctx0" brushRef="#br0" timeOffset="-211376.54">9960 10329 1277 0,'0'-3'0'0,"0"3"0"0,0 0 0 0,2 3 0 0,1 11 0 0,1 1 0 0,1 6 0 0,4 4 60 0,-2 7 394 0,3 0-202 0,0 11-114 16,-1 2 120-16,-1 0-113 15,1 4-56-15,-2-2-54 0,-1-6 6 0,-1 12-9 0,0-10 1 0,-3-6 0 0,-1 3-107 16,-1-7 53-16,0-8 35 0,0-2-194 16,-5-5 106-16,-5-7 53 0,1-3 27 0,-2-6-360 0,-5-2 174 15,4 0 33-15,-2-3-318 16,3-17 216-16,2-4 109 0,1-8 53 0,2-5-194 16</inkml:trace>
  <inkml:trace contextRef="#ctx0" brushRef="#br0" timeOffset="-211118.66">10066 10440 742 0,'9'-6'0'0,"7"1"0"0,-5 2 0 0,1 0 0 0,2-1 0 0,1 2 0 0,4 0 0 0,2 0 494 0,1 2-222 0,-1 0-124 15,1 0 104-15,-4 10-110 16,0 3-54-16,-4 4-28 0,-2 1-142 0,-3 7 53 0,-5-1 31 16,-4 2-187-16,0 1 109 0,-2 1 55 15,-11 0 34-15,-4-3-145 0,-6-3 71 0,3-1 44 16,-2-5-53-16,2 0 37 0,2-2-31 0,3-4 5 15,6-1-5-15,-1-3 326 0,5 0-143 0,0-4-69 16,5 1 322-16,0 1-180 0,0 0-51 0,7-2 21 16,7 0-65-16,6-2-32 0,0 0 8 15,6 0-132-15,-1 0 46 0,-1 0 23 0,3-6 0 16,-4-3-171-16,-2 0 105 0,0-1 41 16,-1-1 23-16,1-1-703 0,-2 1 286 0</inkml:trace>
  <inkml:trace contextRef="#ctx0" brushRef="#br0" timeOffset="-210954.56">10431 10488 1110 0,'0'0'0'0,"5"0"0"0,6 0 0 0,-1 0 0 0,3-2 0 0,4-4 0 0,5 1 442 0,3-1-205 0,1-1-103 0,-1 3-42 16,6-4 171-16,-2 4-115 0,-4 1-400 0,-2 2 142 15,2-1 72-15,-4 0 43 0,-3 2-8 0,-3 0-242 16,-6 0 139-16,-1 0 69 0,-2 0-595 15,-6 0 318-15,0 0 78 0</inkml:trace>
  <inkml:trace contextRef="#ctx0" brushRef="#br0" timeOffset="-210830.9">10592 10458 1252 0,'-16'8'0'0,"9"1"0"0,3 2 0 0,3 3 0 0,1-1 0 0,0 3 0 0,0 4 0 0,0 0 0 0,1 4 0 0,7 1 114 15,-5 0-155-15,6 5 33 0,-4-2 0 0,1-3 41 0,-1-2-467 16,-1 0 234-16,2-4 124 0,-1-9 51 15,-1 0 28-15</inkml:trace>
  <inkml:trace contextRef="#ctx0" brushRef="#br0" timeOffset="-210696.25">10698 10415 1235 0,'2'-8'0'0,"3"5"0"0,0 3 0 0,1 0 0 0,-3 17 0 0,3 9 223 0,-2 7-100 0,-1 10 226 0,0 3-158 16,-1 7-79-16,0 1-40 0,-2 2 9 0,1 3-49 15,1 8-483-15</inkml:trace>
  <inkml:trace contextRef="#ctx0" brushRef="#br0" timeOffset="-203285.67">12081 10524 1060 0,'-4'0'0'0,"1"0"0"0,1 0 0 0,2 0 0 0,-2 0 0 0,2 0 0 0,0 0 0 0,0 0 147 0,9 0-57 0,7 0-28 16,4 0 81-16,2 0-55 15,1-1-20-15,4-4 10 0,-7 4-23 0,4-3 0 0,-1 2-22 16,0-1-21-16,-5 3 8 0,1 0 13 16,-4 0-1-16,-1 0-59 0,-5 0 30 0,0 0 0 15,-3 0 38-15,-2 0-164 0,-2 0 60 0,-1 0 43 16,1 0-188-16,-2 0 104 0,0 0 24 0,-2-1-87 16,-5-1 60-16,-5-2 40 0,1 3 5 0,-2-3-4 15,0 2-8-15,0 0 42 0,-2 0-1 0,4 0 33 16,-3 2 1-16,5 0-34 0,-2 0-8 15,1 0 172-15,3 0-80 0,1 4-42 16,1 0 313-16,1 1-162 0,1 1-56 0,3 4 171 16,-1 1-113-16,1 2-65 0,0 4-32 0,0 5 122 15,1 1-68-15,6 5-47 0,-2-1-1 0,3 6 13 16,-3 1-26-16,0 1 0 0,0 1-17 0,-1 10 1 16,-1-5-10-16,-1 4 1 0,0-2-94 0,-2-4 54 15,0 8 16-15,0-11-121 0,0 1 72 0,0-1 36 16,0-4 5-16,-2-9-119 0,-1-2 46 0,-3-6 38 15,0-6-10-15,-2 0 0 0,-1-3-1 0,0-2 26 16,-3-3 147-16,3 2-70 16,-2-2-37-16,1-1 133 0,3 2 103 0,0 0-119 15,3-2-43-15,2 0 267 0,-1 0-165 0,2 0-82 16,1 2-41-16,0-2 122 0,0 2-196 0,10-1 0 16,4 1 0-16,7 1 0 0,2 0 0 0,-3-3 0 15,10 2 0-15,-4 0 0 0,3 1 0 16,-6 0 0-16,5-2 0 0,-8 3 0 0,3-2 0 0,-2 2-439 15,-5-1 195-15,1 1 118 0,-2-1 9 16,-1 0-475-16,-2-1 283 0,2-1 138 16,-3-1 70-16,2 0-469 0,-1-6 269 0,-2-8 126 15</inkml:trace>
  <inkml:trace contextRef="#ctx0" brushRef="#br0" timeOffset="-203111.1">12639 10866 1156 0,'0'-4'0'0,"0"2"0"0,-2 0 0 0,2 0 0 0,0-1 0 0,0-1 308 0,2-2-130 0,10 1-76 0,2 3 317 16,3 0-194-16,2 0-95 0,2 0-49 0,1 2 29 15,7 0-43-15,-11 0 1 0,7 0-35 0,-4 2-344 16,1 2 172-16,-2 2 94 0,-1-2 35 16,-4 1-535-16,-1 0 290 0,-3 5 65 0,-6 0-230 0</inkml:trace>
  <inkml:trace contextRef="#ctx0" brushRef="#br0" timeOffset="-202948.54">12754 11149 1315 0,'-20'17'0'0,"9"0"0"0,2-7 0 0,2-1 0 0,1-4 0 0,2-2 0 16,2-2 149-16,2-1-59 0,0 0 206 0,0 0-124 0,4 0-73 0,10 0 62 16,-2 0-138-16,6-1 10 0,0-5 0 15,1-2-160-15,2 3-167 0,-1 0 163 16,1 2 82-16,0 1-1142 0,1 2 1183 0,2 0 47 0</inkml:trace>
  <inkml:trace contextRef="#ctx0" brushRef="#br0" timeOffset="-202436.6">13623 10478 564 0,'0'-21'0'0,"0"6"0"0,0-2 0 0,0-3 0 0,0 0 173 15,0 3-71-15,0-4-34 0,0 3 0 0,0 1 67 16,0 1-43-16,0-2-34 0,0 4 0 0,-4 6 28 16,1-2-26-16,-3 3-1 0,1 1 49 0,-5-2-41 15,-1 5-1-15,2-1 105 0,-5 2-70 0,-1 0-33 16,-2 2 7-16,-1 0 32 15,-1 0-38-15,-4 11 1 0,5 3-37 0,-1 1 187 16,2-2-85-16,0 1-55 0,2 4-24 0,2-2 152 16,0 3-88-16,3 0-44 0,1 0 103 0,1 2-78 15,3 1-34-15,1-1 46 0,2 6-40 0,0-4 136 16,2 9-209-16,0-4 0 0,0 5 0 0,0 0 0 16,4 9 0-16,2-7 0 0,1 8 0 0,0-1 0 15,2-1 0 1,2-2 0-16,-4 3 0 0,2-5 0 0,1 9 0 15,-3-5 0-15,1 0 0 0,-3 4 0 16,3 2 0-16,-4 2 0 0,1 3 0 0,-1 5 0 0,-2-1 0 16,0-1 0-16,-1 1 0 0,1 0 0 0,-2-1 0 0,0-4 0 15,0-2 0-15,0-3 0 0,0-3 0 0,-7-9 0 16,-2 3 0-16,-3-4 0 0,-3-5 0 16,-4-4 0-16,-1-3 0 0,-1-4 0 0,-11-2 0 15,2-4 0-15,-2-4 0 0,2-2 0 0,-2-5 0 16,8 0 0-16,-8-2 0 15,9-15-544-15,5-6 251 0,2-8 131 0,9-10 56 0,7-6-745 16,0-10 414-16</inkml:trace>
  <inkml:trace contextRef="#ctx0" brushRef="#br0" timeOffset="-200733.14">13678 11894 958 0,'-6'-1'0'0,"1"-1"0"0,-4-3 0 0,4-3 0 0,-2 1 0 0,1-3 0 0,1 1 0 0,-1-4 84 0,4 0-17 0,-2-1 126 15,2-1-80-15,2-2-40 16,0-1 0-16,0 0 76 0,0-3-50 0,0 3-37 16,6-1 0-16,2 1 77 0,1 1-53 0,2 2-27 15,1 2 47-15,-3 1-41 0,2 5 1 0,2-1-34 16,0 3 18-16,-1 3-9 0,3-1-9 0,0 3 15 16,0 0-14-16,-2 0 0 0,2 0-1 0,-2 10-23 15,2 1-8-15,-4 1 31 0,1 1 1 0,-1 2-46 16,-4 2 23-16,1 1-2 15,-4 1-1-15,0 3-43 0,-2 3 21 0,-2 0-1 16,0 1-44-16,-2-3 33 0,-10 4 11 0,1 0-40 16,-5-2 22-16,-2-3-1 0,-1-1 20 0,1-6-49 15,-3-2 21-15,-4-3 0 0,5-3 11 0,-3-4 114 16,1 1-50-16,1-4-26 0,2 0-4 0,2 0-16 16,3 0-2-16,2 0 279 0,4 0 149 0,3 0-181 15,3 0-103-15,0 0 67 0,2 0-81 0,0 0-40 16,2 0-1-16,13 0 91 0,7 0-164 15,1 0 0-15,2 0 0 0,1 0 0 16,-4 0 0-16,5 0 0 0,3 0 0 0,-6 0 0 16,1 0 0-16,-5 0 0 15,3 2-182-15,-2 0 123 0,-3 2 6 0,-3-3-191 16,-2 4 86-16,-3-4 72 0,-1 0-3 0,-1-1-433 0,-1 0 249 0,1 0 119 16,-1 0 62-16,2 0-466 0,-1-2 262 0,-2-10 124 15</inkml:trace>
  <inkml:trace contextRef="#ctx0" brushRef="#br0" timeOffset="-200507.75">14007 11615 1887 0,'0'-4'0'0,"1"3"0"0,1-2 0 0,0 3 0 0,2 0 0 0,5 0 0 0,3 0 0 0,8-2 346 0,4 1-156 0,5-1-79 0,3-1 405 15,1 0-245-15,3-2-120 0,2 0-58 0,-2 2 70 16,-3-1-57-16,-1-1-41 15,-2 1-37-15,-1 1 140 0,-5-2-168 0,-4 4 0 16,-1-3-254-16,-4-2 174 0,-3 2 56 0,-3 1-394 16,-2-1 226-16,-3 1 112 0,-1 2 1 0,-3-3-521 15,0 2 284-15,0-2 141 0,-7 2 72 0,-4 2-205 16,0 0 129-16,-2 0 78 0</inkml:trace>
  <inkml:trace contextRef="#ctx0" brushRef="#br0" timeOffset="-200321.25">14221 11617 1263 0,'-16'2'0'0,"5"2"0"0,2-1 0 0,-1 3 0 0,1-2 0 0,4 1 0 0,-1 1 0 0,3 1 278 0,0 5-126 15,3 1-60-15,0 2 390 0,0 5-224 0,0-2-113 16,0 4-48-16,0 0 210 0,3 5-137 0,-2-4-68 16,3 3-35-16,-2 0-95 0,0-3 39 0,1 5-9 15,-1-4 31-15,0-3-169 0,0 1 84 16,0-3 43-16,-1-2-542 0,1-2 261 15,0-5 156-15,0-3-656 0,0-4 379 0</inkml:trace>
  <inkml:trace contextRef="#ctx0" brushRef="#br0" timeOffset="-200117.78">14348 11599 1924 0,'2'-1'0'0,"0"1"0"0,0 0 0 0,0 0 0 0,-2 7 0 0,0 7 0 0,1 1 0 0,1 4 323 0,0 1-144 0,0 6 83 16,0-2-107-16,1 7-64 0,0 1-30 0,1 0 61 16,-1 4-45-16,1-3-13 0,0 5-9 0,-2-1-169 15,-1-1 74-15,1 2 36 0,-2-5 1 0,0 2-377 16,0-6 202-16,0-6 105 0,0-1-574 0,0-9 269 16,0-1 173-16,0-4-170 0</inkml:trace>
  <inkml:trace contextRef="#ctx0" brushRef="#br0" timeOffset="-199485.03">13906 10398 699 0,'-11'0'0'0,"4"0"0"0,0-2 0 0,-1 2 0 0,2 0 0 0,1 0 179 15,-1 0-73-15,1 0-36 0,1 0-1 0,2 0 149 16,1 4-97-16,1 4-44 0,0 7 28 0,0 2 6 16,0 1-31-16,1 2 64 0,8 3-55 15,2 0-29-15,5-3 1 0,0 1 50 0,2-4-31 16,4 2-8-16,-2-5-39 0,3-1 35 15,2-4-36-15,-5-3 1 0,4-1 8 0,-1-3 23 16,2-2 0-16,-5 0-32 0,1 0 26 0,-4-2-25 16,0-5 8-16,-2-6 1 0,-2-3-9 0,-4-3 0 15,3-3 0-15,-3-3-53 0,-4 3 34 0,1-10-7 16,-4 2 25-16,0 0-61 0,-2-2 22 0,0-1 0 16,0-4 20-16,-8 3-121 0,-3-8 48 0,-1 4 36 15,-2 8-25-15,-3-2 25 0,2 7-2 0,-6 2 138 16,3 5-61-16,-5 5-26 0,2 6-5 15,-1 2 185-15,-1 4-86 0,-5 1-40 16,2 1-29-16,1 11 57 0,3 3-35 0,-2 2 0 16,3-1-31-16,0 7-29 0,2-2 1 0,4 2 19 15,4 1-69-15,4-1 35 0,3-3 7 0,2 3-167 16,2 2 95-16,0-1 27 0,2-2 30 0,5 3-456 16,6-5 219-16,6 9 81 0,2-1 68 0,5 4-692 15</inkml:trace>
  <inkml:trace contextRef="#ctx0" brushRef="#br0" timeOffset="-194679.11">15159 10668 363 0,'0'-10'42'0,"0"2"-1"0,0-1-8 0,0-1 0 0,0-2 39 16,0 3-39-16,0 0-1 0,0 0 9 0,0 1 55 15,0 0-31-15,0 3-1 0,-1 1 67 16,1 0-49-16,-4 3-17 0,0-1-8 0,-3 2-24 0,-3 2 81 16,-5 15-40-16,-2 5 56 0,1 6-41 0,-9 6-32 0,2 0 21 15,5 3-22-15,-1 3-1 16,4-7-14-16,0 11-8 0,6-9 112 0,2 8-56 16,4-8-28-16,3 4 111 0,0-1-61 15,0-3-44-15,6 3 1 0,9-5 24 0,2-1-29 16,3-4-1-16,1 0-145 0,6-1 54 0,-3-6 31 15,4 0 0-15,1-3-161 0,-2-2 96 0,1-2 56 0,0 1-716 16,1 0 328-16</inkml:trace>
  <inkml:trace contextRef="#ctx0" brushRef="#br0" timeOffset="-193564.55">15519 11021 813 0,'-8'0'0'0,"-2"-1"0"0,3-5 0 0,0-1 0 0,-1-4 0 0,0-1 0 0,3-3 0 0,1-2 175 0,2 0-71 0,0-1-35 0,2-2 94 15,0-1-57-15,2 1-41 0,11 0 1 0,2 1 62 16,2 3-48-16,0 4-23 0,4 1 7 0,-3 1 1 16,3 7 0-16,0 0-32 0,-1 3-1 0,3 3 10 15,-7 8-1-15,4 9-8 0,-5 1-68 0,-2 8 33 16,-6 0 1-16,0 4-57 16,-6 3 53-16,-1 8 15 0,0-4-20 0,-11 0-94 15,-4 0 47-15,-4-2 34 0,2-8-3 0,-4 1-8 16,1 0 0-16,-5-7 0 0,3-5 35 0,-3-4-11 15,3-6-15-15,-3-3 12 0,5-2 147 0,-1-4-69 16,5 0-31-16,4 0 225 0,3 0-109 0,3 0-69 16,3 0-13-16,0 0 189 0,3 0-113 0,0 0-55 15,14 0-20-15,7 0-38 0,2-1 2 0,4-2 0 16,1 1 74-16,2 0-37 16,-5 2 8-16,8 0-45 0,-5 0-53 0,-1 0 27 15,-2 0 0-15,-5 4-291 0,1 2 166 0,-2 1 51 16,-3 2 47-16,0-1-590 0,-2 1 289 0,-1-3 145 15,-1-4 60-15,0 0-437 0,2-2 261 0,-7 0 129 16</inkml:trace>
  <inkml:trace contextRef="#ctx0" brushRef="#br0" timeOffset="-193388.02">15841 11054 839 0,'0'-2'0'0,"0"-1"0"0,0 3 0 0,0 0 0 0,0 0 0 0,5-1 0 0,2-1 540 0,2 0-253 0,7 0-127 0,0 1 361 15,1 1-248-15,3 0-120 0,0 0-60 0,1 0-20 16,-1 0 0-16,2 0-33 0,1 0-7 0,-3 0-431 16,3 0 216-16,0 0 107 0,0 0-589 0,-3 0 346 15,2 0 167-15,-2 0-2 0</inkml:trace>
  <inkml:trace contextRef="#ctx0" brushRef="#br0" timeOffset="-192815.38">16526 10973 827 0,'-2'-11'0'0,"-1"-1"0"0,1-1 0 0,-1-4 0 0,-3 1 0 0,2 1 0 0,-1-1 252 16,-2-1-110-16,-2 3-54 0,2 0-28 0,0 7 118 16,-2 0-77-16,-3 3-34 0,-1 4 20 0,-2 0-27 15,-2 9-1-15,0 14 20 0,-4 8-47 0,3 4 1 16,-1 3 0-16,4 4 88 0,3-1-44 0,3-3-14 15,4 6-8-15,3-8 57 0,2 2-40 0,0-4 1 16,2-2-12-16,7-8 9 0,8 2-37 0,-2-9-57 16,2 0 29-16,1-8-1 0,3-3 29 0,0-6-55 15,4 0 23-15,-5-3 0 0,1-16 32 16,2-5-172-16,-3-5 81 16,1-3 23-16,1-7-213 0,-5 0 118 0,0-1 61 0,-4 1-71 15,-1 7 42-15,-1-4 36 0,-4 6 104 16,-4 7-38-16,1 2 1 0,-2 10-38 0,-2 2-8 0,0 3 99 15,0 5-45-15,0 1-23 0,0 1 1 0,-7 14 213 16,1 10-88-16,-1 3-59 0,3 2 159 16,2-2-98-16,2 2-19 0,0-1 10 0,0-7-30 15,6 6-8-15,7-7-69 0,-1-2-1 16,4-5 32-16,1 0-1 0,1-5 9 16,2-4-41-16,1-5-1 0,-3 0 34 0,3 0-100 15,0-12 50-15,-5-6 21 0,5-4-150 0,-6-3 71 16,0-2 42-16,-2 2-88 0,-1-3 57 0,-5-2 15 15,-3 0 3-15,-1-2 7 0,-1 0-42 0,-2-2 21 16,0 3-1-16,-5 0 7 16,-4 5 47-16,-3 8-26 0,-1-2 0 0,-3 6 0 0,0 8 60 15,-1 4-38-15,-3 2 8 0,-3 0-30 0,2 7 208 0,0 8-86 16,1 5-52-16,3-4 99 16,-2 8-67-16,6-2-14 0,2-4-84 0,4 3 15 15,2-3 30-15,3-1-278 0,2-3 133 16,0 1 66-16,10-4 33 0,7 0 8 0,7-4-235 0,-1 1 88 15,9-3-392-15,0 2 265 0,1-6 131 0</inkml:trace>
  <inkml:trace contextRef="#ctx0" brushRef="#br0" timeOffset="-192544.59">17205 10923 820 0,'5'-8'0'0,"1"1"0"0,-4 3 0 0,0-3 0 0,-2 2 0 0,0 2 385 0,-10-2-168 0,-3 4-96 0,2 1-44 0,0 0 289 16,-3 0-167-16,3 8-74 0,-1 5-51 15,1 0 137-15,4 3-88 0,4 0-46 0,3 0-22 0,0 1 9 16,0-2-31-16,5 0-1 0,10 1-39 16,0-2-1-16,4-1 41 15,-2 0 8-15,2-1-164 0,-3 1 78 0,0 0-100 0,-5 0 89 16,-2-1 20-16,-3 4-9 0,-4-1 25 16,-2 2-42-16,0 0 26 0,-8 4-9 15,-11-4 0-15,-1 2 94 0,-5-3-31 0,-5 1 36 16,0-2-33-16,-2-1 5 0,0-3-37 0,2-2 18 0,0-3-88 15,8-3 46-15,1 0 0 0,4-3-293 0,8 0 153 16,4-3 62-16,5-8 47 0,0-7-387 0,12-7 210 16,14-5 105-16</inkml:trace>
  <inkml:trace contextRef="#ctx0" brushRef="#br0" timeOffset="-192294.25">17511 10610 639 0,'2'-26'0'0,"2"7"0"0,-1 0 0 0,-1 1 0 0,-2 3 0 0,2 3 401 0,-2 5-184 0,0 3-84 16,0 0 151-16,0 4-126 0,0 0-63 0,0 19 155 16,0 15-109-16,-4 7-46 0,-7 18-35 0,-1 3 132 15,2 2-80-15,-4 3-40 0,5 1 1 0,0-8 104 16,0 11-77 0,8-16-19-16,1-1-25 0,0-5 1 0,4-6-275 15,5-9 219-15,6-4 32 0,2-4-1 0,-2-10-161 16,4-2 80-16,-2-6 42 0,0-8 7 0,0 0 33 15,-1-2-477-15,0-9 218 0,-3-10 63 0,-3-1 69 0,-1 1-324 16,-2-9 197-16,-3-2 94 16,-3 0-332-16,-1-10 213 0</inkml:trace>
  <inkml:trace contextRef="#ctx0" brushRef="#br0" timeOffset="-192119.69">17265 10738 1970 0,'-28'1'0'0,"11"2"0"0,4-2 0 0,1 2 0 0,5-3 0 16,3 1 0-16,4-1 0 0,0 2 0 0,9 0 215 0,18 2-95 0,1-2-44 0,11-1 393 0,7-1-219 0,-2 0-108 16,7 0-46-16,2 0 111 0,-1 0-88 0,-3 0-42 15,-2 0-23-15,-9 0-354 16,3 0 174-16,-2 4-793 0,-2 4 476 16,0-2 238-16</inkml:trace>
  <inkml:trace contextRef="#ctx0" brushRef="#br0" timeOffset="-187612.47">17977 10426 1238 0,'0'-1'0'0,"-2"-3"0"0,0 0 0 0,2 2 0 0,0 0 0 0,0 0 0 0,0 2 0 0,0 0 226 0,0 0-100 0,0 0-47 0,7 0 95 16,3 0-70-16,-1 2-36 0,3 6 9 0,-2-1 103 16,6 5-73-16,-1 5-37 0,-2-3 0 0,2 3 65 15,4 6-55-15,-3 1-24 0,4 3 159 0,-2 10-92 16,1 1-44-16,-4 1 151 0,2 10-102 0,-5 2-48 15,0-1-23-15,-4 3 62 0,-7-1-43 0,1 3 122 16,-2 0-198-16,-2 0 0 0,-10 0 0 16,-4-1 0-16,-2-1 0 0,-5-2 0 15,-3-4 0-15,-1-4 0 0,1-3 0 0,4-12 0 16,-3-2 0-16,8-9-345 0,1-4 182 0,7-6 54 16,2-3 54-16,5-2-616 0,2-2 319 0,2 0 152 15</inkml:trace>
  <inkml:trace contextRef="#ctx0" brushRef="#br0" timeOffset="-185035.85">18788 10618 1036 0,'-19'0'0'0,"1"1"0"0,0 9 0 0,0 5 0 0,-1 2 0 0,-6 5 0 0,3 7 0 0,1 6 170 16,2 1-69-16,5-2-26 0,-2 11-8 0,7-3 160 16,4 0-97-16,5 0-48 0,0 1-25 0,0-9 135 15,1 0-84-15,9-2-38 0,5-1 19 0,1-2-28 16,4-6-1-16,-4-3-132 0,9 0 48 15,-3-5 29-15,3-3-1 0,-1-3-108 16,-5-3 68-16,2-1 43 0,-3-2-9 0,-1-3-392 16,-2 0 154-16,-1 0 115 0,-3-6-8 0,-1-6-304 15</inkml:trace>
  <inkml:trace contextRef="#ctx0" brushRef="#br0" timeOffset="-184860.64">18818 10999 1147 0,'0'0'0'0,"-4"0"0"0,3 2 0 0,-1-2 0 0,0 2 0 0,0 0 0 0,2-2 523 0,0 0-249 0,11 0-120 16,8 0-61-16,3 0 310 0,-1 0-186 0,4 0-83 15,3 0-55-15,-2 0-22 0,0 0-1 0,-2 0-23 16,1 0-341-16,0 0 178 0,3 0 77 0,-4 2-230 16,0-1-161-16,3-1 239 0,-5 2 89 0,3-2-611 15</inkml:trace>
  <inkml:trace contextRef="#ctx0" brushRef="#br0" timeOffset="-184580.27">19404 10834 623 0,'0'-15'0'0,"0"1"0"0,0 2 0 0,0-2 0 0,-4 3 0 0,-3 1 457 16,-3 5-204-16,-3-1-114 0,1 5-53 0,-4 1 233 16,1 0-143-16,-4 11-71 0,4 4 60 0,-3 7-70 15,2 1-32-15,3 2 117 0,4-1-74 0,3-6-36 16,4 6 7-16,2-3 22 0,0 0-34 0,2-4 1 15,12 0-33-15,2-2-56 0,1-2 36 0,4-1-8 16,-1-3 28-16,3 0-125 16,-4-2 62-16,-4 1 32 0,-3 0-36 0,0 1 10 15,-4 0 25-15,-7 4-110 0,1-1 57 0,-2 1 5 16,0 0 21-16,-12 2 13 0,-4-2 2 0,-4 3-17 16,-1-3 14-16,5-6-67 0,-7 2 29 15,4-2-349-15,2 0 185 0,5-5 91 0,3-2 46 16,2 0 24-16,7-2-429 0,0-15 230 15,6-6 111-15</inkml:trace>
  <inkml:trace contextRef="#ctx0" brushRef="#br0" timeOffset="-184415.68">19530 10952 1526 0,'13'0'0'0,"-2"0"0"0,-2 0 0 0,-3 0 0 0,-1 8 0 0,-4 5 0 0,-1 2 198 0,0 2-83 0,0 2 346 15,0-1-219-15,0 2-104 0,0 1-53 0,0 0-26 0,0-2-25 16,0-2 7-16,0-6-417 15,0 0 204-15,-1-3 102 16,1-2 52-16,0-4 25 0,0-2-608 0,0 0 307 0,0-2-987 16,0-17 1241-16</inkml:trace>
  <inkml:trace contextRef="#ctx0" brushRef="#br0" timeOffset="-183880.6">19620 10494 1358 0,'7'-4'0'0,"2"2"0"0,-2 2 0 0,0 0 0 0,-2 2 0 0,1 13 0 0,-1 4 143 0,0 9-59 0,0 0-26 0,1 6 18 16,-2 9-21-16,-1 1 0 0,-1-6-254 0,0 14 111 15,-2-5 61-15,0-2 29 0,0-8-272 0,0 1 135 16,0-8 69-16,0 3-32 0,0-12 44 0,-2-1 22 16,0-4-1-16,2-7 50 0,-2-3-33 0,2-2 8 0,0-2 189 15,0-2-111-15,0 0-51 0,2-6-15 16,6-11-7-16,5-4 268 0,-2 1-130 0,3-3-24 15,-1-1-49-15,2 1 11 0,-4 4-32 16,3 1 19-16,-3 5 32 0,-2 5-29 16,0 5 0-16,1 3-30 0,-1 0 47 0,-2 13-9 15,0 13 134-15,-2 2-87 0,-1 6-42 0,-1 2 115 16,1-3-70-16,0-1-49 0,3-2 0 0,1-9-39 16,1 0-33-16,4-3 0 0,1-4 41 0,0-5-216 15,5-7 104-15,1-2 52 0,3 0 26 16,-2-16-133-16,2-4 88 15,-3-7 23-15,1-1 22 0,-2-5-367 0,-2-9 173 0,-2 3 36 0,0-6 51 16,-2-3-93-16,0-6 81 0,3-1-6 16,-2-10 43-16,-3 14 21 0,1-3-8 0,-3 4 29 0,-2 16 155 15,-3 2-77-15,1 9-39 0,-4 8-1 0,-1 4 347 16,0 3-170-16,0 5 138 0,0 3-133 0,0 0-88 16,-8 12 14-16,-1 13-46 15,0 5 187-15,2 8-111 0,0 3 83 0,4 6-96 0,1-5-41 16,2 12-32-16,0-6 0 0,0 1-59 0,0-2 0 0,2-4 35 15,5-5 8-15,3-2-264 0,-1-2 129 16,2-5-146-16,-1-7 136 16,1-2 69-16,-2-5 6 0,3-4 23 0,-7-5-548 15,1-3 260-15,-1-3 131 0,-1 0-302 0,1 0 207 16,-4-9 117-16,-1-4-286 0,0-4 197 0,0-5 98 0</inkml:trace>
  <inkml:trace contextRef="#ctx0" brushRef="#br0" timeOffset="-183731.99">20054 10793 1553 0,'-29'-2'0'0,"10"0"0"0,-1 2 0 0,8 0 0 0,0 0 0 0,4 0 0 15,3 0 0-15,3 0 0 0,2 0 473 0,2 0-221 0,16 2-109 0,7 0 162 0,5-1-136 0,4-1-59 16,9 0-106-16,-9 0 29 0,3 0-1 0,1 0 1 0,-3 0-457 16,-3 0 237-16,-2 0 106 15,-1 0-680-15,-3 0 349 0</inkml:trace>
  <inkml:trace contextRef="#ctx0" brushRef="#br0" timeOffset="-183541.5">20567 10473 1905 0,'2'-5'0'0,"7"3"0"0,3 2 0 0,0 0 0 0,3 0 0 0,4 14 202 0,0 10-77 0,-1 3-50 0,5 11 253 15,-5 3-147-15,-4 6-75 0,-1 0 294 0,-3 4-189 16,-5 1-88-16,-3 5-46 15,-2-1-21-15,-3 8-1 0,-11-11-14 0,-10 14-308 0,0-5 150 16,-8 0 75-16,-2-1 37 0,-6-7-696 0,4-11 368 16,-3 2 178-16,0-5-855 0</inkml:trace>
  <inkml:trace contextRef="#ctx0" brushRef="#br0" timeOffset="-182572.54">15097 10062 381 0,'-7'-5'0'0,"2"-1"0"0,-1 4 0 0,0-4 0 0,2 3 0 0,-1-1 0 0,1-2 264 15,-1 4-108-15,3-1-65 0,-2 1-29 0,2 0 133 16,2 0-81-16,-1 0-41 0,-2 0 47 0,1 0-48 16,0 2 0-16,0 0 49 0,-1 0-44 0,-3 0-22 15,3 0 8-15,-5 0 65 0,2 0-47 0,-3 0-25 16,-2 10 1-16,-1 1 77 0,1 4-42 15,-3 4-34-15,0 1 0 0,-1 3 81 16,-2 1-54-16,2 4-25 0,-2 5 7 0,-2 4 33 16,3 3-33-16,-2 2-1 0,4 7 135 0,-2 2-85 15,5 5-33-15,4 8 171 0,5-2 23 0,2 4-277 16,0 0 0-16,0-6 0 0,6 15 0 0,4-4 0 16,1 1 0-16,-1 2 0 0,0 2 0 0,1 1 0 15,0 0 0-15,2-4 0 0,1-5 0 0,2-5 0 16,1-11 0-16,3-2 0 0,0-3 0 0,2-6 0 15,1-3 0-15,1-6 0 16,-1-4 0-16,3 1 0 0,1-7 0 0,-1 0 0 16,-4-4 0-16,2 0 0 0,-6-5 0 0,0 2 0 15,-1-2 0-15,-4-4 0 0,-3 1 0 0,-3-3 0 16,-1-1 0-16,-4 0 0 0,0-3 0 0,-1-3 0 16,1 2 0-16,-2-2 0 0,0 0 0 0,0 0 0 15,0 0 0-15,0 0 0 0,0 0 0 0,0 0 0 16,0 0 0-16,0 0 0 0,0 0 0 0,0 0-966 15,0 0 468-15</inkml:trace>
  <inkml:trace contextRef="#ctx0" brushRef="#br0" timeOffset="-177705.65">21047 10814 1331 0,'0'0'0'0,"0"0"0"0,-2 0 0 0,2 0 0 0,0 0 0 0,0 0 0 0,0 0 225 0,7 0-96 0,7 0-49 16,5 0-23-16,5 0 145 0,-1-3-76 0,9 2-51 16,-4-2 60-16,0 0-51 0,-1 0-26 0,-3 0 6 15,8-1-8-15,-7 1-24 0,-2 1 1 0,0-2-53 16,-4 2 26-16,0-2 9 0,-2 3 17 0,-4-3-239 16,-1 0 119-16,-3 1 61 0,-4 1 30 15,-1-3-485-15,-1 2 235 0,-1-3 73 16,0 1-307-16,-2-2 224 0,0-2 113 0</inkml:trace>
  <inkml:trace contextRef="#ctx0" brushRef="#br0" timeOffset="-177514.05">21270 10425 929 0,'-4'-12'0'0,"-3"4"0"0,4 5 0 0,-1 1 0 0,2 0 0 0,1 0 0 0,-1 0 0 0,2 2 447 16,0 4-207-16,0 17-103 0,0 7-53 0,0 5 276 15,0 11-168-15,2 5-80 0,1 3 157 0,3 6-117 16,-3-2-60-16,4 3-64 0,-2-3 5 0,-1-2-1 16,1 2 1-16,3-2-183 15,0-4 92-15,-3-7 53 0,4 11 15 0,-1-12-631 0,2-1 260 0,-3-6 185 16</inkml:trace>
  <inkml:trace contextRef="#ctx0" brushRef="#br0" timeOffset="-175696.94">22081 10415 607 0,'0'0'0'0,"0"-2"0"0,0-3 0 0,0 4 0 0,0-2 0 0,0-1 0 0,0 2 0 0,-2-2 0 0,2 0 78 0,0 2-22 0,0-1 0 15,-2 1-24-15,0 0 70 0,2 0-38 0,-2 1-1 16,-1-1 0-16,-2 2 10 0,0 0-1 0,-3 0-19 16,-3 7-20-16,0 6 0 0,-2 2 0 0,-3 3 41 15,4 3-21-15,-1-2 8 0,-1 8-28 0,1 0 89 16,1-1-44-16,3-1-23 0,0 4 0 16,-1 1 113-16,3-2-72 0,1 2 98 15,3 0-80-15,-3 0-41 0,5-2 0 16,-1-3 64-16,0 5-56 0,2-4-24 0,0-2 0 0,0-3 7 15,0 2 0-15,0-2-23 0,4 1-9 16,5-3 25-16,2-1-25 0,2 2 1 0,0-4-42 16,3 1 29-16,4 0-8 0,-7-4-78 0,4 0 49 15,0-2 25-15,-2-1 0 0,0-1-117 16,-2 1 62-16,-1-5 20 0,-5 1-1 0,0-3 8 16,-1 1-43-16,-3-1 11 0,-1-2 23 15,1-1-174-15,-1 0 89 0,-2 0 27 0,0 0-169 16,0 0 103-16,0 0 64 0,0 0 28 0,0 0 1 0,0 0-363 15,0 0 187-15,0 0-344 0</inkml:trace>
  <inkml:trace contextRef="#ctx0" brushRef="#br0" timeOffset="-175421.56">22125 10840 1475 0,'-5'0'0'0,"3"0"0"0,2 0 0 0,0 0 0 0,0 2 0 0,0-1 0 0,2 3 0 0,8 0 418 0,3-1-185 0,4 1-104 0,1-2-48 0,3 2 91 16,-1-2-70-16,3-2-35 0,-2 2 9 0,2-2 28 16,-3 0-36-16,1 0 1 15,0 0-104-15,-3 0 34 0,-1 0 8 0,-2 0-176 16,-3 0 101-16,-1 0 50 0,-4-2 26 15,0 0-254-15,-2 0 106 0,-4 0 73 0,1 0-15 0,0 0-329 16,-2-1 189-16,0 1 94 0,0-2 40 0,0 3-193 16</inkml:trace>
  <inkml:trace contextRef="#ctx0" brushRef="#br0" timeOffset="-174870.37">22599 10631 1294 0,'-3'-6'0'0,"1"3"0"0,-3-4 0 0,1 2 0 0,3-2 0 0,-3-2 0 0,2 2 0 0,-1 0 60 0,3-2 211 0,0 0-119 0,0-1-60 16,0 1-29-16,1-1 54 0,8 1-46 0,2 0 39 16,-1 1-38-16,1-1-1 0,3 1-38 15,-1 3 38-15,2 0-9 0,0 3-29 0,0-1-1 16,2 1-35-16,-4 2 0 16,4 0 44-16,-2 0-8 0,0 5-25 0,2 2 0 0,-2 2 25 15,-2 2 0-15,2 1-15 0,-1 0-8 0,-2 2-52 16,-1-1 33-16,-1 2 8 0,0 4 0 15,-3-1-90-15,-4 2 50 0,-1 2 17 16,0 4 0-16,-2 1-102 0,0 0 60 0,-9 3 20 0,-4 1 1 16,-2 0-65-16,-3 3 44 0,-2 1 4 0,-2-6 0 15,0 1 16-15,-1-4 13 0,-2-1 45 0,-1-5-23 16,3 1 0-16,1-5-22 16,5-1 235-16,-1-2-110 0,2-3-45 0,2-3 318 15,5 0-164-15,0-3-91 0,6-3-11 0,1 2-40 0,2-3 243 16,-2 0-135-16,2 0-37 0,0 1-49 0,4 1-16 15,10-2-8-15,4 0 52 0,3 0 56 0,2 0-165 16,2 0 0-16,-2 0 0 0,7 0 0 0,-6 0 0 16,-2 0 0-16,3 0-179 0,-2 0 122 0,-1 0 53 15,-2 0 14-15,1 0-621 0,0 0 299 0,-2 0 98 16,-2 0 84-16,-3 0-558 0,2 0 328 0,-3 0-140 16</inkml:trace>
  <inkml:trace contextRef="#ctx0" brushRef="#br0" timeOffset="-174588.12">23084 10821 2063 0,'-5'0'0'15,"4"0"0"-15,1 0 0 0,0 0 0 0,0 0 0 0,0 0 0 0,1 0 0 0,9 0 0 0,5 0 0 0,4 0 261 0,-1 0-114 0,7 0 90 0,0 0-102 0,1 0-51 16,-3-2-18-16,0 0-154 0,4 0 61 0,-4 1 29 16,0-2 1-16,-3 2-147 15,0-2 97-15,0 1 36 0,-6 1 21 0,4-2-638 16,-6 3 247-16</inkml:trace>
  <inkml:trace contextRef="#ctx0" brushRef="#br0" timeOffset="-174117.51">23448 10650 1004 0,'-10'-9'0'0,"5"1"0"0,3 0 0 0,2-3 0 0,0-2 0 0,0-1 0 0,0 1 0 0,0 2 296 0,6-3-135 0,3 2-65 0,3 1-31 0,2 0 75 16,4 3-53-16,2 2-19 15,1 1-9-15,1 3 114 0,5 0-71 0,-4 2-34 16,2 0 66-16,-4 2-42 0,5 9-34 0,-4 2 1 15,-3 2-54-15,1 4 0 0,-6 3 28 0,-2 3-95 16,-3 4 43-16,-3 0 26 0,-5 3 0 0,-1 2-57 16,0 0 41-16,-5 2 29 0,-9-3-244 0,-6 7 115 15,-1-9 27-15,0-3 39 0,-4 3-135 0,-2-5 70 16,-3-1 23-16,2-7 89 0,-2-2-37 16,2-5 0-16,1-2 0 0,6-5 185 15,-1-1-87-15,3-3-48 0,3 0-15 0,2 0 345 16,5 0-159-16,4 0-62 0,1 0 113 0,-1 0-96 15,5 0-56-15,0 0 147 0,0 0-101 0,0 0-42 16,14 0-33-16,1 0 26 0,4 0-26 0,5 0 0 16,1 0-25-16,-3 0-107 0,8 0 49 0,0 5 29 15,-2-2 0-15,1 1-396 0,-1-1 212 0,-4 0 74 16,5 0-320-16,-9 1 154 0,4 0 121 16,-1 0-585-16,-2-2 352 0</inkml:trace>
  <inkml:trace contextRef="#ctx0" brushRef="#br0" timeOffset="-173567.69">24251 10657 1134 0,'-12'-20'0'0,"1"7"0"0,2 1 0 0,-1 1 0 0,-3 0 0 0,-1 3 53 0,0 6 209 0,-4 1-115 0,2 1-57 16,-3 1 38-16,0 12-40 0,-1 9-31 0,2 6-1 15,2 2 57-15,2 3-41 0,1 3 1 0,3 0 40 16,1 1-44-16,6 1-1 0,-1-2-35 16,4-1 76-16,0-5-38 0,0-4 8 0,5 4-51 0,3-9-29 15,4-3 34-15,0 0 0 0,6-5 0 16,-4-4-29-16,5-5-8 0,0-4 37 16,3 0-180-16,-1-2 91 0,-1-9 30 0,-2-4 35 15,4-6-265-15,-7-2 128 0,2-1 32 0,-4 0-69 16,1-5 53-16,-3 0 31 0,0-2 35 0,-1 1 13 0,-5 2 0 15,1 7 1-15,-5 1 162 0,1 7-90 16,-2 1-32-16,0 5 0 0,0 1 114 0,0 5-74 16,-5 1-16-16,-6 0-30 0,1 9 248 15,3 8-119-15,-3 2-26 0,5 1 48 0,0 1-60 16,5 1-22-16,0 0-8 0,0 2-52 0,3-4 22 0,6-1-1 16,4-2 1-16,1-4-82 0,2-2 37 15,1-3 22-15,2-4-66 0,-1-3 44 0,4-1 15 16,-4 0-7-16,1-7-168 0,2-10 70 0,-5 0 52 15,-2 2 25-15,-1-5-152 0,-2 0 52 0,-1-1 52 16,-5-4 25-16,-1 2 15 0,-3-4 0 0,-1 2 35 16,0-5-42-16,0-1 7 0,-1 2 0 0,-8 0 7 15,-3 3-7-15,1 9-8 0,-5 0 8 0,-2 4 88 16,-1 3-32-16,-1 7-24 16,-3 3 2-16,1 0 73 0,-5 5-33 0,7 9-26 15,-1 3-38-15,7-2 17 0,2 4 7 0,4-2-249 16,5 1 117-16,3 3 57 0,0-5 26 0,7 1-183 15,8-1 95-15,6-4 43 0,1-2 35 0</inkml:trace>
  <inkml:trace contextRef="#ctx0" brushRef="#br0" timeOffset="-173264.35">24695 10639 1015 0,'-2'-11'0'0,"1"1"0"0,-3-1 0 0,-1 1 0 0,3 0 0 0,-1 3 70 0,1 3 362 15,0 1-200-15,2 1-99 0,0 0-43 0,0 2 205 16,0 0-131-16,0 5-108 0,0 11-1 0,0-1-22 16,0 2 8-16,0 2-71 0,0-2 31 0,2 5 0 15,3-4 32-15,4-1-1 0,0 0-25 16,0-2-9-16,-1 0-52 0,-1-3 44 16,-1 1 21-16,-2-4-20 0,-3 2 22 15,1-1-26-15,-2 1 21 0,0-1-19 0,-9 1 98 0,-6 0-37 16,-4 0 3-16,-3 2-39 0,-3-1-35 0,0-1 6 15,0 0 30-15,-2-4-56 0,6 3 32 16,-1-4 4-16,5-1-176 0,4-1 90 0,2-2 46 16,3-2 15-16,7 0 0 0,1 0-361 0,0 0 179 0,1-8-284 15,19-7 232-15,3 0 115 16,4-7 51-16</inkml:trace>
  <inkml:trace contextRef="#ctx0" brushRef="#br0" timeOffset="-173017.02">25021 10175 905 0,'4'-12'0'0,"4"5"0"0,-2-2 0 0,-4 8 0 0,-1-2 125 0,-1 0-46 0,0 3-15 0,0 0 339 0,0 14-185 16,-7 13-93-16,-4 6 151 16,-2 5-122-16,2-1-52 0,-3 14-39 0,3-3 0 0,4 6 160 15,2-2-96-15,4 3-47 0,1-3 128 0,0 1-92 16,0-4-41-16,8-3-40 0,2-2-2 0,1-11 0 15,3 1 8-15,1-3-202 0,2-7 96 0,-4-6 50 16,4-2 23-16,-1-7-372 0,2-3 202 16,-2-5 45-16,0-1 64 0,-4 0-540 0,2-9 280 0,-5-6 141 15,-2-2-339-15,0-7 244 16,-5-7 117-16</inkml:trace>
  <inkml:trace contextRef="#ctx0" brushRef="#br0" timeOffset="-172844.8">24701 10469 712 0,'-20'0'192'0,"11"0"-95"0,0 0-49 0,4 2 101 16,2-2-58-16,3 0-29 0,0 0 0 0,16 4 446 15,10 0-229-15,8 0-127 0,5-2 343 16,8 1-231-16,3-1-115 16,3-2-59-16,2 2-94 0,-2-2 14 0,-3 0-1 15,-1 0 24-15,-4 0-645 0,-9 0 322 0,3 4 170 0</inkml:trace>
  <inkml:trace contextRef="#ctx0" brushRef="#br0" timeOffset="-171413.41">25453 10847 1745 0,'0'0'0'0,"0"0"0"0,0 0 0 0,0 0 0 0,0 0 0 0,3-1 0 0,12-3 0 0,4 2 0 0,1-2 165 0,5 0-71 15,-1 2-30-15,3-2 7 0,-8 3 0 0,6-2-38 16,-4 0 8-16,0 1-43 0,-4 0 0 0,2 1 35 15,-3-2 0-15,-2 2-218 0,-3-2 118 0,1 1 45 16,-3 1-415-16,0-2 221 0,0 2 57 0,1-1 73 16,-1 2-348-16,0-2 205 0</inkml:trace>
  <inkml:trace contextRef="#ctx0" brushRef="#br0" timeOffset="-171079.56">26119 10644 757 0,'13'-19'0'0,"1"2"0"0,-1 1 0 0,0-2 0 0,-4-3 0 16,-2 3 0-16,-1 0 306 0,-5 1-137 0,2 2-68 0,-3 5-34 0,0-2 94 16,0 3-56-16,-4 4-41 0,-6 2 66 0,-2 0-49 15,-4 3-24-15,-2 0 0 16,-1 14-71-16,-6 4 19 0,3 5 0 0,-1 2-6 16,1 2 0-16,2-1 33 0,8-3 9 0,-1 2 13 15,5-3 0-15,4 0-21 0,4-3 0 0,0 0 28 16,4-4-45-16,11 0-12 0,6-2 54 0,1-2-28 15,0 1-1-15,4-1 0 0,-9-1-30 0,2 1 2 16,-2 2 31-16,-1-2-89 0,-6 4 41 0,-1 0 22 16,-5 2-6-16,-3 0-55 0,-1 2 35 15,0-1 5-15,-9 2 0 0,-6-2 2 16,-4-1 16-16,0-2-11 0,-3-2 7 0,5-5-6 16,-9 1 6-16,5-5-7 0,-2-2-84 0,3-2 41 15,1 0 22-15,8 0-268 0,1 0 136 0,6-7 52 16,4-9 44-16,0 1-374 0,11-3 203 0,12-1 101 15</inkml:trace>
  <inkml:trace contextRef="#ctx0" brushRef="#br0" timeOffset="-170893.96">26265 10719 930 0,'11'-6'0'0,"-1"5"0"0,0-1 0 0,-6 0 0 0,-1 2 0 0,-1 0 0 0,-2 0 472 0,3 0-224 0,-1 2-107 15,0 7 140-15,-1 2-124 0,3 2-63 0,-3 2-22 16,1 1 184-16,0 1-112 0,0-3-56 0,0 3-140 15,-1-1 43-15,-1-5 29 16,2 2-9-16,-2-2-348 0,0-1 185 0,2-4 92 0,-2-3 46 0,0-1-569 16,0-2 288-16,0 0 67 15,2 0-211-15,0-14 203 0</inkml:trace>
  <inkml:trace contextRef="#ctx0" brushRef="#br0" timeOffset="-170327.7">26395 10310 956 0,'2'-9'0'0,"5"4"0"16,-1-2 0-16,0 3 0 0,-1 2 0 0,-2 2 0 0,5 0 0 0,-2 2 230 0,2 12-91 0,-1 8-57 0,-3 3 97 15,1 5-73-15,-1 5-36 0,1 8-1 0,-4-5-70 0,1 13 13 16,-2-7 0-16,0 4-62 0,0-3 41 16,0-10 29-16,0 3-8 0,0-2-11 0,0-8 0 15,0-5 32-15,0-3-26 0,0-9-20 0,0-2 31 16,0-3-28-16,0-3 60 0,2-3-47 0,3-3 9 15,5-10 8-15,1-7 54 0,0-1-21 0,0-1 0 16,1-1-65-16,1 3 0 0,-3 0 48 0,6-1-12 16,-3 3-33-16,1 3 31 15,-3 2-4-15,1 6 36 0,-3 2-35 0,-2 2 0 16,0 3-6-16,2 0 56 0,-1 8-22 0,-3 8 1 16,1 7-20-16,-2 4 117 0,-1 2-54 0,2 1-29 15,-3 0 59-15,4 0-44 0,-2-5-14 0,6 6-67 16,-1-12 0-16,4 0 36 0,3-2 1 0,1-6-77 15,2-3 47-15,1-4-9 0,0-4 39 0,4 0-231 16,-2-13 94-16,0-6 61 0,-1-4-2 0,0-6-189 16,-4 0 76-16,2-8 68 0,-3-4-69 0,-2-3 63 15,1-5 24-15,-3-13-49 16,1 2 44-16,1-8 23 0,1 3-1 0,-2-1-61 16,-1 11 34-16,-1-1 29 0,-2 8-1 0,-1 12 56 15,-4 7 0-15,-1 6-35 0,-1 11 256 0,-1 5-125 16,-1 1-65-16,0 6-32 0,0 0 442 0,-1 17-217 15,-6 9-71-15,-1 4 166 0,-1 11-144 16,3 4-72-16,1 2-37 0,3 4 131 0,2 0-76 0,0 1-49 16,0-1-20-16,2 2 16 15,7-3 1-15,4-3-39 0,0-5-136 0,5 5 64 0,-2-14 36 16,0 1 0-16,3-4-314 0,-3-6 176 16,-1-6 78-16,-3-4-494 0,2-4 237 0,-5-5 144 15,1-3 72-15,-5-2-356 0,0 0 206 0,-2-2 115 16,-3-8 53-16,0-12-303 15</inkml:trace>
  <inkml:trace contextRef="#ctx0" brushRef="#br0" timeOffset="-170157.15">26749 10498 1342 0,'-27'-8'0'0,"10"6"0"0,6 0 0 0,0 1 0 0,8 1 0 0,1 0 0 0,2-2 0 0,2 2 316 0,21 0-145 0,6 0-70 16,11 0 336-16,2 0-202 0,5 0-102 0,-5 0 119 15,13 0-114-15,-8 0-53 0,-2 0-26 0,-8 0-202 16,2 0 88-16,-3 0 52 0,-1 5-250 0,-3 1 142 16,-6 0 73-16,-5-1 34 0,1 3-788 15</inkml:trace>
  <inkml:trace contextRef="#ctx0" brushRef="#br0" timeOffset="-169819.06">27386 10208 1087 0,'2'-5'0'0,"1"-1"0"0,1 2 0 0,-3 1 0 0,0-1 0 0,2-1 0 0,-1 3 0 0,-2-2 0 0,0 2 426 0,2 0-200 0,-1 2-97 16,5 0-48-16,1 0 248 0,5 0-148 0,1 2-66 15,1 6 161-15,2 4-121 0,3 5-62 0,-1 2-30 16,1 6 137-16,-3 4-76 0,4 7-49 0,-4 2 31 16,-6 3-36-16,0 4 0 15,-7 4-29-15,-1 2 20 0,-2 3 126 0,-4 12-187 16,-10-8 0-16,-5 0 0 0,-1-7 0 0,-3 5 0 16,-2-5-179-16,-1-4 131 0,1-3 40 0,-1-7 0 15,4-9-454-15,-5 0 207 0,0-7 124 0,2-5-258 16,-2-4 178-16,4-3 89 0,3-5 37 15,1 2-573-15</inkml:trace>
  <inkml:trace contextRef="#ctx0" brushRef="#br0" timeOffset="-166098.62">28277 10504 775 0,'0'0'0'0,"0"0"0"0,0 0 0 0,0-3 0 0,0 0 0 0,0-1 0 0,0 0 0 0,0 0 0 0,0 3 70 16,0-4-37-16,-2 3 8 0,2-3-16 0,-3 3-27 16,2-1 32-16,-3 1 3 0,3-2 0 15,-3 2-19-15,1-1 18 0,-4-1 0 0,3 0 0 16,-4 2 1-16,2-2-33 0,-1 1-6 15,-2-1 25-15,0 2 8 0,0 0-26 0,-1-1 0 16,-3 3 20-16,-3 0-20 0,3 0 16 16,-4 3 3-16,1 7 26 15,-5 5 1-15,7-1-24 0,-7 7-3 0,5 5 39 0,-2 2 1 16,4 2-35-16,2 4-2 0,1 2 108 0,4-2-53 0,2-1-18 16,3 0 30-16,2-5-28 0,0-6-1 0,0 1-20 15,7-4-37-15,4-3 0 0,3-2 29 16,1-3-69-16,1-4 34 0,3-2 8 0,1-4 27 0,0-1-46 15,-1 0 23-15,1 0-19 0,3-12 38 16,-4 1-122-16,4-9 35 0,-3 1 34 16,3-4-87-16,-2-1 45 0,-1-2 30 15,-2-2 0-15,1 0-47 0,-3-2 33 0,-2-2 8 0,-2 3 0 16,-1 1 42-16,-4 9-35 0,-5 0 2 0,-1 12 120 16,-1-1-55-16,0 5-25 15,0 3 53-15,-10 0-41 0,-5 15-7 0,0 9-1 0,2 4 157 16,1 3-82-16,0 2-23 0,5-1 85 0,1 0-55 15,4 0-31-15,2-5-7 0,0-2-55 0,5-5 32 0,8-2 9 16,5-3-101 0,-1-2 47-16,5-5 22 0,1-3-54 0,0-5 34 15,-2 0 8-15,1 0 18 0,0-4-122 0,-1-10 50 16,-3-3 33-16,-4 0-5 0,-1-1-12 0,-1-9 8 0,-3 2 1 0,-4-1 30 16,-1-4-13-16,-3 0-7 0,1 0 36 15,-2-1-24-15,0 2-6 0,-2 1 0 0,-6 3 0 16,-4 9 8-16,-1-3 31 0,-3 6 8 0,2 6-40 15,-5-2 9-15,1 8 23 16,-6 1 5-16,4 0-32 0,-4 0 35 0,7 5 0 16,-2 5-23-16,2 1-13 0,4 0 12 15,1 1-2-15,4-3 5 0,1 0-121 0,3 0 56 0,4 0 28 16,0 1-229-16,0 0 122 0,2-1 52 0,10 1-128 16,3-3 87-16,5 2 44 0,4-2 16 0,6 2-256 15,0-2 143-15,2 1 72 0</inkml:trace>
  <inkml:trace contextRef="#ctx0" brushRef="#br0" timeOffset="-165798.4">28928 10552 1160 0,'3'-17'0'0,"1"0"0"0,-4 4 0 0,0-2 0 0,0 0 0 0,-9 3 0 0,-4 3 0 0,-1 2 0 0,1 2 152 0,-5 3-60 0,-4 2 74 0,-3 0-71 0,3 7-31 15,-3 8 0-15,4 2-31 0,-3 2 89 16,9-4-36-16,0 3-31 15,7 1 28-15,1-2-25 0,7 0 1 0,0-2-4 16,0 1 9-16,12-2-31 0,2 0-31 16,9 0 0-16,-2-3 31 0,1-3 0 0,-2 3-69 0,2-1 31 15,-6-3-1-15,-2 2-27 0,-7-1-38 0,1 0 48 16,-7 1 17-16,1 0-8 0,-2 1-24 0,-3 1 5 16,-12 0 1-16,-7 1 5 0,6-5-17 15,-11 5 20-15,3-5 13 0,-1-2-107 0,5-1 49 16,-2-2 20-16,0-2-7 0,2 0-181 0,6 0 102 15,5-2 51-15,0-7 26 0,8-7-232 16,1-2 120-16,3-5 73 0,22-5-93 0,1-1 79 16</inkml:trace>
  <inkml:trace contextRef="#ctx0" brushRef="#br0" timeOffset="-165567.02">29221 10212 934 0,'15'-15'0'0,"-3"6"0"0,-4 2 0 0,-1 7 0 0,-5-2 0 0,-1-1 114 0,-1 3-40 0,0 3 270 15,0 15-156-15,-5 4-77 0,0 7 175 0,-6 1-130 0,4 5-62 16,2 9-30-16,-2-5 38 16,4 3-35-16,3-7 8 0,0 10-42 0,0-10 0 0,0 5-27 15,2-4 1-15,2 0-21 0,5-4 32 16,1-4-8-16,-2-6 22 16,2-1-175-16,1-4 88 0,-5-6 44 0,2-3-279 0,-1-2 149 0,2-5 47 15,-2-1 45-15,-3 0-16 16,3-1-209-16,-4-8 112 0,0-5 69 0,3-1 30 15,-6-6-252-15,0-4 141 0,0 2 70 0,0-6-261 0</inkml:trace>
  <inkml:trace contextRef="#ctx0" brushRef="#br0" timeOffset="-165400.46">29004 10442 917 0,'-30'0'0'0,"9"0"0"0,8 0 0 0,-1 4 0 0,6-4 0 0,3 0 63 0,4 0-30 0,1 0 211 0,11 0-97 16,16 0-62-16,13 0 267 0,10 0-160 15,9 0 101-15,2 0-129 0,-8 0-58 0,3-3-41 16,-2 2 1-16,-8 1-177 0,-9 0 72 16,-2 0 36-16,-7 0 8 0,6 1-460 0,-9 3 243 15,-6-1 123-15,3 1-290 0,-3 0 124 0</inkml:trace>
  <inkml:trace contextRef="#ctx0" brushRef="#br0" timeOffset="-163182.65">16487 12516 965 0,'-3'0'0'0,"-5"2"0"0,5 2 0 0,3 0 0 0,0-1 147 0,0 0-57 0,0 0-29 0,11-1 8 0,11-2 147 15,7 0-92-15,4 0 300 0,8 0-195 0,0-4-91 16,9-7-56-16,-7 0-25 0,2 0 147 0,-4-1-86 16,-4 4-42-16,2 1-58 0,-6 0 15 0,1 1 0 15,-6 3 0-15,-5-1-268 16,-3 2 134-16,-3 1 75 0,-4 1-188 0,-3 0 124 15,-5 0 61-15,-1 0 31 0,-2 0-77 0,-2 0-558 16,0 0 304-16,0 0-160 0,-6-6 228 0</inkml:trace>
  <inkml:trace contextRef="#ctx0" brushRef="#br0" timeOffset="-162978.22">16850 12101 1744 0,'-11'-11'0'0,"1"4"0"0,3 3 0 0,-1 2 0 0,3 0 0 0,1 2 0 0,1 0 0 0,0 4 0 0,3 16 323 0,0 5-146 0,0 7-63 0,0 10 220 16,0 3-150-16,0 2-76 0,0 5-1 16,0 0-37-16,0 1 8 0,0 1-45 0,0-2-1 0,0-1-115 15,0-2 58-15,0 1-352 0,3-13 214 16,0 2 93-16,3-4 52 0,-1-6 25 0,1-6 0 0,-1 0-590 16,3-8 243-1,-2-3-217-15,-1-2 263 0,4-3 130 0,2-3-86 0</inkml:trace>
  <inkml:trace contextRef="#ctx0" brushRef="#br0" timeOffset="-162631.16">17538 12205 1170 0,'-1'-14'0'0,"1"1"0"0,-2 4 0 0,0-3 0 0,0 3 0 0,-1 0 0 0,-1 2 0 0,-2 1 179 0,1 2-65 0,-1 2-45 0,-4 0 164 16,0 2-100-16,-4 4-50 0,-1 15-25 16,-2 4 121-16,-1 4-77 0,-3 10-35 0,0 1 69 15,3 6-52-15,0 1-25 0,7-6 120 16,-2 10-78-16,5-5-33 0,7-9-1 15,1 3-34-15,0-2 34 0,0-4 9 0,5-3-43 16,11-1-169-16,-4-3 84 0,7-3 43 0,0-1-373 16,-2-6 213-16,8 0 76 0,-1-4 56 0,2-3-11 0,-2-2-502 15,3-5 259 1,-4-1-69-16,5 0 168 0,-5 0 79 0,0-5-290 0</inkml:trace>
  <inkml:trace contextRef="#ctx0" brushRef="#br0" timeOffset="-161994.4">17965 12408 606 0,'0'-12'0'0,"0"3"0"0,0-1 0 0,0 1 0 0,-2 0 0 0,-1 0 0 0,-1 1 294 0,-2 1-131 16,1 1-64-16,-3 2 210 0,0 0-138 0,-1 2-61 0,-3 2 116 16,0 0-97-16,-1 0-48 15,-4 8-24-15,2 8 0 0,-2 2 42 0,0 4-37 0,2 5 0 0,2 1 68 16,1 0-49-16,3 2-24 16,4-4 48-16,1 6-40 0,4-2-1 0,0-3-31 0,0-1 0 15,2-1 9-15,7-3-1 0,4-2-8 16,2-2-69-16,2-2 35 0,2-4 0 0,0-3-48 15,1-3 49-15,1-5-8 0,4-1 41 16,-3 0-28-16,0-7-239 0,-1-10 99 0,0-4 68 0,-3 0-231 16,0-7 135-16,-4 2 54 0,2-4-13 15,-5 0 44-15,-4 6 15 0,-1-3 7 0,0 4 24 0,-4 5 102 16,-2 9-52-16,0-1 250 16,0 4-159-16,0 3-67 0,0 3-37 0,-6 0 151 0,0 9-83 15,-2 10-7-15,3 2-32 0,1 3 199 16,4-1-100-16,0 5-50 0,0-4 6 15,2-5-28-15,5 3 8 0,9-5-106 0,-1 1 35 16,4-7 0-16,-1 0 35 0,3-8 0 0,2-1-176 0,-2-2 84 16,0 0-69-16,2-5 60 0,-6-7 42 0,2-8-5 15,-5 2 1-15,-2-4-3 0,-4 2-126 16,-1-4 40-16,-3 3 60 0,-2-7-5 0,-2 5 23 16,0-7 46-16,-4 2-38 0,-7 0 0 15,-2 1 0-15,-4 3 43 0,0 7-30 0,-6-2 8 16,1 11-20-16,-3 5 99 0,1 3-45 15,-4 0-11-15,2 10 130 0,1 6-65 0,2 3-40 16,3 1-8-16,8-2 1 0,3 0 21 0,4 1-3 16,3-2-254-16,2 0 107 0,2-4 56 0,9 0 25 15,8-1 11-15,7-5-396 0,2-2 181 16,3-2 99-16,4-3-375 0,1 0 232 0,-1 0 110 16,1 0-107-16</inkml:trace>
  <inkml:trace contextRef="#ctx0" brushRef="#br0" timeOffset="-161716.15">18589 12426 919 0,'2'-15'0'0,"-2"2"0"0,0 2 0 0,0 0 0 0,0-3 0 0,0 9 119 0,-8-2-43 0,2 3-21 0,-1 0-1 15,2 2 303-15,-3 2-167 0,-2 0-78 16,3 2 156-16,2 9-118 0,1 2-58 0,2 3 51 0,2-2-58 0,0 4-27 16,2-3 0-16,5-1-54 0,6 3 0 15,2-4 37-15,0 1-8 0,2-1-119 16,3-2 59-16,-4 0-35 0,-1 0 47 0,-2-1 32 15,-2 1-7-15,-1-3 22 0,-6 1-36 0,-2 0-80 16,-2 2 21-16,0 1 33 0,-4-1 87 16,-10 3-30-16,-6 1 79 0,-3-3-51 0,-1 4-25 15,-3-2 0-15,-1 2-12 0,0-2-45 0,0 1 49 16,0-1-7-16,4-3-108 0,5-4 58 0,2 0 31 16,5-2 0-16,7-3-360 0,1-1 178 15,4-1 71-15,0 0-394 0,18-5 242 0,5-10 117 16,16-8-287-16,-2-3 201 0</inkml:trace>
  <inkml:trace contextRef="#ctx0" brushRef="#br0" timeOffset="-161482.78">18995 12122 1338 0,'7'-17'0'0,"-3"6"0"0,-1 2 0 0,-1 3 0 0,0 2 0 0,-2 2 251 0,0 2-109 0,0 0-55 0,0 9 257 0,-7 14-159 15,-2 5-77-15,-3 12-37 16,1 1 109-16,-2 6-73 0,5 4-29 0,1 1 54 15,1 1-50-15,2-1-24 0,4 1 0 16,0-2-26-16,0-8-18 0,6 6-8 16,5-13 27-16,6-3-158 0,1-6 79 0,2-5 39 0,-1-8 9 15,1-2-315-15,1-4 165 0,-2-7-102 16,-1-1 91-16,-1 0 71 0,-4-1-24 0,3-8 42 0,-7-5-247 16,0-1 143-16,-1-2 70 0,-2-3-291 0,-3-5 172 0,-1-2 100 15</inkml:trace>
  <inkml:trace contextRef="#ctx0" brushRef="#br0" timeOffset="-161313.22">18839 12353 1215 0,'-30'4'0'0,"3"1"0"0,8 1 0 0,7-4 0 0,0 0 0 0,4 0 0 0,3-2 474 0,5 0-225 0,0 0-108 16,5 0 178-16,16 0-143 0,4 0-72 15,5 0-27-15,4 0-9 0,0 0-20 0,3-2-15 0,-2 0-278 16,1 0 139-16,-1 2 78 0,-3 0 26 0,-5 0 0 15,1 4-548-15,-2 6 292 16,1-1 95-16</inkml:trace>
  <inkml:trace contextRef="#ctx0" brushRef="#br0" timeOffset="-161130.62">19310 12520 969 0,'-9'4'0'0,"5"0"0"0,4 1 0 0,0-3 0 0,0 2 498 0,0-2-233 0,8 0-116 16,4-2 186-16,4 0-156 0,9 0-73 0,-2 0-36 0,4 0 161 16,1-2-100-16,-4-4-427 0,5 0 161 15,-6 3 83-15,4-1 43 0,-6 2 20 0,2 0-615 16,-2 2 319-16,4 0 151 16,-6 0-559-16</inkml:trace>
  <inkml:trace contextRef="#ctx0" brushRef="#br0" timeOffset="-160815.72">20107 12338 1608 0,'1'-13'0'0,"-1"2"0"16,0 1 0-16,0-3 0 0,-10 2 0 0,-6 3 0 0,-3 2 0 0,-1 2 0 0,-7 3 131 0,3 1-49 0,-3 0-24 0,-1 5 231 0,3 11-119 15,0 2-73-15,2-1 111 0,9 1-88 0,0 0-43 16,5-1-23-16,5 0 132 0,4-2-81 15,0 1-37-15,4 2-20 0,12 0-15 0,5-3-1 16,-2-1 9-16,7 1-8 0,0-1-57 0,-1 0 28 0,0-1-100 16,-6 1 64-16,-1-2 41 0,-3 3-9 15,-2-2 33-15,-4 3-144 0,-2-3 65 0,-6 2 13 16,-1 0 2-16,0-1 15 0,-17 4 13 16,-4-2-28-16,-2-4 59 0,-8 1-8 15,0-4-31-15,-1 3-2 0,-1-7-26 0,5 1 5 0,6-2-366 0,-1-4 184 16,10 0 88-16,-1 0 48 15,7-2-465-15,7-9 257 0,0-5 127 0,13-2 65 0,10-3-395 16</inkml:trace>
  <inkml:trace contextRef="#ctx0" brushRef="#br0" timeOffset="-160645.18">20155 12460 985 0,'12'-7'0'15,"1"1"0"-15,0 2 0 0,-4 2 0 0,-3 0 0 0,-3 2 68 0,-1 0 322 0,0 0-178 0,0 2 306 0,1 10-243 0,-2 2-113 0,1 4-69 16,-2 1-30-1,0 3 62-15,0-1-46 0,0-1-24 0,0 1-132 16,0-2 50-16,0-1 30 0,0 1-372 0,0-4 200 16,2-3 101-16,0-3 59 0,-2-4-569 0,2 0 242 0,0-5 165 15,1 0 3-15,-1 0-292 0</inkml:trace>
  <inkml:trace contextRef="#ctx0" brushRef="#br0" timeOffset="-160082.68">20347 12000 1129 0,'4'8'0'0,"5"7"0"0,0 2 0 0,-1-3 0 0,-2 9 0 0,-3 4 0 0,1 4 335 15,0 5-151-15,-3 2-75 0,-1 2 160 16,0 5-123-16,0-3-56 0,0 1-29 0,0-1 0 0,0-9-48 16,0 3 28-16,0-11-76 15,0-1 33-15,0-7 1 0,0-6 34 0,0-1 0 0,2-7-79 16,5-3 35-16,2-1 22 0,5-18-171 15,0-4 92-15,2-3 6 0,2 0 38 16,0 0-134-16,-1 1 72 0,-6 9 8 16,3 0 149-16,-5 7-54 0,0 1-28 0,-1 5-3 15,-2 0 248-15,-1 3-118 0,1 4-61 0,-4 13 242 16,-1 6-141-16,1 1-50 16,0 2-37-16,-2 2-12 0,2 0 13 0,2-1 8 0,2 3-45 0,3-4-48 0,2-6 25 15,4-2-1-15,0-3 24 16,2-3-175-16,3-7 84 0,-2-3 45 0,3-2-279 15,3-2 136-15,0-9 82 0,-5-5 2 0,6-6-151 0,-4-2 84 16,-1-5 53-16,-3-3-6 0,-1-9 29 0,-2 3-7 16,-1-13 17-16,-4 1 21 15,1-4-1-15,-3-11 0 0,1 6-7 0,0 2-1 0,1-10 9 0,0 18 91 16,-2-2-45-16,2 11-24 0,-2 1 0 16,-2 11-31-16,-1 4 353 0,0 11-149 0,-3 3-86 0,1 7 166 15,0 0-114 1,-2 3-22-16,0 4-44 0,0 19 18 0,0 3 125 0,0 6-86 15,0 11 81-15,0-1-76 0,0 11-51 16,0-5-20-16,0 1 23 0,0 0-22 0,3-5-1 16,4-2-13-16,4 7-78 0,0-8 35 0,3-1 0 15,-3-6-209-15,2-2 122 0,-4-6 68 16,4 0 9-16,-3-6-180 0,-1-5 70 0,-2-5 61 16,2-4-388-16,-4-4 199 0,1-2 113 0,-3 0 52 0,1 0-327 15,-2-9 189-15,-2-3 95 0,0-3 40 16,0 0 32-16,0-4-307 0,-6-4 166 0</inkml:trace>
  <inkml:trace contextRef="#ctx0" brushRef="#br0" timeOffset="-159887.68">20707 12133 1269 0,'-14'0'0'0,"5"-1"0"0,2-2 0 0,3 2 0 0,3-1 0 0,-1 0 0 0,2 2 257 0,0 0-113 0,9 0-55 0,14 0 424 15,3 0-240-15,6 0-112 0,2 0 141 0,11 2-134 16,-4 1-68-16,2 0-33 0,-1 0-1 0,-8-2-208 16,1 4 83-16,1-2-423 0,-1 1 258 0,-3 1 128 15,0-1 64-15,-7-1 41 0,5 2-340 0,-9-3 88 16,2 0-506-16,-11-2 357 0</inkml:trace>
  <inkml:trace contextRef="#ctx0" brushRef="#br0" timeOffset="-159649.49">21583 11983 1378 0,'0'-7'0'0,"0"3"0"0,7 0 0 0,1 2 0 0,-5 2 275 0,4 0-121 16,0 0-53-16,2 8-38 0,-2 7 457 0,3 4-243 0,-1 3-35 15,-3 2-104-15,-1 5-45 0,2 2-34 0,-5-1 0 0,-1 3-376 16,-1 1 174-16,0-2 88 0,0 3-490 16,-8 1 285-16,-1 5 146 0,0-2 73 15,0 1-363-15,-5 3 196 0</inkml:trace>
  <inkml:trace contextRef="#ctx0" brushRef="#br0" timeOffset="-154800.02">22396 12004 405 0,'0'-13'0'0,"0"1"0"0,0 3 0 0,0-2 0 0,0-4 0 0,0 0 0 0,0 0 229 0,0 2-99 0,0 3-48 15,0-1-17-15,0 2 108 0,0-1-70 0,0 3 46 16,-2 0-58-16,-2 4-30 0,-1 0 10 16,0 1 41-16,-4 0-39 0,-2 2 0 0,-1 0-40 0,-6 17 34 15,2 5-26 1,-7 12-8-16,2 3 0 0,0 3 66 0,3 3-33 0,1 2 1 16,6-9 50-16,2 3-46 0,2-1 0 0,7-4-65 15,0-3 0-15,0-2 27 0,8-7 8 0,9 3-182 16,0-4 88-16,6-5 42 0,1 0 22 0,4-4-376 15,0-1 174-15,2-1 96 0,-2-2 19 0,1-1-218 16,-3-3 117-16,-6 0 73 0,3-3 27 0</inkml:trace>
  <inkml:trace contextRef="#ctx0" brushRef="#br0" timeOffset="-154479.65">22831 12136 1471 0,'2'-20'0'16,"-2"5"0"-16,0 1 0 0,0 0 0 0,0 0 0 0,-2-2 0 0,-3 5 0 0,-2-2 0 0,-1 2 0 0,-2 3 118 0,3 4 65 0,-2 0-76 0,-5 3-28 0,2 1-9 16,-4 0-37-16,0 9 27 0,-3 6 1 0,0 3-28 15,2 2 8-15,-1 6 40 0,4-4-25 0,5-3 1 16,4 0 64-16,3-2-44 16,2 0-14-16,0-2 1 0,2-2 0 0,12 0-31 15,5-3 0-15,-1-1-64 0,5-2 40 0,4 2-8 16,-4-1 31-16,-3 0-125 0,-1 1 63 0,-5 1 32 15,0 0-8-15,-5 6-41 0,-4-1 11 0,-3 3 26 16,-2 3-12-16,0 2-5 0,-9 1 2 0,-5-1 149 16,-5-3-65-16,-1 1-29 0,-1-4-3 15,1-4 9-15,-2 0-26 0,2-2 15 0,-1-5-12 16,1-2-357-16,9-4 173 0,2 0 85 16,1 0 43-16,6-2-511 0,2-7 261 0,9-10 130 15,11 0-180-15,6-4 146 0</inkml:trace>
  <inkml:trace contextRef="#ctx0" brushRef="#br0" timeOffset="-154312.53">23016 12252 979 0,'13'-6'0'15,"-2"4"0"-15,0 2 0 0,-1 0 0 0,-4 2 0 0,-1 5 151 0,-1 1-62 0,-1 3 417 0,2 3-236 0,-3 1-119 16,1-1-59-16,-1 1 232 0,0 5-149 16,-2-4-71-16,0 1-36 0,0-2-213 15,0-2 89-15,0-1 52 0,0-5-479 0,0 1 257 16,0-3 130-16,0-4-242 0,0 2 183 15,0-3 15-15,0-3 71 0</inkml:trace>
  <inkml:trace contextRef="#ctx0" brushRef="#br0" timeOffset="-153810.22">23151 11816 1771 0,'6'-6'0'0,"1"5"0"0,2 1 0 0,1 0 0 0,-4 5 0 0,-3 13 0 0,1 4 0 0,-2 8 0 0,0 1 0 0,-1 13 135 15,-1-9-43-15,0 14 87 0,-1-4-74 0,-5 0-36 16,1 2 1-16,-3-3-38 0,5-7-26 0,-2-1-9 0,3-4 0 16,2-10 36-1,0-1-1-15,0-10 9 0,0-3-8 0,2-5-118 0,8-3 58 0,3-1-114 16,4-20 60-16,0-1 56 16,0-3-120-16,-1 1 71 0,2-3 17 0,-4 5 22 15,-2 5-9-15,3-2 77 0,-3 4-30 0,-1 5 0 0,-2 3 170 16,1 3-92-16,-1 2-45 0,0 2-17 0,1 2 102 15,-1 14-60-15,-2 4-7 0,1 4 209 16,0 2-107-16,-3 5-54 0,3-1-38 0,-1 2 27 16,3-4-29-16,-1 0 0 0,4-4-30 15,1-6-86-15,0-2 38 0,5-2-209 0,-1-9 129 16,7-3 64-16,-1-2 33 0,1-6-145 0,2-15 78 16,-2-3 9-16,3-9 31 0,-1-1-41 0,-3-7-196 15,-1-4 107-15,0-6-57 0,-1-11 91 0,-3 0 44 16,-1-4 23-16,0-5-1 0,-1 8-25 15,-1-13 9-15,-2 23 39 0,-1-1 0 0,-4 14 156 16,-4 9-79-16,0 11 130 0,-1 5-100 0,-3 6-53 16,1 3-27-16,-2 6 439 0,0 6-212 0,0 20-56 15,0 6-73-15,0 8 199 0,0 5-129 16,0 4-64-16,0 3 24 0,0 2-37 0,0-1-30 16,0-2 0-16,6-3-149 0,3 0 63 15,3-9 32-15,-1-5 8 0,4 0-144 16,-2-4 83-16,0-4 43 0,-2-7-528 0,2-2 270 15,-6-6 79-15,4-1-419 0,-2-7 287 0,-4 1 144 0,1-4 72 16,-5 0 35-16</inkml:trace>
  <inkml:trace contextRef="#ctx0" brushRef="#br0" timeOffset="-153640.83">23692 11961 2059 0,'-28'0'0'0,"9"0"0"0,9 0 0 0,3 1 0 0,2-1 0 0,3 0 0 0,2 0 0 0,3 0 0 0,24 4 272 0,8-4-119 0,5 0 205 16,1 0-154-16,13 0-90 0,-3 0-41 0,0 0-107 16,-4 0 34-16,-12 0-1 0,5 0 42 15,-2 0-550-15,-5 0 270 0,1 2 137 0,-2 2 67 16,-2 0-720-16</inkml:trace>
  <inkml:trace contextRef="#ctx0" brushRef="#br0" timeOffset="-153462.8">24274 12019 1885 0,'-3'4'0'0,"1"-2"0"0,2 2 0 0,0-3 0 0,0 1 0 0,2-1 0 0,8-1 0 0,6 0 0 0,7 3 290 0,5-3-132 0,-1 0 29 0,3 0-77 0,3 0-39 0,1 0 0 16,-5 0-156-16,2 0 54 16,-4 0 32-16,-4 0 0 0,2 0-386 0,-2 0 209 15,-5 0 113-15,-3 0 43 0,-4 0-568 0,-2 0 291 16,-4 0 73-16,-1 0-180 0,-3 0 177 0</inkml:trace>
  <inkml:trace contextRef="#ctx0" brushRef="#br0" timeOffset="-153310.29">24558 11722 1213 0,'-19'-17'0'0,"7"10"0"0,5 1 0 0,1 5 0 0,1-1 0 0,2 2 0 0,-3 0 0 0,3 12 495 0,2 15-232 0,-3 5-115 15,2 5 171-15,0 12-147 0,-1 1-70 0,-1 3-35 0,0 3 167 16,1 3-93-16,1-3-58 15,2 1-344-15,0-5 147 0,0 3 74 0,0-3 36 0,0 1 8 0,2-1-765 16</inkml:trace>
  <inkml:trace contextRef="#ctx0" brushRef="#br0" timeOffset="-152617.48">25221 12000 894 0,'-7'-15'0'0,"1"4"0"0,2 3 0 0,-4-1 0 0,1-1 0 0,-4 0 98 0,-2 3-38 0,0 2 1 0,-3 1 48 15,0 2-38-15,-3 0-1 0,-1 2-29 16,1 0 168-16,-4 9-88 0,0 7-44 16,3 4-22-16,-3 7 111 0,0 1-58 0,5 2 138 15,1 5-106-15,2-3-54 0,5 1-26 0,3-3 69 16,5-4-39-16,2 4-33 0,0-10 0 0,0 1-5 15,9-1-19-15,9-4 0 0,0-5 8 0,8-5-106 16,1-4 49-16,1-2 24 0,2-4-235 0,1-11 138 16,2-5 44-16,-1-5-282 0,-4-1 140 0,0-2 86 15,-1-3 1-15,-6 4-60 16,-1-4 68-16,-3 5 30 0,-7 5-1 0,0 0 53 16,-7 7 0-16,-1 3-31 0,1 3 9 15,-3 2 208-15,0 3-104 0,0 3-53 0,-10 0-26 0,-1 13 253 16,0 6-93-16,-2 4-79 0,9 2 173 0,-2 1-110 15,6-5-40-15,0 4 10 0,0-3-41 0,4-1 0 16,7-4-33-16,3-4-30 0,2-3 1 0,3-2 37 16,2-4-9-16,-1-4-34 0,1 0 0 0,0-2 35 15,-1-8-181-15,-2-4 94 0,-2-3 21 16,-2-2-154-16,-3 0 83 0,-4-3 51 16,-4-5 1-16,0 5-72 0,-3-10 39 0,0 0 29 15,-3 0-1-15,-7-3 13 0,-3 3 11 0,-5 2-8 16,0 3 8-16,-3 6 40 0,-1 7 0 0,-5 5-40 15,1 5 251-15,2 4-126 0,-4 0-38 0,-1 10 162 16,4 6-92-16,3 5-57 0,1 2-3 0,7-6-59 16,3 8 42-16,5-2-15 15,1-1 6-15,5-1-391 0,0 0 188 0,14-5 97 0,11-1 34 16,1-5-576-16,6-2 279 0,4-5 149 16,7-3 74-16,-8 0-178 0,11 0 130 0</inkml:trace>
  <inkml:trace contextRef="#ctx0" brushRef="#br0" timeOffset="-152326.75">25708 11930 1086 0,'3'-18'0'0,"-1"2"0"0,2 4 0 0,-4 0 0 0,0-1 0 0,0 1 0 0,-11 6 0 15,-3 2 231-15,-2 2-99 0,-3 2 262 0,-4 2-185 16,1 13-88-16,-1 4-44 0,4 3 202 16,6 0-115-16,1 7-70 0,10-5-30 0,2 0 61 15,0 1-46-15,16-1-23 0,4-4-11 0,6 1-13 16,3-7 1-16,1 1-112 0,0-2 56 0,-2-2 28 15,-5-2 8-15,0 1-119 0,-7-2 69 0,-2 1 33 16,-9 0 0-16,1-1-100 0,-4 1 55 0,-2 3-4 16,-13 1 23-16,-10-2 83 0,-6 2-31 0,-9 2-16 15,2-2 13-15,-11 0 3 16,4 0-29-16,1-4-31 0,8-6 0 0,1 0 52 16,8-3-15-16,5 0-268 0,8 0 127 0,3-3 60 15,9-12 34-15,2-5-402 0,21-4 201 0,12-5 112 16,4-2 53-16,14-5-380 0,-5 1 217 0,3-4 106 15</inkml:trace>
  <inkml:trace contextRef="#ctx0" brushRef="#br0" timeOffset="-152111.83">26108 11679 1214 0,'13'-20'0'0,"-4"5"0"0,-1 5 0 0,-3 2 0 0,-3 5 0 0,-1 0 0 0,-1 2 0 0,0 1 0 0,-3 0 447 0,-10 19-207 0,-1 4 17 15,-5 12-113-15,3 4-55 0,1 8-20 0,6 3 185 16,1 2-111-16,7 0-54 0,1 1-29 0,0-1 112 15,9-3-62-15,8-4-43 0,1-3 1 0,1-3-41 16,0-9 6-16,2-2 0 0,-2-8-263 0,1 0 127 16,-2-7 68-16,0-5-406 0,-1-7 230 0,-3-1 83 15,-1 0 66-15,-1-11-255 0,-2-5 143 16,-3-9 70-16,-3-2 36 0,-2-4-336 16,-2-5 178-16,0-11 100 0,-6 2 47 0,-9-2-286 15</inkml:trace>
  <inkml:trace contextRef="#ctx0" brushRef="#br0" timeOffset="-151970.22">26025 11837 1257 0,'-49'-5'0'0,"13"2"0"0,2 3 0 0,12 0 0 0,2 0 0 0,6 0 0 0,5 0 0 0,1 0 0 0,8 0 0 0,0 4 373 0,8 2-171 15,11-2-76-15,11-1 277 0,9 3-185 0,2-1-93 16,5 2-5-16,2-5-156 0,-6-1 43 16,8 4-8-16,-12-3-461 0,2 0 248 0,-4 2 123 15,-1 0 62-15,-7-1-283 0,1 1 131 0,-2-1 100 16</inkml:trace>
  <inkml:trace contextRef="#ctx0" brushRef="#br0" timeOffset="-151799.68">26616 11671 2512 0,'10'-12'0'0,"9"2"0"0,3 2 0 0,3 3 0 0,-4 3 0 0,4 2 0 0,2 0 0 0,-1 15 0 0,1 9 0 0,1 10 231 0,-4 6-99 0,-2 6 437 15,1 15-268-15,-9-11-126 0,-1 7 0 0,-8-1-175 16,-3 0 0-16,-2-1 0 0,-7-5 0 0,-14 1 0 15,-6 6 0-15,-6-5 0 0,-9-1 0 0,-7-1-462 16,-5-2 264-16,2-11 123 0,-18 6 50 0</inkml:trace>
  <inkml:trace contextRef="#ctx0" brushRef="#br0" timeOffset="-149495.87">27473 11634 887 0,'0'-2'0'0,"0"0"0"0,0 2 0 0,0 0 0 0,0 0 0 0,0 0 0 0,0 0 127 0,0 0-48 15,2 0-22-15,1 8 163 0,6 3-85 0,1 4-56 16,1 7-22-16,3 2 80 0,1 7-52 0,-2 3-26 16,2 1 158-16,1 9-96 0,-4-2-44 0,-3 2-22 15,-4 1 44-15,-1-4-24 0,-1 12-9 0,-3-6-76 16,-3 0 21-16,-9-2 1 0,-6 2 20 0,4-8-63 15,-11 10 28-15,2-9 0 0,0-3 36 16,0-7-44-16,0 0 22 0,0-5 8 0,1-7-153 16,5-7 73-16,1-2 12 0,0-6-184 15,8 0 98-15,0-3 56 0,3 0 16 0,4 0-276 16,1-6 153-16,0-6 77 0,4 3 38 0,11-1-298 16,6-1 173-16,1 1 81 0</inkml:trace>
  <inkml:trace contextRef="#ctx0" brushRef="#br0" timeOffset="-148755.89">28218 12180 702 0,'2'-9'0'0,"0"0"0"0,-2 0 0 0,0-1 0 0,0-5 0 0,0 2 0 0,-2-1 0 0,-3 0 192 0,0 0-84 0,0 0-38 16,2-2 1-16,-5 5 51 0,1 0-44 0,-2 2-15 15,1 2 25-15,-4 4-27 0,0 1 0 16,-4 2-29-16,-1 0 93 0,0 5-38 16,-3 13-32-16,-1 6 139 0,0 2-81 0,3 6-40 0,-1 6 0 15,6-4 149-15,1 3-98 0,4 2-46 16,5 1-23-16,3-3 156 0,0-3-89 0,0-2-37 16,3-3-1-16,10-7-26 0,3-2 0 0,4-4-51 15,-2-7 1-15,4-3 33 0,5-6-8 0,-2 0-142 16,-2-8 71-16,4-15 35 0,1-6 1 0,-7-1-200 15,2-14 109-15,-3 2 20 0,-3-3 41 0,-2-4-219 16,-2-4 108-16,-3-8 33 0,-2-2-43 16,1-3 60-16,-4-5 30 0,-1-4-38 15,0 9 26-15,1-11 8 0,-3 25 34 0,0 12-45 16,-2 1 22-16,0 16 0 0,0 7 15 0,0 4 170 16,0 4-80-16,-4 6-42 0,-2 2 218 0,1 15-112 15,0 13-73-15,-6 8-1 0,6 7 241 0,0 6-112 16,-1 13-74-16,1 0 56 0,5-7-50 0,0 16-38 15,0-9 1-15,3 0 54 0,1-12-42 0,5 7-21 16,1-6 8-16,3-3-31 0,-2-3 1 0,1-13 1 16,0 2 0-16,2-6-88 0,0-11 53 15,1-3 13-15,4-9-162 0,4-5 87 16,-2-1 47-16,3-18-183 0,1-9 88 0,5-8 54 16,-3-1 1-16,2-10-61 0,4-6 49 0,-4-2-4 15,1-9 3-15,2-3-120 0,2-16 78 0,-5 2 40 16,1-2 0-16,-3 16-67 15,-2 1 45-15,0-7 34 0,-7 22 68 0,-4 0 0 0,-4 16-41 0,-5 7 239 16,-2 7-127-16,-1 8-52 16,1 4-30-16,-3 5 176 0,0 4-70 0,0 0-60 15,-3 17 24-15,-7 11 206 0,-2 10-106 0,0 2-67 16,1 5 174-16,-1 7-120 0,2 0-53 0,2 12-38 16,1-4 130-16,2 2 35 0,3 4-228 0,0-2 0 15,2-10 0-15,0 15 0 0,0-16 0 0,4 3 0 16,6-2 0-16,3-6 0 0,0-7 0 0,5 4 0 15,0-13 0-15,0-4 0 0,3-7 0 0,-5-8-186 16,4-6 84-16,2-7 54 0,-4 0-438 0,-1 0 227 16,-4-10 113-16,-2-8-322 15,0-3 222-15,-4-4 107 0,-5 0 53 0,-1-1-382 16,-1-1 218-16,0-1 100 0,-5 0 63 0</inkml:trace>
  <inkml:trace contextRef="#ctx0" brushRef="#br0" timeOffset="-148554.39">28567 11904 1590 0,'-27'0'0'0,"3"-5"0"0,6-5 0 0,5 3 0 0,3-1 0 0,1 1 0 0,6 4 0 0,1-4 0 0,2 2 315 16,5 0-141-16,24 4 329 0,7-1-240 0,10 1-114 16,6 1-59-16,11 0 250 0,-1 0-153 0,-3 0-69 15,14 3-47-15,-11 5-90 0,5 2 26 0,-5 0-1 16,-10 0 27-16,-7-1-208 0,7 2 99 0,-9 0 55 15,-5-1-580-15,-3 1 316 0,-3 0 108 16,-2 1-28-16,-2-1-566 0,1-3 369 0</inkml:trace>
  <inkml:trace contextRef="#ctx0" brushRef="#br0" timeOffset="-148404.78">29874 12462 10 0,'-2'-23'0'0,"-7"10"0"0,1 12 0 0,0 1 0 0</inkml:trace>
  <inkml:trace contextRef="#ctx0" brushRef="#br0" timeOffset="-127053.53">29866 12075 1258 0,'0'0'0'0,"0"0"0"0,0 0 0 0,0 0 0 0,0 0 0 0,0 0 0 0,0 0 0 0,0 0 98 0,6 0-32 0,3 0-1 16,4 0 5-16,0 0 9 0,6 0-46 0,-1 0-1 15,2 0-1-15,1 0 1 0,-3 0 1 0,1 0-102 16,-3 0 46-16,-1 0 28 0,0 0 0 0,-6 4-317 15,2 5 165-15,-4 1 48 0,-2 1-331 0,-4 4 186 16</inkml:trace>
  <inkml:trace contextRef="#ctx0" brushRef="#br0" timeOffset="-126889.06">29863 12366 896 0,'-14'2'0'0,"7"0"0"0,1 0 0 0,4 0 0 0,0-2 0 0,1 0 0 0,1 0 0 0,0 0 157 0,0 0-63 0,1 0-30 0,9 0 189 0,3 0-114 0,4 2-53 16,4-1-27-16,-3 1 20 16,0 1-23-16,-1 0 8 0,1-1-286 0,-5 2 128 15,6 1 63-15,-6 1 32 0,4 0-424 0,-1 1 223 16,-2 1 66-16</inkml:trace>
  <inkml:trace contextRef="#ctx0" brushRef="#br0" timeOffset="-126718.85">30239 12338 652 0,'0'-3'0'0,"0"-5"0"0,6 2 0 0,-1 2 0 0,4-1 0 0,-2-1 0 0,1 0 304 0,2-1-127 0,2 4-77 16,1-1-33-16,-1 2 184 0,1 0-109 0,0 0-55 16,1 2-133-16,2 0 35 0,0 0 22 0,0 0 0 15,1 0-343-15,-4 0 182 0,6 0 97 0,-7 2-234 16</inkml:trace>
  <inkml:trace contextRef="#ctx0" brushRef="#br0" timeOffset="-126208.18">30544 12122 767 0,'-5'0'0'0,"-3"0"0"0,7 0 0 0,-1-2 0 16,1 0 0-16,1-2 0 0,0-3 259 0,0 1-117 0,4 3-54 0,10-1 128 0,1 0-92 0,7 2-45 15,-3 1-16-15,5 1 60 16,-2 0-46-16,0 0-21 0,2 0-1 0,-5 0-36 16,5 5 22-16,-3-1-8 0,-2-1-62 0,1-1 30 15,-1 2 1-15,-1-4 31 0,1 2-100 0,-3-2 46 16,1 0 27-16,-2 0-105 0,-5 0 43 0,0 0 35 16,-2 0-6-16,1 0-79 0,-5 0 49 0,-3 0 25 15,1 0-4-15,-2 0 25 0,0 0-22 0,0 0 3 16,0 0 148-16,0 0-65 0,0 0-31 15,0 0 1-15,0 0 118 0,0 0-59 16,0 0-36-16,2 0-1 0,4 0-7 0,-1 0-21 16,0 4 35-16,2 1-13 0,-2 1-12 0,1 1 12 15,-4 3-9-15,1-1-43 0,-3 7 16 0,0 0-10 16,0 5 30-16,-11 2-36 0,-5-1 32 0,-1 4-16 16,-4-1-39-16,-4-1 20 0,1 3 0 0,0-5 23 15,-1 1-95-15,1-2 41 16,-1-3 25-16,1-3-44 0,3-2 29 0,0-6-10 0,1 3 38 15,2-7 57-15,4 2-27 0,3-2-11 16,5-3 81-16,1 0-49 0,3 0-24 0,2 0 10 16,0 0 252-16,0 0-112 0,3 0-73 0,17 0-2 15,5 0 40-15,0 0-41 0,7 0-34 0,1 0 14 16,1 0 1-16,1 0-41 0,2 0 1 0,-3 0-170 16,-2-1 80-16,-2-3 45 0,-2 0-407 0,-2 0 200 15,1 2 114-15,-5-2 18 0,0 2-259 0,-4 1 141 16,-1-1 86-16,-5 0-403 0,0 0 245 0</inkml:trace>
  <inkml:trace contextRef="#ctx0" brushRef="#br0" timeOffset="-126012.7">31183 12190 651 0,'-4'-4'0'0,"4"-5"0"0,0 1 0 0,13-1 0 0,1-3 0 0,8 0 414 0,2 0-195 0,4 3-93 16,3 1 212-16,0 2-152 0,4 1-77 0,2-1-30 15,-2 3-3-15,0 1-21 0,-2 0-1 0,-1 1-170 16,-3 1 74-16,-6-3 46 16,-1 3-9-16,-5 0-321 0,-2 0 180 0,-5 0 89 15,-4 0 45-15,-6 6-577 0,0 1 287 0</inkml:trace>
  <inkml:trace contextRef="#ctx0" brushRef="#br0" timeOffset="-125862.1">31465 12090 862 0,'-16'0'0'0,"6"4"0"0,-2 1 0 0,2 3 0 0,5-1 0 0,-4-1 0 0,1 2 189 0,3 5-70 0,2 2-47 16,-2 2 202-16,0 1-120 0,0 9-61 0,-2-2-30 15,2 3 11-15,-3 3-8 0,2 2-33 0,-1 0-177 16,-2 1 88-16,4-4 44 0,2-5 31 0,3-5-405 16,0-3 209-16,0-7 103 0</inkml:trace>
  <inkml:trace contextRef="#ctx0" brushRef="#br0" timeOffset="-125727.46">31549 12167 1525 0,'6'-10'0'0,"-3"6"0"0,0 1 0 16,4 3 0-16,-7 0 0 0,5 12 0 0,-2 10 0 0,-1 5 285 0,-1 5-127 0,-1 11 176 0,0-4-142 0,0 15-84 16,-6-1-38-16,-4 2-82 0,4-3 22 0,-3 0 1 15,5 0 30-15,3 2-524 0</inkml:trace>
  <inkml:trace contextRef="#ctx0" brushRef="#br0" timeOffset="-123613.21">32162 12562 1041 0,'0'0'0'0,"0"0"0"0,0 0 0 0,0 0 0 0,1 7 0 0,5 1 0 0,-1 1 0 0,5 1 153 0,-4-2-60 0,7 0-22 16,-2 4 281-16,0-4-160 0,0 0-79 0,-3-4 82 15,-1 2-81-15,-4-3-33 0,0-3-7 0,1 2-76 16,-2-2 0-16,-2 0 35 0,0 0-337 0,0 0 177 16,0 2 75-16,-17 7 43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9:38:07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5832 9333 652 0,'-36'0'0'0,"6"-1"0"0,6-2 0 0,0 0 0 0,3-1 0 0,2-1 94 0,3-1-30 15,1 1 0-15,10-4 160 0,2 2-99 0,1 4-46 16,0-5-24-16,2-2 113 0,0 1-68 16,2 0-25-16,13 1-9 0,7-1 32 0,3-1-32 15,5 3 0-15,4 0 98 0,1 1-69 0,12-2-32 16,-4 5 150-16,9 0-90 0,9 2-45 16,-4-1-15-16,16 2 79 0,0 0-55 0,4 0-27 15,17 0-1-15,-7 6 60 0,-4-2-36 0,23 9-29 16,-10-4 1-16,5 0 11 0,1-1-33 0,-4-1 0 15,-6-5 55-15,18 0-32 0,-16-2 1 0,-2 0 2 16,-19 0-26-16,1 0 0 0,-18-2 150 0,-2 0-183 16,-14 1 0-16,-1-2 0 15,-8 2 0-15,-7-1 0 0,-4 0 0 0,-7 2 0 16,-7 0 0-16,-1-2 0 0,-4 2 0 0,1 0 0 16,-2 0 0-16,0-2 0 0,0-6 0 0,-8-2 0 15,-3-6 0-15,-3 3 0 0,-2-2 0 0,0 0-845 16,0 4 447-16,2 3 183 0,5 3 91 0</inkml:trace>
  <inkml:trace contextRef="#ctx0" brushRef="#br0" timeOffset="732.95">12590 9328 550 0,'-37'-8'0'0,"9"2"0"0,5 5 0 0,0 1 0 0,0 0 0 0,5 4 0 0,3-1 196 0,0 1-85 0,4 0-39 16,3-3-1-16,3 2 158 15,3-3-98-15,2 1-42 0,0 3 131 0,11 2-93 16,17-3-48-16,18 3-23 0,10-2 174 0,15-4-91 16,25 0-57-16,1-2 54 0,13-8-51 0,19-5-27 0,-7 6 1 15,-2 3 137-15,27-1-86 0,-14 6-39 0,-3-2 1 16,1 3-14-16,-14 0 8 0,20 0-33 15,-17 0-101-15,-13 0 51 0,12 0 25 0,10 0-48 0,-30 0 45 16,9 0-8-16,-12 0 36 16,-18 0-49-16,3 0 9 0,-5 3-1 0,-19 2-5 15,0 2 16-15,-10 3-20 0,-12-2 22 0,-3-1-23 16,-9-2 47-16,-5 1-24 0,-6-2-1 0,-4-2-43 16,-5-1 21-16,-1-1 6 0,-2 0-131 0,0 0-156 15,-9 0 143-15,-8 0 57 0,-10 2-731 0</inkml:trace>
  <inkml:trace contextRef="#ctx0" brushRef="#br0" timeOffset="1500.66">7213 13589 538 0,'-26'-12'0'0,"8"1"0"0,3 2 0 0,6 3 0 0,3 1 0 0,1 0 0 0,3 4 0 0,1-1 83 0,1 0-28 16,0 2 96-16,0 0-63 0,12 0-28 0,11 0 0 15,12 0 56-15,0 10-42 0,9 3-12 0,17 7-8 16,2 3 73-16,7 4-47 0,19 6-23 16,-3 3-1-16,15 1 89 0,21 7-60 15,2-5-26-15,15-4 145 0,9-4-86 0,10-11-43 16,2-12 63-16,2-8-56 0,19-2-25 0,-6-18 0 16,0-2 11-16,6-3 1 0,-11 4-28 0,37-4-9 15,-23 1-37-15,2 3-1 0,-6-1 39 0,-6-3 0 16,-23 5-115-16,15-3 53 0,-14 2 31 0,-12 3-18 15,-12 4 10-15,-6 5 0 16,-22 4 30-16,1 3-8 0,-7 2-35 0,-17 0 29 16,0 0 26-16,-8 5 1 0,-12 1-33 0,-2-2 4 15,-9 0 78-15,-12-2-36 0,-2-2-6 0,-11 0 11 16,-2 0 34-16,-6 0-21 0,-8 0-1 0,-1 0-36 16,-3 0-4-16,2 0 14 0,-3 0-8 0,0 0-120 15,-6-6 58-15,-3-4 29 0,-2-1-284 0,-5 1 141 16,0 1 75-16,-3 0 15 0</inkml:trace>
  <inkml:trace contextRef="#ctx0" brushRef="#br0" timeOffset="2673.1">18827 13587 107 0,'-34'-28'0'0,"18"7"0"0,2 4 0 0,2 6 0 0,2 1 0 0,2 3 0 0,3 1 226 0,1 3-104 0,2-1-53 0,0-1 45 0,2-1-47 0,0-1 0 16,2 0 6-16,7-2 1 15,5-2-42-15,2 2 9 0,2-1 18 0,0 1 0 16,3 2-27-16,2-2 1 0,3 4 48 0,-2 1-16 16,6 1-8-16,-2 1-24 0,4 2 34 0,-2 0 0 15,2 0-34-15,2 0 15 0,2 7-15 0,0 0-1 16,5 2 31-16,-2-2-31 0,3 0 1 0,6 1 8 15,1 0 42-15,3 2-26 0,-1 1 1 0,20 3-25 16,24 12 32-16,-16-5 8 0,-4-3-40 16,0-4 0-16,21 3-34 0,-8-4 1 15,6 0 33-15,9 2 52 0,26 6-30 0,-2-3 0 16,10 1-53-16,2 1 31 0,3 1 0 0,-16 0 8 16,35 4-9-16,-23-7 1 0,-2 5 0 0,-3-2 0 15,7 0-56-15,-11 2 36 0,28 6-7 0,-13-9-22 16,9-1 5-16,7-4 40 0,26-1-40 15,-30-5 41-15,51 0-11 0,-16-3 0 0,4-1-21 16,10-1 0-16,-14 1 25 0,-37 0 11 16,4-1 3-16,-19 3-14 0,-37-2-2 0,-8 1-1 15,-22 1 13-15,-8 1-15 0,-8 3 0 0,-8-2-4 16,-7 4 82-16,-7-3-32 0,-8 1 0 0,-8-4-54 16,-4 3 19-16,-6-2 8 0,-1-2 85 0,-4-3-45 15,0 1-22-15,-3-2 8 0,0-2-1 0,0 0-30 16,0 0 1-16,0 0 0 0,-8 0 56 0,1 0 86 15,-4-2-175-15,-3-4 0 0,3 1 0 0,-3-3 0 16,4 1 0-16,-3 0-290 16,-1-2 177-16,0 2 60 0,0 2-805 0,-1 3 409 15,-2 0 200-15</inkml:trace>
  <inkml:trace contextRef="#ctx0" brushRef="#br0" timeOffset="4678.18">4245 10404 529 0,'-7'0'0'15,"1"0"0"-15,-2 0 0 0,3 0 0 0,-1 0 0 0,-1 0 271 0,3 0-119 0,2 0-60 0,1 0-30 0,-2 0 130 16,3 0-83-16,0 0-39 0,0 0 1 0,0 0 16 15,3 0-27-15,6 0 8 0,7-2 96 0,9-2-66 16,1 0-33-16,4 0 116 16,5 2-75-16,2-1-28 0,10-1-8 0,-4-1 5 15,3 1-20-15,0 0-1 0,0 3-21 0,-6-2 56 16,13 1-32-16,-6 2-1 0,-2 0-23 0,-1 0-38 16,-9 0 38-16,3 0 8 0,-5 0-72 0,-3 0 31 15,-7 0 1-15,2 0 3 0,-9 0-20 0,-2 0 29 16,-4 0-13-16,-4 0-16 0,-2 0 4 0,-2 0 0 15,0 0-3-15,-2 0 53 0,0 0-17 0,0 0-13 16,-2-4-10-16,-6 1 29 0,1-1-14 16,0 0 0-16,-3 3-418 0,4 1 198 15,2 0 89-15,2 0-775 0</inkml:trace>
  <inkml:trace contextRef="#ctx0" brushRef="#br0" timeOffset="5399">5348 14383 935 0,'-8'-4'0'0,"2"1"0"0,1 0 0 0,3 2 0 0,1 1 0 0,1 0 0 0,0-2 0 0,-3 2 97 0,3 0-33 0,0 0 188 0,0 0-114 16,0 0-52-16,0 0-27 0,0 0 149 0,3 0-88 15,7 0-35-15,7 0-31 0,5 0 180 16,1 0-100-16,5 3-51 0,2 1-25 15,7 2 124-15,7-2-79 0,-1-2-35 0,6 0 15 16,5-2-25-16,-1 0 0 0,7 0-17 0,-5 0 19 16,14-4-27-16,-9-6 0 0,-8 6-105 0,4-3 53 15,-11 4 34-15,8-3-8 0,-16 2-128 0,0 2 78 16,-4 1 9-16,-11-1 28 0,-5 2-107 0,-4 0 56 16,-6 0 5-16,-1 0 10 0,-3 0 0 15,-2 0 26-15,-1 0 194 0,0 0-93 0,-4-3-48 0,-4-3-24 16,-4-2 212-16,0-2-105 0,1 0-24 0,3 0-40 15,0 2-207-15,-1 1 88 16,9-2 63-16,0 2-1 0,0 0-925 0</inkml:trace>
  <inkml:trace contextRef="#ctx0" brushRef="#br0" timeOffset="18533.43">10723 11086 887 0,'0'0'0'0,"0"0"0"0,-2 0 0 0,2-5 0 0,-3 0 0 0,-1-1 0 0,0 1 0 0,-1-3 0 0,0 3 0 0,0-5 59 16,-2 3 9-16,-1-4-81 0,1 1 22 0,-1-1 1 15,-1 1 23-15,0 3-21 0,0 0 8 0,-2 1 13 16,2 4 0-16,-3 0-27 0,0 2 1 0,-4 4 24 15,3 16 4-15,-3 8-10 0,-1 13-13 0,-1 5 10 16,4 7 61-16,1 0-29 0,1 2 9 0,5-2-12 16,3-4-17-16,4-11-3 0,0-1 8 15,0-7-8-15,4-7 9 0,9-3-7 16,2-7 0-16,0-3-51 0,4-8 25 0,2-2 1 16,-1 0-63-16,3-20 36 0,1-10 16 0,-1-7-1 15,-5-8-72-15,5-17 44 0,-8 8 12 0,4-23-103 16,-6 2 54-16,-2-4 32 0,-5-4 4 0,-1-10-25 15,-1 21 6-15,-2-6 5 0,0 13 3 16,-2 15 30-16,0 0-22 0,0 15 10 0,0 9 89 0,0 7-40 16,-2 8-23-16,-4 6 223 0,-1 5-110 15,0 0-60-15,-1 23-14 0,0 15 127 16,3 5-61-16,1 8-42 0,2 14 4 0,2-8 100 16,0 18-71-16,0-5-32 0,0-3 1 0,6-3-20 15,1-2-12-15,2-9 8 0,1 3-106 0,1-4 49 16,1-2 25-16,1-4-1 0,-2-4-237 0,2-8 137 15,0-3 33-15,-1-8-383 0,1-7 194 0,-1-6 114 16,0-7 21-16,-1-3-252 0,0-16 170 0,-3-12 82 16</inkml:trace>
  <inkml:trace contextRef="#ctx0" brushRef="#br0" timeOffset="18749.84">10935 11037 1256 0,'0'-19'0'0,"0"8"0"0,0 1 0 0,0 3 0 0,2 3 0 0,4 2 0 0,0 2 0 0,3 0 0 0,4 0 174 0,2 2-71 0,0 9-26 15,1 4 181-15,2 2-112 0,-3 3-57 0,0 5-28 16,-1 2-3-16,-5 1 8 0,-2 1-34 0,-3 4-47 16,-3-1-56-16,-1-1 52 0,0 4 26 0,-7-2-145 15,-7-1 82-15,-6-2 44 16,-1-2 22-16,1-3-214 0,-2-5 78 0,2-5 19 16,0 0 48-16,1-3-95 0,8-7 61 0,-1-3-123 15,7-2 92-15,5 0 37 0,0-2 32 0,7-15-181 16,12-8 102-16,8-9 50 0,-3-4 26 15</inkml:trace>
  <inkml:trace contextRef="#ctx0" brushRef="#br0" timeOffset="18911.41">11192 11025 779 0,'9'-29'0'0,"-8"9"0"0,-1 9 0 0,0 2 0 0,-3 3 0 0,-13 6 0 0,0 0 202 0,-5 14-84 0,0 6-43 0,1 8 276 16,-3 8-163-16,6 2-77 0,4 2-40 0,4 6 155 15,4-7-89-15,5 8-56 0,0-13-31 0,2 2-17 16,14-4-1-16,7-4 1 0,-2-4-81 0,8-3 36 15,-1-5 22-15,2-3-320 0,-2-1 171 0,0-5 85 16,-3-2 52-16,0-5-519 0,-3 0 248 0,-1 0 99 16,-1-6 71-16</inkml:trace>
  <inkml:trace contextRef="#ctx0" brushRef="#br0" timeOffset="19064">11407 11042 1255 0,'-6'-9'0'0,"2"5"0"0,3 3 0 0,1-2 0 0,0 2 0 0,0-2 0 0,5 2 203 0,12 1-85 0,8-2 58 16,-5 2-64-16,7 0-43 0,-1 0-1 0,2 0-146 16,-1 0 56-16,-1 0 27 0,-4 0 8 0,6 0-409 15,-7 2 214-15,-3 6 107 0</inkml:trace>
  <inkml:trace contextRef="#ctx0" brushRef="#br0" timeOffset="19218.59">11529 11226 1574 0,'-20'9'0'0,"-1"3"0"0,3-2 0 0,4-3 0 0,5-2 0 0,-1-3 0 0,4 2 0 0,6-3 263 0,0 2-116 0,2-1-56 0,14 0 20 0,2-2-42 15,6 0-1-15,1 0-152 0,0 0 58 16,-5 0 30-16,2 0 8 0,1 0-480 0,0 0 251 16,-3 0 125-16,-3 0 62 0</inkml:trace>
  <inkml:trace contextRef="#ctx0" brushRef="#br0" timeOffset="19582.66">11869 10982 1095 0,'-2'-7'0'0,"-5"5"0"0,-1 2 0 0,-1 0 0 0,-1 0 0 0,-1 7 0 0,4 6 221 16,0 6-93-16,4 6 66 0,3 0-81 0,0 4-32 15,0-1-8-15,3 0 121 0,13 1-80 0,3-5-41 16,5-3 0-16,2-7-70 0,2-2 29 0,3-5 1 15,0-4-189-15,1-3 95 0,0 0 46 0,-5-4-194 16,1-9 112-16,-5-4 63 0,-5-4-20 0,-3 0-154 16,-4-5 74-16,-3 1 48 0,-4-6 9 15,-2 0 17-15,-2 0 0 0,0-3 27 0,-6 2 0 16,-5 0 44-16,-2 4-18 0,-1 9 0 0,0 2 151 16,-2 6-88-16,-2 5-38 0,1 4-32 0,-1 2 384 15,0 10-183 1,3 13-58-16,4 3 167 0,0 5-131 0,4 7-58 0,2 9-41 0,5-2 45 0,0 2-39 15,0 2 0-15,2 0-39 0,4-6 24 0,5 10-24 16,-2-6 0-16,3-4-205 0,-3-1 102 16,2-2 51-16,-4-6 35 15,3 0-466-15,-2-6 231 0,-3-6 69 0,1 0-419 16,0-7 268-16,-2-5 125 0,-1-4 76 0,1-6-268 16</inkml:trace>
  <inkml:trace contextRef="#ctx0" brushRef="#br0" timeOffset="19737.24">12341 10625 1287 0,'5'-13'0'0,"-1"8"0"0,-1 3 0 0,1 2 0 0,-2 0 0 0,-2 7 0 0,0 9 0 0,-2 6 152 0,0 2-59 16,0 5-31-16,-1 0-82 0,-1 4 34 0,2-2-8 15,1-1 27-15,1 0-377 0,0-2 183 0,0-1 92 16,0-7 51-16</inkml:trace>
  <inkml:trace contextRef="#ctx0" brushRef="#br0" timeOffset="19922.75">12530 10854 1593 0,'-9'8'0'0,"-1"6"0"0,1 4 0 0,-2 3 0 0,-1-1 0 0,1 7 0 0,4 4 0 0,-1 4 0 0,2 4 232 0,1 4-103 0,5-2-49 0,0-6 54 0,0 5-51 15,2-4-25-15,9-2 8 0,6-6-250 16,2-4 108-16,1-3 54 0,1-6-177 0,4-3 116 16,-5-5 66-16,3-5-517 0,3-2 266 0,-7 0 66 15</inkml:trace>
  <inkml:trace contextRef="#ctx0" brushRef="#br0" timeOffset="20090.3">12628 11054 1093 0,'-7'-6'0'0,"-1"2"0"0,4 2 0 0,4 1 0 0,0 1 0 0,0 0 0 0,8 0 0 0,8 0 308 0,9 7-137 0,-1-1-69 0,-1 1-27 16,9 5 57-16,-2-5-50 15,0 0-24-15,-2-1-271 0,0 0 124 0,-4-4 68 16,3 0-154-16,-4-1 103 0,-3-1 53 0,-3 0 25 16,-4 0-455-16,-1 0 223 0,-3-5 45 0</inkml:trace>
  <inkml:trace contextRef="#ctx0" brushRef="#br0" timeOffset="20245.89">12893 10897 824 0,'-17'0'0'0,"2"0"0"0,0 18 0 0,2-2 0 0,-1 7 0 0,1 3 0 0,4 4 0 0,1 4 345 0,4 8-157 0,1-5-69 0,3 10-47 16,0-3 168-16,0 2-103 0,0-2-52 0,5-11-143 16,7 1 54-16,1-5 14 0,1-1-341 15,-2-8 183-15,3-3 90 0,2-2 45 0,-2-6-180 16,0-5 109-16,0-4 3 0,2-1 48 0</inkml:trace>
  <inkml:trace contextRef="#ctx0" brushRef="#br0" timeOffset="20424.41">13009 10920 1134 0,'2'-28'0'0,"2"12"0"0,0 6 0 0,3 0 0 0,0 7 0 0,2 1 0 15,3 2 0-15,-1 2 0 0,7 14 0 0,-4 6 326 0,2 5-146 0,-4 4-74 0,4 10 69 0,-9-6-63 16,2 14-43-16,-3-4-1 0,-4 2-153 0,-2 1 59 15,0-4 29-15,-4-6-67 0,-7 1 44 0,-2-2 26 16,-4-4 1-16,-2-5-206 0,-1-6 85 0,-1-5 73 16,0-3-49-16,-1-7-323 0,5-6 181 15,8-1 99-15</inkml:trace>
  <inkml:trace contextRef="#ctx0" brushRef="#br0" timeOffset="21029.79">13573 11238 772 0,'0'-13'0'0,"0"-1"0"0,0-1 0 0,0-2 0 0,-6 0 0 0,-4 1 0 0,-2 1 105 0,-6 3-29 0,2 1-7 0,-5 4-36 16,2 3 117-16,-1 4-59 0,1 0-28 0,0 7 82 16,0 12-60-16,4 5-27 0,0 7 32 15,6 2-30-15,1 2 1 0,8 0-20 0,0-1 77 0,0-2-42 16,3-3-22-16,11-5 0 0,1-1-65 0,0-5 30 15,2-4-8-15,2-2 22 0,0-7-44 0,-1-3 21 16,1-2 1-16,-1-2-141 0,5-15 76 16,-5-7 26-16,0-10-177 0,-3-3 92 0,-4-6 56 15,1-5-1-15,-3-2-37 16,-3-4 20-16,-3-3 24 0,1-2-3 0,-2 3 49 0,0 4-36 16,-2 3 8-16,0 17 0 0,0 8 57 0,0 7-28 15,-4 3 0-15,0 9 295 16,-3 5-150-16,0 0-56 0,-2 28 196 0,2 13-112 0,2 5-72 15,-1 6-7-15,5 2 121 0,1 6-90 0,0 1-44 0,0-3-22 16,1-1 44-16,5-5-25 0,5-5-8 16,1-11-33-16,0 1-24 0,4-7 24 15,-3-9 0-15,2-5-142 0,1-3 67 16,0-10 38-16,0-3-248 0,2 0 137 0,0-18 69 0,1-9 3 16,4-14-256-16,0-14 136 0,2-2 49 0,0-10 40 15,1-4-165-15,-3-6 94 0,1-14 61 0,-3 8 25 16,-4 11-94-16,-3-5 60 0,0 7 31 0,-7 16 48 15,-1 12 9-15,-4 5-28 0,-2 16 284 0,0 10-141 16,0 1-80-16,0 8-36 16,-6 4 435-16,-9 34-216 0,4 5-61 0,-2 19-70 15,5-3 293-15,-1 22-176 0,5-4-82 0,4 0 184 16,0-1-134-16,0 1-67 0,4-12-26 0,8 14 17 16,2-15-29-16,1-13 0 0,4 0-29 0,0-8 156 15,-3-9-189-15,4-4 0 0,-4-8-582 0,0-2 348 16,-4-9 134-16,0-3 66 0,-3-4-689 0,0-2 350 15,0-2 169-15,-6-15 86 0,-1-8-362 16,-2-4 223-16,0-9 104 0</inkml:trace>
  <inkml:trace contextRef="#ctx0" brushRef="#br0" timeOffset="21158.06">13687 10964 1874 0,'-22'1'0'0,"10"1"0"0,5 4 0 0,7-3 0 0,0-3 0 0,21 0 0 0,16 0 0 0,8 0 182 0,9 0-67 0,16-5-45 15,-2-2 266-15,3-3-152 16,2 5-75-16,-3-1-39 0,-11 4-387 0,3 2 171 16,-5 0 90-16</inkml:trace>
  <inkml:trace contextRef="#ctx0" brushRef="#br0" timeOffset="22436.47">17137 10871 1178 0,'-11'-11'0'0,"-2"2"0"0,-1 1 0 0,0 3 0 0,0 3 0 0,-2 2 0 0,-2 0 0 0,2 6 101 0,-3 12-34 16,1 6 0-16,4 10-21 0,0 8-13 0,0 1 0 0,3 3 0 15,6 4 41-15,0-2-20 0,5-10 8 16,0 0-29-16,0-4 35 0,8-8-36 16,3-10 1-16,5 0 0 0,0-9-14 0,3-5-8 15,3-2 22-15,-1-6-65 0,5-20 33 0,-3-8 0 16,0-7-78-16,4-15 48 0,-4-2 15 0,0-4 0 16,-5-4-140-16,-1-5 78 0,-2-7 23 0,-7-1 24 15,-5-1-109-15,-1 5 60 0,-2 20 14 0,0 1 0 16,0 21 42-16,-3 11-9 0,-3 5-8 0,-6 6 93 15,1 9-48-15,0 2 0 0,0 15 183 16,0 19-100-16,1 7-38 0,2 8-31 16,3 13 241-16,3 2-123 15,2-6-29-15,0 19-45 0,0-7 114 0,7-7-73 0,5-10-36 0,3 0 0 16,2-12-54-16,1-1-9 0,3-9 27 0,0-2-74 16,-3-11 38-16,-2-4-1 0,0-5-189 15,-4-7 109-15,3-2 38 0,-6-4 35 0,1-20-262 0,-1-12 131 16,-3 0 22-16,-1-12 52 0,-1 0-38 15,-3 2 37-15,2 8-1 0,1-2 37 16,-2 12 61-16,0 4-27 0,-1 9 0 0,-1 6 67 0,0 3-51 0,0 6-33 16,0 2 8-16,0 24 337 15,0 2-134-15,2 5-96 0,0 5 276 0,5 0-162 16,5-1-95-16,1-1-42 0,6 0 72 0,-1-4-57 16,3-2-29-16,2-4 7 0,-1-5-202 0,-1-2 83 15,-2-8 41-15,-1-3-383 0,-1-5 212 16,-6-3 84-16,5 0-216 0,-5-3 107 0,-2-16 92 15,1-6 47-15,-1-10-317 0,-3-3 167 16,3-11 96-16,-1 3 44 0,-3-3-178 0,3-1 111 16,-1 1 55-16,1 11 19 0,1-11-3 0,-3 13 0 15,-3 0 39-15,1 12 158 0,-2 1-79 0,0 10-47 16,-2 4 173-16,0 3-102 0,0 4-51 0,0 2-26 16,0 17 497-16,-8 13-179 0,-1 15-145 0,-4 13-49 15,0 6 241-15,-5 13-163 0,-2 17-81 0,-1-9-33 16,-7 24 180-16,0-10-115 0,4-1-56 0,2-6 4 15,4-18-31-15,7-3 8 0,0 7-147 0,5-23 54 16,2-2 27-16,4-16 1 0,0-3-437 16,0-14 241-16,0-5 107 0,0-7 0 15,2-8-566-15,12-6 307 0</inkml:trace>
  <inkml:trace contextRef="#ctx0" brushRef="#br0" timeOffset="22586.06">17809 10990 942 0,'0'-8'0'0,"0"6"0"0,4 1 0 0,4 1 0 0,-1 0 0 0,6 0 547 0,1 0-257 0,0 0-120 16,4 1 137-16,8 7-138 15,-2-3-67-15,2 3-35 0,2-2-76 0,4 1 29 16,-2-1-8-16,2-1 21 0,-3 3-496 0,-7-2 247 16,-1 1 133-16</inkml:trace>
  <inkml:trace contextRef="#ctx0" brushRef="#br0" timeOffset="22729.44">17965 11246 1003 0,'-32'8'0'0,"10"6"0"0,1-1 0 0,4 0 0 0,8-6 0 0,2-3 0 0,5 2 438 0,2-2-195 0,0-1-109 16,14-1 68-16,11-2-85 0,3 0-42 0,4 0-21 16,2-5-304-16,1-6 138 0,1-1 72 0,2-1 36 15,-4 0-259-15,0 0 147 0</inkml:trace>
  <inkml:trace contextRef="#ctx0" brushRef="#br0" timeOffset="22996.73">18285 10944 611 0,'0'-15'0'0,"0"4"0"0,0-3 0 0,2-1 0 0,10-3 0 0,6 1 0 0,4 3 421 16,4-1-186-16,2 5-106 0,1 2 108 0,-3 6-103 15,-5 2-50-15,7 0-26 0,-10 5-39 0,2 11 14 16,-8 5-1-16,-2 1 1 0,-8 6 27 0,0 3-28 15,-2-1 9-15,0 4 46 16,-5-2-28-16,-6-2 1 0,2-1 89 0,6-6-59 16,-1-3-20-16,4 0-8 0,0-8 62 0,2 0-46 15,12-6-22-15,9-4 0 0,4-2-65 0,5-2 16 16,7-13 1-16,0-6 25 0,1-4-245 0,-1-3 122 16,-5 3 70-16,7-6 22 0,-13 7-267 0,0-3 137 15,-3 3 15-15,-4 1-468 0,-8 5 266 16,-2-3 146-16,-7 2-319 0</inkml:trace>
  <inkml:trace contextRef="#ctx0" brushRef="#br0" timeOffset="23159.29">18793 10643 1027 0,'-16'0'0'0,"0"0"0"0,4 5 0 0,0 5 0 0,3 5 0 0,1 1 0 0,3 10 0 0,3 5 440 0,2 10-203 0,0 0-103 0,0 7-50 15,0 4 285-15,0 4-159 0,0 9-93 0,0-4-43 16,0 3-9-16,0 0 0 0,0-1-32 0,0-6-124 15,0 14 58-15,-2-17 32 16,-2 3-512-16,0-6 273 0,2-13 136 0,2-10 77 16,0-10-686-16</inkml:trace>
  <inkml:trace contextRef="#ctx0" brushRef="#br0" timeOffset="23331.83">19066 10440 1316 0,'-2'-14'0'0,"0"13"0"0,2 1 0 0,0 0 0 0,0 9 0 0,0 4 0 0,0 6 216 0,0 1-91 15,0 2-47-15,0 9-14 0,0 1-20 0,0 4-12 16,0 0 1-16,0 1 0 0,0 1-420 0,0-3 204 16,2-1 97-16</inkml:trace>
  <inkml:trace contextRef="#ctx0" brushRef="#br0" timeOffset="23530.3">19303 10704 915 0,'-14'0'0'0,"5"2"0"0,-5 15 0 0,0 6 0 0,-1 5 0 0,0 9 0 0,2 5 583 0,3 2-275 0,1 3-138 0,5 2-68 15,4-7 214-15,0 10-145 0,0-9-70 0,7 1-136 16,11-7 34-16,-2-5 0 0,5-2-396 0,2-2 211 15,3-7 110-15,-2-5 54 16,2-4-282-16,-5-6 162 0,4-4 85 0,-7-2-89 0</inkml:trace>
  <inkml:trace contextRef="#ctx0" brushRef="#br0" timeOffset="23705.83">19453 11086 892 0,'-12'-18'0'0,"1"8"0"0,2 4 0 0,1 2 0 0,4-2 0 0,1 5 198 0,3-1-82 16,0 2-42-16,3 0-20 0,17 0 263 0,4 0-147 15,3 0-68-15,-2 3 83 0,5 4-76 0,-2-1-39 16,-3 0-182-16,7 0 68 16,-9-3 39-16,0 1-1 0,-2 0-329 0,-1-2 183 15,-4-1 101-15,-2-1 38 0,-3 0-262 0,-1 0 75 16,-1 0 95-16,-6 0-39 0,1-5-217 0,-2-10 168 16</inkml:trace>
  <inkml:trace contextRef="#ctx0" brushRef="#br0" timeOffset="23857.42">19725 10853 308 0,'-18'-17'0'0,"2"7"0"0,0 5 0 0,-4 3 0 0,2 2 340 0,1 0-153 0,-2 13-77 0,6 6-39 16,2 5 122-16,1 6-84 16,5 2-38-16,1 4 234 0,4 7-136 15,0-4-68-15,0-3 58 0,2 3-68 0,7-3-28 0,6-2-1 16,0-4-209-16,1-7 98 0,6 3 36 0,-4-7 24 16,2-8-426-16,1-3 225 0,-1-5 111 0,1-3 38 15,-3 0-282-15,1-9 89 0</inkml:trace>
  <inkml:trace contextRef="#ctx0" brushRef="#br0" timeOffset="24043.77">19879 10696 906 0,'3'-15'0'0,"-2"8"0"0,7 6 0 0,1 1 0 0,3 0 0 0,2 1 0 0,4 18 0 0,-2 3 311 16,-1 6-139-16,-2 7-69 0,0 6 108 0,-5-4-81 15,-2 14-53-15,-3-6-22 0,-1 0 17 0,-2 2 1 16,0-2-41-16,-7-4 9 0,-7 8-81 0,-4-5 37 15,-1-7-1-15,2-5 37 16,-5-2-99-16,-1-4 57 0,2-7 18 0,4-7-352 16,0-5 137-16,10-7 104 0,-1 0-404 0</inkml:trace>
  <inkml:trace contextRef="#ctx0" brushRef="#br0" timeOffset="24650.19">20356 11157 1220 0,'-7'-21'0'0,"2"4"0"0,0 2 0 0,1-3 0 0,-3-3 0 0,0 0 0 0,-5 5 134 0,1-2-43 15,0 7-33-15,-3 0 67 0,0 7-47 0,-2 2-22 16,-2 2 73-16,-1 17-40 0,3 9-33 0,-4 10 1 16,3 4-86-16,3 1 31 0,3 2 0 0,6-5 39 15,1 1 27-15,4-3 1 0,0-5-36 0,6-8-37 16,8-3 45-16,-2-4-8 0,6-5-1 0,-2-7-33 15,1-4-7-15,6 0 40 0,-5-17-154 0,1-7 69 16,2-12 29-16,-2-4 1 16,-2 0-173-16,-2-10 99 0,-2-2 33 0,2-11 30 15,-3 3-143-15,-1-5 75 0,1-7 19 16,2-1 20-16,-3 9 22 0,0-9 9 0,-3 28 39 0,-4 9-40 16,-2 14 0-16,-2 7 0 15,0 5 150-15,0 8-71 0,-4 7-36 0,-3 22-21 0,-5 16 258 0,3 5-125 16,1 6-35-16,0 14-41 0,3-4 195 0,3-2-105 15,2-10-46-15,0 6 70 0,0-3-56 16,0-6-39-16,7-4 2 0,1-12-34 16,3 2-1-16,-2-13 1 0,5-3-47 0,-3-6 20 15,3-8-1-15,-2-5 28 0,1 0-188 0,5-18 94 16,-2-12 54-16,3-9-17 0,-2-5-192 0,-2-5 84 16,2-5 63-16,0-12-130 0,-4 9 59 0,4-18 55 15,-2 0-53-15,3-4 52 0,2 1 27 0,-1 3 0 16,-3 17-9-16,2 0 35 0,-8 17 1 0,-2 14-1 15,-3 10 122-15,0 2-60 0,-3 9-39 0,-2 6 7 16,0 17 271-16,-5 19-122 16,-2 5-80-16,-1 8 265 0,1 11-149 0,2 12-51 15,5 0-50-15,0-1 96 0,0 1-73 0,0-5-35 16,7-12 23-16,6 5-34 0,2-7 0 0,0-4-25 16,4-8-46-16,-5-10 23 0,4 2 8 0,-2-9 14 15,-2-9-256-15,-1-2 128 0,-1-9 65 0,-2-4-428 16,0 0 225-16,-2-7 67 0,-3-14 73 15,-1-3-332-15,-4-5 196 0,0 0 99 16,0-7-259-16,-12-6 182 0,-4 3 88 0</inkml:trace>
  <inkml:trace contextRef="#ctx0" brushRef="#br0" timeOffset="24771.88">20558 10770 739 0,'-30'-3'0'0,"14"1"0"0,7-1 0 15,5 3 0-15,4 0 346 0,2 0-157 0,25 0-78 0,12 0-39 0,5 0 89 0,9 0-56 16,15 0-40-16,-4 0 0 0,8 3 113 0,-3 2-73 15,-2 3-36-15,-8 1-348 16,1 4 152-16,-6 4 79 0</inkml:trace>
  <inkml:trace contextRef="#ctx0" brushRef="#br0" timeOffset="24899.54">21569 10960 1954 0,'-3'-10'0'0,"3"6"0"0,0 2 0 0,1 2 0 0,1 0 0 0,-2 0 0 0,2 0 302 0,-2 0-126 0,0 0-76 16,0 0-34-16</inkml:trace>
  <inkml:trace contextRef="#ctx0" brushRef="#br0" timeOffset="28295.02">9480 9404 1079 0,'-9'-11'0'0,"3"6"0"0,0-1 0 0,2-1 0 0,-1 3 0 0,3-2 0 0,0 4 0 0,1-1 0 0,-1 1 108 0,2 2-38 0,0 0 0 15,0-2 66-15,0 2-52 0,0 0-17 0,0 0-71 16,7 0 1-16,4 0 36 0,3 0 0 0,-2 0 54 16,-1 0-19-16,1 0-9 0,-1 0-26 0,1 0 13 15,-1 0-14-15,0 0 1 0,2 0 8 0,0 0 14 16,5 0-1-16,3 2-21 15,6-2 29-15,3 0 1 0,4 0-22 0,9 0-9 16,2 0 23-16,5-4-1 0,-1-4-21 0,8-1 22 0,-1 1-14 16,10-3-9-16,-4 3 1 0,5-2 26 15,0 0 0-15,-3 2-26 0,-12 5 8 0,6 2-40 0,-5 1 1 16,-9 0 30-16,-7 0-34 0,-2 4-1 16,-8 4 44-16,-3 2-95 0,-5 1 40 0,-5-4 12 15,-4 1 0-15,-2-2-14 16,-5-1 3-16,-1-2 13 0,0 0 12 0,-2-3-29 0,0 0 25 15,0 0-12-15,0 0 11 0,-9 0-24 0,2-4 0 16,1-3 25-16,0 1-194 0,0 0 89 0,3 3 45 16,-1 0-626-16,2 3 322 0</inkml:trace>
  <inkml:trace contextRef="#ctx0" brushRef="#br0" timeOffset="29067.82">15911 9285 487 0,'-12'-21'0'0,"2"6"0"0,2 8 0 0,0-1 0 0,4 2 132 15,1 0-42-15,1 5-33 0,-2-1 205 0,4 0-115 16,0 0-57-16,0 0-29 0,11 1 132 0,10-1-84 16,6-2-39-16,5 0 135 0,1-2-87 0,5 4-42 15,4 1-13-15,4-2 58 0,-5 2-45 0,3 1-21 16,-1 0 0-16,4 0-13 0,-6 0-1 15,10 5-8-15,-3-2-50 0,2 4 24 16,-1-4 1-16,-3 2 25 0,-5-2-141 0,8-1 67 0,-8-2 36 16,-7 0-306-16,3 0 141 0,-5 0 86 0,-9-2 7 15,2 0-370-15,-4 1 207 0,-7 1 104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618.2453" units="1/cm"/>
          <inkml:channelProperty channel="Y" name="resolution" value="1092.2332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1T09:38:46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20673 7450 482 0,'0'0'0'0,"0"0"0"0,0 0 0 0,2-2 0 0,0-2 0 0,3-2 0 0,-2-1 0 0,1-2 44 0,1 1-11 0,-1-2 8 16,0 1-39-16,-1 2 31 0,1-3-1 0,1 0 1 15,-4 2-35-15,1-1 7 0,0-1 28 0,0 2-34 16,-2-3 32-16,0 2-1 0,0-1 0 0,0 1 17 15,0 0-42-15,-2-2 20 0,-2 1-8 0,1 0 37 16,-4 1-4-16,4-1-18 0,-5 1 45 0,3 1-24 16,0-1 11-16,-4 4 3 15,2-3-1-15,-2 2-25 0,-3 2-8 0,1 3 26 16,0-1 1-16,-3 1-28 0,2 1 1 0,-4 0 8 16,4 0-8-16,-1 0 0 0,-3 1 32 0,4 5 0 15,0 0-32-15,-1 1 8 0,1 0 21 0,3 2 0 16,2 1-29-16,-1 1 57 0,0 3-28 15,4-2 7-15,1 6-36 0,-1 0 27 0,1 1-1 0,1 4-26 16,0 1-1-16,0 0 45 0,2 7-9 16,0-3-35-16,0 2 0 0,0-1 17 0,0 3-17 15,0 1 8-15,0 1 25 0,2-3 0 16,3 4-33-16,-1 0-28 0,1 1 36 0,-1-3-8 16,1 3-1-16,-2 0-46 0,-1-3 23 0,0-1 1 15,0 0 31-15,0-2-75 0,-2 0 32 0,0 1 4 16,0-3 0-16,0 0-33 0,-2-3 28 0,-7 2-21 15,2-6 0-15,-2 0 24 0,2-2 8 16,-3-5-97-16,1-2 45 0,-2-3 17 0,4-2 0 16,-4-5-163-16,2 1 88 0,-1-3 33 15,1 0 20-15,0 0-259 0,2 0 137 0,3 0 69 16,1 0 35-16,3-3-307 0,0 1 162 0,0-5 94 16,3 4-147-16,10-5 117 0</inkml:trace>
  <inkml:trace contextRef="#ctx0" brushRef="#br0" timeOffset="340.36">20747 7927 1137 0,'0'-9'0'0,"0"5"0"16,-1 2 0-16,1-1 0 0,0 2 0 0,0 1 204 0,0 0-86 0,-2 0-42 0,2 12 59 0,0 4-55 15,0 8-24-15,0 1 78 0,-3 1-51 0,-1 5-25 16,1-2 9-16,-3 1-99 0,-1-2 32 0,0 0 0 16,-3-3 33-16,0 0-65 15,3-7 41-15,-7-1-9 0,4-2 91 0,-1-3-38 16,-3-4 9-16,3-2 72 0,4-4-43 0,-3 3-36 16,4-5 0-16,1 0 244 0,3 0-134 0,0 0-57 15,2 0-42-15,0 0 171 0,0 0-102 0,7 2-52 16,11-1-24-16,4-1 37 0,4 2 84 0,4-2-180 15,-2 0 0-15,4 0 0 0,-2 0 0 0,-5 0-220 16,5 0 143-16,-7 0 55 0,-1 0 27 16,-3 0-634-16,-1 0 314 0,-1 0 88 15,-4 0 105-15,-1 0-664 0</inkml:trace>
  <inkml:trace contextRef="#ctx0" brushRef="#br0" timeOffset="1000.38">21177 7431 573 0,'-1'0'0'0,"-1"0"0"0,-3 0 0 0,3 0 0 0,-1 0 0 0,-1 0 0 0,-1 0 170 0,1 0-68 0,0 0-35 0,3 0 239 16,-1 0-129-16,-1 0-76 0,3 0-34 0,0 0 191 16,0 0-112-16,0 0-57 0,0 0-20 0,0 0 33 15,3 0-34-15,4 1-1 0,8 3-34 0,0-2 131 16,3 3-57-16,3-4-42 0,2-1 76 0,0 0-54 15,-1 0-27-15,1 0-3 0,-1 0-16 0,-2 0-8 16,1 0 0-16,0 0-109 0,-3 0 55 16,2-1 27-16,-6-2 7 0,2 1-105 15,-4 0 62-15,0 2 31 0,-4-1-452 0,-1 1 222 16,-4 0 65-16,-1 0-416 0,0-3 273 0,0 3 138 16,1 0 68-16</inkml:trace>
  <inkml:trace contextRef="#ctx0" brushRef="#br0" timeOffset="1237.08">21449 7278 974 0,'0'0'0'0,"0"0"0"0,0 0 0 0,0 0 0 0,0 0 0 0,5 0 0 0,6 1 435 0,1 3-201 0,7-1-101 16,6 2 85-16,-5 2-85 0,8 1-54 0,-1 0 89 15,-4 2-68-15,-4-1-34 0,1 3 1 0,-1-1-143 16,-5 0 50-16,0 0 30 0,-5 1-1 0,-5 1-192 15,-2-2 111-15,-2 2 64 0,0 3-199 0,-13 0 85 16,-4-1 69-16,-3 2-27 0,-5 0-26 16,0 0-1-16,-3-2 45 0,2 1-1 15,-3-4 37-15,1 1-1 0,5 1 0 0,0-5-389 16,-6 0 199-16,5 0 95 0</inkml:trace>
  <inkml:trace contextRef="#ctx0" brushRef="#br0" timeOffset="1394.82">21229 7707 882 0,'0'2'0'0,"0"0"0"0,0 0 0 0,0-1 0 0,0-1 0 0,4 0 0 0,12 0 427 16,3 0-197-16,3 0-90 0,8-1-58 0,0-5-25 15,0 2 1-15,0-2 284 0,0 5-154 0,-7-1-70 16,3 2-47-16,-6 0-135 0,-1 0 49 0,-1 0 23 16,-9 3 1-16,0 7-437 0,-6 2 227 0,-3-2 116 15,0 3 59-15</inkml:trace>
  <inkml:trace contextRef="#ctx0" brushRef="#br0" timeOffset="1576.84">21268 7703 671 0,'-10'0'0'0,"4"0"0"0,1 4 0 0,-1 6 0 0,4 1 0 0,1 6 0 0,1 3 23 0,0 9-23 0,0-1 839 15,0 6-403-15,1-1-202 0,3 2-92 0,3 1-59 16,2 2-25-16,0 0 0 0,0-3-25 0,0 1-128 15,0 0 72-15,3-3 24 0,-5-1 0 0,0-1-479 16,0-8 256-16,-4-2 127 16,1-5-592-16,-2-3 332 0</inkml:trace>
  <inkml:trace contextRef="#ctx0" brushRef="#br0" timeOffset="1718">21288 8060 1466 0,'-9'-17'0'0,"0"2"0"0,0 6 0 15,4 1 0-15,1 3 0 0,1 1 0 0,3 3 0 0,0 1 248 0,1 0-108 0,12 0-45 0,10 0 132 0,0 3-97 0,3 2-48 16,1 5-25-16,1-3-75 16,-5 0 34-16,9 3-8 0,-5 0-519 0,-1 0 272 15,-1-3 136-15</inkml:trace>
  <inkml:trace contextRef="#ctx0" brushRef="#br0" timeOffset="1880.25">21795 7909 1437 0,'-13'0'0'0,"4"0"0"0,7 0 0 0,0 0 0 0,-2 6 0 0,2-1 0 0,1 2 329 0,1 2-140 0,0-2-83 0,0 3-36 16,1-1 116-16,9-1-76 0,-1 2-39 0,3-1-464 16,0-2 209-16,1-2 108 0</inkml:trace>
  <inkml:trace contextRef="#ctx0" brushRef="#br0" timeOffset="2069.29">21996 7600 1756 0,'-4'-7'0'16,"4"4"0"-16,0 3 0 0,0-1 0 0,9 0 0 0,9-2 0 0,4-1 0 0,7-2 322 0,3 3-144 0,1-1-48 0,1-2-48 0,0 4-17 15,-1 0-8-15,-1 1-496 0,-2 0 235 16,-1-2 119-16,-7 1 59 0,-2 2-706 0</inkml:trace>
  <inkml:trace contextRef="#ctx0" brushRef="#br0" timeOffset="2272.75">22389 7386 1508 0,'-6'-5'0'0,"3"2"0"0,1 0 0 0,2-1 0 0,0-2 0 0,5 1 0 0,15 2 0 0,7 2 250 0,1-1-109 16,4 2-54-16,-2 0 187 0,0 0-120 0,-2 7-53 0,-1 4-38 16,-3 5-53-16,-9-2-1 0,4 0 24 15,-8 2 0-15,-1 2-105 0,-6 0 49 0,-4 3 27 16,0 2-125-16,-11-1 86 0,-7 2 29 0,-8 1 9 16,-6 3-69-16,-2-3-8 0,1-1 40 0,-3 1-40 15,-1-6 32-15,7 2-49 0,-3-4 38 0,3-2-25 0</inkml:trace>
  <inkml:trace contextRef="#ctx0" brushRef="#br0" timeOffset="2595.88">22176 7929 2437 0,'-2'10'0'0,"1"-3"0"0,-1-2 0 15,2-3 0-15,0-1 0 0,0 2 0 0,0-3 0 0,7 2 0 0,9-1 0 0,2-1 279 0,3 0-115 0,3 0-66 0,3 0-32 16,-2 0-1-16,2 0-32 0,-3-1-180 0,-1-4 98 0,0 0 37 15,-5-2 22-15,-1-1-394 0,-4 3 208 16,-4-4 105-16,-4-2 60 0,-3-1-440 0,-2-2 163 16,0 0 127-16,-5-1 64 0,-11-4 33 15,-2 8-9-15,-5-5 250 0,-4 7-105 0,-1 4-53 16,-4 3-25-16,-2 2 175 0,1 0-109 0,-7 16-42 16,8 5-24-16,5 4 504 0,2 1-190 0,6 3-137 15,6 4-62-15,5 0 166 0,8 1-121 0,0 2-60 16,1-2 48-16,17-2-54 0,3-1-19 0,1-4-232 15,6-1 98-15,-2-5 49 0,3-6 25 16,1-2-517-16,0-7 274 0,0-5 128 16,2-1 11-16,-2 0-354 0,0-12 183 0,0-9 117 15,-4-2 50-15,-4-3-489 0</inkml:trace>
  <inkml:trace contextRef="#ctx0" brushRef="#br0" timeOffset="2730.52">22564 7970 1687 0,'0'-11'0'15,"-7"5"0"-15,4 0 0 0,-1 5 0 0,0-2 0 0,2 3 0 0,2 0 0 0,0 0 0 0,2 0 0 0,12 0 378 0,4 6-172 0,5-2-87 0,0 0-43 16,-3-1 152-16,6-1-89 0,2 0-57 16,-7-2-375-16,-1 0 164 0,3 0 80 0,-4 0 41 15,-4 0-564-15,-1 0 299 0,-5 0 98 0,-2 0-273 16,-5-2 175-16</inkml:trace>
  <inkml:trace contextRef="#ctx0" brushRef="#br0" timeOffset="2872.14">22771 7932 1054 0,'-18'0'0'0,"-5"0"0"0,2 2 0 0,1 3 0 0,1 2 0 0,3 1 0 0,2 6 207 0,1-1-88 0,2 4-42 0,1 7 265 0,5 1-154 0,1 2-70 16,3 3-47-16,1 1 115 0,0 1-77 16,0-2-38-16,1 0 0 0,8-7 38 15,4 3-43-15,1-9 0 0,0 0-322 0,4-6 145 16,3-3 72-16,1-6-507 0,6-2 275 0,-2 0 149 16,4-11-1-16</inkml:trace>
  <inkml:trace contextRef="#ctx0" brushRef="#br0" timeOffset="4290.45">23304 7786 662 0,'0'-2'0'0,"-2"-1"0"0,0-1 0 0,2-2 0 0,0-2 0 0,0 1 0 0,0-3 0 0,0 0 0 0,0 3 0 0,0 3 89 0,0-1-28 0,0 2 8 0,0 0-51 16,0 2 15-16,0-1 0 15,0 2 0-15,0 0-54 0,-3 0 36 0,1 0-9 16,2 0 5-16,-1 0 1 0,-1 0 21 0,0 0-4 16,0 0-15-16,0 0-24 0,-1 0 34 0,-3 0-28 15,-1 0 93-15,-1 0-36 0,-1 0 5 0,-2 0 19 16,-3 2-25-16,-1 2 10 0,-2 1-33 0,-1 2 46 16,-1 6-14-16,-4 2-7 0,1 5-21 15,1 0-1-15,2 5 1 0,4 2 0 0,2 1 8 0,4 3-8 16,3-3-1-16,6 2 1 0,0-3 99 0,0-7-49 15,2 3-17-15,7-5 69 16,7-1-51-16,-4-3-26 0,6-5 1 0,-2-4-26 16,1-3 8-16,2-2-9 0,0 0-169 0,3-13 85 15,-2-9 42-15,7-11 11 0,-2-4 7 0,-1-6-22 16,1-6 36-16,-5-1-37 0,4-14-258 0,-6 3 110 16,-2 3 71-16,0-15-30 0,-2 4 46 15,-2 1 12-15,-5 14 11 0,1-2 20 0,-7 13-8 0,1 9 8 16,-2 13 164-16,0 6-80 0,0 3-42 15,-2 10-13-15,-7 2 233 0,2 6-105 16,-5 22-64-16,3 10-8 0,2 2 71 0,-3 10-28 16,2 2-31-16,3 6 15 0,0 10 80 0,1-8-63 15,1-5-32-15,3 1 1 0,0-9 7 0,0 7-39 16,0-16-134-16,0 0 67 0,8-7 33 0,0-8 8 16,1-3-222-16,3-5 106 0,0-9 65 0,4-6 8 15,4 0-119-15,5-9 41 0,5-15 53 0,2-4-155 16,-1-6 92-16,1-1 45 0,2-4 24 0,-8 5-85 15,10-9 58-15,-6 2 24 16,-4 2 61-16,-3 3 0 0,-5 4-36 0,-4 7-8 16,-1-6 226-16,-6 10-108 0,-2 5-56 0,-3 4-26 15,-2 3 389-15,0 3-172 0,0 4-71 0,-12 2 120 16,-3 0-113-16,-4 11-58 0,1 11-28 0,-5 0 183 16,0 4-110-16,2 4-51 15,3 0 155-15,4 0-104 0,3-2-50 0,8-4 131 16,1 8-216-16,2-4 0 0,0-5 0 0,11 2 0 15,6-5 0-15,0-3 0 0,5 1 0 0,-1-2 0 0,1-3 0 16,-3-1 0-16,-1-3 0 0,-2 3 0 16,-2-5 0-16,-9 0 0 0,1 0 0 0,-3 1 0 15,-3-1 0-15,0 3 0 0,-3 0 0 0,-13-1 0 16,-6 2-183-16,-2-2 131 0,-3 3 287 0,-1-3-235 16,0-1 0-16,0-3 0 0,8 1 0 0,-3 0 0 15,5-2-589-15,7-1 275 0,2 1 134 0,6-2 74 16,3 3 31-16,0 1 21 15</inkml:trace>
  <inkml:trace contextRef="#ctx0" brushRef="#br0" timeOffset="4436.1">24120 8171 2294 0,'-5'0'0'0,"5"0"0"0,0 0 0 0,0 0 0 0,0 0 0 0,0 0 0 0,-2 0 0 0,2 0 300 0,-2 0-133 0,2 0-59 0,0 0-110 15,0 0 0-15,0 0 35 16</inkml:trace>
  <inkml:trace contextRef="#ctx0" brushRef="#br0" timeOffset="6056.61">21760 9031 1895 0,'-8'0'0'0,"6"4"0"15,2 0 0-15,0-1 0 0,10 2 0 0,8-2 0 0,3-1 0 0,5 0 0 0,5 0 0 0,4-2 0 0,1 0 0 0,-1 0 106 0,1 0-37 0,-4 0 1 0,-1 0-37 0,-4 0-1 0,-4 0 9 16,-2 0-8-16,-5 0-397 15,0 0 199-15,-7 0 99 0,0 0 49 0,-4 0-605 16</inkml:trace>
  <inkml:trace contextRef="#ctx0" brushRef="#br0" timeOffset="6244.15">22033 8845 916 0,'-11'-3'0'0,"4"0"0"0,2 2 0 0,3-1 0 0,2 2 0 0,0 0 0 0,5 0 39 0,15 0-39 0,8 0 0 16,1 3 691-16,1 4-329 0,0 4-165 15,0 0-82-15,-2 3-49 0,-3-1-8 16,-2 5-25-16,-9-5 0 0,2 3-94 0,-7 2 47 16,-6 1 32-16,-3-1-236 0,0 4 125 0,-12-1 63 15,-9 0-365-15,-4-5 195 0,-3 4 34 0,0-5 74 16,-4 0-309-16,0-2 184 0</inkml:trace>
  <inkml:trace contextRef="#ctx0" brushRef="#br0" timeOffset="6837.23">21840 9361 771 0,'-7'20'0'0,"1"-4"0"0,1 0 0 0,-2 0 0 0,4-1 0 0,-1 1 586 0,2-4-281 0,2-1-136 0,0 3-68 15,2-5-34-15,7 0 0 0,9-5-26 0,4-1-8 16,0-3-1-16,3 0 1 0,-1-9 365 0,1-4-182 16,-7-2-84-16,5-3-53 0,-9 1-403 0,-2-4 178 15,-2 2 90-15,-7 1 44 0,0 1-288 16,-3 3 156-16,-3 3-6 0,-10 1 38 15,-6 7 30-15,-9 2 25 0,1 1-8 0,-5 1 95 16,-8 18-32-16,4 6 0 0,1 2 285 0,3 4-158 16,9-3-72-16,-2 4-37 0,7 3 434 0,4-1-215 15,7 3-73-15,5-2-64 0,2-4 87 0,0 4-80 16,13-6-37-16,8-1-82 0,4-3 23 16,5-5 8-16,2-3 16 0,1-3-120 0,3-7 59 15,-1-3 31-15,-1-4-356 0,1 0 153 0,-1-10 104 16,-4-11 56-16,1-6-598 0,-2-4 303 0,-4-2 151 15,-4 5 67-15,0-7-404 0,-3 6 245 16,-4-1 121-16,-3 3-64 0,-6 6 109 0,2 1 110 16,-5 1 0-16,-2 8 0 0,0 2 0 0,0 0 0 15,0 6 209-15,-7 1-107 0,5 0-64 0,1 1-35 16,-1 1 587-16,2 0-304 0,0 0-47 16,2 5-37-16,11 3 168 0,2-3-169 0,4 1-84 15,6 0 17-15,-2-5-50 0,0 1-18 16,5-2-8-16,-3 0-397 0,-4 0 185 0,-1 0 94 15,-1-3-236-15,-6-1 173 0,-1-1 74 0,-5-1 11 16,-2 2-578-16,-3 0 292 0,-2 0 146 0,0 1 64 16,-2 2-100-16,-10-2 90 0,0 1 46 0,-1 2 104 15,-2 0-29-15,-2 0-9 0,-2 0 316 0,1 2-169 16,1 7-83-16,-1 4-43 0,2 2 405 16,2 4-175-16,3 4-117 0,4 1 14 15,7 2-52-15,0 3-17 0,0-3 0 0,5 2-26 0,11 0 113 0,0-2-61 16,5-1-30-16,1-5 164 15,3-1-98-15,-4-5-40 0,5 1-32 16,-6-9 0-16,1-3-24 0,2-3 0 0,-5 0-323 16,1-2 169-16,0-14 73 0,-4-7 41 0</inkml:trace>
  <inkml:trace contextRef="#ctx0" brushRef="#br0" timeOffset="6986.06">22719 9282 1225 0,'0'0'0'0,"0"0"0"0,0 0 0 0,0 3 0 0,0 2 0 0,6 0 0 0,5 1 235 0,1-1-106 16,2-1-48-16,4-4 148 0,0 0-98 15,3 0-49-15,-2 0-371 0,1 0 157 0,-1-3 82 0,-1-3 42 16,-2 0-724-16</inkml:trace>
  <inkml:trace contextRef="#ctx0" brushRef="#br0" timeOffset="7126.25">22750 9421 1276 0,'-25'12'0'0,"8"-3"0"0,2 3 0 0,6-3 0 0,2-1 0 0,4-1 0 0,3 2 296 0,0 1-132 0,19-2-65 0,4-3 297 15,4-2-173-15,6-1-100 0,2-2-45 0,1 0-75 16,0 0 1-16,-3 0 28 0,1-5-754 0,-6-2 373 16</inkml:trace>
  <inkml:trace contextRef="#ctx0" brushRef="#br0" timeOffset="7875.6">23615 9097 931 0,'-3'-10'0'0,"-6"5"0"0,2-1 0 0,-4 2 0 0,-4 3 0 0,-2 1 0 0,-4 1 163 0,-3 16-65 0,-6 8 41 16,1 6-53-16,2 7-19 0,-1 3-7 15,1 7 28-15,5 6-28 0,2 1 0 0,6 1-27 16,3-3 145-16,5 2-77 0,6-6-34 0,0-3 0 16,0-11 12-16,6 1-24 0,9-8 9 15,4-6-202-15,3-4 85 0,4-9 43 0,2-5-452 0,2-4 226 16,2-3 128-16,2-10 26 0,0-13-252 16,-4 0 122-16</inkml:trace>
  <inkml:trace contextRef="#ctx0" brushRef="#br0" timeOffset="8447.39">23709 9397 996 0,'0'-9'0'0,"0"7"0"0,-3 2 0 0,-9 0 0 15,-1 13 0-15,-3 7 0 0,4 1 0 0,4-1 238 0,-2 7-107 0,7-6-49 0,3 3-25 0,0 2 209 0,0-3-116 16,8-6-51-16,8 6 15 0,2-8-40 0,2-2-21 16,-1-4 1-16,4-4-124 0,0-3 60 0,0-2 17 15,3 0-143-15,-3-3 84 16,-5-10 43-16,0-5 20 0,-7 0-108 0,2-8 56 15,-6 2 29-15,-3-2-51 0,-2-3-50 0,-2 3 16 16,0 4-3-16,0-3 132 0,-6 2-29 0,-4 3-15 16,-2 3-16-16,1 2 161 0,-3 5-68 0,2 3-37 15,-1 3 138-15,-1 2-81 0,1 2-39 0,0 0 3 16,0 7 55-16,-1 5-42 0,3 1-3 0,2 0 0 16,0 0-58-16,1 2 32 0,1-1 8 15,3-1-76-15,2-2 32 0,0-2 0 16,2 1 23-16,0-1-93 0,0-2 35 0,2-1 28 15,7-2-104-15,0-2 60 0,5 0 15 0,-3-2 1 16,1 0-38-16,-3 0 33 0,0 0 5 0,-2 0 0 16,0-2 7-16,-5 0 7 0,1-1-11 0,-1 2 75 15,0-1-32-15,-2 0 1 0,0 0-28 0,0 1 147 16,0 0-61-16,0-2-36 0,0 1 104 16,-2 0-63-16,2 0-18 0,-4 1 3 0,4-2-5 15,-1 3-30-15,1 0 18 0,-2-1-14 0,2 1-20 0,0 0 7 16,0 0 26-16,0 0-113 15,0 0 45-15,0 0 25 0,0 0 1 0,0 0-95 16,0 0 39-16,0 0 31 0,0 0-16 0,0 0 0 16,-2 0 22-16,0 0 11 0,-3 0-19 0,4 0 19 15,-1 0-8-15,2 0 6 0,-2 0 10 0,-1 0-13 16,3 0 4-16,0 0-10 0,0 0 15 0,0 0-5 16,0 0-19-16,0 0 16 15,0 0 3-15,0 0 0 0,0 0-35 16,0 0 0-16,0 0 27 0,0 0 0 0,0 0-114 0,0 0 56 15,0-2 22-15,0-2 1 0,0-1-211 0,0 1 108 16,0-2 67-16,0 2-130 0,0 1 95 0</inkml:trace>
  <inkml:trace contextRef="#ctx0" brushRef="#br0" timeOffset="9069.62">23670 9354 732 0,'0'-4'0'0,"0"0"0"0,-3 1 0 0,0-1 0 0,-3 1 0 0,-1-1 0 0,1 1 0 0,-1 0 0 0,-1 1 0 0,-3 2 88 0,4 0-19 0,-7 0-9 0,1 4 90 16,-1 8-59-16,-2 8-29 0,2 2 91 0,2 4-52 16,-1 3-38-16,3 1-1 0,3 0 36 15,3-2-33-15,4 0 0 0,0-7-24 16,0 1 15-16,5-3-23 0,15-3 0 0,0-5-165 15,4-4 83-15,1-5 48 0,7-2 14 0,-2 0-441 16,0-2 221-16,2-11 74 0,-6-2-359 0</inkml:trace>
  <inkml:trace contextRef="#ctx0" brushRef="#br0" timeOffset="9450.6">24157 9352 672 0,'2'-8'0'0,"1"1"0"0,-1-1 0 0,0 1 0 0,0-2 0 0,-1 2 0 0,-1 1 0 0,0 0 146 0,0 2-56 0,0 1-29 0,0-2 9 16,-5 3 8-16,-5 1-22 0,1 1 0 15,-2 0 65-15,-1 0-44 0,-1 6-14 16,0 3 93-16,2 0-62 0,-2 2-31 0,1 3 1 15,1 1 76-15,2 0-45 0,1-1-35 0,2 0-1 16,4 1 46-16,2-3-37 0,0 4 1 0,0-3-28 16,4 1 6-16,6-3-14 0,1-2 0 0,2 2-52 15,4-3 27-15,-4 0 7 0,2-3-97 0,-2 0 57 16,-6 1 29-16,2-3 0 0,-2 3-100 0,-3-5 47 16,-3 2 10-16,-1 3 23 0,0 1-17 15,-12-1-1-15,-2 1-5 0,-4 1 79 16,-3 0-26-16,0-3 0 0,-1 1-23 15,1-1-74-15,0-2 36 0,5 0 3 0,6-1-275 0,0-2 146 16,7 0 66-16,1 0 39 0,2 0-352 0,2 0 197 16</inkml:trace>
  <inkml:trace contextRef="#ctx0" brushRef="#br0" timeOffset="9977.43">24442 9125 1052 0,'0'-13'0'0,"0"1"0"16,0 1 0-16,0 2 0 0,0 1 0 0,5 1 116 0,4-1-42 0,5 7-21 0,2-1 288 0,2 2-158 16,0 0-75-16,-1 7-38 15,3 8 73-15,-4 6-55 0,-3 0-20 0,-1 8-67 16,-5 1 0-16,-5 5 32 0,-1 0 0 0,-1 8-69 15,-3-7 44-15,-12 9-10 0,-6-6 6 0,-1 3-1 16,-3-5 30-16,5-7 4 0,-7 2-32 0,-1-4 0 16,2-5-25-16,1-6 37 0,5-8-45 0,-1-1 18 15,0-8-3-15,5 0-58 0,0-2 37 0,5-11 0 16,4-8 39-16,4-5-96 0,3-5 44 16,0-7 16-16,5 5-31 0,8 0 19 15,2 1 0-15,-2 11 4 0,1-2 70 0,2 8-14 16,-3 4-39-16,0 6-13 0,0 2 299 0,-1 3-129 15,-1 0-68-15,2 7 299 0,0 5-169 0,0 7-73 16,-1-2-45-16,-1 3 91 0,3 5-72 0,2-4-33 16,0 1-370-16,2-4 169 0,3 2 85 0,-1-8 50 15,4 6-342-15,1-7 184 0,1-4 94 0</inkml:trace>
  <inkml:trace contextRef="#ctx0" brushRef="#br0" timeOffset="10136.01">24947 9534 1458 0,'2'4'0'0,"-2"3"0"0,0-1 0 0,0 6 0 0,-2-1 0 0,-9 2 0 0,-3 2 0 0,1 2 0 15,-2 1 478-15,-2 3-227 0,2-7-109 0,0 4-39 16,0-1-34-16,2-2-1 0,-1-2-27 0,2-2-506 16,1-2 249-16,4-3 124 0,2 0 62 15,3-4 32-15</inkml:trace>
  <inkml:trace contextRef="#ctx0" brushRef="#br0" timeOffset="10669.34">25315 9255 1073 0,'-21'-2'0'0,"5"0"0"0,-2 2 0 0,4 0 0 0,-4 6 0 0,2 5 87 0,0 1-27 16,-2 9 8-16,1 6 322 0,1 1-179 0,4 2-89 16,3 3-44-16,2 0 155 0,2 0-92 0,5 0-58 15,0-6-30-15,1 0 1 0,11-5-21 0,1-5 0 16,4-2-119-16,2-4 56 0,2-5 31 16,1-4 1-16,5-2-99 0,-5-3 65 15,2-17 41-15,-1-2-330 0,-3-4 117 0,-1-5 97 16,-1 1-158-16,-2 0 115 0,-2-1 51 0,-3-2 37 15,-4 6 89-15,-1 6-29 0,-5 0-1 0,-1 8-30 16,0 2 279-16,0 5-136 0,-9 4-71 0,-2 2 190 16,-3 0-90-16,2 14-74 0,-1 6 26 15,-1 6 233-15,7-1-146 0,3 3-72 0,4 2 17 16,0-1-45-16,0-4-14 0,8 5-9 0,7-5-98 16,2-5 37-16,2-3 1 0,-3-5 38 0,6-3-203 15,2-3 97-15,1-6 53 0,0 0 27 16,-1-6-335-16,-3-12 163 0,0-2 36 0,-2-2-41 15,-2-4 57-15,-4-3 41 0,-6-1 8 0,0-1 31 16,-4-2-8-16,-1 0 8 0,-2 1 109 0,0 4-55 16,-14 3-26-16,1 9-1 0,-6 0 204 15,-3 4-111-15,-2 6-29 0,-3 4 206 0,-1 2-108 0,0 2-71 16,-1 9 11-16,5 2-12 16,8 0-25-16,-4 5-1 0,8 0-111 0,4-2 51 15,6 4 13-15,2-2 0 0,0-3-385 0,10 2 200 0,9-2 79 16,3-3 62-16,9-3-613 0,0-5 306 15,4-4 154-15</inkml:trace>
  <inkml:trace contextRef="#ctx0" brushRef="#br0" timeOffset="10950.62">25984 9207 1156 0,'-2'-11'0'0,"-10"-2"0"0,1 4 0 0,-2 3 0 0,-4 1 0 0,-4 2 0 0,-1 1 144 0,-4 2-59 0,-2 2-27 15,-2 14 274-15,1 1-150 0,1 2-74 0,2 3-30 16,6-1 138-16,10-4-92 0,2 6-45 0,6-1 11 16,2 1-29-16,4-3 8 0,15 1-36 0,3-5-90 15,5 0 45-15,3-4 22 0,1 0-95 0,0-5 67 16,-1 1 22-16,-6-3-1 0,-1 1-225 16,-8-1 122-16,-2 1 13 0,-5 1-10 0,-5-3-82 15,-1 1 76-15,-2 2 15 0,-4 1 28 16,-11-1 120-16,-5-1-55 0,-5 1-15 0,-1 0 51 15,-2-1-38-15,3 1 4 0,1-1-39 0,5-2-258 16,-2 2 132-16,10-3 64 0,1 1-152 0,1 0 106 16</inkml:trace>
  <inkml:trace contextRef="#ctx0" brushRef="#br0" timeOffset="11425.71">26248 9923 1207 0,'-2'15'0'0,"-3"2"0"0,3-2 0 0,-2-4 0 0,1 1 0 0,-1-5 0 0,-1-1 249 0,2-4-108 0,-1 1-46 0,1-3-35 16,-3 0 310-16,-1-3-168 0,1-10-85 0,-2-4-3 16,3-4-33-16,-4-8-7 0,1-2-42 15,-2-3-82-15,1-11 42 0,2 0 20 16,-1-6-104-16,0-16 59 0,5-3 32 0,0-16 1 15,3-3-137-15,0-8 60 0,5 8 53 0,12-14-35 16,-4 34-64-16,2 12 20 0,0 5 43 0,-2 16 52 16,-2 11-6-16,5 1-33 0,0 12 15 15,1 8 165-15,-2 1-78 0,2 3-36 0,-4 4 130 16,0 10-69-16,-3 1-42 0,-1 5-3 16,-5 3-4-16,-2 4 18 0,-2-6-30 0,0 8 30 15,-4-5-62-15,-7-1 25 0,-3-1 13 0,3-6-72 16,-4 2 37-16,2-3-12 0,0-4 39 0,5-1 39 15,-1-3-20-15,4-2-20 0,3-1 94 0,0-2-50 16,2 4-22-16,0-3 3 0,2 3-35 0,9 2 23 16,2-3 0-16,4 3 13 0,0 1-55 0,-2 1 56 15,0 1-14-15,-2 2-119 0,-2 1 60 16,-3 2 23-16,-4 4 1 0,-3-1-118 16,-1 4 66-16,0 0 13 0,-9-5-95 0,-8 7 65 15,-1-7 16-15,-1-1-1 0,-5-3-122 0,5-5 69 16,-2-3 32-16,2-4 8 0,0-2-249 0,4 0 144 15,2-10 73-15,0-7-211 0</inkml:trace>
  <inkml:trace contextRef="#ctx0" brushRef="#br0" timeOffset="11594.26">26434 9013 1610 0,'14'0'0'0,"0"0"0"0,2 6 0 0,2 4 0 0,1 1 0 0,4 5 0 0,-2 2 0 0,4 7 0 0,4 5 638 0,-7 4-302 0,-3 0-152 15,0 8 237-15,-9-2-186 0,1 13-105 0,-8-4-49 16,-3 1-94-16,0 1 23 0,-17-1-1 0,-6-1-377 16,-2 0 197-16,-5-7 101 0,0 1 52 0,-4-8-311 15,-4-3 181-15</inkml:trace>
  <inkml:trace contextRef="#ctx0" brushRef="#br0" timeOffset="24949.98">15032 14412 867 0,'-6'0'0'0,"1"0"0"0,0 2 0 0,-2 2 0 0,3-3 0 0,1 2 0 0,1 1 0 0,0-2 114 0,-1 2-32 0,3 0-9 0,-2-2-40 15,0 0 71-15,2-1-35 0,0-1-1 0,0 2 9 0,0-2-9 16,0 0-35-16,0 0 0 0,0 0 103 16,0 0-52-16,0 0-17 0,0 0-1 0,0 0-1 15,0 0-32-15,0 0 0 0,0 0-33 0,0 0 8 16,0 0 24-16,0 0 1 0,0 0 38 0,0 0 0 16,0 0-39-16,0 0 38 0,0 0-9 15,0 0-28-15,0 0 75 0,0 0-37 0,0 0 0 16,0 0-30-16,0 0 70 0,0 0-39 0,0 0 0 0,0 0-39 15,0 0 27-15,0 0 9 16,0 2-36-16,0-2 0 0,0 0-25 0,0 0 1 16,0 0 24-16,0 0-37 0,0 0 15 0,0 0 0 15,0 0-7-15,0 0 29 0,0 0 0 0,0 0 8 16,0 0-23-16,0 0 8 0,0 0-16 0,0 0 13 16,0 0 36-16,0 0 7 0,0 0-43 0,0 2 1 15,0-2 45-15,0 0-41 16,0 0 16-16,0 0-22 0,0 0 13 0,2 1 144 0,-2-1-179 0,2 0 0 15,-1 0 0-15,1 0 0 16,0 0 0-16,0 2 0 0,0-2 0 0,3 2 0 16,2 1 0-16,-2-2 0 0,2 1 0 0,1 0 0 15,2 2 0-15,-1-2 0 0,0 0 0 0,0-2 0 16,-1 1 0-16,-1 1 0 0,1-2 0 0,-1 2 0 16,1 1 0-16,-1-3 0 0,-1 0 0 0,1 1 0 15,1-1 0-15,2 2 0 16,-3-2 0-16,0 4 0 0,3-4 0 0,-1 1 0 0,2 4 0 15,-3-4 0-15,3 3 0 0,0-2 0 0,3 2 0 16,1-3 0-16,-2 1 0 0,2 0 0 16,0 0 0-16,2 0 0 0,-2-2 0 0,2 0 0 15,-2 2 0-15,0-2 0 0,0 0 0 0,0 0 0 16,0 2 0-16,2 0 0 0,-2-2 0 0,0 1 0 16,0 1 0-16,2-2 0 0,-2 2 0 0,1 0 0 15,4-2 0-15,-4 2 0 0,3-2 0 0,0 0 0 16,-2 0 0-16,2 0 0 0,-3 0 0 15,3 0 0-15,-1 0 0 0,2 0 0 16,-3 0 0-16,1 1 0 0,1 2 0 0,1-1 0 16,-4 0 0-16,3 2 0 0,-3-1 0 0,2 1 0 15,-2-2 0-15,2 1 0 0,-2 1 0 0,3-3 0 16,-2 4 0-16,2-4 0 0,2 2 0 0,0-1 0 16,0-2 0-16,0 1 0 0,4 0 0 0,-5 2 0 15,6-1 0-15,-5 1 0 0,2 2 0 0,4 0 0 16,-4 3 0-16,2-3 0 0,1 3 0 15,3 1 0-15,1-2 0 0,-2 3 0 16,2 5 0-16,7 0 0 0,-1 0 0 0,-6-5 0 16,6 1 0-16,-3-4 0 0,-1 0 0 0,0 1 0 15,0-2 0-15,-6 0 0 0,6 1 0 0,-5-1 0 16,-1 1 0-16,-1-1 0 0,1 2 0 0,-4-3 0 16,8 2 0-16,-3-1 0 0,1-3 0 0,-2 2 0 15,2-2 0-15,-5-3 0 0,7 0 0 0,-7 0 0 16,-2 0 0-16,0 0 0 0,-1 0 0 0,0 0 0 15,-3-1 0-15,-1-1 0 16,-2 0 0-16,-1-1 0 0,-2 3 0 0,-1-3 0 16,1 2 0-16,-2 1 0 0,1 0 0 0,-1 0 0 15,0 0 0-15,-1 0 0 0,1 0 0 0,0 0 0 16,-1 0 0-16,-2 0 0 0,0 0 0 0,-5 0 0 16,1 0 0-16,0 0 0 0,0 0 0 0,-2 0 0 15,0 0 0-15,0 0 0 0,0 0 0 0,0 0 0 16,0 0 0-16,0 0 0 15,-2 1 0-15,-2-1 0 0,-1 3 0 0,0-3 0 16,0 0 0-16,1 0 0 0,1 0-252 0,-3 8 118 16,6 0 52-16</inkml:trace>
  <inkml:trace contextRef="#ctx0" brushRef="#br0" timeOffset="26242.12">22739 14552 638 0,'-5'-4'0'0,"-4"2"0"0,2-3 0 0,-3 1 0 0,2 1 0 0,3-1 0 0,-1-1 303 0,1 2-136 16,0-1-66-16,2-1-27 0,3 1 107 0,-2-4-75 16,2 1-36-16,0-4 92 0,0 1-65 0,0 0-24 15,2-3 113-15,1 3-76 0,2 1-39 0,0-1 0 16,-1 1 86-16,0 3-54 0,-3 0-39 0,3 3 0 16,2 0 17-16,-3 0-25 0,4 1 1 0,0 0-16 15,4 1 37-15,1-2-23 0,-1 1 1 0,3 0 15 16,4 2 0-16,1 0-30 15,1 0 32-15,4 0-1 0,3 4-39 0,1 6 0 16,4-2 1-16,3 5 7 0,5-1-8 0,0 0 0 16,1 0-13-16,-2 1 13 0,5-5 0 0,-5 2-18 15,7-1 18-15,-2 1 0 0,1-3 138 0,0 2-171 16,0-1 0-16,-3 0 0 0,10 1 0 16,-1 1 0-16,-2-2 0 0,1 2 0 0,1 0 0 15,2-2 0-15,-3 2 0 0,3 0 0 16,0-3 0-16,-3 0 0 0,1 1 0 0,-3-4 0 15,3-1 0-15,0 0 0 0,-4-2 0 0,-1-1 0 16,-2 0 0-16,-7 0 0 0,11 0 0 0,-13 0 0 16,5 0 0-16,-2 0 0 0,-3 0 0 0,3 0 0 15,-4 0 0-15,-1 0 0 0,-1 0 0 0,2 0 0 16,-1 0 0-16,2 0 0 0,-3 0 0 0,-2 0 0 16,0 0 0-16,2 0 0 0,-6 0 0 15,5 0 0-15,0 0 0 0,-1 0 0 0,-2 0 0 0,0 0 0 16,-7 0 0-16,15 6 0 0,-1 6 0 0,-5-5 0 15,-1-2 0-15,1 1 0 16,-9-1 0-16,3-3 0 0,-2 1 0 0,-1 1 0 16,0-3 0-16,-6 1 0 0,2 0 0 0,-3 0 0 15,0 2 0-15,-1-3 0 0,0 4 0 0,-1-2 0 16,-3 1 0-16,0-2 0 16,1 1 0-16,-3 1 0 0,2-2 0 0,-4 0 0 15,4 0 0-15,-4-2 0 0,1 2 0 0,-1-2 0 16,1 0 0-16,-1 0 0 0,0 0 0 0,0 0 0 15,-3 0 0-15,-1 0 0 0,2 0 0 0,-1 0 0 16,-1 0 0-16,1 0 0 0,-2 0 0 0,0 0 0 16,0 0 0-16,0 0 0 0,0 0 0 0,0-2 0 15,-5-6 0-15,-8 6 0 0,-4-1 0 0,0 3-366 16,-4 7 164-16,-5 35 94 0,-2 41 30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5AC0E-DC9C-4C0A-A40B-A2331465BEE6}" type="datetimeFigureOut">
              <a:rPr lang="zh-CN" altLang="en-US" smtClean="0"/>
              <a:t>2021/1/19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03F28-4B63-4EED-8D95-F4A3C09F10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00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545" y="910683"/>
            <a:ext cx="10064910" cy="11507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57238" y="2328863"/>
            <a:ext cx="10677524" cy="985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1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116931" y="910683"/>
            <a:ext cx="7958138" cy="7609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757238" y="3314701"/>
            <a:ext cx="10677524" cy="585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657725" y="4530394"/>
            <a:ext cx="2876550" cy="39290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cxnSp>
        <p:nvCxnSpPr>
          <p:cNvPr id="9" name="直接连接符 79"/>
          <p:cNvCxnSpPr/>
          <p:nvPr/>
        </p:nvCxnSpPr>
        <p:spPr>
          <a:xfrm>
            <a:off x="1764181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80"/>
          <p:cNvCxnSpPr/>
          <p:nvPr/>
        </p:nvCxnSpPr>
        <p:spPr>
          <a:xfrm>
            <a:off x="7637986" y="4715060"/>
            <a:ext cx="2755900" cy="0"/>
          </a:xfrm>
          <a:prstGeom prst="line">
            <a:avLst/>
          </a:prstGeom>
          <a:ln>
            <a:solidFill>
              <a:srgbClr val="7776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266806"/>
            <a:ext cx="12193057" cy="1591194"/>
          </a:xfrm>
          <a:prstGeom prst="rect">
            <a:avLst/>
          </a:prstGeom>
        </p:spPr>
      </p:pic>
      <p:sp>
        <p:nvSpPr>
          <p:cNvPr id="13" name="任意多边形 29"/>
          <p:cNvSpPr/>
          <p:nvPr userDrawn="1"/>
        </p:nvSpPr>
        <p:spPr>
          <a:xfrm>
            <a:off x="125378" y="5499101"/>
            <a:ext cx="11941243" cy="1259002"/>
          </a:xfrm>
          <a:custGeom>
            <a:avLst/>
            <a:gdLst>
              <a:gd name="connsiteX0" fmla="*/ 6096000 w 12192000"/>
              <a:gd name="connsiteY0" fmla="*/ 0 h 1591193"/>
              <a:gd name="connsiteX1" fmla="*/ 6410502 w 12192000"/>
              <a:gd name="connsiteY1" fmla="*/ 322781 h 1591193"/>
              <a:gd name="connsiteX2" fmla="*/ 12192000 w 12192000"/>
              <a:gd name="connsiteY2" fmla="*/ 322781 h 1591193"/>
              <a:gd name="connsiteX3" fmla="*/ 12192000 w 12192000"/>
              <a:gd name="connsiteY3" fmla="*/ 1591193 h 1591193"/>
              <a:gd name="connsiteX4" fmla="*/ 0 w 12192000"/>
              <a:gd name="connsiteY4" fmla="*/ 1591193 h 1591193"/>
              <a:gd name="connsiteX5" fmla="*/ 0 w 12192000"/>
              <a:gd name="connsiteY5" fmla="*/ 322781 h 1591193"/>
              <a:gd name="connsiteX6" fmla="*/ 5781498 w 12192000"/>
              <a:gd name="connsiteY6" fmla="*/ 322781 h 1591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591193">
                <a:moveTo>
                  <a:pt x="6096000" y="0"/>
                </a:moveTo>
                <a:lnTo>
                  <a:pt x="6410502" y="322781"/>
                </a:lnTo>
                <a:lnTo>
                  <a:pt x="12192000" y="322781"/>
                </a:lnTo>
                <a:lnTo>
                  <a:pt x="12192000" y="1591193"/>
                </a:lnTo>
                <a:lnTo>
                  <a:pt x="0" y="1591193"/>
                </a:lnTo>
                <a:lnTo>
                  <a:pt x="0" y="322781"/>
                </a:lnTo>
                <a:lnTo>
                  <a:pt x="5781498" y="322781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757238" y="6062403"/>
            <a:ext cx="10677524" cy="40983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982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609727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940846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0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4271964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048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8" y="1104902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8" y="243602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8" y="3767139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8" y="50982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94774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204311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313849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4233865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5329241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4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97"/>
            <a:ext cx="5194242" cy="68585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56691" y="-297"/>
            <a:ext cx="335309" cy="6858594"/>
          </a:xfrm>
          <a:prstGeom prst="rect">
            <a:avLst/>
          </a:prstGeom>
        </p:spPr>
      </p:pic>
      <p:cxnSp>
        <p:nvCxnSpPr>
          <p:cNvPr id="4" name="直接连接符 19"/>
          <p:cNvCxnSpPr/>
          <p:nvPr userDrawn="1"/>
        </p:nvCxnSpPr>
        <p:spPr>
          <a:xfrm>
            <a:off x="12032650" y="177800"/>
            <a:ext cx="0" cy="650240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17"/>
          <p:cNvSpPr/>
          <p:nvPr userDrawn="1"/>
        </p:nvSpPr>
        <p:spPr>
          <a:xfrm>
            <a:off x="136037" y="177800"/>
            <a:ext cx="4864588" cy="6502400"/>
          </a:xfrm>
          <a:custGeom>
            <a:avLst/>
            <a:gdLst>
              <a:gd name="connsiteX0" fmla="*/ 0 w 5191349"/>
              <a:gd name="connsiteY0" fmla="*/ 0 h 6858000"/>
              <a:gd name="connsiteX1" fmla="*/ 4882718 w 5191349"/>
              <a:gd name="connsiteY1" fmla="*/ 0 h 6858000"/>
              <a:gd name="connsiteX2" fmla="*/ 4882718 w 5191349"/>
              <a:gd name="connsiteY2" fmla="*/ 3113151 h 6858000"/>
              <a:gd name="connsiteX3" fmla="*/ 5191349 w 5191349"/>
              <a:gd name="connsiteY3" fmla="*/ 3429000 h 6858000"/>
              <a:gd name="connsiteX4" fmla="*/ 4882718 w 5191349"/>
              <a:gd name="connsiteY4" fmla="*/ 3744848 h 6858000"/>
              <a:gd name="connsiteX5" fmla="*/ 4882718 w 5191349"/>
              <a:gd name="connsiteY5" fmla="*/ 6858000 h 6858000"/>
              <a:gd name="connsiteX6" fmla="*/ 0 w 519134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91349" h="6858000">
                <a:moveTo>
                  <a:pt x="0" y="0"/>
                </a:moveTo>
                <a:lnTo>
                  <a:pt x="4882718" y="0"/>
                </a:lnTo>
                <a:lnTo>
                  <a:pt x="4882718" y="3113151"/>
                </a:lnTo>
                <a:lnTo>
                  <a:pt x="5191349" y="3429000"/>
                </a:lnTo>
                <a:lnTo>
                  <a:pt x="4882718" y="3744848"/>
                </a:lnTo>
                <a:lnTo>
                  <a:pt x="4882718" y="6858000"/>
                </a:lnTo>
                <a:lnTo>
                  <a:pt x="0" y="6858000"/>
                </a:lnTo>
                <a:close/>
              </a:path>
            </a:pathLst>
          </a:custGeom>
          <a:noFill/>
          <a:ln w="19050"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225306" y="2200276"/>
            <a:ext cx="2686050" cy="13430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1225306" y="3543300"/>
            <a:ext cx="2686050" cy="5857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6449767" y="76200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6449767" y="169735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6449767" y="263271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6449767" y="3568068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449767" y="4503423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  <p:sp>
        <p:nvSpPr>
          <p:cNvPr id="14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6449767" y="5438780"/>
            <a:ext cx="4208707" cy="59054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2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720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9" y="0"/>
            <a:ext cx="12193057" cy="6078239"/>
          </a:xfrm>
          <a:prstGeom prst="rect">
            <a:avLst/>
          </a:prstGeom>
          <a:ln>
            <a:noFill/>
          </a:ln>
        </p:spPr>
      </p:pic>
      <p:sp>
        <p:nvSpPr>
          <p:cNvPr id="3" name="任意多边形 5"/>
          <p:cNvSpPr/>
          <p:nvPr userDrawn="1"/>
        </p:nvSpPr>
        <p:spPr>
          <a:xfrm rot="10800000">
            <a:off x="178065" y="142981"/>
            <a:ext cx="11835867" cy="5718804"/>
          </a:xfrm>
          <a:custGeom>
            <a:avLst/>
            <a:gdLst>
              <a:gd name="connsiteX0" fmla="*/ 12192000 w 12192000"/>
              <a:gd name="connsiteY0" fmla="*/ 6074228 h 6074228"/>
              <a:gd name="connsiteX1" fmla="*/ 0 w 12192000"/>
              <a:gd name="connsiteY1" fmla="*/ 6074228 h 6074228"/>
              <a:gd name="connsiteX2" fmla="*/ 0 w 12192000"/>
              <a:gd name="connsiteY2" fmla="*/ 293914 h 6074228"/>
              <a:gd name="connsiteX3" fmla="*/ 5632768 w 12192000"/>
              <a:gd name="connsiteY3" fmla="*/ 293914 h 6074228"/>
              <a:gd name="connsiteX4" fmla="*/ 6096002 w 12192000"/>
              <a:gd name="connsiteY4" fmla="*/ 0 h 6074228"/>
              <a:gd name="connsiteX5" fmla="*/ 6559235 w 12192000"/>
              <a:gd name="connsiteY5" fmla="*/ 293914 h 6074228"/>
              <a:gd name="connsiteX6" fmla="*/ 12192000 w 12192000"/>
              <a:gd name="connsiteY6" fmla="*/ 293914 h 6074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074228">
                <a:moveTo>
                  <a:pt x="12192000" y="6074228"/>
                </a:moveTo>
                <a:lnTo>
                  <a:pt x="0" y="6074228"/>
                </a:lnTo>
                <a:lnTo>
                  <a:pt x="0" y="293914"/>
                </a:lnTo>
                <a:lnTo>
                  <a:pt x="5632768" y="293914"/>
                </a:lnTo>
                <a:lnTo>
                  <a:pt x="6096002" y="0"/>
                </a:lnTo>
                <a:lnTo>
                  <a:pt x="6559235" y="293914"/>
                </a:lnTo>
                <a:lnTo>
                  <a:pt x="12192000" y="293914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1" name="组 70"/>
          <p:cNvGrpSpPr/>
          <p:nvPr userDrawn="1"/>
        </p:nvGrpSpPr>
        <p:grpSpPr>
          <a:xfrm>
            <a:off x="3685541" y="345797"/>
            <a:ext cx="4820918" cy="4822970"/>
            <a:chOff x="3683902" y="345797"/>
            <a:chExt cx="4820918" cy="4822970"/>
          </a:xfrm>
        </p:grpSpPr>
        <p:grpSp>
          <p:nvGrpSpPr>
            <p:cNvPr id="17" name="组合 11"/>
            <p:cNvGrpSpPr/>
            <p:nvPr/>
          </p:nvGrpSpPr>
          <p:grpSpPr>
            <a:xfrm>
              <a:off x="3812098" y="462897"/>
              <a:ext cx="4568634" cy="4568633"/>
              <a:chOff x="3651549" y="975481"/>
              <a:chExt cx="2929467" cy="2929467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3651549" y="975481"/>
                <a:ext cx="2929467" cy="292946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3856282" y="1186757"/>
                <a:ext cx="2520000" cy="251982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30"/>
            <p:cNvCxnSpPr>
              <a:cxnSpLocks/>
            </p:cNvCxnSpPr>
            <p:nvPr/>
          </p:nvCxnSpPr>
          <p:spPr>
            <a:xfrm rot="16200000" flipH="1">
              <a:off x="3751182" y="250933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1"/>
            <p:cNvCxnSpPr>
              <a:cxnSpLocks/>
            </p:cNvCxnSpPr>
            <p:nvPr/>
          </p:nvCxnSpPr>
          <p:spPr>
            <a:xfrm rot="16623528" flipH="1">
              <a:off x="3767588" y="2243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2"/>
            <p:cNvCxnSpPr>
              <a:cxnSpLocks/>
            </p:cNvCxnSpPr>
            <p:nvPr/>
          </p:nvCxnSpPr>
          <p:spPr>
            <a:xfrm rot="17047059" flipH="1">
              <a:off x="3816559" y="1981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"/>
            <p:cNvCxnSpPr>
              <a:cxnSpLocks/>
            </p:cNvCxnSpPr>
            <p:nvPr/>
          </p:nvCxnSpPr>
          <p:spPr>
            <a:xfrm rot="17470587" flipH="1">
              <a:off x="3897350" y="172740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"/>
            <p:cNvCxnSpPr>
              <a:cxnSpLocks/>
            </p:cNvCxnSpPr>
            <p:nvPr/>
          </p:nvCxnSpPr>
          <p:spPr>
            <a:xfrm rot="17894117" flipH="1">
              <a:off x="4008739" y="148529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35"/>
            <p:cNvCxnSpPr>
              <a:cxnSpLocks/>
            </p:cNvCxnSpPr>
            <p:nvPr/>
          </p:nvCxnSpPr>
          <p:spPr>
            <a:xfrm rot="18317648" flipH="1">
              <a:off x="4149036" y="12587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36"/>
            <p:cNvCxnSpPr>
              <a:cxnSpLocks/>
            </p:cNvCxnSpPr>
            <p:nvPr/>
          </p:nvCxnSpPr>
          <p:spPr>
            <a:xfrm rot="18741176" flipH="1">
              <a:off x="4316115" y="105107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37"/>
            <p:cNvCxnSpPr>
              <a:cxnSpLocks/>
            </p:cNvCxnSpPr>
            <p:nvPr/>
          </p:nvCxnSpPr>
          <p:spPr>
            <a:xfrm rot="19164706" flipH="1">
              <a:off x="4507442" y="86555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38"/>
            <p:cNvCxnSpPr>
              <a:cxnSpLocks/>
            </p:cNvCxnSpPr>
            <p:nvPr/>
          </p:nvCxnSpPr>
          <p:spPr>
            <a:xfrm rot="19588235" flipH="1">
              <a:off x="4720118" y="70495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39"/>
            <p:cNvCxnSpPr>
              <a:cxnSpLocks/>
            </p:cNvCxnSpPr>
            <p:nvPr/>
          </p:nvCxnSpPr>
          <p:spPr>
            <a:xfrm rot="20011765" flipH="1">
              <a:off x="4950919" y="5716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40"/>
            <p:cNvCxnSpPr>
              <a:cxnSpLocks/>
            </p:cNvCxnSpPr>
            <p:nvPr/>
          </p:nvCxnSpPr>
          <p:spPr>
            <a:xfrm rot="20435294" flipH="1">
              <a:off x="5196345" y="46781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41"/>
            <p:cNvCxnSpPr>
              <a:cxnSpLocks/>
            </p:cNvCxnSpPr>
            <p:nvPr/>
          </p:nvCxnSpPr>
          <p:spPr>
            <a:xfrm rot="20858824" flipH="1">
              <a:off x="5452677" y="39488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42"/>
            <p:cNvCxnSpPr>
              <a:cxnSpLocks/>
            </p:cNvCxnSpPr>
            <p:nvPr/>
          </p:nvCxnSpPr>
          <p:spPr>
            <a:xfrm rot="21282352" flipH="1">
              <a:off x="5716029" y="35400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43"/>
            <p:cNvCxnSpPr>
              <a:cxnSpLocks/>
            </p:cNvCxnSpPr>
            <p:nvPr/>
          </p:nvCxnSpPr>
          <p:spPr>
            <a:xfrm rot="105883" flipH="1">
              <a:off x="5982408" y="34579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44"/>
            <p:cNvCxnSpPr>
              <a:cxnSpLocks/>
            </p:cNvCxnSpPr>
            <p:nvPr/>
          </p:nvCxnSpPr>
          <p:spPr>
            <a:xfrm rot="529412" flipH="1">
              <a:off x="6247777" y="37038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45"/>
            <p:cNvCxnSpPr>
              <a:cxnSpLocks/>
            </p:cNvCxnSpPr>
            <p:nvPr/>
          </p:nvCxnSpPr>
          <p:spPr>
            <a:xfrm rot="952941" flipH="1">
              <a:off x="6508112" y="42740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46"/>
            <p:cNvCxnSpPr>
              <a:cxnSpLocks/>
            </p:cNvCxnSpPr>
            <p:nvPr/>
          </p:nvCxnSpPr>
          <p:spPr>
            <a:xfrm rot="1376471" flipH="1">
              <a:off x="6759468" y="515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7"/>
            <p:cNvCxnSpPr>
              <a:cxnSpLocks/>
            </p:cNvCxnSpPr>
            <p:nvPr/>
          </p:nvCxnSpPr>
          <p:spPr>
            <a:xfrm rot="1800000" flipH="1">
              <a:off x="6998034" y="63476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48"/>
            <p:cNvCxnSpPr>
              <a:cxnSpLocks/>
            </p:cNvCxnSpPr>
            <p:nvPr/>
          </p:nvCxnSpPr>
          <p:spPr>
            <a:xfrm rot="2223529" flipH="1">
              <a:off x="7220194" y="78197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49"/>
            <p:cNvCxnSpPr>
              <a:cxnSpLocks/>
            </p:cNvCxnSpPr>
            <p:nvPr/>
          </p:nvCxnSpPr>
          <p:spPr>
            <a:xfrm rot="2647059" flipH="1">
              <a:off x="7422579" y="9553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50"/>
            <p:cNvCxnSpPr>
              <a:cxnSpLocks/>
            </p:cNvCxnSpPr>
            <p:nvPr/>
          </p:nvCxnSpPr>
          <p:spPr>
            <a:xfrm rot="3070588" flipH="1">
              <a:off x="7602123" y="115231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51"/>
            <p:cNvCxnSpPr>
              <a:cxnSpLocks/>
            </p:cNvCxnSpPr>
            <p:nvPr/>
          </p:nvCxnSpPr>
          <p:spPr>
            <a:xfrm rot="3494117" flipH="1">
              <a:off x="7756103" y="136984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52"/>
            <p:cNvCxnSpPr>
              <a:cxnSpLocks/>
            </p:cNvCxnSpPr>
            <p:nvPr/>
          </p:nvCxnSpPr>
          <p:spPr>
            <a:xfrm rot="3917647" flipH="1">
              <a:off x="7882185" y="160463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53"/>
            <p:cNvCxnSpPr>
              <a:cxnSpLocks/>
            </p:cNvCxnSpPr>
            <p:nvPr/>
          </p:nvCxnSpPr>
          <p:spPr>
            <a:xfrm rot="4341176" flipH="1">
              <a:off x="7978457" y="185314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54"/>
            <p:cNvCxnSpPr>
              <a:cxnSpLocks/>
            </p:cNvCxnSpPr>
            <p:nvPr/>
          </p:nvCxnSpPr>
          <p:spPr>
            <a:xfrm rot="4764706" flipH="1">
              <a:off x="8043462" y="211160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55"/>
            <p:cNvCxnSpPr>
              <a:cxnSpLocks/>
            </p:cNvCxnSpPr>
            <p:nvPr/>
          </p:nvCxnSpPr>
          <p:spPr>
            <a:xfrm rot="5188236" flipH="1">
              <a:off x="8076213" y="2376086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56"/>
            <p:cNvCxnSpPr>
              <a:cxnSpLocks/>
            </p:cNvCxnSpPr>
            <p:nvPr/>
          </p:nvCxnSpPr>
          <p:spPr>
            <a:xfrm rot="5611765" flipH="1">
              <a:off x="8076213" y="26425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57"/>
            <p:cNvCxnSpPr>
              <a:cxnSpLocks/>
            </p:cNvCxnSpPr>
            <p:nvPr/>
          </p:nvCxnSpPr>
          <p:spPr>
            <a:xfrm rot="6035294" flipH="1">
              <a:off x="8043462" y="290707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58"/>
            <p:cNvCxnSpPr>
              <a:cxnSpLocks/>
            </p:cNvCxnSpPr>
            <p:nvPr/>
          </p:nvCxnSpPr>
          <p:spPr>
            <a:xfrm rot="6458824" flipH="1">
              <a:off x="7978457" y="3165534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59"/>
            <p:cNvCxnSpPr>
              <a:cxnSpLocks/>
            </p:cNvCxnSpPr>
            <p:nvPr/>
          </p:nvCxnSpPr>
          <p:spPr>
            <a:xfrm rot="6882353" flipH="1">
              <a:off x="7882185" y="3414042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60"/>
            <p:cNvCxnSpPr>
              <a:cxnSpLocks/>
            </p:cNvCxnSpPr>
            <p:nvPr/>
          </p:nvCxnSpPr>
          <p:spPr>
            <a:xfrm rot="7305883" flipH="1">
              <a:off x="7756103" y="364883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61"/>
            <p:cNvCxnSpPr>
              <a:cxnSpLocks/>
            </p:cNvCxnSpPr>
            <p:nvPr/>
          </p:nvCxnSpPr>
          <p:spPr>
            <a:xfrm rot="7729412" flipH="1">
              <a:off x="7602123" y="386635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62"/>
            <p:cNvCxnSpPr>
              <a:cxnSpLocks/>
            </p:cNvCxnSpPr>
            <p:nvPr/>
          </p:nvCxnSpPr>
          <p:spPr>
            <a:xfrm rot="8152941" flipH="1">
              <a:off x="7422579" y="406330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63"/>
            <p:cNvCxnSpPr>
              <a:cxnSpLocks/>
            </p:cNvCxnSpPr>
            <p:nvPr/>
          </p:nvCxnSpPr>
          <p:spPr>
            <a:xfrm rot="8576471" flipH="1">
              <a:off x="7220194" y="4236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64"/>
            <p:cNvCxnSpPr>
              <a:cxnSpLocks/>
            </p:cNvCxnSpPr>
            <p:nvPr/>
          </p:nvCxnSpPr>
          <p:spPr>
            <a:xfrm rot="9000000" flipH="1">
              <a:off x="6998034" y="4383909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65"/>
            <p:cNvCxnSpPr>
              <a:cxnSpLocks/>
            </p:cNvCxnSpPr>
            <p:nvPr/>
          </p:nvCxnSpPr>
          <p:spPr>
            <a:xfrm rot="9423529" flipH="1">
              <a:off x="6759468" y="450270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66"/>
            <p:cNvCxnSpPr>
              <a:cxnSpLocks/>
            </p:cNvCxnSpPr>
            <p:nvPr/>
          </p:nvCxnSpPr>
          <p:spPr>
            <a:xfrm rot="9847059" flipH="1">
              <a:off x="6508111" y="4591275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67"/>
            <p:cNvCxnSpPr>
              <a:cxnSpLocks/>
            </p:cNvCxnSpPr>
            <p:nvPr/>
          </p:nvCxnSpPr>
          <p:spPr>
            <a:xfrm rot="10270589" flipH="1">
              <a:off x="6247777" y="464829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68"/>
            <p:cNvCxnSpPr>
              <a:cxnSpLocks/>
            </p:cNvCxnSpPr>
            <p:nvPr/>
          </p:nvCxnSpPr>
          <p:spPr>
            <a:xfrm rot="10694117" flipH="1">
              <a:off x="5982408" y="46728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69"/>
            <p:cNvCxnSpPr>
              <a:cxnSpLocks/>
            </p:cNvCxnSpPr>
            <p:nvPr/>
          </p:nvCxnSpPr>
          <p:spPr>
            <a:xfrm rot="11117648" flipH="1">
              <a:off x="5716029" y="466467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70"/>
            <p:cNvCxnSpPr>
              <a:cxnSpLocks/>
            </p:cNvCxnSpPr>
            <p:nvPr/>
          </p:nvCxnSpPr>
          <p:spPr>
            <a:xfrm rot="11541176" flipH="1">
              <a:off x="5452677" y="462379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71"/>
            <p:cNvCxnSpPr>
              <a:cxnSpLocks/>
            </p:cNvCxnSpPr>
            <p:nvPr/>
          </p:nvCxnSpPr>
          <p:spPr>
            <a:xfrm rot="11964706" flipH="1">
              <a:off x="5196345" y="455086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72"/>
            <p:cNvCxnSpPr>
              <a:cxnSpLocks/>
            </p:cNvCxnSpPr>
            <p:nvPr/>
          </p:nvCxnSpPr>
          <p:spPr>
            <a:xfrm rot="12388235" flipH="1">
              <a:off x="4950919" y="444698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73"/>
            <p:cNvCxnSpPr>
              <a:cxnSpLocks/>
            </p:cNvCxnSpPr>
            <p:nvPr/>
          </p:nvCxnSpPr>
          <p:spPr>
            <a:xfrm rot="12811765" flipH="1">
              <a:off x="4720118" y="431372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74"/>
            <p:cNvCxnSpPr>
              <a:cxnSpLocks/>
            </p:cNvCxnSpPr>
            <p:nvPr/>
          </p:nvCxnSpPr>
          <p:spPr>
            <a:xfrm rot="13235294" flipH="1">
              <a:off x="4507443" y="4153123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75"/>
            <p:cNvCxnSpPr>
              <a:cxnSpLocks/>
            </p:cNvCxnSpPr>
            <p:nvPr/>
          </p:nvCxnSpPr>
          <p:spPr>
            <a:xfrm rot="13658824" flipH="1">
              <a:off x="4316115" y="396759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76"/>
            <p:cNvCxnSpPr>
              <a:cxnSpLocks/>
            </p:cNvCxnSpPr>
            <p:nvPr/>
          </p:nvCxnSpPr>
          <p:spPr>
            <a:xfrm rot="14082352" flipH="1">
              <a:off x="4149036" y="375997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77"/>
            <p:cNvCxnSpPr>
              <a:cxnSpLocks/>
            </p:cNvCxnSpPr>
            <p:nvPr/>
          </p:nvCxnSpPr>
          <p:spPr>
            <a:xfrm rot="14505883" flipH="1">
              <a:off x="4008739" y="3533381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78"/>
            <p:cNvCxnSpPr>
              <a:cxnSpLocks/>
            </p:cNvCxnSpPr>
            <p:nvPr/>
          </p:nvCxnSpPr>
          <p:spPr>
            <a:xfrm rot="14929413" flipH="1">
              <a:off x="3897350" y="3291270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79"/>
            <p:cNvCxnSpPr>
              <a:cxnSpLocks/>
            </p:cNvCxnSpPr>
            <p:nvPr/>
          </p:nvCxnSpPr>
          <p:spPr>
            <a:xfrm rot="15352941" flipH="1">
              <a:off x="3816559" y="3037307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80"/>
            <p:cNvCxnSpPr>
              <a:cxnSpLocks/>
            </p:cNvCxnSpPr>
            <p:nvPr/>
          </p:nvCxnSpPr>
          <p:spPr>
            <a:xfrm rot="15776472" flipH="1">
              <a:off x="3767588" y="2775338"/>
              <a:ext cx="361327" cy="495887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连接符 132"/>
          <p:cNvCxnSpPr/>
          <p:nvPr userDrawn="1"/>
        </p:nvCxnSpPr>
        <p:spPr>
          <a:xfrm>
            <a:off x="4840431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134"/>
          <p:cNvCxnSpPr/>
          <p:nvPr userDrawn="1"/>
        </p:nvCxnSpPr>
        <p:spPr>
          <a:xfrm>
            <a:off x="6218348" y="2195273"/>
            <a:ext cx="1127340" cy="0"/>
          </a:xfrm>
          <a:prstGeom prst="line">
            <a:avLst/>
          </a:prstGeom>
          <a:ln>
            <a:solidFill>
              <a:srgbClr val="F5F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 userDrawn="1"/>
        </p:nvSpPr>
        <p:spPr>
          <a:xfrm>
            <a:off x="5996400" y="2094038"/>
            <a:ext cx="199137" cy="199137"/>
          </a:xfrm>
          <a:prstGeom prst="ellipse">
            <a:avLst/>
          </a:prstGeom>
          <a:noFill/>
          <a:ln>
            <a:solidFill>
              <a:srgbClr val="F5F0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5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837016" y="1471967"/>
            <a:ext cx="2517968" cy="5905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7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382780" y="2477356"/>
            <a:ext cx="3415788" cy="7156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zh-CN" altLang="en-US"/>
              <a:t>标题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468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pattFill prst="dotGrid">
          <a:fgClr>
            <a:schemeClr val="accent2">
              <a:lumMod val="60000"/>
              <a:lumOff val="4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183931" y="176048"/>
            <a:ext cx="11824138" cy="65059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五边形 4"/>
          <p:cNvSpPr/>
          <p:nvPr userDrawn="1"/>
        </p:nvSpPr>
        <p:spPr>
          <a:xfrm rot="5400000">
            <a:off x="431643" y="151946"/>
            <a:ext cx="891720" cy="587829"/>
          </a:xfrm>
          <a:prstGeom prst="homePlate">
            <a:avLst/>
          </a:prstGeom>
          <a:solidFill>
            <a:srgbClr val="79A5B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83588" y="0"/>
            <a:ext cx="587830" cy="74623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4208707" cy="46442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62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4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6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0.png"/><Relationship Id="rId4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1.png"/><Relationship Id="rId4" Type="http://schemas.openxmlformats.org/officeDocument/2006/relationships/customXml" Target="../ink/ink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customXml" Target="../ink/ink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customXml" Target="../ink/ink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customXml" Target="../ink/ink19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26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hyperlink" Target="https://www.bilibili.com/video/BV1xb411v7s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77671"/>
                </a:solidFill>
              </a:rPr>
              <a:t>曲线积分</a:t>
            </a:r>
            <a:endParaRPr lang="en-US" altLang="zh-CN" dirty="0">
              <a:solidFill>
                <a:srgbClr val="777671"/>
              </a:solidFill>
            </a:endParaRPr>
          </a:p>
          <a:p>
            <a:r>
              <a:rPr lang="zh-CN" altLang="en-US" dirty="0">
                <a:solidFill>
                  <a:srgbClr val="777671"/>
                </a:solidFill>
              </a:rPr>
              <a:t>与曲面积分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微积分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rgbClr val="777671"/>
                </a:solidFill>
              </a:rPr>
              <a:t>                                   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373696" y="4530394"/>
            <a:ext cx="3444608" cy="392907"/>
          </a:xfrm>
        </p:spPr>
        <p:txBody>
          <a:bodyPr/>
          <a:lstStyle/>
          <a:p>
            <a:r>
              <a:rPr lang="zh-CN" altLang="en-US" sz="2000" b="1">
                <a:solidFill>
                  <a:srgbClr val="7776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理学院数学系 王玉超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A8D7E-40D9-4A09-87C5-5F56A419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9013" y="2128838"/>
            <a:ext cx="3695749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30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对弧长的曲线积分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2DB4EE-F408-4D89-9B87-2707B23A6432}"/>
              </a:ext>
            </a:extLst>
          </p:cNvPr>
          <p:cNvSpPr/>
          <p:nvPr/>
        </p:nvSpPr>
        <p:spPr>
          <a:xfrm>
            <a:off x="877503" y="1772350"/>
            <a:ext cx="11007703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对弧长的曲线积分的定义；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对弧长的曲线积分的性质；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对弧长的曲线积分的计算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5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对弧长的曲线积分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499" y="959881"/>
                <a:ext cx="10260399" cy="44300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𝒇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上连续，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𝝋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𝝍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𝒕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𝝍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上具有一阶连续导数，且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𝝍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𝒅𝒔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存在，且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𝒅𝒔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𝒇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𝝋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),</m:t>
                          </m:r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𝝍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</m:t>
                          </m:r>
                          <m:rad>
                            <m:radPr>
                              <m:degHide m:val="on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𝝋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𝝍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 (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e>
                          </m:ra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𝒅𝒕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9" y="959881"/>
                <a:ext cx="10260399" cy="4430059"/>
              </a:xfrm>
              <a:prstGeom prst="rect">
                <a:avLst/>
              </a:prstGeom>
              <a:blipFill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9005FE7-FF54-4A18-82C1-BEBE22D630A4}"/>
                  </a:ext>
                </a:extLst>
              </p14:cNvPr>
              <p14:cNvContentPartPr/>
              <p14:nvPr/>
            </p14:nvContentPartPr>
            <p14:xfrm>
              <a:off x="5640840" y="2945160"/>
              <a:ext cx="5279760" cy="24145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9005FE7-FF54-4A18-82C1-BEBE22D630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1480" y="2935800"/>
                <a:ext cx="5298480" cy="24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9283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对弧长的曲线积分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28C639-2329-469E-99C5-609419ACC8D2}"/>
              </a:ext>
            </a:extLst>
          </p:cNvPr>
          <p:cNvSpPr/>
          <p:nvPr/>
        </p:nvSpPr>
        <p:spPr>
          <a:xfrm>
            <a:off x="877495" y="1127904"/>
            <a:ext cx="11007703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计算曲线积分的步骤：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A0318E-51D2-4CA7-8980-E4E8CDBF4C35}"/>
              </a:ext>
            </a:extLst>
          </p:cNvPr>
          <p:cNvSpPr/>
          <p:nvPr/>
        </p:nvSpPr>
        <p:spPr>
          <a:xfrm>
            <a:off x="877494" y="2179694"/>
            <a:ext cx="10730306" cy="322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写出曲线的参数方程（或直角坐标方程），确定参数的变化范围；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建立曲线积分；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将曲线积分化为定积分；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计算定积分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195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对弧长的曲线积分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A0318E-51D2-4CA7-8980-E4E8CDBF4C35}"/>
              </a:ext>
            </a:extLst>
          </p:cNvPr>
          <p:cNvSpPr/>
          <p:nvPr/>
        </p:nvSpPr>
        <p:spPr>
          <a:xfrm>
            <a:off x="877494" y="1374351"/>
            <a:ext cx="10730306" cy="194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注意对称性；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确定哪个变量作为参数在变化；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曲线上的点满足的方程可以代入到被积函数中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7718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第二节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对坐标的</a:t>
            </a:r>
            <a:endParaRPr kumimoji="1" lang="en-US" altLang="zh-CN" dirty="0"/>
          </a:p>
          <a:p>
            <a:r>
              <a:rPr kumimoji="1" lang="zh-CN" altLang="en-US" dirty="0"/>
              <a:t>曲线积分</a:t>
            </a:r>
          </a:p>
        </p:txBody>
      </p:sp>
    </p:spTree>
    <p:extLst>
      <p:ext uri="{BB962C8B-B14F-4D97-AF65-F5344CB8AC3E}">
        <p14:creationId xmlns:p14="http://schemas.microsoft.com/office/powerpoint/2010/main" val="381492650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一、对坐标的曲线积分的概念与性质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1007703" cy="27599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变力沿曲线所作的功：设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面内一个质点在变力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acc>
                      <m:accPr>
                        <m:chr m:val="⃗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的作用下，从点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沿光滑曲线弧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移动到点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，其中函数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上连续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试求变力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所作的功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𝑾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1007703" cy="2759923"/>
              </a:xfrm>
              <a:prstGeom prst="rect">
                <a:avLst/>
              </a:prstGeom>
              <a:blipFill>
                <a:blip r:embed="rId2"/>
                <a:stretch>
                  <a:fillRect l="-1440" r="-720" b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5" y="4688686"/>
                <a:ext cx="10730306" cy="15815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若曲线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是直线，力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是常力，则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𝑭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𝑨𝑩</m:t>
                          </m:r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𝑭</m:t>
                              </m:r>
                            </m:e>
                          </m:acc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𝑨𝑩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3200" b="0" i="0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3200" b="0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4688686"/>
                <a:ext cx="10730306" cy="1581587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C50618F-6C9E-4F9A-815D-DF8D4915E861}"/>
                  </a:ext>
                </a:extLst>
              </p14:cNvPr>
              <p14:cNvContentPartPr/>
              <p14:nvPr/>
            </p14:nvContentPartPr>
            <p14:xfrm>
              <a:off x="975240" y="268200"/>
              <a:ext cx="9639720" cy="30358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C50618F-6C9E-4F9A-815D-DF8D4915E8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5880" y="258840"/>
                <a:ext cx="9658440" cy="30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5102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834912"/>
                <a:ext cx="10730306" cy="7273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是变力，曲线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未必是直线，怎么求？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4912"/>
                <a:ext cx="10730306" cy="727379"/>
              </a:xfrm>
              <a:prstGeom prst="rect">
                <a:avLst/>
              </a:prstGeom>
              <a:blipFill>
                <a:blip r:embed="rId2"/>
                <a:stretch>
                  <a:fillRect l="-1477" b="-26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2061574"/>
                <a:ext cx="10730306" cy="19679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分成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有向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小弧段，分点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𝟎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&lt;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&lt;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Cambria Math"/>
                      </a:rPr>
                      <m:t>⋯&lt;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𝑴</m:t>
                        </m:r>
                      </m:e>
                      <m:sub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，第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𝒊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个有向小弧段记为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2061574"/>
                <a:ext cx="10730306" cy="1967911"/>
              </a:xfrm>
              <a:prstGeom prst="rect">
                <a:avLst/>
              </a:prstGeom>
              <a:blipFill>
                <a:blip r:embed="rId3"/>
                <a:stretch>
                  <a:fillRect l="-1477" t="-1238" b="-9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C21049A-FF3F-4638-A5AF-0505BE8C1B64}"/>
                  </a:ext>
                </a:extLst>
              </p14:cNvPr>
              <p14:cNvContentPartPr/>
              <p14:nvPr/>
            </p14:nvContentPartPr>
            <p14:xfrm>
              <a:off x="3011400" y="2743560"/>
              <a:ext cx="6055920" cy="17222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C21049A-FF3F-4638-A5AF-0505BE8C1B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2040" y="2734200"/>
                <a:ext cx="6074640" cy="174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513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959881"/>
                <a:ext cx="10730306" cy="15283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沿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𝑴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所做的功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𝚫</m:t>
                      </m:r>
                      <m:sSub>
                        <m:sSub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𝒊</m:t>
                          </m:r>
                        </m:sub>
                      </m:sSub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≈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𝑭</m:t>
                          </m:r>
                        </m:e>
                      </m:acc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∈</m:t>
                      </m:r>
                      <m:acc>
                        <m:accPr>
                          <m:chr m:val="̂"/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959881"/>
                <a:ext cx="10730306" cy="1528367"/>
              </a:xfrm>
              <a:prstGeom prst="rect">
                <a:avLst/>
              </a:prstGeom>
              <a:blipFill>
                <a:blip r:embed="rId2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3429000"/>
                <a:ext cx="10730306" cy="247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于是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𝒊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=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𝝃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𝝃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𝜼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𝚫</m:t>
                          </m:r>
                          <m:sSub>
                            <m:sSub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</m:t>
                          </m:r>
                        </m:e>
                      </m:nary>
                      <m:r>
                        <a:rPr lang="en-US" altLang="zh-CN" sz="3200" b="1" i="0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429000"/>
                <a:ext cx="10730306" cy="2477409"/>
              </a:xfrm>
              <a:prstGeom prst="rect">
                <a:avLst/>
              </a:prstGeom>
              <a:blipFill>
                <a:blip r:embed="rId3"/>
                <a:stretch>
                  <a:fillRect l="-1477" t="-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97DF33A2-91C0-4979-916A-F3334AB1F3E1}"/>
                  </a:ext>
                </a:extLst>
              </p14:cNvPr>
              <p14:cNvContentPartPr/>
              <p14:nvPr/>
            </p14:nvContentPartPr>
            <p14:xfrm>
              <a:off x="2833920" y="2407680"/>
              <a:ext cx="6613920" cy="3257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97DF33A2-91C0-4979-916A-F3334AB1F3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24560" y="2398320"/>
                <a:ext cx="6632640" cy="327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4165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1" y="977056"/>
                <a:ext cx="10730306" cy="24774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取极限：小弧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段</a:t>
                </a:r>
                <a:r>
                  <a:rPr lang="zh-CN" altLang="en-US" sz="3200" b="1" kern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最大长度</a:t>
                </a:r>
                <a:r>
                  <a:rPr lang="zh-CN" altLang="en-US" sz="3200" b="1" kern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𝝀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b="0" i="0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  <m:r>
                                <a:rPr lang="zh-CN" altLang="en-US" sz="3200" b="0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→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[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𝝃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𝑸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𝝃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]</m:t>
                              </m:r>
                            </m:e>
                          </m:nary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977056"/>
                <a:ext cx="10730306" cy="2477409"/>
              </a:xfrm>
              <a:prstGeom prst="rect">
                <a:avLst/>
              </a:prstGeom>
              <a:blipFill>
                <a:blip r:embed="rId2"/>
                <a:stretch>
                  <a:fillRect l="-1420" t="-21827" b="-954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BC1B94D2-273D-430D-BA06-9B50751AED9F}"/>
              </a:ext>
            </a:extLst>
          </p:cNvPr>
          <p:cNvSpPr/>
          <p:nvPr/>
        </p:nvSpPr>
        <p:spPr>
          <a:xfrm>
            <a:off x="877501" y="4066313"/>
            <a:ext cx="10730306" cy="669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三个步骤：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求（近似）和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取极限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1B94D2-273D-430D-BA06-9B50751AED9F}"/>
              </a:ext>
            </a:extLst>
          </p:cNvPr>
          <p:cNvSpPr/>
          <p:nvPr/>
        </p:nvSpPr>
        <p:spPr>
          <a:xfrm>
            <a:off x="877501" y="5046177"/>
            <a:ext cx="10730306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向量值函数曲线积分，实际上是对向量在曲线单位切向量方向上投影作第一类曲线积分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9DBFCFE-320B-45EC-9BD9-DA46A33C68CE}"/>
                  </a:ext>
                </a:extLst>
              </p14:cNvPr>
              <p14:cNvContentPartPr/>
              <p14:nvPr/>
            </p14:nvContentPartPr>
            <p14:xfrm>
              <a:off x="5306760" y="230760"/>
              <a:ext cx="6629400" cy="5162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9DBFCFE-320B-45EC-9BD9-DA46A33C68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97400" y="221400"/>
                <a:ext cx="6648120" cy="518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0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pic>
        <p:nvPicPr>
          <p:cNvPr id="2" name="第二类曲线积分">
            <a:hlinkClick r:id="" action="ppaction://media"/>
            <a:extLst>
              <a:ext uri="{FF2B5EF4-FFF2-40B4-BE49-F238E27FC236}">
                <a16:creationId xmlns:a16="http://schemas.microsoft.com/office/drawing/2014/main" id="{55723863-6237-4BC3-B228-6FC8F1DB8B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15309" y="868519"/>
            <a:ext cx="7361382" cy="512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4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0" y="871709"/>
                <a:ext cx="11007703" cy="38641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𝒙𝑶𝒚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面内的一条光滑曲线弧，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起点为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，终点为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上有界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任意分成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𝒏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有向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小弧段；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在每个有向小弧段上任取一点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，作和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limUpp>
                          <m:limUp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lim>
                        </m:limUpp>
                      </m:e>
                      <m:li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lim>
                    </m:limLow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limLow>
                      <m:limLow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limUpp>
                          <m:limUp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lim>
                        </m:limUpp>
                      </m:e>
                      <m:lim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lim>
                    </m:limLow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0" y="871709"/>
                <a:ext cx="11007703" cy="3864199"/>
              </a:xfrm>
              <a:prstGeom prst="rect">
                <a:avLst/>
              </a:prstGeom>
              <a:blipFill>
                <a:blip r:embed="rId2"/>
                <a:stretch>
                  <a:fillRect l="-1440" t="-631" r="-5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85F524D-3EA5-4751-BFDE-49F68379DCC3}"/>
                  </a:ext>
                </a:extLst>
              </p14:cNvPr>
              <p14:cNvContentPartPr/>
              <p14:nvPr/>
            </p14:nvContentPartPr>
            <p14:xfrm>
              <a:off x="583588" y="4213120"/>
              <a:ext cx="6755760" cy="1231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85F524D-3EA5-4751-BFDE-49F68379DC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4228" y="4203760"/>
                <a:ext cx="6774480" cy="1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9707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503" y="746234"/>
                <a:ext cx="11007703" cy="5927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如果当各小弧段的长度的最大值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𝝀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时，和式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limLowPr>
                      <m:e>
                        <m:limUpp>
                          <m:limUp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lim>
                        </m:limUpp>
                      </m:e>
                      <m:li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lim>
                    </m:limLow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𝝃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𝜼</m:t>
                            </m:r>
                          </m:e>
                          <m:sub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𝚫</m:t>
                    </m:r>
                    <m:sSub>
                      <m:sSub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的极限存在，且与划分、点的选取无关，则称此极限为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在有向曲线弧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对坐标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00408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的曲线积分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，记为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类似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对坐标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00408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</m:oMath>
                </a14:m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的曲线积分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对坐标的曲线积分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第二类曲线积分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3" y="746234"/>
                <a:ext cx="11007703" cy="5927969"/>
              </a:xfrm>
              <a:prstGeom prst="rect">
                <a:avLst/>
              </a:prstGeom>
              <a:blipFill>
                <a:blip r:embed="rId2"/>
                <a:stretch>
                  <a:fillRect l="-1440" t="-411" r="-5094" b="-2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96BE50B-563C-4821-B351-4E187D7331A0}"/>
                  </a:ext>
                </a:extLst>
              </p14:cNvPr>
              <p14:cNvContentPartPr/>
              <p14:nvPr/>
            </p14:nvContentPartPr>
            <p14:xfrm flipV="1">
              <a:off x="1318160" y="2641600"/>
              <a:ext cx="2379960" cy="1239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96BE50B-563C-4821-B351-4E187D7331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V="1">
                <a:off x="1308800" y="2632234"/>
                <a:ext cx="2398680" cy="1426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231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834912"/>
                <a:ext cx="10730306" cy="2224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记</a:t>
                </a:r>
                <a:endParaRPr lang="en-US" altLang="zh-CN" sz="3200" b="1" i="1" kern="0" dirty="0">
                  <a:solidFill>
                    <a:srgbClr val="67666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𝑸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𝒅𝒚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4912"/>
                <a:ext cx="10730306" cy="2224583"/>
              </a:xfrm>
              <a:prstGeom prst="rect">
                <a:avLst/>
              </a:prstGeom>
              <a:blipFill>
                <a:blip r:embed="rId2"/>
                <a:stretch>
                  <a:fillRect l="-1477" t="-10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4FEDD77-6030-43AE-9529-F29FDD96F9D2}"/>
                  </a:ext>
                </a:extLst>
              </p:cNvPr>
              <p:cNvSpPr/>
              <p:nvPr/>
            </p:nvSpPr>
            <p:spPr>
              <a:xfrm>
                <a:off x="877501" y="3429000"/>
                <a:ext cx="10730306" cy="13102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当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在有向光滑曲线弧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上连续时，则对坐标的弧长积分一定存在；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4FEDD77-6030-43AE-9529-F29FDD96F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429000"/>
                <a:ext cx="10730306" cy="1310295"/>
              </a:xfrm>
              <a:prstGeom prst="rect">
                <a:avLst/>
              </a:prstGeom>
              <a:blipFill>
                <a:blip r:embed="rId3"/>
                <a:stretch>
                  <a:fillRect l="-1477" t="-1869" b="-14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AA01B2D-8837-4E05-AA04-8B3E83A0F6F1}"/>
                  </a:ext>
                </a:extLst>
              </p14:cNvPr>
              <p14:cNvContentPartPr/>
              <p14:nvPr/>
            </p14:nvContentPartPr>
            <p14:xfrm>
              <a:off x="4591440" y="789120"/>
              <a:ext cx="6784200" cy="2420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AA01B2D-8837-4E05-AA04-8B3E83A0F6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2080" y="779760"/>
                <a:ext cx="6802920" cy="243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576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834912"/>
                <a:ext cx="10730306" cy="23092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质点在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𝑭</m:t>
                        </m:r>
                      </m:e>
                    </m:acc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作用下所做的功是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𝑸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𝒚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𝒅𝒚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4912"/>
                <a:ext cx="10730306" cy="2309222"/>
              </a:xfrm>
              <a:prstGeom prst="rect">
                <a:avLst/>
              </a:prstGeom>
              <a:blipFill>
                <a:blip r:embed="rId2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4FEDD77-6030-43AE-9529-F29FDD96F9D2}"/>
                  </a:ext>
                </a:extLst>
              </p:cNvPr>
              <p:cNvSpPr/>
              <p:nvPr/>
            </p:nvSpPr>
            <p:spPr>
              <a:xfrm>
                <a:off x="877501" y="3429000"/>
                <a:ext cx="10730306" cy="23092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acc>
                      <m:accPr>
                        <m:chr m:val="⃗"/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𝒓</m:t>
                        </m:r>
                      </m:e>
                    </m:acc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𝒅𝒙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𝒅𝒚</m:t>
                    </m:r>
                    <m:acc>
                      <m:accPr>
                        <m:chr m:val="⃗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acc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𝑾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𝑭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</m:acc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4FEDD77-6030-43AE-9529-F29FDD96F9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3429000"/>
                <a:ext cx="10730306" cy="2309222"/>
              </a:xfrm>
              <a:prstGeom prst="rect">
                <a:avLst/>
              </a:prstGeom>
              <a:blipFill>
                <a:blip r:embed="rId3"/>
                <a:stretch>
                  <a:fillRect l="-1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FFED362-A30F-4824-BCF1-F8591DACF64E}"/>
                  </a:ext>
                </a:extLst>
              </p14:cNvPr>
              <p14:cNvContentPartPr/>
              <p14:nvPr/>
            </p14:nvContentPartPr>
            <p14:xfrm>
              <a:off x="983520" y="2476440"/>
              <a:ext cx="8505360" cy="3489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FFED362-A30F-4824-BCF1-F8591DACF6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4160" y="2467080"/>
                <a:ext cx="8524080" cy="350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655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501" y="834912"/>
                <a:ext cx="10730306" cy="397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可将平面上对坐标曲线积分推广，得到沿空间曲线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𝜞</m:t>
                    </m:r>
                  </m:oMath>
                </a14:m>
                <a:r>
                  <a:rPr lang="en-US" altLang="zh-CN" sz="3200" b="1" i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对坐标的曲线积分：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𝜞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3200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  <m:r>
                                <a:rPr lang="zh-CN" altLang="en-US" sz="3200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→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𝒊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𝝃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3200" b="1" i="1" kern="0" smtClea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𝜻</m:t>
                                      </m:r>
                                    </m:e>
                                    <m:sub>
                                      <m:r>
                                        <a:rPr lang="en-US" altLang="zh-CN" sz="3200" b="1" i="1" kern="0" smtClea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/>
                                  <a:ea typeface="微软雅黑" panose="020B0503020204020204" pitchFamily="34" charset="-122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/>
                                      <a:ea typeface="微软雅黑" panose="020B0503020204020204" pitchFamily="34" charset="-12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𝜞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𝜞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类似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834912"/>
                <a:ext cx="10730306" cy="3978205"/>
              </a:xfrm>
              <a:prstGeom prst="rect">
                <a:avLst/>
              </a:prstGeom>
              <a:blipFill>
                <a:blip r:embed="rId2"/>
                <a:stretch>
                  <a:fillRect l="-1477" t="-613" b="-2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039367D-B7B1-4F93-8AB0-A696AEAF54BC}"/>
                  </a:ext>
                </a:extLst>
              </p14:cNvPr>
              <p14:cNvContentPartPr/>
              <p14:nvPr/>
            </p14:nvContentPartPr>
            <p14:xfrm>
              <a:off x="3529080" y="2107080"/>
              <a:ext cx="5002200" cy="499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039367D-B7B1-4F93-8AB0-A696AEAF54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9720" y="2097720"/>
                <a:ext cx="5020920" cy="51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363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959881"/>
                <a:ext cx="11007703" cy="28647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与曲线方向有关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（与定积分的上下限类似）：设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是有向光滑曲线弧，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sup>
                    </m:sSup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的反向曲线弧，则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</m:sup>
                          </m:sSup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𝑭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</m:acc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𝑭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𝒓</m:t>
                              </m:r>
                            </m:e>
                          </m:acc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;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959881"/>
                <a:ext cx="11007703" cy="2864759"/>
              </a:xfrm>
              <a:prstGeom prst="rect">
                <a:avLst/>
              </a:prstGeom>
              <a:blipFill>
                <a:blip r:embed="rId2"/>
                <a:stretch>
                  <a:fillRect l="-1440" t="-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ECA0318E-51D2-4CA7-8980-E4E8CDBF4C35}"/>
              </a:ext>
            </a:extLst>
          </p:cNvPr>
          <p:cNvSpPr/>
          <p:nvPr/>
        </p:nvSpPr>
        <p:spPr>
          <a:xfrm>
            <a:off x="877495" y="4106449"/>
            <a:ext cx="10730306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对坐标的曲线积分还有类似定积分的性质，如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线性性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弧段可加性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6EAC54A-ABB0-4D24-9144-AFAE99DA6461}"/>
                  </a:ext>
                </a:extLst>
              </p:cNvPr>
              <p:cNvSpPr/>
              <p:nvPr/>
            </p:nvSpPr>
            <p:spPr>
              <a:xfrm>
                <a:off x="877495" y="5698553"/>
                <a:ext cx="10730306" cy="952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，得到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6EAC54A-ABB0-4D24-9144-AFAE99DA6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5698553"/>
                <a:ext cx="10730306" cy="952953"/>
              </a:xfrm>
              <a:prstGeom prst="rect">
                <a:avLst/>
              </a:prstGeom>
              <a:blipFill>
                <a:blip r:embed="rId3"/>
                <a:stretch>
                  <a:fillRect l="-1477"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EC96424-CD4B-4304-AB77-6F657BA7A6AA}"/>
                  </a:ext>
                </a:extLst>
              </p14:cNvPr>
              <p14:cNvContentPartPr/>
              <p14:nvPr/>
            </p14:nvContentPartPr>
            <p14:xfrm>
              <a:off x="3255840" y="460080"/>
              <a:ext cx="6931440" cy="6216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EC96424-CD4B-4304-AB77-6F657BA7A6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6480" y="450720"/>
                <a:ext cx="6950160" cy="623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066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3469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：试将第二类曲线积分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化为第一类曲线积分，其中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的上半圆周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346925"/>
              </a:xfrm>
              <a:prstGeom prst="rect">
                <a:avLst/>
              </a:prstGeom>
              <a:blipFill>
                <a:blip r:embed="rId2"/>
                <a:stretch>
                  <a:fillRect l="-154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86995EA-DD3A-4AC8-9F6B-B22EA95F3645}"/>
                  </a:ext>
                </a:extLst>
              </p14:cNvPr>
              <p14:cNvContentPartPr/>
              <p14:nvPr/>
            </p14:nvContentPartPr>
            <p14:xfrm>
              <a:off x="723960" y="775440"/>
              <a:ext cx="11217600" cy="59990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86995EA-DD3A-4AC8-9F6B-B22EA95F36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600" y="766080"/>
                <a:ext cx="11236320" cy="60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6045B58-EEE3-3540-A594-52CF4E8285B5}"/>
                  </a:ext>
                </a:extLst>
              </p:cNvPr>
              <p:cNvSpPr/>
              <p:nvPr/>
            </p:nvSpPr>
            <p:spPr>
              <a:xfrm>
                <a:off x="877502" y="5172857"/>
                <a:ext cx="10730306" cy="9637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𝟑𝟐</m:t>
                        </m:r>
                      </m:num>
                      <m:den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den>
                    </m:f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6045B58-EEE3-3540-A594-52CF4E828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172857"/>
                <a:ext cx="10730306" cy="963725"/>
              </a:xfrm>
              <a:prstGeom prst="rect">
                <a:avLst/>
              </a:prstGeom>
              <a:blipFill>
                <a:blip r:embed="rId5"/>
                <a:stretch>
                  <a:fillRect l="-1477" b="-5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41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3469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：试将第二类曲线积分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化为第一类曲线积分，其中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的上半圆周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346925"/>
              </a:xfrm>
              <a:prstGeom prst="rect">
                <a:avLst/>
              </a:prstGeom>
              <a:blipFill>
                <a:blip r:embed="rId2"/>
                <a:stretch>
                  <a:fillRect l="-154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3461529"/>
                <a:ext cx="10730306" cy="15844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𝟒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sz="3200" b="1" i="1" kern="0">
                                          <a:solidFill>
                                            <a:srgbClr val="676661"/>
                                          </a:solidFill>
                                          <a:latin typeface="Cambria Math"/>
                                          <a:ea typeface="微软雅黑" panose="020B0503020204020204" pitchFamily="34" charset="-122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𝒅𝒔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𝟑𝟐</m:t>
                          </m:r>
                        </m:num>
                        <m:den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den>
                      </m:f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3461529"/>
                <a:ext cx="10730306" cy="15844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FA00EDD-3E43-4626-A99F-50AD8A8EB442}"/>
                  </a:ext>
                </a:extLst>
              </p:cNvPr>
              <p:cNvSpPr/>
              <p:nvPr/>
            </p:nvSpPr>
            <p:spPr>
              <a:xfrm>
                <a:off x="877502" y="5481884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如果是由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呢？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FA00EDD-3E43-4626-A99F-50AD8A8EB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481884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96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二、两类曲线积分之间的联系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1007703" cy="42944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上两类曲线积分之间关系是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b="0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𝜶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𝑸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𝜷</m:t>
                                  </m:r>
                                </m:e>
                              </m:func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𝒅𝒔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处的切向量的方向角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1007703" cy="4294445"/>
              </a:xfrm>
              <a:prstGeom prst="rect">
                <a:avLst/>
              </a:prstGeom>
              <a:blipFill>
                <a:blip r:embed="rId2"/>
                <a:stretch>
                  <a:fillRect l="-1440" b="-3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9A6DB87-7EE1-4BF3-A7A8-989F772AB07D}"/>
                  </a:ext>
                </a:extLst>
              </p14:cNvPr>
              <p14:cNvContentPartPr/>
              <p14:nvPr/>
            </p14:nvContentPartPr>
            <p14:xfrm>
              <a:off x="5496120" y="852840"/>
              <a:ext cx="5584680" cy="4445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9A6DB87-7EE1-4BF3-A7A8-989F772AB0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6760" y="843480"/>
                <a:ext cx="5603400" cy="446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189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三、对坐标的曲线积分的计算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47940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在有向光滑曲线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上连续，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𝝋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𝝍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当参数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单调地由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变到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的起点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运动到终点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𝝍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上具有一阶连续导数，且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𝝍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4794005"/>
              </a:xfrm>
              <a:prstGeom prst="rect">
                <a:avLst/>
              </a:prstGeom>
              <a:blipFill>
                <a:blip r:embed="rId2"/>
                <a:stretch>
                  <a:fillRect l="-1545" r="-772" b="-2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F084C34-CDEC-4D1D-BA9A-ACE90D427A50}"/>
                  </a:ext>
                </a:extLst>
              </p14:cNvPr>
              <p14:cNvContentPartPr/>
              <p14:nvPr/>
            </p14:nvContentPartPr>
            <p14:xfrm>
              <a:off x="978071" y="2276279"/>
              <a:ext cx="4595400" cy="39340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F084C34-CDEC-4D1D-BA9A-ACE90D427A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711" y="2266919"/>
                <a:ext cx="4614120" cy="39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098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4266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 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𝒅𝒕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4266617"/>
              </a:xfrm>
              <a:prstGeom prst="rect">
                <a:avLst/>
              </a:prstGeom>
              <a:blipFill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D2E7808-7A98-4909-8977-75FA7946D830}"/>
                  </a:ext>
                </a:extLst>
              </p14:cNvPr>
              <p14:cNvContentPartPr/>
              <p14:nvPr/>
            </p14:nvContentPartPr>
            <p14:xfrm>
              <a:off x="1542960" y="289080"/>
              <a:ext cx="10542600" cy="60872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D2E7808-7A98-4909-8977-75FA7946D8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3600" y="279720"/>
                <a:ext cx="10561320" cy="610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7833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893252"/>
                <a:ext cx="11007703" cy="6701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zh-CN" altLang="en-US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对应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的起点，</a:t>
                </a:r>
                <a14:m>
                  <m:oMath xmlns:m="http://schemas.openxmlformats.org/officeDocument/2006/math">
                    <m:r>
                      <a:rPr lang="zh-CN" altLang="en-US" sz="3200" b="1" i="1" kern="0" dirty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对应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的终点 ；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893252"/>
                <a:ext cx="11007703" cy="670120"/>
              </a:xfrm>
              <a:prstGeom prst="rect">
                <a:avLst/>
              </a:prstGeom>
              <a:blipFill>
                <a:blip r:embed="rId2"/>
                <a:stretch>
                  <a:fillRect l="-1440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/>
              <p:nvPr/>
            </p:nvSpPr>
            <p:spPr>
              <a:xfrm>
                <a:off x="877494" y="1778552"/>
                <a:ext cx="11007702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方程为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应该如何计算？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CA0318E-51D2-4CA7-8980-E4E8CDBF4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4" y="1778552"/>
                <a:ext cx="11007702" cy="664797"/>
              </a:xfrm>
              <a:prstGeom prst="rect">
                <a:avLst/>
              </a:prstGeom>
              <a:blipFill>
                <a:blip r:embed="rId3"/>
                <a:stretch>
                  <a:fillRect l="-1440" t="-3670" r="-5039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E6BABE3-CEAA-4F47-97EB-05ADC142E33B}"/>
                  </a:ext>
                </a:extLst>
              </p:cNvPr>
              <p:cNvSpPr/>
              <p:nvPr/>
            </p:nvSpPr>
            <p:spPr>
              <a:xfrm>
                <a:off x="877496" y="2658529"/>
                <a:ext cx="11007702" cy="1950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:r>
                  <a:rPr lang="zh-CN" altLang="en-US" sz="3200" b="1" kern="0" dirty="0">
                    <a:solidFill>
                      <a:srgbClr val="00408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思考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：若曲线是空间曲线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𝜞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，参数方程为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𝝋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𝝍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𝒛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𝝎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zh-CN" altLang="en-US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 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Cambria Math"/>
                        </a:rPr>
                        <m:t>𝒕</m:t>
                      </m:r>
                      <m:r>
                        <a:rPr lang="zh-CN" altLang="en-US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从</m:t>
                      </m:r>
                      <m:r>
                        <m:rPr>
                          <m:nor/>
                        </m:rPr>
                        <a:rPr lang="zh-CN" altLang="en-US" sz="3200" b="1" i="0" kern="0" dirty="0" smtClean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m:rPr>
                          <m:nor/>
                        </m:rPr>
                        <a:rPr lang="zh-CN" altLang="en-US" sz="3200" b="1" i="0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3200" b="1" kern="0" dirty="0">
                          <a:solidFill>
                            <a:srgbClr val="67666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变到</m:t>
                      </m:r>
                      <m:r>
                        <a:rPr lang="zh-CN" altLang="en-US" sz="3200" b="1" i="1" kern="0" dirty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应该如何计算？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E6BABE3-CEAA-4F47-97EB-05ADC142E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6" y="2658529"/>
                <a:ext cx="11007702" cy="1950470"/>
              </a:xfrm>
              <a:prstGeom prst="rect">
                <a:avLst/>
              </a:prstGeom>
              <a:blipFill>
                <a:blip r:embed="rId4"/>
                <a:stretch>
                  <a:fillRect l="-1440" t="-1250"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224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5675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：计算曲线积分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为自点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的如下曲线：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1)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的折线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567580"/>
              </a:xfrm>
              <a:prstGeom prst="rect">
                <a:avLst/>
              </a:prstGeom>
              <a:blipFill>
                <a:blip r:embed="rId2"/>
                <a:stretch>
                  <a:fillRect l="-1543" r="-297" b="-3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32C7A8C-9624-4260-B9E7-730BB6F1A019}"/>
                  </a:ext>
                </a:extLst>
              </p14:cNvPr>
              <p14:cNvContentPartPr/>
              <p14:nvPr/>
            </p14:nvContentPartPr>
            <p14:xfrm>
              <a:off x="724680" y="2148480"/>
              <a:ext cx="10791000" cy="3766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32C7A8C-9624-4260-B9E7-730BB6F1A0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320" y="2139120"/>
                <a:ext cx="10809720" cy="37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865242C-8619-4447-95AB-492681BC80D7}"/>
                  </a:ext>
                </a:extLst>
              </p:cNvPr>
              <p:cNvSpPr/>
              <p:nvPr/>
            </p:nvSpPr>
            <p:spPr>
              <a:xfrm>
                <a:off x="877502" y="5915160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865242C-8619-4447-95AB-492681BC80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915160"/>
                <a:ext cx="10730306" cy="664797"/>
              </a:xfrm>
              <a:prstGeom prst="rect">
                <a:avLst/>
              </a:prstGeom>
              <a:blipFill>
                <a:blip r:embed="rId5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63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5675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：计算曲线积分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𝒙𝒚𝒅𝒙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为自点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的如下曲线：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1)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0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;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3)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𝑶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的折线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567580"/>
              </a:xfrm>
              <a:prstGeom prst="rect">
                <a:avLst/>
              </a:prstGeom>
              <a:blipFill>
                <a:blip r:embed="rId2"/>
                <a:stretch>
                  <a:fillRect l="-1543" r="-297" b="-3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961653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961653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36C8C85C-E87B-4415-A471-7CF28908E0CC}"/>
              </a:ext>
            </a:extLst>
          </p:cNvPr>
          <p:cNvSpPr/>
          <p:nvPr/>
        </p:nvSpPr>
        <p:spPr>
          <a:xfrm>
            <a:off x="877502" y="5677654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第二类曲线积分是否与路径无关？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AD1785F-E977-473D-9859-59E09D8226FD}"/>
                  </a:ext>
                </a:extLst>
              </p14:cNvPr>
              <p14:cNvContentPartPr/>
              <p14:nvPr/>
            </p14:nvContentPartPr>
            <p14:xfrm>
              <a:off x="5100480" y="4251240"/>
              <a:ext cx="964080" cy="3834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AD1785F-E977-473D-9859-59E09D8226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1120" y="4241880"/>
                <a:ext cx="982800" cy="40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883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565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：计算曲线积分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为自点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的上半圆周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56580"/>
              </a:xfrm>
              <a:prstGeom prst="rect">
                <a:avLst/>
              </a:prstGeom>
              <a:blipFill>
                <a:blip r:embed="rId2"/>
                <a:stretch>
                  <a:fillRect l="-1543" r="-5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7381830-64DF-42DE-A567-E7682E423840}"/>
                  </a:ext>
                </a:extLst>
              </p14:cNvPr>
              <p14:cNvContentPartPr/>
              <p14:nvPr/>
            </p14:nvContentPartPr>
            <p14:xfrm>
              <a:off x="136440" y="2507400"/>
              <a:ext cx="10684800" cy="36003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7381830-64DF-42DE-A567-E7682E4238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080" y="2498040"/>
                <a:ext cx="10703520" cy="36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92560E1-C5D5-9445-A799-506C138A0834}"/>
                  </a:ext>
                </a:extLst>
              </p:cNvPr>
              <p:cNvSpPr/>
              <p:nvPr/>
            </p:nvSpPr>
            <p:spPr>
              <a:xfrm>
                <a:off x="877502" y="577536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92560E1-C5D5-9445-A799-506C138A0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775361"/>
                <a:ext cx="10730306" cy="664797"/>
              </a:xfrm>
              <a:prstGeom prst="rect">
                <a:avLst/>
              </a:prstGeom>
              <a:blipFill>
                <a:blip r:embed="rId5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94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2565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：计算曲线积分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𝟑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为自点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的上半圆周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.</m:t>
                    </m:r>
                  </m:oMath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256580"/>
              </a:xfrm>
              <a:prstGeom prst="rect">
                <a:avLst/>
              </a:prstGeom>
              <a:blipFill>
                <a:blip r:embed="rId2"/>
                <a:stretch>
                  <a:fillRect l="-1543" r="-5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731090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731090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D7F3B4F-97D9-4FC4-B5CA-FD8BD9A2B087}"/>
                  </a:ext>
                </a:extLst>
              </p:cNvPr>
              <p:cNvSpPr/>
              <p:nvPr/>
            </p:nvSpPr>
            <p:spPr>
              <a:xfrm>
                <a:off x="877502" y="5395887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如果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是从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(−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的直线段？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D7F3B4F-97D9-4FC4-B5CA-FD8BD9A2B0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395887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F4C0E08-17BD-4756-8D76-07AD5E4DCBCD}"/>
                  </a:ext>
                </a:extLst>
              </p14:cNvPr>
              <p14:cNvContentPartPr/>
              <p14:nvPr/>
            </p14:nvContentPartPr>
            <p14:xfrm>
              <a:off x="1018800" y="2576520"/>
              <a:ext cx="7323840" cy="15879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F4C0E08-17BD-4756-8D76-07AD5E4DCB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9440" y="2567160"/>
                <a:ext cx="7342560" cy="160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695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126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：平面上指向原点的力大小为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，求其使质点沿曲线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由点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所做功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126480"/>
              </a:xfrm>
              <a:prstGeom prst="rect">
                <a:avLst/>
              </a:prstGeom>
              <a:blipFill>
                <a:blip r:embed="rId2"/>
                <a:stretch>
                  <a:fillRect l="-1543" r="-1424" b="-8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671E8614-D1DC-4040-8815-0B7806F93947}"/>
                  </a:ext>
                </a:extLst>
              </p14:cNvPr>
              <p14:cNvContentPartPr/>
              <p14:nvPr/>
            </p14:nvContentPartPr>
            <p14:xfrm>
              <a:off x="540360" y="179640"/>
              <a:ext cx="11471400" cy="645732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671E8614-D1DC-4040-8815-0B7806F939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000" y="170280"/>
                <a:ext cx="11490120" cy="64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2AD243C-22E8-8740-9811-E038AB10AC29}"/>
                  </a:ext>
                </a:extLst>
              </p:cNvPr>
              <p:cNvSpPr/>
              <p:nvPr/>
            </p:nvSpPr>
            <p:spPr>
              <a:xfrm>
                <a:off x="877502" y="551513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2AD243C-22E8-8740-9811-E038AB10AC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515131"/>
                <a:ext cx="10730306" cy="664797"/>
              </a:xfrm>
              <a:prstGeom prst="rect">
                <a:avLst/>
              </a:prstGeom>
              <a:blipFill>
                <a:blip r:embed="rId5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38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2126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：平面上指向原点的力大小为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，求其使质点沿曲线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</m:ra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由点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到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所做功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2126480"/>
              </a:xfrm>
              <a:prstGeom prst="rect">
                <a:avLst/>
              </a:prstGeom>
              <a:blipFill>
                <a:blip r:embed="rId2"/>
                <a:stretch>
                  <a:fillRect l="-1543" r="-1424" b="-8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39308A0-6E47-4292-9DFD-2227B5F4F084}"/>
                  </a:ext>
                </a:extLst>
              </p:cNvPr>
              <p:cNvSpPr/>
              <p:nvPr/>
            </p:nvSpPr>
            <p:spPr>
              <a:xfrm>
                <a:off x="877502" y="4244202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39308A0-6E47-4292-9DFD-2227B5F4F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244202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29A1C74-4CB3-487D-B2E6-A689BE49C41C}"/>
                  </a:ext>
                </a:extLst>
              </p:cNvPr>
              <p:cNvSpPr/>
              <p:nvPr/>
            </p:nvSpPr>
            <p:spPr>
              <a:xfrm>
                <a:off x="877502" y="5061399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选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为参数，或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为参数，或转化为第一类曲线积分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29A1C74-4CB3-487D-B2E6-A689BE49C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061399"/>
                <a:ext cx="10730306" cy="664797"/>
              </a:xfrm>
              <a:prstGeom prst="rect">
                <a:avLst/>
              </a:prstGeom>
              <a:blipFill>
                <a:blip r:embed="rId4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32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：计算曲线积分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𝜞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𝜞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轴正向看是顺时针方向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  <a:blipFill>
                <a:blip r:embed="rId2"/>
                <a:stretch>
                  <a:fillRect l="-1543" r="-1484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CD6737B-2B56-451E-91B2-B9C4415CD2CB}"/>
                  </a:ext>
                </a:extLst>
              </p14:cNvPr>
              <p14:cNvContentPartPr/>
              <p14:nvPr/>
            </p14:nvContentPartPr>
            <p14:xfrm>
              <a:off x="114840" y="2950920"/>
              <a:ext cx="11500200" cy="31395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CD6737B-2B56-451E-91B2-B9C4415CD2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480" y="2941560"/>
                <a:ext cx="11518920" cy="31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8835DA6-0AC9-DE44-91F2-191AB4C8FF9F}"/>
                  </a:ext>
                </a:extLst>
              </p:cNvPr>
              <p:cNvSpPr/>
              <p:nvPr/>
            </p:nvSpPr>
            <p:spPr>
              <a:xfrm>
                <a:off x="877502" y="5758081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8835DA6-0AC9-DE44-91F2-191AB4C8F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5758081"/>
                <a:ext cx="10730306" cy="664797"/>
              </a:xfrm>
              <a:prstGeom prst="rect">
                <a:avLst/>
              </a:prstGeom>
              <a:blipFill>
                <a:blip r:embed="rId5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08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171418" y="213647"/>
            <a:ext cx="5619526" cy="464425"/>
          </a:xfrm>
        </p:spPr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/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例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：计算曲线积分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𝑰</m:t>
                    </m:r>
                    <m:r>
                      <a:rPr lang="en-US" altLang="zh-CN" sz="3200" b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𝜞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+(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𝒛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𝒅𝒛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，其中 </a:t>
                </a:r>
                <a14:m>
                  <m:oMath xmlns:m="http://schemas.openxmlformats.org/officeDocument/2006/math"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𝜞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: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zh-CN" sz="3200" b="1" i="1" kern="0">
                                    <a:solidFill>
                                      <a:srgbClr val="67666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𝒛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𝒛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轴正向看是顺时针方向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E3D4D2E-8592-4ACE-B13E-3BE27288B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678072"/>
                <a:ext cx="10273098" cy="3020314"/>
              </a:xfrm>
              <a:prstGeom prst="rect">
                <a:avLst/>
              </a:prstGeom>
              <a:blipFill>
                <a:blip r:embed="rId2"/>
                <a:stretch>
                  <a:fillRect l="-1543" r="-1484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/>
              <p:nvPr/>
            </p:nvSpPr>
            <p:spPr>
              <a:xfrm>
                <a:off x="877502" y="4937903"/>
                <a:ext cx="10730306" cy="6647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▷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𝟐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𝝅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C1B94D2-273D-430D-BA06-9B50751AE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2" y="4937903"/>
                <a:ext cx="10730306" cy="664797"/>
              </a:xfrm>
              <a:prstGeom prst="rect">
                <a:avLst/>
              </a:prstGeom>
              <a:blipFill>
                <a:blip r:embed="rId3"/>
                <a:stretch>
                  <a:fillRect l="-1477" t="-3670" b="-30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C0A67918-B664-423E-A655-9BC3CCA3DBA6}"/>
              </a:ext>
            </a:extLst>
          </p:cNvPr>
          <p:cNvSpPr/>
          <p:nvPr/>
        </p:nvSpPr>
        <p:spPr>
          <a:xfrm>
            <a:off x="877502" y="5622239"/>
            <a:ext cx="10730306" cy="6647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建立参数方程，并确定参数变化范围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768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1171418" y="924232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004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281A77-A911-4B1D-9A1B-B6760FE636A9}"/>
              </a:ext>
            </a:extLst>
          </p:cNvPr>
          <p:cNvSpPr/>
          <p:nvPr/>
        </p:nvSpPr>
        <p:spPr>
          <a:xfrm>
            <a:off x="877503" y="1772350"/>
            <a:ext cx="110077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对坐标的曲线积分的定义；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对坐标的曲线积分的性质；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对坐标的曲线积分的计算；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▷ 两类曲线积分之间的联系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85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对坐标的曲线积分的计算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47940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𝑷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𝒚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𝑸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在有向光滑曲线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上连续，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ea typeface="微软雅黑" panose="020B0503020204020204" pitchFamily="34" charset="-122"/>
                  </a:rPr>
                  <a:t> 的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参数方程为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𝒙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𝝋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𝒚</m:t>
                      </m:r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zh-CN" altLang="en-US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𝝍</m:t>
                      </m:r>
                      <m:d>
                        <m:dPr>
                          <m:ctrl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当参数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𝒕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单调地由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变到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𝑴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的起点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𝑨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运动到终点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𝑩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𝝋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𝝍</m:t>
                    </m:r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zh-CN" altLang="en-US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上具有一阶连续导数，且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𝝋</m:t>
                        </m:r>
                      </m:e>
                      <m:sup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p>
                      <m:sSup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𝝍</m:t>
                        </m:r>
                      </m:e>
                      <m:sup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′</m:t>
                        </m:r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  <m:d>
                      <m:dPr>
                        <m:ctrl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𝑳</m:t>
                        </m:r>
                      </m:sub>
                      <m:sup/>
                      <m:e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𝒙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,</m:t>
                            </m:r>
                            <m:r>
                              <a:rPr lang="en-US" altLang="zh-CN" sz="3200" b="1" i="1" kern="0" smtClean="0">
                                <a:solidFill>
                                  <a:srgbClr val="67666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3200" b="1" i="1" kern="0" smtClean="0">
                            <a:solidFill>
                              <a:srgbClr val="67666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存在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4794005"/>
              </a:xfrm>
              <a:prstGeom prst="rect">
                <a:avLst/>
              </a:prstGeom>
              <a:blipFill>
                <a:blip r:embed="rId2"/>
                <a:stretch>
                  <a:fillRect l="-1545" r="-772" b="-2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33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/>
              <p:nvPr/>
            </p:nvSpPr>
            <p:spPr>
              <a:xfrm>
                <a:off x="877501" y="1416354"/>
                <a:ext cx="10260399" cy="4266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sup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[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</m:e>
                            <m:sup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𝝋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𝝍</m:t>
                              </m:r>
                            </m:e>
                            <m:sup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 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/>
                              <a:ea typeface="微软雅黑" panose="020B0503020204020204" pitchFamily="34" charset="-122"/>
                            </a:rPr>
                            <m:t>𝒅𝒕</m:t>
                          </m:r>
                        </m:e>
                      </m:nary>
                      <m:r>
                        <a:rPr lang="en-US" altLang="zh-CN" sz="3200" b="1" i="1" kern="0">
                          <a:solidFill>
                            <a:srgbClr val="676661"/>
                          </a:solidFill>
                          <a:latin typeface="Cambria Math"/>
                          <a:ea typeface="微软雅黑" panose="020B0503020204020204" pitchFamily="34" charset="-122"/>
                        </a:rPr>
                        <m:t>.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6ADFD24-61BF-485D-A022-CBBE2DE33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416354"/>
                <a:ext cx="10260399" cy="4266617"/>
              </a:xfrm>
              <a:prstGeom prst="rect">
                <a:avLst/>
              </a:prstGeom>
              <a:blipFill>
                <a:blip r:embed="rId2"/>
                <a:stretch>
                  <a:fillRect l="-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001B064-CA72-4AD8-A8AD-1ADCB71DE570}"/>
                  </a:ext>
                </a:extLst>
              </p14:cNvPr>
              <p14:cNvContentPartPr/>
              <p14:nvPr/>
            </p14:nvContentPartPr>
            <p14:xfrm>
              <a:off x="1510560" y="3286440"/>
              <a:ext cx="7443000" cy="1894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001B064-CA72-4AD8-A8AD-1ADCB71DE5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1200" y="3277080"/>
                <a:ext cx="7461720" cy="19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6955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BAD9BA-F6F2-4FCC-9F71-ADCC70B7DF46}"/>
              </a:ext>
            </a:extLst>
          </p:cNvPr>
          <p:cNvSpPr/>
          <p:nvPr/>
        </p:nvSpPr>
        <p:spPr>
          <a:xfrm>
            <a:off x="877501" y="746234"/>
            <a:ext cx="9508562" cy="670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类曲线积分之间的联系</a:t>
            </a:r>
            <a:endParaRPr lang="en-US" altLang="zh-CN" sz="3200" b="1" kern="0" dirty="0">
              <a:solidFill>
                <a:srgbClr val="67666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/>
              <p:nvPr/>
            </p:nvSpPr>
            <p:spPr>
              <a:xfrm>
                <a:off x="877495" y="1798024"/>
                <a:ext cx="11007703" cy="42944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平面曲线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上两类曲线积分之间关系是</a:t>
                </a:r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𝒅𝒙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𝒙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𝒅𝒚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1" i="1" ker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𝑳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1" i="1" kern="0" smtClea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3200" b="1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b="0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𝜶</m:t>
                                  </m:r>
                                </m:e>
                              </m:func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1" i="1" kern="0">
                                  <a:solidFill>
                                    <a:srgbClr val="67666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𝑸</m:t>
                              </m:r>
                              <m:d>
                                <m:d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𝒙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𝒚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3200" b="1" i="1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ker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3200" i="1" kern="0" smtClean="0">
                                      <a:solidFill>
                                        <a:srgbClr val="67666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𝜷</m:t>
                                  </m:r>
                                </m:e>
                              </m:func>
                            </m:e>
                          </m:d>
                          <m:r>
                            <a:rPr lang="en-US" altLang="zh-CN" sz="3200" b="1" i="1" kern="0" smtClean="0">
                              <a:solidFill>
                                <a:srgbClr val="67666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𝒅𝒔</m:t>
                          </m:r>
                        </m:e>
                      </m:nary>
                      <m:r>
                        <a:rPr lang="en-US" altLang="zh-CN" sz="3200" b="1" i="1" kern="0" smtClean="0">
                          <a:solidFill>
                            <a:srgbClr val="67666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</m:oMath>
                  </m:oMathPara>
                </a14:m>
                <a:endParaRPr lang="en-US" altLang="zh-CN" sz="3200" b="1" kern="0" dirty="0">
                  <a:solidFill>
                    <a:srgbClr val="67666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zh-CN" altLang="en-US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为曲线 </a:t>
                </a:r>
                <a14:m>
                  <m:oMath xmlns:m="http://schemas.openxmlformats.org/officeDocument/2006/math">
                    <m:r>
                      <a:rPr lang="en-US" altLang="zh-CN" sz="3200" b="1" i="1" ker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𝑳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在点 </a:t>
                </a:r>
                <a14:m>
                  <m:oMath xmlns:m="http://schemas.openxmlformats.org/officeDocument/2006/math"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𝒙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3200" b="1" i="1" kern="0" smtClean="0">
                        <a:solidFill>
                          <a:srgbClr val="67666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处的切向量的方向角</a:t>
                </a:r>
                <a:r>
                  <a:rPr lang="en-US" altLang="zh-CN" sz="3200" b="1" kern="0" dirty="0">
                    <a:solidFill>
                      <a:srgbClr val="67666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928C639-2329-469E-99C5-609419ACC8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95" y="1798024"/>
                <a:ext cx="11007703" cy="4294445"/>
              </a:xfrm>
              <a:prstGeom prst="rect">
                <a:avLst/>
              </a:prstGeom>
              <a:blipFill>
                <a:blip r:embed="rId2"/>
                <a:stretch>
                  <a:fillRect l="-1440" b="-3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73F03577-5295-46F1-8576-551AAD8763B3}"/>
                  </a:ext>
                </a:extLst>
              </p14:cNvPr>
              <p14:cNvContentPartPr/>
              <p14:nvPr/>
            </p14:nvContentPartPr>
            <p14:xfrm>
              <a:off x="5396760" y="2585520"/>
              <a:ext cx="4214520" cy="2760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73F03577-5295-46F1-8576-551AAD8763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87400" y="2576160"/>
                <a:ext cx="4233240" cy="27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848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对坐标的曲线积分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4A4242-A8DF-438F-B79A-26158063CD5C}"/>
              </a:ext>
            </a:extLst>
          </p:cNvPr>
          <p:cNvSpPr/>
          <p:nvPr/>
        </p:nvSpPr>
        <p:spPr>
          <a:xfrm>
            <a:off x="904716" y="921364"/>
            <a:ext cx="10791983" cy="131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P216 </a:t>
            </a: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9-2(A) 1 (2)(4)(6), 2(2), 3(2).</a:t>
            </a:r>
          </a:p>
          <a:p>
            <a:pPr>
              <a:lnSpc>
                <a:spcPct val="130000"/>
              </a:lnSpc>
            </a:pPr>
            <a:r>
              <a:rPr lang="zh-CN" altLang="en-US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习题</a:t>
            </a:r>
            <a:r>
              <a:rPr lang="en-US" altLang="zh-CN" sz="3200" b="1" kern="0" dirty="0">
                <a:solidFill>
                  <a:srgbClr val="67666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9-2(B) 5(2).</a:t>
            </a:r>
          </a:p>
        </p:txBody>
      </p:sp>
    </p:spTree>
    <p:extLst>
      <p:ext uri="{BB962C8B-B14F-4D97-AF65-F5344CB8AC3E}">
        <p14:creationId xmlns:p14="http://schemas.microsoft.com/office/powerpoint/2010/main" val="824293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741714" y="318796"/>
            <a:ext cx="8708571" cy="622040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Ins="35560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网络视频</a:t>
            </a:r>
          </a:p>
          <a:p>
            <a:pPr algn="just">
              <a:lnSpc>
                <a:spcPct val="130000"/>
              </a:lnSpc>
            </a:pPr>
            <a:endParaRPr lang="zh-CN" altLang="en-US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F8F8F8"/>
                </a:solidFill>
                <a:latin typeface="Microsoft Yahei"/>
                <a:ea typeface="Microsoft Yahei"/>
                <a:sym typeface="Microsoft Yahei"/>
                <a:hlinkClick r:id="rId4"/>
              </a:rPr>
              <a:t>https://www.bilibili.com/video/BV1xb411v7sz</a:t>
            </a: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endParaRPr lang="en-US" altLang="zh-CN" sz="1600" dirty="0">
              <a:solidFill>
                <a:srgbClr val="F8F8F8"/>
              </a:solidFill>
              <a:latin typeface="Microsoft Yahei"/>
              <a:ea typeface="Microsoft Yahei"/>
              <a:sym typeface="Microsoft Yahei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C8C8C8"/>
                </a:solidFill>
                <a:latin typeface="Microsoft Yahei"/>
                <a:ea typeface="Microsoft Yahei"/>
                <a:sym typeface="Microsoft Yahei"/>
              </a:rPr>
              <a:t>温馨提示：此视频框在点击“上传手机课件”时会进行转换，用手机进行观看时则会变为可点击的视频。此视频框可被拖动移位和修改大小</a:t>
            </a:r>
          </a:p>
        </p:txBody>
      </p:sp>
    </p:spTree>
    <p:extLst>
      <p:ext uri="{BB962C8B-B14F-4D97-AF65-F5344CB8AC3E}">
        <p14:creationId xmlns:p14="http://schemas.microsoft.com/office/powerpoint/2010/main" val="1901189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blblvideo/id/45027485"/>
</p:tagLst>
</file>

<file path=ppt/theme/theme1.xml><?xml version="1.0" encoding="utf-8"?>
<a:theme xmlns:a="http://schemas.openxmlformats.org/drawingml/2006/main" name="模板页面">
  <a:themeElements>
    <a:clrScheme name="自定义 99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78A4B1"/>
      </a:accent1>
      <a:accent2>
        <a:srgbClr val="CDCAC2"/>
      </a:accent2>
      <a:accent3>
        <a:srgbClr val="456D79"/>
      </a:accent3>
      <a:accent4>
        <a:srgbClr val="F4EFE9"/>
      </a:accent4>
      <a:accent5>
        <a:srgbClr val="5C91A1"/>
      </a:accent5>
      <a:accent6>
        <a:srgbClr val="666560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000000"/>
    </a:dk2>
    <a:lt2>
      <a:srgbClr val="FFFDFD"/>
    </a:lt2>
    <a:accent1>
      <a:srgbClr val="78A4B1"/>
    </a:accent1>
    <a:accent2>
      <a:srgbClr val="CDCAC2"/>
    </a:accent2>
    <a:accent3>
      <a:srgbClr val="456D79"/>
    </a:accent3>
    <a:accent4>
      <a:srgbClr val="F4EFE9"/>
    </a:accent4>
    <a:accent5>
      <a:srgbClr val="5C91A1"/>
    </a:accent5>
    <a:accent6>
      <a:srgbClr val="66656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15173</TotalTime>
  <Words>2098</Words>
  <Application>Microsoft Office PowerPoint</Application>
  <PresentationFormat>宽屏</PresentationFormat>
  <Paragraphs>195</Paragraphs>
  <Slides>37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Microsoft Yahei</vt:lpstr>
      <vt:lpstr>Microsoft Yahei</vt:lpstr>
      <vt:lpstr>Arial</vt:lpstr>
      <vt:lpstr>Calibri</vt:lpstr>
      <vt:lpstr>Cambria Math</vt:lpstr>
      <vt:lpstr>Century Gothic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Wang Yuchao</cp:lastModifiedBy>
  <cp:revision>995</cp:revision>
  <dcterms:created xsi:type="dcterms:W3CDTF">2015-08-18T02:51:41Z</dcterms:created>
  <dcterms:modified xsi:type="dcterms:W3CDTF">2021-01-19T15:05:55Z</dcterms:modified>
</cp:coreProperties>
</file>