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43"/>
  </p:notesMasterIdLst>
  <p:sldIdLst>
    <p:sldId id="587" r:id="rId3"/>
    <p:sldId id="773" r:id="rId4"/>
    <p:sldId id="871" r:id="rId5"/>
    <p:sldId id="780" r:id="rId6"/>
    <p:sldId id="422" r:id="rId7"/>
    <p:sldId id="860" r:id="rId8"/>
    <p:sldId id="874" r:id="rId9"/>
    <p:sldId id="859" r:id="rId10"/>
    <p:sldId id="861" r:id="rId11"/>
    <p:sldId id="863" r:id="rId12"/>
    <p:sldId id="865" r:id="rId13"/>
    <p:sldId id="864" r:id="rId14"/>
    <p:sldId id="866" r:id="rId15"/>
    <p:sldId id="867" r:id="rId16"/>
    <p:sldId id="828" r:id="rId17"/>
    <p:sldId id="868" r:id="rId18"/>
    <p:sldId id="869" r:id="rId19"/>
    <p:sldId id="870" r:id="rId20"/>
    <p:sldId id="872" r:id="rId21"/>
    <p:sldId id="827" r:id="rId22"/>
    <p:sldId id="875" r:id="rId23"/>
    <p:sldId id="876" r:id="rId24"/>
    <p:sldId id="877" r:id="rId25"/>
    <p:sldId id="879" r:id="rId26"/>
    <p:sldId id="880" r:id="rId27"/>
    <p:sldId id="883" r:id="rId28"/>
    <p:sldId id="884" r:id="rId29"/>
    <p:sldId id="885" r:id="rId30"/>
    <p:sldId id="887" r:id="rId31"/>
    <p:sldId id="873" r:id="rId32"/>
    <p:sldId id="888" r:id="rId33"/>
    <p:sldId id="889" r:id="rId34"/>
    <p:sldId id="890" r:id="rId35"/>
    <p:sldId id="892" r:id="rId36"/>
    <p:sldId id="893" r:id="rId37"/>
    <p:sldId id="878" r:id="rId38"/>
    <p:sldId id="569" r:id="rId39"/>
    <p:sldId id="886" r:id="rId40"/>
    <p:sldId id="737" r:id="rId41"/>
    <p:sldId id="858" r:id="rId42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9EAAE6-32BC-42B2-9343-843A0976E1B0}" v="7" dt="2020-12-03T15:16:49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4" autoAdjust="0"/>
    <p:restoredTop sz="93673"/>
  </p:normalViewPr>
  <p:slideViewPr>
    <p:cSldViewPr snapToGrid="0" snapToObjects="1">
      <p:cViewPr varScale="1">
        <p:scale>
          <a:sx n="121" d="100"/>
          <a:sy n="121" d="100"/>
        </p:scale>
        <p:origin x="184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3:37:55.9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12072 3968 996 0,'0'-9'0'0,"0"2"0"0,0 3 0 0,0-2 0 0,0 2 0 0,0 1 0 0,0-3 0 0,0 4 0 0,-2-2 0 0,2 2 0 0,0 0 132 0,0 0-51 0,0 2 0 0,0 0 66 16,0 0-53-16,0 0-27 0,0 0 10 0,0 0 1 15,0 0 1-15,0 0 47 0,0 0-43 0,0 0 1 16,2 0-34-16,0 0 76 0,1 0-43 0,-1 8 1 16,0-1-44-16,0 4 109 0,-2-1-45 0,0 5-36 15,2 1-1-15,-2 0 26 0,0 1-27 0,0 2 0 16,1 1-15-16,-1 5 22 0,0-3-33 0,0 5 1 15,0-1 37-15,0 0-38 16,0-3 10-16,0 11-12 0,0-4 2 0,0 1 0 16,0 1 0-16,0 0 56 0,-1 0-18 0,-1 0-10 15,-2 0-31-15,2 0-37 0,1 0 0 0,-1 0 0 16,2-1 0-16,-2 0 0 0,2 0 0 0,0 2 0 16,0 2 0-16,-2 0 0 15,2-1 0-15,-2 1 0 16,0 0 0-16,2 1 0 0,-1 2 0 0,-1-1 0 0,-2-1 0 0,1-1 0 15,2 3 0-15,-1-3 0 0,-2 2 0 0,2-1 0 16,-1 1 0-16,1 0 0 0,-2 1 0 0,2 5 0 16,-1-4 0-16,1-5 0 0,0 3 0 0,2 2 0 15,-2-2 0-15,-1 3 0 0,3-3 0 0,-1 0 0 16,1 3 0-16,-2 4 0 0,0 0 0 0,2 0 0 16,-2-2 0-16,2 0 0 0,0 9 0 0,-2-4 0 15,2-1 0-15,0 0 0 0,0 0 0 0,0-5 0 16,0 8 0-16,0-5 0 0,0-1 0 0,0 2 0 15,0 0 0-15,0-2 0 0,0 7 0 16,0 0 0-16,0-3 0 0,2 1 0 16,0 2 0-16,0-5 0 15,0 9 0-15,-1-5 0 0,2 2 0 0,-1-1 0 0,-2 3 0 0,0 1 0 16,0 5 0-16,0-3 0 16,0-1 0-16,0 1 0 0,0 0 0 0,0-1 0 0,0-3 0 0,0 0 0 15,0 1 0-15,0 0 0 16,0-1 0-16,0 1 0 0,0 1 0 0,0-1 0 0,0 2 0 0,0-3 0 15,0-2 0-15,-2-6 0 16,-2 8 0-16,2-3 0 0,-2-2 0 0,2-4 0 16,-1-1 0-16,1-6 0 0,0-1 0 0,0-1 0 15,2-4 0-15,-2-7 0 0,2-1 0 0,0-1 0 16,0-6-36-16,0-4-95 0,0-2 45 0,0-1-499 16,0-5 272-16,0 0 126 0,2-3 77 0,2 0 35 15,3-3 0-15</inkml:trace>
  <inkml:trace contextRef="#ctx0" brushRef="#br0" timeOffset="1118.37">11013 7067 1066 0,'2'-2'0'0,"-2"-2"0"0,0 2 0 0,0 0 0 0,-2-2 0 0,0 3 0 0,-3-3 0 0,4 2 0 0,-3 1 0 0,2-2 0 0,2-1 99 0,0 2-18 16,0 1 174-16,0-1-108 0,0 0-52 0,0 0 121 15,0 0-87-15,2-1-34 0,2-1-10 0,2 0 92 16,0 0-67-16,1 2-35 0,0-1 0 0,0-1 122 16,5 1-84-16,-4 0-36 0,2 0 52 15,2-1-44-15,1 0-1 0,1 3-32 0,0-1 79 0,0-2-44 16,2 2-1-16,2-1-4 0,-2 1 0 0,3 1-61 15,-1-2-21-15,5 2 0 16,-4-1 0-16,1 1 0 0,1-2 0 0,2 3 0 16,-3-1 0-16,3 1 0 0,3 0 0 0,1 0 0 15,-1 0 0-15,-3 0 0 0,6 0 0 0,0 0 0 16,-1 0 0-16,0 0 0 0,-2 0 0 0,5 0 0 16,-3 0 0-16,0 0 0 0,0 0 0 0,2 0 0 15,-1 0 0-15,-3 0 0 0,6 0 0 0,-4 0 0 16,1 0 0-16,0 0 0 0,1 0 0 15,2 0 0-15,-1 0 0 0,4 0 0 16,-1 0 0-16,0 0 0 0,-1 0 0 0,1-3 0 16,0 2 0-16,1-3 0 0,1 1 0 0,0-1 0 15,0 2 0-15,-1 0 0 0,1 0 0 0,1-1 0 16,-1 3 0-16,0 0 0 0,2 0 0 0,1 0 0 16,4 0 0-16,-1 0 0 0,-1 0 0 0,2 0 0 15,0 3 0-15,-2-1 0 0,10 0 0 0,-3-2 0 16,2 0 0-16,1 0 0 0,-1 0 0 15,3 0 0-15,1 0 0 0,3 0 0 16,-2 0 0-16,0 0 0 0,2 0 0 0,1 0 0 16,-1 2 0-16,8-1 0 0,-12 2 0 0,5-1 0 15,8 1 0-15,-10-1 0 0,14-1 0 0,-8 2 0 16,0-2 0-16,3 2 0 0,-6-3 0 0,13 3 0 16,-6-3 0-16,0 1 0 0,4 2 0 0,-3-2 0 15,-5-1 0-15,15 2 0 0,-7-2 0 0,1 3 0 16,0-3 0-16,-1 2 0 15,-6-2 0-15,16 0 0 0,-4 0 0 0,-3 0 0 16,3 0 0-16,-2 0 0 0,1 0 0 0,1 0 0 16,0 0 0-16,3 0 0 0,3-2 0 0,-6-3 0 15,2 4 0-15,0-3 0 0,-1 1 0 0,-4-1 0 16,2 1 0-16,1 0 0 0,-11 0 0 0,10 1 0 16,-5-1 0-16,-6 2 0 0,0-1 0 0,-9 2 0 15,-2 0 0-15,0 0 0 0,-2 0 0 0,-3 0 0 16,-4 0 0-16,-9 0 0 0,1 0 0 15,-4 0 0-15,-8 3 0 0,1 2 0 16,-5-4 0-16,-3 1 0 16,-4 0 0-16,-3-1 0 0,-3 2 0 0,-3-3 0 0,-2 1 0 0,0-1 0 15,-2 0 0-15,0 0 0 0,0 0 0 0,0 0 0 16,-4 0 0-16,-3 0-162 0,1-1-4 0,-4-3 67 16,3 0-267-16,1-3 163 0,1-2 80 15,-1-1-712-15,6-3 386 0</inkml:trace>
  <inkml:trace contextRef="#ctx0" brushRef="#br0" timeOffset="1384.93">17096 6647 2307 0,'0'3'0'0,"0"4"0"0,0 1 0 0,1-2 0 0,5-1 0 0,0 3 0 0,5-1 0 0,2 2 0 0,8 2 0 0,2 3 0 0,3-3 126 0,4 5-43 0,2-4 53 15,4 3-53-15,-3 3 0 0,3-3-42 0,-2 1 2 16,-3 1-2-16,0 1 10 0,-5 0-11 0,-1 0-16 16,-5 1 16-16,-7-2 1 0,-2 4 59 0,-3 0-19 15,-6-3-10-15,-2 3 76 0,0 1-54 0,-8 1-27 16,-8-2-2-16,-5 1 29 0,-4-1-16 0,-3 1-77 16,0-1 0-16,-4 0 0 0,-7 2 0 0,3-2 0 15,-11 2 0-15,-2 2-409 16,-11 1 137-16,0 0 146 0,-6 0-881 0</inkml:trace>
  <inkml:trace contextRef="#ctx0" brushRef="#br0" timeOffset="2036.35">12151 3988 756 0,'0'-12'0'0,"0"-2"0"0,-3 0 0 0,-4 4 0 0,2-1 0 0,-3 1 0 0,3 0 0 0,-3 1 0 0,2 2 0 0,1 0 0 0,-1 1 94 0,-1 3-11 15,2 0-43-15,4 1 175 0,-3 1-88 0,0 1-44 16,3 0 135-16,-5 3-94 0,1 10-42 0,-4 8 92 16,0 4-67-16,-2 5-34 0,-4 3 11 0,-2 9 3 15,-2 1 1-15,-2 0-48 0,3-1-1 0,-3 0-46 16,3-8 10-16,-1 5 37 0,0-7 0 0,4 1-40 16,0-7-1-16,5-4 41 0,1-1-171 0,2-6 81 15,2-2 18-15,4-5-297 16,-1-1 147-16,2-5 89 0,0-2 5 0,0 0-324 15,12-6 186-15,2-14 93 0,4-6 46 0,3-9-238 16,-1 4 132-16</inkml:trace>
  <inkml:trace contextRef="#ctx0" brushRef="#br0" timeOffset="2243.67">12053 3964 1813 0,'3'-18'0'0,"0"8"0"16,-1 3 0-16,0 1 0 0,0 2 0 0,-2 2 0 0,1 1 0 0,5 1 0 0,1 0 0 0,5 0 0 0,4 9 258 0,4 2-99 0,1 5 285 0,6 0-202 15,-1 4-101-15,3 1-51 0,6 6 74 0,-10-5-52 16,3 2-41-16,-2 1 33 0,-3 2-33 0,-3-5 1 16,-6-4-32-16,-3 1-59 0,-4-1 24 0,-5-4 1 15,0-4 34-15,-2-1 22 0,0-1-22 0,-9-1-24 16,-4-3-16-16,-4-3 0 0,2 2 0 16,1-1-336-16,3-2 96 0,2 1 114 0,5-1 65 0,2 6-479 15,2 5 255-15</inkml:trace>
  <inkml:trace contextRef="#ctx0" brushRef="#br0" timeOffset="4108.45">13306 5611 622 0,'0'9'0'0,"-2"-6"-1"0,-3-2 0 0,-1 3 0 0,0 2 0 0,0-2 0 0,1-1 1 0,1 1-1 0,-1-2 1 0,1 1 0 0,-2-1 93 0,2 0-51 15,2 0 1-15,-2 0-1 0,3-2 66 0,-3 0-39 16,2 0 1-16,-1 0 51 0,1 0-39 0,-2 0 0 0,-1 0 46 16,4-4-47-16,-3-3-1 0,2-2-37 0,-1-3 30 15,1 1 1-15,-2 1-21 16,2-4-11-16,-1-2 20 0,1 3-20 0,0-3 0 15,0-2 1-15,-1 1-2 0,3-1 1 0,0-2 1 16,0-1-39-16,0-2 38 0,0 3 1 0,0-5-28 16,3-2-11-16,1 6 26 0,0-4 10 0,-1 5-68 15,3-4 30-15,-3 4-3 0,1-1 31 0,2-1-34 16,-2 2 0-16,3-5 19 0,-1 2 8 0,1 1-43 16,1-3 40-16,-1 3-8 0,1-3-12 0,1 3 12 15,-1-3 3-15,-2 4 8 0,3-5-8 0,-4 4-1 16,5-1 1-16,-3 1 46 15,3-1-45-15,-3 2 5 0,3-3-5 0,-1-1 1 16,2 3 1-16,-1 0 1 0,-3 3-1 0,4-4-23 16,-1 3 22-16,-1 1 3 0,0-2-16 15,5 2 13-15,-5 1 0 0,2 0 4 0,1 0-5 16,-1 2-3-16,2-2 3 0,2 1-48 0,0 1 46 0,2-2-1 16,0 1 0-16,2 2-31 0,0-3 0 0,1 1 27 15,-1 2 1-15,0-1-48 0,3-2 45 16,1 2-5-16,-4 0-25 0,1 1 24 0,1 1 2 15,-2 2-6-15,3-3 5 0,-3 2-3 16,4 0 2-16,-3-1 11 0,3 2-11 0,-4 2-1 16,5-5 2-16,-2 3 34 0,1 0-31 0,0-3-3 15,-1 5 1-15,-3 1 43 0,4-2-38 0,-1-1-3 16,2 3 52-16,-5-1-49 0,4 3 7 0,-3-2 38 16,5 1-39-16,-4 2-2 0,5-1 4 0,-4 1 19 15,-1 2-15-15,5 0-5 0,-5-2 4 0,1 3-2 16,1 2 3-16,0-2-4 15,1 3 10-15,-2 0 2 0,-1 0-9 0,0 0-1 16,-1 0 51-16,-1 0-49 0,2 0 5 0,-4 4 30 16,2-1 2-16,-3 3-34 0,2 0 6 0,-2 0-1 15,1-1 7-15,2 1-9 0,-2 1 6 0,2-1-27 16,-3-1 24-16,3 1-2 0,1 0 11 0,0-2-1 16,-1 1-9-16,-1 3-26 0,1-2-2 0,0 0 0 15,0-1 0-15,-2 2 0 0,-1 0 0 0,2 0 0 16,-2 0 0-16,1 0 0 15,1 1 0-15,-4-1 0 0,4 3 0 0,-2-3 0 16,3 1 0-16,-3-1 0 0,4 1 0 0,-2-1 0 16,1 1 0-16,0 2 0 0,-3-3 0 0,4 2 0 15,-4 1 0-15,1-3 0 0,-2 5 0 0,0-4 0 16,0 2 0-16,2 0 0 0,-2-1 0 0,-1 3 0 16,2-1 0-16,-1 0 0 0,0 0 0 0,1 0 0 15,-2 0 0-15,2 2 0 0,-4-3 0 0,4 1 0 16,-3 1 0-16,0-3 0 15,2 2 0-15,-1 1 0 0,-2-1 0 0,-1 0 0 16,3 0 0-16,-3-1 0 0,1 1 0 0,-1 1 0 16,0-2 0-16,-1 0 0 0,-1 3 0 0,0-2 0 15,0 3 0-15,1-1 0 0,-1 1 0 0,0 0 0 16,1 1 0-16,-3 3 0 0,3-4 0 16,0 0 0-16,-1 2 0 0,0 0 0 0,0-2 0 0,1-1 0 15,-1 2 0-15,0-1 0 16,-1-2 0-16,0 2 0 0,1-3 0 0,-4 2 0 15,4 0 0-15,-2 0 0 0,-2 0 0 0,1 2 0 16,-1-2 0-16,2 3 0 0,-4-3 0 0,3 2 0 16,-1 0 0-16,1-2 0 0,-1 2 0 0,2 0 0 15,-2-1 0-15,2-2 0 0,-1 3 0 0,1-3 0 16,-1 0 0-16,2 0 0 0,-3 1 0 0,2 3 0 16,-3-4 0-16,2 4 0 0,-2 0 0 0,0-1 0 15,-1 3 0-15,-1 0 0 0,0 1 0 0,2-3 0 16,-3 1 0-16,1 2 0 15,2-2 0-15,1 1 0 0,-4-2 0 0,3 1 0 16,0 0 0-16,-1-2 0 0,1 2 0 0,0-2 0 16,-1-2 0-16,1 0 0 0,2 0 0 0,-2 3 0 15,0-5 0-15,-1 2 0 0,1 0 0 0,-1 0 0 16,-1-2 0-16,2 1 0 0,1 1 0 0,-4-4 0 16,1 4 0-16,2-5 0 0,-1 3 0 0,-1-2 0 15,0-1 0-15,0 1 0 16,0-1 0-16,0-3 0 0,-1 3 0 0,1-5 0 15,0 3 0-15,-2-2 0 0,0-2 0 0,3 1 0 16,-3-2 0-16,0 1 0 0,0-2 0 0,0 0 0 16,0 0 0-16,0 0 0 0,0 0 0 0,0 0 0 15,0 0 0-15,0 0 0 0,0 0 0 0,0 0 0 16,-3 0 0-16,-2 0 0 0,-5 0 0 0,1 0 0 16,-4 0-467-16,-7-2 163 15</inkml:trace>
  <inkml:trace contextRef="#ctx0" brushRef="#br0" timeOffset="5414.79">12891 5955 1122 0,'4'-7'-2'0,"-2"-1"-1"0,-2 2 1 0,0 3 0 0,0-3 0 0,0 1 1 0,0 1-1 0,0 0 1 0,0 0 0 0,0 1 1 0,0 2 101 0,0 0-29 0,0-2 210 15,-2 3-120-15,0 0-59 16,-3 0-20-16,4 10 112 0,-3 3-77 0,-2 6-37 15,1 5 0-15,0 1 103 0,-3 5-60 0,0 1-46 16,1 2 122-16,0-2-79 0,-1 5-39 0,-2 0-4 16,1-1 11-16,0 1-46 0,1 0 0 0,-1-2 54 15,1 0-27-15,1-1 0 0,-1-3-17 0,1 0-60 16,1-3-1-16,1-6 48 0,-1-1-125 16,2-3 62-16,0-4 42 0,0 0-12 0,1-5-258 15,1-3 133-15,0-3 38 0,2 1-318 16,-2-3 162-16,0 0 106 0,2 0 14 0,0-14-130 15,0-7 101-15,0-5 41 0,8-12 10 0,1-1-479 16</inkml:trace>
  <inkml:trace contextRef="#ctx0" brushRef="#br0" timeOffset="5662.02">12856 5863 2708 0,'3'-13'0'0,"-1"3"0"0,0 2 0 0,-2 3 0 0,0-1 0 0,0 5 0 0,0-1 0 0,0 2 0 0,0 0 0 0,5 0 0 0,3 0 169 15,1 2-63-15,3 9 289 0,0 2-182 0,4 4-85 16,-2 6-44-16,2 3 44 0,-1 4-128 0,0 1 0 16,1 3 0-16,0 2 0 15,-2-2 0-15,2 1 0 0,-3 1 0 0,-2 0 0 0,2-2 0 0,-2-3 0 16,-1 1 0-16,-1-1 0 0,-1-1 0 0,-1-4 0 16,1 6 0-16,-4-7 0 0,0-3 0 15,-3-1 0-15,1-1 0 0,-2-7 0 16,0 1-17-16,0-5-563 0,0-2 268 0,0-2 136 15,-5-1-453-15,-4-3 283 0,-3-1 157 0,1 0-186 16,-3-1 165-16</inkml:trace>
  <inkml:trace contextRef="#ctx0" brushRef="#br0" timeOffset="5832.33">12810 6334 2652 0,'-21'-7'0'0,"3"3"0"0,-1 3 0 0,0-4 0 0,4 1 0 0,4 1 0 0,1 1 0 0,5 0 0 0,5-2 0 0,0 1 0 15,1-3 125-15,19-3 434 0,1-3-258 0,6 1-119 0,1 2-76 0,2 1-100 16,0 0-6-16,0 1 0 0,-1 4 0 0,-3-2 0 16,6 4 0-16,-6-1-64 0,-1 2-238 0,-7 0 172 15,3 0 96-15,-2 0-456 0,-4 0 148 0,0 8 166 16</inkml:trace>
  <inkml:trace contextRef="#ctx0" brushRef="#br0" timeOffset="6466.14">16094 5792 2905 0,'-7'-4'0'16,"5"2"0"-16,1 2 0 0,-3 0 0 0,2 0 0 0,-2 0 0 0,3 2 0 0,1 9 0 0,0 2 0 0,0 6 0 0,0 3 97 0,1 3 82 0,5 1-69 0,1 2-35 15,3 3 0-15,-2 1 8 0,-3-1-10 0,2 3-33 16,-3 2 1-16,1-1-123 0,-2 0 61 0,-1-2 41 15,-2 1-294-15,0-4 157 0,0-1 79 0,0-8-336 16,0 0 151-16,0-6 102 0,0-5-4 0,0-3-255 16,0-3 170-16,0-4 85 0,-2 0 42 15,2-10-84-15,0-12 69 0,0-6 28 0,0-10 1 0,0-3-297 16,-2-8 163-16,1-5 71 0</inkml:trace>
  <inkml:trace contextRef="#ctx0" brushRef="#br0" timeOffset="6845.52">16097 5814 1860 0,'-10'-30'0'0,"3"9"0"0,1-1 0 0,-1 3 0 0,4 2 0 0,3 4 0 0,0 2 0 0,0 0 0 0,5 1 0 0,10 2 0 0,6 1 107 0,5 1 228 0,0 2-148 16,3 3-73-16,-2-1 76 0,3 2-75 0,-2 0-28 15,2 6-9-15,-5 3-64 0,0 6 0 0,-6 0 26 16,-3 4 0-16,-5-2-60 0,-1 4 25 0,-6 5 0 16,-4 0 36-16,0 0-50 0,-6 2 0 15,-11 0 59-15,1-3 9 0,-5 0-68 16,-2-5 38-16,-4-3 147 0,4-2-73 0,2-6-21 15,-2-2-16-15,2-2 115 0,5-1-181 0,7-4 0 16,-2 0 0-16,4 0 0 0,5 0 0 0,2 0 0 16,0 0 0-16,2 0 0 0,17-4 0 0,10-6 0 15,10 0 0-15,2 4 0 0,1-2 0 0,2 4 0 16,-5 4 0-16,13 0 0 0,-11 2 0 0,-8 9 0 16,1 8 0-16,-4 1 0 0,-4 1 0 0,-6 3 0 15,-8 3 0-15,-5 1 0 16,-5 1 0-16,-2-3 0 0,-10 0 0 0,-17 4 0 15,-3-4 0-15,-6-3 0 0,-4-3 0 0,-8-5 0 16,0-2 0-16,-5-4 0 0,-2-6 0 0,2-1 0 16,0-2 0-16,3 0 0 0,11 0 0 0,0-10 0 15,9-3 0-15,5-2 0 0,13 0 0 0,3-3 0 16,9-3-43-16,0-3-180 0,18 1-1107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3:38:33.9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14904 1216 1901 0,'-5'-12'0'0,"1"4"0"0,1 3 0 0,-2-1 0 0,1-2 0 0,1 2 0 0,1 4 0 0,0-5 0 0,0 5 0 0,2 1 0 0,0-1 156 0,0 0-59 0,0 2-18 0,0 0 29 16,0 0-34-16,0 0 0 0,0 0-35 0,0 0 41 15,2 0-31-15,0 4-10 0,2 1 97 0,-1 2-48 16,4 5-1-16,-4-3-47 0,-1 0 81 0,2 6-45 16,-1-1-1-16,1 2 28 0,-2 1-32 0,0 5 9 15,-1-1-40-15,1 3 76 0,0-2-39 0,-2 3 1 16,2 1-39-16,-2 2-31 0,0 1-8 0,3 5 0 15,-2-3 0-15,1 3 0 0,0 2 0 16,0 3 0-16,2 4 0 0,-1-4 0 0,1 3 0 0,-1 2 0 16,3 0 0-16,-1-7 0 15,0 13 0-15,0-2 0 0,-1-1 0 0,0 5 0 16,-1 1 0-16,-1 2 0 0,2 3 0 0,0 8 0 16,0-8 0-16,0-3 0 0,-1 3 0 0,3-2 0 15,-1 0 0-15,1-1 0 0,2 1 0 0,-3 1 0 16,3-1 0-16,-3 2 0 0,3 0 0 0,-2-2 0 15,1 1 0-15,0-3 0 16,2-1 0-16,-2-8 0 0,2 8 0 0,-2-8 0 16,2 0 0-16,-4-4 0 0,0-5 0 0,3 1 0 15,-3-1 0-15,-1-2 0 0,2-4 0 0,-2 0 0 16,0-8 0-16,-1 1 0 0,-1-5 0 0,2 0 0 16,-3-7 0-16,1-2 0 0,-2-4 0 0,2-2 0 15,-2-1 0-15,0-2 0 0,0 0 0 0,0 0 0 16</inkml:trace>
  <inkml:trace contextRef="#ctx0" brushRef="#br0" timeOffset="40.1">15145 3684 383 0,'-7'-12'-1'0,"-2"0"1"0,0-2 913 0,2 2-456 0,-1-4-229 0,2 1-113 0</inkml:trace>
  <inkml:trace contextRef="#ctx0" brushRef="#br0" timeOffset="620.5">14318 3184 2128 0,'-19'0'0'0,"3"0"0"0,0 1 0 0,0 2 0 0,2 2 0 0,3-2 0 0,4-1 0 0,3 0 0 0,0-2 0 0,4 2 0 0,0-2 95 16,3 0 217-16,9 0-137 0,9 0-58 0,5 0-45 15,2 0 177-15,4 0-105 0,3-2-53 0,6 0 76 16,-6-2-54-16,13 0-43 0,-6 1 1 0,1-3 37 16,6 2-89-16,2-1-19 0,1 0 0 0,12-1 0 15,-2-2 0-15,2-3 0 16,8 1 0-16,3-3 0 0,4 1 0 0,1 0 0 0,12-3 0 0,-3 3 0 15,-1 0 0-15,0-2 0 0,-3 3 0 0,18-2 0 16,-7 0 0-16,-1-1 0 0,1 1 0 0,1 1 0 16,-10 1 0-16,21-5 0 15,-13 4 0-15,1-1 0 0,2 2 0 0,-3 0 0 16,-4 2 0-16,20-5 0 0,-11 4 0 0,3 0 0 16,1-1 0-16,1 1 0 0,3 1 0 0,0-1 0 15,0 0 0-15,2-1 0 0,-1 1 0 0,-2 2 0 16,4-2 0-16,-4 1 0 0,-3 2 0 0,-3-4 0 15,-4 6 0-15,-7 0 0 0,-5-1 0 0,13 2 0 16,-24 1 0-16,4 0 0 0,-5 2 0 0,-11-1 0 16,8 2 0-16,-20 0 0 15,3 0 0-15,-2 0 0 0,-8 0 0 0,-8 2 0 16,1 4 0-16,-8-1 0 0,-5-1 0 0,-2 2 0 16,-7-3 0-16,-3 0 0 0,-4 1 0 0,-4-3 0 15,-1 0 0-15,-2 2 0 0,0-1 0 0</inkml:trace>
  <inkml:trace contextRef="#ctx0" brushRef="#br0" timeOffset="669.63">19459 2755 371 0,'-18'0'-1'16,"4"-2"1"-16,0-3 0 0,5-4 543 0,4-3-290 0</inkml:trace>
  <inkml:trace contextRef="#ctx0" brushRef="#br0" timeOffset="757.11">19365 2478 376 0,'-6'0'-1'0,"6"0"1"0,0 0 0 0</inkml:trace>
  <inkml:trace contextRef="#ctx0" brushRef="#br0" timeOffset="915.07">20107 2907 3931 0,'-30'30'0'16,"-6"3"0"-16,-8-4 0 0,-14 7 0 0,-2-3 0 0,-2-3 0 0,-9 3 0 0,-18 0 0 0,13-3 0 0,-25 8 0 0,2-4-879 0,0 1 351 0,0-1 247 0</inkml:trace>
  <inkml:trace contextRef="#ctx0" brushRef="#br0" timeOffset="1447.76">15011 1051 1842 0,'-18'-12'4'0,"2"10"-2"0,2 2 1 0,0 0-2 0,-1 2 1 0,-2 5-1 0,-1 5 0 0,1 0 0 0,-6 9 0 0,3 3 1 0,-7 8 175 0,3 2-68 0,-1 4 41 15,0 5-55-15,-4 2-19 0,3 5-9 0,-2-4-71 16,3 0 0-16,2-1 42 0,3-5 0 0,1-8-138 15,2 2 64-15,4-2 37 0,0-6 0 0,3-7-283 16,5-2 152-16,1-8-164 16,0-2 143-16,4-5 31 0,0-2 48 0,0-5-315 15,10-19 174-15,7-8 78 0,3-14 53 0</inkml:trace>
  <inkml:trace contextRef="#ctx0" brushRef="#br0" timeOffset="1604.18">14831 1069 2318 0,'11'-18'1'0,"4"7"-1"0,0 2 0 16,-4 2 0-16,-1 7 0 0,3 0 0 0,3 0 0 0,2 3 0 0,5 7 0 0,3 1 0 0,4 0 491 0,0 0-231 0,6 4-111 0,-3 1-55 0,1-2-6 15,2 1-25-15,-1-1 10 0,1 1-503 0,0 0 235 16,-2 0 116-16,0 0 59 0,-2 0-296 0,0 0 186 16,-2 0 80-16</inkml:trace>
  <inkml:trace contextRef="#ctx0" brushRef="#br0" timeOffset="3034.63">16179 2198 1289 0,'-12'0'0'0,"2"1"0"0,-1 2 0 15,0-1 0-15,2 0 0 0,-2 0 0 0,1-2 0 0,2 0 0 0,0 0 0 0,3 0 0 0,-1-2 92 0,2-3 50 0,-1-5-51 0,3 0-26 0,-1-4 0 16,1 2 41-16,-1-5-23 0,1 4-11 16,2-5 24-16,-2 0-29 0,2-1 1 0,0-5-29 15,0 4 49-15,0-7-10 0,0 2-39 0,0-1 4 16,2-3-4-16,3 1 11 0,0-4-11 0,2 3-6 16,1-2 7-16,-1 3-1 0,1-1 1 0,1-1 2 15,0 3-3-15,0-3 1 0,2 1-18 0,-2 1 18 16,3 1-1-16,-3 3-35 0,3-4-13 0,0 0 45 15,3 1-7-15,0 1-22 0,0 2 26 0,4-2 3 16,1 0-10-16,3 1-28 0,0 0 26 16,-2-2 4-16,1 2-48 0,0-1 7 15,1-1 31-15,-3 3 5 0,1 0-52 0,-2-1 48 16,1 3-9-16,-4 2 43 0,7-3-37 0,-5 2 0 16,1 0 0-16,1 2 35 0,1 1-34 0,-4 2 5 15,7-1-6-15,-3 2 8 0,0 0-4 16,0 3-1-16,-1 0 9 0,1 3 25 15,3-3-25-15,-2 3-6 0,5-1 26 0,-1 1-24 16,2 1 2-16,3-1 43 0,-1 2-42 0,-1-1-1 16,1 2 1-16,-1 2-2 0,-3-2-12 0,-2 0-13 15,4-2 0-15,-4 3 0 0,-3-1 0 0,2 2 0 16,-1 1 0-16,1 0 0 0,-2 0 0 0,1 1 0 16,0 1 0-16,3-2 0 0,-4 1 0 0,1 2 0 15,1 0 0-15,0 0 0 0,-1 0 0 0,6 0 0 16,-4 0 0-16,1 0 0 0,5 5 0 0,-2-2 0 15,0 3 0-15,1-3 0 0,-1 3 0 0,-2-2 0 16,3 4 0-16,0-3 0 16,-1 1 0-16,0-3 0 0,0 4 0 0,-5-1 0 15,6 4 0-15,-5-2 0 0,0 1 0 0,-3-1 0 16,3 2 0-16,-5-3 0 0,2 6 0 0,0-4 0 16,-1 3 0-16,4-2 0 0,-3 2 0 15,0-5 0-15,3 6 0 0,-3-4 0 0,0 1 0 0,-1 1 0 16,3-1 0-16,-4-1 0 0,1 0 0 15,1 1 0-15,-2-1 0 0,-1 3 0 0,-1-2 0 0,0 1 0 16,0 2 0-16,-1-1 0 16,0 2 0-16,0 1 0 0,-2-3 0 0,1 2 0 15,0 1 0-15,-2 0 0 0,2 0 0 0,0 0 0 16,1-2 0-16,0 2 0 0,-1-2 0 0,0 3 0 16,0-2 0-16,0 0 0 0,-1 1 0 0,0-3 0 15,0 3 0-15,-1-1 0 0,0-2 0 0,-2 2 0 16,0 0 0-16,1-3 0 0,-1 5 0 0,-2-1 0 15,1-1 0-15,-1 1 0 16,0 0 0-16,1 0 0 0,-2 0 0 0,1 0 0 16,-2 3 0-16,3-4 0 0,-3 1 0 0,3 0 0 15,-1 0 0-15,-1 0 0 0,1 0 0 0,-2 0 0 16,3 0 0-16,-2 1 0 0,-1-1 0 0,0-1 0 16,1 1 0-16,-2-3 0 0,1 2 0 0,-1-1 0 15,-1-2 0-15,2 3 0 0,-2-4 0 0,-1 2 0 16,1-3 0-16,-3 1 0 0,1-1 0 0,-1-1 0 15,0-1 0-15,0 1 0 16,0-1 0-16,1 0 0 0,-2 0 0 0,1-1 0 0,-2-1 0 0,0-1 0 16,0-1 0-16,0 0 0 15,2 0 0-15,-2-3 0 0,0 1 0 0,0-1 0 16,0 0 0-16,0 0 0 0,0 0 0 0,0 0 0 16,0 0 0-16,0 0 0 15,2 0 0-15,-2 0 0 0,0 0 0 0,0 0 0 0,0 0 0 0,0 0 0 16,0 0 0-16,0 0 0 15,0 0 0-15,0-3 0 0,-4-3 0 0,-4 1-136 0,-1 0-401 16,-7 0 249-16</inkml:trace>
  <inkml:trace contextRef="#ctx0" brushRef="#br0" timeOffset="4470.89">15671 2106 2050 0,'-9'-20'0'0,"4"11"0"0,0-1 0 0,1 2 0 0,2 0 0 0,-2 1 0 0,3 0 0 0,-1 5 0 0,0 1 0 0,2-1 0 0,0 0 138 0,0 2 157 0,0 0-127 15,0 5-65-15,0 11-9 0,0 0-18 0,0 6-10 0,-4 4-26 16,-4 1 71-16,3 4-36 0,-4 0 0 0,0 6-25 15,-2-2-42-15,2-1 1 0,0 1 30 0,-1-2 1 16,1-2-206-16,2-1 112 0,-2-1 43 16,0-3-392-16,2-4 204 0,0-1 67 0,1-3 62 15,0-7-228-15,2-4 134 0,3-4 62 0,1-1-274 16,-2-2 168-16,2-2 84 0,0-12 32 0,0-9-238 16,2-6 145-16</inkml:trace>
  <inkml:trace contextRef="#ctx0" brushRef="#br0" timeOffset="4676.18">15573 1981 1815 0,'0'-17'0'0,"0"8"0"0,0 5 0 0,0 1 0 0,0 0 0 0,2 3 0 0,4 0 0 0,3 0 0 0,4 6 0 0,2 6 0 0,6 1 497 0,-1 1-229 16,3 6-114-16,1 2 177 0,-1 5-136 0,2-1-83 16,-3 4-36-16,2 6-36 0,-3-4-1 0,-3-1 1 15,1 3 10-15,-2 0-270 16,-3-1 130-16,-4 0 65 0,1-3 32 0,-8 2-180 15,-1-4 117-15,0 2 42 0,-2-8-575 0,0 4 286 16,0-9 70-16,-7-2-295 0,-4-6 234 0,-1 1 132 16,-4-8 62-16,-4-2-281 0</inkml:trace>
  <inkml:trace contextRef="#ctx0" brushRef="#br0" timeOffset="4805.95">15625 2352 2150 0,'-22'-20'0'0,"5"9"0"15,1 0 0-15,4 2 0 0,3 0 0 0,3 3 0 0,4 0 0 0,2 0 0 0,2 0 0 0,13 2 0 0,8-1 106 0,5 2 200 0,4 0-134 0,3 2-65 16,8-2-220-16,-6 2 86 0,11-1 29 0,-1 2 0 16,0 0-280-16,4 0 159 0,2 2 80 0</inkml:trace>
  <inkml:trace contextRef="#ctx0" brushRef="#br0" timeOffset="5618.72">18919 1795 2068 0,'0'-8'0'0,"0"7"0"0,0-2 0 0,0 3 0 0,0 0 0 0,0 0 0 0,4 0 0 0,6 3 0 0,-3 6 0 0,4 4 0 0,-1 4 89 0,3 4-25 16,-2 0 17-16,1 4-10 0,-1 0-32 0,-1 2 0 16,-1-2-155-16,-2-4 78 0,0 2 48 0,-3-2-220 15,2 0 124-15,-4-5 63 0,0-1 21 0,-2-5-236 16,0 0 90-16,0-6 20 0,0 1 51 16,-4-5-57-16,-4 0 41 0,1-3 28 0,0-9-10 0,-1-3 0 15,0-5 36-15,-3-4 0 0,2 0-24 0,-1-4-1 16,1-2 16-16,0-4 85 0,-1-2-37 0,4 0-1 15,-1-1-38-15,3 3 161 16,2 5-84-16,1-4-16 0,1 11 0 0,0-3 276 16,0 4-148-16,7 3-52 0,8 1-42 0,5 2 238 15,1 3-128-15,6 2 2 0,-1 1-65 0,6 4-32 16,0-1 10-16,0 5 86 0,-2 1-65 0,-3 0-31 16,-7 0 0-16,2 10 44 15,-2 2-29-15,-4 2-9 0,-5 1-38 0,-3 5 35 0,-4 1-1 0,-4 5-34 16,0-5-6-16,-8 7 6 0,-5-6-1 0,-5 1 1 15,-2-2 31-15,-1-3-32 16,5-6 11-16,-5-1 17 0,2-2 0 0,2-3-27 16,7-5-1-16,-2-1 70 0,4 0-100 0,3 0-8 15,1 0 0-15,4 0 0 0,0-3 0 0,0-5 0 16,8 3 0-16,4-1 0 0,6 2 0 0,0 3 0 16,3-1 0-16,5 2 0 15,-3 0 0-15,7 0 0 16,-2 5 0-16,2 7 0 0,-4 0 0 0,0 3 0 0,-6 1 0 0,4 2 0 15,-11-1 0-15,-2 1 0 16,-3 2 0-16,-6-2 0 0,-2 1 0 0,0 1 0 16,-14-2 0-16,-8-2 0 0,-4-4 0 0,-6-1 0 0,-4-3 0 0,-2-3 0 15,-1-5 0-15,-6 0 0 0,3 0 0 0,5 0 0 16,-8 0 0-16,11-7 0 0,2-2 0 0,5-3 0 16,7 1 0-16,3-4 0 0,8-1 0 0,5 0 0 15,4-4 0-15,8 1-1329 0</inkml:trace>
  <inkml:trace contextRef="#ctx0" brushRef="#br0" timeOffset="9365">16069 2110 1254 0,'-2'-4'0'0,"0"-1"0"0,-1 2 0 0,-2-3 0 0,3 3 0 0,-1 0 0 0,-1-1 0 0,2 2 0 0,0-1 0 0,1 1 0 0,1 2 136 0,0 0-48 0,0 0 0 16,-2 0 47-16,2 0-47 16,0 10 9-16,-2-1-56 0,0 3 121 0,0-2-61 15,0 0-30-15,2-1 0 0,0 1 61 0,0-3-51 16,0-2 0-16,0 0-6 0,0-2-34 0,4-1-1 16,3-2-13-16,2 0 14 0,0 0-1 0,0-4 1 15,0-7-52-15,0 0 26 0,-1-3 10 0,-2 2 16 16,-3-3-84-16,-1 1 41 0,0 3 2 0,-2 1 1 15,0 1-15-15,-2-1 18 0,-9 3 15 16,-1 3 119-16,0 3-57 0,-4 1-24 16,0 0 80-16,-2 0-48 0,2 10-27 0,1-2 17 15,2 4-40-15,6-3 20 0,0 0-18 0,3 1 0 16,4-1-135-16,0-1 68 0,2-1 33 0,10-2-352 16,6 0 179-16,5-4 71 0,2-1 53 0,1 0-629 15,1 0 315-15,-6 0 148 0</inkml:trace>
  <inkml:trace contextRef="#ctx0" brushRef="#br0" timeOffset="9961.69">15958 2500 1886 0,'-2'-2'0'0,"2"0"0"0,-2 0 0 0,0 0 0 0,1 0 0 0,-1 1 0 0,0 1 0 0,2 0 0 0,-2 0 0 0,2 0 0 0,0 7 346 15,0 6-152-15,0 4-66 0,0 2-48 0,0 5 94 16,0 5-66-16,0 0-33 0,0 3 0 0,0 7 221 16,0 2-132-16,0 1-61 0,0 3-31 15,0 0 102-15,0-2-118 0,0-1-56 0,0 4 0 0,2-11 0 0,0 0 0 16,0-1-36-16,-1-2-34 0,3-8 66 15,-2 1 17-15,0-3-301 0,-1-4 130 0,-1-7 88 16,0-3-8-16,0-1-153 0,0-6 54 16,0 1 71-16,0-2 13 0,0 0-246 0,-1-11 148 0,-3-7 65 15,2-7-336-15,2-5 211 16,-2-11 103-16,2-3-309 0,-1-16 208 0</inkml:trace>
  <inkml:trace contextRef="#ctx0" brushRef="#br0" timeOffset="10202.03">15903 2584 2786 0,'-5'-15'0'0,"-3"3"0"16,5 0 0-16,-1 2 0 0,4 0 0 0,0-3 0 0,0 4 0 0,9 0 0 0,9 0 0 0,5 1 0 0,2 4 238 0,1 2-98 0,2 1-49 15,-1 1-1-15,-4 0 55 0,4 8-57 0,-6 6 0 16,-5-1-46-16,-4 3 8 0,-1 6 2 0,-4 2-11 16,-6-3 23-16,-1 5-48 0,0-3-16 0,-10-1 0 15,-2-3 0-15,-9 4 0 0,2-7 0 0,0-5 0 16,-5 3 0-16,4-7 0 0,-3-1 0 0,2-2 0 15,0-4 0-15,5 0 0 0,0 0 0 0,3 0 0 16,4 0 0-16,4-2 0 0,0-2 0 0,1 0 0 16,4 0 0-16,0 1-848 0,11 0 383 15,1 2 217-15,7 1 104 0,0 0-619 16,0 0 361-16</inkml:trace>
  <inkml:trace contextRef="#ctx0" brushRef="#br0" timeOffset="10577.79">16225 2874 1989 0,'-6'0'0'16,"0"3"0"-16,2 1 0 0,-1-1 0 0,-1 3 0 0,3 2 0 0,-3 3 0 0,0 0 0 0,2 4 0 0,1 2 0 0,-1 2 157 0,4 1 286 0,0 1-202 0,0 2-92 0,0-1-60 15,0-1-25-15,4-3 180 0,8 2-103 16,-2-4-51-16,3-2 66 0,4-1-63 0,1-4-28 16,2-3-55-16,-1-4-10 0,4-2 0 15,-3 0 0-15,3-2 0 0,-2-10 0 0,-3-4 0 16,-1-3 0-16,-2-4 0 0,-5 2 0 0,-3-5 0 16,-3 1 0-16,-3 1 0 0,-1 0 0 0,0 0 0 15,-7 3 0-15,-10-4 0 0,4 10 0 0,-10-1 0 16,4 7 0-16,-3-1 0 0,-6 6 0 0,3 3 0 15,4 1 0-15,1 0 0 16,1 3 0-16,2 6 0 0,4 3 0 0,4-1 0 16,1 2 0-16,6-4 0 0,0 6 0 0,2-1-389 15,0-3 52-15,0 3 155 0,9-4 40 0,1 1-600 16,5-2 351-16,4 3 167 0</inkml:trace>
  <inkml:trace contextRef="#ctx0" brushRef="#br0" timeOffset="11350.7">18880 1928 999 0,'-2'-3'0'0,"0"-1"0"0,1 0 0 0,-1 0 0 0,-2 1 0 0,2-1 0 0,0 2 0 0,2 1 0 0,-1-1 0 0,-4-1 0 0,3 3 70 0,-1 0 0 16,-1 0 75-16,-3 10-42 0,1 1-36 0,0 0 0 15,0 0 129-15,1 3-77 0,1-6-39 0,2 3 10 16,1-4 20-16,1-1-35 16,0-1 0-16,0-3 50 0,0 0-42 0,0-2 10 0,5 0-52 0,4 0 67 15,-1-7-33-15,1-6 0 0,-1 0-38 0,-3-1 14 16,2-3-9-16,-4 2-1 0,-1-1-9 15,-2 0 9-15,0 1 1 0,0 3 9 0,-10 0 69 0,-1 4-40 16,0 3 0-16,-3 2-38 0,2 0 39 16,2 1 11-16,1 2-51 0,1 0-31 15,5 0 31-15,1 2 1 0,2 8-308 0,0-1 147 16,2 0 73-16,9 3 42 16,4-1-737-16,3 0 360 0,1 3 125 0,6-2 115 0</inkml:trace>
  <inkml:trace contextRef="#ctx0" brushRef="#br0" timeOffset="14310.32">19297 2208 2013 0,'-6'-7'0'0,"6"5"0"0,-2 1 0 0,0-2 0 0,2 1 0 0,0 0 0 0,-2 2 0 0,2 0 0 0,0 0 0 16,0 7 0-16,0 5 190 0,0 1-75 0,0 6-39 0,2 7 215 0,0 4-127 16,-2 2-52-16,0 8 88 0,0 0-81 0,0 3-40 15,0-2 0-15,-5 2 148 0,1-7-85 16,2 3-56-16,-1 0-48 0,1-1-38 15,-2 0 0-15,2-2 0 0,1-3 0 0,-4 1 0 16,3-4 0-16,0-3 0 0,-1-7-111 0,1-2 16 16,0-6 59-16,0-3-231 0,0-5 89 15,-1-2 87-15,-1-2-31 0,2-3-334 0,-1-15 199 0,0-10 114 16,3-4-363-16,-2-11 234 0,2-4 117 0,0-7 58 16,0-5-319-16,0-8 193 0,-2 17 92 15,0-1 47-15,1 4-81 0,-3 11 83 16,-2 0 38-16,3 4 240 0,-3 6-136 0,2 4-50 0,2 1-24 15,0 4 252-15,2 0-149 0,0 2-58 16,8 0 626-16,9 0-325 0,6 2-68 0,5 1-113 16,4 5 214-16,1 0-168 0,3 5-79 0,-2-1-40 15,-2 3 135-15,-4 0-87 0,-5 10-34 0,3 5 31 16,-13 1-42-16,0 6 1 0,-7 0-44 0,-6 4 40 16,0 4-10-16,-7-3-29 0,-11 3 43 0,-3 0-1 15,-2-5-42-15,-4 0-22 0,1-4-17 0,-2-6 0 16,1-1 0-16,6-7 0 0,-1 1 0 0,3-7 0 15,2 1 0-15,6-2 0 16,2 0-128-16,2 0 68 0,2-2-636 0,3-1 307 0,2-3 182 16,0-3 75-16,8 3-250 0,7-1 172 15,2 1 86-15</inkml:trace>
  <inkml:trace contextRef="#ctx0" brushRef="#br0" timeOffset="14652.88">19553 2449 2232 0,'1'7'0'0,"1"5"0"0,0 1 0 0,0-2 0 0,-2 2 0 0,0 1 0 0,0 0 0 0,2 1 0 0,-1 0 0 0,1 3 0 0,0-4 136 0,0-1-48 0,0-4-25 0,1 1 10 16,-2-2-81-16,1-5 0 0,-2 1 47 0,0-4-1 15,0 0 9-15,0 0 1 0,0-5-9 0,0-12 132 16,0-2-65-16,0-4-34 0,2 0 0 0,2 1 44 15,3-6-44-15,4 6 1 0,1 3 65 16,0 0-50-16,4 0-24 0,-2 3 9 16,6 5 26-16,-4 2-99 0,3 4 0 0,-4 3 0 15,2 2 0-15,-1 0 0 0,-4 2 0 0,-1 11 0 16,-1 6 0-16,-2-1 0 0,-1 7 0 0,-5-4 0 16,1 3 0-16,-1-2 0 0,-2 2 0 0,0-4 0 15,0-1 0-15,0-7 0 0,0 3 0 0,0-4 0 16,0-2 0-16,0-2 0 0,-2-1-740 0,-1 0 346 15,-1-2 178-15,0 3-628 16,-1-2 403-16</inkml:trace>
  <inkml:trace contextRef="#ctx0" brushRef="#br0" timeOffset="15008.28">19471 2824 1971 0,'-9'0'0'0,"0"0"0"15,-1 0 0-15,3 0 0 0,-2 0 0 0,3-1 0 0,0-2 0 0,0 3 0 0,5 0 0 0,-1-1 0 0,2 1 109 0,0 0 347 0,2 0-209 0,10 0-103 16,4 0 234-16,3 0-170 0,1 0-74 0,8 0-52 16,1 0 107-16,-1 0-176 0,4-2-13 0,1 2 0 15,-1 0 0-15,2 0 0 0,0 0 0 0,0 0 0 16,-2 0 0-16,2 0 0 0,2 2 0 0,-3-1 0 16,5 2 0-16,-3-3 0 0,-1 0-608 15,1 0 197-15,-2 0 189 0,-4 0 50 0,-8 0-537 0,4 0 335 16,-6-3 167-16,-8 0 85 0</inkml:trace>
  <inkml:trace contextRef="#ctx0" brushRef="#br0" timeOffset="15289.24">19937 2590 2751 0,'-11'0'0'0,"2"1"0"0,1 1 0 0,2-2 0 0,5 2 0 0,-1-2 0 0,2 3 0 0,0 0 0 0,7 1 0 0,9 3 0 0,5 2 334 0,-1 5-148 16,2 1 293-16,3 2-298 0,-3 3-181 0,1 3 0 16,-2 4 0-16,-5-1 0 0,-1 1 0 0,-4 2 0 15,-5 1 0-15,-2-1 0 0,-4 2 0 16,0-1-49-16,-13 2-148 0,-5-3 128 15,-7 2 38-15,-5-1-290 0,0-4 73 16,-4-1 113-16,0-4-422 0,4-1 249 0,-6-3 139 0</inkml:trace>
  <inkml:trace contextRef="#ctx0" brushRef="#br0" timeOffset="23508.69">16397 1010 786 0,'-2'-11'0'0,"0"4"0"0,1-1 0 0,1-2 0 0,0-2 0 0,0-3 0 0,0 3 0 0,0-1 0 0,0 3 0 0,0 1 0 0,0-2 193 15,0 6-82-15,0-4-35 0,0 4 61 0,0 3-48 16,0 0 0-16,0 0 157 0,0 2-108 15,0 0-48-15,0 0-1 0,1 2 45 16,1 10-46-16,0 3 9 0,1 1-56 0,-1 2 133 16,-1 2-67-16,1 1-33 0,0-2 0 0,0-1 32 15,0-2-38-15,0 2-1 0,1-5-63 16,-1-3-1-16,2-2 38 0,-1-1-32 16,1-3-9-16,2-3 40 0,-2-1 1 0,0 0-110 15,3-1 59-15,-3-10 19 0,1-4-21 0,0-1-65 16,-2-2 49-16,1 4-2 0,-2 1-4 0,0 1-6 15,-1 4 9-15,-1 0 132 0,0 4-51 0,0 2 0 16,0 1-45-16,2 1-2 0,-2 0 71 0,2 0-30 0,0 9 25 16,1 4 0-16,1 0-25 0,-2 6-66 15,1-2 54-15,0 4-5 0,-1-1 14 16,0 2-11-16,0 2 26 0,0-4-253 16,-2 0 102-16,0-3 55 0,0 1-355 0,0-4 189 15,0-4 59-15,0-3-389 0,0-3 248 0,0 0 124 16,0-2-351-16,-2-2 238 0,-2 0 108 0</inkml:trace>
  <inkml:trace contextRef="#ctx0" brushRef="#br0" timeOffset="23904.31">15883 522 1934 0,'0'-5'0'0,"0"3"0"0,0 0 0 0,-2 1 0 0,0-2 0 0,2 2 0 0,0 1 0 0,0 0 0 0,-1 1 0 0,1 10 0 0,0 6 129 16,0 1 208-16,0 7-147 0,0 1-72 16,1 2-36-16,1 3-1 0,-2 3 65 0,0 1-56 0,0-1 0 0,0 1-45 15,0 3-76-15,-2-5 39 0,-2 2-201 16,2-3 114-16,-2-4 61 0,1-5 32 16,1 1-125-16,-2-3 77 0,1-3 8 15,1-4 24-15,-2-5-405 0,2-3 194 0,-1-5 45 16,-4-1-186-16,4 0 142 0,-1-4 90 0,2-12 38 0,0-3-269 15,1-8 152-15,-3-2 79 0,0-3 27 16</inkml:trace>
  <inkml:trace contextRef="#ctx0" brushRef="#br0" timeOffset="24143.99">15747 552 1934 0,'2'-17'0'0,"6"4"0"0,1 3 0 0,2 0 0 0,5-2 0 0,2 3 0 16,3-1 0-16,5 1 0 0,5 1 0 0,-1 3 0 0,2 1 90 0,-4 4 231 0,-5 0-127 0,-2 0-81 0,-1 7 35 15,-6 8-51-15,-4 2-1 0,-3 5-51 0,-5 0 52 16,-2 5-52-16,-2 3 0 0,-10 1-1 0,-7 1 27 16,-2-2-26-16,-4-2-32 0,0 0-11 0,0-3 43 15,-2-5-1-15,3-3 1 0,-1-4-120 0,7-6 71 0,-1 1 6 16,1-4 0-16,4 0-319 16,3-4 164-16,1 0-136 0,5 0 135 15,1 0 43-15,4 0 44 0,0 0-435 0,0 0 228 16,0 0 115-16,9 2 46 0,5-2 39 0,-2 0-396 15</inkml:trace>
  <inkml:trace contextRef="#ctx0" brushRef="#br0" timeOffset="24318.5">16002 812 2154 0,'5'3'0'0,"4"4"0"0,-2 3 0 0,-3-5 0 0,2 3 0 0,-2-1 0 0,0 1 0 0,-2-1 0 0,-1 4 0 0,1-2 0 0,0 3 538 0,-2 1-246 0,0 1-124 0,0 1-51 16,0 1 139-16,0-2-106 0,0 0-144 15,0 4 1-15,0-3 38 0,-4 0 11 0,1-2-12 16,1-4-167-16,-2-1 84 0,2-1 42 0,1-3-488 16,-2-2 276-16,3 0 84 0,0-2-666 0,0 0 379 15,0 0 162-15,6-8 102 0</inkml:trace>
  <inkml:trace contextRef="#ctx0" brushRef="#br0" timeOffset="25107.04">17113 745 1428 0,'0'0'0'0,"0"0"0"0,-2 0 0 0,0 0 0 0,-1-1 0 0,3-2 0 0,-1 3 0 0,1 0 0 0,-2 0 0 0,2 0 0 0,0 0 43 0,0 0-1 0,0 0 1 0,3 3 198 16,4 6-104-16,-2 0-47 0,-1 0 124 0,0 3-86 15,1 0-43-15,-3-4 11 0,2 4-14 0,-3-3 0 16,2 1-39-16,-1-2 22 0,-2-1-22 0,0-4 10 16,0 2-11-16,0-5-29 0,0 1 0 0,0-1 30 15,0 0-1-15,0 0-25 0,0-1-10 0,0-11 35 16,2 1 1-16,1-1-277 16,-1-1 129-16,0 1 53 0,2-2-85 0,-2 5 54 15,-1 0 42-15,-1 1-89 0,0 2 55 0,0 2 0 16,0 2 7-16,0 1 123 0,0 1-43 0,0 0-25 15,0 0-31-15,0 0 148 0,-1 3-64 0,-1 5-25 16,-2 2 1-16,2-4 86 0,2 2-54 0,-2 2-2 16,1-2 0-16,1 1-7 0,-2-2-27 0,2 1-145 15,0-1 72-15,0 1 34 16,-2-2 0-16,0 3-285 0,-1-3 147 0,3 0 52 0,-1 0 39 0,1-1-368 16,-2 2 200-16,2-1 99 15,0-3 51-15</inkml:trace>
  <inkml:trace contextRef="#ctx0" brushRef="#br0" timeOffset="26013.33">17094 297 1562 0,'0'0'0'0,"0"0"0"0,0-2 0 0,0-1 0 0,0 3 0 0,0 0 0 0,0 0 0 0,0 0 0 0,0 10 0 0,0 4 0 0,0 1 99 0,0 3-27 0,0 4 156 16,2 2-81-16,-1 3-57 0,1 0 0 0,-2 2-3 16,0 1 0-16,0-3-44 0,0-4-24 0,0 7-11 15,0-9 36-15,0 1-171 0,0-2 85 16,0-1 43-16,0-4 11 0,0 0-251 16,0-5 114-16,0 0 76 0,0-6-7 0,2-2-339 15,-2 1 149-15,0-3 111 0,0 0 14 0,0-3-74 16,2-8 76-16,0-2 37 0,-2-4-222 0,0-2 135 15</inkml:trace>
  <inkml:trace contextRef="#ctx0" brushRef="#br0" timeOffset="26294.08">17049 396 1545 0,'-6'-15'0'0,"0"6"0"0,3-1 0 0,-1-3 0 0,4 4 0 0,0 1 0 0,0 0 0 0,2 4 0 15,9-4 0-15,4 2 0 0,3 2 95 0,3 1 11 0,0 1 1 0,-1 0-31 0,1 2-1 0,-1 0-31 16,-6 0-52-16,2 7 11 15,-5 3 40-15,-6-1 1 0,0 4-100 16,-5 0 50-16,0 5 0 0,0-4 60 0,-10 3-81 0,-3-1 33 16,-8 0-14-16,6-4 12 0,-6-1-14 15,2-2 34-15,-1-2 81 0,1-3-42 0,0-4-6 16,4 0-38 0,1 0 95-1,5 0-35-15,2 0-15 16,2 0-1-16,3 0-29 31,2-2 7-31,0-1 14 0,0-1-1 0,7 0-196 0,6 0 89 0,2 2-89 0,4 1 84 0,-2-1 33 0,6 2-5 0,-1 0-473 0,-1 0 241 0,5 0 82 16,-5 0 74-16</inkml:trace>
  <inkml:trace contextRef="#ctx0" brushRef="#br0" timeOffset="26658.25">17353 513 1781 0,'-8'0'0'0,"5"0"0"0,1 0 0 0,2 0 0 0,0 0 0 0,0 0 0 0,7 0 0 0,7-1 0 0,0-2 0 0,2 3 0 0,0 0 168 0,0 0-63 0,-4 0-33 16,2 4 1-16,-7 3-80 0,3 4 19 0,-7 2 0 15,-1-2 29-15,-2 3-29 0,0 0 0 0,-4-2 39 16,-7 2-35-16,-2-4 25 0,-2 0 0 0,-4 0 51 16,3-3-1-16,-3-4-40 0,0 3-29 0,2-3 128 15,4-1-55-15,1-2-27 0,3 3 1 0,4-3 127 16,1 0-83-16,1 0-35 16,3 0-1-16,0 0 7 0,9 0 0 0,5-3-33 15,5 2-96-15,2-4 43 0,5-1 0 0,-2 0-166 16,1 3 104-16,-2-2 63 0,0 4 15 0,0-1-501 15,0 0 243-15,0 0 82 0,-3-1 73 0,-1 3-598 16,2 0 328-16,-5 0 159 0</inkml:trace>
  <inkml:trace contextRef="#ctx0" brushRef="#br0" timeOffset="27034.95">17952 858 2086 0,'-5'0'0'0,"1"0"0"0,4 0 0 0,0 2 0 0,0 0 0 0,0 2 0 0,0-1 0 0,0 2 0 0,4-1 0 0,3 2 0 0,0 2 79 0,1-1-193 15,0 3 77-15,-1-1 40 0,-1-1 10 0,1 3-202 16,-1-1 116-16,0 2 57 0</inkml:trace>
  <inkml:trace contextRef="#ctx0" brushRef="#br0" timeOffset="27193.1">18179 908 2240 0,'-7'0'-5'0,"3"4"1"0,1 1 2 0,-1-2 1 0,2 1 0 0,-4 2 1 0,4 1 0 0,2-2 0 0,0 3 0 0,0-1-1 0,0-1 80 0,0 4-358 0,2 0 161 0,4-1 79 15,1 2 40-15</inkml:trace>
  <inkml:trace contextRef="#ctx0" brushRef="#br0" timeOffset="27325.82">18289 1055 1611 0,'0'0'0'0,"0"0"0"0,0 3 0 0,0-3 0 0,0 0 0 0,0 0 0 0,0 0 0 0,0 0 0 0,0 0-2 16,0 0 0-16,3 1 25 0,3 5-11 0</inkml:trace>
  <inkml:trace contextRef="#ctx0" brushRef="#br0" timeOffset="27957.03">18625 1074 1952 0,'-4'-9'0'0,"1"2"0"0,0 4 0 0,-1 2 0 0,2-2 0 0,-1 1 0 0,-1 2 0 0,-1 0 0 0,1 6 0 0,0 8 0 0,0 1 142 0,0 2-41 0,2 3 249 16,0 3-155-16,2-1-77 0,0 1 33 0,0 0-46 15,0 1-37-15,0-2-38 0,0 1 10 16,0-1 1-16,0-1-1 0,0-1-216 0,0 1 103 0,0-2 57 16,-1 0 28-16,-3-4-430 0,-2-2 224 15,3-4 47-15,-1-1 76 0,1-3-490 16,0 0 259-16,3-5-258 0,0 0 260 0</inkml:trace>
  <inkml:trace contextRef="#ctx0" brushRef="#br0" timeOffset="28242.54">18968 813 3157 0,'0'-4'0'0,"0"2"0"0,-1 2-2 0,-1 0-2 0,-2 0 1 0,4 5 1 0,-2 7 0 0,2 4 1 0,0 4 1 0,0 2-4 0,0 8 160 0,0 0-57 0,4 6-28 0,1-1 224 16,3 3-127-16,-1 1-165 16,-1 1-3-16,0-4 0 0,-1 2 0 0,-1-2 0 0,0-3-134 0,-3 1-3 15,1-6 81-15,-2-5-449 16,0 0 225-16,0-5 148 0,0-7-26 0,-2-2-388 16,-3-5 256-16,-1-4 125 0,1 0 60 0,1-1-121 15,0-17 93-15,0-2 34 0,-3-11 12 0</inkml:trace>
  <inkml:trace contextRef="#ctx0" brushRef="#br0" timeOffset="28447.1">18897 834 1913 0,'2'-21'0'0,"4"5"0"0,1 6 0 16,4-3 0-16,4 1 0 0,4 1 0 0,3 0 0 0,3 3 0 0,5 2 0 0,2 1 0 0,0 4 226 0,0-2-93 0,-2 3 136 0,-4 0-114 0,-5 6-57 15,-3 5-18-15,0 2 24 0,-7 2-31 0,-6 4 0 16,-3 3-32-16,-2 1-56 0,-6 0 39 0,-10 1-11 15,-3-1 29-15,-2-2-43 0,-3-3 1 0,0-3 41 16,3-2-155-16,-2-2 56 0,1-1 47 0,1-2-460 16,4-3 232-16,0 1 82 0,8-2 63 0,-1-1-528 15,7-1 291-15,-1-1 144 0</inkml:trace>
  <inkml:trace contextRef="#ctx0" brushRef="#br0" timeOffset="28769.79">19257 1117 2449 0,'0'18'-3'0,"0"4"0"0,0-3 2 0,0 0-1 0,0-1 2 0,0 3-1 0,0 0 1 0,0-3 0 0,0 1 0 0,0-2 0 0,0-2 117 0,0-6-38 16,0 0 0-16,2 0-28 0,0-7-82 16,0 3 35-16,2-5 0 0,0 0 36 0,3-6-108 15,-1-9 65-15,3-2 16 0,-1-1-49 0,1-3 39 16,0 0-1-16,3 2 6 0,1-1-2 15,1 0-23-15,-2 4 32 0,3 1-39 0,0 4 72 0,0 3-10 16,-3 4-15-16,2 2 108 0,0 2-43 0,-3 0-32 16,-2 10 0-16,1 6 102 0,-4 4-43 0,-3 5-43 15,1 0 1-15,-4-1 86 16,0-2-59-16,0 0-30 0,0-1-42 0,0-3 7 16,0-3-35-16,-2-5 0 0,0 0-160 0,0-5 66 15,1-4 62-15,1 2-292 0,-2-3 147 0,2 0 95 16,0 0-1-16,0-3-676 0,0-5 365 0,3-6 176 15,3-2-494-15</inkml:trace>
  <inkml:trace contextRef="#ctx0" brushRef="#br0" timeOffset="28892.12">19567 1258 2110 0,'4'0'0'0,"0"0"0"0,-2 0 0 0,0 0 0 15,2 0 0-15,1 0 0 0,2-1 0 0,5-1 0 0,1-1 0 0,3 3 0 0,2 0 286 0,1 0-112 0,-1 0 41 0,3 0-88 0,0 0-43 0,-3 0-460 16,1 0 208-16,1 0 114 0,-4 0 43 0,-1 3-722 15,0-3 386-15</inkml:trace>
  <inkml:trace contextRef="#ctx0" brushRef="#br0" timeOffset="29043.05">19930 1110 2881 0,'0'-9'0'0,"0"3"0"16,-4 2 0-16,2 1 0 0,-1 0 0 0,1 2 0 0,2 1 0 0,0 4 0 0,0 13 0 0,0 8 0 0,0 2 446 0,0 7-202 0,0 3-93 0,0 6 58 0,0-7-209 15,0 9 0-15,0-9 0 0,0 1 0 0,0 1 0 16,-2 2 0-16,-2-4-156 0,-4 8-272 0,-1-5 234 16</inkml:trace>
  <inkml:trace contextRef="#ctx0" brushRef="#br0" timeOffset="53959.95">3369 8539 1882 0,'-8'0'0'0,"-2"0"0"0,-2 0 0 0,4 4 0 0,-2-2 0 0,1-2 0 0,0 2 0 0,2-2 0 0,0 0 0 0,0 0 0 0,1 1 104 0,3-1 247 16,-2 0-153-16,5 0-77 0,-2 0-37 0,2 0 189 0,0 0-102 16,0 0-69-16,0 0-29 0,0 0 86 15,0 0-57-15,0 0-29 0,0 0 135 0,0 0-178 16,0 0-30-16,0 2 0 0,0-2 0 0,0 2 0 16,0-2 0-16,0 2 0 0,0 0 0 0,2-2 0 15,1 1 0-15,2 2 0 0,3-3 0 0,1 2 0 16,1-1 0-16,1 1 0 0,1 0 0 0,0 0 0 15,4 0 0-15,-2-1 0 16,4 2 0-16,0 0 0 0,2 0 0 0,5-2 0 0,-4 1 0 0,9 0 0 16,-1 0 0-16,4-2 0 0,-1 0 0 15,1 0 0-15,6 0 0 0,-3 0 0 16,9 0 0-16,-5 0 0 0,2 0 0 0,-3-2 0 16,12 0 0-16,-3 0 0 0,-3-3 0 0,2 3 0 15,3-1 0-15,3 2 0 0,-5-1 0 0,2-2 0 16,2 1 0-16,1 1 0 0,-2-1 0 15,3 0 0-15,3-3 0 0,8 3 0 0,-4 0 0 0,4-4 0 16,4 1 0-16,-7 1 0 0,19-2 0 16,-7 1 0-16,3-2 0 0,0 1 0 0,-2-1 0 15,0 2 0-15,1 1 0 0,-5 0 0 0,-4 3 0 16,-1 0 0-16,-2 0 0 0,-6 0 0 0,13 0 0 16,-10 1 0-16,3-2 0 0,6 2 0 0,-2-2 0 15,-8 2 0-15,18-3 0 0,-7 2 0 16,2-3 0-16,1 1 0 0,-1-1 0 15,6 0 0-15,-3 1 0 0,-2 2 0 0,-2-1 0 16,-2 1 0-16,3 0 0 0,-10-2 0 0,16 2 0 0,-7-1 0 0,4 1 0 16,-4-2 0-16,-3 0 0 0,-7 3 0 15,9-1 0-15,-7-2 0 0,-11 2 0 16,1 0 0-16,-1 2 0 0,-2 0 0 0,-3 0 0 16,-4 0 0-16,-7 0 0 0,1 0 0 0,-5 0 0 15,-4 0 0-15,4 0 0 0,-5 2 0 0,-1 1 0 16,-4 0 0-16,0-1 0 0,-5-1 0 15,1 1 0-15,-3 0 0 0,-2-2 0 0,-5 0 0 0,-2 0 0 16,0 0 0-16,-2 0 0 0,-3 0 0 0,0 0 0 16,0 0 0-16,-2-2 0 15,0-6 0-15,-2-2 0 0,-7-4 0 0,0 2 0 16,-3 1 0-16,-2 3 0 0,-4 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3:41:34.02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13858 1258 915 0,'0'-12'0'0,"0"3"0"0,0 0 0 0,0-3 0 0,0 3 0 0,0-1 0 0,0 0 0 0,0 0 0 0,0 2 0 0,0-4 0 0,0 0 41 0,0 6 106 16,2-3-43-16,0 0-36 0,0 3-1 0,-1-1 91 15,1 4-59-15,0-1-29 0,-2-1 11 0,2 4 89 16,-2-2-65-16,0 3-32 0,0-1 135 15,0 1-83-15,0 0-32 0,0 0 78 16,0 0-65-16,0 0-32 0,0 0-1 0,0 0 28 16,0 4-60-16,0 6 0 0,0 0-1 0,-2 5 99 15,-2 0-50-15,1 4 11 0,-1 0-10 0,2 2 0 16,-1-3-49-16,1 2 0 0,-2 5-33 0,1-1 43 16,-2 3-10-16,3 1 29 0,-2-1-70 0,3 3 0 15,-1 0 0-15,0 0 0 0,0 1 0 16,2 0 0-16,0 1 0 0,0 0 0 0,0 1 0 0,0 3 0 15,0 0 0-15,0 1 0 16,-2 1 0-16,2 0 0 0,-1-1 0 0,1 2 0 16,0-1 0-16,-2 0 0 0,2-1 0 0,0 2 0 15,0-1 0-15,0 1 0 0,0 6 0 0,0-4 0 16,0-1 0-16,0 4 0 0,-2 1 0 0,2-5 0 16,0 9 0-16,0-5 0 0,-2 1 0 0,2-2 0 15,-2-1 0-15,2-5 0 0,-3 10 0 0,2-5 0 16,-1-1 0-16,2 1 0 0,-2 3 0 0,0-6 0 15,-1 9 0-15,1-1 0 16,-2-2 0-16,2 3 0 0,-1-3 0 0,1-4 0 16,-2 9 0-16,2-7 0 0,-2 3 0 0,2-1 0 15,2 2 0-15,-2-5 0 0,2 6 0 0,0-3 0 16,0-1 0-16,0-2 0 0,0 2 0 0,0-9 0 16,0 12 0-16,0-6 0 0,0 1 0 0,0-1 0 15,0 2 0-15,0-4 0 0,0 8 0 16,0 1 0-16,0-2 0 0,0 4 0 0,0-2 0 15,0 1 0-15,0 1 0 0,0-4 0 16,0-1 0-16,2 1 0 0,-2-2 0 0,0-5 0 16,2 10 0-16,-2-2 0 0,0-2 0 0,0 2 0 15,0 1 0-15,2-8 0 0,-2 11 0 0,0-6 0 16,0 1 0-16,0-3 0 0,2-1 0 0,-2 5 0 16,0-9 0-16,0 4 0 0,0-5 0 15,0 10 0-15,0-8 0 0,0 1 0 0,0-4 0 0,0 1 0 16,0-3 0-16,0 4 0 0,0-2 0 15,0-5 0-15,0-7 0 0,0-2 0 16,0-4 0-16,0-7 0 0,0 1 0 0,0-9-92 16,0 0-58-16,0-3-198 0,0 0 153 0,0-8 77 15,0-11 29-15,0-9-530 0,0-6 290 0,2-9 144 16,0-8 72-16</inkml:trace>
  <inkml:trace contextRef="#ctx0" brushRef="#br0" timeOffset="332.37">13926 1285 1075 0,'-2'-18'0'0,"-4"14"0"0,1 3 0 0,-1-1 0 0,-2-1 0 0,-1 1 0 0,0 2 0 0,-5 0 0 0,1 0 0 0,-2 10 0 0,-1 7 100 0,-5 4-18 0,0 2-61 16,1 4 21-16,-3 3 1 0,-2 1-1 0,5-1-62 15,-3 2 26-15,6 0 0 0,-1-2-321 0,2-2 179 16,4 1 89-16,1-5 55 0,1-3-468 0</inkml:trace>
  <inkml:trace contextRef="#ctx0" brushRef="#br0" timeOffset="427.86">13844 1069 417 0</inkml:trace>
  <inkml:trace contextRef="#ctx0" brushRef="#br0" timeOffset="509.38">13877 1085 3069 0,'20'7'0'0,"1"9"0"0,4 0 0 0,3 7 0 0,2 4 0 0,0 5 0 0,-4-2 0 16,2 4 0-16,0 2 0 0,1 0 0 0,-1 3 41 0,-2-4 1 0,2 2-747 0,4 4 358 0,0-2 183 0,-3-1 86 0,-1 1-872 16</inkml:trace>
  <inkml:trace contextRef="#ctx0" brushRef="#br0" timeOffset="1907.42">12767 4436 1369 0,'-6'0'-7'0,"0"0"1"0,1 0 1 0,1 0 1 0,1 0 0 0,-1 0 1 0,4 0 0 0,-2 0 1 0,-1 0 1 0,3 0 0 0,0 0 164 0,0 0-60 15,0 0 115-15,3 0-87 0,3 1-43 0,1-1 11 16,2 2 28-16,3 0-41 0,-1 0 0 0,2-2 87 16,-2 2-64-16,2-2-21 0,3 2-11 0,-2-2 43 15,5 0-38-15,0 0 0 0,5 0-37 0,-1 0 57 16,7 0-11-16,-2 0-47 0,4 0 37 0,2 0-1 16,1 0-35-16,1 0 60 15,2 0-11-15,7 0-49 0,-2 0-11 0,1 0-34 0,0 0 0 0,-2 0 0 16,10 0 0-16,-3 0 0 15,2 0 0-15,-1 2 0 0,5 1 0 0,-2-3 0 16,1 2 0-16,2-2 0 0,8 2 0 0,-11 0 0 16,3-2 0-16,1 2 0 0,-1-1 0 0,-2 4 0 15,3-4 0-15,-3-1 0 0,1 2 0 0,-1-2 0 16,11 0 0-16,-8 0 0 0,-4 0 0 0,12 0 0 16,-12 0 0-16,7-2 0 0,10-1 0 0,-8-3 0 15,-2 0 0-15,2-1 0 0,-6 1 0 0,15 1 0 16,-11-3 0-16,-5 5 0 0,3-2 0 0,1 3 0 15,-1-3 0-15,-1 1 0 16,-2 0 0-16,0 1 0 0,0 1 0 0,1-1 0 16,-2 0 0-16,2 2 0 0,-1-4 0 0,0 3 0 15,1-2 0-15,-2-1 0 0,2 1 0 0,-1 3 0 16,-4-3 0-16,1 0 0 0,1 2 0 0,0 1 0 16,-3-1 0-16,-1 0 0 15,0 0 0-15,-4 1 0 0,1 1 0 0,-2 0 0 0,-6 0 0 16,9 0 0-16,-4-2 0 0,-1 2 0 15,-1 0 0-15,3 0 0 0,-2 0 0 0,8 0 0 16,-4 0 0-16,0 0 0 0,-2 0 0 0,0-2 0 16,-4 2 0-16,7 0 0 0,-6 0 0 0,1-2 0 15,-6 2 0-15,3 0 0 0,0 0 0 0,1 0 0 16,3 0 0-16,-8 0 0 0,3 0 0 0,2 0 0 16,-3 0 0-16,-1 0 0 0,1 0 0 0,-3 0 0 15,-1 0 0-15,2 0 0 0,-5 0 0 0,-2-2 0 16,-2 0 0-16,0 2 0 15,-5-2 0-15,-2 2 0 0,0 0 0 0,-2 0 0 16,-4 0 0-16,-2 0 0 0,-1 0 0 0,-1 0 0 16,-2 0 0-16,-1 0 0 0,0 0 0 0,-4 0 0 15,0 0 0-15,-2 0 0 0,0 0 0 0,0 0 0 16,0 0 0-16,0-3 0 0,0 2-68 0,0 0-94 16,0-4 50-16,0-2-664 0,-2-2 368 0,2 0 183 15,0-7-305-15</inkml:trace>
  <inkml:trace contextRef="#ctx0" brushRef="#br0" timeOffset="2136.92">17984 4023 3438 0,'-4'0'0'16,"4"0"0"-16,0 4 0 0,2 1 0 0,9 5 0 0,5 0 0 0,2 0 0 0,8 3 0 0,4 5 0 0,8 3 0 0,0 2 426 0,-2 0-359 0,-1 1-67 15,-8-2 0-15,1 6 0 0,-2-5 0 0,-4 4 0 16,-3-1 0-16,-6 0 0 0,-3-2 0 0,-4 1 0 16,-6 3 0-16,0-2 0 0,-18 6 0 0,-14 0 0 15,-7 2 0-15,-10 0 0 0,-15 9 0 0,-1-3 0 16,-16 6 0-16,-3 2 0 0,-12 0-61 0,-10 5-429 16</inkml:trace>
  <inkml:trace contextRef="#ctx0" brushRef="#br0" timeOffset="5011.1">14453 3355 1206 0,'-2'0'0'0,"2"0"0"0,-1 0 0 0,1 0 0 0,-2-3 0 0,0 3 0 0,2-2 0 0,-2 1 0 0,2 1 0 0,0 0 0 0,0 0 71 0,0 0 161 0,0-3-100 0,0 3-46 15,0 0 0-15,0 0-11 0,0 0 1 0,0 0-25 16,0 0-10-16,0 0 136 0,0-1-68 0,0 1-34 16,0 0 75-16,0 0-45 0,0 0-37 0,0-2 0 15,2 2 14-15,2-2-1 0,1 2-40 0,1-2 50 16,0 0-11-16,-1 2-39 0,1-2 0 0,1 2 18 16,-3-1-18-16,2 1 10 15,-2-3-10-15,-1 3 30 0,1 0-30 0,-2 0 0 0,0-3 10 0,0 3 0 16,-1 0-10-16,1 0 40 15,0 0-40-15,-2 0 0 0,2 0-26 0,1 0-15 16,-2 0 0-16,1 0 0 0,2 0 0 0,1 0 0 16,-1 0 0-16,1-3 0 0,3 3 0 0,-2 0 0 15,1 0 0-15,1 0 0 0,-1 0 0 16,1 0 0-16,1 0 0 0,-1 0 0 0,2 0 0 0,-1 0 0 16,0 0 0-16,2 0 0 0,1 3 0 0,-3-3 0 15,3 6 0-15,0-5 0 16,-3 3 0-16,7 0 0 0,-5-2 0 0,3 2 0 15,-2-1 0-15,-1 1 0 0,1 0 0 0,3 0 0 16,-3-1 0-16,-2 3 0 0,1-3 0 0,1 1 0 16,-1 1 0-16,2-1 0 0,-1 2 0 0,1-2 0 15,0 0 0-15,0-1 0 0,2 2 0 0,-2-4 0 16,2 3 0-16,2-2 0 0,-1 0 0 0,-2-2 0 16,5 0 0-16,-2 1 0 0,2-1 0 0,-1 0 0 15,3 0 0-15,-2 0 0 0,-1 0 0 0,0 0 0 16,0 0 0-16,-1 0 0 15,2 0 0-15,-2 0 0 0,0 0 0 0,0 0 0 16,2 0 0-16,-3-1 0 0,1-1 0 0,4 0 0 16,-2-2 0-16,2 3 0 0,-2-5 0 0,1 1 0 15,1 0 0-15,0 1 0 0,-1-2 0 0,1 1 0 16,0-1 0-16,-1-1 0 0,1 2 0 16,-3-1 0-16,3 0 0 0,-2-1 0 0,1 3 0 0,-1-4 0 15,2 2 0-15,-1 0 0 16,1 1 0-16,0-2 0 0,-1-1 0 0,1 2 0 15,2-3 0-15,-3 0 0 0,1 2 0 0,0-3 0 16,-1 1 0-16,1-1 0 0,0 1 0 0,-1 0 0 16,1 0 0-16,0-1 0 0,-3 1 0 0,3 0 0 15,-2-1 0-15,-1 0 0 0,1 1 0 0,1 0 0 16,-4 0 0-16,3-1 0 0,-1-1 0 0,0 1 0 16,-2-1 0-1,3-1 0-15,-1 1 0 0,0 0 0 0,1 0 0 0,4-4 0 0,-7 3 0 16,3 1 0-16,-1-2 0 0,2-2 0 15,-1 2 0-15,-3-1 0 0,3 0 0 0,-2-2 0 16,0 1 0-16,-1 2 0 0,4-3 0 0,-6 2 0 16,5-1 0-16,2-1 0 0,-3-2 0 0,3 3 0 15,2 0 0-15,-5 0 0 0,7-3 0 0,-4 3 0 16,-1 0 0-16,1 1 0 0,-4 2 0 16,2-2 0-16,3-1 0 0,-3 0 0 0,0 0 0 15,-4 1 0-15,5-2 0 0,-2 2 0 16,3-3 0-16,-3-2 0 0,3 0 0 0,0 1 0 15,-1-4 0-15,0 0 0 0,3 1 0 0,-3-1 0 16,3 0 0-16,-2-1 0 0,-1 0 0 0,-5 5 0 16,3-6 0-16,-2 8 0 0,0-4 0 0,-2 1 0 15,-1 2 0-15,1-2 0 0,-2 2 0 0,0-1 0 16,1 2 0-16,-2-3 0 0,1 3 0 0,0-4 0 16,0 4 0-16,1-3 0 0,0-4 0 0,2 5 0 15,-4-2 0-15,3 2 0 16,-1-1 0-16,0-1 0 0,-2 1 0 0,2-1 0 15,-1 2 0-15,-1 0 0 0,0-2 0 0,2-3 0 16,-2 3 0-16,3 0 0 0,-1-2 0 0,-1 1 0 16,4-5 0-16,-3 1 0 0,4-1 0 0,-2-1 0 15,0 0 0-15,-4 6 0 0,6-8 0 0,-6 7 0 16,3-1 0-16,-5 5 0 0,0-3 0 0,1 0 0 16,-2 4 0-16,-1-2 0 15,0 2 0-15,-3 1 0 0,4-2 0 0,-3 2 0 16,3-1 0-16,-3-1 0 0,1 2 0 0,2-3 0 15,-1 1 0-15,2-1 0 0,1 0 0 0,1-3 0 16,-3 3 0-16,2-5 0 0,1 4 0 0,-2 2 0 16,-2-1 0-16,1 2 0 0,-2 0 0 0,-1 2 0 15,0 2 0-15,-1-2 0 0,-2 3 0 0,2 1 0 16,-2-2 0-16,2 2 0 0,1-4 0 0,1 4 0 16,-4 1 0-16,0 3 0 0,-1-1 0 0,1 1 0 15,0 1 0-15,0 1 0 0,-2 2 0 0,0 0 0 16,0 1 0-16,0 0 0 15,0 0 0-15,0 2 0 0,0 0 0 0,0 0 0 16,0 0 0-16,0 0 0 0,0 0 0 0,0 0 0 16,0 0 0-16,0 0 0 0,0 0 0 0,0 0 0 15,0 0 0-15,0 0 0 0,0 0 0 0,0 0 0 16,0 0 0-16,0 0 0 16,0 0 0-16,0 0 0 0</inkml:trace>
  <inkml:trace contextRef="#ctx0" brushRef="#br0" timeOffset="5039.18">17836 947 408 0,'-13'20'0'0,"-3"5"0"0</inkml:trace>
  <inkml:trace contextRef="#ctx0" brushRef="#br0" timeOffset="8448.15">14515 3412 1985 0,'-2'-9'0'0,"1"6"0"0,1 2 0 0,0-2 0 0,0 3 0 0,0 0 0 0,0-1 0 0,0 1 0 0,0 0 0 0,0 0 0 0,3 0 111 0,5 0-36 15,-2 0-31-15,-1 4-4 0,1 8-1 0,-3 1-264 16,-1 2 132-16,0 3 66 0,-2 1 43 0,0 1-205 15,0 3 115-15,0-2 56 0,0 1-23 0,-2-3-570 16</inkml:trace>
  <inkml:trace contextRef="#ctx0" brushRef="#br0" timeOffset="8572.49">14474 3735 1759 0,'-7'6'0'0,"3"2"0"0,-2-1 0 0,0-1 0 0,1-1 0 0,1 1 0 15,2 0 0-15,1-1 0 0,1 0 0 0,0 2 0 0,0 3 20 0,0 2 20 0,1 0-1 0,3-2-474 0,3 4 238 0,-1-2 127 16</inkml:trace>
  <inkml:trace contextRef="#ctx0" brushRef="#br0" timeOffset="8665.66">14463 4039 395 0,'-8'7'0'0,"1"5"0"0,-2-1 324 0,1-1-142 0,2-2-61 16</inkml:trace>
  <inkml:trace contextRef="#ctx0" brushRef="#br0" timeOffset="8719.54">14410 4107 1811 0,'0'7'0'0,"0"-2"0"0,0 6 0 0,0-2 0 0,0 0 0 0,2 5 0 0,2-2 0 0,1 3 0 0,1 2 0 0,2 2 0 0,-3 0-272 0,-1 1 117 0,2 0 57 16</inkml:trace>
  <inkml:trace contextRef="#ctx0" brushRef="#br0" timeOffset="9164.56">14409 4992 1480 0,'0'0'0'0,"0"0"0"0,0 0 0 0,0 0 0 0,0 0 0 0,0-3 0 0,0-4 0 0,0-4 0 0,1 0 0 0,3-2 0 16,1-2 98-16,-1-3 51 0,3 1-56 0,-2-3-27 0,-1 1 0 16,-1 1 22-16,-1 1-50 0,0 0 0 0,-2-1 50 15,0 4-25-15,0 0 0 0,-6 6-15 16,-3-4 64-16,-1 4-37 0,-2 3 0 16,-2 3-36-16,1 2 114 0,-4 0-48 0,0 4-38 15,-4 11 77-15,1 1-53 0,1 5-26 0,0 4 46 16</inkml:trace>
  <inkml:trace contextRef="#ctx0" brushRef="#br0" timeOffset="9407.03">14202 4922 3931 0,'-11'32'0'15,"1"-2"0"-15,4 3 0 0,4-6 0 0,2 2 0 0,0-9 0 0,0 5 0 0,10-4 0 0,3-5 0 0,5-1 0 0,0-4 0 0,3-3 0 0,5-6 0 0,-2-2 0 16,0 0 0-16,5-5 0 0,-3-11 0 0,1-5 0 0,-3-1-24 0,0-6-15 16,-1-3-1-16,-2 1-9 15,-5 1-13-15,-1 2 1 0,-7 7 1 0,-3-1 180 16,-3 10-93-16,0-1-23 0,-2 5 180 0,0 3-184 15,0 2 0-15,0 2 0 0,-4 0 0 0,-3 0 0 16,3 12 0-16,1 3 0 0,-1 9 0 0,4-1 0 16,0-3 0-16,0 6 0 0,2-2 0 0,5 0 0 15,6-2 0-15,4-3 0 0,1-2 0 0,3 1 0 16,4-3 0-16,0-2 0 16,5 1 0-16,2-6-473 0,1-5 4 0,8-3 220 15,3 0 105-15,3-10-832 0</inkml:trace>
  <inkml:trace contextRef="#ctx0" brushRef="#br0" timeOffset="9932.04">17967 1084 1168 0,'-6'-3'0'0,"1"2"0"0,-1-1 0 0,3 0 0 0,-1 2 0 0,2-2 0 0,1 2 0 0,1 0 0 0,-3 0 0 0,3 0 0 0,0 0 84 0,0 0-33 0,0 2-262 16,0 3 123-16,0 2 59 0,3 0 32 0,-2-1-444 15</inkml:trace>
  <inkml:trace contextRef="#ctx0" brushRef="#br0" timeOffset="10085.48">17958 1234 1818 0,'-8'12'0'0,"1"4"0"0,1-1 0 0,0-4 0 0,3 3 0 0,-1-1 0 0,0-2 0 0,4 1 0 0,0 3 0 0,0-1 0 0,0 2 95 0,0 0-28 0,2 3 1 15,2 1-17-15,-1 5-390 0,1 1 190 0,-2 2 94 16,0 4 48-16</inkml:trace>
  <inkml:trace contextRef="#ctx0" brushRef="#br0" timeOffset="10223.78">17873 2020 1880 0,'-7'21'-1'16,"-1"0"1"-16,1-3 0 0,1-2-1 0,-2-2 1 0,5 3-1 0,1-2 0 0,-2 3 0 0,4-2 0 0,0 3 0 0,0 2 40 0,0 4-177 0,0 1 88 0,2 0 44 16,0-2-625-16,3 8 309 0,1-5 154 0</inkml:trace>
  <inkml:trace contextRef="#ctx0" brushRef="#br0" timeOffset="10330.06">17871 2659 1715 0,'-4'27'0'0,"1"3"0"0,-3-4 0 0,1-5 0 0,-3 3 0 0,0-2 0 0,1 2 0 0,2-3 0 0,-1 6 0 0,2-7-1 0,0 4 93 16,2 3-11-16,2 1-476 0,0 0 217 0,0 1 108 0</inkml:trace>
  <inkml:trace contextRef="#ctx0" brushRef="#br0" timeOffset="10474.44">17828 3513 2246 0,'-11'21'0'0,"-1"6"0"0,5-10-2 0,-2 1-3 16,-1-1 0-16,1 2 1 0,4-2 0 0,1 0 0 0,2 1 1 0,2 1 1 0,0-1 79 0,0 2-40 0,0 1-195 0,2 5 94 0,0-8 50 16,5 6 25-16,-5 0-633 0</inkml:trace>
  <inkml:trace contextRef="#ctx0" brushRef="#br0" timeOffset="10611.45">17763 4174 1610 0,'0'15'-1'0,"0"-1"0"0,-2-3 0 0,0-1 0 0,-3 2 0 0,4-2-1 0,1 1 0 0,-2 1 1 0,2-1 0 0,0 2-1 0,0 1-86 0,0 2 62 0,0-2 31 0,2 2 0 15</inkml:trace>
  <inkml:trace contextRef="#ctx0" brushRef="#br0" timeOffset="11126.78">17593 4657 2588 0,'-2'0'0'0,"2"0"0"0,0 2 0 0,0 3 0 0,0 7 0 0,0-1 0 0,0 6 0 0,0 2 0 0,0 6 0 0,2 2 0 0,2 3 132 0,-1 1-48 16,2 4-24-16,0-1 0 0,-1-2 34 16,0-2-33-16,-2 1 46 0,-1-6-35 0,1 4 1 15,-2-8-37-15,0-1 38 0,0 1-9 0,0-6-29 0,0-2 1 16,0-6 49-16,0-1-25 0,-2-2 9 15,2-3-34-15,-1-1 42 0,-1 0-57 16,2 0-21-16,0-11 0 0,0-2 0 0,0-2 0 16,5-2 0-16,5 0 0 0,1 0 0 0,2 0 0 0,2 4 0 15,2 1 0-15,0 2 0 0,0 5 0 16,0 1 0-16,2 2 0 16,-3 2 0-16,2 0 0 0,-4 11 0 0,0 3 0 0,-3 7 0 15,-2 5 0-15,-4-1 0 0,0 5 0 0,-5 0 0 0,0-3 0 16,-2 3 0-16,-10-2 0 0,-4-2 0 0,-5-1 0 15,0-9 0-15,-4 2 0 0,2-7 0 16,-2-6 0-16,-5-1 0 0,4-4 0 0,-3 0 0 16,5-2 0-16,2-13 0 0,3-7 0 0,6-7 0 0,3-7 0 15,8-4 0-15,2 5-983 16,0-9 446-16,10 6 241 0</inkml:trace>
  <inkml:trace contextRef="#ctx0" brushRef="#br0" timeOffset="12489.28">12799 4770 2258 0,'0'1'0'0,"-4"10"0"0,2 9 0 0,-2 3 0 0,0-1 0 0,1 2 0 0,-3 4 0 0,3 5 0 0,-1-1 0 0,-1 7 0 0,5 2 110 0,0-3 85 0,0 0-79 16,0-3-38-16,3-4 0 0,6-4 57 0,6-6-39 16,6 0-9-16,4-9-48 0,1-4 25 0,2-8 0 0,2 0-25 15,2-2-44-15,0-16 17 16,2-9 0-16,-8-2-66 0,-2-6 46 0,-3-2 1 16,-8 1 55-16,0-11-55 0,-7 5-4 0,-4 0 0 15,-2-4-8-15,0 3-7 0,-15 4 4 0,-10-11-3 16,-3 10 117-16,-7 4-42 0,-7 6-5 0,-3 8 98 15,4 8-54-15,-15 5-37 0,3 9 16 0,-2 0 1 16,-7 15-28-16,17 3-7 0,3 3-22 0,5 4-123 16,11-3 47-16,9-4 49 0,8 0 3 0,9-1-197 15,0-2 107-15,16 3 56 0</inkml:trace>
  <inkml:trace contextRef="#ctx0" brushRef="#br0" timeOffset="13032.1">18981 4219 2514 0,'19'-14'0'0,"0"12"0"0,1 2 0 0,3 0 0 0,0 0 0 0,-3 0 0 0,1 6 0 0,-4 4 0 0,-2 2 0 0,0 3 0 0,0 2 99 0,-4 2-10 0,-1 1 280 16,-5 3-163-16,1 4-83 0,-6-9 96 15,0 7-79 1,-4 4-54-16,-11-1 0 0,-7-1-86 0,-8 3 0 0,-2-4 0 0,0-5 0 16,-12 5 0-16,3-5 0 0,0-3 0 15,1-4 0-15,6-5 0 0,-1-1 0 16,3-5 0-16,9-3 0 0,5 0 0 0,4 0-549 0,9-6 198 0,5-11 126 16,14-10-649-16,19-5 416 15,17-9 209-15,9-3 103 0</inkml:trace>
  <inkml:trace contextRef="#ctx0" brushRef="#br0" timeOffset="13183.02">19571 4056 3931 0,'13'-11'0'0,"-11"9"0"0,0 2 0 0,-4 0 0 0,-22 9 0 16,-16 12 0-16,3 5 0 0,-5 9 0 0,1 0 0 0,-8 10 0 0,13-7 0 0,4 5 0 0,8-2 0 0,17-9 0 0,7 2 0 0,0-4 0 0,28-1 0 0,13-3 0 15,10-8 0-15,18 1 0 0,1-8 0 0,5-1 0 16,8-2 0-16,-3-5 0 0,3-2 0 0,-2 2 0 15</inkml:trace>
  <inkml:trace contextRef="#ctx0" brushRef="#br0" timeOffset="14065.39">12755 1074 2542 0,'-16'-15'0'0,"6"11"0"0,4 4 0 0,5 0 0 0,1 0 0 0,0 0 0 0,0 0 0 0,0 4 0 0,0 6 0 0,7-3 0 0,8 5 266 0,0-1-118 0,2-2-54 0,2 4 165 15,0-2-110-15,0 1-54 0,-1-1-18 16,3 0-20-16,-5 0-18 0,0 3 1 16,-5-4-137-16,1 2 69 0,-7-3 44 0,2 3-338 15,-3-5 181-15,-2 3 91 0,0-4 44 0,-2-1-655 16,0-2 311-16,0-1 128 0,0 1 91 15,0-3-431-15,2 0 262 0</inkml:trace>
  <inkml:trace contextRef="#ctx0" brushRef="#br0" timeOffset="14475.75">13176 832 1795 0,'0'-10'0'16,"0"4"0"-16,0 3 0 0,0-3 0 0,0 0 0 0,0 1 0 0,0 1 0 0,0 1 0 0,0 1 0 0,0-2 0 0,0 2 185 0,0 0-72 0,0 2 125 0,0 0-104 0,0 0-47 15,0 0 96-15,0 0-72 0,0 0-35 16,0 0 10-16,0 0 12 0,0 0-30 0,0 0 1 16,-1 2-29-16,-5 8 111 0,0 0-46 0,0 8-37 15,-1 3-1-15,-4 2 57 0,-1 10-42 16,-2 8-31-16,-2 2-51 0,0 8 0 0,-7 9 0 0,2 2 0 15,-3 6 0-15,0-1 0 16,-3 4 0-16,-1 1 0 0,2 0 0 0,-1-5 0 0,7 0 0 0,-1-6 0 16,6-11 0-16,0 3 0 15,2-6 0-15,3-10 0 0,3-1 0 0,2-4 0 16,1-5 0-16,0-3 0 0,1-5 0 0,2-5 0 16,-1-5 0-16,2 1 0 0,0-6 0 0,0-2 0 15,0 0 0-15,0-2 0 0,0 0 0 0,0 0 0 16,0 0 0-16,0 0 0 0,0 0 0 0,0 0 0 15,0 0 0-15,0 0 0 0,0 0 0 0,0 0 0 16,0-2 0-16,0-1 0 0,0 0-252 0,0 2-2 16,3-2 112-16,6 2-1009 0</inkml:trace>
  <inkml:trace contextRef="#ctx0" brushRef="#br0" timeOffset="31594.42">15301 3281 1806 0,'0'-4'0'0,"0"2"0"0,0-2 0 0,0 1 0 0,0 1 0 0,0-1 0 0,0 2 0 0,0-1 0 0,0 0 0 0,0 2 0 0,0 0 84 0,0 0 0 0,0 0 147 15,0 0-101-15,0 5-45 0,0 7 0 0,0 3 95 16,0 0-70-16,0 4-25 16,0-2 71-16,-2 2-57 0,2-1-31 0,-4-1 1 15,2 0 27-15,1-5-18 0,-2 1-10 0,3-4-12 16,0-2-16-16,0-3-1 0,0 0 0 0,0-2-17 15,0-2 17-15,0 0 1 16,0 0-1-16,0-2-33 0,0-8 1 0,3-2 42 0,-2-6-10 0,5 2-38 16,-1-1 0-16,-1-2-1 0,1 5-9 0,-1-4 9 15,-2 6-23-15,0 1 55 16,1 4-32-16,-2 1 0 0,1 3 0 0,-2 1 0 16,0 0 0-16,0 2 0 0,0 0 0 15,2 0 0-15,0 0 0 0,0 4 0 0,-1 3 0 0,1 2 0 16,0 2 0-16,0 1 0 15,0-3 0-15,0 3 0 0,-1-3 0 0,1-2 0 0,-2 3 0 0,0-5 0 16,0 0 0-16,0-4 0 0,0 0 0 0,0-1 0 16,0 0 0-16,0 0 0 0,0 0 0 0,0 0 0 15,2-7 0-15,0-4 0 0,2 2 0 0,0 0 0 16,-2 1 0-16,0 1 0 16,0 3 0-16,-1 2 0 0,1 0 0 0,0 0 0 15,-2 2 0-15,0 0 0 0,0 4 0 0,0 7 0 16,0 3 0-16,0-2 0 0,-2 3 0 0,0 3 0 15,-1-3 0-15,-1 1-22 0,2-3-120 0,0 0 52 16,2-3-499-16,0 0 280 0,0-3 135 0,0-2-683 16,-1-1 409-16</inkml:trace>
  <inkml:trace contextRef="#ctx0" brushRef="#br0" timeOffset="33713.15">14955 2276 2118 0,'-6'-6'0'0,"2"4"0"0,1 1 0 0,-1-2 0 0,2 3 0 0,0 0 0 0,1 4 0 0,1 11 0 0,0 6 0 0,0 5 0 0,0 3 391 15,0 2-176-15,0 7-78 0,0 5-54 0,0-2 173 16,0 3-108-16,0-1-54 0,0 0-28 0,0-3 17 16,0 6-10-16,0-4-33 0,0-7-1 0,0 4-151 15,0-5 76-15,0 0 48 0,0-3-328 16,0-4 178-16,0-7 89 0,0-4-460 0,0-4 212 0,0-3 133 15,-2-5 14-15,-2-4-270 0,0 0 190 0,3-10 95 16,-2-12 48-16,1-4-341 0,0-4 200 0</inkml:trace>
  <inkml:trace contextRef="#ctx0" brushRef="#br0" timeOffset="33945.6">14865 2333 2026 0,'0'-23'0'0,"0"5"0"0,0 0 0 0,0 3 0 0,6 2 0 0,6 2 0 0,9 2 0 0,2 0 0 0,5 6 0 0,2-1 0 0,2 2 233 0,0 2-98 0,2 0-47 0,-6 8 107 16,-4 6-77-16,-5-3-30 0,0 5-10 0,-6 3-79 16,-6 6 40-16,-5 1 0 0,-2 2 10 0,-4 0 18 15,-12-1 0-15,-7 4-28 0,-7 1 0 16,0-5 103-16,2-2-42 0,-6-4-36 16,4 0 19-16,0-6 0 0,3-2-44 0,7-3-109 15,-2-5 65-15,4-1 17 0,6-2-1 0,3-2-407 16,0 0 210-16,6 0 90 0,1 0 61 0,2 0-698 15,0 0 346-15,3 4 174 0,11-3 87 0</inkml:trace>
  <inkml:trace contextRef="#ctx0" brushRef="#br0" timeOffset="34206.17">15156 2644 2856 0,'0'9'0'0,"0"6"0"0,0-1 0 0,0-1 0 0,0 4 0 0,-4-1 0 0,2 5 0 0,2 0 0 0,0-1 0 0,0 0 0 0,9 3 83 0,9-3 190 0,0-4-117 0,5-2-58 16,-2-5-20-16,7 2-134 0,0-7 47 0,-2-2 1 16,-2-2 47-16,1 0-229 0,-6-6 125 0,-1-7 47 15,0-2-130-15,-9-6 94 16,-4 0 47-16,-3 1-80 0,-2-5 10 0,0 0 32 16,-14 1-23-16,-7 4 145 0,-1 2-49 0,-5 0-30 15,-1 7-27-15,0 2 300 0,-1 3-114 0,3 2-76 16,3 4 5-16,3 0-60 0,1 0 50 0,6 3-42 15,5 8-512-15,4 2 245 0,4 5 119 16,0 3-808-16,2-1 431 0</inkml:trace>
  <inkml:trace contextRef="#ctx0" brushRef="#br0" timeOffset="35141.58">15227 3531 1701 0,'0'-6'0'0,"0"4"0"0,0 2 0 0,0 0 0 0,0 0 0 0,0 0 0 0,0 0 0 0,0 0 0 0,0 2 0 0,0 4 0 0,0 1 82 0,0 3 0 15,0 1-42-15,0-1 1 0,0 5-172 16,0-1 81-16,0 4 45 0,0 0 0 0,0 1-401 16,0 0 214-16,0-1 113 0</inkml:trace>
  <inkml:trace contextRef="#ctx0" brushRef="#br0" timeOffset="35282.81">15212 3846 1829 0,'0'9'0'0,"0"-1"0"0,0-1 0 0,-3-1 0 0,1-2 0 0,0 0 0 0,0-1 0 0,2 3 0 0,0-3 0 0,0 6 0 0,0-3 95 16,2 2-27-16,2 0-215 0,5 6 88 0,-2-2 50 15,3 1 0-15,-4 5-553 0</inkml:trace>
  <inkml:trace contextRef="#ctx0" brushRef="#br0" timeOffset="35439.24">15223 4185 1800 0,'0'8'0'0,"-3"2"0"0,-1-2 0 0,2-5 0 0,-1 2 0 0,1 1 0 0,2 0 0 15,0-1 0-15,0 1 0 0,0 1 0 0,0 1 130 0,2 2-46 0,-1-1 1 0,5 0-44 0,-1 1-268 16,-1 2 128-16,1 0 70 0,0 1 34 0,-3-1-486 15,-2-1 258-15</inkml:trace>
  <inkml:trace contextRef="#ctx0" brushRef="#br0" timeOffset="36009.57">14989 4860 1808 0,'-5'-8'0'0,"0"3"0"0,5-5 0 0,0 4 0 0,0-4 0 0,0 0 0 0,5 1 0 0,6 2 0 0,3-2 0 0,3 4 0 0,3 4 202 0,0-2-82 0,2 3 125 16,-2 0-98-16,0 4-60 0,-1 7 16 0,-1 3-32 15,-1 5 0-15,-6-3-23 0,1 5 0 16,-5 5-9-16,-1-7 0 0,-4 4-1 0,-2-1 25 16,0 0 9-16,0 2-33 0,-9-4-1 0,-5-1 54 15,1-1-27-15,-4-3 110 0,0-1-59 0,-4-3-43 16,3-2 0-16,-3-3-14 0,0-2-59 0,3-4 0 15,1 0 0-15,0 0 0 0,2 0 0 16,2 0 0-16,1-3 0 0,3-3-229 16,2 0 85-16,3-4 60 0,1 3-226 0,3-1 112 0,0-2 92 15,0 1-33-15,7-2-344 0,6 2 223 16,6-4 110-16,1 0-406 0,3-1 259 0,1-1 119 16</inkml:trace>
  <inkml:trace contextRef="#ctx0" brushRef="#br0" timeOffset="36448.94">15345 4762 2478 0,'2'-3'0'0,"-2"1"0"0,0 2 0 0,-5 0 0 0,-6 0 0 0,-3 0 0 0,0 7 0 0,0 4 0 0,1 2 0 0,2 5 0 0,-1 1 179 16,3 5-70-16,2-2 260 0,0 5-165 0,2-3-73 16,1 8 69-16,4-4-81 0,0 0-40 0,0-1-23 15,0-1-49-15,2-5-7 0,7 0 0 0,0-1 0 16,3-3-23-16,2-4 25 0,-1-2 0 0,2-2-222 15,0-5 114-15,0-2 70 0,2-2-340 0,0 0 181 16,1-6 89-16,0-7-177 16,-2 0 127-16,1-4 59 0,-2-1 29 0,-1 4-20 15,-5 1 24-15,-2 5-9 0,-1-3 35 0,-4 6 110 16,0 1-55-16,0 2-28 0,-2 0 0 0,0 2 369 16,0 0-168-16,0 9-110 0,-6 6 0 0,5-3 430 15,-2 5-212-15,3-2-120 0,0 2-14 0,0 0-164 16,4-3 0-16,5 0 0 0,2-2 0 0,3-2 0 15,1-2 0-15,0-3 0 0,2-4 0 16,-2-1 0-16,1 0 0 0,2-1 0 0,-4-9 0 0,0-3 0 16,-3-5 0-16,-2 1 0 0,-4 1-63 15,-4-3-4-15,-1 0 9 0,0 2 0 16,-1 0 2-16,-13 0 228 0,-1 4-102 0,-2 1-42 16,-4 5-20-16,1 2 16 0,-1 2-24 0,-2 3 0 15,3 0 0-15,1 0 0 0,2 5 0 0,4 4 0 16,2 2 0-16,6 0 0 0,2 0 0 0,3 4 0 15,0-3-508-15,3 1 89 0,8 1 162 0,3-3-777 16</inkml:trace>
  <inkml:trace contextRef="#ctx0" brushRef="#br0" timeOffset="38482.25">16392 3023 1889 0,'0'-5'0'0,"0"3"0"0,0 0 0 15,0 0 0-15,0 1 0 0,0-2 0 0,0 3 0 0,0 0 0 0,0 0 0 0,0 0 0 0,1 0 194 0,1 0-83 0,3 0-88 0,-3 6 16 0,1 5 0 16,-1 2 1-16,-2 2-358 16,0 4 174-16,0 0 92 0,0 2 45 0,0-2-627 15,0 1 318-15</inkml:trace>
  <inkml:trace contextRef="#ctx0" brushRef="#br0" timeOffset="38606.58">16377 3346 1862 0,'0'9'0'0,"-2"-2"0"0,-1 0 0 0,-4-3 0 0,4 1 0 0,-1 2 0 0,0 2 0 0,4-3 0 0,-2 6 0 0,2 1 0 0,0 2 71 0,0 2 1 0,0 2-33 15,0 0 1-15</inkml:trace>
  <inkml:trace contextRef="#ctx0" brushRef="#br0" timeOffset="38733.35">16372 3758 1564 0,'0'8'0'0,"0"-1"0"0,0-1 0 0,0-1 0 0,0 0 0 0,0 1 0 0,0-1 0 0,0 1 0 0,0 2 0 0,1 3 0 0,3 3 39 0,1-2-201 0</inkml:trace>
  <inkml:trace contextRef="#ctx0" brushRef="#br0" timeOffset="38883.22">16397 4125 2181 0,'0'12'0'0,"-2"4"0"0,-1-6-3 0,1 0 0 0,-2 2 1 0,2 1-1 0,0-2 1 0,2-1 0 0,0 5 0 0,0-3 1 0,0 1 86 15,0 2-1-15,2-2-46 0,2 0 0 0,0 1-471 16,-3 1 235-16,3-4 119 0,-4-1-628 0</inkml:trace>
  <inkml:trace contextRef="#ctx0" brushRef="#br0" timeOffset="39370.21">16251 1999 2381 0,'-5'-7'0'0,"2"4"0"0,1 1 0 0,2-2 0 0,-2 2 0 0,2 2 0 0,0 0 0 0,0 0 0 0,0 13 0 0,0 6 0 0,0 2 145 0,0 7 143 0,0 2-125 0,0 9-62 0,0 1-30 16,-1 1-1-16,-5-1 10 15,-1 9-41-15,0-6 0 0,-2 0-86 0,4-2 44 16,-1-7-1-16,1 2-240 0,1-4 136 0,3-7 74 16,-4-4-436-16,5-4 243 0,0-8 77 0,0-3 4 15,0-6 63-15,0 0-436 0,0-10 241 16,5-15 119-16</inkml:trace>
  <inkml:trace contextRef="#ctx0" brushRef="#br0" timeOffset="39605.11">16172 1889 3384 0,'-4'-16'0'0,"3"3"0"0,1 6 0 0,0 0 0 0,1-2 0 0,14 2 0 0,6-1 0 0,3 3 0 0,3 4 0 0,3-1 0 0,-2 2 249 0,-1 0-105 0,-7 0-52 16,1 2-30-16,-2 7-62 0,-6 3 0 0,-4 3 0 16,-6 1 0-16,-3 4 0 0,0 5 0 0,-5 0 0 0,-10 0 0 15,-4-1 0-15,-4-1 0 0,-5 1 0 16,1-3 0-16,-1-5 0 0,3-2-35 15,0-3-94-15,2-4 45 0,7-3 44 0,2-2-229 0,5-2 124 16,2 0 24-16,5-2 48 0,2-9-511 16,0-5 272-16,11 0 137 15</inkml:trace>
  <inkml:trace contextRef="#ctx0" brushRef="#br0" timeOffset="40791.37">16195 4832 2043 0,'-7'0'0'16,"-2"-1"0"-16,2-2 0 0,0-2 0 0,1-2 0 0,1-2 0 0,-2 2 0 0,2-2 0 0,5-2 0 0,-2-3 0 0,2 1 87 0,0 0 145 0,2-2-96 0,10 1 274 16,1 2-176-16,-1 2-103 0,4 1-46 15,0 3 0-15,3 4 278 0,0 0-238 0,1 2-125 16,1 0 0-16,0 10 0 0,-2 5 0 0,0 1 0 0,-5 8 0 16,2 0 0-16,-5-1 0 0,-1 2 0 0,-5 4 0 15,-3 5 0 1,0-1 0-16,-2 1 0 0,0-1 0 0,-9-1 0 0,-5-2 0 15,0-3 0-15,-2-1 0 0,2-8 0 0,-7 2 0 16,1-7 0-16,0-3 0 16,-1-3 0-16,0-3 0 0,3-4 0 0,-1 0 0 0,3 0 0 15,-2-2 0-15,6-7 0 0,2-5 0 0,2 2 0 16,6-5 0-16,2-1 0 0,0 0 0 0,6-3 0 16,11 3-222-16,3-3-751 0,5-1 472 0,3 1 231 15,4 2 116-15,5-6-608 0,-3 3 362 0</inkml:trace>
  <inkml:trace contextRef="#ctx0" brushRef="#br0" timeOffset="40972.57">16681 4670 3675 0,'2'-9'0'0,"0"3"0"0,-2 0 0 0,-5 1 0 0,-13 3 0 0,-1 2 0 0,-1 0 0 0,-6 6 0 0,3 9 0 0,-2 4 0 0,2 5 256 0,2 5-256 0,1 0 0 0,6 5 0 15,5 0 0-15,2 1 0 0,7-3 0 0,0 1 0 0,2-1 0 0,14-1 0 16,5-3 0-16,2-3 0 0,6-5 0 15,1-1 0-15,5-3 0 0,2-5 0 16,0-4 0-16,0-3 0 0,1-2 0 16,-1-2 0-16,0 0-674 0,-4 0 7 0,-1-2 314 0</inkml:trace>
  <inkml:trace contextRef="#ctx0" brushRef="#br1" timeOffset="50596.32">15214 3448 584 0,'0'-2'0'0,"0"1"0"0,0-2 0 0,0 1 0 0,0 1 0 0,0-1 0 0,0 0 0 0,0-1 0 0,0 3 0 0,0 0 0 0,0 0 76 16,0-1-35-16,0 1 1 0,0 0 0 0,0 0 10 0,0 0-11 0,0 0 12 15,-2 0-11-15,2 0-38 16,-1 0 38-16,-1 0 0 0,2 0 31 0,-2 0-21 0,2 0-10 0,-2 1 0 16,2-1 29-16,0 0 0 15,-2 0-29-15,2 3 111 0,0-3-61 0,-2 0 0 16,2 2-50-16,-1-2 146 0,1 2-74 0,0-2-25 15,-3 1-11-15,3-1 89 0,-2 0-63 0,2 2-31 16,0-2 50-16,0 0-30 0,0 0-11 0,0 0-84 16,0 0 0-16,0 0 43 0,0 0 12 0,0 0 49 15,0 0-30-15,0 0 0 0,0 0-30 0,0 0 6 16,0 0 4-16,0 0-10 0,0 0 0 16,0 0 27-16,0 0-28 0,0 0 1 0,0 0 13 0,0 0-13 15,0 0 0-15,0 0-42 16,0 0 42-16,0 0 0 0,0 0 8 0,0 0-50 15,0 0 0-15,0 0 0 0,0 0 0 0,0 0 0 16,0 0 0-16,0 0 0 0,0 0 0 0,0 3 0 16,0-3 0-16,0 0 0 0,0 0 0 0,0 0 0 15,2 1 0-15,1-1 0 0,-2 0 0 0,1 0 0 16,0 0 0-16,0 0 0 0,0 2 0 0,1-2 0 16,-1 0 0-16,2 0 0 15,-1 2 0-15,1-2 0 0,3 0 0 0,-4 0 0 16,3 1 0-16,-3-1 0 0,3 0 0 0,1 0 0 15,-1 0 0-15,2 0 0 0,-5 0 0 0,5 0 0 16,-5 0 0-16,5 0 0 0,-4-1 0 0,0-1 0 16,1 0 0-16,-1 1 0 0,-1-2 0 0,1 1 0 15,3 1 0-15,-4 1 0 0,3-2 0 0,-3 2 0 16,5-2 0-16,-3 2 0 0,3 0 0 0,-2-3 0 16,1 3 0-16,0 0 0 0,2-1 0 0,-2 0 0 15,0-2 0-15,0 1 0 16,3 1 0-16,-2-2 0 0,-1 0 0 0,2-1 0 15,-1 2 0-15,1-1 0 0,-1-1 0 0,-1 2 0 16,1-2 0-16,-1 1 0 0,3 1 0 0,-3-1 0 16,1 1 0-16,-1-2 0 0,1 3 0 0,-3-1 0 15,3 0 0-15,0 2 0 0,-3-2 0 0,2 2 0 16,-1-2 0-16,2 2 0 0,-1-2 0 0,-1 2 0 16,3-1 0-16,-1-1 0 15,3 0 0-15,-2 0 0 0,3-3 0 0,1 1 0 16,-1 1 0-16,0-3 0 0,-1 2 0 0,3-2 0 15,-3 2 0-15,-2 0 0 0,1 1 0 0,1-1 0 16,-4 1 0-16,3 1 0 0,-1-1 0 0,-1 1 0 16,1 1 0-16,1-3 0 0,1 0 0 0,1 0 0 15,-1 1 0-15,1-1 0 0,0-1 0 0,3 0 0 16,-3-1 0-16,0 1 0 0,1-2 0 0,-1 1 0 16,1 0 0-16,-4 2 0 0,5-3 0 0,-4 3 0 15,-1 0 0-15,2-1 0 16,-2-1 0-16,1 3 0 0,-1-2 0 0,2-2 0 15,-4 3 0-15,5-3 0 0,-3 2 0 0,0-1 0 16,5 0 0-16,-5-1 0 0,3 1 0 0,-1-1 0 16,-2 1 0-16,0 0 0 0,3-1 0 0,-5 2 0 15,0-1 0-15,5-1 0 0,-4 2 0 16,-1-1 0-16,0 0 0 0,1 1 0 16,0-1 0-16,-1-1 0 0,0 1 0 0,0 1 0 15,0-1 0-15,0 0 0 0,0-1 0 0,2-1 0 16,0 2 0-16,-2-1 0 0,2-1 0 0,1-1 0 15,-1 2 0-15,0-2 0 0,1-1 0 16,0 3 0-16,-3-1 0 0,0 1 0 0,0 0 0 0,0-2 0 16,-2 4 0-16,1-2 0 15,1-1 0-15,-1 2 0 16,0-1 0-16,-1 2 0 0,1-4 0 0,1 4 0 0,-1-1 0 0,0 1 0 0,-1 0 0 0,-1 0 0 16,0 2 0-16,-1 0 0 15,1 2 0-15,-1-2 0 0,-1 0 0 0,-1 1 0 16,1 2 0-16,0 0 0 0,-2-1 0 0,0 1 0 15,0 0 0-15,0 0 0 0,0 0 0 0,0 0 0 16,0 0 0-16,0 0 0 0,0 0 0 0,0 0 0 16,0 0 0-16,0 0 0 0,0 0 0 0,0 0 0 15,0 0 0-15,0 0 0 16,0 0 0-16,0 0 0 0,0 0 0 0,0 0 0 0,0 0 0 0,0 0 0 16,0 0 0-16,0 0 0 15,0 0 0-15,0 0 0 0,0 0 0 0,0 0 0 16,0 0 0-16,0 0 0 0,0 0 0 0,0 0 0 15,0 0 0-15,0 0 0 0,0 0-163 0,0 0 53 16,-2 3 35-16,-3 7-680 0,-2-1 357 0,4 2 177 16,-1 4 80-16,-1 2-685 0</inkml:trace>
  <inkml:trace contextRef="#ctx0" brushRef="#br1" timeOffset="51072.54">16384 2966 385 0,'0'0'0'0,"0"-2"0"0,0 0 0 0,0-3 0 0,0 4 0 0,0 0 0 0,0-4 0 0,0 4 0 0,0-3 0 0,0 2 0 0,0 0 26 0,0 0 60 16,0 0-27-16,0 0 9 0,0 0-34 0,0 0 141 15,0 1-68-15,0 1-33 0,0-3 99 0,0 1-57 16,0 1-43-16,0-2 1 0,-2 2-61 0,2 0 1 15,-1 1 26-15,1-3-30 0,-2 1-11 0,0 0 42 16,0 2-1-16,2-2-83 0,0 1 41 0,-2-1 11 16,2 2 31-16,-1-2-75 0,1 2 9 0,0 0 1 15,-2 0 119-15,2 0-33 0,0 0-19 0,0 0 130 16,0 0-69-16,0 0-37 16,0 0-8-16,0 0 106 0,0 0-67 0,0 0-28 15,0 0-1-15,0 0 10 0,0 0-37 0,0 0 9 16,0 0-9-16,0 0-165 0,0 0 83 0,-5 2 41 15,2 11-573-15,-1 2 296 16</inkml:trace>
  <inkml:trace contextRef="#ctx0" brushRef="#br0" timeOffset="77438.39">17126 4180 993 0,'0'0'0'15,"0"0"0"-15,0 0 0 0,0 0 0 0,0 0 0 0,0 0 0 0,0 0 0 0,0 0 0 0,0 0 0 0,0-1 0 0,0-2 83 0,0 1 1 0,0 1-46 0,0-1 42 16,0 0 10-16,0 0-52 0,0-1 1 0,0 2 134 16,0 0-67-16,0-1-34 0,0 2 10 0,0 0 127 15,0-2-85-15,0 2-42 0,0 0 137 0,0 0-90 16,0 0-36-16,0 0 40 0,1 0-48 0,-1 0 1 15,0 0-48-15,2 4 32 0,0 1 8 0,-2 4-39 16,2 3 0-16,-2-1-15 0,2 3 15 0,0-2 0 16,-1-1 25-16,-1 5-26 0,3-4 1 0,-3 3-1 15,2-5 16-15,-2 0-15 16,2-2 9-16,-2 2-56 0,0-2 46 0,0-3 1 16,0 1-1-16,0-2-23 0,0 0 6 0,0-2 17 15,0 2-13-15,0-2-24 0,0-2-1 0,0 1 0 16,0-1 0-16,0 2 0 0,-2-2 0 0,2 0 0 15,-2 0 0-15,-1 0 0 0,2 0 0 0,-1 0 0 16,0 0 0-16,2-2 0 16,0-9 0-16,0 1 0 0,0-1-8 0,0 0-37 0,0-3 16 0,0 5-135 15,0 1 66-15,0-2 39 16,0 0-14-16,2 5 0 0,-2 0 9 0,0 0 32 16,0 3 80-16,0 0-59 0,0 1 9 0,0 1-37 15,0 0 194-15,0 0-91 0,0 0-32 0,0 0 69 16,0 0-52-16,0 7-4 0,0 2 0 0,0 3 43 15,0 0-25-15,0-4-56 0,0 7-7 0,0-3 0 16,0 3 0-16,0-2 0 0,0-2 0 0,0-4 0 16,0 3 0-16,-4-3 0 0,4-3 0 0,0 0 0 15,0-1 0-15,0-3 0 16,0 0 0-16,0 0 0 0,0 0 0 0,0 0 0 16,0-2 0-16,0-4 0 0,0-8 0 0,0 1-108 15,2-3 46-15,0-2 16 0,1 1-64 0,0-1 29 16,-1 1 31-16,0 5-80 0,0 1 47 0,-1 3 15 15,1 3 0-15,-2 2 120 0,0 0-40 0,0 2-25 16,0 1-1-16,0 0 135 0,0 4-75 0,0 8-39 16,0 2 7-16,0 1 130 0,0 0-76 15,0 1-13-15,0 1-16 0,-2 1 10 0,1-3-3 0,1-1-107 16,0-4 38-16,0 1 14 16,0-1 27-16,0-3-180 0,0-3 82 0,0-1 29 15,0-1 25-15,0-2-110 0,0 0 59 0,0 0 6 16,0 0 6-16,0 0 18 0,0-8 14 0,0-3-27 15,0 0-152-15,0-4 77 0,0 1 53 0,0-2-56 16,0 3 49-16,0 1 26 0,0 3-11 0,0 0-29 16,0 3 32-16,0 3 0 0,0 1 33 0,0 0 102 15,0 2-61-15,0 0-16 0,0 0 0 16,0 2 214-16,0 5-120 0,0 3-60 16,0-2 275-16,0 2-147 0,0 2-34 0,0-4-52 15,0 7-1-15,0-7 4 0,0 2 6 0,0 0-177 16,0-2 72-16,0 0 37 0,0-2-1 0,0-1-391 15,0-1 177-15,0-2 106 0,0 1-224 0,0-3 146 16,0 0 70-16,0 0 36 0,0 0-10 0,0 0 48 16,0-3 1-16,0-3-81 0,0-1 40 0,0-1 0 15,0 1 31-15,0-1-38 16,0 2 0-16,0 3 47 0,0 1 1 0,0 0-7 16,0 0-4-16,0 2 11 0,-2 0-1 0,2 0 151 15,-4 0-76-15,1 2 298 0,2 4-172 0,-1 1-87 16,0 0-25-16,2 0 325 0,-2-2-153 0,2 2-93 15,0-1-25-15,0 1 51 0,0-2-58 0,0 0-29 16,0 1 0-16,0-1 18 0,0-1 9 0,0 2-56 16,0-1-207-16,0-1 104 0,0 1 51 0,0 0 26 15,2-2-361-15,-2-1 186 0,0 0 51 0,0 0-213 16,0-2 119-16,0 0 87 16,0 0 15-16,0 0 30 0,0 0 1 0,0 0 33 15,0-2 0-15,0-2 38 0,0-1-48 0,0 1 11 16,0 0-1-16,0 0 139 0,0 4-70 0,0-3-34 15,0 1 296-15,0 0-154 0,0 2-37 0,0 0 248 16,0 0-138-16,0 0-90 0,0 0-15 0,0 0 64 16,0 0-66-16,0 2-32 15,0 3-1-15,0-3-71 0,0 2-9 0,0-1 48 0,0 2-1 0,0-2-122 16,0 1 61-16,0-2 41 16,0 0-321-16,0 0 133 0,0-2 95 0,0 0-260 15,0 2 129-15,0-2 45 0,0 0 66 0,0 0-65 16,0 0 61-16,0 0 30 0,0 0 1 0,0 0-201 15,0 0 121-15</inkml:trace>
  <inkml:trace contextRef="#ctx0" brushRef="#br0" timeOffset="80080.25">16423 3729 1870 0,'-7'-1'0'0,"4"-2"0"0,1 2 0 15,2-2 0-15,0 1 0 0,0 1 0 0,2-3 0 0,7 1-1 0,6-1-1 0,3 2 0 0,2 0 195 0,2 2-81 0,0 0-35 0,1 0 0 0,0 0 64 16,-5 8-50-16,1 2 10 0,-2 4-59 0,-4 1 1 16,-2 1-1-16,-3 0-1 0,-6 2 1 15,0 1-50-15,-2 1 19 0,0-2 1 16,-5 1 72-16,-11 0-43 0,1-3 0 0,-2-2 51 16,-2-1-9-16,1-3-42 0,-3-2-4 0,3-5-37 15,0-1-6-15,1-2 54 0,2 0-6 0,4 0-285 16,1-4 132-16,7-7 66 0,1-3 30 0,2-2-594 15,0-2 267-15,9-4 155 0,7 0-445 0,5-1 295 16,-1-3 148-16</inkml:trace>
  <inkml:trace contextRef="#ctx0" brushRef="#br0" timeOffset="80257.75">16694 3618 2513 0,'6'-5'-1'0,"-5"4"1"0,1-2-1 0,-2 3 0 0,0 0 1 0,-7 7 0 0,-2 4 0 0,-3 4 0 0,3 1 0 0,0 3 0 0,2 0 159 16,-2 4-60-16,6-3 251 0,1 3-155 0,2-3-67 15,0 1-48-15,2-3 3 0,10 1 0 0,2-4-42 16,7 2-223-16,-3-5 121 0,9 0 46 0,-4-2-491 16,-3-4 273-16,2-1 137 15,-1-1 69-15,-2-2-644 0,-2-2 280 0,-2 0 174 16,-4 0 86-16,0-2-358 0,-4-6 225 0</inkml:trace>
  <inkml:trace contextRef="#ctx0" brushRef="#br0" timeOffset="80396.78">16854 3760 1836 0,'-13'-7'0'0,"6"4"0"0,-3-1 0 0,4 3 0 15,2-1 0-15,1 2 0 0,3 0 0 0,0 0 0 0,2 0 0 0,9 0 0 0,2 0 165 0,4 0-62 0,2 0-22 0,-1 0 41 0,1 0-42 0,0 0 1 16,-1 0-224-16,0 0 92 0,-4 3 55 0,0 0-480 16,-3 1 258-16,-2-1 130 0,1 1 64 0</inkml:trace>
  <inkml:trace contextRef="#ctx0" brushRef="#br0" timeOffset="80593.25">16944 3594 2715 0,'-11'2'0'0,"2"4"0"0,1 1 0 0,0 0 0 0,3 0 0 0,-2 5 0 0,5-1 0 0,-1 5 0 0,3-3 0 0,0 4 0 0,0 2 109 15,0-1-24-15,0 2 65 0,3 4-55 0,0-6-27 16,1 3 0-16,0-1-335 0,-1 2 164 0,3-4 66 15,-3-1 40-15,1-1-503 0,1-2 270 0,-2-4 135 16,1-3-594-16,1-1 298 0,1-5 175 16,-1-1-187-16</inkml:trace>
  <inkml:trace contextRef="#ctx0" brushRef="#br0" timeOffset="81109.27">17161 3658 1982 0,'7'-4'0'0,"0"3"0"16,-3 1 0-16,-3 0 0 0,-1 1 0 0,0 8 0 0,-3 5 0 0,-7 1 0 0,-1 0 0 0,-4 7 0 0,1-1 89 0,-2 2 0 0,1-3 85 0,0 1-67 15,-1-4-19-15,4 2-10 0,-2-3-39 0,1-2 40 16,6-5-39-16,1 0 1 0,2-2 9 0,0-1-9 0,4-5-1 16,0 3 39-16,0-3-39 0,6-1 0 0,6 0 49 15,2 0-48-15,4 0-1 0,2 0-3 16,-1 0 3-16,2 0 1 0,-1 0-114 0,-1 0 51 15,2-1 32-15,-3-2-8 0,-1 2 37 0,-2-4-222 16,-5 3 105-16,1-1 30 0,-2-1-118 16,-5 2 70-16,0-1 43 0,-2-3 6 15,-2 1-4-15,0-1-8 0,0-1 32 0,-8-3-54 0,-3 1 160 16,0-4-62-16,-3 0 44 0,-2-5-38 16,2 3 1-16,2-2-28 0,-2 1-113 0,1 1 54 0,2 1-4 15,-1 1 65-15,7 6-111 16,-2-3 45-16,1 4 1 0,1 1 40 0,4 1-10 0,1 4-4 0,0-3 37 15,0 1-12-15,1 0-21 16,11 0-17-16,-1 0 4 0,5 1 9 0,-2 1 191 16,6-3-83-16,-2 2 169 0,3 1-109 0,0 0-66 0,-1 0 105 15,1 0-74-15,-2 0-21 16,-1 0 1-16,-2 5-6 0,-2 6-4 0,0-2-17 16,-5 5-4-16,-4 0 15 0,-1 4-15 0,-2 1-1 15,-2 2 39-15,0-1-10 0,-7 0-28 0,-4 1 56 16,-3-2-28-16,-1-3 0 0,-2-2-18 0,2-3-11 15,0 0 1-15,2-5-126 0,4-2 63 0,-3-2 31 0,3-2-497 16,4 0 248-16,1 0-559 16,2 0 376-16,2-10 191 0,2-1 85 15,9-2 58-15,6-4 0 0</inkml:trace>
  <inkml:trace contextRef="#ctx0" brushRef="#br0" timeOffset="81287.83">17571 3634 2986 0,'4'-6'-1'0,"-2"5"0"0,-2-2 0 0,0 2 0 0,-12 1-1 0,-3 0 2 0,0 5-1 0,-2 6 1 0,2 3 0 0,0 2 0 0,2 2 360 0,2 0-161 0,5 2-69 15,1 1 133-15,5 2-263 0,0 1 0 0,0 1 0 16,5-3 0-16,8-1 0 0,6 3 0 0,2-4 0 16,1-4 0-16,4-1-11 0,1-3 22 0,3-3-348 15,2-5 182-15,0-3 98 0,1-1-1091 0</inkml:trace>
  <inkml:trace contextRef="#ctx0" brushRef="#br0" timeOffset="83934.82">17062 2434 1852 0,'0'0'0'0,"0"0"0"0,0 0 0 0,0 0 0 0,0 0 0 0,0 0 0 0,0 0 0 0,0 0 0 0,0 0 0 0,0 0 0 0,0 1 77 0,0 5-27 0,0-1-9 15,0 2-1-15,0-1-234 0,0 1 117 0,2 0 58 16,-2 3 41-16,1-1-189 0,-1-1 102 0,0 1 52 15</inkml:trace>
  <inkml:trace contextRef="#ctx0" brushRef="#br0" timeOffset="84084.37">17021 2591 1977 0,'0'8'0'0,"0"-1"0"0,0-1 0 0,-2-1 0 0,0-1 0 0,-2 2 0 0,2-2 0 0,2 0 0 0,0 2 0 0,0-1 0 0,0 2 104 15,0 3-32-15,0 1-271 0,2 1 119 16,-1 0 71-16,6 3 19 0,-3 0-652 0,-3 1 326 0</inkml:trace>
  <inkml:trace contextRef="#ctx0" brushRef="#br0" timeOffset="84250.2">17004 2925 2016 0,'0'5'0'0,"0"0"0"0,-2-1 0 0,0 0 0 16,0-2-3-16,0 2 1 0,0-3 0 0,2 4 0 0,0-3 1 0,0 5-1 0,0-1 87 0,0-1 20 0,0 2-38 0,2 1 0 0,2 1-27 0,1-2-335 16,-1 3 168-16,0-1 93 0,0 1 32 0,-2-3-589 15,0 2 298-15,0-1 149 0,-2-1 76 0,0-2-364 16,0-4 221-16</inkml:trace>
  <inkml:trace contextRef="#ctx0" brushRef="#br0" timeOffset="84343.23">17017 3087 1177 0,'-3'2'0'0,"2"-2"0"16,-1 2 0-16,0-2 0 0,0 0 0 0,0 2-1 0,2-2 1 0,-1 0 0 0,1 0 0 0,0 0 0 0,0 0 70 0,0 0 113 0,0 0-77 0,0 2-33 16,0-2-276-16,0 1 121 0,0-1 61 0,1 0-189 0</inkml:trace>
  <inkml:trace contextRef="#ctx0" brushRef="#br0" timeOffset="84810.03">17049 2569 1767 0,'0'-2'0'0,"0"1"0"0,0-2 0 0,0 2 0 0,0-1 0 0,0-1 0 0,0 2 0 0,0 0 0 0,0 1 0 0,0 0 0 0,0 0 168 16,0 0-64-16,0 0-32 0,0 5 10 0,0 2-82 0,2 7-1 0,-2-2 41 15,2 3-302-15,-2 3 151 0,0 0 86 0,0 1-498 16,0-2 277-16,0 1 138 0,0 0-33 15</inkml:trace>
  <inkml:trace contextRef="#ctx0" brushRef="#br0" timeOffset="84934.37">17014 2830 1566 0,'0'8'0'0,"0"-2"0"0,-1 0 0 0,-3 0 0 0,0 0 0 0,3 1 0 0,-3-1 0 0,2 2 0 0,2-1 0 0,0 1 0 0,0 1 117 0,0-2-28 0,0 4-11 0,2 3-263 16,0-3 112-16,3 3 57 0,-1-2-238 0,-1 0 156 15</inkml:trace>
  <inkml:trace contextRef="#ctx0" brushRef="#br0" timeOffset="85060.9">17021 3131 1500 0,'0'8'0'0,"0"-1"0"0,0 2 0 0,0-2 0 0,0 1 0 0,-2-1 0 16,2 3 0-16,0-3 0 0,0 2 0 0,0 4 0 0,0-2 69 0,0 1-30 0,2 2-323 0,0 1 162 0,1-2 90 15</inkml:trace>
  <inkml:trace contextRef="#ctx0" brushRef="#br0" timeOffset="85193.67">17047 3455 1351 0,'0'8'0'0,"0"3"0"0,0 2 0 0,-3-2 0 0,0 2 0 0,-1-3-1 0,2 3-1 0,2 1 0 0,0-1 0 0,0 2 1 0,0-3-16 0,0 3 28 0,4 3 0 15,4-1-172-15,-2-1 95 0,-3 2 52 0</inkml:trace>
  <inkml:trace contextRef="#ctx0" brushRef="#br0" timeOffset="85353.09">17060 3991 1632 0,'0'15'0'15,"0"0"0"-15,-2 0 0 0,0-2 0 0,-1 2 0 0,-1-2 0 0,2 2-2 0,2-2-1 0,0 0 1 0,0 3-1 0,0-4 51 0,0 4-11 0,2-5 0 0,2 1-285 16,1 1 143-16,-1-2 72 0,-1-1 45 0,1 0-381 16,-2 1 194-16,2-2 96 0,-3-1 49 0,-1-1-179 15</inkml:trace>
  <inkml:trace contextRef="#ctx0" brushRef="#br0" timeOffset="86207.56">16903 1683 1817 0,'-4'-12'0'0,"2"6"0"0,-1 3 0 0,0-3 0 0,1 2 0 15,0 3 0-15,2-1 0 0,-1-1 0 0,1 2 0 0,0 1 0 0,0 0 147 0,0 0 228 0,0 7-173 0,0 6-82 0,0 3-40 0,0 4 261 16,0 0-142-16,-2 10-84 0,2-4-39 0,-2 4 236 16,0 1-165-16,-2 4-147 0,1-4 0 0,-1 3 0 15,2-2 0-15,1 0 0 0,-1-2 0 16,2-2 0-16,0-3 0 0,0 5 0 0,0-10 0 0,0 5 0 16,0-3 0-16,0-5 0 0,0-2 0 0,0-3 0 15,0-3 0-15,0-6-214 16,0 1-91-16,0-2 141 0,0-2 11 0,0 0-121 0,0 0 118 0,0-9 59 15,0-6 28-15,0-6-428 16,0 0 218-16,-2-11 126 0,-1-7-431 0</inkml:trace>
  <inkml:trace contextRef="#ctx0" brushRef="#br0" timeOffset="86459.01">16820 1664 2315 0,'-7'-12'0'15,"3"4"0"-15,2-2 0 0,0-2 0 0,2 3 0 0,0-2 0 0,4-1 0 0,7 3 0 0,6-2 0 0,5 1 0 0,-3 3 374 0,8 1-168 0,-3 3-83 16,-4 0-33-16,3 3 51 0,-2 0-52 0,-3 0-25 16,-1 6 0-16,-4 6-13 0,-3 3-3 0,-6 1 39 15,-3 3-48-15,-1 6 0 0,0-3 0 0,-13 3 109 16,0-5-134-16,-8 6-14 0,1-2 0 0,-1-6 0 16,-1-1 0-16,4-4 0 0,-5-4 0 0,2 0 0 15,4-4 0-15,2-2 0 0,0-3 0 0,5 0 0 16,-1 0 0-16,4 0 0 0,2-2 0 0,3-5-44 15,-1-1-29-15,3-1-752 0,0-3 383 0,10 2 207 16,3-4 98-16,8-3-604 0</inkml:trace>
  <inkml:trace contextRef="#ctx0" brushRef="#br0" timeOffset="86765.71">17312 1030 3007 0,'-2'-6'0'0,"2"1"0"0,-2 2 0 0,2-1 0 0,-2 2 0 0,2 0 0 0,-2 1 0 0,2 1 0 0,0 0 0 16,0 0 0-16,0 0 315 0,0 0-137 0,0 0 119 0,0 0-163 0,0 0-134 0,0 0 0 0,0 5 0 15,0 7 0-15,0 3 0 16,0 4 0-16,0 1 0 0,0 5 0 0,-3 2 0 16,-6 0 0-16,4 3 0 0,-4 2 0 0,0 1 0 15,-3 2 0-15,3-2 0 0,-2 0 0 0,1 2 0 16,3-4 0-16,-1 2 0 0,1-3-55 0,3 0-643 16,-2-3 329-16</inkml:trace>
  <inkml:trace contextRef="#ctx0" brushRef="#br0" timeOffset="91569.76">12727 9082 1670 0,'-4'0'0'0,"-3"0"0"0,2 0 0 0,-1 0 0 0,-2-5 0 0,3 0 0 0,-1 0 0 0,1-2 0 0,-1-3 0 0,2-1 0 0,2-1 88 0,0-1 118 15,2 0-83-15,0-2-41 0,0-2 0 0,0-2 49 16,0-4-35-16,2-1-10 0,8 0-46 0,-3-4 38 16,2 2-1-16,3-3-36 0,-1 1 121 0,2 0-65 15,2 0-28-15,2 1 43 0,2 2-36 0,0 0 0 16,-3 3-25-16,7-1 57 16,-2 2-34-16,-1 2 0 0,1 4-33 0,-5 2 56 0,7 4-18 15,-2 0-64-15,0 4-15 0,-1 2 0 0,3 1 0 16,-2 0 0-16,1 2 0 0,-1 0 0 15,0 5 0-15,1 9 0 0,-3-5 0 0,0 6 0 16,-3-2 0-16,2 4 0 0,0 2 0 0,-3 0 0 16,-2-4 0-16,3 2 0 0,-4 0 0 0,2-2 0 15,-5 0 0-15,0 0 0 0,1-4 0 0,-4-1 0 16,-1-3 0-16,1-1 0 0,-3 0 0 0,-1-3 0 16,0-1 0-16,0-2 0 0,-2 0 0 0,0 0 0 15,0 0 0-15,0 0 0 0,0 0 0 0,0 0-307 16,-2 0-18-16,-3 0 143 15,-3 0 70-15,-1 0-720 0,-3 0 396 0,0 7 187 16</inkml:trace>
  <inkml:trace contextRef="#ctx0" brushRef="#br0" timeOffset="91891.13">12587 9115 2411 0,'-4'0'0'0,"1"0"0"0,3 0 0 0,0 0 0 0,0 0 0 0,0 0 0 0,0 6 0 0,0 4 0 0,3 2 0 0,1 5 0 0,3 6 98 0,0 4 304 0,1-1-171 0,0 6-101 15,-3 1-46-15,3 9 1 0,-3-10 159 16,-1 12-102-16,0-7-42 0,0 7-96 0,-2-2-4 15,0-6 0-15,-1-1 0 0,1 1 0 0,0-7-11 16,0 4-1-16,-2-7-157 0,2-5 104 0,-2-3 52 16,0-6 23-16,0-3-581 15,0-3 219-15,0-4 159 0,0-2 58 0,0 0-378 16,0-10 227-16,0-12-288 0,0-5 268 0,-4-4 133 16,-3-13-131-16</inkml:trace>
  <inkml:trace contextRef="#ctx0" brushRef="#br0" timeOffset="92117.75">12543 9168 2648 0,'-5'-19'0'0,"1"8"0"0,4 0 0 15,0-1 0-15,0 3 0 0,4 2 0 0,9 0 0 0,9-3 0 0,-1 2 0 0,9 1 0 0,2 3 361 0,-2 4-161 0,0 0-80 0,-2 0-41 0,-3 5 10 0,3 7 21 16,-8 2-35-16,-2 2 0 16,-4 3 9-16,-4-1 1 0,-4 5-80 0,-4-3-5 0,-2 3 0 15,0-3 0-15,-6 0 0 0,-6-4 0 16,-4-3 0-16,-1-1 0 0,-4-3 0 15,1-5 0-15,-1 0 0 0,0-4-703 16,1 0 682-16,-1 0 28 0,4 0-30 0,2-1 21 0,4-2-50 0,1-1-283 16,4 1 128-16,4-2-443 0,2 4 306 0,0-4 152 15,10 4-426-15,3 1 289 0</inkml:trace>
  <inkml:trace contextRef="#ctx0" brushRef="#br0" timeOffset="92373.07">13011 9187 3593 0,'0'1'0'0,"0"1"0"0,0 1 0 0,0-3 0 0,0 0 0 0,0 0 0 0,0 1 0 0,0 5 0 0,0 1 0 16,2 4 0-16,6 3 238 0,-1 5-138 0,2 2-100 16,1 7 0-16,-3 0 0 0,1 4 0 0,-3 3 0 0,-1 2 0 15,0 5 0-15,-2-8 0 16,0 11 0-16,-2-9 0 0,0 1 0 0,0-1 0 0,0-3 0 0,0 2 0 15,0-5 0-15,0-6 0 0,0-1 0 0,-2-6 0 16,0-6-83-16,-1-2-41 0,2-3 56 0,-1-2-605 16,-2-4 321-16,1 0 157 0,-1-6-432 15,0-17 295-15,1-1 146 0,-1-6 63 0,-2-13-380 16,-2-4 231-16</inkml:trace>
  <inkml:trace contextRef="#ctx0" brushRef="#br0" timeOffset="92617.74">12957 9230 2397 0,'0'-20'0'0,"0"6"0"0,2 1 0 0,1 0 0 0,3 1 0 0,1 3 0 0,5 0 0 0,-1 1 0 0,6 3 0 0,1-1 0 0,1 2 165 0,4 2-68 0,-3 2 253 15,3 0-155-15,0 0-78 0,-1 0 75 16,1 10-66-16,-4 2-49 16,-1-2 126-16,-3 6-191 0,-2 0-12 0,-3 3 0 0,-4 1 0 0,-3 1 0 0,-3 2 0 15,0 2 0-15,-2-1 0 16,-7-7 0-16,-4 1 0 0,-2 2 0 0,0-5 0 0,-2-4 0 0,0-3 0 15,-2-1 0-15,2-2 0 0,0-5 0 16,1 0 0-16,0 0-139 0,3 0-235 0,0-2 133 16,4-1 91-16,-1-7-445 0,5 1 277 0,0-4 140 15,5 1-431-15,0-3 285 0,3 0 133 0</inkml:trace>
  <inkml:trace contextRef="#ctx0" brushRef="#br0" timeOffset="92828.32">13531 8857 3119 0,'2'-6'0'0,"1"4"0"0,-3 0 0 0,0 0 0 16,0 0 0-16,1 2 0 0,1 0 0 0,-2 0 0 0,2 0 0 0,0 0 0 0,1 4 81 0,-1 6 357 0,2 2-203 0,-2 4-177 15,-2 0-58-15,0 5 0 0,0 3 0 0,0-1 0 16,-8 7 0-16,1-4 0 0,-3 3 0 0,-1-3 0 15,2 2-283-15,-1-5-20 0,1 1 167 0,0-2-514 16,1-3 322-16</inkml:trace>
  <inkml:trace contextRef="#ctx0" brushRef="#br0" timeOffset="94362.51">13845 9108 2517 0,'-6'0'0'0,"2"0"0"0,2 2 0 0,1 0 0 0,1 0 0 0,0 1 0 0,0-1 0 0,0 1 0 0,9 2 0 0,6-3 0 0,2 0 268 0,4-1-104 0,1-1-67 0,1 0 114 15,-1 0-86-15,1 0-43 0,0 0 0 0,-1 0-68 16,-3 0-9 0,0 0 34-16,-5 0 1 0,2 0-368 0,-5 0 183 0,-2 0 103 0,-1 0-690 0,-2 0 375 15,-5 0 86-15</inkml:trace>
  <inkml:trace contextRef="#ctx0" brushRef="#br0" timeOffset="94546.56">13897 9300 2960 0,'-12'10'0'0,"2"-2"0"0,2 2 0 0,3-6 0 0,3-3 0 0,2 1 0 0,0 0 0 0,0-2 0 0,11 2 0 0,8-2 0 15,2 0 183-15,5 0-72 0,-2 0 157 0,-3 0-104 16,4 0-68-16,-3 0-32 0,0 0-24 0,-1 0 0 16,0 4-462-16,-4-3 241 0,0 1 106 0,-2 2 57 15,0-2-669-15,-2 0 360 0,2-2 57 16,-2 1 126-16,3-1-573 0</inkml:trace>
  <inkml:trace contextRef="#ctx0" brushRef="#br0" timeOffset="95192.4">14862 9001 2559 0,'-11'-6'0'0,"8"4"0"0,-1-1 0 0,1-1 0 15,-3 0 0-15,4 1 0 0,0 0 0 0,1 2 0 0,1 1 0 0,0 0 0 0,0 0 309 0,0 0-134 0,0 0-68 0,0 0-30 0,0 0-28 0,0 1-9 16,0 7-1-16,0 1 97 16,-3 1-48-16,-4 3 9 0,-1 0-57 0,-1 2 141 15,-3 2-147-15,-2 5-34 0,-2 0 0 0,3-2 0 16,-8 6 0-16,3 0 0 0,-3 3 0 0,0-2 0 15,1 2 0-15,-2-2 0 0,-1 2 0 0,0-1 0 16,3 1 0-16,-3-7 0 0,0 0 0 0,5-4 0 16,-3-3 0-16,2-1 0 0,1 0 0 0,0-4 0 15,2 0 0-15,2-2 0 16,0-1 0-16,2-1 0 0,5 1 0 0,-1-4 0 0,5-1 0 0,-1-1 0 16,4-1 0-16,0 0 0 0,0 3 0 15,0-2 0-15,7-1 0 0,10 0 0 16,2 0 0-16,7 0 0 0,3 0 0 0,4 0 0 15,3 0 0-15,-1-1 0 0,3-5 0 0,6 3 0 16,-9-3 0-16,8 5 0 0,-3-1 0 0,-4 1 0 16,1-2 0-16,0 1 0 0,-1 2 0 0,-6 0 0 15,-7 0 0-15,-1 0 0 16,-2 0 0-16,-6 0 0 0,-3 0 0 0,-3 0 0 0,-4 0 0 0,0 0 0 16,-3 0 0-16,-1 0 0 15,0 0 0-15,-1-3 0 0,-8-4 0 0,-3-3 0 16,1-1 0-16,-5-3 0 0,3 0 0 0,-4-7 0 15,1 1 0-15,-2-1 0 0,2-4 0 0,-1-2 0 16,-1-2 0-16,0 2 0 0,1 0 0 0,4 3 0 16,0 2 0-16,0-1 0 0,2 5 0 0,-1 1 0 15,5 4 0-15,1 2 0 0,1 1 0 0,1 3 0 16,2 3 0-16,0 1 0 16,2-2 0-16,0 4 0 0,0-4 0 0,2 4 0 15,9 1 0-15,0 0 0 0,3 0 0 0,0 0 0 16,4 1 0-16,-2 5 0 0,3 2 0 0,0-1-80 15,1 0-140-15,-1 0-627 0</inkml:trace>
  <inkml:trace contextRef="#ctx0" brushRef="#br0" timeOffset="95460.08">15255 8766 3442 0,'0'-6'0'0,"0"6"0"0,0 0 0 0,0 0 0 0,0 0 0 0,0 0 0 0,0 0 0 0,0 14 0 0,0 6 0 0,0 16 0 0,-5 3 302 0,-1 10-131 0,-3 14-155 0,-1-2-16 15,1-1 0-15,-4 17 0 0,1-3 0 0,5-1 0 16,0 0 0-16,5-1 0 0,2-12 0 16,0-1 0-16,2-4 0 0,11-10 0 15,2-9 0-15,3-2 0 0,0-12 0 0,6 1 0 16,0-12 0-16,2-5 0 0,3-6 0 0,-1-3 0 15,2-15 0-15,-4-7 0 0,1-1 0 0,-3-2 0 16,-4-4-123-16,-2 0-88 0,-2-2-1084 0</inkml:trace>
  <inkml:trace contextRef="#ctx0" brushRef="#br0" timeOffset="-204958.8">3741 17679 1887 0,'-12'-18'0'0,"4"10"0"0,4 6 0 0,-1 0 0 0,1 2 0 0,0 0 0 15,-1 0 0-15,3 0 0 0,1 0 0 0,-1 0 0 0,2 0 145 0,0 0-50 0,0 0-1 0,0 0-15 0,0 0 11 16,2 0-47-16,-1 0-1 0,4 0 101 0,2 4-50 16,-2 1 0-16,1-5 80 0,-2 4-71 0,1 0-29 15,0-3-1-15,-1 2 133 0,-1-1-81 0,3-1-30 16,-3-1-10-16,2 3 94 0,-1-2-156 0,1-1-22 15,2 2 0-15,1-2 0 0,0 2 0 16,3 0 0-16,1 0 0 0,0-2 0 0,3 3 0 16,-1-1 0-16,2 1 0 0,1 1 0 15,-3 1 0-15,2-2 0 0,0 1 0 0,0-1 0 16,2 2 0-16,-1-2 0 0,-1 1 0 0,-1-1 0 16,2 0 0-16,-2 0 0 0,3 0 0 0,-1-2 0 15,-1 0 0-15,6 2 0 0,-3-3 0 0,2 0 0 16,5 0 0-16,-4 0 0 0,2 0 0 0,-1 0 0 15,0 0 0-15,-3 0 0 0,4 0 0 0,-4 0 0 16,1 0 0-16,-1 0 0 16,3 0 0-16,-1 0 0 0,-1 0 0 0,5 0 0 15,-3 0 0-15,4 1 0 0,1-1 0 0,0 2 0 16,4 1 0-16,0-3 0 0,3 0 0 0,3 0 0 16,4 0 0-16,-4 0 0 0,7 0 0 0,-7 0 0 15,2 0 0-15,2 0 0 0,-5 0 0 0,6 0 0 16,0 0 0-16,-1 0 0 15,1 1 0-15,-1 4 0 0,-2-4 0 0,11 3 0 16,-2 0 0-16,1-3 0 0,-1 2 0 0,5-3 0 16,-5 0 0-16,4 0 0 0,0 0 0 0,-1 0 0 15,3 0 0-15,-4 0 0 0,1 0 0 0,-1 0 0 16,3 0 0-16,-1 0 0 0,-1 0 0 0,1 0 0 16,2 0 0-16,-2 0 0 0,0 0 0 0,2 0 0 15,0 0 0-15,-1 0 0 0,2 3 0 0,12 1 0 16,-8-4 0-16,2 1 0 0,0-1 0 0,-2 0 0 15,-3 0 0-15,10 0 0 0,-6 0 0 0,-1 0 0 16,2 0 0-16,3 0 0 16,-9 0 0-16,14 0 0 0,-7 0 0 0,-2 0 0 15,3 0 0-15,-2 0 0 0,-4 0 0 0,12 0 0 16,-3 0 0-16,0 0 0 16,0 0 0-16,-2 3 0 0,-5 1 0 0,12-2 0 0,-7 2 0 0,2-1 0 15,-4-1 0-15,2 2 0 16,-3-2 0-16,14-1 0 0,-11 3 0 0,2-2 0 15,-1 1 0-15,0-3 0 0,-6 1 0 0,12 0 0 16,-3-1 0-16,-3 2 0 0,3-2 0 0,-2 2 0 0,-5-2 0 0,11 0 0 16,-4 0 0-16,0 0 0 15,0 0 0-15,5 0 0 0,-10 0 0 0,15-2 0 16,-13 0 0-16,0 1 0 0,-4 0 0 16,0-2 0-16,-9 3 0 0,5 0 0 15,-1 0 0-15,0 0 0 0,-1 0 0 0,-3 0 0 0,-8 0 0 0,9 0 0 16,-8 0 0-16,-3 3 0 15,-2-2 0-15,-6-1 0 0,2 1 0 0,-3-1 0 0,-3 0 0 16,-4 0 0-16,-5 0 0 16,-1 0 0-16,-2 0 0 0,-5 0 0 15,0 0 0-15,-5 0 0 0,0 0 0 0,-3 0 0 0,-3 0 0 16,2 0 0-16,-3 0 0 0,0 0 0 0,-1 0 0 16,-1 0 0-16,0 0 0 0,0 0 0 0,0 0 0 15,0 0 0-15,0 0 0 0,0 0 0 0,0 0 0 16</inkml:trace>
  <inkml:trace contextRef="#ctx0" brushRef="#br0" timeOffset="-201140.27">12883 10918 1755 0,'0'-13'0'0,"-7"8"0"0,5 1 0 0,0 2 0 0,-2 0 0 0,3 1 0 0,-1-1 0 0,2 2 0 0,0 0 0 0,0 0 0 0,0 0 76 16,0 0-39-16,0 8 425 0,2 6-203 0,3 4-116 0,2 7-52 0,2 1 293 0,-2 6-174 16,2 10-86-16,-5-5 88 0,1 14-92 15,-3-2-62-15,0 1-58 0,-2 3 0 0,0 1 0 16,0-1 0-16,0-2 0 16,0-2 0-16,0-4 0 0,0 0 0 0,0-4 0 0,0-4 0 0,0 3 0 15,0-2 0-15,0-3 0 16,0-1 0-16,0-3 0 0,0-6 0 0,0 6 0 15,0-9 0-15,0-1 0 0,0-3 0 0,0-4 0 16,0-3 0-16,0-4-421 0,0-1 94 0,0-4 145 16,0-2 71-16,4 0-580 0,5-6 318 15,6-14 172-15,0-9-495 0</inkml:trace>
  <inkml:trace contextRef="#ctx0" brushRef="#br0" timeOffset="-200957.28">13157 11578 3048 0,'0'-6'0'0,"0"3"0"0,0 2 0 0,0 0 0 0,0 1 0 0,0 0 0 0,0 0 0 0,0 7 0 0,0 4 0 0,0 2 0 0,0 4 469 0,0 0-216 0,0 4-99 0,0-1-147 15,2 6-7-15,2-7 0 0,2 4 0 0,0-2-72 16,-3 1 5-16,3-4 47 0,-4 3-564 0,1-3 310 16,-1-2 155-16,0-6 79 0,-2 1-687 0,0-3 350 15,0-5 170-15,0-3 86 0,0 0-394 0</inkml:trace>
  <inkml:trace contextRef="#ctx0" brushRef="#br0" timeOffset="-200516.38">13257 11333 2781 0,'0'-2'0'0,"2"0"0"0,0 2 0 0,0 0 0 0,0 10 0 0,0 8 0 0,-1 4 0 0,5 4 0 0,-1 0 0 0,1 8 0 0,0-1 128 0,-2 3-45 16,1-2 9-16,-1 0-31 0,-2-2-24 15,1-2 0-15,-1 0-1 0,0-9-78 0,-2 3 48 16,0-5-9-16,0-2 6 0,0-8 0 0,0-1 34 16,0-4 0-16,0-3 39 0,0-1-10 0,0 0-29 15,0 0 53-15,0-1-29 0,0-11-29 0,2-1 1 16,4 0-30-16,3-2 29 0,1 0 22 0,3 2-18 16,0-1-27-16,-2 5 9 0,3 2 19 0,-3 1-62 15,-2 3 29-15,2 2 1 0,-1 1 18 0,-1 0-16 16,-1 0 19-16,-1 11-18 0,-3 2-5 0,-1 4-3 15,-1 0 0-15,0 2 0 16,-2-2 0-16,0 0 0 0,0-2 0 0,0-4 0 16,0-1 0-16,0-4 0 0,0-5 0 0,0 2 0 15,0-3 0-15,2 0 0 0,6 0 0 0,3-9-85 16,2-4 9-16,2-1 15 0,2 0 128 16,0 3-51-16,0 0-1 0,0 1-68 15,0 4 184-15,-1 3-85 0,0 3-46 0,-1 0 0 0,-2 0 0 16,-2 6 0-16,0 5 0 0,1 4 0 15,-3-1 0-15,-2 6 0 0,1-5 0 0,0 4 0 16,-4-3 0-16,1-1 0 0,0 0 0 0,1 1 0 16,0-7-232-16,-2-2 41 0,0 0-869 0,-1 0 511 15,1-2 257-15</inkml:trace>
  <inkml:trace contextRef="#ctx0" brushRef="#br0" timeOffset="-199804.8">12902 12201 2670 0,'-9'-4'0'16,"3"3"0"-16,-2-2 0 0,1 3 0 0,2 0 0 0,-3 0 0 0,0 0 0 0,1 9 0 0,1 3 0 0,-1 6 0 0,1-1 150 0,-2 11-56 0,1-2-20 0,-2 1-8 15,-3 4-80-15,1 1 26 0,-3-1 0 0,0 2 24 16,-5-3 43-16,1-2-10 0,-5 0-32 0,0-2 209 0,1-4-105 15,-2 1-51-15,4-8-18 0,-1 0 25 16,5-2-97-16,0-4 0 0,7-1 0 0,0-4 0 16,6 0 0-16,-1-4 0 0,4 0 0 0,0 0 0 15,5 0 0-15,15 0 0 0,3 0 0 16,7 0 0-16,2 0 0 0,4-2 0 0,2-1 0 16,-1-2 0-16,-1 2 0 0,-4-1 0 15,0 0 0-15,-6 2 0 0,-3 0 0 0,-3 0 0 16,-6 1 0-16,-2-2 0 0,-4 2 0 0,-2-1 0 15,-2 0 0-15,-2 0 0 0,-2-6 0 0,0-2 0 16,-6-4 0-16,-4-1 0 0,-3-5 0 0,0 2 0 16,-4-9 0-16,0 0 0 0,1-1 0 0,-2 2 0 15,4 2 0-15,0 5 0 0,1-2 0 0,4 6 0 16,1 0 0-16,4 6 0 0,1 1 0 0,1 0 0 16,2 3 0-16,0-1 0 15,5 0 0-15,9 3 0 0,4-1 0 0,5 0 0 0,5 3 0 0,0-1 0 16,3 2 0-16,2 0 0 15,-1 0 0-15,2 5 0 0,-2 4 0 0,-2 4 0 16,-4 2 0-16,-3 3 0 0,-3 3 0 0,-6-3 0 16,-3 9 0-16,-6-3 0 0,-3 2 0 0,-2 1 0 15,0-2 0-15,-4-1 0 0,-8 3 0 0,-4-4 0 16,0 0 0-16,-3-5 0 0,-2-3 0 0,6-2 0 16,-6-1 0-16,3-5 0 0,0 2 0 0,2-7 0 15,2 0 0-15,5-2 0 0,0 0 0 0,3 0 0 16,4-4 0-16,2-14 0 15,4-5-859-15,13-3 288 0,9-7-535 0</inkml:trace>
  <inkml:trace contextRef="#ctx0" brushRef="#br0" timeOffset="-199619.35">13366 12237 3931 0,'5'-10'0'16,"-3"7"0"-16,-2-3 0 0,0 6 0 0,-7 0 0 0,-6 0 0 0,-4 11 0 0,2 4 0 0,-4 6 0 0,8-2 0 0,-4 7 0 15,4 2 0-15,5 2 0 0,2-2 0 0,4 5 0 0,0-3 0 0,4 0 0 16,13-3 0-16,0-3 0 0,3 1 0 0,3-5 0 0,-2-4 0 16,7 1-149-16,-10-7 48 0,5-2 69 0,-2-4-7 15,-3-4 37-15,1 0-930 0,1 0 448 16,0-8 224-16,-1-10-520 0</inkml:trace>
  <inkml:trace contextRef="#ctx0" brushRef="#br0" timeOffset="-199458.91">13527 12355 3541 0,'-16'-4'0'0,"0"3"0"0,4 1 0 15,-2 0 0-15,7 0 0 0,-1 0 0 0,5 0 0 0,1 0 0 0,2 0 0 0,0 3 0 0,9-1 77 0,8 2 1 0,3-4-346 16,5 2 148-16,0-2 79 0,-1 0 38 0,2 0-657 0,0 0 348 16,-1-2 184-16,-1-4 78 0,-1-1-611 0,-1 1 333 15,-3-2 95-15,0 1 97 0,-4-1-265 16</inkml:trace>
  <inkml:trace contextRef="#ctx0" brushRef="#br0" timeOffset="-199234.51">13779 12191 2739 0,'-9'-5'0'0,"-2"1"0"0,1 2 0 0,2 1 0 0,3-1 0 0,1 2 0 0,4 0 0 0,0 0 0 0,2 0 0 0,7 0 0 0,7 3 282 16,0 7-123-16,5-1-52 0,4 3-40 0,-2-1-25 0,-2 2-5 15,2-1-1-15,-5 0 1 0,-2 3 74 16,-3 2-41-16,-3-2-1 0,-5 2-32 0,-3 2 56 15,-2 0-48-15,0 2-45 0,-9 1 0 0,-7-3 0 16,-2-3 0-16,-1-1 0 0,-4-2 0 0,7-1-507 16,-5-2 412-16,2-3 54 0,2-2 30 0,0-1-328 15,6-2 164-15,2 0 52 0,1-2 52 0,2 0-609 16,6 0 321-16,0 0 161 0,0-5-1039 16,9-7 1187-16</inkml:trace>
  <inkml:trace contextRef="#ctx0" brushRef="#br0" timeOffset="-198988.34">14040 12332 3397 0,'21'-7'0'0,"-1"5"0"0,-8 2 0 0,-1 0 0 0,-2 0 0 0,-7 12 0 0,0 3 0 0,0 5 0 0,-2 4 0 0,3 1 0 0,-2-5 352 0,1 5-170 0,4-2-182 0,1-3 0 16,4-2 0-16,4-3 0 16,2-1 0-16,4-4 0 0,3-5 0 0,-1-5 0 0,1 0-57 15,0 0-21-15,-4-9 65 0,0-8 20 16,-9-1-281-16,0-2 155 0,-5-2-28 0,-3-1 97 15,-3 1-25-15,0-2 9 0,-16 1 30 0,-1 2 0 0,-3 2 382 16,-3 3-191-16,0 4-105 0,-7 1-39 0,5 5 310 16,-4 4-260-16,1 2-61 0,7 0 0 0,0 0 0 15,3 8 0-15,6 3-5 0,1 2-192 16,7 1-904-16,4 4 537 0,0 1 244 16</inkml:trace>
  <inkml:trace contextRef="#ctx0" brushRef="#br0" timeOffset="-198378.1">14789 10749 2239 0,'0'-13'0'0,"0"6"0"0,0 1 0 0,0 2 0 0,0 1 0 0,0 0 0 0,0 3 0 0,0 0 0 0,2 0 0 0,2 16 0 0,1 6 138 15,-2 5 167-15,-1 6-134 0,0 10-67 0,-2 3-33 16,0 4 340-16,0 3-191 0,0 2-92 0,0 2-45 31,0 0-22-31,0-1-61 0,0-1 0 0,0-3 0 0,0-1 0 0,2-4 0 16,-1-4 0-16,1-7 0 15,2 3 0-15,-2-5 0 0,1-4 0 0,-1-2 0 16,0-7 0-16,0-2 0 16,-2-6 0-16,0-2-68 0,0-4-46 0,0-6-21 0,3-1-389 0,-2 0 233 0,1-16 130 0,6-8 61 15,2-4-501-15,4-12 282 0,3-3 140 16</inkml:trace>
  <inkml:trace contextRef="#ctx0" brushRef="#br0" timeOffset="-197869.95">15257 10905 2306 0,'5'0'0'0,"-4"0"0"0,3 0 0 0,-2 0 0 0,-2 2 0 0,0 2 0 0,0 2 0 0,0 0 0 16,0 2 0-16,0 4 0 0,0 3 262 0,0 0-116 0,-4 4 182 0,-4 1-145 16,-3 5-73-16,0-1-37 0,-4 2 117 0,-2 1-81 0,-2-1-36 15,-2 2 78-15,-3 0-151 0,0-1 0 0,-1-1 0 16,1-2 0-16,-1-1 0 15,1-2 0-15,2-5 0 0,2-1 0 0,4-1 0 16,0-4 0-16,2 0 0 0,4-5 0 0,3 1 0 16,1-2 0-16,2 0 0 0,3-4 0 0,1 2 0 15,0 0 0-15,0 0 0 0,5-1 0 0,11 1 0 16,0-2 0-16,3 2 0 0,5-2 0 0,0 0 0 16,5 0 0-16,1 0 0 0,0 0 0 0,2 0 0 15,-2 0 0-15,0 0 0 16,-2 0 0-16,-3 0 0 0,5 0 0 0,-10 0 0 15,3 0 0-15,-4 0 0 0,-1 0 0 0,-4 0 0 16,0 0 0-16,-4 0 0 0,-1 0 0 0,-3 0 0 16,-2 0 0-16,-1 0 0 0,-1 0 0 0,0 0 0 15,-2-2 0-15,0-3 0 0,0-4 0 0,0-3 0 16,0-3 0-16,0 0 0 0,-4-4 0 0,1 1 0 16,-3-1 0-16,2-3 0 0,-1 2 0 15,0 0 0-15,-2 1 0 0,0 0 0 0,1 1 0 16,1 5 0-16,-1-3 0 0,0 5 0 15,1 1 0-15,1 3 0 0,-2-1 0 0,3 3 0 16,1-1 0-16,-2 3 0 0,3 1 0 0,1 0 0 16,-3-1 0-16,3 3 0 0,0 0-212 0,0 0-207 15,3 0 192-15,4 3 94 16,6 1-781-16,2 1 442 0</inkml:trace>
  <inkml:trace contextRef="#ctx0" brushRef="#br0" timeOffset="-197565.14">15781 10716 3001 0,'0'-15'0'0,"0"5"0"0,0 2 0 0,0-1 0 0,-2 3 0 0,0 1 0 0,1 3 0 0,1-1 0 0,0 2 0 0,-2 1 0 0,2 0 351 0,-2 1-156 0,0 15 167 15,-2 9-340-15,-1 2-22 16,0 9 0-16,-4 9 0 0,2 2 0 0,0 4 0 15,-1 0 0-15,2 1 0 0,1-2 0 0,1 2 0 16,2-2 0-16,2-3 0 0,0-3 0 0,0-10 0 16,2 3 0-16,3-5 0 0,7-4 0 0,-3-3 0 15,2-6 0-15,3-2 0 0,-1-3 0 0,2-4 0 16,0-4 0-16,0-1 0 0,3-5 0 0,2 0 0 16,-2 0 0-16,5-11 0 0,-4-3 0 15,-5 2-107-15,6-3-44 0,-8-1 38 16,4-1-649-16,-3 0 367 0,-2-2 179 0,0-3-629 15</inkml:trace>
  <inkml:trace contextRef="#ctx0" brushRef="#br0" timeOffset="-197253.99">16253 10663 2809 0,'0'-14'0'0,"0"6"0"0,-2-2 0 0,2 1 0 0,-2 1 0 0,1 4 0 0,1 1 0 0,-2 1 0 0,2 0 0 0,0 2 0 0,0 0 184 0,0 4-74 16,0 11 324-16,0 4-199 0,-3 7-99 0,3 3-113 16,0 4-23-16,-2 10 0 0,2 0 0 15,-2 2 0-15,2 3 0 0,-1 4 0 16,-3 2 0-16,2 0 0 0,-2 4 0 0,1 9 0 15,-1-7 0-15,2-8 0 0,2 5 0 0,0-1 0 16,0-3 0-16,0-3 0 0,0-4 0 0,0-8 0 16,0 1-186-16,0-4-242 0,0-3 195 0,0-10-231 15,0-3 214-15,0-4 97 0,0-2 63 0</inkml:trace>
  <inkml:trace contextRef="#ctx0" brushRef="#br0" timeOffset="-196489.25">14457 11849 1736 0,'-15'-3'0'0,"4"1"0"15,-1 2 0-15,3 0 0 0,0 0 0 0,3 0 0 0,0 0 0 0,3 0 0 0,1 0 0 0,0 0 0 0,2 0 124 0,0 0-34 0,0 0 189 0,2 0-121 0,3 0-61 16,5 0-29-16,-2 0 148 0,4 0-94 0,0 0-42 16,-1 0 134-16,2 0-88 15,3 0-44-15,0 3 8 0,3-1 124 0,2 2-89 16,1 0-43-16,4-2-54 0,1 3-28 0,3-3 0 15,4-1 0-15,5 4 0 0,1-1 0 16,1-2 0-16,4 2 0 0,4-3 0 0,4 2 0 0,1-3 0 16,14 1 0-16,-3-1 0 0,5 2 0 0,3 0 0 15,4-2 0-15,4 3 0 0,-1 0 0 16,0 1 0-16,12-1 0 0,-18 2 0 0,11-2 0 0,-2 0 0 16,-1 1 0-16,-1 0 0 0,-2-1 0 0,-4 0 0 15,-2 0 0-15,-3-2 0 16,-4 2 0-16,-11-1 0 0,0-1 0 0,-8 2 0 15,6-1-54-15,-17-2-11 0,-1 2-19 0,-10-1 46 16,0 1 131-16,-13 0-76 0,1 0-25 0,-6-1 147 16,-6 2-139-16,1-3 0 0,-2 2 0 0,0-2 0 15,-12 0 0-15,0 0 0 0,-1 0 0 16,-3 0-76-16,2 0 17 0,-2 0 34 0,2 0-1091 0</inkml:trace>
  <inkml:trace contextRef="#ctx0" brushRef="#br0" timeOffset="-195599.39">14761 12201 1906 0,'-2'-4'0'0,"1"3"0"0,-3-2 0 0,0 3 0 0,1 0 0 0,1 0 0 0,0 6 0 0,0 9 0 0,2 3 0 0,0 5 0 0,0 4 193 0,0 6-77 0,0 9 91 16,2 3-85-16,2 3-33 0,-3 3-9 15,3 3 166-15,-2 11-104 0,0-5-53 0,-2 2 89 0,0-6-61 16,0 15-44-16,0-6-1 16,0 1 2-16,-2-15 0 0,2 6-37 0,-2-11 10 15,2 6 22-15,0-15-69 0,0 0 0 0,0-3 0 16,0-5 0-16,0-7 0 0,0-1 0 0,0-6 0 15,2-4 0-15,0-3 0 0,0-3 0 0,-1-1 0 16,1-4 0-16,-2 0 0 0,0 0 0 0,0 0 0 16,0 0 0-16,0 0 0 0,0-2-186 0,0-1 66 15,0-3 27-15,0-2-353 0,0-1 204 0,0-1 93 16,2-1 60-16,3-1-225 0,2-2 139 0,0-3 68 16,2-1-499-16,3-1 274 0</inkml:trace>
  <inkml:trace contextRef="#ctx0" brushRef="#br0" timeOffset="-195154.8">15046 12394 2735 0,'-10'0'0'0,"4"0"0"16,2 0 0-16,3 0 0 0,1 0 0 0,-2 0 0 0,2 0 0 0,0 0 0 0,0 0 0 0,7 0 0 0,9 2 103 0,2 0 153 0,6 0-110 0,-1 0-45 0,7-2 143 15,0 0-103-15,2 0-53 0,4 0-26 16,-1 0-7-16,3 0-55 0,5 0 0 0,-2 0 0 0,4 0 0 15,1 0 0-15,0 0 0 0,3 0 0 16,4 0 0-16,1 0 0 0,1 0 0 0,-1 0 0 0,-1 0 0 16,-6 0 0-16,6 0 0 0,-9 0 0 0,-10 0 0 15,4 0 0-15,-4 0 0 0,-8 2 0 0,1-1 0 16,-7 3 0-16,-3-2 0 0,-2 1 0 0,-5-3 0 16,-1 1 0-16,-6-1 0 0,1 0 0 15,-2 0 0-15,-2 2 0 0,0-2 0 16,0 0 0-16,0 0 0 0,0 0 0 0,0-2 0 15,-4-2 0-15,1 1 0 0,-1-3 0 0,0 2 0 16,1 2 0-16,-2 0-296 0,0 1-163 0,1 1 211 16,-1 0-867-16</inkml:trace>
  <inkml:trace contextRef="#ctx0" brushRef="#br0" timeOffset="-194357.68">15141 12704 2754 0,'-8'0'0'0,"-1"10"0"0,3 1 0 0,-1 1 0 0,-3 4 0 0,5 3 0 0,-1 5 0 0,1 3 0 0,1 3 0 0,2 1 0 0,2 1 145 0,0 0-55 0,0 4 74 0,0 0-68 16,2 1-31-16,5-1 1 0,-1 0-38 0,1-3 8 15,0 3 9-15,-2-4-237 0,-1-2 115 0,-1 0 56 16,-1-2-249-16,-2-7 153 0,0-1 85 0,0 0-6 16,0-9-305-16,0-1 118 0,-2-7 97 0,-3-1 34 15,-1-2-236-15,2-2 152 0,2-15 70 0,2-7 37 16,0-6-350-16,0-2 193 0,0-10 88 16,0-4-89-16</inkml:trace>
  <inkml:trace contextRef="#ctx0" brushRef="#br0" timeOffset="-194145.68">15088 12864 1808 0,'0'-32'0'0,"0"9"0"0,0 1 0 0,0 2 0 0,0 6 0 0,2-2 0 0,5 4 0 0,7 2 0 0,4 1 0 0,5 0 0 0,0 5 191 0,2 2-77 15,-2 2-40-15,-2 0 159 0,6 0-103 0,-9 9-48 0,3 3 47 0,-4 1-47 16,-4 4-23-16,-6-1 9 0,-3 2 53 0,-1 2-43 16,-3 1 0-16,-3 1-42 0,-12 1 151 0,0-3-66 15,-5 2-48-15,-3-2 59 16,0-4-49-16,1-1-31 0,3-3-52 0,0 0 0 15,1-6 0-15,2 0 0 0,5-4-237 0,0 1 94 16,5-3 90-16,1 0 53 0,3 0-765 0,2 0 370 16,0-8 153-16,9-5 103 0,8-2-574 0</inkml:trace>
  <inkml:trace contextRef="#ctx0" brushRef="#br0" timeOffset="-193883.65">15503 12729 3549 0,'0'3'0'15,"0"11"0"-15,0-2 0 31,-2 3 0-31,-5 5 0 16,0 4 0-16,3-2 0 0,-1 11 0 0,0-1 0 0,3 3 0 0,2 6 197 0,0 0-80 0,0-5-49 0,0 4-68 0,2 0 0 0,3-1 0 0,0-3 0 0,0 3 0 0,-1-3 0 0,0-4 0 0,-2 1-139 16,-1-3-117-16,-1-3 146 0,0-7-537 0,0-1 247 0,0-6 190 0,-1-2 72 15,-5-5-170-15,1-6 136 0,-1 0 68 0,3-2 25 0,-4-19-381 0,3-7 211 0</inkml:trace>
  <inkml:trace contextRef="#ctx0" brushRef="#br0" timeOffset="-193705.67">15451 12872 2298 0,'2'-21'0'0,"3"3"0"0,3 2 0 0,4 2 0 0,0 2 0 0,6 3 0 0,0 0 0 0,5 3 0 16,3 5 0-16,-1 0 0 0,-2 1 422 0,2 0-192 0,0 8-98 0,-6 4 107 0,3 5-107 15,-7-1-48 1,-2 4-24-16,-4 0 83 0,-3 4-54 16,-4-2-17-16,-2 6-42 0,-2-5-30 0,-10 2 0 0,-2-2 0 0,-2-2 0 0,2-2 0 0,-5-3 0 15,2 0 0-15,0-4 0 16,1 1 0-16,-2-7 0 0,4 0 0 0,0-4 0 0,5-1 0 0,-3-1 0 16,5 0-439-16,-1 0 14 15,5-1 195-15,3-9 67 0,0-4-681 0,0-1 405 16,5-3 201-16</inkml:trace>
  <inkml:trace contextRef="#ctx0" brushRef="#br0" timeOffset="-193532.14">15894 12682 3683 0,'0'5'0'0,"0"9"0"0,0-3 0 0,-2-1 0 0,-5 2 0 0,0 4 0 0,0-4 0 0,4 5 0 0,-1 0 0 0,4 1 0 0,0 0 248 0,0 3-248 0,0-1 0 0,0-1 0 15,2 3 0-15,1-3 0 0,1 1-47 0,2-2 36 16,-2-4-931-16,-2 1 484 0,0-3 248 16,-2-6-441-16</inkml:trace>
  <inkml:trace contextRef="#ctx0" brushRef="#br0" timeOffset="-192756.82">16531 12186 2159 0,'0'-2'0'0,"0"0"0"0,0 0 0 0,0 2 0 0,-2 0 0 0,2 0 0 0,0 0 0 0,-2 0 0 0,2 4 0 0,0 5 0 0,0 3 376 0,0 1-170 16,0 2-76-16,0 1-52 0,0 9 79 0,2-2-61 15,0 5-30-15,0 2 191 0,0 4-102 0,1 9-64 16,-1 0-28-16,0 7 34 0,0 5-97 16,0 1 0-16,-1 2 0 0,1 13 0 0,0-9 0 0,1-10 0 15,1 6 0-15,-1 1 0 16,-1-1 0-16,2 7 0 0,-3-14 0 0,1 6 0 0,0-1 0 16,0 0 0-16,-2-11 0 0,2 8 0 15,-2-15 0-15,1 1 0 16,1-3 0-16,0-1 0 0,-2-7 0 0,2-4 0 0,-2-3 0 0,0-6 0 15,0-3 0-15,0-3 0 0,3-3 0 0,-3-5 0 16,0 1 0-16,0-2 0 0,0 0 0 0,0 0 0 16,0 0-7-16,0-2-64 0,0-3-623 0,0-3 328 15,-3 0 165-15,3-2 83 0</inkml:trace>
  <inkml:trace contextRef="#ctx0" brushRef="#br0" timeOffset="-182512.25">22569 4052 423 0,'0'-7'0'0,"-4"1"62"0,3 3-31 0,-1-2 0 0,0 1 316 0,-1-2-153 0</inkml:trace>
  <inkml:trace contextRef="#ctx0" brushRef="#br0" timeOffset="-181641.39">22550 4007 3038 0,'0'0'0'16,"0"0"0"-16,0 0 0 0,0 0 0 0,0 0 0 0,2 0 0 0,3 0 0 0,2 0 0 0,-2 0 0 0,1 0 0 0,-1 0 166 0,0 0-51 0,2 2 158 0,-2 1-116 15,1-2-57-15,-1 2-28 0,1-2-62 0,-1 0-10 16,3 2 0-16,0-1 0 0,1 2 0 0,1-3 0 16,1 3 0-16,0-2 0 0,1 0 0 0,-2-1 0 15,3 1 0-15,-1 1 0 0,-1-2 0 16,1-1 0-16,1 0 0 0,-1 0 0 0,0 0 0 16,1 0 0-16,1 0 0 0,0 0 0 0,0 0 0 15,0-1 0-15,2-4 0 0,-1 2 0 0,-1 1 0 16,3 1 0-16,1-3 0 0,-2 1 0 0,3 0 0 15,1 0 0-15,-1 1 0 0,2-2 0 0,-1-1 0 16,7 0 0-16,-4 1 0 16,1 0 0-16,1 1 0 0,-3-1 0 0,6 1 0 15,0-4 0-15,1 1 0 0,-1 1 0 0,2 0 0 16,-2-3 0-16,2 3 0 0,-2-1 0 0,1 0 0 16,-4 1 0-16,0-3 0 15,5 1 0-15,0-2 0 0,-2 2 0 0,-1-2 0 16,3 2 0-16,-6-1 0 0,6-4 0 0,-3 5 0 0,-3 0 0 15,0-1 0 1,-3 1 0 0,6-1 0-16,-4 0 0 0,2 1 0 0,-4 0 0 15,2 1 0-15,0-4 0 0,-2 3 0 0,4-2 0 0,-2 0 0 0,-2-1 0 0,4-1 0 0,-2-1 0 16,0 0 0-16,5-2 0 0,-3-1 0 0,4-2 0 16,1-2 0-1,-2 3 0-15,2-4 0 0,-2 0 0 0,2-1 0 16,-1 1 0-16,-3 0 0 0,1 0 0 0,-7 4 0 15,4-3 0-15,-1 3 0 0,-7 0 0 0,7 1 0 0,-6 1 0 0,2-1 0 16,2 0 0-16,0 0 0 0,-1 1 0 0,2-3 0 16,-1 0 0-16,-1 3 0 0,5-2 0 0,-2 2 0 15,-2-2 0-15,-1 1 0 0,2-3 0 0,-2 6 0 16,2-6 0-16,-3 3 0 0,2-1 0 0,-1-3 0 0,-1 2 0 16,0 0 0-16,3-3 0 0,-3-1 0 15,0 0 0-15,1 0 0 0,-2 1 0 0,6-3 0 0,-6 1 0 16,5-1 0-16,0 0 0 15,-4 1 0-15,5 0 0 0,-1-1 0 0,-3 1 0 16,1 0 0-16,-2 0 0 0,-1 2 0 16,-4 5 0-16,2-5 0 0,0 4 0 0,-2-1 0 0,0 0 0 15,0 0 0-15,-1 2 0 0,3 0 0 0,-2-1 0 16,2 0 0-16,-2-1 0 0,0 2 0 16,-1-1 0-16,0 0 0 0,-1 1 0 0,1 0 0 15,-2 0 0-15,-2 0 0 0,1 2 0 0,-1-1 0 0,-2 0 0 16,3-1 0-16,-1 1 0 15,-1 0 0-15,-1-1 0 0,0 1 0 0,1 1 0 16,0 1 0-16,-4-3 0 0,5 3 0 0,-1-2 0 16,-3 5 0-16,1-3 0 0,-2 0 0 0,1 1 0 15,-1 1 0-15,0 1 0 0,-1-3 0 16,0 3 0-16,-1 0 0 0,3-3 0 0,0 1 0 0,-1 2 0 16,1-2 0-16,2 0 0 0,-3 3 0 15,-1-2 0-15,3 1 0 0,-3 3 0 0,-1-1 0 16,1 2 0-16,0 0 0 0,-1 2 0 15,-2 2 0-15,0-2 0 0,0 1 0 0,0 1 0 16,0 1 0-16,0 0 0 0,0 0 0 0,-6 0 0 16,-5 6 0-16,0 6 0 0,-6 5-280 15,-1 4-16-15</inkml:trace>
  <inkml:trace contextRef="#ctx0" brushRef="#br0" timeOffset="-181141.19">22539 3946 2156 0,'0'-14'0'0,"0"7"0"0,0-2 0 0,0 0 0 0,0 2 0 0,0 2 0 0,0 1 0 0,0 0 0 0,0 2 0 0,0 1 0 0,0 1 167 0,2 0-63 15,0 1 318-15,-1 9-195 0,1 1-93 0,2 2 152 16,-2 3-122-16,0-1-61 15,-1-1-32-15,1 1-31 0,-2 2 1 0,0-1-25 16,0-1-216-16,0 0 107 0,0-3 78 0,0 1 22 16,0 1-591-16,-3-2 311 0,-5 4 65 0,1 0 108 15,-7 2-801-15</inkml:trace>
  <inkml:trace contextRef="#ctx0" brushRef="#br0" timeOffset="-180885.81">22112 4360 3275 0,'-9'0'0'0,"6"0"0"0,1 0 0 0,-1 0 0 0,3 0 0 0,0 0 0 0,0 4 0 0,0 6 0 0,3 4 0 0,6 7 0 0,0 2 227 0,-2 6-77 0,3 7 129 0,0 6-279 16,-7 1 0-16,3 4 0 0,-5 3 0 0,3-2 0 15,-1 5 0-15,-3-2 0 0,0-1 0 16,0 1 0-16,0-4 0 0,0-9 0 15,0 2 0-15,0-4 0 0,-5-6 0 0,2-9 0 16,1-6 0-16,0-4 0 0,0-6-679 0,0-3 299 16,1-2 169-16,-1-3-405 0,0-22 287 15,2-4 132-15,-4-17-416 0,1-11 285 0</inkml:trace>
  <inkml:trace contextRef="#ctx0" brushRef="#br0" timeOffset="-180822.03">22036 4395 418 0,'0'-24'0'0,"0"8"0"0,0-2 383 0</inkml:trace>
  <inkml:trace contextRef="#ctx0" brushRef="#br0" timeOffset="-180683.66">22153 4276 3931 0,'42'-4'0'0,"3"2"0"0,-6 2 0 0,12 2 0 0,-8 11 0 0,-3 4 0 0,-12 0 0 0,-4 8 0 0,-10-3 0 0,-5 12 0 0,-9 3 0 0,-9-1 0 0,-19 1 0 16,-10 0 0-16,-7-4 0 0,-12 5 0 0,3-10 0 16,-4-5 0-16,0-5 0 0,-2-3 0 0,10-6 0 15,0-3 0-15,13-3 0 16,0-3 0-16,16 0 0 0,1-6 0 0,13-13 0 15,7-9-53-15,16-10-270 0,26-7 148 0</inkml:trace>
  <inkml:trace contextRef="#ctx0" brushRef="#br0" timeOffset="-180183.32">25612 2125 1842 0,'0'0'0'0,"0"0"0"0,0 0 0 0,0 0 0 0,0 0 0 0,0 0 0 0,0 0 0 0,0 0 0 0,0 1 0 0,0 8 0 0,0 2 468 0,0 3-213 16,0 1-98-16,0 3 242 0,0 1-180 16,0 1-89-16,-2 1-44 0,-1 0 103 0,2 3-63 0,-1-3-66 15,-2 2-72-15,2-2 17 0,1-3 0 0,-3-1-3 16,4-6-234-16,-2 0 112 0,2-1 80 15,-3-5 40-15</inkml:trace>
  <inkml:trace contextRef="#ctx0" brushRef="#br0" timeOffset="-180138.2">25582 2446 408 0,'0'0'0'0,"0"-1"0"15,0-9 0-15,0 0 0 0,-2-8 153 0,2 0-91 0</inkml:trace>
  <inkml:trace contextRef="#ctx0" brushRef="#br0" timeOffset="-179866.5">25814 1745 2500 0,'0'-15'0'0,"0"5"0"0,0-3 0 0,0-2 0 0,0 4 0 16,0 1 0-16,0 3 0 0,0 1 0 0,0 3 0 0,0 0 0 0,0 3 123 0,0 0 362 0,0 15-228 0,0 9-107 16,0 1 213-16,0 7-310 0,0 3-53 0,0 5 0 0,-2 7 0 15,1-5 0-15,-5-1 0 16,3 0 0-16,1-5 0 0,-2 1 0 0,-2-1 0 0,2-2 0 15,0-2 0-15,-1-2 0 0,0-3 0 0,1-7 0 16,-4-2 0-16,6-6-104 0,-2-2 42 0,2-7-531 16,-1-3 276-16,-1 0 128 0,2-1-275 0,2-14 211 15,0-10 106-15,0-6 54 0,0-8-367 0,0 2 199 16,0-15 115-16,0-3-249 0,0-10 176 0</inkml:trace>
  <inkml:trace contextRef="#ctx0" brushRef="#br0" timeOffset="-179657.94">25741 1559 2661 0,'0'-42'0'0,"0"13"0"0,0 5 0 0,0 2 0 0,0 3 0 0,8 4 0 0,7 4 0 0,2 2 0 0,7 2 0 0,4 3 0 16,1 1 320-16,3 3-140 0,1 0-70 0,-3 0 209 0,0 10-144 15,-3 1-68-15,-11 2-48 0,3 4-59 0,-6 0 0 0,-4 4 0 16,-4 4 0-16,-5-3 0 0,0 3 0 0,-10 3 0 16,-8-2 0-16,-7-2 0 0,-1 3 0 0,-3-5 0 15,1 1 0-15,-2-5 0 16,2-1 0-16,2-4 0 0,0-4-14 0,8 0-120 0,2-8-307 0,6-1 200 15,1 0 89-15,7 0 62 16,2-7-510-16,7-12 279 0,18-7 141 0,5-9 69 16</inkml:trace>
  <inkml:trace contextRef="#ctx0" brushRef="#br0" timeOffset="-179515.99">26368 1196 3829 0,'11'-1'0'0,"-1"1"0"0,-6 0 0 0,-2 0 0 0,-2 11 0 0,0 4 0 0,-7 4 0 0,1 4 0 0,-6 5 0 0,1-1 0 0,-2 7 102 0,-4 9-102 16,0-3 0-16,1 3 0 0,-4 5 0 0,2 11-142 16,-1-9 34-16,-7 16 69 0,-4 0-547 0,-2 2 313 15</inkml:trace>
  <inkml:trace contextRef="#ctx0" brushRef="#br0" timeOffset="-176958.58">22452 4046 1166 0,'0'0'0'0,"0"0"0"0,0 0 0 0,0 0 0 0,0-1 0 0,0-1 0 0,0 1 0 0,0-2 0 0,0 3 0 0,0 0 0 0,0 0 121 0,0 0-28 0,2-2-11 16,0 2 45-16,2-1-42 0,-1-1 0 0,4 0-42 0,0 1 76 15,0-6-44-15,1 1 1 0,2 1-33 16,-3-1 42-16,2-1-41 0,-2 1 9 0,2 0 22 15,-4 3-1-15,2-3-31 0,-1 1 52 16,-3 1 12-16,2 0-64 0,-1 0 0 0,1 1 66 16,-1-3-33-16,-1 3 0 0,3-1-22 0,-1 0-13 15,2-2 2-15,-2 2 0 0,2-1 0 0,1-1-51 0,2 1 11 16,1 0 40-16,-2-4 0 16,3 3-35-16,-3 1-1 0,2-2-18 0,-3 1 27 0,3-2-32 15,-4 4 48-15,0-1 11 0,3-2-17 16,-2 3-13-16,1-1 16 0,1-5 9 15,-1 2-15-15,0 0 1 0,3 0 0 0,-1 0-43 16,0-2 5-16,2-1 42 0,2 2-38 0,1-2 1 16,-2-1 31-16,3 1-81 0,2-3 40 0,3 2-16 15,-1-2 47-15,-1 2-45 0,3-3 0 0,-2 1 22 16,-3 1 12-16,7 0-13 0,-4-1 10 0,2 2-9 16,-3-2 7-16,3 0 18 0,-4 4-18 0,6-5 13 15,0 0-12-15,-1 2 1 0,3-5 0 0,1 4 6 16,0-1-6-16,1 0 3 15,3 0-1-15,-2-2-1 0,2 2 1 0,-1-5 0 16,3 4-1-16,2 0 2 0,-3-2-1 0,1 0-1 16,-2 1 0-16,0 2 32 0,0-3 0 0,-2 2-28 15,-2-1 33-15,0 0 2 0,1 2-34 0,1-4 6 16,-2 2 5-16,0 1-2 0,3-1-6 0,-1 0-23 16,5-3 25-16,-3 4 4 0,3-3-1 0,5 0-31 15,0-2 28-15,-1 1-1 0,2-1 1 0,-1 1 4 16,-4 1-3-16,6-8-9 15,-4 7-3-15,-2-2 6 0,2 1 2 0,-8 3-24 16,3-6 24-16,-1 6-1 0,2-1 0 0,-2 0-11 16,0 0 11-16,-2 2 1 0,2 1-2 0,1-1-42 15,-1 0 41-15,0-1-4 0,0 2 3 0,-2-1-24 16,0 2 19-16,0-2 2 16,-1 0-6-16,-1 2 5 0,-2 0 0 0,3-2-33 0,-3 5-1 0,-1-4 32 15,2 3-1-15,-3 0-21 16,1 0 21-16,-2 2-5 0,3-3 0 0,-4 3-22 15,3 0 20-15,-2-1 3 0,-2 1-7 0,0 2 37 16,6-3-33-16,-4 3 2 0,-2-2 46 0,2 2-44 16,-2-2 0-16,0 3 36 0,-2-4-32 0,1 3-2 15,-1-2 8-15,0 1-28 0,-2 3 23 0,-2-2-1 0,0 1 4 16,0-2 2-16,-3 3-3 0,2 0-2 16,-1 2 0-16,1-3 24 0,-2 2-25 0,2 0 2 15,-3 0 37-15,-1 1 1 0,-1 1-34 0,0 0-2 16,-3 1 33-16,-3 1-29 15,0-1 4-15,0 2 41 0,-1 0-39 0,-2 1 0 0,0 0 3 16,0 0 44-16,0 0-42 0,0 0-4 0,0 0 6 16,0 0 68-16,0 0-34 0,0 0 1 0,0 0-82 15,0-3 49-15,0 3 8 0,0 0 0 16,0 0-80-16,0 0 36 0,0 0 0 0,0 0-149 16,0 0 82-16,0 0 45 0,0 0 9 0,0 0-620 15,0 4 291-15,-11 7 157 0,-2 6 80 16</inkml:trace>
  <inkml:trace contextRef="#ctx0" brushRef="#br0" timeOffset="-175266.54">22477 4164 151 0,'0'0'0'0,"0"-2"0"0,0-2 0 0,0-1 0 0,0-2 0 16,0 4 0-16,0-3 0 0,0 1 0 0,0 1 0 0,0 0 0 0,0 2 11 0,0-2 34 0,0 3-32 0,0-2 0 15,0 2-1-15,-2-1 39 0,0 0-1 0,1 0 1 0,-1 0-6 16,2 0-26-16,-2 1-1 0,2-2 1 0,-3 0 75 15,3 0-28-15,0 0 75 0,0 0-53 16,0 0-20-16,0 1-1 0,0 1 70 16,0 1-37-16,0 0-10 0,0 0-48 0,0 0 89 0,0 0-45 15,0 0 1-15,7 0 46 0,0 0-51 0,4 0 0 0,1 0-39 16,0 1 127 0,6-1-64-16,-2 0-21 0,3 0-11 0,-2 0 48 0,2 0-40 15,-3 0-1-15,0 0-2 0,-4 0-26 16,4 0-10-16,-5 0 0 0,-1 0-1 0,1 0-69 15,-2 0 35-15,1 0 11 0,-3 0-49 0,4 0 36 16,0 0 0-16,-1 0 5 0,1 2 0 0,-2 1 4 16,3-2 16-16,-3-1-45 0,5 0 56 0,-7 2-37 0,4-2 49 15,1 0-9-15,-1 0-26 0,0 0 1 0,2 0 19 16,-2 0-14-16,2 0 4 0,1 0 3 16,0 0-25-16,2 0 21 0,0 0-2 0,2 0-17 15,1 0 23-15,-3 0-6 16,3 0 0-16,-1 0-56 0,2 0 1 0,-1 0 44 15,-3 0 10-15,2 0-57 0,-2 0-1 0,1 0 38 16,-2 0-24-16,-2 0-4 0,0 0 33 0,1 0-55 16,-3 0 49-16,2 0-5 0,-2-2 3 0,0 2-10 15,0-1 8-15,3 1-3 0,-3 0 2 0,3 0 1 16,-2-3-1-16,2 3-1 0,-1-2 0 0,1 1 8 16,0 1-7-16,1 0 11 0,-2 0-11 0,2 0 1 15,-1 0-1-15,0 0 2 16,2-2 26-16,-4 2-25 0,4 0-1 0,-2 0 2 0,2 0-2 15,-1 0 3-15,2 0-2 0,-3 0-52 0,2 0 51 16,-3 0 0-16,6 0 1 0,-5 0-266 0,0-2 123 16,1 2 52-16,-1-2-39 0,-2 0 39 15,1 2 19-15,1 0-21 0,-4 0 118 0,0 0-39 16,1 0 0-16,-2 0-30 0,2 0 157 0,1 0-70 0,-1 0-41 16,3 0 15-16,-3 0 117 0,3 0-63 15,2 0-20-15,-2 0 10 0,4 0-31 16,1 0 10-16,1 0-15 0,-2 0 5 0,4 0 12 15,-2 0-103-15,3 0 40 0,-2 0 0 0,-1 0 35 16,1 0-68-16,2 0 28 0,-3 0-1 0,2 0 14 16,3 0-9-16,0 0 12 0,-2 0 4 0,-3 0-15 15,8 0 22-15,-8 0-18 16,6 0 6-16,-1 0 24 0,-4 0-24 0,5 0 2 0,-1 0-1 0,-1 0-45 16,0 0 47-16,1 0 5 15,-4 0-37-15,1 0 1 0,2 0 30 0,-2 0-4 16,2 0 25-16,-2 0-26 0,0 0 0 0,-1 0-3 15,2 0 29-15,-3 0-30 0,1 0 4 0,2 0-5 16,-1 0 46-16,2 0 4 0,1 0-42 0,0 0 12 16,-5-1 25-16,2-2 8 0,1 3-38 0,-2 0 9 15,-1 0-6-15,-1 0 5 0,-2 0-45 16,0 0 1-16,-2 0 38 0,-3 0-1 0,4 0-18 16,-2 0 15-16,-2 0 1 0,0 0-5 0,1 0 14 15,0 3-16-15,2-3 5 0,-3 0 41 0,5 0 0 16,-5 0-38-16,4 0 52 15,-3 1-46-15,2-1-2 0,-2 2 7 0,0-2-6 16,0 0 6-16,-4 0-2 0,3 0 7 0,-2 0-39 16,4 0 32-16,-2 0 0 0,0 0 0 0,2 0 15 15,3 0-17-15,2 0 1 0,-1 0 29 0,3-2-31 16,2 1-2-16,-2-5 35 0,0 0-1 16,-1 0-29-16,-2 4 4 0,-1-5-29 0,-2 4 29 0,-5 0 6 15,-1 1-7-15,-2 1-3 0,-1-1 4 16,-2 2-1-16,-2 0 3 0,0 0 27 15,-2 0-29-15,0 0-3 0,0 0 32 0,0 0 0 16,0 0-29-16,0 0-102 0,0 0 49 0,0 0-1 16,-2 0 52-16,-4 0-583 0,-3 0 275 0,-3 0 112 15,-3 3 82-15</inkml:trace>
  <inkml:trace contextRef="#ctx0" brushRef="#br0" timeOffset="-174213.11">23746 4564 1816 0,'2'-4'0'0,"0"1"0"0,-2 2 0 15,0-1 0-15,0 2 0 0,0 0 0 0,0 0 0 0,-4 6 0 0,-5 8 0 0,-6 5 0 0,0 6 113 0,-4 1-37 0,-5 9 130 0,4-8-74 0,-11 9-51 16,7-10 42-16,-3 4-41 16,1-3 0-16,1-3 75 0,7-7-49 0,-1-1-39 15,3 0 1-15,2-7 47 0,7-2-38 0,1-3 0 16,4 0-29-16,-1-4 140 0,3 2-75 0,0-2-38 16,0 0 1-16,3 0-47 0,10 0-31 15,1 0 0-15,2 0 0 0,5 0 0 16,-1 0 0-16,7 0 0 0,-5 0 0 0,7 0 0 15,-1 0 0-15,-3 0 0 0,1 0 0 0,-1 0 0 16,-2 0 0-16,2 0 0 0,-2 0 0 0,-5 0 0 16,1 0 0-16,-8 0 0 0,3 0 0 0,-7 0 0 15,-2 0 0-15,-3 0 0 0,0 0-27 0,0-2 54 16,-2-6-27-16,0-1 0 0,0-3 0 0,-4 0 0 16,-3-3 0-16,0 1 0 0,-3-4 0 0,-1-3 0 15,2 0 0-15,-2-1 0 0,1-2 0 0,0 1 0 16,0-5 0-16,1 3 0 15,2 7 0-15,0-2 0 0,-1 4 0 0,2 2 0 16,2 1 0-16,-1 3 0 0,3 2 0 0,-1 1 0 16,3 5 0-16,0 0 0 0,-2 2-5 0,2-3-1 15,0 3 0-15,0 0-34 0,0 0-58 0,2 0 18 16,3 0 12-16,2 0-82 0,7 3 55 0,-1 0 28 16,1-2 0-16,4 6-172 0,3-4 104 0,-1-1 48 15,1 2 0-15,5 0-130 0,-5 1 88 16,1-3 35-16,4 6 10 0,-3-2 14 15,2 2 0-15,-4 0 30 0,2 3 1 0,-5 1 59 16,2 5-25-16,-5 2 295 0,0 1-165 0,-5 5-82 16,-1 0-42-16,-6-4 505 0,-1 10-250 0,-2-7-124 15,0 2 2-15,0-1 337 0,-7-9-471 0,-4 5 0 16,-3-3 0-16,0 2 0 0,-3-5 0 0,-3-2 0 16,2-4 0-16,-1 4 0 0,-1-8 0 0,1-2 0 15,-2 1 0-15,5-4 0 16,-2 0 0-16,4 0 0 0,2 0 0 0,1 0 0 15,3-4 0-15,3-3 0 0,2-3 0 0,3-1 0 16,3-1 0-16,12-4-662 0,6-1 230 0,5-2 196 16,4 0 98-16,2 1-551 0,2-1 330 0,3-3-75 15,-1 0 197-15,1 2 98 0,-2-3 50 0,0 5-194 16,3-7 147-16,-11 4 67 0,6-1 41 0,-7 0 28 16,-8 3 0-16,0 0 0 0,-2 3 0 0,-6 1 225 15,-6 2-152-15,-2-1-56 16,-2 6-39-16,0 2 675 0,-6 3-332 0,-8 2 241 15,-2 1-262-15,-5 0-130 0,0 1-55 0,-5 8 455 16,3 7-265-16,1 3-132 0,-1 2-67 0,5 4 257 16,2 1-363-16,6 1 0 0,4-1 0 0,6 3 0 0,0 0 0 15,0 0 0-15,4-2 0 0,10 2 0 16,5-3 0-16,3 0 0 0,3-1 0 0,5-5 0 16,2-3 0-16,8 1 0 15,-1-3 0-15,2-6 0 0,3-3 0 0,-1-3-381 0</inkml:trace>
  <inkml:trace contextRef="#ctx0" brushRef="#br0" timeOffset="-174192.06">24654 5028 398 0</inkml:trace>
  <inkml:trace contextRef="#ctx0" brushRef="#br0" timeOffset="-173097.96">25692 2257 1060 0,'0'-8'0'0,"0"5"0"0,0 1 0 0,-2-1 0 0,2 0 0 0,0 2 0 0,-1-4 0 0,-1 4 0 16,0 0 0-16,2-2 0 0,0 3 76 0,0 0 61 0,0-1-36 0,0 1-12 0,0 0 4 16,0 0-51-16,0 0 0 15,0 0 0-15,-2 0-39 0,0 0-11 0,-1 0 50 0,1 5 0 16,-2-1-105-16,2 2 53 0,-3-1 36 0,4 1-90 16,-1-2 28-16,0-1 33 15,0 1-16-15,2-3-175 0,0 3 76 0,0-4 57 16,0 2 3-16,0-2 1 0,0 0 14 0,0 0 20 15,0 0 137-15,0 3-65 0,0-3-34 0,-1 1-1 16,-1 1 242-16,0 0-127 0,0 2-42 0,-1 2 71 16,3-1-40-16,0 3-45 0,-2-2 26 0,2 6 88 15,0-1-62-15,0 3-47 0,0-1 99 16,0 2-68-16,0 0-33 0,0 2 0 0,0 2 80 0,0-1-62 16,0 1 0-16,0 2-52 0,0-1 94 0,0 4-47 15,0-4 11-15,0 2 13 16,2-1-35-16,-2 1-27 0,5-1-51 0,-3-1 0 15,1 3 0-15,-1-2 0 0,0 0 0 0,0 1 0 16,-1 0 0-16,-1 1 0 0,0 3 0 0,0 0 0 16,0 1 0-16,0 0 0 0,0-2 0 0,-1 0 0 15,-5 3 0-15,3-7 0 0,-1 2 0 0,1-2 0 16,-1 0 0-16,0 0 0 0,-1 0 0 0,2-3 0 16,-1 1 0-16,1-2 0 15,-1 2 0-15,1-2 0 0,1 1 0 0,-1 2 0 16,0-4 0-16,0 1 0 0,2 2 0 0,-1 0 0 15,0 0 0-15,-2-1 0 0,3 1 0 0,-1 0 0 16,0 0 0-16,-3-1 0 0,3 1 0 0,-1 1 0 16,0-2 0-16,-1 1 0 0,0-3 0 0,0 3 0 15,1-2 0-15,-1 0 0 0,0-1 0 0,3 1 0 16,-2-3 0-16,2 0 0 0,-1 1 0 0,0-3 0 16,-1 2 0-16,2-1 0 0,1 0 0 0,-2 1 0 15,0 0 0-15,0 0 0 16,-1 3 0-16,1-2 0 0,0-1 0 0,-2 1 0 15,2-1 0-15,-1 2 0 0,-1-1 0 0,2 0 0 16,-2 2 0-16,0-1 0 0,1 0 0 0,2 0 0 16,1 2 0-16,0-1 0 0,0-2 0 0,0-1 0 15,0 0 0-15,0 1 0 0,0-3 0 0,0-1 0 16,0-2 0-16,0 1 0 0,0 0 0 0,0-4 0 16,0 2 0-16,0-1 0 0,0 1 0 0,0-2 0 15,0-1 0-15,0 1 0 16,0-2 0-16,0-1 0 0,0 1 0 0,0 0 0 15,0-3 0-15,0-1 0 0,0 3 0 0,0-3 0 16,0 0 0-16,0 0 0 0,0 0 0 0,0 0 0 16,0 0 0-16,0 0 0 0,0 0 0 0,0 0 0 15,0 0 0-15,-5 0 0 0,1 0 0 0,-1 0 0 16,-2 0 0-16,-1 0 0 0,2 0 0 0,-1-3 0 16,-2-2-671-16,1-5 27 15</inkml:trace>
  <inkml:trace contextRef="#ctx0" brushRef="#br0" timeOffset="-169839.59">26188 2835 1902 0,'0'-3'0'0,"0"1"0"0,0 0 0 0,0 0 0 0,0 2 0 0,0 0 0 0,0 0 0 0,0 2 0 0,0 9 0 0,-2 4 0 0,-3 2 79 0,-6 6 1 0,1 2-41 0,-3-1 112 16,-4 3-46-16,0 2-37 0,-4 2-1 0,-5 2 49 16,1-1-38-16,3-6 0 0,-2 2-29 0,1-3 99 15,1-1-55-15,3-3-27 0,6-5 124 0,0 2-75 16,6-8-28-16,3 2 111 0,0-3-80 0,4-3-39 16,0 0-54-16,2 1-25 0,14-1 0 0,7-2 0 15,3-1 0-15,4 0 0 16,2-1 0-16,2 1 0 0,0-2 0 0,0 2 0 15,-3-3 0-15,0 3 0 0,-1 0 0 0,-2 0 0 16,-8-3 0-16,2 2-84 16,-4 0 5-16,-2-2 38 0,-7 2-6 0,0-2 80 0,-4 0-63 0,-3 0 13 15,-1 0-29-15,2 0 133 0,-3 0-55 0,0-2 0 16,0-4-40-16,-8-5 176 0,1 1-168 0,0-3 0 16,0-1 0-16,-2-4 0 0,4-1 0 0,-2-1 0 15,-1-5 0-15,0 1 0 0,3 0 0 0,1-5 0 16,-1 3 0-16,3-5 0 0,-2 2 0 0,0 3 0 15,1 3 0-15,0 0 0 16,1 2 0-16,-2-1 0 0,3 7 0 0,-1 6 0 16,0-2 0-16,-1 6 0 0,3-1 0 0,0 3 0 15,0 2 0-15,0-1 0 0,0 2 0 0,0 0 0 16,3 0 0-16,4 0-140 0,0 6 33 0,4 2-593 16,-2-1 330-16,1 2 165 0,3 0 73 0,-1 1-285 15,2-1 188-15</inkml:trace>
  <inkml:trace contextRef="#ctx0" brushRef="#br0" timeOffset="-169662.72">26536 2919 2891 0,'-5'2'0'0,"4"4"0"0,1 0 0 0,0 0 0 0,0 1 0 0,0 2 0 0,0 0 0 0,4 0 0 0,4 2 0 0,1-2 0 16,0 3 120-16,0-1 87 0,1 0-83 0,-1 0-33 0,1 1-389 0,-1-3 169 0,0 3 84 15,-2-3 42-15,4 0-301 0,-4-3 181 16,2 1 76-16,0-2-767 0,-1 0 404 0</inkml:trace>
  <inkml:trace contextRef="#ctx0" brushRef="#br0" timeOffset="-169337.08">26902 2757 2296 0,'0'-9'0'0,"0"0"0"0,0 3 0 0,0 1 0 0,0 2 0 0,0-1 0 0,0 2 0 0,0 0 0 0,0 2 0 0,0 0 0 0,0 0 144 15,0 0 38-15,0 4-72 0,0 5-35 0,0 0 0 0,-2 5 162 16,-2 1-103-16,-3 2-48 0,-3 6 1 0,-1 1 161 16,-3 3-105-16,1 3-42 0,-7 6-88 0,-1 3-13 15,1 2 0-15,-2 0 0 0,-3 2 0 16,2 1 0-16,1 4 0 0,1-2 0 15,-1 0 0-15,0 0 0 0,3 1 0 0,-2-2 0 16,0 1 0-16,1 3 0 0,-1-2 0 0,0 0 0 16,1-2 0-16,-1 2 0 0,-2-1 0 0,3-4 0 15,-1-1 0-15,-1-1-18 0,5-8-243 0,-1 4 115 16,2-3 54-16,-1-3-255 0,4-4 152 0,3-7 77 16,1 0 28-16,1-2-196 0,3-6 123 0,-2-2 61 15,4 0 30-15,-3-6-521 0</inkml:trace>
  <inkml:trace contextRef="#ctx0" brushRef="#br0" timeOffset="-166861.93">17439 11554 2603 0,'-9'-1'0'0,"9"1"0"0,0 0 0 0,-2 0 0 0,2 0 0 0,0 0 0 0,0 0 0 0,2 0 0 0,11-2 0 0,6 0 0 0,6-3 174 16,1 0 330-16,2 2-233 0,0-1-117 0,2 2-27 16,-6 1-35-16,8 1-86 0,-5 0-6 0,1 0-179 15,-2 0 51-15,-5 0 84 0,3 0 50 0,-5 0-730 16,0 5 381-16,-4 0 191 0,-4 5-12 16</inkml:trace>
  <inkml:trace contextRef="#ctx0" brushRef="#br0" timeOffset="-166678.9">17481 11936 3616 0,'-12'2'0'0,"10"6"0"0,1-7 0 0,1-1 0 0,0 2 0 0,1 0 0 0,17-2 0 0,6 0 0 0,2 0 0 0,2-2 0 0,6-3 174 16,-2-3-59-16,2 2-89 0,-5 1-26 0,2-1 0 15,-5 2 0-15,-3 3-294 0,0-1 92 0,-3 0 115 16,-1 1-295-16,-2 1 210 0,-4-3 105 0,0 3-795 15,-3 0 402-15,1 0 216 0</inkml:trace>
  <inkml:trace contextRef="#ctx0" brushRef="#br0" timeOffset="-166378.6">18397 10897 3189 0,'0'-24'0'0,"0"13"0"0,0 3 0 0,0 0 0 0,0 0 0 0,0 4 0 0,0 1 0 0,0 2 0 0,0-1 0 0,0 2 0 0,0 6 225 0,0 14-98 0,0 8 263 16,0 5-390-16,0 8 0 0,0 0 0 0,0-3 0 16,0 14 0-16,2-3 0 0,2 4 0 0,-2 4 0 15,0 6 0-15,0-7 0 16,-2 14 0-16,0-4 0 0,0-3 0 0,-2 3 0 15,-3 2 0-15,-2-10 0 0,2 14 0 0,1-18 0 16,0 2 0-16,3-5 0 0,1-11 0 0,0-2 0 16,0-4-282-16,0-9 88 0,0-5-549 0,0-5 351 15,0-5 176-15,1-4-602 0,3-6 396 0</inkml:trace>
  <inkml:trace contextRef="#ctx0" brushRef="#br0" timeOffset="-166185.15">18609 11739 3056 0,'2'-7'-3'0,"0"3"1"0,-2 0 1 0,0 2 0 0,0 2 1 0,0 6 0 0,0 10 0 0,-2 7 0 0,0 0 0 0,-1 4 0 0,-1 3 135 0,0 5 369 0,3-3-261 0,-3 0-243 16,4-2 0-16,0-2 0 0,0-6 0 0,0 2-417 16,0-5 163-16,0-8 146 0,0 1 73 0,0-6-623 15,0-3 283-15,0 0 190 16,0-3-36-16,0-5-135 0,0-17 158 0,5-2 80 15,1-8 40-15,1-7-314 0</inkml:trace>
  <inkml:trace contextRef="#ctx0" brushRef="#br0" timeOffset="-165773.02">18733 11318 2167 0,'2'-13'0'0,"2"4"0"0,0 7 0 0,0 2 0 0,-2 7 0 0,0 16 0 0,-1 9 0 0,1 2 0 0,0 9 0 0,-2 0 0 0,0-5 175 0,0 15 107 16,0-10-122-16,0 0-61 0,0 0-30 0,0-7-56 15,-2 3 35-15,0-5-10 0,1-2 0 0,1-10-140 16,0-3 70-16,0-8 35 0,0-3-85 0,0-4 55 16,0-4 33-16,0 0 0 0,7-12-215 0,7-10 62 15,-4 7 70-15,5-8 50 0,-1 4 5 0,0 1-38 16,2 2 30-16,-2 2 227 0,0 4-112 0,-1 5-45 16,-2 1-28-16,1 4 199 0,-2 0-102 0,1 7-22 15,-4 12 66-15,-2 5-35 0,-1 5-39 0,0 1 53 16,-3 0-46-16,-1 0-1 15,0-4-38-15,0 0-59 0,0-5 25 0,0-8-1 16,2-1 24-16,0-5-133 0,0-5 76 0,8-2 25 16,1-2-1-16,6-16-134 0,-2 1 77 0,2-4 13 15,-1 2 43-15,5-4-16 0,-1 5 15 0,-2-1-36 16,1 4 122-16,-3 3-55 0,2 3-1 0,-2 4 255 16,-2 2-187-16,-2 2-99 0,0 1 0 15,-1 1 0-15,-3 13 0 0,-1 1 0 16,1 9 0-16,-4 0 0 0,-1 0 0 0,-1-4 0 15,0 3 0-15,0-1 0 0,0-3 0 0,-2-4 0 16,1-6-19-16,-1 3-224 0,0 0 129 0,0 0-982 16,0-3 529-16</inkml:trace>
  <inkml:trace contextRef="#ctx0" brushRef="#br0" timeOffset="-164776.06">18161 12443 2432 0,'-7'0'0'0,"4"0"0"0,-3 0 0 16,-1 0 0-16,0 8 0 0,-3 7 0 0,-1 6 0 0,-2 1 0 0,-1 6 0 0,0 0 0 0,-3 4 95 0,-4 4 60 0,2-7-59 0,-2 3-29 0,-1-1 0 0,0-3 25 0,-3-2-18 0,1-2-9 15,-1-3-28-15,3-4 58 0,5-5-28 0,0-3-1 16,5-2 159-16,3-3-98 16,4-2-45-16,1 0 7 0,4-2-89 0,0 0 0 15,6 0 0-15,16 0 0 0,4 0 0 0,4-4 0 16,4-2 0-16,4 3 0 15,-1-3 0 1,1 2 0-16,1 3 0 0,-1-1 0 0,-2-1 0 16,-4 2 0-16,-8 1 0 0,0 0 0 0,-5 0 0 0,-6 0 0 0,-3 0 0 0,-5 0 0 15,-1 0 0-15,-2 0 0 0,-2-4 0 0,0-1 0 0,-9-4 0 0,-5-3 0 16,0-2 0-16,-6-2 0 0,2-1 0 0,-3-2 0 16,2 0 0-16,-1-1 0 0,5 2 0 0,-2 2 0 15,3 0 0-15,5 2 0 16,4 5 0-16,-2-1 0 0,7 2 0 0,0 1 0 15,0-1 0-15,14 2 0 0,9-1 0 0,1 4 0 16,-2 1 0-16,12-1 0 0,-2 3 0 0,2 0 0 16,0 0 0-16,0 11 0 0,-2-2 0 0,-2 4 0 15,-2 2 0-15,-2-2 0 16,-3 3 0-16,-6-1 0 0,-2 1 0 0,-6-1 0 0,-3 2 0 0,-4 0 0 16,-2 2 0-16,0-1 0 0,-16 1 0 0,0-2 0 15,-3 0 0-15,-4-2 0 0,1-3 0 0,3-2 0 16,-4 3 0-16,5-6 0 0,1 0 0 15,2-3 0-15,5-3 0 0,3-1 0 16,1 0 0-16,6 0-243 0,0-11-256 0,8-10 232 16,11-3 114-16,3-4-852 0</inkml:trace>
  <inkml:trace contextRef="#ctx0" brushRef="#br0" timeOffset="-164597.58">18662 12485 3314 0,'6'-12'0'0,"-3"5"0"0,-1 1 0 0,-2 3 0 0,0 3 0 0,-9 0 0 0,-6 10 0 0,2 12 0 16,2 4 0-16,-3 2 0 0,5 6 250 0,2 1 117 0,5-1-367 0,2 2 0 0,0-4 0 0,2-3 0 16,10 1 0-16,8-1 0 0,0-2 0 0,2-5 0 15,5-6 0-15,-1-1 0 0,1-8 0 0,-4-6 0 16,4-1-278-16,-3-1 143 0,-3-11-876 0,-1-6 487 16,-6 4 243-16,-1-4-426 0,-5-6 339 0</inkml:trace>
  <inkml:trace contextRef="#ctx0" brushRef="#br0" timeOffset="-164444.66">18843 12555 3105 0,'-14'-1'0'16,"3"1"0"-16,2 0 0 0,-1 0 0 0,3 5 0 0,1 0 0 0,6 0 0 0,0 1 0 0,0 1 0 0,6 1 0 0,11-1 165 0,1-1-69 0,1 2 41 0,4-5-50 0,-1 1-25 16,1-1 0-16,-2 2-99 0,-1-3 33 0,-1-1 0 15,-4 2-519-15,0 0 280 0,-4-2 141 16,1-1-855-16,0 0 468 0</inkml:trace>
  <inkml:trace contextRef="#ctx0" brushRef="#br0" timeOffset="-164187.47">19073 12439 3517 0,'-14'-7'0'0,"0"-1"0"0,1 3 0 0,4 0 0 0,1 2 0 0,4 1 0 0,2 1 0 0,2-2 0 0,2 3 0 0,16 0 0 0,4 0 199 0,0 4-81 16,6 8-31-16,-1 1-77 0,3 0-10 0,0 2 0 15,-2 0 0-15,1 0 0 0,-7 0 0 0,2 2 0 16,-7-2 0-16,-2 0 0 0,-3 2 0 0,-7-3 0 16,-3 4 0-16,-2-1 0 0,-2 2 0 0,-15-3 0 15,-3 3 0-15,-5-2 0 0,1-2 0 0,-5 0 0 16,3-2 0-16,-1-4 0 0,2 3 0 0,-1-5 0 16,6 1 0-16,0 0 0 0,1-3 0 0,2 0 0 15,8 0 0-15,2-2-369 16,1-3-126-16,6 2 233 0,0 0 113 0,0-2-725 15,13 0 419-15</inkml:trace>
  <inkml:trace contextRef="#ctx0" brushRef="#br0" timeOffset="-163893.68">19406 12611 3120 0,'7'0'0'0,"-3"0"0"0,0 0 0 0,-2 0 0 0,-2 5 0 0,0 8 0 0,0 4 0 0,0-1 0 0,0 6 0 0,0-2 0 0,0 3 460 0,0 3-212 0,2-7-145 15,11 3-103-15,2-5 0 0,2-4 0 0,5 1 0 16,-2-7 0-16,5 2 0 0,1-5 0 0,-1-4 0 16,-2 0 0-16,3-1 0 0,-4-15 0 0,-3-1 0 15,-1-4 0-15,-7 1 0 0,-2-2 0 0,-4-5 0 16,-3 3 0-16,-2-2 0 0,0 1 0 0,-2 2 0 16,-12-4 0-16,-4 2 0 0,2 3 0 0,-5 3 0 15,-2 4 0-15,1 3 0 0,-4 1 0 16,-1 6 0-16,6 3 0 0,0 2 0 15,0 0 0-15,1 0 0 0,6 6 0 0,-2 5 0 16,5 2 0-16,4 2 0 0,1 1 0 0,4 0-528 16,2 2 40-16,0 1 225 0,2 1 113 0</inkml:trace>
  <inkml:trace contextRef="#ctx0" brushRef="#br0" timeOffset="-163718.99">19994 12736 3931 0,'-2'0'0'0,"0"0"0"0,0-2 0 0,-1 0 0 0,-5-1 0 0,5-1 0 0,0 1 0 0,3 2 0 0,-2-1 0 0,0 0 0 0,2 2 0 0,0-2 0 0,0 1 0 0,0-1 0 16,0 2 0-16,2-2 0 0,3 2-100 0,-2 0-135 15</inkml:trace>
  <inkml:trace contextRef="#ctx0" brushRef="#br0" timeOffset="-162567.12">21447 10500 2122 0,'0'-13'0'0,"0"12"0"0,0 0 0 0,-2 1 0 0,-1 0 0 0,-1 15 0 0,-1 5 0 0,-1 9 0 0,-1 10 0 0,0-2 0 0,2 16 423 15,0-1-191-15,-3 12-96 0,5-4-48 16,-4 3 168-16,5-7-98 0,1 15-64 0,1-9-7 0,0-10-47 16,0 7 1-16,0-7-1 0,0-6-83 0,1 6 37 15,3-9 0-15,-1-5-223 0,-1 0 134 0,-2-5 68 16,0-6 44-16,0-4-416 0,0-3 200 0,0-7 30 16,-2-1 74-16,-1-7-293 0,1-4 164 0,2 2 97 15,-2-3-179-15,2-3 133 16,0-13 66-16,2-6 34 0,10-7-186 0,4-10 115 0</inkml:trace>
  <inkml:trace contextRef="#ctx0" brushRef="#br0" timeOffset="-162160.5">21783 10967 2126 0,'9'-15'0'0,"-2"4"0"0,-2 1 0 0,-1 5 0 0,-2 2 0 16,0 0 0-16,-2 1 0 0,0 2 0 0,0 0 0 0,0 8 0 0,0 7 240 0,0 6-99 0,-9 1 243 0,0 4-172 0,-5 5-75 0,-1 1-54 15,0-1 57-15,-3 1-49 0,-2-1-26 0,-1-2 10 16,1 0 11-16,-1-5-46 0,0-4 0 0,1-3 31 16,1-4-71-16,-2-3 0 0,3-2 0 0,1-5 0 15,4-1 0-15,1-2 0 0,3 0 0 0,2 0 0 16,3 0 0-16,2 0 0 16,2 0 0-16,0-4 0 0,2-3 0 0,14 0 0 0,11-3 0 15,3 1 0-15,6-1 0 0,6-1 0 16,-1 1 0-16,-2 5 0 0,10-3 0 0,-6 3 0 15,-8 1 0-15,4 0 0 0,-6 1 0 0,-4 1 0 16,-4 0 0-16,-2 0 0 0,-6 2 0 0,-10 0 0 16,1 0 0-16,-6 0 0 0,-1 0 0 0,-1 0 0 15,0-4 0-15,-5-1 0 0,-8-5 0 0,-4-1 0 16,-1-4 0-16,-2-1 0 0,-1 0 0 0,1-1 0 16,1-2 0-16,3 0 0 0,-5-4 0 0,4 2 0 15,4-2 0-15,1-1 0 16,5 4 0-16,-1 0 0 0,7 3 0 0,1 2 0 15,0 3-68-15,0 1-677 0,7 4 353 0,8 4 165 16,2 1 99-16,9-1-687 0,-1 3 387 0</inkml:trace>
  <inkml:trace contextRef="#ctx0" brushRef="#br0" timeOffset="-161893.28">22257 10732 2904 0,'-5'-7'0'0,"0"3"-2"0,2 1-3 0,-1-2 2 0,0 4 0 0,3-1 1 0,-1 0 1 0,0 2 1 0,2 8 0 0,-2 12 0 0,2 5 159 0,-2 5-65 0,1 4 238 0,-1 9-146 0,0-3-73 0,-1 4-37 0,3-4 7 0,-2 9-83 0,2-7 0 16,0 0 0-16,0-7 0 0,0 1 0 0,0-2 0 15,0-6 0 1,2-5 0-16,3-3 0 15,2-4 0-15,-2-7 0 0,3 0 0 0,2-5 0 0,1-4 0 0,1 0 0 0,8-8 0 0,-1-9-298 16,1-8 13-16,6-6 130 0,1-1 29 16,-1-5-250-16,2-3 167 0,1-5 75 15,1-2-637-15</inkml:trace>
  <inkml:trace contextRef="#ctx0" brushRef="#br0" timeOffset="-161708.78">22743 10463 3258 0,'-2'-6'0'16,"-5"-2"0"-16,2 2 0 0,-1 3 0 0,1 1 0 0,1 0 0 0,-1 2 0 0,2 4 0 0,-1 14 0 0,0 9 0 0,3 5 361 0,-5 11-160 0,3-2-90 0,-1 13-111 15,-1 1 0-15,2 0 0 0,-1-3 0 0,2 4 0 16,0-1 0-16,2-3 0 0,0 1 0 0,-1 1 0 0,-1-1 0 16,0 0 0-16,0 0-27 0,0-5-113 0,0-1 35 15,-1-4-1096-15</inkml:trace>
  <inkml:trace contextRef="#ctx0" brushRef="#br0" timeOffset="-160416.71">20413 11799 915 0,'-7'0'0'0,"-4"0"0"0,4 0 0 0,0 0 0 0,0 0 0 0,0 0 0 0,2 0 0 0,-1 0 0 16,3 0 0-16,1 0 0 0,-2 0 72 0,4-2 114 0,-2 1-79 0,2-2-34 0,-1 2 0 0,1 1 157 15,-2 0-96-15,2-2-38 0,0 2 167 0,0-3-112 16,-3 3-57-16,3 0-27 0,0 0 82 0,0 0-46 16,0 0-36-16,0 0 112 0,0 0-70 0,0 0-35 15,0 0 0-15,0 0 0 0,0-1-35 0,0 1 0 16,3 0-1-16,4 0 68 0,-1 0-23 16,1-2-11-16,2 2 63 0,1-2-48 15,-3 2-45-15,2 0-42 0,1-2 0 0,-1 2 0 16,-1 0 0-16,1 0 0 0,1 0 0 0,-1 0 0 15,0 0 0-15,1 0 0 0,1-1 0 0,0 1 0 16,1 0 0-16,-1-3 0 0,3 2 0 0,0-1 0 16,2 0 0-16,-2 0 0 0,3 0 0 0,0-1 0 15,0-3 0-15,0 0 0 0,0 1 0 0,-1 1 0 16,0 0 0-16,-2 1 0 0,4 0 0 0,-4 2 0 16,2-2 0-16,0 2 0 15,1-3 0-15,3 2 0 0,-2 0 0 0,1 0 0 16,1-1 0-16,3 2 0 0,1-2 0 0,1 1 0 15,-5 0 0-15,8 0 0 0,-3 2 0 0,1 0 0 16,1 0 0-16,-1 0 0 0,-1 0 0 0,7 0 0 16,-2 0 0-16,-1 0 0 0,1 0 0 0,0 0 0 15,0 4 0-15,0 1 0 0,0-3 0 0,0 0 0 16,0 2 0-16,-1 0 0 0,-3-2 0 0,8-1 0 16,-6 3 0-16,2-2 0 15,0 2 0-15,-1-2 0 0,-3 0 0 0,6-1 0 16,-2 2 0-16,0-3 0 0,2 1 0 0,-2-1 0 15,0 0 0-15,2 0 0 0,-2 0 0 0,0 0 0 16,0 0 0-16,0 0 0 0,0 0 0 0,0 0 0 16,-1 0 0-16,1 0 0 0,-3 0 0 0,3 0 0 15,-3 0 0-15,4 0 0 0,-2 0 0 0,1 0 0 16,-2-1 0-16,4 1 0 0,-2-3 0 16,0 3 0-16,2 0 0 0,-2 0 0 15,0 0 0-15,0 0 0 0,-3 0 0 0,6 0 0 16,-4 0 0-16,1 0 0 0,2 0 0 0,-2 0 0 15,2 0 0-15,1 0 0 0,-1 0 0 0,2 0 0 16,0 0 0-16,-1 0 0 0,4 0 0 0,-2 0 0 16,-1 0 0-16,0 0 0 15,-2 0 0-15,1 0 0 0,-3 0 0 0,2 0 0 0,-2 0 0 0,-1 0 0 16,1 0 0-16,-4 0 0 0,8 0 0 16,-6 0 0-16,2 0 0 0,0 0 0 15,0-1 0-15,0 1 0 0,1-2 0 0,-1 0 0 16,0 2 0-16,0-3 0 0,-5 3 0 0,-2 0 0 15,2 0 0-15,-3 0 0 0,-2 0 0 0,0 0 0 16,-3 0 0-16,-1 0 0 0,0 0 0 0,-2 0 0 16,0 0 0-16,-1 0 0 0,-2 0 0 0,1 0 0 15,0 0 0-15,-1-1 0 0,1-1 0 0,-1-3 0 16,-1 3 0-16,-1-2 0 0,-1 2 0 0,-1-2 0 16,-2 3 0-16,-2 0 0 15,-1-2 0-15,0 1 0 0,0 2 0 0,-2 0 0 16,0 0 0-16,0-2 0 0,0 0 0 0,0 1 0 15,-2-2 0-15,-2 1 0 0,-4 2 0 0,-3 0 0 16,-5 0 0-16,-4 15 0 0</inkml:trace>
  <inkml:trace contextRef="#ctx0" brushRef="#br0" timeOffset="-158150.65">20611 12034 1733 0,'-3'0'0'0,"-1"0"0"0,2 0 0 0,1 0 0 0,1 0 0 0,-2 0 0 0,2 0 0 0,0 0 0 0,0 0 0 0,0 0 0 0,0 0 68 0,0 0 112 16,0 0-71-16,0 0-25 0,0 0 57 0,0 0-51 15,0 0-26-15,0 0-1 0,0 0 170 0,0 0-88 16,0 0-59-16,0 0 152 0,0 0-101 0,0 0-49 15,0 0-25-15,0 0 140 0,0 0-88 0,0 0-38 16,0 0-63-16,0 0-14 0,0 0 0 0,0 0 0 16,0 0 0-16,0 0 0 0,0 0 0 0,0-2 0 15,0 0 0-15,0 2 0 16,0 0 0-16,0 0 0 0,0 0 0 0,0 0 0 0,0 0 0 0,0 0 0 16,0 0 0-16,0 0 0 15,0 0 0-15,0 0 0 0,0 0 0 0,0 0 0 16,0 0 0-16,0 0 0 0,0 0 0 0,0 0 0 15,0 0 0-15,0 0 0 0,0 0 0 0,0 0 0 16,0 0 0-16,0 0 0 0,0 0 0 0,0 0 0 16,0 0 0-16,0 0 0 0,2 0 0 15,-1 0 0-15,1 0 0 0,2 0 0 0,-1 0 0 0,1 0 0 16,1 0 0-16,-2 0 0 16,1 0 0-16,1 0 0 0,1 0 0 0,-1 0 0 15,4 0 0-15,-2 0 0 0,0 0 0 0,2 0 0 16,1 0 0-16,1 0 0 0,0 2 0 0,3-2 0 15,-1 0 0-15,4 2 0 0,-3-2 0 0,4 0 0 16,0 0 0-16,1 1 0 0,0-1 0 0,1 0 0 16,1 3 0-16,0-3 0 0,1 0 0 0,1 0 0 15,0 0 0-15,0 0 0 0,2 0 0 0,0 0 0 16,1 0 0-16,4 0 0 0,0 0 0 0,2 0 0 16,0 0 0-16,0 0 0 15,3 0 0-15,1 0 0 0,4 0 0 0,3 0 0 16,-1 0 0-16,1 0 0 0,-1 0 0 0,4 0 0 15,-9 0 0-15,11 0 0 0,-5 0 0 0,-2 0 0 16,2 0 0-16,-3 2 0 0,-5 1 0 0,9 1 0 16,-5 2 0-16,-3-2 0 0,6 1 0 0,-1 0 0 15,-4-1 0-15,8 0 0 0,-3 0 0 0,-1 0 0 16,1-2 0-16,2-2 0 0,-1 0 0 16,8 0 0-16,-3 0 0 0,0 0 0 15,-2 0 0-15,2 0 0 0,-9 0 0 0,12 0 0 16,-8 0 0-16,0 0 0 0,-2 2 0 0,0 1 0 15,-2-1 0-15,7 2 0 0,0-2 0 0,-2 1 0 16,4 0 0-16,-2-2 0 0,-2-1 0 0,10 0 0 16,-5 0 0-16,-1 0 0 0,1 0 0 0,1 0 0 15,-9 0 0-15,8 0 0 0,-6 0 0 0,-6 0 0 16,-1 0 0-16,-5 0 0 16,-6 0 0-16,-2 0 0 0,-2 0 0 0,-5 0 0 15,0 0 0-15,-7 2 0 0,-2-2 0 0,-1 2 0 16,-3 0 0-16,0-2 0 0,-1 0 0 0,-2 3 0 15,0-3 0-15,0 0 0 0,0 0 0 16,-2 0 0-16,-8 0 0 0,1 0-561 0,-7 0 15 16,0 0 254-16,-10 0 126 0</inkml:trace>
  <inkml:trace contextRef="#ctx0" brushRef="#br0" timeOffset="-157383.42">20542 12156 1680 0,'-7'-8'0'15,"3"3"0"-15,-2 1 0 0,2 1 0 0,1 0 0 0,-1 2 0 0,2-2 0 0,0 3 0 0,2 0 0 0,0 0 0 0,0 0 211 0,0 0-91 0,0 7-41 0,0 5 192 0,0 5-117 16,0 4-58-16,0 2 239 0,-1 7-154 0,1 3-71 0,-2 7-36 16,0 5 239-16,2 2-137 15,0 6-60-15,0 10-101 0,0-3-15 0,0 0 0 16,0 2 0-16,0-2 0 0,0-5 0 0,0 11 0 15,2-9 0-15,0-4 0 0,-1 5 0 0,1-3 0 16,-2-7 0-16,0 6 0 0,0-9 0 0,0-9 0 16,0-1 0-16,-2-3 0 15,-3-8 0-15,-2-3 0 0,0-4 0 0,2-8 0 0,-3-1 0 16,1-4 0-16,-3-3 0 0,-1-1 0 16,0 0 0-16,-2-1 0 0,0-13 0 0,-3-2 0 15,4-2 0-15,-6-8 0 0,2-2 0 0,-3-9 0 16,4 1 0-16,0-1 0 0,2 5 0 0,-3-2 0 15,4 3 0-15,-2 5 0 0,3 7 0 0,-2 0 0 16,0 4 0-16,3 7 0 0,0 0 0 0,0 3 0 16,0 4 0-16,3 1 0 0,-1 0 0 0,2 0 0 15,1 7 0-15,0 8 0 0,-1 6 0 0,2 4 0 16,0 3 0-16,0 4 0 16,1 2 0-16,1 0 0 0,-2 1 0 0,0-1 0 15,-1 1 0-15,1-2 0 0,1-2 0 0,-2-2 0 16,0-3 0-16,1-3 0 0,-1-1 0 0,-1-5 0 15,2-2 0-15,0-6 0 0,0-2 0 0,2-1 0 16,-1-3 0-16,3-2 0 0,-2-1 0 0,2 0 0 16,0 0 0-16,0-7-709 0,0-7 293 15,5 2 189-15,11-6 94 0,-2 0-769 0</inkml:trace>
  <inkml:trace contextRef="#ctx0" brushRef="#br0" timeOffset="-155351.52">21057 12441 1331 0,'-5'-11'0'0,"0"4"0"0,0-2 0 0,-1 0 0 0,1 0 0 0,-1 2 0 0,-2 1 0 0,-1 1 0 0,-2-1 0 0,1 4 0 0,-3 2 272 0,0 0-107 16,-4 2-68-16,-4 15 176 0,1 3-118 0,-4 12-58 15,3 4-29-15,1 2 149 0,-5 11-95 0,6-2-41 16,1 3-1-16,2-1 220 0,5-2-131 0,6-8-56 15,2 10-42-15,3-12 118 0,0 0-76 0,3-2-95 16,11-1-18-16,4-6 0 0,0-1 0 0,5-5 0 16,-1-3-78-16,0-3-32 0,-1-6 74 0,2 1-523 15,0-5 248-15,-3-3 154 16,-1-3 12-16,-1 0-223 0,-1 0 164 0,-2 0 73 16,1-5 52-16,-4-8-451 0,4-6 246 0</inkml:trace>
  <inkml:trace contextRef="#ctx0" brushRef="#br0" timeOffset="-154792.9">21203 12584 2586 0,'0'-5'0'0,"0"3"0"0,0 2 0 0,-4 0 0 0,-1 0 0 0,-2 7 0 0,-1 9 0 0,-2 0 0 0,1 7 0 0,0-1 0 0,-3 2 132 0,-1 3-47 15,1-2 96-15,-2-1-62 0,-1 3-45 0,0-4 1 0,0-1 10 16,2-4 0-16,-2-3-47 0,0 1 152 0,0-6-81 15,1-2-35-15,2-1 24 0,2-2-98 0,2-1 0 16,-1-1 0-16,4 0 0 0,1-1 0 0,2-1 0 16,2-1 0-16,0 5 0 0,0-1 0 15,2 2 0-15,9 2 0 0,6-1 0 0,0 2 0 0,7-4 0 16,-1 1 0-16,5-2 0 16,2-3 0-16,1-1 0 0,-3 0 0 0,-1 0 0 15,-6 0 0-15,2 0 0 0,-5-1 0 0,-1-3 0 16,-8 0 0-16,2-2 0 0,-6 1 0 0,-1-2 0 15,-3-1 0-15,-1-4 0 0,0-2 0 0,0 0 0 16,-7-4 0-16,-3-3 0 0,-1-4 0 0,-2 1 0 16,2-5 0-16,-2 2 0 0,4 2 0 0,-5-5 0 15,7 9 0-15,-2 1 0 0,2 1 0 0,2 5 0 16,5 0 0-16,0 2 0 16,0 3 0-16,0 0 0 0,10 3 0 0,4 3 0 15,6 1 0-15,5 2 0 0,0 0 0 0,3 0 0 16,0 13 0-16,2 3 0 0,-2 6 0 0,1 1 0 15,-3 4 0-15,-6 1 0 0,-1 2 0 0,-1-1 0 16,-9-3 0-16,0 6 0 0,-7-2 0 0,-2-1 0 16,0-2 0-16,-2-4 0 0,-13 5 0 15,-2-6 0-15,1-4 0 0,-5 0 0 16,3-8 0-16,-2 1 0 0,-3-5 0 0,2-3 0 16,3-1 0-16,1-2 0 0,2 0 0 0,4 0 0 15,0-2 0-15,5-10 0 0,4-3 0 0,2-9-166 16,0-2-300-16,13-2 204 0,10-6-636 0,0 8 429 15,7-10 215-15,-3 6 108 0,3 1-219 0,-3 3 153 16,6-7 92-16</inkml:trace>
  <inkml:trace contextRef="#ctx0" brushRef="#br0" timeOffset="-154623.9">21560 12657 2128 0,'21'-22'0'0,"-6"5"0"0,-3 4 0 0,-5 4 0 0,-3-2 0 0,-3 6 0 0,-1 0 0 0,0 3 0 0,-5 0 0 0,-7 2 0 0,-3 0 206 0,1 9-84 0,-5 8 666 0,3 0-365 15,-2 8-197-15,2 1-188 0,6 3-38 0,1 2 0 16,5-1 0-16,4-6 0 0,0 11 0 0,2-6 0 15,10 0 0-15,8-3 0 0,1 0 0 0,6-5 0 16,-1-2 0-16,3-4 0 0,-1-4 0 16,0-5 0-16,0-5-75 0,-1-1-402 15,3 0 145-15,-3-4-188 0,-2-9 241 0,-2-2 120 16,-1-2 60-16,-7-1 21 0</inkml:trace>
  <inkml:trace contextRef="#ctx0" brushRef="#br0" timeOffset="-154393.28">21882 12543 2915 0,'-10'-19'0'0,"1"5"0"0,2 2 0 0,-2 3 0 0,6 3 0 0,-1 2 0 0,4 2 0 0,0 0 0 0,0 2 0 0,7 4 0 0,9 15 320 0,0 3-131 0,0 5 318 15,0 5-507-15,1 5 0 0,-4-3 0 16,3 9 0-16,-9-9 0 0,2 4 0 0,-4 0 0 16,-4 2 0-16,-1 0 0 0,0-4 0 0,-1 9 0 15,-11-13 0-15,-3 2 0 0,-4 1 0 0,-2-7 0 16,-3 0 0-16,0-5 0 0,-4-1 0 15,-3-3 0-15,1-4 0 0,0-3 0 0,6-5 0 0,-6-3 0 16,3-4 0-16,5 0-392 0,0-8-48 0,4-14 201 16,5-9 91-16,6-12-717 0,7-14 413 15</inkml:trace>
  <inkml:trace contextRef="#ctx0" brushRef="#br0" timeOffset="-154108.02">21925 12417 2697 0,'28'-23'0'0,"-5"11"0"0,7-4 0 0,-5 5 0 0,0 2 0 0,0 1 0 0,-4 6 0 0,-1 2 0 0,1 0 0 0,0 0 0 0,-5 7 326 16,1 5-143-16,-2 3-73 0,-3 0 128 0,-5 2-104 15,-2 0-48-15,-3 2-139 0,-2 2 47 0,0 2-1 16,-9-5 55-16,-8 2-140 0,2-7 65 0,-6 2 33 16,2-3 0-16,-3-1 68 0,1-3-26 0,2-3-51 15,3-1 166-15,0-2-163 0,7-1 0 0,2-1 0 16,3 0 0-16,1 0 0 0,3 0 0 0,0 0 0 15,0 0 0-15,9 0 0 0,7 0 0 0,3 0 0 16,6 0 0-16,-1 0 0 0,3 0 0 0,0-1 0 16,0-1 0-16,5-1 0 15,-4 2 0-15,2-1 0 0,-2 2 0 0,2-2 0 16,-5 2-319-16,3 0 85 0,-5 0 99 0,-1 0-797 16,-1 0 448-16</inkml:trace>
  <inkml:trace contextRef="#ctx0" brushRef="#br0" timeOffset="-153910.48">22344 12783 3919 0,'-17'0'0'0,"4"4"0"0,5 0 0 0,4-2 0 0,2-2 0 0,2 3 0 0,0-1 0 0,11 0 0 0,12 0 0 0,5-2 0 0,2 0 12 0,4 0-12 15,1 0 0-15,2 0 0 0,-1-2 0 0,1 0 0 0,-3 0 0 0,-3-1 0 16,-2 1 0-16,-6-1-109 0,-2 3-108 15,-1 0 127-15,-3 0 63 0,-8 0-751 0,0 0 322 0,-3 0 200 16,-3 3-416-16,0-1 317 0</inkml:trace>
  <inkml:trace contextRef="#ctx0" brushRef="#br0" timeOffset="-153722.97">22657 12507 2747 0,'-13'-9'0'0,"4"5"0"0,0 2 0 0,-1 0 0 0,-1 2 0 0,5 0 0 16,-1 8 0-16,2 6 0 0,2 9 0 0,3 6 0 0,-2 0 302 0,2 6-132 0,-2 6-67 16,2 0-32-16,-2-5 231 0,0 11-137 0,1-7-94 0,1 2-162 0,-2-1 48 15,2-4 41-15,-2 0-518 16,2-3 274-16,0-3 142 0,0-6 70 0,0-3-714 16,2-5 298-16,5-4 198 0,2-8 109 0,7-5-212 15</inkml:trace>
  <inkml:trace contextRef="#ctx0" brushRef="#br0" timeOffset="-153516.48">23016 12487 3712 0,'-11'-5'0'0,"-5"2"0"0,0 3 0 0,-7 0 0 0,0 11 0 0,1 9 0 0,0 7 0 0,2 5 0 0,0 10 0 15,7-2 0-15,5 6 219 0,5-1-219 0,3 1 0 0,0-4 0 0,0 11 0 16,9-8 0-16,8-4 0 0,1-4 0 0,3-7 0 15,2 0 0-15,2-5 0 0,-2-6 0 16,2-4-3-16,-4-6-686 0,2-3 219 0,-3-2 223 0,-1-4-541 16,-1 0 374-16,0-2 189 0,-3-8 93 15</inkml:trace>
  <inkml:trace contextRef="#ctx0" brushRef="#br0" timeOffset="-152991.28">23297 12662 3683 0,'0'-12'0'0,"0"4"0"0,0 5 0 16,0 0 0-16,-7 2 0 0,-4 1 0 0,4 0 0 0,-3 11 0 0,1 8 0 0,1 3 0 0,-2 3 47 0,1 5 39 0,0 4-24 15,-5 1-9-15,3 1-53 0,-1 0 0 0,-2-1 0 16,-1 0 0-16,0-4 0 0,0-3 0 0,0-4 0 0,4-6 0 16,0-1 0-16,-1-6 0 15,5-3 0-15,-2-3 0 0,2-3 0 0,2 1 0 16,1-3 0-16,2 0 0 0,1 0 0 0,1 0 0 0,0 0 0 15,1 0 0-15,10-3 0 0,8 1 0 0,1-2 0 0,6 3 0 16,-2-4 0-16,2 4 0 16,1-1 0-16,4 0 0 0,-2 0 0 15,-1-1 0-15,-1 0 0 0,-6 2 0 0,2-4 0 16,-4 4 0-16,-4-3 0 0,-5 2 0 16,-3 0 0-16,-3 0 0 0,-2 1 0 0,-2-3 0 0,0-6 0 15,0 0 0-15,-8-2 0 16,-4-3 0-16,0-4 0 0,-1-3 0 0,-3-3 0 0,4-3 0 15,-4-2 0-15,3-2 0 0,2 0 0 16,0 4 0-16,2 2 0 0,0 2 0 0,2 4 0 0,2 3 0 0,-1-1 0 16,4 8 0-1,0 0 0-15,2 5 0 0,0 2 0 0,0-1 0 0,0 2 0 16,8 2 0-16,3 0 0 0,2 0 0 0,2 2 0 0,0 9 0 16,4 2 0-16,-2 6 0 0,-1 0 0 15,2 3 0-15,1 2 0 0,-5-3 0 0,7 6 0 16,-4-3 0-16,2-1 0 15,-3-3 0-15,2 2 0 0,-6-8 0 0,4 2 0 0,-3-1 0 16,-2-1 0-16,0-3 0 0,-3-1 0 16,0-5 0-16,-3 0 0 0,-1 0 0 0,0-4-320 15,-1 1-159-15,1-2 221 0,0 0-721 16,2-2 475-16,-1-10 234 0,3-7 115 0</inkml:trace>
  <inkml:trace contextRef="#ctx0" brushRef="#br0" timeOffset="-152733.72">23674 12597 3049 0,'0'-9'0'0,"0"1"0"0,0 1 0 0,0 1 0 0,0 3 0 0,-2-1 0 0,0 3 0 0,-1-3 0 0,0 3 0 0,1 1 0 0,-2 5 147 0,-1 11 549 0,-1 9-657 0,-2 3-39 16,-3 10 0-16,0 4 0 0,-3 3 0 0,2 4 0 16,-3 3 0-16,0 3 0 15,-3 9 0-15,4-4 0 0,-4 0 0 0,6-3 0 0,-6 8 0 16,4-5 0-16,1-9 0 0,-1 3 0 15,3-1 0-15,-1-4 0 0,3-6 0 0,2-7 0 16,0-1 0-16,0-5 0 0,4-9 0 0,-1-2 0 16,0-8 0-16,3-3-28 0,1-5-51 15,-2-3-469-15,2 0 246 0,0 0 137 0,0-8 63 0,0-6-616 16,0-7 340-16,2-5 170 0,5-4 76 0,5-9-280 16</inkml:trace>
  <inkml:trace contextRef="#ctx0" brushRef="#br0" timeOffset="-152457.96">23686 12614 3380 0,'0'-23'0'0,"0"9"0"0,4 2 0 0,3 0 0 0,2-2 0 0,-2 7 0 0,2 3 0 0,1 1 0 0,3 3 0 0,1 0 0 0,5 15 139 15,-1 10 273-15,-2 6-412 0,3 9 0 0,-6 2 0 0,1 1 0 16,-5 3 0-16,-2 1 0 0,-5-7 0 0,0 13 0 15,-2-5 0-15,-2 0 0 0,-13-1 0 0,0-2 0 16,-2-8 0 0,-4 7 0-16,2-14 0 15,-1-3 0-15,-1-3 0 0,0-8 0 0,3-4 0 16,-1-5 0-16,1-3 0 0,-1-4 0 0,-1 0 0 16,6 0 0-16,0-9 0 0,0-12-41 0,8-5-512 0,4-6 257 0,2-11 130 15,0-3 64-15,8-4-833 0,6-3 453 16</inkml:trace>
  <inkml:trace contextRef="#ctx0" brushRef="#br0" timeOffset="-152168.18">23842 12510 3740 0,'14'-18'0'0,"-1"3"0"0,-2 0 0 0,2-3 0 15,-4 6 0-15,0 1 0 0,3 4 0 0,-1-2 0 0,5 8 0 0,-4-1 0 0,4 2 185 0,-1 0-179 0,0 7-6 0,-2 7 0 0,1 4 0 0,-4 5 0 0,-2 3 0 16,-5 0 0-16,-3 2 0 0,0 3 0 0,0-3 0 0,-11 1 0 15,-4-4 0-15,-3-2 0 0,2-6 0 16,0-2 0 0,-3-5 0-16,1-2 0 0,2-4 0 0,5-2 0 15,-1-2 0-15,3 0 0 0,4 0 0 0,-1 0 0 16,6 0 0-16,-3 0 0 0,3 0 0 16,3 0 0-16,12-2 0 0,6 2 0 0,2 0 0 15,4 0 0-15,3 0 0 0,0 0 0 0,4 0 0 0,-2 3 0 16,4 3 0-16,0-2 0 0,-3 2 0 0,1-2 0 0,0-3 0 15,-4 3 0-15,-4-1 0 16,-5-1 0-16,-1 4-3630 0</inkml:trace>
  <inkml:trace contextRef="#ctx0" brushRef="#br0" timeOffset="-145409.47">20858 13534 1203 0,'-10'-5'0'0,"3"-1"0"0,2 2 0 0,-4 0 0 0,8 0 0 0,-3 1 0 0,0-1 0 0,-1 0 0 0,3-3 0 0,2 1 0 0,0 1 91 0,0-1-28 15,0 1 1-15,0-1 122 0,0 2-66 0,0-2-46 16,2-1 87-16,3 2-62 0,-1 1-32 0,1 0 94 16,-1-1-44-16,-2 4-41 0,3-1 1 0,-4 0 55 15,1 2-43-15,0 0-1 0,0 0-35 0,0 0 18 16,-1 0-1-16,1 0-29 0,0 0 2 0,2-1-4 16,-2-1 9-16,1 0-10 0,4 0 31 0,-4-2-31 15,3 0 1-15,-3 3-32 0,3-3 9 16,-3 2 23-16,-1 0-1 0,2 1 20 0,1-2-20 0,-4 1 0 15,3 0 9-15,0 2 20 16,-1 0 0-16,1-2-29 0,1 2 18 0,2 0-51 16,-2 0-5-16,3 0 0 0,-1-1 0 0,0 1 0 15,1 0 0-15,0 0 0 0,-1 0 0 0,2 0 0 16,-1 0 0-16,1-2 0 0,-1 2 0 0,2 0 0 16,-1-2 0-16,0 2 0 0,0 0 0 0,3 0 0 15,-1-2 0-15,1 2 0 0,0 0 0 0,1 0 0 16,3 0 0-16,0 0 0 0,3 0 0 0,0 0 0 15,1 0 0-15,1 0 0 16,2 0 0-16,-3 2 0 0,3 0 0 0,0 1 0 16,-4 1 0-16,1 1 0 0,-3-4 0 0,1 3 0 15,0 0 0-15,-4-3 0 0,2 3 0 0,-3-2 0 16,-2 0 0-16,2 0 0 0,-2 0 0 0,-3 0 0 16,3-2 0-16,-2 1 0 0,3 1 0 15,-3 0 0-15,2-1 0 0,-1 2 0 0,3-3 0 0,-1 2 0 16,1 0 0-16,-2 0 0 0,2-2 0 0,0 0 0 15,3 0 0-15,-4 0 0 16,1 0 0-16,3 0 0 0,-2 0 0 0,2 0 0 16,1 0 0-16,-1 0 0 0,2 0 0 0,-2 0 0 15,0-2 0-15,-2 2 0 0,2 0 0 0,-4 0 0 16,-3 0 0-16,3 0 0 0,-3 0 0 0,-1 0 0 16,0 0 0-16,-4 0 0 0,-1 0 0 0,1 0 0 15,-2 0 0-15,-1 0 0 0,-1 0 0 0,0 0 0 16,0 0 0-16,0 0 0 15,0 0 0-15,0 0 0 0,0 0 0 0,0 0 0 16,0 0 0-16,0-2 0 0,0-6 0 0,0-1 0 16</inkml:trace>
  <inkml:trace contextRef="#ctx0" brushRef="#br0" timeOffset="-145383.4">21891 13373 378 0,'0'-19'0'0,"2"-7"0"0</inkml:trace>
  <inkml:trace contextRef="#ctx0" brushRef="#br0" timeOffset="-143235.75">24541 11689 2839 0,'0'-21'0'0,"1"17"0"0,15 4 0 0,1 0 0 0,0 0 0 0,1-2 0 0,2 0 0 0,-1 1 0 0,3-1 0 0,0-1 0 0,-2 3 108 0,3 0-9 16,3 0-35-16,-4 0 0 0,-2 0-26 0,-1 5-383 15,-5 1 192-15,0 4 105 0,-5 0 39 0,-2 1-717 16,-4 2 362-16,-1 0 180 16</inkml:trace>
  <inkml:trace contextRef="#ctx0" brushRef="#br0" timeOffset="-143082.83">24610 11972 2917 0,'-24'15'0'0,"4"2"0"0,2 2 0 0,6-7 0 0,2-4 0 0,4-1 0 0,6 2 0 0,0-4 0 16,7-4 0-16,14 1 0 0,8-2 251 0,1 0-106 0,2 0-54 0,0 0-20 0,1 0-1 0,1 0-22 16,2-2-10-16,-5 1-595 0,1-1 298 15,-3 0 148-15,-1 1-759 0,-5-4 436 0</inkml:trace>
  <inkml:trace contextRef="#ctx0" brushRef="#br0" timeOffset="-142849.65">25386 10982 3931 0,'-6'-2'0'0,"3"2"0"0,1 0 0 0,-2 10 0 0,3 7 0 0,1 5 0 0,0 10 0 0,0 6 0 0,0 1 0 0,0 14 0 0,1 14 0 0,1-5 0 16,2 4 0-16,1-3 0 0,-1 3 0 0,-2-5 0 16,0 12 0-16,-1-6 0 0,1 3 0 0,-2-3 0 15,0-6 0-15,0 1 0 0,0-6 0 0,0-9-695 16,5-12 204-16,0-13 227 0,4-2-424 0,1-9 329 16,7-11 162-16,2-2-337 0</inkml:trace>
  <inkml:trace contextRef="#ctx0" brushRef="#br0" timeOffset="-142684.18">25628 11776 2943 0,'4'-16'0'0,"-2"8"0"0,-1 0 0 0,-1 7 0 0,0-1 0 0,0 2 0 0,-5 11 0 0,-4 12 0 0,1 3 0 0,2 2 0 0,-1 7 458 16,4-1-210-16,-3 4-105 0,3 0-53 0,2-4-193 0,1-7 79 0,0 2 26 16,0-4 0-16,0-7-244 0,1-1 139 0,6-9 70 15,-2-4-678-15,2-4 370 16,3 0 143-16,1-8-567 0,-2-15 364 0,2-5 182 15,-2-8 81-15,-2-12-185 0</inkml:trace>
  <inkml:trace contextRef="#ctx0" brushRef="#br0" timeOffset="-142288.1">25730 11481 2399 0,'8'-35'0'0,"-3"15"0"0,-1 6 0 0,1 5 0 0,-2 5 0 0,2 4 0 0,1 6 0 0,-4 18 0 0,0 8 0 0,0 8 0 0,-2 5 169 15,0 2-66-15,0 3 212 0,0 5-129 0,-6-1-80 16,0-1-34-16,-2-3 12 0,3-2-47 0,1-13 0 15,1-5-28-15,-1 0-9 0,2-9 37 0,-2-11 0 16,4-4-181-16,0-3 91 0,0-3 54 0,0-6-151 16,8-16 92-16,3-3-12 0,0-1 40 0,4-1-80 15,-2 7 45-15,6-10-1 0,-4 7-1 0,1 5 147 16,-1 3-52-16,0 1-28 0,1 4 71 0,-2 7-35 16,0 1-25-16,0 2 203 0,-4 0-103 0,-1 13-27 15,0 5-36-15,-4 1 170 0,-1 6-91 0,-2-4-44 16,0 1-42-16,-2 1-41 15,0-4 0-15,0-4 0 0,0-5 0 0,0-1 0 16,0-6 0-16,0-1 0 0,1-2 0 0,6 0-2 16,5-5-10-16,3-10-46 0,2 0 40 0,-2 1-3 15,0 0-3-15,2 2 85 0,0 1-30 0,-2 4-36 16,2-2-2-16,-2 8 62 0,-2-1-55 16,-3 2 0-16,3 0 0 0,-2 10 0 0,-2 4 0 0,-1 3 0 15,-2 4 0-15,-3 5 0 16,-1-1 0-16,-1 0 0 0,-1-7 0 0,0 4 0 15,0-1 0-15,3-4-125 0,-3-2-277 0,2-2 150 16,-2 0 113-16,0 0-763 0,0 3 437 0</inkml:trace>
  <inkml:trace contextRef="#ctx0" brushRef="#br0" timeOffset="-141698.16">24988 12453 1679 0,'-24'1'0'0,"-2"11"0"0,-3 5 0 0,1-2 0 0,-2-1 0 0,2 3 0 0,-6 2 0 0,0 2 0 0,4-2 0 0,0-1 0 0,4 0 74 0,1-2 56 0,5-2-46 0,1-2-15 15,2 0-9-15,1-3 102 16,10-2-62-16,-4 0-32 0,4-2 0 0,3-1 49 15,1 0-45-15,2-3 0 0,0 3 92 0,0-1-64 16,3 2-23-16,8 0-9 0,5-1 59 0,3 2-46 16,3 2 0-16,3-3 0 0,-1 2-35 0,8 1-10 15,0-2 1-15,1 0-83 0,3-3 41 0,0 0 1 16,-3 2 49-16,-3-4-108 0,-5 1 50 0,0 0 24 16,-7 0 1-16,-4-2-204 0,-3 0 79 0,-3 0 59 15,-6 0-43-15,1 0 43 0,-3 0-6 16,0-6 0-16,0-5 247 0,-7-5-100 15,-3 0-54-15,-3-5 155 0,-1 1-85 0,0-3-50 16,1 2 1-16,-6-5 31 0,3 2-15 0,6 5 1 16,-3 1-31-16,3-1-40 0,3 6 0 0,3-2 0 15,2 5 0-15,2-2 0 0,0 2 0 0,4 0 0 16,13 3 0-16,7-3 0 0,2 3 0 16,4 0 0-16,4 2 0 0,4 4 0 0,1-1 0 0,5 2 0 15,-3 0 0-15,-7 9 0 16,3 4 0-16,-6 4 0 0,0 2 0 0,-6 1 0 15,-5 4 0-15,-3-2 0 0,-6 0 0 0,-3-1 0 16,-7 1 0-16,-1 4 0 0,0-7 0 0,-3 2 0 16,-14 0 0-16,2-6 0 0,-4 0 0 0,-5-2 0 15,-1-4 0-15,1-1 0 0,0-2 0 0,-1-5 0 16,4 1 0-16,-1-2 0 0,2 0 0 0,0 0 0 16,8 0 0-16,2-2-609 0,4-7 163 0,6-6 209 15,0-2 100-15,17-4-651 16,8-1 376-16,5-8 188 0</inkml:trace>
  <inkml:trace contextRef="#ctx0" brushRef="#br0" timeOffset="-141529.37">25501 12400 2786 0,'15'-15'0'0,"-6"6"0"0,-1 3 0 0,-6 2 0 0,-2 3 0 0,0 1 0 0,-4 3 0 0,-11 16 0 16,0 3 0-16,2 5 0 0,-2 3 235 0,4 2-100 0,1 2 553 0,3-1-601 15,6 2-87-15,1-3 0 0,0-2 0 16,12-1 0-16,6-3 0 0,3-3 0 0,6-5 0 15,-1-3 0-15,2-3-77 0,2-4-239 0,1-7 185 16,0-1 80-16,-4 0-886 0,3-3 450 0,-3-9 225 16,-2-2 113-16</inkml:trace>
  <inkml:trace contextRef="#ctx0" brushRef="#br0" timeOffset="-141367.41">25743 12464 2860 0,'-18'0'0'0,"3"2"0"0,0 1 0 0,9-1 0 0,2 0 0 0,2 4 0 0,2 0 0 0,2-2 0 0,11 1 0 16,9-1 0-16,1 2 85 0,-6-5-4 0,13 3 0 0,-9-3-35 0,3-1-10 0,-1 0-367 15,-3 0 183-15,0 0 93 0,-3 0 45 16,1 0-587-16,-6 0 308 0,2 0-517 0</inkml:trace>
  <inkml:trace contextRef="#ctx0" brushRef="#br0" timeOffset="-141129.78">25986 12294 2133 0,'-8'-4'0'0,"0"0"0"0,5 0 0 16,-1 2 0-16,4 2 0 0,0 0 0 0,0 0 0 0,12 0 0 0,4 2 0 0,0 7 0 0,9 1 112 0,-6-1-73 0,8 2-3 0,-5 0 1 0,-4 0-1 16,2 1-29-16,-6 3 39 0,-2-2-10 15,-5 2 1-15,-3 2-24 0,-4 2 24 16,0 0-1-16,-7-1 0 0,-10 3 1 0,-4-4-1 0,1-1 1 15,-3-2-11-15,-2 0-103 0,7-5 52 16,-3-2 22-16,2 1-6 0,4-5-124 0,7 1 71 16,1-4-410-16,5 1 210 0,2-1 123 0,0 0 28 15,3 0 41-15,19-8-424 0,-1-4 229 0</inkml:trace>
  <inkml:trace contextRef="#ctx0" brushRef="#br0" timeOffset="-140889.68">26310 12457 2568 0,'25'-3'0'0,"-6"3"0"0,-3 0 0 0,-4 0 0 0,-3 12 0 0,-4 1 0 0,-1 4 0 0,-2 2 0 0,-1-1 0 0,2 2 0 0,-1-2 190 16,4-1-77-16,-1-2-38 0,2 0 123 0,5-5-71 0,3-3-51 0,0-2-154 15,3-5 57-15,4 0 29 0,0 0-105 0,-1-5 76 16,1-10 24-16,-3-4 0 0,-4-2-154 0,-8 3 93 16,1-5 48-16,-4 0 32 15,-4-3-81-15,0 2 30 0,-4-1-39 0,-9 1 283 16,-4 1-121-16,-2 8-56 0,-5-3-21 0,-1 7 217 15,1 3-97-15,-4 4-58 0,0 2 4 0,5 2-145 0,-7 0 46 16,12 4 27-16,1 6-176 0,-1 1 100 0,6 4 52 16,3 2 33-16,2-1-710 0,2 5 339 15,5 0 126-15,0 1 98 0</inkml:trace>
  <inkml:trace contextRef="#ctx0" brushRef="#br0" timeOffset="-139900.43">27442 10992 1786 0,'0'-17'0'0,"0"4"0"0,0 3 0 0,0 1 0 0,0-1 0 0,0 5 0 0,0 0 0 0,0 2 0 16,0 1 0-16,3 2 0 0,1 0 200 0,5 8-81 0,-3 7-39 0,2 8 232 0,-2 3-127 0,0 4-77 16,-2 5 207-16,0 9-137 0,-2-1-70 0,0 2 45 15,-1-4-47-15,-1 14-39 0,0-9 1 0,0 4 33 16,-5-3-56-16,-3-6-45 16,-4 7 0-16,4-6 0 0,-4-8 0 0,2 1 0 0,0-2 0 15,2-7 0-15,-2-2 0 0,3-4 0 16,2-2-259-16,1-7 72 0,1-4 101 0,3-3-579 15,0 0 317-15,0-4 155 0,0 0 76 0,9-4-224 16,9-15 150-16,5-2 66 0,-1-3 48 16</inkml:trace>
  <inkml:trace contextRef="#ctx0" brushRef="#br0" timeOffset="-139483.6">27955 11183 2508 0,'5'-8'0'0,"0"7"0"0,-1-3 0 0,-1 2 0 0,-1 1 0 0,0 1 0 0,-1 0 0 0,-1 0 0 0,0 5 0 0,0 8 0 0,-3 2 96 0,-8 8 170 15,-1 0-113-15,-6 2-47 0,-3 2-38 0,1-1 20 0,-4 0 1 0,-4 0-50 16,0-1 1-16,2-4 48 0,-3 0-10 0,1-7-39 16,4 1 103-16,-1-4-51 15,6-2-51-15,-3-4-40 0,5 1 0 0,4-5 0 16,3-1 0-16,2 2 0 0,4-2 0 0,2 0 0 15,2 0 0-15,0 0 0 0,5 0 0 0,14 0 0 16,6 0 0-16,3-2 0 0,4 2 0 0,6 0 0 16,7 0 0-16,-5 0 0 0,3 0 0 0,-8 0 0 15,5 0 0-15,-4 0 0 0,-3 2 0 0,-3 2 0 16,-5 0 0-16,0-3 0 0,-9 3 0 0,-2-2 0 16,-3 0 0-16,-6-2 0 15,0 0 0-15,-4 0 0 0,-1 0 0 16,0 0 0-16,0-5 0 0,-11-9 0 0,3-1 0 15,-4-2 0-15,-4-3 0 0,3-1 0 0,-3-2 0 16,2-1 0-16,2 4 0 0,-4-9 0 0,4 8 0 16,3 1 0-16,0 1 0 0,3 4 0 0,1 6-254 15,5 1 70-15,0 1 34 0,0 5 55 0,11 2-569 16,7 0 313-16,1 0-515 0,9 2 418 0,-1 2 204 0</inkml:trace>
  <inkml:trace contextRef="#ctx0" brushRef="#br0" timeOffset="-139087.9">28392 11123 2796 0,'0'-11'-1'0,"0"5"1"0,0 3-1 0,-2-1 1 0,-2 2 0 16,1 2 0-16,-3 0 0 0,3 9 0 0,-2 11 0 0,1 5 0 0,-1 7 108 0,1 4 232 0,0 9-156 0,3-2-72 0,1 0-37 0,0 0 7 0,0-7 0 15,1 2-34-15,7-4-76 0,1-3 33 0,3-4 0 16,-3-7 34-16,3-1-152 0,-1-3 85 15,1-7 29-15,1-3 0 0,2-5-80 0,-3-1 60 0,6 0-22 16,-1-10 37-16,3-11-290 0,0 0 141 0,0-4-381 16,1-5 247-16,1-7 124 0,-1 0 53 0,3-9-191 15,-1-1 132-15,-1-4 64 0,6-8 34 0,-11 11-374 16,7-3 193-16,-3 7 112 0,-6 2 51 0,0 9 2 16,-5 1 1-16,-2 7 47 15,-4 2-9-15,1 4 467 0,-2 8-228 0,-1 1 573 16,-2 6-401-16,0 0-166 0,0 1-114 0,0 3 360 15,0 4-202-15,-2 18-101 0,-3 3-50 0,0 11 287 16,3 0-160-16,-6 17-93 0,5 0-43 0,-3 4-71 16,0 11-10-16,1-18 0 0,5 9 0 0,-2-5 0 15,-1-1 0-15,3-5 0 0,-1 1 0 0,-1-8-182 16,0 8 92-16,-3-4-704 0,-2-1 394 16,-3-3 137-16,-3 1 113 0,-2-7-305 15,-2-2 212-15</inkml:trace>
  <inkml:trace contextRef="#ctx0" brushRef="#br0" timeOffset="-138558.56">27090 12014 1942 0,'-13'0'0'0,"0"0"0"0,0 0 0 0,5-3 0 0,-1 2 0 0,2-1 0 0,4-1 0 15,0 0 0-15,2-1 0 0,1 2 0 0,0-1 94 0,1 1 209 0,8-2-133 0,4 2-66 0,1 2-33 0,2 0 183 16,5 0-113-16,5 0-51 0,3 0-27 0,4 0 137 16,2 2-81-16,3 4-32 0,6-1-9 0,1 1 13 15,3 0-27-15,2-1-4 16,13 5-60-16,-7-5 0 0,17 3 0 0,1-3 0 0,15-1 0 16,-2 2 0-16,-6-2 0 0,24-2 0 15,-7 1 0-15,2-1 0 16,1-1 0-16,3 1 0 0,-20 2 0 0,18-2 0 0,-29 2 0 15,0 2 0 1,-3 1 0-16,-18 1 0 0,4-1 0 0,-5 2 0 0,-7-3 0 0,-10 0 0 16,-3 0 0-16,-6-2 0 0,-2 1 0 15,-4-2 0-15,-5-1 0 0,-5 0-13 0,1 0-19 0,-7-2 77 0,0 0-45 0,-1 0 0 16,1 0 0-16,-1 0 0 0,-2 0 0 0,0 0 0 16,0 0 0-16,0 0 0 15,0 0 0-15,0-2 0 0,3 0 0 0,-3 0 0 16,0 1 0-16,0-1-351 0,0 2-149 0,-3 0 231 15,-5 0 116-15,-11 7-967 0</inkml:trace>
  <inkml:trace contextRef="#ctx0" brushRef="#br0" timeOffset="-137407.21">27652 12277 1812 0,'-9'-15'0'0,"4"7"1"0,1 3 1 0,4 3-1 0,-2 1 0 0,2 1 0 0,0 0 1 0,0 6 0 0,0 8-1 0,0 7 1 0,0 7 382 0,0 3-172 0,2 2-87 16,-2 11-44-16,0-5 80 0,0-1-52 0,0 10-40 16,-2-3 0-16,-8 2 156 0,-4 4-93 0,1 0-47 15,-2 0 9-15,-3 1-17 0,5 1 0 16,-5-3-40-16,6-1-44 0,0-11 9 0,2-1 36 16,5-7-1-16,0-10-130 0,2 2 66 15,1-11 32-15,2-1-348 0,0-7 158 0,0-1 98 16,0-2 10-16,6 0-232 0,7-5 103 0,2-10 75 15,4-5-366-15,0-2 230 0,-1-2 114 0,1-3-344 16,2-2 230-16,-2-3 105 16,5-4 67-16</inkml:trace>
  <inkml:trace contextRef="#ctx0" brushRef="#br0" timeOffset="-136848.97">27907 12590 1848 0,'13'-19'0'0,"0"2"0"0,-2 6 0 0,0 0 0 0,-3 1 0 0,-2 3 0 0,-3 2 0 0,1 4 0 0,-3-1 0 0,3 2 0 0,-4 0 206 0,0 13-89 0,0 7-40 0,-12 4 1 0,-3 0 136 16,-2 2-88-16,-3 4-35 0,1 0 12 0,-4-2-33 16,0 0 0-16,1-3-32 0,-1-2 50 15,3-7-16-15,1 1-10 0,2-4-24 16,1-2 85-16,0-3-42 0,7-3 0 0,2 0 101 16,0-4-76-16,5-1-46 0,0 0-60 0,1 0 0 15,1 0 0-15,0 0 0 0,8 0 0 0,10 0 0 16,7 3 0-16,-2-3 0 0,9 0 0 0,1 1 0 15,-1 0 0-15,0 2 0 0,2-1 0 0,-4-2 0 16,-3 2 0-16,-5-2 0 0,1 0 0 0,-5 0 0 16,-6 0 0-16,-2 0 0 0,-2 0 0 0,-4 0 0 15,-2 0-31-15,-2 0-28 0,0 0 0 0,0-2 33 16,-8-5 65-16,-4-3-50 16,0 1 8-16,-6-2-39 0,-1-5 133 0,3-1-50 15,-2 1-30-15,2-1 38 0,-3-4-49 0,6 3 0 16,0 2 0-16,2 0 0 0,2 0 0 0,4 3 0 15,4 2 0-15,1 1 0 0,0 2 0 0,1 0 0 16,13 0 0-16,7 3 0 0,3 0 0 0,3 4 0 16,3-1 0-16,2 2 0 0,3 0 0 0,1 0 0 15,-3 9 0-15,0 5 0 0,0 0 0 16,-1 7 0-16,-9 0 0 0,1 1 0 0,-6 1 0 0,-5 0 0 16,-3-3 0-16,-4 3 0 15,-5-1 0-15,-1 1 0 0,0-3 0 0,-5 1 0 16,-9-2 0-16,-2-5 0 0,-5 2 0 0,-3-4 0 15,2-2 0-15,-6-2 0 0,8-4 0 0,-3-2 0 16,-2-2 0-16,3 0 0 0,5 0 0 0,-1 0 0 16,6-2 0-16,1-2 0 0,6-6-402 0,3-1 20 15,2-2 172-15,5-6-268 0,17 3 220 0,4-4 111 16,6-1 45-16,7 0-556 0,-1 0 310 0,-1 0 156 16,-1-2 76-16,0 1-222 15</inkml:trace>
  <inkml:trace contextRef="#ctx0" brushRef="#br0" timeOffset="-136669.78">28455 12655 2388 0,'18'-16'0'0,"-6"3"0"0,-2-1 0 0,-3 3 0 0,-4 1 0 0,-2 3 0 0,-1 2 0 0,0-1 0 0,0 4 0 0,-11 0 0 0,-2 2 139 0,-4 0-50 0,4 11 522 0,-4 6-278 0,4 4-152 15,2 1-71-15,2 3-30 0,4 0-80 0,5 0 0 16,0 0 0-16,2 5 0 0,12-2 0 16,3-3 0-16,5-1 0 0,1-2 0 15,0-2 0-15,2-4 0 0,-1-3 0 0,-5-3 0 16,3-4 0-16,-2 0-711 0,-3-3 283 0,3-3 200 15,-5 0 95-15,2 0-436 0,-3-4 266 0,0-7 123 16,2-3-370-16</inkml:trace>
  <inkml:trace contextRef="#ctx0" brushRef="#br0" timeOffset="-136281.4">28873 12429 1837 0,'-3'-8'0'0,"-1"4"0"0,4-2 0 0,-1 0 0 0,-1 1 0 0,2 1 0 0,0 1 0 0,0 1 0 0,0 0 0 0,0 0 0 0,0 0 152 0,0 2 157 0,0 0-136 15,0 0-67-15,2 0-35 0,-1 6 153 0,1 1-84 16,0 6-55-16,1-1 173 16,-1 3-110-16,-1 0-55 0,1 3-27 0,-2 3 203 15,0-1-269-15,2 5 0 0,-2 2 0 0,0 0 0 16,0 3 0-16,0 4 0 0,0 1 0 0,0 0 0 15,0 2 0-15,0 1 0 0,0 1 0 0,0-1 0 16,1-1 0-16,-1-1 0 0,0-1 0 0,2-2 0 16,1-1 0-16,-3-7 0 0,0 4 0 15,2-6 0-15,-2 1 0 0,3-3 0 0,-3-2 0 0,0-1 0 16,2 1 0-16,-2-2 0 0,0 0 0 16,0-1 0-16,0-2 0 0,0-5 0 15,0 2 0-15,0-4 0 0,0 0 0 0,0-5 0 16,0-1 0-16,0-1 0 0,0 0 0 0,0 0 0 15,0 0 0-15,0 0 0 0,-5-1-174 0,3-1 9 16,-3-5-330-16,2 4 229 0,0-2 114 0</inkml:trace>
  <inkml:trace contextRef="#ctx0" brushRef="#br0" timeOffset="-133644.21">30008 12133 3165 0,'-9'-18'0'0,"7"14"0"0,2 4 0 0,0 0 0 0,0 0 0 0,0 0 0 0,0 0 0 0,0-2 0 0,0 2 0 0,0 0 0 0,0 0 527 0,0 0-288 16,0 0-239-16,0 0 0 0,0 0 0 0,0 0 0 15,0 0 0-15,0 0 0 0,0 0 0 16,2 0 0-16,0 0 0 0,0 0 0 0,-1 0 0 0,1 0 0 15,0 0 0-15,-1 0 0 0,-1 0 0 16,0 0 0-16,0 0-87 0,2 0-254 0,2 0 161 0,-2 0 16 16,1 0-261-16,4 0 197 0,2 5 93 0</inkml:trace>
  <inkml:trace contextRef="#ctx0" brushRef="#br0" timeOffset="-132823.68">27269 10767 1325 0,'0'-20'0'0,"0"5"0"0,0 2 0 0,-1-2 0 0,-1 0 0 0,-3-1 0 0,-4 0 0 15,3 3 0-15,1 6 0 0,-5-2 0 0,-1 3 152 0,-3 2-56 0,-1 4 183 0,-7 0-119 0,5 4-51 16,-8 15-39-16,-3 13 165 0,2 8-97 0,-4 17-50 15,3 9 11-15,-3 16 188 0,5 5-123 0,4 11-62 16,2 9 235-16,0 7-148 16,4 3-88-16,-2 16-101 0,6-8 0 0,0 4 0 0,5-3 0 0,6 0 0 15,0-18 0-15,2 25 0 16,7-27 0-16,8 6 0 0,5-7 0 0,3-6 0 16,0-13 0-16,12 9 0 0,0-13 0 0,4-6 0 15,3-11 0-15,16 6-154 0,-4-17-179 0,18 6 90 16,0-10-247-16,8-7 226 0</inkml:trace>
  <inkml:trace contextRef="#ctx0" brushRef="#br0" timeOffset="-132205.12">31638 10703 1023 0,'2'-17'0'0,"0"4"0"0,-1 1 0 0,2 5 0 0,-1-3 0 0,-2 3 0 0,0 1 0 0,0 3 0 0,0-1 0 0,0 2 0 0,0 2 324 16,0 0-142-16,0 6-70 0,0 9-36 0,0 3 247 16,0 7-146-16,-2 1-68 0,-2 5-34 0,0 5 293 15,1 6-164-15,-1-5-71 0,-1 10 97 0,0-4-95 16,2 2-46-16,-1 3-1 0,2-3 177 0,-2-5-247 15,3 9-18-15,1-5 0 0,-2-2 0 0,2-7 0 16,0 2 0-16,-2-3 0 0,2-4 0 0,0-5 0 16,0-4 0-16,0-3 0 15,0-7 0-15,0 0 0 0,0-5 0 0,0-2 0 16,0-4 0-16,0 1 0 0,0-1 0 0,0 0 0 16,0 0 0-16,-3 0 0 0,1-2 0 0,2-3 0 15,-2 1 0-15,-1 2-774 0,1 1 196 16</inkml:trace>
  <inkml:trace contextRef="#ctx0" brushRef="#br0" timeOffset="-131292.3">30335 11876 1187 0,'0'0'0'0,"-1"0"0"0,1 0 0 0,-2-2 0 0,-3 0 0 0,5 2 0 0,-2-1 0 0,2-3 0 0,0 3 0 0,0 0 0 0,0 0 99 0,0-2-17 15,2-1 189-15,3 0-115 0,2 0-56 0,2 1-29 16,3-2 216-16,-1 1-111 0,3 0-73 0,2 0 223 16,0 1-142-16,-1-1-70 0,5-1-37 0,-3 2 201 15,5-1-123-15,-1 1-57 0,6-3 62 0,-5 2-153 16,4 0-7-16,-3 1 0 0,9-1 0 0,-4 2 0 15,2-2 0-15,2 3 0 0,0-3 0 0,-1 2 0 16,4 0 0-16,2 2 0 0,-4-2 0 0,5 2 0 16,-3 0 0-16,4 0 0 15,-1 0 0-15,7 0 0 0,-5-2 0 0,5 0 0 16,3 1 0-16,-2-1 0 0,3 0 0 0,4 0 0 16,-2 0 0-16,2 0 0 0,0-2 0 0,-1 2 0 15,-4 1 0-15,0 1 0 0,-2 0 0 0,0 0 0 16,-3 0 0-16,-1 0 0 0,8 0 0 15,-4 0 0-15,0 3 0 0,3 1 0 0,-2 0 0 0,-4 0 0 16,6-1 0-16,-5 1 0 16,2 0 0-16,-3-2 0 0,4-2 0 0,-7 1 0 0,11-1 0 0,-7 3 0 15,-11-3 0-15,3 0 0 16,-6 0 0-16,-4 0 0 0,-3 1 0 0,-2-1 0 16,-7 0 0-16,-1 2 0 0,-3-2 0 0,-5 0 0 15,0 0 0-15,-5 0 0 0,2 0 0 0,-2 0 0 16,0 0-9-16,0 0-91 0,0 0 12 0,-2 0-348 15,-10 0 197-15,2 4 98 0,-8 2 50 0,-2 1-748 16,-2 4 404-16</inkml:trace>
  <inkml:trace contextRef="#ctx0" brushRef="#br0" timeOffset="-130741.77">30515 12262 1190 0,'-8'-1'0'0,"-5"-1"0"0,3 0 0 0,1 0 0 0,-2 1 0 0,4-1 0 0,-3-3 0 0,0 4 0 0,4-3 0 0,0 2 0 0,5 1 65 0,-1-1 109 0,2 0-67 0,-2 0-33 16,2 2 9-16,0-1 183 0,0-2-113 0,5 1-57 16,7 1 191-16,3-1-124 0,0 0-52 0,10 0-40 15,0 0 218-15,5 0-125 0,5 0-62 0,7 0 156 16,-3 1-99-16,14-1-64 0,0 0-71 0,13-3-24 15,-2 2 0-15,1 0 0 0,-4-3 0 0,17 2 0 16,-4-2 0-16,-3 1 0 0,1 1 0 0,1 0 0 16,0 2 0-16,-1-2 0 0,0 3 0 0,-1-1 0 15,-6 0 0-15,-7 0 0 16,11 1 0-16,-9 1 0 0,1 0 0 0,1-3 0 16,-9 3 0-16,1-2 0 0,-1 0 0 0,-7-1 0 15,-9 1 0-15,2-3 0 0,-8 4 0 0,-4-1 0 16,-2 1 0-16,-8-2 0 0,-1 2 0 0,-7-1 0 15,-4 0 0-15,0 0 0 0,-5 2 0 0,0-2 0 16,0 0 0-16,0 0 0 0,0 0 0 0,-7-3 0 16,-1 1 0-16,-3 0-468 15,-3 1 140-15,0 1 145 0,-4 0-226 0,-3 0 175 16,-8 2 102-16,-2 0 46 0,-8 0-627 0</inkml:trace>
  <inkml:trace contextRef="#ctx0" brushRef="#br0" timeOffset="-130232.39">30399 12242 1916 0,'-25'-10'0'0,"6"5"0"16,3 5 0-16,2 0 0 0,5 2 0 0,2 4 0 0,0-1 0 0,0 4 0 0,4 4 0 0,1 7 0 0,2 4 82 0,0 5 246 0,0 1-144 0,0 10-71 16,2-1 168-16,3 0-109 0,2 10-71 0,0-4-30 15,-2 2 106-15,1 1-68 0,-3 1-33 0,-1-5 9 16,1 6 151-16,-1-3-236 0,-2-4 0 0,0 0 0 16,0-9 0-16,0 4 0 0,-5-3 0 15,0-5 0-15,-3-1 0 0,-2-6 0 0,0-3 0 0,-2-5 0 16,2-2 0-16,-2-5 0 0,-1-5 0 0,0-3 0 15,-2 0 0-15,-2 0 0 0,-3-11 0 0,2-4 0 16,-2-5 0-16,-5-3 0 0,-1-3 0 16,-4-4 0-16,0-2 0 0,1-1 0 15,3 7 0-15,0 1 0 0,1 7 0 0,-3-3 0 16,8 12 0-16,-3 0 0 0,3 6 0 0,3 3 0 16,0 0 0-16,1 0 0 0,4 6 0 0,-1 9 0 15,5 2 0-15,1 5 0 0,0 0 0 0,-1 6 0 16,5-3 0-16,-1 2 0 0,3 0 0 0,-1-7 0 15,0 5 0-15,1-3 0 0,-1-3 0 0,0-2 0 16,0-2 0-16,-3-5 0 0,1-1 0 0,1 0 0 16,1-6 0-16,-3 2 0 15,3-3 0-15,-1-2 0 0,1 0 0 0,0 0-144 16,2 0 40-16,0 0-553 0,2 0 308 0,12-2 153 16,5-6-698-16</inkml:trace>
  <inkml:trace contextRef="#ctx0" brushRef="#br0" timeOffset="-129296.75">30624 12529 1429 0,'0'-4'-1'0,"0"3"0"0,0-1 0 0,0 0 1 0,0 0 0 0,0-1 0 0,0 0 0 0,0 1 0 0,0 1 0 0,0-1 0 0,0 2 184 0,0 0-70 16,0 0 99-16,0 0-85 0,0 0-43 15,0 0 10-15,0 0 143 0,0 0-99 0,0 8-48 16,0 2-1-16,0 4 175 0,0 6-101 0,0-2-66 16,-2 8 166-16,-1-1-110 0,-4 2-57 0,2 3-27 15,1 2-54-15,-1 1-16 0,1 2 0 0,2 1 0 16,2-3 0-16,0 3 0 0,0-1 0 0,0 0 0 15,0-2 0-15,0 2 0 0,0-2 0 0,0-3 0 16,2-3 0-16,-2 5 0 0,0-10 0 0,0 2 0 16,0-2 0-16,0-5 0 0,0 1 0 15,-3-5 0-15,1-4 0 0,2-4 0 16,-2 2 0-16,2-5 0 0,-2-1 0 0,2-1 0 16,0 0 0-16,0 0 0 0,0 0 0 0,0 0 0 15,-3 0 0-15,3 0 0 0,0-1 0 0,0-3 0 16,0-2 0-16,0-4 0 0,0-1-126 0,9-2-348 15,3-2 214-15,4-6-674 0,2 0 446 16,5-2 223-16</inkml:trace>
  <inkml:trace contextRef="#ctx0" brushRef="#br0" timeOffset="-129100.21">30807 12862 2521 0,'-7'-5'0'0,"2"2"0"0,2 2 0 0,-1-1 0 0,4-2 0 0,0 2 0 0,0-2 0 0,12 1 0 0,13-2 0 0,2 1 0 0,4-1 280 16,1 2-119-16,3-1-51 0,0 2 219 0,-1 1-145 16,-3 1-71-16,4 0-210 0,-8 0 68 0,-2 0 46 15,0 0-11-15,-4 0-435 0,-6 0 235 0,-6 1 117 16,2 2 59-16,-6 0-684 0,-3-1 344 0,1-1 104 16,-3 2 107-16,0-3-175 0,-3 0 140 0</inkml:trace>
  <inkml:trace contextRef="#ctx0" brushRef="#br0" timeOffset="-128888.64">31047 12539 2125 0,'-5'-6'0'0,"-2"5"0"0,5-2 0 0,0 3 0 0,-2 0 0 0,1 0 0 0,1 6 0 0,0 9 0 16,2 6 0-16,0 9 0 0,0 4 563 0,0 9-261 0,0-2-130 0,0 2-66 0,0-3 282 15,0 11-179-15,0-8-143 0,0 0-66 0,0-2 0 16,0-5 0-16,0 3 0 0,0-4 0 0,0-4 0 15,0-2 0-15,-1-9 0 0,-1 1-122 16,0-9 87-16,-1 3 32 0,1-8-623 16,0-2 312-16,-1-3 61 0,1-2-369 0,2 0 281 15,0 0 155-15,0 0 73 0</inkml:trace>
  <inkml:trace contextRef="#ctx0" brushRef="#br0" timeOffset="-128596.64">31614 12487 2257 0,'0'-23'0'0,"-9"18"0"0,4 3 0 15,-4-1 0-15,1 3 0 0,-7 0 0 0,0 0 0 0,-2 15 0 0,-2 5 0 0,-3 6 0 0,0 7 170 0,-3 12-70 0,8 2 402 0,-2 3-230 0,2 2-116 0,7 4-58 16,-2-1 197-16,10-1-214 0,-1-1-81 15,3-1 0-15,0-3 0 0,5-4 0 0,7-7 0 0,6 1 0 16,-1-4 0-16,3-6 0 0,-3-3 0 16,3-5 0-16,-4-6 0 0,-1-2 0 15,0-3 0-15,-7-3 0 0,1-3-93 0,-2-2-380 16,-1-2 160-16,-3 0 141 0,1 0 66 0,-1-2 33 16,2-12-1-16,0-1 34 0,0-5-11 0,2-8-919 15</inkml:trace>
  <inkml:trace contextRef="#ctx0" brushRef="#br0" timeOffset="-128071.15">31861 12450 2382 0,'3'-18'0'0,"1"9"0"0,-2 0 0 0,-1 0 0 0,-1 4 0 0,0 1 0 0,0 2 0 0,0 1 0 0,0 1 0 0,-7 7 0 0,-4 10 220 0,-2 4-90 0,-2 3-45 16,-2 3 11-16,-3 0-57 0,3 0 1 0,-3-3 1 15,2 0 25-15,-2-3 0 0,5-5-15 16,0-4 65-16,4-1-38 0,2-3 1 16,2-2-39-16,2-2 128 0,0-2-54 0,2-2-41 15,3 0-26-15,-1 0-47 0,1 0 0 0,0 0 0 16,1 0 0-16,14 0 0 0,-3 0 0 0,8 0 0 16,-5 3 0-16,7 0 0 0,1-2 0 0,-2 5 0 15,-2-3 0-15,2 1 0 0,-1 2 0 0,-3-2 0 16,1-3 0-16,-1 1 0 0,-7 0 0 0,0-2 0 15,-2 0 0-15,-2 0 0 0,-3 0 0 0,1 0 0 16,-2-6 0-16,-2-7 0 0,0 0 0 16,0-2 0-16,0-4 0 0,0 0 0 15,0-1 0-15,-6-6 0 0,1-1 0 0,1 4 0 16,-1-8 0-16,-2 3 0 0,2 1 0 0,2 7 0 16,-3-1 0-16,2 2 0 0,-1 6 0 0,2 2 0 15,1 2 0-15,1 1 0 0,1 5 0 0,0-2 0 16,0 3 0-16,0 1 0 0,0 1 0 0,6 0 0 15,5 0 0-15,1 0 0 16,2 3 0-16,-1 7 0 0,4 0 0 0,-1 1 0 16,-2 0 0-16,2 2 0 0,-2 2 0 0,2-1 0 15,-4-1 0-15,0 1 0 0,3-1 0 0,-2 0 0 16,-1-1 0-16,-4-2 0 0,2-1 0 0,-6-2 0 16,4 0 0-16,-3 1 0 0,-2-3 0 0,1-1 0 15,-3 2 0-15,1-2-526 0,1 0 130 0,-3 1 168 16,2 0-683-16,-2-3 435 0</inkml:trace>
  <inkml:trace contextRef="#ctx0" brushRef="#br0" timeOffset="-127753.27">32261 12321 3186 0,'1'-13'0'0,"1"8"0"0,0-4 0 0,-2 2 0 0,0 0 0 0,0 1 0 0,0 4-17 0,0 1-17 0,0-1 6 0,0 2 7 0,0 0 148 15,0 2-46-15,-2 11 325 0,-6 3-175 0,3-1-231 0,-5 8 0 0,1 0 0 16,-2 3 0-16,-1 2 0 16,2-2 0-16,-5 2 0 0,5-1 0 0,-1-1 0 15,1 0 0-15,0-1 0 0,0-5 0 0,0 7 0 16,1-5 0-16,0-2 0 0,0 2 0 0,2-2 0 16,1-2 0-16,-4 0 0 0,5-3 0 0,0 0 0 15,0-3 0-15,1-1 0 0,1-4 0 0,-2 2 0 16,2-3-84-16,1-3-88 15,-1 2 65-15,1-4 34 0,1 2-11 0,1-3-197 0,-2 0 120 0,2 0 60 16,-2 0 29-16,2 0-188 16,0 0 98-16,-1 2 66 0,-1-2-436 0,0 1 245 15,-3 2 123-15</inkml:trace>
  <inkml:trace contextRef="#ctx0" brushRef="#br0" timeOffset="-127489.55">31573 12958 3165 0,'-15'0'-51'0,"4"0"7"0,2 0 9 0,2 0 9 0,4 0 7 0,0 0 5 0,3-3 5 0,0 2 3 0,6 1 2 0,18 0 2 16,7 0 98-16,4-1 365 0,11 1-215 0,-2 0-102 0,0 0-115 15,2 0-29-15,-1 0 0 0,-10 0 0 0,2 0 0 16,-2 0 0-16,-2 0 0 0,-3 2 0 0,0 1 0 15,3-1 0-15,-7 0 0 0,2-2 0 0,-8 0 0 16,0 0 0-16,-9 0 0 0,4 0 0 16,-6 0 0-16,-6 0 0 0,2 0-34 15,-5 0-626-15,0 0 298 0,0 0 164 0,-2 0-461 16,-9 0 310-16,-6 0 153 0,2 0 77 0</inkml:trace>
  <inkml:trace contextRef="#ctx0" brushRef="#br0" timeOffset="-126962.99">31795 13046 2246 0,'-9'2'0'0,"4"1"0"0,-3 0 0 0,4 0 0 0,-7 2 0 0,3 4 0 0,1 2 0 16,-6 0 0-16,3 6 0 0,-5 2 0 0,3-1 145 0,-2 3-52 0,-2-1-27 0,1 1 206 0,2-2-106 16,-4 1-67-16,4-4 89 0,-2-1-74 0,2-4-36 15,2 0-1-15,3-5 117 0,0 1-81 0,3-3-37 16,3-3-72-16,-1-1-4 0,3 0 0 0,0 3 0 15,0-3 0-15,0 2 0 16,7-2 0-16,7 2 0 0,5 0 0 0,1-1 0 16,6 2 0-16,-1-3 0 0,3 0 0 0,-2 0 0 15,-1 0 0-15,-2 0 0 0,0 0 0 0,-6-3 0 16,0 2 0-16,-9-3 0 0,2-2 0 0,-4 0 0 16,-2-1 0-16,-2-2 0 0,-2-2 0 0,0-2 0 15,-2-1 0-15,-8-1 0 0,-3 0 0 0,-1-4 0 16,-4 1 0-16,6 3 0 0,-6 0 0 0,0 0 0 15,3 1 0-15,-2 3 0 0,7 2 0 16,3 3 0-16,0 0 0 0,1 1 0 16,3 3 0-16,3 0 0 0,0 1 0 0,2-2 0 15,9 3 0-15,6 0 0 0,8 0 0 0,0 0 0 16,1 3 0-16,1 4 0 0,-5 2 0 0,8 4 0 16,-2 0 0-16,-3 2 0 0,-5 3 0 0,-2-1 0 15,-3-3 0-15,-3 2 0 0,-1 0 0 0,-6 1 0 16,-3-4 0-16,1 1 0 0,-3-1 0 0,0-2 0 15,-10-2 0-15,-6 0 0 0,2-1 0 0,-4-2 0 16,-3-1 0-16,-1-4 0 0,-1 2 0 16,1-3 0-16,2 0 0 0,0 0 0 15,0 0 0-15,5 0 0 0,5 0 0 0,0 0 0 16,5-3 0-16,0 2 0 0,5-3-551 0,0-1 126 16,3-3 192-16,14 1-639 0,5-1 416 0,1-1 208 15,-3 2 94-15,10-6-190 0</inkml:trace>
  <inkml:trace contextRef="#ctx0" brushRef="#br0" timeOffset="-126758.93">32084 13134 2278 0,'9'-15'0'0,"1"6"-2"0,-8-1 0 0,2-3-1 0,-4 4 1 0,0 2 0 0,-4 1-1 0,-6 2 2 0,-2 2 0 0,-6 2 0 0,4 0 551 0,-4 7-255 0,4 7-117 0,-4 7-74 16,6-1 390-16,3 5-445 0,5 1-49 0,4 0 0 15,0-3 0-15,0 7 0 16,4-6 0-16,10 1 0 0,2-6 0 0,4 3 0 0,-1-7 0 0,5 4 0 15,4-6 0-15,-4-1 0 16,2-7 0-16,-6-1 0 0,0-3 0 0,-2-1-18 16,-2 0-811-16,-3 0 395 0,-3-5 196 15,0-7 100-15,-2-2-467 0,0-3 287 0,-4-8 140 0</inkml:trace>
  <inkml:trace contextRef="#ctx0" brushRef="#br0" timeOffset="-126469.47">32421 12646 3705 0,'0'-2'0'0,"3"0"0"0,4 0 0 0,0 2 0 0,-2 0 0 0,4 0 0 0,0 4 0 0,3 9 0 0,-1 10 0 0,-1 3 0 0,-1 5 226 0,4 11-226 0,-3-3 0 15,0 1 0-15,0 9 0 0,-5-2 0 0,-2-1 0 0,-1 2 0 16,-2-1 0-16,0-6 0 15,-5 8 0-15,-7-4 0 0,-8-2 0 0,-3-4 0 0,0 0 0 16,1-10 0-16,-8 1 0 0,5-1 0 16,-5-7 0-16,0-3 0 0,0-6 0 0,5-2 0 15,-8-4 0-15,6 0 0 0,-1-6 0 0,8-1 0 16,-4 0 0-16,3 0-251 0,7-9-60 0,1-5 134 16,3-4-518-16,7-8 327 0,3-2 163 15,0-5-277-15</inkml:trace>
  <inkml:trace contextRef="#ctx0" brushRef="#br0" timeOffset="-126164.5">32609 12579 3333 0,'10'-24'17'0,"-1"12"-8"0,7-2-6 0,-2 0-3 0,4 3 0 0,0 1 0 0,1 3 0 0,0 5 0 0,0 2 0 0,1 0 0 0,0 5 125 0,-5 12 112 0,1 1-94 16,-7 5-79-16,-4-2-64 0,-2 10 0 0,-3-2 0 15,0-1 0-15,-15 0 0 16,-5 1 0-16,-3-7 0 0,1-1 0 0,-5-5 0 16,1-2 0-16,1-7 0 0,3-1 0 0,2-4 0 15,2-2 0-15,6 0 0 0,1 0 0 0,4 0 0 16,2 0 0-16,5 0 0 0,0 0 0 0,0 0 0 16,10-2 0-16,10 0 0 0,3 0 0 0,7 0 0 15,0 1 0-15,-2 1 0 0,-1 0 0 16,-5 0 0-16,3 0 0 0,0 0 0 0,-4 0 0 0,-4 1 0 15,1 1 0-15,-4 2-459 16,-4-2 170-16,0 2 130 0,-2-2-805 0</inkml:trace>
  <inkml:trace contextRef="#ctx0" brushRef="#br0" timeOffset="-125262.53">33340 11317 1881 0,'0'-16'0'0,"0"9"0"0,0 4 0 0,0-2 0 0,0 4 0 0,2-3 0 0,3 2 0 0,-2-1 0 0,2 3 0 0,2 0 0 0,3 0 94 0,2 9 123 0,-4 4-89 0,5 4-45 15,-1 5 1-15,0 3 226 0,1 3-125 0,4 8-78 16,-2 2 279-16,0 1-174 15,3 5-86-15,2 3-43 0,-3 2-48 0,2 4-35 16,-1 9 0-16,-4-4 0 0,0 2 0 0,-6 3 0 16,-3-4 0-16,-4 12 0 0,-1-7 0 0,0-1 0 15,0 0 0-15,-11-1 0 0,-4-4 0 0,-5 10 0 16,-5-8 0-16,-2 0 0 0,-5-3 0 16,-2-3 0-16,2-7 0 0,-8 10 0 0,8-15 0 0,-8 9 0 15,5-10 0-15,-1 3 0 0,1-1 0 0,3-1 0 16,-1-3 0-16,1-4 0 15,2 1 0-15,7-8 0 0,1 1 0 0,1-6 0 16,5-5 0-16,3-2-66 0,3 0-59 0,2-7 44 16,2-2-382-16,2-1 217 0,4-4 103 0,0 0-582 15,0-1 343-15,0-1 172 0</inkml:trace>
  <inkml:trace contextRef="#ctx0" brushRef="#br0" timeOffset="-123434.27">11343 11347 3034 0,'-7'-3'0'0,"3"3"0"0,0 0 0 0,-1 0 0 0,1 4 0 0,-2 10 0 0,2 4 0 0,0 5 0 0,3 7 0 0,1 2 0 0,0 13 309 0,0-1-136 15,0 7 212-15,0 3-355 0,3 2-30 32,5 0 0-32,0 5 0 0,-1-6 0 0,0 2 0 0,2-5 0 0,-2-4 0 0,-2-5 0 0,1 3 0 15,-4-10 0-15,-1 2 0 16,-1-3 0-16,0-3 0 31,0-6 0-31,0-3 0 0,0 0 0 0,-5-7 0 0,1-5 0 0,2-2 0 0,-1-4 0 0,3-3-98 0,-2-2-231 0,2 0 145 16,0-6 74-16,2-15-747 0,9-9 401 0</inkml:trace>
  <inkml:trace contextRef="#ctx0" brushRef="#br0" timeOffset="-123285.64">11613 11611 3427 0,'0'-1'0'0,"0"-2"0"0,0 3 0 0,0 0 0 0,8 0 0 0,5 0 0 0,7 0 0 0,3 0 0 0,7 0 0 0,0 0 0 0,4 0 206 0,2 0-89 0,0 0 50 15,-2 0-153-15,0 0-14 0,-1 0 0 0,-1 0-281 16,-2 0 41-16,-3 0 138 0,-7 0-854 0,-3 4 496 16</inkml:trace>
  <inkml:trace contextRef="#ctx0" brushRef="#br0" timeOffset="-123108.14">11734 11942 3926 0,'-32'17'0'0,"5"3"0"0,6 0 0 0,7-5 0 0,5-4 0 0,2-2 0 0,7 1 0 0,0-1 0 0,16 0 0 0,10-4 0 16,8 1 5-16,7-2-5 0,1-2 0 0,-6-2 0 0,5 0 0 0,-2 0 0 15,-1 0 0-15,-2 0 0 0,-5 0 0 0,-2 0 0 16,3 1 0-16,-11-1-186 16,2 3 73-16,-4 4-655 0</inkml:trace>
  <inkml:trace contextRef="#ctx0" brushRef="#br0" timeOffset="-118768.16">27411 13640 1652 0,'-4'-3'0'0,"-1"1"0"0,1 1 0 0,1 1 0 16,-3-2 0-16,3 0 0 0,1 0 0 0,-3-1 0 0,3 0 0 0,0 2 0 0,2-1 92 0,0 1-1 0,0 1 194 0,0-3-120 0,0 3-46 0,0 0 109 16,0 0-91-16,0 0-44 15,0 0-1-15,0 0 119 0,2 0-71 0,0-2-51 16,3 2-1-16,0-1 168 0,4-2-104 0,-1 1-111 15,-2-1-41-15,1-1 0 0,2-1 0 0,-3 1 0 16,1 0 0-16,-1 2 0 0,-1-1 0 0,1 0 0 16,0 0 0-16,1 1 0 0,-1 0 0 0,1 0 0 15,3 0 0-15,-2-1 0 0,2 1 0 0,2-2 0 16,-5 2 0-16,1 0 0 16,5 0 0-16,-4 0 0 0,2 1 0 0,1-2 0 0,-1 3 0 0,0 0 0 31,3 0 0-31,-3 0 0 0,2 0 0 0,0 0 0 0,-1 0 0 0,1 0 0 15,2 3 0-15,0 0 0 0,0 1 0 0,3-2 0 16,-1 2 0-16,2-1 0 0,2-1 0 16,-1 0 0-16,3 0 0 0,-3-2 0 0,1 2 0 0,0-2 0 15,0 0 0-15,-2 2 0 0,1-1 0 0,1 1 0 16,-5 1 0-16,3-2 0 0,1 1 0 0,-1 0 0 16,1-2 0-16,-2 2 0 0,1-2 0 0,2 0 0 15,-4 0 0-15,5 0 0 16,-1 0 0-16,-1 0 0 0,0 0 0 0,0 0 0 15,-1 0 0-15,2 0 0 0,-6 0 0 0,5 0 0 16,-3 0 0-16,0 0 0 16,0 0 0-16,1 0 0 0,1 0 0 0,1 0 0 0,0 0 0 0,0 2 0 15,2-2 0-15,-2 0 0 0,1 0 0 0,-2 0 0 16,-1 0 0-16,0 0 0 0,1 0 0 0,-1 0 0 16,-1 0 0-16,3 0 0 15,-2 0 0-15,1 0 0 0,1 0 0 0,-1 0 0 16,-2 0 0-16,3 0 0 0,-3 0 0 0,3 0 0 15,-2 0 0-15,-3 0 0 0,2 0 0 0,-6 0 0 16,1 0 0-16,-2 0 0 0,-2 0 0 0,-3 0 0 16,1 0 0-16,-3 0 0 0,-1 0 0 0,-1 0 0 15,2 0 0-15,-3 0 0 0,0 0 0 0,0 0 0 16,0 0 0-16,0 0 0 0,0 0 0 0,0 0 0 16,0 0 0-16,0 0 0 15,0 0 0-15,0 0 0 0,0 0 0 0,0 0 0 16,0 0 0-16,0 0 0 0,0 0 0 0,0 0 0 15,0 0 0-15,0 0 0 0,0 0 0 0,0 0 0 16,0 0 0-16,0 0 0 0,0 0 0 0,0 5 0 16,0 6 0-16,-8 8 0 0,-4 3 0 0,-4 7 0 15</inkml:trace>
  <inkml:trace contextRef="#ctx0" brushRef="#br0" timeOffset="-108461.35">3576 13861 1870 0,'0'0'0'0,"0"0"0"0,2 0 0 0,4 0 0 0,-1 0 0 0,-2 0 0 0,-1 0 0 0,1 0 0 0,4 0 0 0,-2 0 0 0,2 0 84 0,4 0 332 16,1 0-185-16,-1 0-94 0,3 0 103 0,0 0-87 16,-1 0-60-16,2 0 178 15,3 0-113-15,-1 0-57 0,4 0-29 0,1-2 33 0,1 0-105 0,1 0 0 16,-1 0 0-16,-2 1 0 0,6-3 0 0,-7 2 0 15,4 1 0-15,-1-1 0 0,-2-1 0 0,-1 3 0 16,4 0 0-16,-4 0 0 0,5 0 0 0,-2 0 0 16,2 0 0-16,1 0 0 15,4 5 0-15,0-2 0 0,2 1 0 0,5 1 0 16,-2-3 0-16,10 2 0 0,-8 1 0 0,13-3 0 16,-2 1 0-16,1-1 0 0,-1 1 0 0,3 1 0 15,-2 0 0-15,5 1 0 0,3 0 0 16,-2 1 0-16,-1 0 0 0,2-3 0 0,-1 4 0 0,10-4 0 15,-7 1 0-15,4-4 0 0,-1 0 0 0,4 0 0 16,-5 0 0-16,15 0 0 0,-10 0 0 16,2 0 0-16,-1-2 0 0,1 0 0 15,-7 0 0-15,16 1 0 0,-5-2 0 0,0 3 0 16,-1 0 0-16,0 0 0 0,-7 0 0 0,14 0 0 16,-5 0 0-16,-1 0 0 0,4 0 0 0,2 4 0 15,3-2 0-15,-4-2 0 0,3 2 0 0,3-2 0 16,0 0 0-16,2 0 0 0,0 0 0 0,12 0 0 15,-11 0 0-15,1 0 0 0,-1 0 0 0,3 0 0 16,-11 0 0-16,22 0 0 0,-9 0 0 16,2 0 0-16,-1 0 0 0,1 0 0 15,-6 0 0-15,21 0 0 0,-7 0 0 0,1-2 0 16,-1-1 0-16,2-1 0 0,-13 0 0 0,22-2 0 16,-8 0 0-16,1 4 0 0,-5-1 0 0,1 0 0 15,-10 0 0-15,21 2 0 0,-8-1 0 0,-4 0 0 16,0 0 0-16,0 0 0 0,-10-1 0 0,17 1 0 15,-6-2 0-15,0-2 0 0,-6 2 0 0,0-2 0 16,-12 1 0-16,13-3 0 16,-10 2 0-16,-7 1 0 0,-2 1 0 0,0 1 0 15,-18-1 0-15,4 2 0 0,-6 0 0 0,-5 1 0 16,-9-2 0-16,-5 3 0 0,-3-1 0 0,-6-1 0 16,-6-1 0-16,-3 2 0 0,-5-1 0 0,-3-1 0 15,-6 2 0-15,-1-1 0 0</inkml:trace>
  <inkml:trace contextRef="#ctx0" brushRef="#br0" timeOffset="-108405.2">11424 13768 420 0,'-34'14'-1'16</inkml:trace>
  <inkml:trace contextRef="#ctx0" brushRef="#br0" timeOffset="-107325.81">12399 14363 2895 0,'-10'0'0'0,"5"0"0"0,5 0 0 0,0 0 0 0,0 0 0 0,0 0 0 0,0 0 0 0,0 0 0 0,9 0 0 0,8 0 0 0,2 0 187 15,5 0-73-15,-3 0 271 0,2 0-172 0,1 0-76 16,0 0-137-16,4 0 0 0,-5 0 0 0,2 0 0 16,-5-2-17-16,2 2-115 0,-3 0 82 0,0 0 44 15,-2 0-295-15,-4 0 170 0,0 0 86 0,-5 2-990 16,-3 11 502-16</inkml:trace>
  <inkml:trace contextRef="#ctx0" brushRef="#br0" timeOffset="-107158.36">12548 14763 2947 0,'-25'18'0'0,"0"5"0"0,10-4 0 0,-1-4 0 0,5-5 0 0,4-2 0 0,4-2 0 15,3 0 0-15,0-1 0 0,17 1 0 0,6-6 721 0,8 0-458 0,0 0-263 0,8 0 0 0,4 0 0 16,-10-3 0-16,5-3 0 0,-5 0 0 0,2 3 0 15,-7 0 0-15,4 1 0 0,-10 1 0 0,1 1 0 16,-4 0 0-16,-4 0-664 16,-5 9-33-16</inkml:trace>
  <inkml:trace contextRef="#ctx0" brushRef="#br0" timeOffset="-106555.34">13802 13753 2020 0,'-6'-12'0'0,"1"4"0"0,3 7 0 0,2-2 0 0,-2 2 0 0,2 1 0 0,-2 0 0 0,2 7 0 0,0 16 0 0,0 3 0 0,0 8 153 0,0 3-47 16,0 10-38-16,0 2 249 0,0 4-139 0,0 9-69 15,2-2-36-15,0 0 140 0,0 13-92 0,-1-3-41 16,3-5-1-16,0 1-91 0,-2 0 26 0,1-9 8 16,1 14 17-16,-2-7-221 0,-1-1 110 0,-1 1 56 15,0 0-152-15,0-10 103 0,0-1-28 0,0-4-378 16,0-5 179-16,0-11 127 0,0-6 63 0,0-7-406 15,0-7 240-15,3-7 114 0</inkml:trace>
  <inkml:trace contextRef="#ctx0" brushRef="#br0" timeOffset="-106371.84">14048 14633 3256 0,'0'-6'0'0,"0"5"0"0,0 1 0 0,0 0 0 0,0 0 0 0,0 5 0 0,0 8 0 0,0 2 0 0,0 4 0 0,0 5 0 0,1 3 224 0,3-1-93 0,0 2-46 16,2-1 9-16,0 2-246 16,-1 0 96-16,-1-9 46 0,1 3-538 0,-1-4 293 15,-2-6 156-15,0-4-648 0,0-1 371 0,0-5 185 16,-2-3-3-16,0 0-295 0</inkml:trace>
  <inkml:trace contextRef="#ctx0" brushRef="#br0" timeOffset="-105974.13">14172 14219 2423 0,'9'-3'0'0,"1"3"0"0,-1 3 0 0,-2 17 0 0,0 6 0 0,-2 9 0 0,0 7 0 0,1-3 0 0,-1 17 0 0,-1-3 0 0,0 2 72 0,-2 1 215 0,0-3-124 0,0-9-53 16,2 9-41-16,-2-18-69 0,1 4 38 0,-1-8 0 0,0-11-141 15,0-6 81-15,-1-4 25 0,-1-5-1 16,0-3-56-16,0-2 45 0,0-11 1 0,2-9 55 0,4-8-22 15,0 3-6-15,3-4 0 16,2 3-37-16,3 2 71 0,-1 5-23 0,6-4 110 16,-3 10-61-16,3 0-18 0,2 6 1 0,-1 3 54 15,-1 2-21-15,1 2-33 0,-4 0 0 0,1 10 8 16,-4 4-70-16,-4 3 0 0,-1 2 0 0,0 2 0 16,-5-2 0-16,1-1 0 0,0-3 0 0,-3-6 0 15,1 1 0-15,0-5 0 0,0 0 0 0,4-4 0 16,0-1 0-16,3 0 0 0,2-3 0 0,1-9 0 15,0 1 0-15,4 0 0 0,-2-1 0 0,2 3 0 16,-5 4 0-16,3 1 0 0,-2 2 0 16,-1 2 0-16,-1 0 0 0,-2 11 0 15,-3 7 0-15,-1 6 0 0,-3 2 0 0,1 4 0 16,0-2 0-16,0-4 0 16,0 9 0-16,4-13-108 0,0-2 53 0,5 0-1174 0,-1-5 596 0</inkml:trace>
  <inkml:trace contextRef="#ctx0" brushRef="#br0" timeOffset="-105286.81">13864 15360 1714 0,'-8'-4'0'0,"1"2"0"0,-1 2 0 0,0 0 0 0,-1 0 0 0,0 9 0 0,1 3 0 0,-1 2 0 0,0 5 0 0,-3 6 0 0,1 1 194 16,0 3-78-16,-3-1-40 0,0 2-38 0,0-2 8 15,-2 0-9-15,0-1 1 0,0-6 54 0,-1 2-26 16,2-8-1-16,-2 1 134 0,2-4-86 15,1-2-37-15,5-5-1 0,2 0 68 16,1-2-52-16,4-3-18 0,0 0-10 0,2 0 227 16,0 0-127-16,10 0-63 0,6 0-37 0,5 0-63 15,8 0 0-15,1 0 0 0,2 0 0 0,1 0 0 16,5 0 0-16,-3-2 0 0,5 1 0 0,-2-1 0 16,-5-1 0-16,-2 2 0 0,-3-1 0 0,-5 0 0 15,-3 1 0-15,-3-2-7 0,-6 1-80 0,-4 1 44 16,-3 1 64-16,0-3 2 0,-2 2-55 0,-2-8 21 15,0 1 147-15,-6-4-136 16,-5-2 0-16,-2-4 0 0,-2-4 0 0,-2-1 0 16,0-3 0-16,-2-2 0 0,2 2 0 0,0-1 0 15,2 6 0-15,2 3 0 0,-2 1 0 0,2 2 0 16,5 6 0-16,-1-1 0 0,2 3 0 0,1 3 0 16,5 3 0-16,-2-2 0 0,3 1 0 0,0 2 0 15,4 0 0-15,13 0 0 0,6 0 0 0,1-2 0 16,4 1 0-16,1-4 0 0,6 2 0 0,-1 0 0 15,0 1 0-15,-1 0 0 16,-1 2 0-16,0 0 0 0,-5 2 0 0,-3 8 0 16,-4 6 0-16,-1 5 0 0,-8-3 0 0,1 11 0 15,-8-1 0-15,-2 0 0 0,-2 2 0 0,0-2 0 16,-6-3 0-16,-8 4 0 0,0-6 0 0,-3-3 0 16,2-4 0-16,-4-3 0 0,0-1 0 0,-1-6 0 15,-1 0 0-15,0-2 0 0,1-2 0 0,2-2 0 16,6 0 0-16,-6 0 0 0,11 0 0 0,-2-6-106 15,5-5 25-15,4-6-842 16,0-2 434-16,13-1 230 0,6-3 111 0,3 1-654 0</inkml:trace>
  <inkml:trace contextRef="#ctx0" brushRef="#br0" timeOffset="-105115.35">14439 15360 3566 0,'5'-6'0'0,"1"1"0"15,-5 1 0-15,-1 2 0 0,0 2 0 0,-9 0 0 0,-3 8 0 0,0 6 0 0,-1 5 0 0,-1 4 0 0,5 1 248 0,4 4-131 0,3-1-117 0,2-4 0 16,0 10 0-16,5-7 0 0,8 0 0 0,4-1 0 16,4-5 0-16,3-1 0 0,1-2 0 0,1-2 0 15,-1-5 0-15,-1-4-673 0,2-1 306 0,-5-5 85 16,5 0-621-16,-1 0 433 0,-1-10 216 0</inkml:trace>
  <inkml:trace contextRef="#ctx0" brushRef="#br0" timeOffset="-104737.95">14660 15458 3463 0,'-17'-2'0'0,"0"2"0"0,2 0 0 0,0 0 0 0,8 0 0 0,2 0 0 0,0 0 0 0,5 0 0 0,0 0 0 0,15 0 0 0,6 0 75 0,7 2 0 16,2-1 42-16,6-1-45 0,0 0 1 0,7 0-36 0,-10-1-365 16,1-5 183-16,-6 0 100 0,4-2-475 0,-11 3 275 15,-2 1 137-15,-6 1-537 0,-2 0 307 0,-5 2 129 16,-2-1 91-16,-2 0-129 0,-2 0 104 15,0-3 53-15,-4-6 27 0,-4-3-191 16,3-3 114-16,-3-1 51 0,1-3 26 0,-1 2 88 16,0 2-30-16,3 0-11 0,-2 4 461 0,5 4-242 15,-2 1-120-15,4 2 575 0,0 3-284 0,0 1-172 16,2 0-45-16,7 2 215 0,6 0-168 0,2 7-83 16,4 7-42-16,-3-1 109 0,7 5-80 0,-2 1-35 15,0 2 0-15,-2-1 152 0,-3 0-94 0,-6-2-37 16,0 0-79-16,-4 0-15 0,-5 0 0 0,-3 0 0 15,0 0 0-15,-9-1 0 0,-12 4 0 16,-2-4 0-16,-3 0 0 0,-1-3 0 16,-3 0 0-16,5-4 0 0,-5 3 0 0,9-5 0 15,-2-1 0-15,12-4-414 0,-2-2-51 0,5-1 219 16,6 0-529-16,2 0 369 0,4-7 184 0,15-8-452 16</inkml:trace>
  <inkml:trace contextRef="#ctx0" brushRef="#br0" timeOffset="-104500.8">15276 15440 2833 0,'23'0'0'0,"-7"0"0"0,-2 0 0 0,-7 14 0 0,-1 0 0 0,-4 6 0 0,-2 1 0 0,0 8 0 0,0-1 0 0,0-4 0 0,3 2 322 0,5-1-142 0,2-4-62 0,4 0 27 16,5-4-55-16,4-6-26 0,2-3 0 0,0-7-127 16,-2-1 59-16,5 0 16 0,-5-11-214 0,-7-5 119 15,-2-5 61-15,-5-4-82 0,-7 3 80 0,-2-9 1 16,0 5 26-16,-15-3 86 0,-6 3-43 15,-9-4-1-15,2 8-97 0,-9-1 243 0,-1 7-94 0,-2 2-25 16,7 8-29-16,-3 4-81 16,2 2 39-16,6 0 40 0,5 0-244 0,3 2 127 15,5 12 53-15,4 1 31 0,4 4-900 0,4 9 415 16</inkml:trace>
  <inkml:trace contextRef="#ctx0" brushRef="#br0" timeOffset="-103790.89">16508 14132 1699 0,'-3'-6'0'0,"-1"2"0"0,0 2 0 0,1 0 0 0,-2 0 0 0,3 2 0 0,-1 0 0 0,-1 0 0 0,0 2 0 0,3 8 0 0,-3 3 76 0,-2-1 61 0,-2 6-50 15,-3 5-25-15,-3 2 0 0,-5 4 47 0,-6 5-40 0,-1-4-1 16,-5 2 45-16,0-2-38 0,-3 0 0 0,6-8 125 15,-6 3-86-15,2-5-39 16,0-1 1-16,6-4 129 0,-1-2-83 0,11-4-34 16,-2 0-8-16,9-4 29 0,2-1-36 0,3-2 0 15,3-2 11-15,1 1-84 0,0 2 0 0,9-2 0 16,7 0 0-16,7 4 0 0,3-3 0 0,3 0 0 16,1-1 0-16,5 4 0 0,1-4 0 0,9 1 0 15,-4 0 0-15,-5 0 0 0,11 1 0 0,-15 0-19 16,4-1-45-16,-4 1 34 15,-4-1-22-15,-10 0-124 0,1 0 65 0,-6-2 44 16,-3 1 94-16,-5-1-27 0,-3 0-18 0,0 0 368 16,-2 0-190-16,0-1-160 0,-5-13 0 0,-4-1 0 15,-3 0 0-15,-1-6 0 0,-3-1 0 0,4 3 0 16,1-7 0-16,-1 3 0 0,3 2 0 0,0-4 0 16,2 6 0-16,4-3 0 0,1 1 0 0,0 2 0 15,2 0 0-15,0 3 0 0,0 0 0 0,0 1 0 16,2 1 0-16,1 3-254 0,3 3-122 0,2 0 174 15,1 0 82-15,2 4-650 16,3 2 366-16,0 1 183 0,4 1-253 0</inkml:trace>
  <inkml:trace contextRef="#ctx0" brushRef="#br0" timeOffset="-103551.2">16989 13884 2893 0,'0'-2'0'0,"0"2"0"0,0 0 0 0,-5 0 0 0,0 11 0 0,-1 6 0 0,1 6 0 0,-2 5 0 0,-3 9 0 0,1 8 0 0,2 7 481 0,1 0-222 0,3 2-111 15,3-2-46-15,0-1-54 0,2-4-48 0,5-4 0 16,5-6 0-16,4-4 0 0,0-1 0 0,3-6 0 16,2-3 0-16,-1-5 0 0,-1-6 0 0,4-4 0 15,-1-1 0-15,4-5 0 0,-3-2 0 0,2 0-427 16,-3-2 125-16,-1-6 80 0,-2 1-534 15,-1-3 364-15,-3 1 178 0,-2 1 88 0</inkml:trace>
  <inkml:trace contextRef="#ctx0" brushRef="#br0" timeOffset="-103256.83">16095 14890 2176 0,'-26'-2'0'0,"10"0"0"0,6-2 0 0,4 4 0 0,1 0 0 0,5 0 0 0,0-1 0 0,1-1 0 0,21 0 0 0,12 1 0 0,4-4 426 16,16 2-199-16,13 1-95 0,-2 0-48 0,3 0 239 0,3 2-143 0,-7 0-63 15,18 0-44-15,-7 8 120 0,-1 1-193 16,3 0 0-16,-2-1 0 0,-9 0 0 0,12-1 0 0,-15-2 0 15,-8 0 0-15,4 1 0 16,-7-1-12-16,-11-3-192 0,-1 0 94 0,-6-1 70 16,-12 1-44-16,-6-2-569 0,-4 2 308 0,-6-2 145 15,-6 2 86-15,0 2-460 0,-18 1 268 0</inkml:trace>
  <inkml:trace contextRef="#ctx0" brushRef="#br0" timeOffset="-102678.72">16563 15129 2069 0,'-12'4'0'0,"5"2"0"0,-4 4 0 0,2 1 0 0,-5 4 0 0,0 7 0 0,-4 0 0 0,2 4 0 0,-3 5 0 0,-2-2 0 0,-4 5 99 0,0 4 109 0,-2-4-85 16,1-2-43-16,-1-7 0 0,1 1 97 0,-1-1-75 15,1-5-32-15,4-2 139 0,3-7-86 0,-2 0-43 16,6-3 10-16,5-5 210 15,-2 1-179-15,6-1-121 0,3-3 0 0,1 0 0 16,2 0 0-16,0 0 0 0,3 0 0 0,12 0 0 16,8-3 0-16,0 2 0 0,-1-2 0 0,12 2 0 15,0-1 0-15,9-1 0 0,-6 2 0 0,5 1 0 16,-5 0 0-16,12-1 0 0,-6-2 0 0,-7-1 0 16,3 1 0-16,-3-1 0 15,-7-1 0-15,-2-1 0 0,-4 0 0 0,-4 3 0 0,-10-1 0 16,0-1 0-16,-4 3 0 0,-3-2 0 15,-2-6 0-15,0 0 0 0,-12-2 0 0,-6-3 0 16,0 1 0-16,-8-11 0 0,1 4 0 0,-2-4 0 16,-1 3 0-16,-6-6 0 0,7 9 0 0,-1-2 0 15,0 4 0-15,1 2 0 0,3 1 0 0,6 5 0 16,-2 2 0-16,5-1 0 0,8 3 0 0,-1 1 0 16,5 2 0-16,3 1 0 0,0-3 0 0,7 2 0 15,18-1 0-15,3 2 0 0,6 1 0 16,-1 0 0-16,8 0 0 0,9 1 0 0,-6 9 0 15,2 3 0-15,-3 2 0 0,-1 4 0 16,-7-2 0-16,4 8 0 0,-9-5 0 0,-1 4 0 16,-3 0 0-16,-8 1 0 0,-4-4 0 0,-5 2 0 15,-7-3 0-15,0 1 0 0,-2 0 0 0,-11-2 0 16,-5-5 0-16,-7 1 0 0,0-4 0 0,-4-4 0 16,3-1 0-16,-3-3 0 0,5-2 0 15,-2-1 0-15,3 0 0 0,3 0 0 0,0 0 0 16,9-1-39-16,1-5-50 0,6-6-812 0,2 0 432 15,8-5 215-15,14-2 109 0,7-1-673 0</inkml:trace>
  <inkml:trace contextRef="#ctx0" brushRef="#br0" timeOffset="-102472.15">17269 15164 2770 0,'9'-9'0'0,"-2"2"0"0,-5-2 0 0,-2 7 0 0,-7-1 0 0,-14 3 0 0,-5 0 0 0,0 5 0 0,-1 11 0 0,1 1 0 0,-1 6 837 0,5 2-513 0,3 5-324 0,2 4 0 15,6 2 0-15,6 0 0 0,5 1 0 16,0 1 0-16,0-1 0 0,11-3 0 16,4-2 0-16,5-3 0 0,5-5 0 0,1-2 0 15,3-5 0-15,-1-2 0 16,2-2 0-16,2-9 0 0,-2 0 0 0,2-2-75 0,-4-2-136 0,0 0-811 16,2 0 493-16,-1 2 236 0,1-2 133 0</inkml:trace>
  <inkml:trace contextRef="#ctx0" brushRef="#br0" timeOffset="-102005.08">17949 14689 3012 0,'-2'-3'0'15,"2"1"0"-15,0 2 0 0,0 0 0 0,0 0 0 0,0 0 0 0,0 0 0 0,3 0 0 0,1 3 0 0,2 1 0 0,1 2 509 0,1-1-235 0,-1 0-138 0,1 0-136 0,-1 1 0 16,1 1 0-16,-1 1 0 0,1 1-31 0,-3-1-87 16,3 2 73-16,0 2 42 0,-3 2-748 0,2 2 394 15,1 1 197-15,2 3 108 16</inkml:trace>
  <inkml:trace contextRef="#ctx0" brushRef="#br0" timeOffset="-101394.36">19693 13583 2439 0,'-4'-6'0'0,"2"5"0"16,2 1 0-16,0 0 0 0,0 9 0 0,0 8 0 0,0 7 0 0,0 8 0 0,0 8 0 0,0 3 0 0,0-2 188 0,0 14-79 0,0-2 165 0,0 1-118 15,0 0-59-15,0 2-29 0,-3 1 229 16,1 1-134-16,0 0-62 0,0-1-129 0,0-2 34 15,2-13 9-15,0 13-288 0,-1-12 156 0,-3-7 78 16,2 1 38-16,-4-3-496 0,0-7 259 0,-1 0 44 16,2-4 89-16,-3-2-554 0,0-3 310 0,-3-1 156 15</inkml:trace>
  <inkml:trace contextRef="#ctx0" brushRef="#br0" timeOffset="-100851.5">18433 14834 1905 0,'-8'-9'0'0,"1"3"0"16,1 2 0-16,1 0 0 0,0 1 0 0,0 0 0 0,3 0 0 0,-2 1 0 0,4 0 0 0,0 0 0 0,0 0 149 0,12 1-56 0,8-2 199 0,5 3-127 0,7-1-54 15,11-2 192-15,4 3-133 0,8 0-65 0,12 0-34 16,4 0 136-16,9 0-75 0,15 0-52 0,-1 0 68 16,5 0-148-16,4 0 0 0,5 3 0 15,1 4 0-15,2 1 0 0,2 2 0 0,0-1 0 16,16 0 0-16,-10-3 0 0,-15-3 0 15,13-1 0-15,0-2 0 0,-7 0 0 0,-3 0 0 16,-11-4 0-16,-21 1 0 0,2-2 0 0,-18 0 0 16,-7 4 0-16,-15-1-11 0,-9-1-79 0,-7 3-69 15,-8 0 42-15,-7 0 39 0,-6 0 14 16,-8 0-330-16,-19 5 178 0,-8 2 79 0,-8 2-397 0,-1 1 248 16,-6 1 124-16,-2 0 62 0</inkml:trace>
  <inkml:trace contextRef="#ctx0" brushRef="#br0" timeOffset="-100421.45">18615 15270 1987 0,'-22'0'0'0,"3"0"0"0,1 0 0 0,0 1 0 0,3 5 0 0,6-4 0 0,1 2 0 0,5-3 0 0,1 1 0 0,2 2 0 0,5 1 396 0,18-2-179 0,7-1-89 16,13-1-45-16,6-1 306 0,11 3-166 0,15-3-97 15,0 0 88-15,19 0-87 0,-4 0-86 0,8 0-41 16,7 0 0-16,8 0 0 0,1 0 0 0,18-9 0 16,-27 0 0-16,10 0 0 0,3 0 0 0,-6-1 0 15,-6 2 0-15,-8 5 0 0,-10-1 0 0,-15 2 0 16,-6-1 0-16,7 1 0 0,-24 0 0 16,0-2 0-16,-17 3 0 0,-4-2 0 0,-5 2 0 15,-13-1 0-15,-4-1 0 0,-5 3-231 0,-2-1-37 0,-13-2 116 16,-17 2 46-16,-9-1-307 15,-3 2 187-15,-6 0 94 0,-7 0 47 0,-12 0-570 16,8 6 299-16</inkml:trace>
  <inkml:trace contextRef="#ctx0" brushRef="#br0" timeOffset="-100047.04">18390 15437 2513 0,'-32'-4'0'0,"7"4"0"15,9 13 0-15,2 9 0 0,7-2 0 0,1 1 0 0,3 7 0 0,3 1 0 0,0 4 0 0,0 2 0 0,3 1 246 0,8 9-108 0,-2-2 72 0,0-1-86 0,-4 0-42 0,1 2-1 16,-5-8-5-16,-1 5-10 0,0-3-28 16,0-5 27-16,0 1-27 15,-9-8 1-15,0-5 9 0,-3-5 26 0,1-2-36 0,-4-5 1 16,0-5-23-16,-2-4-16 0,-1 0 0 0,-5-6 0 15,4-9 0-15,-1-5 0 0,-1-3 0 0,-2-4-19 16,-1-8-13-16,3 2 29 0,2 3-20 16,-1 3-6-16,1 3 10 0,2 7 3 0,0-1-3 0,0 7 126 15,4 6-55-15,1 3-51 0,1 0-1 16,1 2 0-16,-1 4 0 0,6 6 0 0,0 8 0 0,3 3 0 16,2 3 0-16,0-3 0 15,0 6-9-15,0-2-46 0,2 1 35 0,3-1-548 16,3-6 256-16,1 2 132 0,0-3 60 0,-1 0-200 15,4-6 142-15,-3 1 69 0,2-5-446 0,2-1 248 16,2-3 140-16</inkml:trace>
  <inkml:trace contextRef="#ctx0" brushRef="#br0" timeOffset="-99809.27">18634 15569 3068 0,'-7'-5'0'0,"5"5"0"0,2 0 0 0,-2 5 0 0,2 9 0 0,0 2 0 0,0 5 0 0,0 8 0 0,2 1 0 0,1 10 0 0,5 2 132 15,-1 3 245-15,-1 5-170 0,0-4-84 0,-2-2-99 16,1 11-24-16,-1-11 0 0,-3 0 0 0,1-7 0 16,0 0 0-16,-2 0 0 0,0-8 0 15,0-4-195-15,0-4 14 0,0-6 111 0,0-6 53 16,0-2-507-16,0-6 253 0,2-1 59 15,3 0-547-15,2-14 361 0</inkml:trace>
  <inkml:trace contextRef="#ctx0" brushRef="#br0" timeOffset="-99647.84">18722 15910 2483 0,'0'-15'0'0,"0"3"0"0,0 5 0 0,0-4 0 0,0 3 0 0,11 1 0 0,8-1 0 0,6 4 0 0,3-1 0 16,4 3 0-16,4-2 328 0,-1 3-134 0,8 1-83 0,-3 0-36 0,1 0-131 15,0 0 47-15,-5 0 1 0,2 3 56 0,-4 1-492 16,-2 1 241-16,-10 1 121 0,0 0-236 0,-3 1 142 16,-6-1 108-16,-5 3-662 0,-4-1 345 0</inkml:trace>
  <inkml:trace contextRef="#ctx0" brushRef="#br0" timeOffset="-99460.31">19077 15658 1866 0,'-15'-19'0'0,"-2"5"0"0,2 4 0 0,4 4 0 16,1 2 0-16,5 3 0 0,-1 1 0 0,5 0 0 0,1 16 0 0,0 7 0 0,1 6 202 0,5 3-81 0,-1 7-32 0,1 9 234 0,0-1-142 0,-2 2-71 15,0 1-114-15,-3-3 42 0,1-5 10 0,0 7-9 16,-2-13-173-16,0 2 87 0,0-7 42 16,0 0-407-16,0-8 217 0,-2 0 110 0,-3-4-38 0,-1-2-451 15,4-8 268-15,1 1 134 0</inkml:trace>
  <inkml:trace contextRef="#ctx0" brushRef="#br0" timeOffset="-99168.2">19749 15481 2338 0,'-12'-15'0'0,"-2"12"0"15,1 1 0-15,-4 2 0 0,0 0 0 0,-4 4 0 0,-3 14 0 0,-2 8 0 0,-4 11 0 0,4 4 0 0,-1 6 439 0,5 5-200 0,2 11-101 0,6-12 318 0,1 14-214 0,10-12-163 16,3 6-79-16,0-2 0 0,1-4 0 0,10-10 0 16,10 6 0-16,1-12 0 15,3-2 0-15,-1-8 0 0,3-1 0 0,1-5-162 16,-1-6 85-16,-2-4 58 0,1-5-701 0,1-5 353 15,-3-1 104-15,-3 0-389 0,-1-3 311 0,1-14 152 16,-4-1 75-16,-2-7-359 0</inkml:trace>
  <inkml:trace contextRef="#ctx0" brushRef="#br0" timeOffset="-98673.89">19937 15554 1907 0,'0'-16'0'0,"0"9"0"0,0 3 0 0,0 0 0 0,0 3 0 0,-2 1 0 0,-1 0 0 0,-1 3 0 0,-1 14 0 0,-5 7 0 0,0 4 306 0,-1 3-134 0,-6 8-66 0,4-8 78 16,-8 11-77-16,7-10-34 0,-5 0-1 0,-1 0 75 15,1-4-55-15,1-7-17 16,0-1-10-16,2-4 137 0,2-5-81 0,4-3-42 16,3-5 68-16,1 1-71 0,2-4-76 0,3 0 0 15,1 0 0-15,0 0 0 0,11 0 0 0,10 0 0 16,3 0 0-16,6-2 0 0,0-2 0 0,4 0 0 15,2 1 0-15,1 1 0 0,7-2 0 0,-11 1 0 16,3-3-47-16,-4 2-58 0,-8-1-16 0,0 2 9 16,-5 0 44-16,-6 1-32 0,-1-2 84 0,-5 0-22 15,-5 0-10-15,-2-3 155 0,0-5-73 0,-4 0-36 16,-11-6 0-16,-2 0 192 0,-4-2-108 0,0-4-16 16,-4-1 14-16,0-1-21 0,1-1-18 0,1 1-41 15,3 4 0-15,-3-2 0 0,6 10 0 0,4-4 0 16,2 6 0-16,5 4 0 15,2 0 0-15,2 2 0 0,2 3 0 0,2 0 0 16,12 0 0-16,6 1 0 0,1 2 0 0,9 0 0 16,-4 0 0-16,3 2 0 0,1 10 0 15,-2 0 0-15,-2 3 0 0,3 4 0 0,-6 2 0 0,0 3 0 16,0-5 0-16,-3 2 0 0,-3-2 0 16,1-1 0-16,-4 0 0 0,2-4 0 15,-5-1 0-15,-1-3 0 0,-1-2-263 0,-4-5 111 16,1 1-466-16,-1-4 289 0,-1 0 146 0,-1 0 72 15,1-4-464-15,1-7 273 0,-2-6 132 0,3-3 66 16</inkml:trace>
  <inkml:trace contextRef="#ctx0" brushRef="#br0" timeOffset="-98505.42">20447 15454 2466 0,'0'-4'0'0,"0"1"0"0,0 3 0 0,0 0 0 0,-2 0 0 0,-2 0 0 0,-1 14 0 0,0 3 0 0,-2 6 0 0,-2 1 0 0,0 6 119 0,-5 12 433 15,1-9-247-15,-2 12-138 0,0-1-64 0,0-3 80 16,2-6-147-16,1 3-36 0,-1-3-246 0,2-2 63 16,-1-3 110-16,3-4-615 0,0-2 363 0,-1-4 191 15,-1-2 13-15,0-3-671 0,-4 3 377 0</inkml:trace>
  <inkml:trace contextRef="#ctx0" brushRef="#br0" timeOffset="-98284.83">19588 16173 3042 0,'-13'0'0'0,"3"0"0"0,7 0 0 0,3 0 0 16,0 0 0-16,1-3 0 0,22 1 0 0,13-5 0 0,5 1 0 0,8 0 0 0,4-3 170 0,12-1-70 0,-3 2 68 0,2-1-64 0,-2 0-33 15,-7 3 0-15,3-3-201 0,-6 3 80 0,-3-2 44 16,-11 5-209-16,-1-1 127 0,-7 3 63 0,-7-2 41 15,-6 3-611-15,-6 0 212 0,-7 0 182 0,-4 4-474 16,0 5 319-16,-13 3 149 0,-10 1 89 0,-1-6-248 16</inkml:trace>
  <inkml:trace contextRef="#ctx0" brushRef="#br0" timeOffset="-97667.59">19986 16154 1449 0,'-26'14'0'0,"-2"1"0"0,-1 2 0 0,1 3 0 0,3 1 0 0,-4 3 0 0,5 1 0 0,-3 1 0 0,5 0 0 0,2-1 0 0,-1-1 162 0,3-2-62 0,4-5 191 0,2-2-127 16,3-6-62-16,3-1-23 0,3-2 95 0,3-5-68 16,0-1-34-16,0 0 208 0,5 0-120 0,11 0-51 15,0-1-41-15,5-4 192 0,4 1-111 0,0 1-55 16,-2 1-18-16,5 0-40 16,0 1-36-16,1 1 0 0,1 0-114 0,-2 0 27 0,-5 0 73 0,-1 0 21 15,-1 0-164-15,-11 0 98 16,2 0 48-16,-4 0-317 0,-5 0 159 0,-1-2 21 15,-2-2 62-15,-2-3 102 0,-9-1-27 0,-4 0 1 16,-3-5-38-16,-9 2 167 0,3-1-78 0,-3-1-40 16,1 1 0-16,-1 0 136 0,5 3-82 0,-2 0 7 15,3 1 119-15,3 1-61 0,6 1-51 0,3 2 71 16,5 2-44-16,2 0-21 0,2 1-1 0,4-1-26 16,16 0-48-16,4 2 0 0,7 0 0 15,2 0 0-15,9 0-12 0,-1 0 11 16,-7 5-193-16,3 5 103 0,-1 0 46 0,-3-1 29 15,-8 4-44-15,-4-2 16 0,-4 4 0 0,-6-2-12 16,-5 2 63-16,-4-1-28 0,-2-2-43 0,0 2 160 16,-15-3-53-16,-8 0-29 0,2-3-2 0,-9-1 132 15,2-3-57-15,1-3-40 0,-2-1 7 0,3 0-144 16,5 0 66-16,2 0-3 0,4-1-484 16,4-6 247-16,7-5 105 0,4-1 68 0,0-4-264 0,15-4 163 15,8 0 77-15,5 3-523 16,4-3 300-16,0 1 149 0,0 1 66 0,2 0-232 15,-1 3 178-15,3 2 88 0,-6 1 39 0,-4-1 50 16,-5 6 0-16,-4 0 0 0,-8 5 220 0,-3 0-149 16,-2 2-54-16,-4 1 646 0,0 0-331 0,-7 1-174 15,-9 11 16-15,-3 2 353 0,1 4-244 0,2 2-122 16,4-1-52-16,-2 8 665 0,10-9-368 0,1 10-370 16,3-3-36-16,0-6 0 0,13 7 0 15,6-8 0-15,5 1 0 0,4-4 0 16,2-6 0-16,4-1-410 0,2-4 66 0,-1-4 192 15,-1 0 95-15,-2-2-785 0,1-8 391 0,-11 1 196 16,6-6 113-16,-5 0-193 0</inkml:trace>
  <inkml:trace contextRef="#ctx0" brushRef="#br0" timeOffset="-97409.1">20523 15824 2477 0,'0'-8'0'0,"0"1"0"0,0 3 0 0,0-1 0 0,8 2 0 0,5 1 0 0,3 2 0 0,-2 0 0 0,7 11 0 0,-1 7 0 0,1 2 165 0,0 4-69 0,-1 7 275 15,1 7-167-15,-5 1-82 0,-4 2-42 0,-6-2 110 16,-1 12-80-16,-5-4-36 0,0 0-32 16,-3 2-42-16,-12 0 0 0,-6-2 0 0,-2 0 0 0,0-4 0 15,-6-4 0-15,3-5 0 16,1-9 0-16,-3-1 0 0,2-7 0 0,-1-8-148 15,7-3-105-15,-3-5 84 0,4-1 84 0,1 0-337 16,2-8 196-16,6-15 94 0,2-3-485 0,7-4 290 16</inkml:trace>
  <inkml:trace contextRef="#ctx0" brushRef="#br0" timeOffset="-97135.11">20739 15639 2444 0,'19'-19'0'0,"4"11"0"0,3-2 0 0,-2 2 0 0,-1 4 0 0,2 3 0 0,-1 1 0 0,1 0 0 0,-2 8 0 0,0 7 0 15,-4 2 193-15,1 8-83 0,-6-4-35 0,-5 5 0 0,-7-1-76 0,-2 1 1 0,0-3 48 0,-13 4-78 16,-8-3 34-16,-3-6 0 0,-3-1 35 0,2-3 166 16,2-7-74-16,-2 0-51 0,3-1 0 0,2-4 316 15,8 0-318-15,-1-2-78 16,7 2 0-16,3-2 0 0,3 0 0 0,0 0 0 15,11 1 0-15,13 1 0 0,5 0 0 0,4-1 0 16,8 2 0-16,0-3 0 0,3 0 0 0,1 0 0 16,-3 0 0-16,6 0 0 0,-11 0-70 0,2 0-855 15,-6 0 443-15,-11 0 221 0</inkml:trace>
  <inkml:trace contextRef="#ctx0" brushRef="#br0" timeOffset="-96537.03">15958 14032 2297 0,'0'-20'0'0,"-4"6"0"0,-1 5 0 0,-1 3 0 0,0 2 0 0,-1 2 0 0,-1 2 0 0,-4 3 0 0,-2 21 0 0,-1 13 0 0,-6 17 102 16,0 7 459-16,-2 26-261 0,0-11-121 0,-7 31 149 0,3 0-164 15,-3 21-164-15,7 0 0 0,3 4 0 0,7-13 0 16,4 28 0-16,9-18 0 0,0 1 0 0,22-7 0 15,18-8 0-15,6-18 0 0,23 17 0 0,-2-18 0 16,15-3 0-16,10-7-1060 0,6 0 435 0</inkml:trace>
  <inkml:trace contextRef="#ctx0" brushRef="#br0" timeOffset="-96058.98">21447 14130 2795 0,'14'-23'0'16,"4"23"0"-16,14 4 0 0,1 15 0 0,-1 4 0 0,1 6 0 0,1 13 0 0,-2 12 0 0,5 18 0 0,-1 12 0 0,-2 6 735 0,-6 5-348 0,-5 5-373 0,-9-8-14 0,-2 23 0 16,-10-10 0-16,-2 3 0 15,-25 17 0-15,-8-5 0 0,-3-13 0 0,-13 22 0 16,2-13 0-16,0-2 0 0,-1 0 0 0,2-10 0 15,-12 19-846-15,3-13 389 0</inkml:trace>
  <inkml:trace contextRef="#ctx0" brushRef="#br0" timeOffset="-93490.54">12557 16272 1972 0,'-9'-24'0'0,"4"7"0"16,0 4 0-16,3 1 0 0,-2 3 0 0,2 3 0 0,2 3 0 0,0-1 0 0,0 3 0 0,0 1 0 0,0 1 188 0,8 12-74 0,1 10 130 0,1 5-103 16,-3 5-41-16,2 13-36 0,-3 0 274 0,-2 7-150 15,-2 11-75-15,2 0 119 0,-3-6-87 0,-1 16-58 16,0-5-82-16,0-1-5 0,0-1 0 0,0-8 0 15,0 10 0-15,0-17 0 0,2 3-43 0,0-5 37 16,0-5-94-16,2-7 79 0,-1-4 25 0,3-6-18 16,-2-4-268-16,0-3 93 0,0-3 88 0,-3-6-393 15,3-2 233-15,1-5 111 0,1 1 56 0,0-6-456 16,2 0 255-16,2 0 119 0</inkml:trace>
  <inkml:trace contextRef="#ctx0" brushRef="#br0" timeOffset="-84795.19">12923 16899 2004 0,'-8'-11'0'0,"1"4"0"0,5 5 0 0,0 0 0 0,2 0 0 0,-2 2 0 0,2 0 0 16,0 0 0-16,0 0 0 0,0 6 0 0,2 11 114 0,3 2 131 0,3 5-108 0,-2 4-49 0,0 2-24 16,-3 6 14-16,1-1-1 0,-2 1-28 0,-1 2-54 15,1-2 43-15,-2-1 1 16,0-3 0-16,0 0-257 0,0-9 139 0,0 1 53 0,0-7 33 0,0-6-510 15,-2-6 252-15,1-1 78 0,-1-4-380 0,0-8 262 16</inkml:trace>
  <inkml:trace contextRef="#ctx0" brushRef="#br0" timeOffset="-84363.77">12923 16563 2063 0,'6'-2'0'0,"-1"2"0"0,4 2 0 0,-3 14 0 0,2 0 0 0,1 11 0 0,0 2 0 0,5 13 0 0,-2 0 0 0,-2-2 0 0,3 13 125 0,-4-4-42 0,3-2-6 16,-5 2-38-16,-1-4 0 0,-2-5-133 0,-1 1 62 15,-1-4 35-15,-2 1 0 0,0-8-4 0,0-8 0 16,-7-1 49-16,-1-6 42 0,3-8-25 0,-1 1-1 16,0-6-26-16,2-2 133 0,1 0-73 0,3-2-39 15,0-8 18-15,0-8 61 0,9-3-50 0,6 1-24 16,0 3-75-16,6-7 20 0,0 4-1 0,-1 4 31 15,-1 5-92-15,0 1 46 0,-2 5 9 0,-2 2 0 16,0 3 30-16,-3 0 5 16,0 6-37-16,-3 11 82 0,-1 4-25 0,-4 3-36 15,0 1-36-15,-2 0 218 0,0-4-79 16,-1 0-45-16,-1-8-61 0,2 2-18 0,0-7 0 0,-2-4 0 16,2 2 0-16,2-6-59 0,3 0 58 15,3-9-125-15,3-9 67 0,-2-1 39 0,2 2-3 0,0 0 3 16,1 2-15-16,-2 0 0 15,0 4-12-15,1 4 176 0,-4 4-83 0,1 1-31 16,-1 2 191-16,-1 0-177 0,-1 5-29 0,1 10 0 16,-4 3 0-16,-2 2 0 0,-1 8 0 0,1-4 0 15,-2 0 0-15,0-3-47 0,2 1 29 0,-2-1-940 16,0-2 456-16,0-2 231 0,0-1 117 0,-7 5-294 16</inkml:trace>
  <inkml:trace contextRef="#ctx0" brushRef="#br0" timeOffset="-83665.46">12637 17700 1814 0,'-20'-4'0'0,"4"4"0"15,2 0 0-15,0 4 0 0,0 5 0 0,0 0 0 0,3 3 0 0,0-1 0 0,-1 1 0 0,-1 2 0 0,1 2 72 0,2-1-33 0,-3-1 14 0,-3 1-5 16,4 0-9-16,-2 1 101 0,-1-4-50 0,3 2-26 0,0-5 1 0,3 1 165 16,0-1-101-16,2-1-45 15,3-2 0-15,3-2 165 0,1 1-105 0,0 0-43 16,0 0-13-16,12 4-25 0,9-4 0 0,2 1-24 16,4-1 31-16,3-3 11 0,0 2-43 0,2-4-95 15,1 0 48-15,-1 0-1 0,-2 0 49 16,-5 0-196-16,-1 0 93 0,-5-2 39 0,-8 0 30 0,1-1-240 15,-5-1 118-15,-5-1 21 0,-1-1 147 0,-1-4-46 16,0 1 0-16,-10-6 63 16,-6 1-49-16,0-4-17 0,-5-5-28 0,0 0 225 15,3 0-101-15,-2 5-30 0,8 1-30 0,-4 2 205 16,7 0-243-16,4 5 0 0,3-1 0 0,2 1 0 16,0-1 0-16,2 4 0 0,12-1 0 0,11 3 0 15,5 3 0-15,2 2 0 0,3 0 0 0,1 10 0 16,6 7 0-16,-12 2 0 0,0 1 0 0,0 5 0 15,-6-1 0-15,-3 2 0 0,-4 2 0 16,-6-2 0-16,-6 1 0 0,-3-4 0 16,-2 1 0-16,0-2 0 0,-9 3 0 0,-2-11 0 15,-10 3 0-15,4-5 0 0,-3-3 0 0,-1-1 0 16,-2-4 0-16,3-4 0 0,-3 0 0 0,2 0 0 16,3-3 0-16,2-9-4 0,7-6-373 0,2-6 150 15,7 2 93-15,0-6-626 0,2 0 350 0,11-2 191 16,6 1-400-16,4-7 290 0,-2 8 145 0,2 0 73 15,0 3-192-15,-1 2 157 0,1 2 72 0,-2 3 40 16,-7 6 34-16,0 3 0 16,-5 0 0-16,-2 8 141 0,-1 0-109 0,-4 1-35 15,0 1-1-15,-2 12 578 0,0 5-267 0,-2 9-162 16,-4 0 801-16,4 1-454 0,0 1-226 0,2-2-114 16,0-3 417-16,0 7-269 0,10-7-286 0,5-2-14 15,1-3 0-15,4-2 0 16,-1-4 0-16,7-2 0 0,-6-3-68 0,8-4 34 0,-8-4 37 15,1 0-745-15,2 0 400 0,-2-4 186 16,0-8-794-16,-4 0 455 0,-4-3 229 0</inkml:trace>
  <inkml:trace contextRef="#ctx0" brushRef="#br0" timeOffset="-83508.27">13150 17738 2583 0,'-23'-2'0'0,"3"-1"0"0,1 3 0 0,2 0 0 15,6 0 0-15,2 0 0 0,3 0 0 0,6 0 0 0,0 3 0 0,2-1 0 0,11 2 188 0,4 1-75 0,3-1-27 0,3-1-10 0,0 1-381 0,-1 0 171 16,2-3 87-16,-1-1 42 0,0 0-265 0,-3 0 149 16,1 0 80-16,-4 0-624 0,-2-1 328 15,-8-3 72-15</inkml:trace>
  <inkml:trace contextRef="#ctx0" brushRef="#br0" timeOffset="-83285.86">13279 17636 2104 0,'-14'-10'0'0,"2"4"0"0,1 1 0 0,0 0 0 0,5 3 0 0,2 0 0 0,4 0 0 0,0 2 0 0,2 0 0 0,13 0 0 0,8 0 112 0,-1 2-5 0,3 5-34 0,-1 0 9 16,6 3-43-16,-1 0-30 0,-3 1 0 0,-2-1 30 15,-5-1 0-15,2 2 113 0,-8 1-61 0,-3 0-26 16,-3 1 11-16,-7 2 1 0,0 0-39 0,-2 3 11 16,-15 3 76-16,0-5-44 0,-4 0 1 0,-1 0-66 15,-3-2 23-15,5-4 9 0,-3 1-9 0,2-2-303 16,3-4 152-16,-1 1 75 0,8-5 38 0,3-1-656 15,2 2 321-15,4-2 115 16,2 0-160-16,2 0 171 0,12-3 84 0,0-7 33 0</inkml:trace>
  <inkml:trace contextRef="#ctx0" brushRef="#br0" timeOffset="-83035.03">13691 17744 2292 0,'15'0'0'0,"-4"0"0"0,-5 12 0 0,-4 1 0 0,0 6 0 0,-2 1 0 0,0 1 0 0,0-2 0 0,0 0 0 0,0-4 0 0,4 0 110 16,3-6 207-16,2 0-140 0,3-4-68 0,1-5-26 0,2 0-121 16,1 0 39-16,4-6 0 0,-4-9-95 0,-1-4 67 15,-4 0 42-15,1-7-9 0,-6 1-7 0,-4-1 1 16,-2 1 38-16,0 2 39 0,-8 2 9 0,-9-6-106 16,-2 6 1-16,-1 3 215 0,-5 2-86 0,1 3-46 15,-5 6 10-15,-1 4-33 0,2 1-4 0,0 2 7 16,2 0-337-16,2 3 167 0,4 6 88 0,4 2 32 15,4 3-616-15,3 2 286 0,5 0 158 0,4 3-296 16,0 2 208-16</inkml:trace>
  <inkml:trace contextRef="#ctx0" brushRef="#br0" timeOffset="-82307.22">14226 16474 1266 0,'0'-6'0'0,"0"1"0"0,0 4 0 0,0-1 0 0,0 2 0 0,0 0 0 0,0 0 0 0,0 0 0 0,0 2 0 0,-2 8 0 0,-3 2 195 16,-3 6-77-16,-1 5-40 0,0 4 0 0,-7 4 1 15,0 1-10-15,-7 4-30 0,-2 0 0 0,-1 0 39 16,-1-1-39-16,0-5 9 0,-8 5 63 15,6-11-37-15,-5-2 1 0,2-1-37 0,0-6 63 16,6-3-21-16,-4-3-11 0,13-3 146 16,2-3-88-16,4-3-44 0,3 2-1 0,5-2 130 15,3 0-91-15,0 0-42 0,16 0 1 0,12-2-99 16,12-1 29-16,0-1 10 0,10 0-28 0,1 3 0 16,0-2 47-16,3 2 0 0,0 1-39 0,-1 0 11 15,-2 0 28-15,-4 0-88 0,-10 0 42 0,3 0-8 16,-6 4-1-16,-10-3-53 0,-2 3 38 0,-8-2 3 15,-5 0 0-15,-4 0 119 16,-3-1-43-16,-2-1 1 0,0 0 141 0,-16-1-190 16,-5-9 0-16,-2-5 0 0,-1-4 0 0,-2-2 0 15,0-3 0-15,-6-6 0 0,5 1 0 0,1-6 0 16,5 4 0-16,-1-9 0 0,5 11 0 0,2 0 0 16,5 8 0-16,1 0 0 0,5 6 0 0,2 4 0 15,2 1-161-15,0 6-187 0,6 1 155 0,13 0 76 16,8 3-691-16,4 0 389 0,9 0 190 0,-1 0-213 15,2 0 201-15</inkml:trace>
  <inkml:trace contextRef="#ctx0" brushRef="#br0" timeOffset="-82082.13">14756 16265 2743 0,'0'-11'0'0,"0"5"0"15,0 2 0-15,-6 2 0 0,-1 2 0 0,-7 0 0 0,5 12 0 0,-2 10 0 0,3 6 0 0,1 14 0 0,1 0 477 0,3 10-219 0,1 2-109 0,2 1-56 0,0-3 109 16,4-3-193-16,8-2-9 0,7-7 0 16,-2-9 0-16,4-1 0 0,2-4 0 0,-1-5 0 15,0-5 0-15,-1-8 0 0,0 0 0 0,-1-6 0 16,1-2 0-16,-2 0 0 0,-2-2-407 0,0-8 185 16,-4-3 52-16,-1 0 71 0,-5 2-502 0,-2-4 286 15,-3 6 138-15,-2-4-497 0,0 3 318 0</inkml:trace>
  <inkml:trace contextRef="#ctx0" brushRef="#br0" timeOffset="-81862.93">14211 17033 2372 0,'-52'17'0'0,"3"3"0"0,8 0 0 0,9-4 0 0,3-2 0 16,12-3 0-16,6-2 0 0,6-2 0 0,5 1 0 0,11 2 0 0,21-7 339 0,13 1-140 0,17-4 320 0,4 0-240 0,7-2-120 0,4-9-95 15,5-1-64-15,1 0 0 16,0-3 0-16,-3 3 0 0,-1-1 0 0,0-1 0 16,-7 3 0-16,-12 2-36 0,0 2-160 0,-3-1 117 15,-11 2 59-15,-12 4-300 0,-2 0 77 0,-9 2-2 16,-7 0-523-16,-6 0 364 0,-8 10 183 0</inkml:trace>
  <inkml:trace contextRef="#ctx0" brushRef="#br0" timeOffset="-81341.24">14365 17387 1912 0,'-17'11'0'0,"0"7"0"0,1 6 0 0,-3 1 0 0,-1 1 0 0,-1 3 0 0,1 0 0 0,-4 6 0 0,2-3 0 0,-1-3 0 16,0 2 84-16,-1-5 44 0,2-2-35 0,1-3-10 0,6-6 77 0,-2-3-60 15,4 1-31-15,5-7 0 0,3-1 183 16,3-2-112-16,2-1-51 0,0-2-25 0,13 0 100 16,11 0-63-16,6 0-21 0,10 0 60 0,1 0-50 15,4-2-26-15,1-1-17 0,0-2-45 0,-6 2-2 16,12-3 0-16,-8 1 0 0,-1 0-40 0,-13 1 39 16,-6 1-1-16,1-1-216 0,-12 3 120 0,-1-2 24 15,-7 2 44-15,-3-1-144 0,-2-3 79 0,0-4 1 16,-16 0 227-16,-4-1-93 15,-3-4-34-15,-3 1-20 0,-2-2 95 0,-2-1-47 16,-2 0-28-16,2-3 122 0,1 0-65 0,1 3-2 16,8 2-24-16,1-1 39 0,5 4-26 0,5 3 10 15,4 1 0-15,3 2-55 0,2-3-5 0,7 4 0 16,20-1 0-16,3 1 0 0,9 0 0 0,5 2 0 16,6 0 0-16,3 1 0 0,1 1 0 15,-1 0 0-15,-1 0 0 0,-3 1 0 16,-8 8 0-16,5 6-42 0,-14-1-32 0,-2 4 34 15,-8 1-19-15,-9 1 64 0,-3 1-52 0,-9 6 25 16,-1-3 123-16,-5-1-58 0,-11-1-25 0,-9-2 93 16,-3 0-105-16,-4-4-6 0,-2 0 0 0,2-5 0 15,0-3 0-15,4-3 0 0,5-3 0 0,0-2-22 16,11 0-155-16,-2 0 90 0,9 0 35 0,5-13-703 16,1-7 349-16,22-9 188 0,4 2-578 0,3-3 379 15</inkml:trace>
  <inkml:trace contextRef="#ctx0" brushRef="#br0" timeOffset="-81185">15088 17414 3925 0,'6'-4'0'0,"-3"2"0"0,-3 2 0 0,0 0 0 0,-18 6 0 0,-4 13 0 0,-1 6 0 0,-4 7 0 0,7-4 0 0,-8 13 0 0,7 1 6 0,5 0-6 0,4 0 0 16,10-4 0-16,2-2 0 0,2 6 0 0,21-10 0 0,7-4 0 15,7-7 0-15,10-4 0 16,7-8 0-16,10-5 0 0,-2-4-49 0,4 0-395 0,4-2 240 0,-1-9-970 15</inkml:trace>
  <inkml:trace contextRef="#ctx0" brushRef="#br0" timeOffset="-80068.78">10966 15886 946 0,'-6'-18'0'0,"2"6"0"0,1-2 0 15,-1 1 0-15,0 0 0 0,2 2 0 0,2 0 0 0,-2 1 0 0,2 5 0 0,0-2 0 0,0 7 97 0,0-3-21 0,0 3 85 0,0 0-62 0,4 6-31 16,4 13 1-16,-3 7 81 0,1 8-47 0,-3 13-38 15,1 6 1-15,-2 12 193 16,0 0-110-16,-2 5-56 0,0-8 180 0,0 17-123 16,0-12-56-16,-2-1-28 0,2-11 89 0,-2 2-59 15,2-3-20-15,0-6-9 0,0-10 46 0,0-1-37 16,0-7-1-16,0-9-30 0,0-3 1 0,0-6-9 16,0-6 0-16,0-3-26 15,0 0 0-15,-5-3 26 0,-6 0 10 0,-5-13-29 0,3-7-18 0,-4-2 0 16,-1-2 0-16,-1-5 0 15,-4-1 0-15,-4-4 0 0,4 2-4 0,0 9-5 16,-2-2 4-16,1 4-63 0,4 9 35 0,-3 6-1 16,2 4 23-16,1 2 43 0,3 0-20 0,-3 17-12 15,8 3 51-15,1 10-25 0,3 1-14 0,4 2-15 16,4 0 37-16,0 0-34 0,2-1 0 16,6-5 0-16,3 1 0 0,2-5 0 0,0-6 0 0,0 3 0 15,4-6 0-15,-2-2 0 0,0-3 0 0,2-3 0 16,0-3 0-16,1-3 0 15,5 0-275-15,2-1 56 0,1-15 79 0,6-4 58 16,0-5-412-16,-4 1 218 0,10-12 125 0,-5 2-397 16,1-3 255-16,0-3 128 0,1-7 64 0,-2 1-329 15,-6-5 200-15,0 0 97 0,-3 0 48 0,-4 0-88 16,-4 1 86-16,-2 9 38 16,-3-7 49-16,-4 13 0 0,-2 2 0 0,-2 8 0 0,-1 1 180 0,-2 10-137 15,0 3-35-15,0 4 0 0,0 4 575 0,-5 3-222 16,-2 3-177-16,0 21 454 0,0 5-304 0,-2 11-149 15,4 4-74-15,1 4 384 16,4 2-228-16,0 1-106 0,2 0 95 0,10-1-139 16,2-4-117-16,6-3 0 0,-2-1 0 0,-1-12 0 15,1 4 0-15,3-8 0 0,-2-1 0 0,-2-8 0 16,0-2 0-16,-2-2 0 0,-2-5 0 0,-3-1 0 16,-1-4 0-16,-3 0-178 15,0-3-84-15,-3 0 61 0,-1 0-531 0,0 0 347 0,-2 0 174 16,0 0 87-16,-2 0-230 0</inkml:trace>
  <inkml:trace contextRef="#ctx0" brushRef="#br0" timeOffset="-79820.49">10519 17080 2826 0,'-30'0'0'0,"11"0"0"0,8 0 0 0,3 4 0 0,6-2 0 0,2-2 0 0,2 4 0 0,20-3 0 0,14-1 0 0,17 0 0 0,11 0 531 0,7 0-238 0,19-5-133 0,-4-2-61 16,1-2-77-16,-10 2-22 0,7 2 0 0,-1-2 0 15,-8 6 0-15,-3-1 0 0,-3 0 0 0,-7 2 0 16,-13 0 0-16,0 0 0 0,-14 0 0 0,-1 0-15 16,-8 0-70-16,-6 0 62 0,-9 0-782 0,-4 0 389 15,-5 0 190-15,-2 0-181 0,-4 0 186 0,-18 0 91 16,-4 0 38-16</inkml:trace>
  <inkml:trace contextRef="#ctx0" brushRef="#br0" timeOffset="-79455.83">11026 16949 2525 0,'-9'6'0'0,"0"4"0"0,4 2 0 0,3 3 0 15,0 5 0-15,2 6 0 0,0 6 0 0,0 10 0 0,9 2 0 0,1 4 0 0,3 2 453 0,-1 1-199 0,1-1-113 0,-4-2-52 0,-1-3 95 0,1-9-74 16,-3 0-32-16,-1-7 10 0,-1-2-79 0,-2-5-9 16,-1-7 0-16,-1-6 0 0,0 0 0 0,0-4 0 15,0-4 0-15,-11-1 0 0,-1 0 0 0,-6-6 0 16,-3-9 0-16,0-5 0 0,-4 0 0 16,-5-9 0-16,0-3 0 0,-2 1 0 0,-2 1 0 0,6 7 0 15,-2 1 0-15,3 6 0 16,5 7 0-16,-2 4 0 0,1 3 0 0,2 2 0 0,-2 6 0 15,7 10 0-15,2 3 0 0,3 5 0 0,6 0 0 16,1 5 0-16,4-1 0 0,0 3 0 0,0-4 0 16,8 0 0-16,2-4 0 0,4-1 0 0,4-2 0 15,-2-5 0-15,0-1 0 0,3-5 0 0,2-2 0 16,-1-2-210-16,7-5-148 16,-3 0 161-16,5-3-597 0,-1-12 379 0,2-3 180 0,0-4 103 0,2-10-519 15,-4 3 307 1</inkml:trace>
  <inkml:trace contextRef="#ctx0" brushRef="#br0" timeOffset="-79238.69">11095 17344 3201 0,'4'-1'0'0,"-3"-1"0"0,2 2 0 0,1 0 0 0,1 0 0 0,4 0 0 0,7 0 0 0,-2 6 0 0,6 2 0 0,1 6 0 0,0 4 171 0,-1 0 388 16,-4 2-559-16,-2 3 0 0,-7-2 0 15,-2 7 0-15,-3-2 0 0,-2 0 0 0,0 1 0 0,-14-1 0 16,-4-4 0-16,-5 1 0 0,0-4 0 0,-5-2 0 15,-1-3 0-15,-1 0 0 16,4-7 0-16,-4 2 0 0,7-4 0 16,1-5 0-16,3 0 0 0,3 0-32 0,7 0-384 15,4-6 201-15,5-8 45 0,0-6-686 0,16-5 410 16,9 3 204-16,7-4-196 0,6-5 205 16,-2 5-227-16,1 0 230 0</inkml:trace>
  <inkml:trace contextRef="#ctx0" brushRef="#br0" timeOffset="-79057.39">11366 17369 2716 0,'15'-15'0'0,"-8"8"0"0,-3 0 0 0,-2 2 0 0,-2 2 0 0,0 1 0 0,-9 2 0 0,-5 0 0 0,-1 0 0 0,0 3 0 0,0 7 67 0,-2 5 686 0,3 4-359 15,2 2-393-15,1 6-1 0,5 6 0 0,4-1 0 16,2 3 0-16,0 1 0 0,11 1 0 0,10 1 0 16,2-4 0-16,4-7 0 0,-2-1 0 0,11-1 0 0,-8-7-33 0,4-3-328 0,-4-4 192 15,0-4 96-15,-1-5-443 0,-3-2 239 16,-1 0-464-16,1 0 356 15,0-9 174-15,-4-6-386 0</inkml:trace>
  <inkml:trace contextRef="#ctx0" brushRef="#br0" timeOffset="-78886.31">11700 16988 3431 0,'-5'-9'0'0,"3"4"0"0,0 1 0 0,2 2 0 0,0-1 0 0,0 1 0 0,13 1 0 0,11-2 0 0,3 2 0 0,5-2 0 0,1 3-4 0,5 0 42 0,-1 0-213 16,3 0 102-16,-1-1 55 0,1-1 27 0,-3 0-668 16,-3 1 348-16,-8 1 184 0,0 0 77 0,-5 0-826 15,-6 0 419-15</inkml:trace>
  <inkml:trace contextRef="#ctx0" brushRef="#br0" timeOffset="-78737.31">11948 17226 3931 0,'-30'11'0'0,"9"1"0"0,-1 1 0 0,1-2 0 0,6-1 0 0,7-5 0 0,3 0 0 0,5 1 0 0,0 3 0 0,5-2 0 0,20 1 0 16,1-1 0-16,3-2 0 0,2 1 0 0,5-3 0 15,0 0-260-15,-1-3 131 0,-1 0 83 0,-2 0-457 16,-6 0 279-16,1 0 126 0,-5 1 68 0</inkml:trace>
  <inkml:trace contextRef="#ctx0" brushRef="#br0" timeOffset="-66608.83">15653 17156 2774 0,'-9'0'0'0,"6"0"0"0,1 0 0 0,2 0 0 0,0 0 0 0,0 0 0 0,0 0 0 0,0 0 0 0,2 0 0 0,5 0 0 0,7 0 145 0,0 0-53 0,2 0 293 0,-2 0-174 16,4 0-87-16,-2 0-34 0,1 0 20 0,0 0-110 15,0 0 0-15,-1 3 0 16,2 0 0-16,-2 0 0 0,0 0 0 0,0-1 0 0,0 2 0 0,-2-3 0 16,-2 1 0-16,-3 1 0 15,0-2 0-15,-1 1-13 0,0 1-793 0,-3-3 384 16,-3 1 184-16,2-1-240 0,-3 3 221 0,-1-2 110 16</inkml:trace>
  <inkml:trace contextRef="#ctx0" brushRef="#br0" timeOffset="-66388.58">15770 17440 3931 0,'-5'6'0'0,"3"1"0"0,0-6 0 0,2 0 0 0,0 2 0 0,0 0 0 0,5 1 0 0,8-3 0 0,5 2 0 0,3-2 0 0,4-1 0 0,-4 0 0 0,7 0 0 0,-7 0 0 16,3 3 0-16,-1-3 0 0,-2 0 0 0,-5 1 0 0,-1 0 0 15,-4 3 0 1,-1-3 0-16,-2 0 0 0,-5 2 0 0,-1-2 0 16,0-1 0-16,0 0-122 0,-2 0-31 0,0 0-4 15,0 0-894-15,0 0 506 0</inkml:trace>
  <inkml:trace contextRef="#ctx0" brushRef="#br0" timeOffset="-59724.3">12637 18387 973 0,'0'0'0'0,"0"0"0"0,0-2 0 0,0 1 0 0,0 1 0 0,0 0 0 0,0 0 0 0,0-3 0 0,0 3 0 0,0 0 0 0,4 0 160 0,2 0-56 0,-1 0 1 16,3 3-42-16,-1 4 59 0,-2 0-36 0,5 1 1 15,-6-1-37-15,2 1 85 0,-1-3-29 0,-3-1-14 16,1 1 8-16,0-3-1 0,-1-2-48 16,-2 3-1-16,2-3 102 0,-2 0-57 0,0 1 0 0,0-1 57 15,0 0-50-15,0 0-1 0,2 0-38 16,-2 0 36-16,0 0 0 0,0 0-49 15,0 0 0-15,2 0 120 0,-2 0-66 0,1 0 0 16,1 3 7-16,2-3-110 0,-1 1-1 0,3 1 0 16,-1 0 0-16,4 2 0 0,-2-1 0 0,4-3 0 15,1 3 0-15,0-2 0 0,2-1 0 0,-1 0 0 16,1 0 0-16,0 0 0 0,2 0 0 0,-5 0 0 16,5 1 0-16,-4-1 0 0,4 5 0 0,-4-4 0 15,1 2 0-15,-2-2 0 0,6 4 0 0,-4-2 0 16,2-1 0-16,0 0 0 0,0 0 0 0,2 1 0 15,0-3 0-15,-1 2 0 0,0-2 0 16,1 2 0-16,0 0 0 0,0 0 0 16,-1-1 0-16,2-1 0 0,-2 0 0 0,2 3 0 15,-2-3 0-15,3 1 0 0,0 1 0 0,1-2 0 16,-1 3 0-16,4-3 0 0,-3 3 0 0,3-1 0 16,3 2 0-16,-1-4 0 0,-1 0 0 0,4 0 0 15,-3 0 0-15,-1 0 0 0,4 0 0 0,-5 0 0 16,-1-2 0-16,3 0 0 0,-4 0 0 0,0-1 0 15,0 3 0-15,2-3 0 16,-2 1 0-16,-3 1 0 0,3-2 0 0,2 3 0 16,-1-1 0-16,-1 1 0 0,2-2 0 0,-1 2 0 15,0-2 0-15,-1 2 0 0,0 0 0 0,-1-2 0 16,1 0 0-16,-1 2 0 0,-2 0 0 0,-1-2 0 16,3 1 0-16,-3 1 0 0,4-2 0 0,-4 0 0 15,4 0 0-15,-1 2 0 0,-1-2 0 16,4 1 0-16,0-1 0 0,-3-1 0 0,6-1 0 0,-5 2 0 15,4-3 0-15,-5 1 0 0,2-1 0 16,-1 1 0-16,-1-2 0 0,1 2 0 16,0 1 0-16,-1-2 0 0,1 0 0 0,0 2 0 15,-2-2 0-15,0 2 0 0,1 0 0 0,-1-2 0 16,0 0 0-16,-1 1 0 0,0 2 0 0,-2-1 0 16,-1 0 0-16,2 2 0 0,0-1 0 0,-2 1 0 15,0-2 0-15,3 2 0 0,-4-1 0 0,3 0 0 16,0 2 0-16,2 0 0 15,-3-2 0-15,4 0 0 0,-4 2 0 0,5 0 0 0,-2 0 0 0,-1 0 0 16,1 0 0-16,4-2 0 16,1 1 0-16,-1-2 0 0,1 2 0 0,3-1 0 15,-3-1 0-15,5 2 0 0,-4-3 0 0,1 0 0 16,-1 1 0-16,2-1 0 0,-8 0 0 0,3 0 0 16,-3 2 0-16,-1 1 0 0,-1-2 0 0,-2 2 0 15,-5-1 0-15,1 1 0 0,1 1 0 0,-5 0 0 16,-2 0 0-16,1-3 0 0,-4 3 0 15,-1 0 0-15,3 0 0 0,-2 0 0 16,1 0 0-16,-1-2 0 0,-1 2 0 0,-1 0 0 16,2 0 0-16,0-2 0 0,0 1 0 0,1-3 0 15,1-4 0-15,-2 1 0 0,3 1 0 0,-3-2 0 16,0 2 0-16,0-4 0 0,-2 6 0 0,0-3 0 16,0 4 0-16,0 2 0 0,0 1-285 0</inkml:trace>
  <inkml:trace contextRef="#ctx0" brushRef="#br0" timeOffset="-52832.07">16484 16570 3495 0,'-4'-10'-5'0,"4"4"4"0,-2 2-1 0,2 0 1 0,-2 2 0 0,2 1 0 0,0-1 1 0,0 2 0 0,0 0 0 0,0 0 0 0,2 8 372 15,7 12-297-15,1 9-75 0,3 9 0 0,-2 7 0 16,-1 9 0-16,-1 9 0 0,-2-4 0 0,-3-5 0 16,1 18 0-16,-3-4 0 0,-1 1 0 0,-1 1 0 15,0-2 0-15,0-8 0 0,0 15 0 0,0-10 0 16,0-11 0-16,0 4 0 0,0-4 0 16,0-12 0-16,6 7 0 0,1-20-612 15,2-6 113-15,5-7 226 0,2-15 113 0,7-1-724 16</inkml:trace>
  <inkml:trace contextRef="#ctx0" brushRef="#br0" timeOffset="-52324.94">16878 17296 3931 0,'2'-3'0'0,"0"3"0"0,-2 0 0 0,0 9 0 0,0 7 0 0,-2 7 0 0,-2 1 0 0,1 4 0 15,1-1 0-15,-2 7 0 0,4-3 0 0,0-1 0 0,0 0 0 0,0-1 0 0,0-11 0 0,4 3 0 16,3-8 0-16,1-3-510 0,0-6 148 0,1-4 205 15,0 0 102-15,-2-16-882 0,3-13 456 0,-2-11 184 16,-3-3 124-16,-1-8-302 0,-1-1 213 0,-1-7 121 16,0 1 60-16,1-1 81 0,2 6 0 0,-1 2 0 15,-1 15 0-15,2 6 0 0,-1 3 0 0,0 15 409 16,-2 0-252-16,-1 9-102 0,4 3-52 0,-3 6 840 16,0 19-412-16,-1 8-140 15,1 8 407-15,0 1-325 0,0 8-163 0,0-2-69 16,0 0 61-16,-1-3-84 0,3-9-118 0,1-3 0 15,2-1 0-15,-2-10 0 0,1-2 0 0,-1-10-157 16,1 0 43-16,2-10 81 0,1 0 52 0,0-11-246 16,3-13 138-16,-1-2-21 0,0-3-55 0,3 2 24 15,-2 4-6-15,4 0 56 0,0 4 215 16,0 2-86-16,0 8-43 0,0 5 176 16,-2 2-86-16,2 2-52 0,-4 6 21 0,2 15 368 0,-5-1-164 15,0 4-183-15,-3-1-75 0,4 5 0 16,-5-6 0-16,3-1 0 0,1-2 0 0,-1-4 0 15,1-8 0-15,0-1 0 16,5-6 0-16,0 0 0 0,4-9 0 0,0-10 0 0,-1 2 0 0,6-6 0 16,-1 3 0-16,-5 10-5 15,4-2-91-15,-3 6 36 0,2 4-59 0,-6 2 381 16,2 0-244-16,-2 15-18 16,0 7 0-16,-5 4 0 0,-4-4 0 0,3 9 0 0,-4-1 0 0,2 0 0 15,-4-4 0-15,1-5-351 0,1-1-141 0,-2 5 240 16,-1-11 86-16,1 1-439 0</inkml:trace>
  <inkml:trace contextRef="#ctx0" brushRef="#br0" timeOffset="-51783.98">16478 17920 1766 0,'-24'6'0'0,"7"4"-1"0,0 3 1 0,-1 1 0 0,-2-1 0 0,1 3 0 0,1 0 0 0,1 0 0 15,-1 0 0-15,-2 0 0 0,3 0 179 0,1-1-75 0,-3-2-32 0,2 0 52 0,0 0-42 16,1-2 0-16,0 0 190 0,3-3-121 16,0 2-55-16,5-4-29 0,3-4 298 15,-1 3-162-15,5-3-73 0,1 0-49 0,0 2 77 16,5-1-158-16,11 0 0 0,7 2 0 0,5-2 0 15,2 1 0-15,6-1 0 0,8-1 0 0,-10-2 0 16,3 0 0-16,0 0 0 0,-3 0 0 0,-2 0 0 16,-9 0 0-16,1 0 0 0,-6 0 0 0,-6 0 0 15,-3-2 0-15,-3 2-7 0,-4-3-113 0,-2-4 12 16,0-4 37-16,-9-2 94 0,-9-5-27 0,-2-1 1 16,1-1 211-16,-4-1-126 15,1-2-82-15,3 6 0 0,0-2 0 0,3 2 0 16,2 5 0-16,5 0 0 0,3 3 0 0,3 0 0 15,3 1 0-15,0 1 0 0,7-1 0 0,16 2 0 16,3 1 0-16,4 1 0 0,4 2 0 0,9 2 0 16,-6 0 0-16,-3 7 0 0,3 8 0 0,-4 3 0 15,-4 0 0-15,-8 5 0 0,-1 1 0 16,-8 5 0-16,-5-4 0 0,-6 5 0 0,-1 1 0 0,-1-1 0 16,-17-2 0-16,-3-2 0 0,-2-1 0 15,-6-4 0-15,-1-5 0 0,0-2 0 16,0-2 0-16,-2-8 0 0,6 0 0 0,1-4 0 15,4 0 0-15,5 0 0 0,2-2 0 0,9-7-167 16,5-4-372-16,0-6 239 0,17-3 136 0,13-7-793 16</inkml:trace>
  <inkml:trace contextRef="#ctx0" brushRef="#br0" timeOffset="-51603.49">17025 17894 3931 0,'0'0'0'0,"-6"0"0"0,-17 11 0 0,-3 4 0 0,-4 3 0 0,-5 9 0 0,5 3 0 0,1-1 0 0,7 7 0 0,5-6 0 0,3 4 0 0,9-2 0 0,5-1 0 16,0-4 0-16,5-1 0 0,16-3 0 15,6-4 0-15,10 2 0 0,-1-8 0 0,-4 0 0 0,5-2 0 16,-1-6 0-16,0-1 0 0,-3-4-582 16,-1 0-23-16,2 0 282 0,-4-5-574 0</inkml:trace>
  <inkml:trace contextRef="#ctx0" brushRef="#br0" timeOffset="-51346.06">17179 18088 3389 0,'-11'0'0'0,"6"0"0"0,1 0 0 0,3 0 0 0,1 0 0 16,0 0 0-16,0 0 0 0,3 0 0 0,13 0 0 0,4 0 0 0,3 0 114 0,-3-1 182 0,5-1-164 0,2-2-132 0,0 2 0 0,-6 0 0 16,2 1 0-16,-3-2 0 0,-1 2 0 0,-2-1 0 15,-2 2-29-15,-4 0-11 0,-1-3-549 0,-5 3 314 16,1 0 74-16,-5-1-622 0,1 1 393 0,-2-1 196 16,0-8 98-16,0 0-365 15,-3-7 221-15</inkml:trace>
  <inkml:trace contextRef="#ctx0" brushRef="#br0" timeOffset="-51149.94">17407 17891 2343 0,'-7'-12'0'15,"3"3"0"-15,1 2 0 0,1 5 0 0,2-1 0 0,0 0 0 0,0 3 0 0,11 0 0 0,4 3 0 0,5 6 0 0,5 4 208 0,3 0-85 0,2 4-43 0,0 3 212 0,0 1-128 16,0 0-53-16,-1 2-41 0,-5-2 50 0,-4 0-40 0,-6-2-1 16,-5 4 75-16,-3 0-49 15,-6 1-103-15,0 1-2 0,-8-2 0 0,-13 1 0 16,-3 0 0-16,-5-6 0 0,-1 1 0 0,-1 1 0 15,-3-8 0-15,4 0 0 0,0-7 0 0,8 1 0 16,1-4-526-16,8-2 56 0,1 0 227 0,7-2 51 16,5-9-291-16,2-7 212 0</inkml:trace>
  <inkml:trace contextRef="#ctx0" brushRef="#br0" timeOffset="-50912.26">17950 18092 3332 0,'17'23'0'0,"-9"3"0"16,-6 2 0-16,-2-1 0 0,0-1 0 0,0 2 0 0,0-11 0 0,0 4 0 0,3-5 0 0,7-4 0 0,-1-5 307 0,4-3-134 0,2-4-58 0,2 0-269 0,1-1 96 15,2-13 48-15,-3-7 24 0,-2-3-252 0,-6 4 147 16,-1-11 60-16,-6 11 35 16,0-10-51-16,-2 5 43 0,-4 1-1 0,-10 4-2 15,-4-1-63-15,-3 5 24 0,0 5-45 0,-3 3 366 16,-2 7-143-16,1 1-77 0,-5 0-11 0,4 1 0 15,1 11 24-15,7-4-43 0,-3 8-571 0,5 1 275 16,4 2 140-16,3 5-431 0,5 0 246 0</inkml:trace>
  <inkml:trace contextRef="#ctx0" brushRef="#br0" timeOffset="-50186.76">18585 16913 1420 0,'0'-2'0'0,"0"0"0"0,0 1 0 0,0 1 0 0,0-3 0 0,0 3 0 0,0 0 0 16,0 0 0-16,0 0 0 0,0 4 0 0,0 6 63 0,0 1 44 0,0 6-35 0,-6-1 9 0,-3 9 2 0,-2-1 0 15,-3 2-45-15,-4 1 14 0,-1 1-14 0,-4-1 9 16,-3 4-9-16,-4-1 48 0,4-5-1 0,-2-1-47 15,0-3 0-15,0-3 145 0,1 0-78 0,1-6-33 16,8-2 81-16,-2-2-58 0,5-2-28 0,6-5 9 16,3 1 155-16,3-2-96 0,3 0-49 0,0 0 63 15,5 0-55-15,16 0-19 0,7-3-34 16,2-3-49-16,6 0 10 0,7-3 1 0,-4 6 0 16,-1 0-3-16,7-1 0 0,-4 2 0 0,-6 0-64 15,0 1 41-15,-3 1 29 0,-6 0-12 16,0 0-33-16,-5 0-2 0,-2 0 25 0,-8-2 9 15,-4 2 8-15,-1 0-12 0,-4-2 9 0,0 0 195 16,-2-7-184-16,0-5-9 0,-12-1 0 0,0-2 0 16,-6-7 0-16,2 2 0 0,-3-6 0 0,0 1 0 15,0-1 0-15,2 1 0 0,3 1 0 0,-2 2 0 16,5 9 0-16,0-2 0 0,1 2 0 16,5 5 0-16,-1 1 0 0,6 4 0 15,0 0 0-15,0 4 0 0,2-1-74 0,11 2-720 16,6 0 383-16,4 0 187 0,3 0-561 0,2 3 374 15,6 2 186-15</inkml:trace>
  <inkml:trace contextRef="#ctx0" brushRef="#br0" timeOffset="-49960.96">19036 16690 2964 0,'0'-6'0'0,"0"3"0"0,0 3 0 0,0 0 0 0,-9 3 0 0,5 12 0 0,-1 8 0 0,0 6 0 0,5 11 0 0,0 1 0 0,0 4 185 15,0-5-64-15,0 11 237 0,6-7-160 0,5-1-93 16,2-1-105-16,4-10 0 0,0 0 0 0,4-2 0 16,0-8-11-16,2-2-1 0,-5-6 25 0,3-3-184 15,-3-5 113-15,3-3 44 0,-2-3 26 0,-1 0-181 16,1-5 27-16,1-10 70 0,-4 4-60 16,-1-5-320-16,-2 4 206 0,-2-1 105 15,-3 1-440-15,-2 3 272 0,-4 0 126 0</inkml:trace>
  <inkml:trace contextRef="#ctx0" brushRef="#br0" timeOffset="-49708.34">18294 17559 2670 0,'-45'18'0'0,"11"7"0"0,6-3 0 0,7-4 0 0,8-5 0 0,7-6 0 0,6 1 0 0,2-2 0 0,23-3 0 0,16-3 0 0,10 0 170 0,20-6-70 0,3-6 320 0,18-7-190 16,-19 5-96-16,22-4 17 0,-17 6-95 0,7 0-56 16,-4 0 0-16,4 0 0 0,-8 1 0 15,0 4 0-15,-17 1 0 0,4 0-24 0,-7 4-16 0,-9 1 39 16,-10 1-426-16,-2 0 160 16,-12 0 136-16,-5 0-42 0,-10 3-440 0,-3 5 288 15,-6 3 143-15,-2-1-435 0,-20 5 280 0</inkml:trace>
  <inkml:trace contextRef="#ctx0" brushRef="#br0" timeOffset="-49178.95">18751 17756 1562 0,'-16'6'0'0,"3"5"0"0,2 3 0 0,-2 0 0 0,2 3 0 0,-1 3 0 0,1 3 0 0,-2 4 0 0,1 0 0 0,-2 3 0 0,-2 3 81 16,-2-1 87-16,-3-1-66 0,-2 0-31 0,-1-1 70 15,0-5-56-15,-1 2 0 0,1-4-47 0,3-2 169 16,3-7-84-16,-2 1-33 0,8-2 229 0,3-5-141 16,4-2-70-16,1-5-35 0,4 3 179 0,0-2-98 15,2 2-63-15,16-2-88 0,6 0-3 0,0 0 0 16,6 0 0-16,2-1 0 16,1-1 0-16,2 0 0 0,-3 0 0 0,0 0 0 15,-2 0 0-15,-6-1 0 0,0-1 0 0,-3-2 0 16,-4-2 0-16,-4 0 0 0,-5 1-3 0,-3-3-118 15,-3-1 27-15,0-2 46 0,-2-3-13 0,0-2 0 16,-13-3 33-16,2 0 26 0,-8-8-7 0,0 2-27 16,-1-4 4-16,-3 1 1 0,-2-1-1 0,4 5 10 15,-4 2 52-15,2 6-27 0,4 3 14 0,1 5-38 16,0 1 294-16,6 1-138 16,2 6-60-16,4-2-7 0,3-1-68 0,3 3 0 15,0 0 0-15,9 0 0 0,15 0 0 0,6 5 0 16,2 1 0-16,10-2 0 0,3 2 0 0,-4-1 0 15,10 2 0-15,-8 1 0 0,-1 2 0 0,-9-2 0 16,1 5 0-16,-2-2 0 0,-7 6 0 0,-9-3 0 16,-1 2 0-16,-7 4 0 0,-5-2 0 0,-3 2 0 15,0 3 0-15,-16-1 0 0,-7-1 0 0,-3-2 0 16,-4-2 0-16,-4 0 0 0,-2-5 0 0,-1-2 0 16,-7 0 0-16,12-6 0 15,-3-1 0-15,3-1 0 0,4-2 0 0,7 0 0 16,4 0-567-16,8 0 201 0,5 0 154 0,4-2-583 15,4-9 379-15,20-5 189 0,10 0 94 0</inkml:trace>
  <inkml:trace contextRef="#ctx0" brushRef="#br0" timeOffset="-48989.43">19255 17869 3884 0,'2'-4'0'0,"-2"2"0"0,-7 2 0 15,-14 0 0-15,-7 0 0 0,2 13 0 0,0 2 0 0,-2 6 0 0,1 3 0 0,3 5 0 0,-1 7 47 0,7 0-47 0,6-3 0 0,6 5 0 0,6-1 0 16,0-3 0-16,10 1 0 0,16 1 0 16,4-6 0-16,6-6 0 0,5-1 0 0,-3-10 0 0,15 2 0 15,-3-4 0-15,3-1-440 0,-2-6 156 16,-1-4 141-16,3 0-793 0,-4 0 453 16</inkml:trace>
  <inkml:trace contextRef="#ctx0" brushRef="#br0" timeOffset="-48266.91">19944 17532 3218 0,'-7'0'0'0,"5"12"0"0,0-1 0 0,2-1 0 0,0-5 0 0,0 1 0 0,0 2 0 0,2-5 0 0,8 1 0 0,5 0 0 0,4-4 181 0,6 0-72 0,-9 0 314 0,5-3-423 16,-5-2 0-16,0-1 0 0,-9 2 0 0,0 1 0 15,-3 1 0-15,-2 0 0 0,-2-1 0 0,0 2 0 16,-2 1 0-16,-9 0 0 0,-2 0-72 0,2 1-29 16,1 8 78-16,1-1-555 0,3-1 186 0</inkml:trace>
  <inkml:trace contextRef="#ctx0" brushRef="#br0" timeOffset="-47295.12">18519 16452 1108 0,'-9'0'0'0,"0"0"0"0,1 0 0 0,0 0 0 0,1 0 0 0,0 0 0 0,1 0 0 0,0 0 0 0,2 2 0 0,1-2 0 0,1 2 85 0,2 1-25 0,0 0 192 0,0 2-112 16,0 0-51-16,0-2-26 0,0 5 172 0,3-1-98 15,5 2-41-15,2 1 127 0,1 1-93 0,4 1-46 16,2-1-23-16,4 1 131 0,0-2-68 16,4 4-48-16,1-3 0 0,5 0 20 0,0-2-29 0,10 3-1 15,-6-5 53-15,8 0-46 16,0 1 0-16,2-2-36 0,2 0 44 0,4-1-1 16,4-1-72-16,10 0-8 0,-5-1 0 0,4-1 0 15,3 0 0-15,6 1 0 0,-10-2 0 0,19 0 0 16,-4-1 0-16,2 0 0 0,3 0 0 0,11 0 0 15,-11-1 0-15,18-7 0 0,-11-1 0 0,2 2 0 16,2 1-37-16,-6 0-51 0,-11 3 41 16,10 0-12-16,-8 1 1 0,-6 2 14 0,-4 0 23 0,-7 2 85 15,-9 5-47-15,0 4 2 16,-9 0-40-16,-5-2 210 0,-6 2-103 0,-3 1-86 16,-8-5 0-16,-3 1 0 0,-6 0 0 0,-3-5 0 15,-4 1 0-15,-5-4 0 0,1 2 0 0,-2-2 0 16,0 0 0-16,0 0 0 0,-9-4 0 0,-3-6 0 15,0-1-32-15,1 0-84 0,-1 0 63 0,3-1-1023 16,3 7 519-16</inkml:trace>
  <inkml:trace contextRef="#ctx0" brushRef="#br0" timeOffset="-46684.87">21549 16383 2219 0,'-3'-13'0'0,"-2"10"0"0,5 0 0 0,-2 1 0 0,-1 2 0 0,-1 8 0 15,0 15 0-15,1 6 0 0,1 1 0 0,-2 12 0 0,2 1 82 0,2 4 91 0,0 4-68 0,0 0-24 16,0 0 45-16,0-5-44 0,0-1 0 0,0-1-45 0,0-11-104 0,0 3 53 16,2-3 28-16,0-2-229 0,-2-3 128 0,0-3 63 15,0-3 42-15,0-1-456 0,-2-2 216 0,-6-1 110 16,-3-4-14-16,-2 1-155 0,-4-5 112 0,-1 0 70 15,-9-5-322-15</inkml:trace>
  <inkml:trace contextRef="#ctx0" brushRef="#br0" timeOffset="-46344.55">20563 17251 1877 0,'-24'0'0'0,"4"0"0"15,4 0 0-15,1 0 0 0,4 1 0 0,3 5 0 0,2-3 0 0,4 0 0 0,2 5 0 0,2-1 0 0,23 1 349 0,5-3-160 0,12 1-74 0,4-5 241 16,7 2-158-16,13-3-80 0,-6 0-29 0,23 0 167 16,10-4-108-16,0-6-54 0,8-1-28 0,3 1 10 15,-12 1-76-15,27 0 0 0,-15 5 0 0,-3 0 0 16,0 3 0-16,-5 1 0 0,-17 0 0 15,8 0 0-15,-9 0 0 0,-4 0 0 0,-7 3 0 0,-3 1 0 16,-9-2 0-16,-3-2 0 0,-5 0 0 16,-15 0 0-16,-7 0 0 0,-5 0 0 0,-7 0 0 0,-7 0-12 15,-2 0-435-15,-4 0 204 16,0 0 102-16,-11 0 50 0,-9-2-79 0,-6-4 71 16,-2 5 29-16,-4-2-578 0,-9 3 304 0,2 0 143 15</inkml:trace>
  <inkml:trace contextRef="#ctx0" brushRef="#br0" timeOffset="-46018.27">20721 17733 2455 0,'-25'-1'0'0,"8"1"0"0,6 0 0 0,7 0 0 0,3 0 0 0,1 0 0 0,3 0 0 0,20-2 0 0,11-4 0 0,24-6 0 0,2 2 153 0,6 0 235 0,3 3-175 16,0-1-87-16,-5 7-34 15,19-2 138-15,-9 3-96 0,1 0-47 0,1 0-34 16,0 0-53-16,-11 0 0 0,15 3 0 0,-13 0 0 16,1 3 0-16,-16-3 0 0,2-1 0 15,-10-2 0-15,-3 0 0 0,-6 0 0 0,-4 0 0 0,-10 0 0 16,-2-2 0-16,-7-1 0 0,-4-3-215 0,-3 0 84 15,-2 0 26-15,-3 0-93 0,0-4 67 0,-12 4 37 16,-3-2 9-16,-4 1-145 0,-9 1 96 0,-2 2 47 16,-2 0 1-16,-5 4-475 0,-11 0 267 15</inkml:trace>
  <inkml:trace contextRef="#ctx0" brushRef="#br0" timeOffset="-45668.54">20528 17870 2687 0,'-35'-5'0'0,"13"5"0"0,1 0 0 0,2 9 0 0,3 5 0 0,-2 3 0 0,6 4 0 0,-2 2 0 0,5 8 0 0,0 2 0 0,0 3 102 0,2 7 44 0,2-9-54 0,1 6-26 16,0-3-1-16,1-2 0 0,1 1-16 0,-2-2-53 15,3-4 43-15,-4-2-1 0,1-7 1 0,-3-3-55 16,2-2 36-16,-3-6-8 0,-4 0 26 0,-2-6-17 15,-4-4 18-15,-3 0-29 0,0 0 31 0,-8-14 1 16,1-2-14-16,-7-8-7 0,3-1-3 0,-4 4 12 16,3 3 4-16,-13-10-1 15,9 9-56-15,3 6 1 0,0 4 49 0,2 5-64 16,6 4 35-16,-4 0-10 0,3 11 33 0,3 8-52 16,1 7 1-16,5 0 28 0,2 3 15 0,3 1-116 15,6-4 53-15,4-6 17 0,3 4-164 0,0-4 82 16,0-5 46-16,10-2-478 0,5-8 254 0,8 1 127 15,3-6 64-15,4-2-391 0,4-7 218 0,5-14 122 16,1-1 58-16</inkml:trace>
  <inkml:trace contextRef="#ctx0" brushRef="#br0" timeOffset="-45464.76">20599 17812 2816 0,'2'-2'0'0,"-2"2"0"0,0 0 0 0,0 14 0 0,0 2 0 0,-2 9 0 0,0 4 0 0,0 6 0 0,0 5 0 0,-4 6 0 0,2-1 224 0,2 4-92 0,-1-2-47 16,1 0 80-16,2-8-54 0,0 3-41 0,0 4 0 15,0-13-305-15,0-1 137 0,2-11 79 16,-2 4 23-16,2-7-454 0,-2-3 244 0,0-8 122 16,0-2-601-16,0-3 313 0,0-2 172 0,0 0-279 15,1 0 221-15,3-11 109 0</inkml:trace>
  <inkml:trace contextRef="#ctx0" brushRef="#br0" timeOffset="-45299.26">20638 18174 2320 0,'0'-8'0'0,"2"1"0"0,1 2 0 0,1-1 0 0,4-1 0 0,1 3 0 0,6-1 0 0,6-1 0 0,2 4 0 0,3-2 0 0,4 2 452 16,4 1-206-16,0 1-95 0,1 0 44 0,1 0-78 15,1 0-39-15,-2 0 0 0,-3 1-446 0,-7 1 213 16,0 0 92-16,-2 2-586 0,-4 0 344 0,-7-1 172 15,-3 1 4-15,0 0-581 0,-7 2 340 16</inkml:trace>
  <inkml:trace contextRef="#ctx0" brushRef="#br0" timeOffset="-45126.8">20965 17835 2392 0,'-7'-4'0'0,"2"2"0"16,3 2 0-16,-1 0 0 0,1 11 0 0,-2 10 0 0,4 6 0 0,0 5 0 0,0 8 0 0,0-2 0 0,0 11 166 0,0-4-64 0,0 0-27 0,0 2 0 0,0-2-36 0,2-7-345 16,0 13 167-16,2-15 89 15,-1-3 45-15,-1 1-585 0,1-4 299 0,-1-4 150 16,-1-2 73-16</inkml:trace>
  <inkml:trace contextRef="#ctx0" brushRef="#br0" timeOffset="-44829.79">21376 17854 2576 0,'-21'-5'0'0,"5"5"0"0,-2 0 0 0,-2 12 0 0,-1 7 0 0,0 4 0 0,0 9 0 0,1 7 0 0,3 3 0 0,8 7 0 0,4-3 533 0,5 4-237 16,0 3-134-16,3 2-61 0,15-5 133 15,2 0-205-15,6-4-29 0,0-1 0 0,3-8-64 16,1 1 46-16,-2-6 28 0,2-2-234 0,-3-8 131 16,-2 1 76-16,-2-2-639 0,1-6 338 0,-6-14 48 15,0 2 125-15,-1-3-532 0,0 0 309 0,-2-15 169 16</inkml:trace>
  <inkml:trace contextRef="#ctx0" brushRef="#br0" timeOffset="-44362.04">21647 17861 2139 0,'0'-7'0'0,"-2"2"0"0,2 4 0 0,0 0 0 16,-2 1 0-16,0 0 0 0,1 14 0 0,-1 4 0 0,0 3 0 0,-5 2 0 0,2-1 117 0,-2 7-2 0,-2-2-34 0,-3-4 1 0,-1 0-43 0,1-5 33 15,1-2-33-15,-3-3 0 0,-2-4 1 16,3-1 83-16,-2-4-41 0,4-2 9 16,-1-1 163-16,3-1-107 0,4 0-54 0,-1 0-27 15,4 0 236-15,0 0-292 0,2 0-10 0,0 0 0 16,2 0 0-16,11 0 0 0,8 0 0 0,5 0 0 16,1 0 0-16,5 0 0 0,-2 0 0 0,2 0 0 15,-2 0 0-15,-5 0 0 0,2 0 0 0,-3 0 0 16,-3 0-96-16,-4-1 22 0,-7-3-30 0,-3 0 34 15,-2-3-10-15,-3-3 331 0,-2-1-140 0,0-3-67 16,-3 0-26-16,-10-3-18 0,-6-3 0 0,0 0 0 16,0 0 0-1,-2 0 0-15,2 0 0 0,3 4 0 0,0 2 0 16,4 1 0-16,3 4 0 0,0 1 0 0,4 5 0 16,3-1 0-16,0 2 0 15,2 0 0-15,0 2 0 0,0 0 0 0,6 2 0 0,4 5-43 0,2 3-42 16,1-3 92-16,3 2-17 15,0-1-23-15,3 2 144 0,2-1-76 0,1 0-28 0,-1-1 0 0,2-3-34 0,-2 2-41 16,-1 0 3-16,1-1-163 16,0-1 102-16,-5 1 49 0,1-2 5 0,-2-4-798 15,-6 3 817-15,5-2 4 0,-5 2 9 0,-2-3-293 16,1 0 147-16,0 0 73 0,1 0-528 16,-4 0 291-16</inkml:trace>
  <inkml:trace contextRef="#ctx0" brushRef="#br0" timeOffset="-44176.94">22112 17751 3163 0,'-5'0'0'0,"-2"0"0"0,-5 0 0 0,5 2 0 16,-6 3 0-16,1 6 0 0,3 3 0 0,0 2 0 0,-3 4 0 0,3 1 0 0,-5 6 198 0,3-3-80 0,0 5-39 0,-2 0 0 0,0 0-412 15,-3 1 196-15,0 2 83 0,-3-2-268 0,-6 5 181 16,2-5 90-16,0-4 46 0,-4 5-737 0,-1-5 257 15,-2-2 223-15,2-1-273 0</inkml:trace>
  <inkml:trace contextRef="#ctx0" brushRef="#br0" timeOffset="-44004.97">21477 18330 2445 0,'-22'0'0'0,"3"0"0"0,5 0 0 0,2 0 0 0,5 0 0 0,1 0 0 15,6 0 0-15,0 0 0 0,0 0 0 0,16 0 0 0,11 0 183 0,5-1-62 0,10-2 380 0,-1-4-231 0,5 2-115 16,0-1 101-16,2 2-256 0,-6 3 0 0,8-2 0 15,-12 2 0-15,0-1 0 0,-1 0 0 0,-5 0 0 16,-4 0 0-16,-1-1 0 16,-4 3 0-16,-9-3-614 0,0 2 309 0,-7 1 77 15,-1 0 116-15,-5 0-731 0,-1 4 401 0,-3 8 202 16</inkml:trace>
  <inkml:trace contextRef="#ctx0" brushRef="#br0" timeOffset="-43532.19">21739 18363 1863 0,'-19'2'0'0,"2"5"0"0,0 5 0 0,1-1 0 0,-4 4 0 0,3 1 0 0,1 5 0 0,0-1 0 0,2 3 0 0,-2 2 0 0,3-3 128 0,1 2-49 0,0-4 0 0,1 2 64 16,2-6-52-16,0-2-26 0,4-5 10 0,1 2 137 16,3-6-86-16,1-2-43 0,0 1 0 0,0-2 150 15,0 0-102-15,1-2-45 0,12 0 162 0,3 2-104 16,5-2-82-16,-1 0-62 0,6 0 0 0,1 0 0 15,-1-10 0-15,0 7 0 0,1-4 0 0,-4 0 0 16,4-4 0-16,-8 4 0 16,-1 0 0-16,-6 2 0 0,-1-3 0 0,-5 3-314 15,-3 0 105-15,-1-1 101 0,-2-3 4 0,0 1 34 16,-7-4-12-16,-8 3 33 0,-2-2 190 0,-6-4-90 16,3 4-45-16,-1-3 165 0,3 5-86 0,-3 0-57 15,4 0 10-15,2 1 119 0,6 3-38 0,1 3-52 16,2-1 6-16,3 2-73 0,3-1 0 0,0 2 0 15,0 0 0-15,7 0 0 0,10 0 0 0,1 0 0 16,9 0 0-16,-1 3 0 0,1 2 0 0,3 4 0 16,-6-2 0-16,-4 2 0 15,3 2 0-15,-2 1 0 0,-3 1 0 0,-4 0 0 16,-3 3 0-16,-6-6 0 0,-1 8 0 0,-1-5 0 16,-3 3 0-16,0-1 0 0,-12 4 0 0,-3-5 0 15,-4 3 0-15,-2-2 0 0,3-5 0 0,-8 2 0 16,6-4 0-16,-1-3-23 0,0 0-45 0,3-3-425 15,7-2 228-15,2 0 112 0,4 0 57 0,2-2-259 16,3-13 163-16,6-4 76 0,13-8-669 0</inkml:trace>
  <inkml:trace contextRef="#ctx0" brushRef="#br0" timeOffset="-43328.14">21981 18440 2910 0,'8'-6'0'0,"-1"2"0"0,-4 0 0 0,-1 2 0 16,-2 0 0-16,0 2 0 0,-5 0 0 0,-4 2 0 0,0 9 0 0,-3 5 0 0,4 3 416 16,1 1-188-16,4 1 149 0,3 1-377 0,0 5 0 0,3-3 0 0,10 2 0 15,8 1 0-15,4-6 0 0,3-1 0 0,2 0 0 16,4-6 0-16,3-3 0 16,-2-6-279-16,3-3 128 0,-1-2 105 0,0 0-822 15,-4-2 414-15,-1-7 208 0,-2-4 103 0,-5-2-491 16</inkml:trace>
  <inkml:trace contextRef="#ctx0" brushRef="#br0" timeOffset="-43180.28">22349 18015 2554 0,'-11'-24'0'0,"5"5"0"0,2 7 0 0,3 3 0 0,1 2 0 0,0 3 0 0,9 2 0 0,12 2 0 0,3 0 0 0,3 13 0 0,5 10 406 0,-4 5-184 15,-6 0-81-15,6 12 68 0,-9-1-84 0,-4 5-43 0,-3-1-1 0,-5 5 30 16,-5-4-111-16,-2 12 0 0,0-5 0 0,-13 1 0 15,-4 1 0-15,-6-2 0 0</inkml:trace>
  <inkml:trace contextRef="#ctx0" brushRef="#br0" timeOffset="-43103.06">22408 18728 1818 0,'-30'32'0'0,"3"-7"0"0,4-10 0 0,1-2 0 0,2-5 0 0,4-6 0 0,2-2 0 0,2-10 0 0,6-12 0 0,4-20 0 16,2-1-101-16</inkml:trace>
  <inkml:trace contextRef="#ctx0" brushRef="#br0" timeOffset="-42888.92">22458 17900 2022 0,'23'-26'0'0,"5"1"0"0,2 7 0 0,-2 1 0 0,2 2 0 0,-1 3 0 0,-1 6 0 0,-6 4 0 16,0 2 0-16,-2 2 0 0,-2 10 251 0,-3 9-106 0,-6 0 77 0,-3-1-82 0,-4 9-55 0,-2-5 0 0,0 3-5 0,-4-8 0 16,-5-1-40-16,-3-2 91 0,1-2-51 0,0-5 0 15,4-1-40-15,-1-3 327 0,2 0-284 0,3-4-83 16,1-1 0-16,0 0 0 0,2 0 0 0,0 0 0 15,0 1 0-15,4 3 0 0,8-2 0 0,6 1 0 16,3 0 0-16,4-1 0 0,2 2 0 0,1-2 0 16,4 0-151-16,1-2-16 15,6 0 21-15,2 2-609 0</inkml:trace>
  <inkml:trace contextRef="#ctx0" brushRef="#br0" timeOffset="-42509.14">23136 17311 3275 0,'0'-9'0'0,"0"9"0"0,0 0 0 0,0 0 0 0,0 0 0 0,2 0 0 0,0 3 0 0,4 3 0 0,-2 0 0 0,1 1 0 0,1-1 228 0,-1-1-95 0,0 1-38 16,0 0-404-16,0 1 173 0,3 2 87 0,-1 1 44 15,0 0-889-15,2 0 448 0</inkml:trace>
  <inkml:trace contextRef="#ctx0" brushRef="#br0" timeOffset="-41937.54">23764 16725 2526 0,'-18'-11'0'0,"8"7"0"0,0 1 0 0,6 3 0 0,2 0 0 0,0 0 0 0,2 0 0 0,8 5 0 0,18 8 0 0,18 0 0 0,16 0 285 0,6-6-123 0,12 0-62 15,10-4 191-15,23-3-131 0,-8 0-61 16,9 0 209-16,16 0-308 0,-22 0 0 0,16 0 0 0,-2 0 0 16,-3 0 0-16,-8 0 0 0,-8 0 0 15,-9 0 0-15,-15 0 0 0,-1 0 0 0,-16 0 0 16,-4 0 0-16,-11 0 0 0,-11 2 0 0,-10 0 0 16,-10-1-15-16,-1 1-111 0,-10-2-377 0,-1 0 233 15,-2 0 116-15,-9 0 48 0,-17 0-286 0,-4 0 176 16,-6 0 89-16,-6 0-463 0,-3 2 275 0,-7 2 129 15</inkml:trace>
  <inkml:trace contextRef="#ctx0" brushRef="#br0" timeOffset="-41811.19">23895 16943 385 0,'-37'0'0'0,"16"7"0"0,5 20 0 0,3 5 0 0,1 5 0 0</inkml:trace>
  <inkml:trace contextRef="#ctx0" brushRef="#br0" timeOffset="-41561.97">23745 17302 3687 0,'-6'57'0'0,"-1"17"0"0,2-10 0 0,4-12 0 0,-3 5 0 0,2-5 0 0,-2-2 0 0,1-7 0 0,-1-7 0 0,-1-1 0 0,-4-4 39 0,2-11 9 16,0 0-10-16,-2-7-22 0,-3-4 23 0,-1-4-1 0,-4-5-34 15,-1 0 9-15,-7-2-4 0,0-13-9 0,1-6 0 16,-6-8 0-16,1-2 0 0,-4-3 0 0,-3-1 0 15,1 0-5-15,1 4-20 0,6 9 26 0,-4 2 7 16,5 8 9-16,-3 5-15 0,7 5 0 0,0 2-2 16,0 7 0-16,4 13 0 15,3 2 0-15,0 5 0 0,3 3 0 0,1 3 0 16,3 3 0-16,2 0 0 0,2-1 0 0,3-2 0 16,2-3-115-16,0-8 36 0,0 1-506 0,0-6 266 15,5-4 131-15,6-5 79 0,5-4-401 0,5-4 236 16,8 0 118-16,9-12-134 0,5-15 117 0,10-13 71 15</inkml:trace>
  <inkml:trace contextRef="#ctx0" brushRef="#br0" timeOffset="-41180.79">24015 16970 3192 0,'-5'-2'0'0,"3"2"0"16,-1 0 0-16,-1 15 0 0,1 4 0 0,-2 12 0 0,-1 6 0 0,1 13 0 0,-2 10 0 0,0 1 0 0,3 3 207 0,2 0 160 0,1-9-202 0,1 1-165 0,0-4 0 16,0-3 0-16,7-6 0 0,3-2 0 15,-1-9 0-15,-2 3-7 0,0-8-137 0,-5-3 91 16,5-4-413-16,-5-7 263 0,0-2 62 0,-1-5 81 16,1-2-662-16,-2-4 341 0,0 0 171 0,0-4-240 15,0-20 210-15,0-6 100 0,0-11 50 0,0-4-134 16,0-5 91-16,0-1 38 0,2 4 9 0,0 10 0 15,-2-2 86-15,2 6 0 0,-1 11 123 16,-1 1-111-16,2 5-20 0,0 4-1 16,5 2 611-16,5 5-321 0,5-1-87 0,7 2 505 15,4-1-335-15,12 2-161 0,0 1-83 0,3 0 324 16,1 2-203-16,-2 0-91 0,11 0-60 0,-8 0 80 16,-10 0-66-16,4 4-32 0,-2-1-242 0,-12 2 114 15,2-1 43-15,-8 0 27 0,-6-2-548 0,-3 2 288 16,-5-3 142-16,-3 2-646 0,0-2 362 0,-2 3 166 15,0-2 90-15,-13 0-314 0</inkml:trace>
  <inkml:trace contextRef="#ctx0" brushRef="#br0" timeOffset="-40981.29">24378 17005 2933 0,'-6'-11'0'0,"0"7"0"0,4 2 0 0,1 0 0 0,1 2 0 0,-2 0 0 0,0 22 0 15,2 5 0-15,0 12 0 0,0 4 0 0,0 8 130 0,0 13 505 0,0-4-402 0,0 2-233 16,0-8 0-16,-2 1 0 0,2-3 0 0,-2-2 0 16,2-5 0-16,-3-4 0 0,3-7 0 0,-2-2 0 15,0-2 0-15,-3-8-356 0,4 1 83 0,-3-6 132 16,2-7-740-16,0 0 410 0,2-2 221 0,0-7 106 16,0-1-243-16</inkml:trace>
  <inkml:trace contextRef="#ctx0" brushRef="#br0" timeOffset="-40531.75">24956 16968 2620 0,'0'-6'0'0,"-2"3"0"0,-3 2 0 0,-5 1 0 0,-3 1 0 0,-4 17 0 0,0 6 0 0,-5 15 0 0,3 7 0 0,-5 15 0 16,9 5 313-16,1 2-137 0,7-8 353 0,0 17-249 0,5-10-267 0,2-3-13 16,0 0 0-16,10-4 0 0,6-9 0 0,3-1 0 15,7-2 0-15,0-9 0 0,-1-1 0 16,-3-11 0-16,-1-8 0 0,7 1 0 0,-9-9 0 15,1-6-366-15,-1-2 28 0,-2-3 163 0,-2 0-505 16,0-4 326-16,-2-10 157 0,0-7 79 16,-1-4-441-16</inkml:trace>
  <inkml:trace contextRef="#ctx0" brushRef="#br0" timeOffset="-40039.4">25236 17025 2448 0,'1'-7'0'0,"2"4"0"0,-1 0 0 0,0 3 0 0,-2 0 0 0,0 12 0 0,0 10 0 0,0 2 0 0,-10 7 0 0,-4-1 0 0,2 4 123 0,-6-1 181 0,3-1-133 15,-1-4-65-15,-3-1-34 0,6-10 55 0,-2 1-34 16,2-6-10-16,2-3 66 0,0-3-55 0,5-3-28 16,-2-1 1-16,3-2-39 0,1 0-28 0,1 0 0 15,2 0 0-15,1 0 0 16,0 0 0-16,0 0 0 0,8 0 0 0,8 0 0 0,9 0 0 0,0-2 0 15,3 0 0-15,2 1 0 16,0 1 0-16,2 0 0 0,2 0 0 0,-4 0 0 0,2-3 0 16,-6 2 0-16,4-2 0 0,-10 0 0 15,-1-1 0-15,-9 1 0 0,1-1 0 0,-5 1 0 16,-5-3 0-16,-1-6 0 0,0 0 0 0,-5-2 0 16,-14-4 0-16,0-2 0 0,-1-2 0 0,-5-5 0 15,0 2 0-15,1-2 0 0,1 1 0 0,5 3 0 16,-3-1 0-16,7 7 0 0,4 0 0 0,2 8 0 15,2-3 0-15,3 9 0 0,0-1 0 16,3 1 0-16,0 2 0 0,3 1 0 16,11 0 0-16,2 0 0 0,3 0 0 0,1 0 0 15,7 8 0-15,-3 3 0 0,3 2 0 0,-1 4 0 16,-1 2 0-16,-1-1 0 0,1 5 0 0,-2-2 0 16,0 0 0-16,-4 2 0 0,2-1 0 0,-7-6 0 15,-1 3 0-15,1-4 0 0,-4-1 0 0,-1-6 0 16,-4 2 0-16,1-4 0 0,-3-1-37 0,-1-3-168 15,0-1 72-15,-1-1-657 0,1 0 376 16,3 0 187-16,-1-1 94 0</inkml:trace>
  <inkml:trace contextRef="#ctx0" brushRef="#br0" timeOffset="-39882.99">25704 17029 2911 0,'0'-9'0'0,"0"7"0"15,0 0 0-15,0 1 0 0,0-2 0 0,0 3 0 0,0 4 0 0,-5 13 0 0,0 4 0 0,0 5 0 0,-6 4 204 0,3 1-82 0,-4 8 217 0,-2 3-155 16,0 0-72-16,0-4-139 0,-2 1 34 0,3-6-1 16,-2 2 43-16,0-2-617 0,-2-2 304 0,-1-4 151 15,-3 0 76-15,0 0-842 0,-3-4 313 0</inkml:trace>
  <inkml:trace contextRef="#ctx0" brushRef="#br0" timeOffset="-39682.42">25095 17651 3164 0,'-13'-4'0'0,"3"0"0"0,3 1 0 15,2-1 0-15,3 1 0 0,2 1 0 0,0 1 0 0,11 1 0 0,15 0 0 0,6 0 0 0,7 0 561 0,3 0-355 0,0 3-206 0,-4 6 0 0,14-2 0 16,-10 2 0-16,2 0 0 0,-10-3 0 0,3 2 0 16,-1-4 0-16,-6-1 0 0,0-1 0 0,-10-2 0 15,1 0-5-15,-7 0-9 0,-4 0-727 16,-3 0 283-16,-2 0 210 0,-3 0-498 0,-2 0 353 0,0 0 167 15,-8 0 98-15</inkml:trace>
  <inkml:trace contextRef="#ctx0" brushRef="#br0" timeOffset="-39202.1">25317 17717 1511 0,'-20'13'0'0,"1"4"0"0,-1-1 0 0,4 0 0 0,-3 4 0 0,2 3 0 0,0-1 0 0,0 4 0 0,-1 3 0 15,-3 1 0-15,0-3 281 0,-1 4-121 0,1-3-60 0,-1-3 72 0,5-4-72 0,-1-5-30 16,6-3 0-16,-2-1 179 0,8-6-106 0,-1-1-41 16,4-3-37-16,3 0 297 0,0-2-161 0,0 0-81 15,0 1 101-15,5 3-217 0,10 0-4 0,4 0 0 16,5-1 0-16,3 1 0 0,1 0 0 0,2-3 0 16,2-1 0-16,0 0 0 0,0 0 0 0,-2 0 0 15,-2 0 0-15,-6-1 0 0,-1-7 0 0,-3 1 0 16,-6 1-79-16,-5-1-50 0,-1 2-5 15,-4-3 16-15,-2-2 46 0,0-1-14 16,-2-1 122-16,-9-2-37 0,-7-3 0 0,2 0-48 16,-7-7 92-16,3-1-41 0,-3 0 0 0,2 0 12 15,1 2 1-15,4 5 0 0,1-2-35 0,3 3 203 16,3 2-92-16,3 6-28 16,0 1 162-16,6 3-225 0,0 1 0 0,0 1 0 0,13-2 0 0,12 4 0 15,3 1 0-15,1 0 0 0,8 6 0 0,4 8 0 16,-2 5 0-16,0 3 0 0,0-1 0 15,-9-1 0-15,0 6 0 0,-2-2 0 0,-6-2 0 16,-5 0 0-16,-6 0 0 0,-1-3 0 16,-8 1 0-16,-2-3 0 15,0 0 0-15,-6-3 0 0,-13 2 0 0,-5-3 0 0,-4-4 0 0,1-2 0 16,-6-1 0-16,4-1 0 0,4-4 0 0,0-1 0 16,0 0 0-16,6 0 0 0,6-1-184 0,6-10-3 15,4-4 65-15,3-4-685 0,7-4 384 0,13-4 192 16</inkml:trace>
  <inkml:trace contextRef="#ctx0" brushRef="#br0" timeOffset="-39016.99">25648 17793 3607 0,'10'-6'0'0,"-3"0"0"0,-4 2 0 0,-1 0 0 0,-2 1 0 0,0 2 0 0,-6 1 0 0,-5 0 0 0,-2 8 0 0,-2 8 0 0,3 3 324 0,1 6-324 0,2 3 0 15,7-3 0-15,-1 5 0 0,3 1 0 0,0-2 0 16,9 1 0-16,6-4 0 15,5-4 0-15,3-1 0 0,3-6 0 0,-1-1 0 16,3-9 0-16,-4-1-162 0,0-4-11 0,5 0 98 16,-7-2-870-16,-3-4 453 0,2-6 226 0,0-4-422 15,-7 0 314-15</inkml:trace>
  <inkml:trace contextRef="#ctx0" brushRef="#br0" timeOffset="-38779.35">25951 17210 2803 0,'-3'-12'0'0,"0"6"0"0,3 4 0 0,0-2 0 0,3 4 0 0,14 0 0 0,2 15 0 0,7 12 0 0,-2 3 0 0,-3 4 0 0,5 14 113 0,-5-1 386 0,-2-1-230 16,-4 2-114-16,-4-4-63 0,0 11-92 0,-5-7 0 16,-4 1 0-16,-2 0 0 0,0-2 0 0,-6 2 0 15,-11-2 0-15,-4-4 0 0,-3-1 0 16,-5-5 0-16,0-6 0 0,-1-6 0 15,-8 4 0-15,10-11 0 0,-1-1 0 0,8-6 0 0,-2-3 0 0,10-8-433 16,-4 0-60-16,8-3 226 16,3-19 115-16,6-16-727 0</inkml:trace>
  <inkml:trace contextRef="#ctx0" brushRef="#br0" timeOffset="-38633.21">26117 17147 2949 0,'19'-30'0'0,"3"10"0"0,2 3 0 0,-1 4 0 0,3 0 0 0,-1 7 0 0,-1 4 0 0,2 2 0 0,1 0 0 0,-8 12 0 0,5 9 134 0,-5 1-47 16,-6 2 205-16,-2 3-126 0,-5 2-64 0,-5 3-57 15,-1-2-6-15,-3 0 1 0,-12-1-1 0</inkml:trace>
  <inkml:trace contextRef="#ctx0" brushRef="#br0" timeOffset="-38562.02">26365 17358 3931 0,'-16'12'0'0,"4"-2"0"0,-1-2 0 15,6-3 0-15,-2 0 0 0,4-4 0 0,3-1 0 0,0 0 0 0,2 0 0 0,0 2 0 0,0 0 0 0,9 0 0 0,9 1 0 0,2-1 0 0</inkml:trace>
  <inkml:trace contextRef="#ctx0" brushRef="#br0" timeOffset="-38510.89">26421 17420 393 0,'25'0'0'0,"7"0"1753"0,-4 0-896 0,-3 0-448 0,4 0-225 0,-5 0-1204 0,-4 5 480 0</inkml:trace>
  <inkml:trace contextRef="#ctx0" brushRef="#br0" timeOffset="-36285.92">18221 16894 967 0,'0'-11'0'0,"0"1"0"0,0 1 0 0,0 2 0 0,0-2 0 0,2 2 0 0,-2-1 0 0,0-1 0 0,0 2 0 0,0 2 0 0,2 0 68 0,-2 4 1 0,0-1 63 0,0 0-46 15,0 1-1-15,0 1 137 0,0 0-97 0,2 0-42 0,-2 0-1 16,0 0 61-16,0 0-52 15,0 0-15-15,0 0 56 0,0 6-46 0,0 4 0 16,-2 1-46-16,-7 2 130 0,4 3-56 0,-2 0-41 16,-1 5 26-16,1-2-30 0,-1 3 1 0,1 2-30 15,1-3 116-15,-5 7-48 0,3-1 1 0,1-1 29 16,1 4-37-16,-1-1-2 0,1 3-87 0,-2 3-12 16,5 0 0-16,-3 4 0 0,1-2 0 0,-1 6 0 15,0-7 0-15,0 7 0 0,1-2 0 16,0 3 0-16,-1-2 0 0,0 6 0 15,2-1 0-15,2 1 0 0,2 0 0 0,0 4 0 16,0-5 0-16,2 0 0 0,6-8 0 0,5 10 0 16,-2-8 0-16,3 1 0 0,0-3 0 0,0-6 0 15,-1 6 0-15,2-4 0 0,0 8 0 0,0-5 0 16,-4-4 0-16,2 5 0 0,1-3 0 0,-2-1 0 16,2 0 0-16,-3-2 0 0,2-3 0 0,-1-2 0 15,0-3 0-15,2-3 0 0,-3-5 0 0,0-2 0 16,1-2 0-16,-1-1 0 0,-1-1 0 0,2-4 0 15,-3 1-123-15,3-2-231 16,1 1 156-16,-2 2 68 0,5 3-753 0,2 2 420 16</inkml:trace>
  <inkml:trace contextRef="#ctx0" brushRef="#br0" timeOffset="-35410.78">22522 16624 1574 0,'0'-14'0'0,"0"6"0"0,0 4 0 0,0-3 0 15,0 2 0-15,0 2 0 0,0 0 0 0,0 2 0 0,0-2 0 0,3 3 0 0,4 0 80 0,-2 0 41 0,1 0-39 0,-1 0 0 0,2 7-41 16,0-2 46-16,-2 2 10 0,4 4-55 0,-3-2 131 15,1 1-65-15,1 1-33 0,1 1-1 16,1 1 105-16,1 2-74 0,0 0-31 0,7 6 85 16,-6-1-59-16,4 0-29 0,0 5 11 0,0 4 34 15,0 1-38-15,2 2 1 0,-6 2-37 0,4 5 28 16,-5-3 10-16,0 7-38 0,-3 2-24 0,-3 2-18 16,1 2 0-16,-3 2 0 0,-1-1 0 0,-2 3 0 15,0 1 0-15,0 1 0 0,0 0 0 0,-3-2 0 16,-1 2 0-16,-2 9 0 15,3-12 0-15,-2 4 0 0,3 3 0 0,-1-3 0 16,-1-1 0-16,-1 0 0 0,1-3 0 0,-1-3 0 16,-4-1 0-16,2-4 0 0,-2 6 0 0,-3-3 0 15,3-3 0-15,-2 1 0 0,-1-12 0 0,-1 5 0 16,3-5 0-16,-1-4 0 0,4-10 0 0,2-3 0 16,-1-5 0-16,3-2-12 0,-1-6-57 0,-1-1 17 15,4-2-41-15,-3 0 27 0,0 0 0 0,1-2 13 16,-1-4-59-16,2 0 28 15,-1-3 0-15,1 2-213 0,-3-4 127 0,5 2 53 16,0 3 43-16,-2-4-448 0,2 3 240 0,0-2 120 16</inkml:trace>
  <inkml:trace contextRef="#ctx0" brushRef="#br0" timeOffset="-34023.39">23428 16393 1261 0,'-6'-18'0'0,"1"4"0"0,2 2 0 0,-1 1 0 0,-1 4 0 0,1-1 0 0,0 2 0 0,1 5 0 0,-2-2 0 0,3 2 0 0,1 1 206 16,-3 0-83-16,0 5-42 0,-1 9 10 0,1 2 44 16,-3 9-47-16,-2 1-1 0,1 6-47 0,-3 10 162 15,-1-3-71-15,-4 13-51 0,2 1 75 0,-1 11-58 16,0-2-29-16,2 3 1 0,2-4 226 16,-3 18-133-16,5-2-60 0,2 4 200 15,2 11-146-15,5-8-156 0,0-6 0 0,0 18 0 16,16-10 0-16,0 4 0 0,7 3 0 0,3-3 0 15,3-11 0-15,10 13 0 0,3-16 0 0,1 1 0 16,6-3 0-16,3 2 0 0,-1-8 0 0,13 13-251 16,-2-5 90-16,1-2-832 0,8 0 476 0</inkml:trace>
  <inkml:trace contextRef="#ctx0" brushRef="#br0" timeOffset="-33489.2">26549 16509 2069 0,'-7'-21'0'0,"7"13"0"0,0 7 0 0,1 1 0 0,14 1 0 0,6 12 0 0,2 7 0 0,3 10 0 0,12 17 0 0,-3 7 0 0,2 9 139 16,5 23 197-16,-6-4-149 0,-4-2-63 0,2 25-47 15,-8-10 41-15,-8 2-39 0,-10-1 0 0,-6 0-39 16,-2-10-34-16,-22 24 34 0,-8-12 0 16,-6 2-135-16,-11 0 67 0,0-8 34 0,1-13 11 15,-17 8-221-15,6-12 123 0,5-5 20 0,5-11-443 16,6-12 205-16,-4-4 140 0,15-11 21 0</inkml:trace>
  <inkml:trace contextRef="#ctx0" brushRef="#br0" timeOffset="-24827.21">27159 16899 2185 0,'-5'0'0'0,"5"0"0"0,0 0 0 0,0 0 0 0,0 5 0 0,0-1 0 0,3-1 0 0,9 1 0 0,1 0 0 0,2-3 0 0,8 3 144 0,1-2 135 0,-4-2-119 0,7 0-61 0,-6 0-19 16,3 0-78-16,-2 0 38 0,1 0-1 0,-4 0-195 16,-1 0 98-16,-4 0 58 0,1 0-9 15,-5 0-387-15,-1 0 218 0,-3 0 83 0,0 0-623 16,-2 0 307-16</inkml:trace>
  <inkml:trace contextRef="#ctx0" brushRef="#br0" timeOffset="-24648.54">27224 17275 3886 0,'-13'0'0'16,"8"13"0"-16,1-3 0 0,4-9 0 0,0 2 0 0,0-3 0 0,2 3 0 0,14 0 0 0,6-3 0 0,0 0 0 0,8 0 45 0,4-6-45 0,-3-3 0 15,2 3 0-15,-6-4 0 0,1 5 0 0,2-5 0 16,-8 6 0-16,1-2 0 0,-3 3 0 0,-1 1 0 16,0 2-104-16,-2 0 54 0,-2 4-1197 0</inkml:trace>
  <inkml:trace contextRef="#ctx0" brushRef="#br0" timeOffset="-24006.85">28034 16438 1839 0,'0'-14'0'0,"-4"7"0"0,1-1 0 0,-1 1 0 0,3 2 0 0,-1 1 0 0,2 2 0 0,-2-1 0 0,2 3 0 0,0 0 0 0,0 6 434 0,0 12-197 0,0 3-97 15,0 6-50-15,0 6 461 0,0 6-260 0,0 4-125 16,0 4-63-16,0 3-23 0,0 1-80 0,0 6 0 16,0-1 0-16,-5 10 0 0,-2-5 0 0,-2 5 0 15,2 4 0-15,-2 1 0 0,0 2 0 0,0 1 0 16,4-4 0-16,-1-3 0 0,1-6 0 16,2-9 0-16,1 3 0 0,0-1 0 0,2-7 0 0,0-3 0 15,0-6 0-15,-1-3 0 0,1-2 0 16,-2-9 0-16,2-3 0 0,-2-6 0 15,0-7 0-15,2 0 0 0,-3-3 0 0,3-5 0 16,0 0 0-16,-2 0 0 0,-2 0 0 0,0 0 0 16,0-3 0-16,0 0 0 0,1-4 0 0,3 2 0 15,0 2 0-15,0-3 0 0,0-1-1249 0</inkml:trace>
  <inkml:trace contextRef="#ctx0" brushRef="#br0" timeOffset="-22832.27">28367 17127 1521 0,'-2'-7'0'0,"0"1"0"0,2 4 0 0,-1 0 0 0,-1 0 0 0,0 0 0 0,0 2 0 0,-1 0 0 0,2 0 0 0,0 0 0 0,1 8 185 15,-4 1-62-15,4 4-47 0,0 0 191 0,0 0-114 16,0 0-56-16,4-1-29 0,-2-2 155 0,7 3-97 15,-4-8-43-15,0 2 1 0,0-1 0 0,1-4 0 16,-3 0-34-16,1-1 56 0,-1-1-33 0,-1 0 1 16,2 0 17-16,-1-3-25 0,-1-7 9 0,2-2-35 15,1-1 1-15,-2-2-1 0,-1 0 0 0,0 1 0 16,-2 4-19-16,0 0-21 0,0 2 0 0,0 2 0 16,0 3 0-16,-4 1 0 0,-4 2 0 15,-1 0 0-15,0 0 0 0,0 11 0 16,-2 2 0-16,4 0 0 0,4-3 0 0,-1 1 0 15,1-1 0-15,3-3 0 0,0-2 0 0,0 1 0 16,3-3 0-16,3-3 0 0,1 0 0 0,-1 0 0 16,2 0 0-16,1-9 0 0,-4 3 0 0,-2-3 0 15,-1 2 0-15,0 2 0 0,-2 1 0 0,0-1 0 16,0 1 0-16,0 3 0 0,0-1 0 0,0 0 0 16,0 2 0-16,0 0 0 0,0 0 0 0,12 0-148 15,10 0-97-15,4 0-1043 16</inkml:trace>
  <inkml:trace contextRef="#ctx0" brushRef="#br0" timeOffset="-20749.25">29112 16565 1328 0,'-6'-2'0'0,"1"0"0"0,2 1 0 0,-4-4 0 0,5 2-1 0,-4 0 1 0,4 0 0 0,-1 0 0 0,1 1 0 0,1 1 0 0,1-2 82 16,-2 0 40-16,2 3-38 0,0 0-1 0,0 0-28 15,0 0 179-15,0 0-95 0,0 0-47 0,0-2 154 16,0 0-101-16,0 0-39 0,5-1-11 0,8 1 134 16,-1-4-91-16,3 0-48 0,3 0 1 0,2-1 145 15,0 2-101-15,2-1-46 0,-1 2 24 0,0 0-113 16,2 2 0-16,0 2 0 0,7 0 0 0,-2 0 0 16,2 0 0-16,2 0 0 15,1 0 0-15,4 0 0 0,1 0 0 0,7 0 0 16,-1 2 0-16,5-2 0 0,-1 1 0 0,3-1 0 15,2 0 0-15,2 0 0 0,0 0 0 0,2 0 0 16,-1 0 0-16,3 0 0 0,-3-1 0 0,2-1 0 16,7 0 0-16,-14 1 0 0,7-1 0 0,-3-1 0 15,-2 2 0-15,-1 0 0 0,-1-3 0 0,-2 3 0 16,-2-1 0-16,-5 1 0 0,4-4 0 0,-10 2 0 16,1-1 0-16,-1 1 0 0,-7 0 0 0,-7 0 0 15,-1 1 0-15,-5-1 0 16,-4 2 0-16,-1-1 0 0,-6 0 0 0,1 0 0 15,-3 2 0-15,-3 0 0 0,0-2 0 0,0 2 0 16,0-1 0-16,0-3 0 0,0 0 0 0,0 1 0 16,0-3-25-16,0 2-281 0,-9-1 129 0,2 1 55 15,-2-1-683-15,-7 4 380 0,-1 1 190 0,-8 0-300 16</inkml:trace>
  <inkml:trace contextRef="#ctx0" brushRef="#br0" timeOffset="-20205.79">29086 16555 1702 0,'-8'-12'0'0,"1"6"0"0,2 3 0 0,0 3 0 0,0-2 0 0,-1 0 0 0,3 2 0 0,-1 0 0 0,1 2 0 0,1 10 0 0,2 7 320 0,0 9-144 16,0 3-67-16,0 8-33 0,0 2 240 0,5 1-136 15,0-3-58-15,6 16-46 0,-4-6 193 0,0 4-113 16,-2 1-57-16,-1 2 135 0,0 2-138 0,-1 2-96 15,-3-2 0-15,0-1 0 0,0-3 0 0,0-3 0 16,0-8 0-16,-8 6 0 0,0-14 0 0,1 4 0 16,-6-7 0-16,5-5 0 0,-3-4 0 0,-1-6 0 15,1-4 0-15,-1-6 0 0,-2-3 0 0,0-4 0 16,0 0 0-16,-5-5 0 0,2-14 0 0,-2-4 0 16,0-3 0-16,1-4 0 15,-1-3 0-15,1 0 0 0,3 0 0 0,-1 6 0 16,2 6 0-16,-1 3 0 0,7 7 0 0,-1 0 0 15,0 4 0-15,4 4 0 0,0 0 0 0,1 3 0 16,0 0 0-16,1 6 0 0,-3 6 0 0,3 4 0 16,1 1 0-16,0 7 0 0,-1-4 0 0,1 8 0 15,-1-10 0-15,-1 7 0 0,-1-3 0 0,3 2 0 16,-3-4 0-16,-1 0 0 0,3-3-291 0,-1-2 114 16,4-3 66-16,0-1-460 0,0-2 269 0,0-2 130 15,6-1 64-15,10-6-535 16,6 0 300-16</inkml:trace>
  <inkml:trace contextRef="#ctx0" brushRef="#br0" timeOffset="-19959.13">29381 16864 2754 0,'0'-7'-4'0,"0"7"2"0,0 0 1 0,0 0-1 0,0 1 2 0,2 10 0 0,1 5 0 0,2 3 0 16,3 5 0-16,-1 6 0 0,0 10 313 0,-1-2-124 0,1 16 255 0,-1-6-204 0,-4 1-240 0,2-3 0 16,-3 4 0-16,1-10 0 0,0 7 0 0,1-12 0 15,0 2 0-15,-1-5 0 0,0-1 0 16,1-11 0-16,0 2 0 0,0-7 0 0,-1-5 0 16,2-2-663-16,-1-4 213 0,2-4 203 0,5 0-538 15,-2-7 371-15,1-16 185 0,-1-6 91 16</inkml:trace>
  <inkml:trace contextRef="#ctx0" brushRef="#br0" timeOffset="-19801.7">29544 17240 2784 0,'-1'-12'-1'0,"-1"6"1"0,2 1 0 0,0-2 0 0,0-1 0 0,5 1 0 0,8-1 0 0,4 1 0 0,8 1 0 0,3-1 0 0,2 2 187 0,2 2-72 0,1 0 253 0,-1 2-162 16,1 1-82-16,-8 0-302 15,10 0 104-15,-7 0 59 0,-8 0 29 0,1 1-246 16,-5 4 148-16,-2-1 58 0,-5-1-614 0,-2 1 335 15,-2-2 66-15,-3-2 118 0,-2 1-560 0,0-1 325 16</inkml:trace>
  <inkml:trace contextRef="#ctx0" brushRef="#br0" timeOffset="-19614.18">29781 16817 2657 0,'-9'-7'0'0,"1"4"0"0,3 3 0 0,-1 0 0 0,1 0 0 0,-4 3 0 0,4 10 0 0,1 5 0 0,2 8 0 0,2 1 0 0,0 3 115 0,0 5 310 16,0 5-181-16,0 7-105 0,2-6-48 0,-1 3 2 0,5-1-49 0,-4-2-1 16,1-5-186-16,-1 3 88 0,0-3 49 0,0-3 0 15,-1-2-472-15,1-3 260 0,0-6 142 0,-2-1-772 16,1-2 404-16,1-4 196 0,1-4 102 16</inkml:trace>
  <inkml:trace contextRef="#ctx0" brushRef="#br0" timeOffset="-19125.85">30427 16915 1358 0,'2'-27'0'0,"-2"12"0"0,0 3 0 0,2-2 0 0,-2-5 0 0,0 4 0 0,0-1 0 16,0 0 0-16,0 3 0 0,0-4 0 0,-4 4 128 0,1-2-44 0,-1 6 10 0,-1-3 111 0,-3 3-83 0,2 2-40 15,1 1 0-15,-4 2 68 0,-1 2-44 16,2 2-37-16,-1 0 238 0,-3 0-133 0,3 0-66 15,0 12-34-15,-2 3 285 0,3 6-165 0,-3 1-76 16,3 4-38-16,2 5-43 0,2 1-37 0,3 4 0 16,1 3 0-16,0 3 0 0,0 2 0 0,0 0 0 15,1 2 0-15,3-3 0 0,2 10 0 16,2-7 0-16,-4 1 0 0,1-2 0 0,-2 0 0 16,-1-7 0-16,0 3 0 0,0-3 0 15,-2-3 0-15,0-1 0 0,0-3 0 0,-6-5 0 16,-4 1 0-16,2-5 0 0,-2-5 0 0,-2-2 0 15,2-2 0-15,-1-2 0 0,-3-4 0 0,1 1 0 16,1-1 0-16,0-3 0 0,-1 0 0 0,2-1 0 16,-3-3 0-16,3 0-62 0,2-2-683 0,1-13 352 15,3-9 176-15,3-7 77 0,2-17-631 16,0 0 365-16</inkml:trace>
  <inkml:trace contextRef="#ctx0" brushRef="#br0" timeOffset="-18963.41">30154 17114 2714 0,'0'-27'0'0,"0"10"0"0,0 5 0 0,0-3 0 0,0-3 0 0,3 3 0 0,2 4 0 0,5 0 0 0,0 2 0 0,7 0 0 0,-4 4 191 0,7-1 257 15,-1 5-204-15,2-2-101 0,-3 3-51 0,1 0-73 0,-3 0 22 0,1 0-2 16,-4 7-39 0,1 1-256-16,-6 1 137 0,2 2 75 0,-3-3-613 0,-4 2 348 15,1-3 134-15,-3-2 101 0,1 2-779 0</inkml:trace>
  <inkml:trace contextRef="#ctx0" brushRef="#br0" timeOffset="-18695.27">30645 16651 3024 0,'0'-10'0'0,"-3"2"0"0,3 2 0 0,-2 1 0 0,2-2 0 0,-3 2 0 0,1 1 0 0,2 3 0 0,-1-2 0 0,1 2 0 0,0 1 212 15,-4 0 92-15,0 5-131 0,-1 13-55 0,-1 2-43 0,1 3-50 0,-1 1-25 16,2 1 0-16,0-3 0 16,0 2 0-16,3 0 0 0,-1-3 0 0,2-2-215 15,0-2-114-15,0-3 186 0,0-3 103 0,0 0-881 16,0-2 440-16,0-1 219 0,0 0-396 0</inkml:trace>
  <inkml:trace contextRef="#ctx0" brushRef="#br0" timeOffset="-18359.65">30885 16919 2360 0,'-3'-4'0'0,"-2"2"0"0,-2 2 0 0,-1 0 0 0,-2 0 0 0,-2 2 0 0,-1 9 0 0,3 3 0 0,-5 1 0 0,5 10 0 0,1 0 473 0,1 5-216 0,2 2-109 0,1 0-44 15,3 1 109-15,2 2-87 0,0-1-43 0,0-3 84 16,0-1-167-16,2-4 0 0,4 3 0 16,1-5 0-16,4-6 0 0,0 2 0 0,-1-4 0 0,3-1 0 15,0-6-41-15,-1 1-19 0,0-4-784 0,1-5 414 16,0-1 138-16,-1 0 116 16,3 0-545-16</inkml:trace>
  <inkml:trace contextRef="#ctx0" brushRef="#br0" timeOffset="-18121.43">30938 17084 2533 0,'0'-9'0'0,"0"4"0"0,0 2 0 0,0-1 0 0,0 2 0 0,0 1 0 0,5 1 0 16,7 0 0-16,-1 3 0 0,3 8 0 0,1 5 452 0,0 0-196 0,0 5-113 0,-2-4-52 0,-2 4 86 0,-5-3-69 15,4 5-34-15,-10-3 10 0,0-1-79 0,0 3-1 16,-10-6 0-16,-3-1-4 0,-10 0 0 0,4-4 0 15,-8-2 0-15,2-2 0 0,-3-3 0 0,3-1 0 16,5-3-134-16,-3 0-28 0,3 0 86 0,5 0-1 16,3 0-342-16,4-4 168 0,3-4 96 0,5-3 63 15,0 0-439-15,8-4 246 0,12 0 122 0,5-1-433 16,-5 3 268-16</inkml:trace>
  <inkml:trace contextRef="#ctx0" brushRef="#br0" timeOffset="-17931.89">31133 17050 2567 0,'2'-7'0'0,"-2"0"0"0,0 4 0 15,0 0 0-15,-15 3 0 0,0 0 0 0,-3 5 0 0,6 8 0 0,0 4 0 0,-1 4 0 0,5 5 341 0,4 2-151 16,1-1-74-16,3 1 361 0,0 1-237 0,3-4-240 0,6 5 0 16,7-7 0-16,-2 1 0 0,4-3 0 0,2-3 0 15,-3-3 0-15,1-3-43 0,0-1 35 0,0-5-655 16,-4-3 351-16,1-1 65 15,-7-2-331-15,2 0 267 0,-3 0 135 0,-1-2 69 0</inkml:trace>
  <inkml:trace contextRef="#ctx0" brushRef="#br0" timeOffset="-17720.59">31253 17005 2541 0,'0'-6'0'0,"0"1"0"0,7-1 0 15,0 3 0-15,0 1 0 0,7 2 0 0,-2 0 0 0,8 5 0 0,-2 12 0 0,1 5 0 0,0 5 318 0,-1 5-145 0,1 7-66 0,-7-2 296 16,1 3-182-16,-9 1-90 0,-3-3-94 0,-1 7-37 0,0-6 0 0,-10-6 0 16,-6 2 0-16,0-3 0 0,-3-4 0 0,-3-6 0 15,0-2 0-15,-1-6 0 0,-2-4 0 16,4-4 0-16,-8-5-129 0,4-1 27 16,0 0-30-16,-2 0-600 0,4-5 345 0,3-7 164 15,-2-7-553-15</inkml:trace>
  <inkml:trace contextRef="#ctx0" brushRef="#br0" timeOffset="-17042.55">30805 16648 1131 0,'-6'-4'0'0,"2"2"0"0,3 1 0 0,-1-2 0 0,0 1 0 0,0 1 0 16,1-1 0-16,1-1 0 0,0 2 0 0,0-1 0 0,3 0 89 0,7 1 84 0,5-1-65 0,-3 2-33 0,1 0 10 0,0 0 76 15,1 0-59-15,-3 5-30 0,1 3 0 0,-5-1 55 16,-2 1-32-16,1 1-11 0,-2 1-11 0,-3 1-31 15,-1-1 1-15,0 1-1 0,0-2-1 0,-3 3 1 16,-7-3 0-16,0-2 30 0,-2 1-29 0,-1-2-1 16,1-1 11-16,-4-1 73 0,8 0-42 0,-3-2 1 15,2-2 122-15,5 1-82 0,-1-1-30 16,4 0-12-16,-1 0 54 0,2 0-57 16,0 0-80-16,0 0 0 0,2 2 0 0,11 0 0 15,2-1 0-15,5 1 0 0,0 0 0 0,3 2 0 16,-1-2 0-16,0 1 0 0,3-1 0 0,-2 1-20 15,-2 1-837-15,0-2 384 0,0 2 212 0,-3-1 87 16,-1-1-623-16,-4-1 377 0</inkml:trace>
  <inkml:trace contextRef="#ctx0" brushRef="#br0" timeOffset="-12606.75">10419 18244 1284 0,'-6'-10'-7'0,"4"5"1"0,-1 2 1 0,1-1 2 0,-2 0 0 0,3 2 1 0,-1-2-2 0,0 2 1 0,0 0 1 0,2 2 2 0,0 0 281 0,0 0-108 0,0 0-55 16,0 0 1-16,0 0 74 0,0 0-48 0,2 0-16 15,0 0 220-15,5 0-143 0,0 0-70 0,-1 0-1 16,2 0 183-16,-3 2-134 0,3 2-60 16,-1 0-52-16,3 1-72 0,-1-1 0 0,2 0 0 15,1-1 0-15,2 0 0 0,4-2 0 16,0 1 0-16,7 0 0 0,-4-2 0 0,-1 0 0 16,11 0 0-16,-15 0 0 0,7 0 0 0,2 0 0 15,-6 0 0-15,2 0 0 0,1 0 0 0,5 0 0 16,1 0 0-16,0 0 0 0,4 0 0 0,2 0 0 15,1 0 0-15,4 0 0 0,0-2 0 0,-2 0 0 16,-1-2 0-16,-1 1 0 0,0 1 0 0,-3 0 0 16,-2 1 0-16,-8-2 0 0,2 2 0 0,-1 1 0 15,-2 0 0-15,-1 0 0 16,-3 0 0-16,0 0 0 0,-2 0 0 0,-2 0 0 16,-3 0 0-16,-1 0 0 0,-3 0 0 0,-1 0 0 15,-3 0 0-15,0 0 0 0,0 0 0 0,-1 0 0 16,-1 0 0-16,0 0 0 0,0 0 0 0,0 0 0 15,0 0 0-15,0 0 0 0,0 0 0 0,0 0 0 16,0 0 0-16,0 0 0 0,0 0 0 0,0 0 0 16,0 0 0-16,2-3 0 15,-2 2 0-15,3-1 0 0,-3 0 0 0,0 0 0 16,0 2 0-16,2-2 0 0,0 2 0 0,0 0 0 16,3 4 0-16,-1 11-1037 0</inkml:trace>
  <inkml:trace contextRef="#ctx0" brushRef="#br0" timeOffset="-11508.28">28167 18156 1621 0,'-12'-5'0'0,"6"-5"0"0,1 4 0 0,1 1 0 0,0-1 0 0,0 0 0 0,2 1 0 0,2 0 0 0,-3-1 0 0,3 1 0 0,0 4 203 16,0-1-70-16,0 0-1 0,3 0-53 0,5 0-16 0,-1 2 97 15,3 0-49-15,5 0 0 0,-2 0 178 0,1 0-98 16,-1 0-72-16,4 0 0 0,-4 0 177 0,4 4-116 16,-4 0-59-16,3 0-118 0,-2-1-3 0,3 2 0 15,1-2 0-15,0-1 0 0,1 2 0 0,2-3 0 16,2 1 0-16,4 0 0 0,-5 0 0 0,8 0 0 15,0-1 0-15,3-1 0 0,3 3 0 0,8-1 0 16,0-2 0-16,4 0 0 0,12 1 0 16,-4-1 0-16,16 2 0 0,2-2 0 15,7 3 0-15,0 0 0 0,1 1 0 0,5-2 0 16,10-2 0-16,-6 0 0 0,8 0 0 0,0 0 0 16,-2 0 0-16,-11-2 0 0,21-5 0 0,-12 1 0 15,2-2 0-15,-4 2 0 0,-5 1 0 0,-13 1 0 16,0 0 0-16,-3 2 0 0,-6 1 0 0,-14 1 0 15,5 0 0-15,-11 0 0 0,6 0 0 0,-15 0 0 16,-1 0 0-16,-3 6 0 0,-3-1 0 0,-9-1 0 16,2 1 0-16,-7-1 0 0,-4 0 0 0,-2-2 0 15,-4 1 0-15,-2-3 0 16,-1 2 0-16,-1-2 0 0,0 0 0 0,-1 0 0 16,3 0 0-16,4 0 0 0,7 0 0 0,-5-4 0 15,7 1 0-15,-4-1 0 0,3 0 0 0,1 0 0 16,-2 3 0-16,-3-1 0 0,-2-2 0 0,0 2 0 15,-2 1 0-15,-6 1 0 0,3-3 0 0,-3 3 0 16,0 0 0-16,-1 0 0 0,-1 0 0 0,0-2 0 16,0 1 0-16,0-1 0 15,-3-1 0-15,-9 2 0 0,-8 1-618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3:45:00.50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12617 8175 1657 0,'-7'-7'2'0,"6"2"-1"0,-1 3 1 0,0 0-1 0,2 0 1 0,0 1-1 0,0-1 0 0,0 0 1 0,0 2-1 0,0-2 1 0,0 0 108 0,0 2-34 0,2-2 78 15,4 2-56-15,2-1-29 0,-1 1 164 16,4 0-100-16,-1 0-47 0,1 0 1 0,1 0 172 16,-3 0-109-16,2 0-45 0,-1 0 173 0,2 0-119 15,-1 0-60-15,1 0-29 0,-1 0 23 0,-2 0-93 16,5 0 0-16,-3 1 0 0,2 1 0 15,0-2 0-15,0 2 0 0,3 0 0 16,0-2 0-16,3 2 0 0,0 0 0 0,1-2 0 16,3 0 0-16,0 0 0 0,-1 0 0 0,4 0 0 15,-1 0 0-15,-1 0 0 0,-1 0 0 0,-1 0 0 16,-1 0 0-16,0 0 0 0,-3 0 0 0,1 1 0 16,-2 1 0-16,-2 0 0 0,1 2 0 15,2-4 0-15,-3 3 0 0,2-2 0 0,0 1 0 0,1 1 0 16,1-3 0-16,1 1 0 15,7-1 0-15,-2 0 0 0,-3 0 0 0,10 0 0 16,-4 0 0-16,3 0 0 0,-1 0 0 0,2 0 0 16,-1 0 0-16,3 0 0 0,0 0 0 0,1 0 0 15,-1 0 0-15,4 0 0 0,3 0 0 16,6 0 0-16,-3 0 0 0,2-1 0 0,3-2 0 0,2 0 0 16,-1-2 0-16,5 1 0 0,2 1 0 0,-1-1 0 15,0 2 0-15,10 0 0 0,-12 0 0 0,4 1 0 16,8-1 0-16,-13 2 0 0,12 0 0 15,-4 0 0-15,-5 0 0 16,13 0 0-16,-5 0 0 0,5 0 0 0,0 0 0 0,0 2 0 16,-5-2 0-16,15 0 0 0,-6 0 0 0,3 0 0 15,0 0 0-15,2 0 0 0,0 0 0 0,1 0 0 16,-2 0 0-16,-1 0 0 0,-2 0 0 0,1 1 0 16,-1 1 0-16,0-2 0 0,6 4 0 0,-2-4 0 15,1 2 0-15,1-2 0 0,2 0 0 0,10 0 0 16,-6 0 0-16,6 0 0 0,0 0 0 15,2 0 0-15,-11 0 0 0,20 0 0 16,-11 0 0-16,3 0 0 0,1 0 0 0,0-2 0 16,-11 2 0-16,18 0 0 0,-10 0 0 0,2 0 0 15,3 0 0-15,-3 0 0 0,-8 0 0 0,16 0 0 16,-5 0 0-16,-1 0 0 0,5 0 0 0,-1 2 0 16,-9 0 0-16,20-2 0 0,-11 3 0 15,0-3 0-15,2 0 0 0,1 0 0 0,-12 2 0 0,18-2 0 16,-8 2 0-16,-3-2 0 0,3 2 0 15,-3 1 0-15,-11-2 0 0,22 1 0 16,-13 1 0-16,1-1 0 0,1 5 0 0,1-6 0 16,-14 3 0-16,20 0 0 0,-9-1 0 0,-3 1 0 15,4 0 0-15,-8 0 0 0,17-1 0 0,-11-1 0 16,0 2 0-16,-1 0 0 0,-1-3 0 0,-5 3 0 16,14 0 0-16,-13 0 0 0,-2-1 0 0,-1 3 0 15,-1-2 0-15,-7 0 0 0,16 2 0 0,-17-3 0 16,2 3 0-16,-1-2 0 0,3 1 0 15,-15-2 0-15,11 4 0 16,-4-4 0-16,-3 3 0 0,-3-3 0 0,-3 1 0 0,-12 2 0 0,5-3 0 16,-3 3 0-16,-5-1 0 0,-1 0 0 15,-6 1 0-15,-4 0 0 0,-1-1 0 0,-3 0 0 16,-4-1 0-16,-2 2 0 0,-7-3 0 0,-2 2 0 16,-2-2 0-16,-4-1 0 0,-4 0 0 0,0 0 0 15,-5-1 0-15,-1-1 0 0,-3 0 0 16,1 0 0-16,1 0 0 0,-3 0 0 0,0 0 0 0,2 0 0 15,-2-1 0-15,2-10 0 16,-2-1 0-16,0-1 0 0,0-1 0 0,0-4 0 16,0 1 0-16,-7 2 0 0,-4-2 0 0,-1 6 0 15,-8 1 0-15</inkml:trace>
  <inkml:trace contextRef="#ctx0" brushRef="#br0" timeOffset="-198906.88">14703 4535 1248 0,'-15'0'0'0,"3"0"0"0,-6 0 0 0,3 0 0 0,-2-1 0 0,0-3 0 0,1-2 0 0,0 0 0 0,3 0 0 16,6 3 0-16,-3-1 103 0,5 1 230 0,1 0-144 0,4 1-73 0,0-3-35 0,0 1 103 15,0 0-58-15,2 1-47 0,7-3 220 0,5 2-127 16,-2 2-63-16,6-1 193 0,0 1-117 0,3-1-76 16,2 3-32-16,5 0 142 0,0 0-219 0,6 0 0 15,3 0 0-15,8 0 0 16,0 0 0-16,2 0 0 0,4 0 0 0,4 0 0 0,3-1 0 16,9-1 0-16,-5 2 0 0,6-2 0 0,1 0 0 15,5 0 0-15,2 2 0 0,6 0 0 0,15-3 0 16,-3 1 0-16,7-2 0 0,7-2 0 0,6 0 0 15,19-4 0-15,-5 2 0 0,0-2 0 16,-1-1 0-16,2 0 0 0,-12 1 0 0,28-1 0 0,-18 1 0 16,4-3 0-1,0 5 0-15,6-7 0 0,-17 6 0 0,30-7 0 0,-13 3 0 16,6 0 0-16,0 2 0 0,3-2 0 0,2-2 0 16,6 0 0-16,0 1 0 0,-5-1 0 0,-2 4 0 15,-5 2 0-15,-20 2 0 0,4 2 0 0,-11 2 0 16,-10 3 0-16,-9 0 0 0,-2 0 0 0,-16 0 0 15,-2 5 0-15,-9 3 0 0,-10-3 0 16,-1 1 0-16,-4 1 0 0,-10-3 0 0,-1 1 0 0,-5 1 0 16,-4 1 0-16,-2-5 0 0,-6 3 0 0,-3-1 0 15,-2 0 0-15,-2-1 0 16,-6-1 0-16,-2-1 0 0,-1 1 0 0,-4 1 0 16,-1-3 0-16,-1 0 0 0,0 0 0 0,-2 0 0 15,0 0 0-15,0 0 0 0,0 0 0 0,0 0 0 16,0 0 0-16,0 0 0 0,-2 0 0 0,-5-3 0 15,-5-2 0-15,1 2 0 0,-3 1-569 0</inkml:trace>
  <inkml:trace contextRef="#ctx0" brushRef="#br0" timeOffset="-180709.73">12371 7521 2163 0,'-10'-6'0'0,"-1"1"0"0,4 1 0 15,-1 0 0-15,2 1 0 0,0-1 0 0,1 0 0 0,1-1 0 0,2 1 0 0,1 2 0 0,1 0 109 0,0 0-33 0,0 2 309 0,0-1-176 0,0 1-82 0,0 0 203 0,0 0-143 16,0 0-71-16,0 0-24 0,1-3 45 0,3 3-137 16,3-1 0-16,2-2 0 0,3 2 0 15,-3-1 0-15,2 0 0 0,3 0 0 0,-3 0 0 0,3 0 0 16,0 2 0-16,2-1 0 16,0-1 0-16,0 0 0 0,2 0 0 0,-1 2 0 15,0-2 0-15,2 2 0 0,2 0 0 0,-1-2 0 16,3 2 0-16,1 0 0 0,1 0 0 0,-5 0 0 15,8 0 0-15,0 0 0 0,1 0 0 0,-1 0 0 16,4 0 0-16,1 0 0 0,3 0 0 0,6 0 0 16,-1 0 0-16,2 0 0 0,6 0 0 15,-2 0 0-15,5 0 0 0,10 0 0 0,-2 0 0 16,-7 0 0-16,6 0 0 0,-5 0 0 16,0 0 0-16,-5 2 0 0,-1-2 0 0,-2 2 0 15,-3 0 0-15,-7 0 0 0,0-2 0 0,-4 2 0 16,-4-1 0-16,-8-1 0 0,-1 0 0 15,-6 0 0-15,-3 0 0 0,-3 0 0 0,-3 0 0 0,-2 0 0 16,0 0 0-16,-2 0 0 0,0 0 0 0,0 0 0 16,1 0 0-16,1-1 0 0,-2-3 0 0,2-2 0 15,-2 5 0-15,0-4 0 0,0 3 0 0,0 0 0 16,0 2 0-16,0 2 0 16,0 21 0-16,0 12 0 0,-2 12 0 0</inkml:trace>
  <inkml:trace contextRef="#ctx0" brushRef="#br0" timeOffset="-179883.16">21516 7301 2279 0,'-14'0'0'0,"3"0"0"0,2-2 0 0,-3 1 0 0,3-1 0 0,2 2 0 0,0-2 0 0,2-1 0 0,3 2 0 0,0 1 0 0,0 0 119 0,2 0 372 0,0 0-224 15,0 0-112-15,8 0 241 0,5 0-177 0,0 0-214 16,3 0-5-16,0 0 0 0,3 0 0 0,1 0 0 16,-1 0 0-16,2 0 0 0,4 0 0 0,-2 4 0 15,4-2 0-15,3-2 0 0,2 0 0 16,5 0 0-16,7 0 0 0,1 0 0 16,2 0 0-16,6 0 0 0,1 0 0 0,4 0 0 15,9 0 0-15,-3 0 0 0,5 0 0 0,0 0 0 16,2 0 0-16,-9 3 0 0,12 1 0 0,-9 0 0 15,-10 2 0-15,1-2 0 0,0 1 0 0,-10-1 0 16,6 3 0-16,-7-4 0 0,-2 2 0 16,-9-1 0-16,-1-3 0 0,-8 4 0 0,0-2 0 15,-8-1 0-15,-4-1 0 0,-2 1 0 0,-5 0 0 0,0-2 0 16,-5 0 0-16,1 0 0 16,0 0 0-16,-2 0 0 0,0 0 0 0,0 0 0 15,0 0 0-15,2 0 0 0,0 0 0 0,-1 0 0 16,-1 0 0-16,2 0 0 0,0 0 0 0,-2 0 0 15,0 0 0-15,0 0 0 0,0 0 0 0,0 0 0 16,0 0 0-16,0 0 0 0,0 0 0 0,0 4 0 16</inkml:trace>
  <inkml:trace contextRef="#ctx0" brushRef="#br0" timeOffset="-174295.31">5261 16362 2373 0,'-7'0'0'0,"1"0"0"0,3 0 0 0,-2 0 0 0,0 0 0 0,1 0 0 0,1 0 0 0,1 0 0 0,0 0 0 0,2 0 0 0,-1 0 255 0,1 0-108 0,0 0-55 0,0 0 253 16,0 0-143-16,0 0-87 0,0 0 184 0,0 0-196 16,0 0-103-16,0 0 0 0,0 0 0 0,0 0 0 0,0 0 0 15,0 0 0-15,0 0 0 0,0 0 0 16,1 0 0-16,5 0 0 0,-1 0 0 0,5 2 0 15,-2 2 0-15,2-2 0 0,2 0 0 0,1-1 0 16,1-1 0-16,4 2 0 16,-2 0 0-16,6-2 0 0,-2 2 0 0,8 0 0 15,-6-2 0-15,5 0 0 0,1 0 0 0,4 0 0 16,3 0 0-16,9 0 0 0,-3 0 0 0,7 0 0 16,3-2 0-16,4-4 0 0,9 1 0 0,-2-1 0 15,3 1 0-15,1-1 0 0,-2 2 0 0,-11 1 0 16,7 1 0-16,-4 0 0 0,-3 0 0 0,-3 2 0 15,-3 0 0-15,-12 0 0 0,2 0 0 0,-5 4 0 16,-2 3 0-16,-4-1 0 0,-3-3 0 16,-4 3 0-16,-1-2 0 0,-6 0 0 0,-3-1 0 0,1-1 0 15,-5-2 0-15,-3 2 0 16,0-2 0-16,0 0 0 0,-2 0 0 0,0 0 0 16,0 0 0-16,0 0 0 0,0 0 0 0,0 0 0 15,0 0 0-15,0 0 0 0,0-4 0 0,0 1 0 16,0-5 0-16,0 1 0 0,0-1 0 0</inkml:trace>
  <inkml:trace contextRef="#ctx0" brushRef="#br0" timeOffset="-174273.25">6687 16331 384 0,'0'-2'0'0</inkml:trace>
  <inkml:trace contextRef="#ctx0" brushRef="#br0" timeOffset="-168679.75">7377 16391 2387 0,'-3'-16'0'0,"1"8"0"0,2-1 0 0,-4 2 0 0,3-2 0 0,1 1 0 0,-2 5 0 0,2-1 0 0,0 2 0 0,0 0 0 0,0 2 156 0,0 0-59 0,0 0 160 15,3 9-110-15,9 10-54 0,-4 7 158 0,1 10-111 16,4 5-51-16,-5 7-25 0,1 5 147 0,0 12-172 16,0-13-39-16,-4 8 0 0,0-1 0 0,0-2 0 15,1 0 0-15,-1-3 0 0,-1-3 0 0,1-1 0 16,0-5 0-16,-1-10 0 15,1 5 0-15,1-5 0 0,-4-7 0 0,2 2 0 0,-2-10 0 16,0-2 0-16,0-5 0 0,-1-5 0 16,-1-3 0-16,0-2 0 0,0-3 0 0,0 0 0 15,-3-3 0-15,-7-11 0 0,-5-10 0 0,2-2 0 16,-4-7 0-16,-2-5 0 0,1-2 0 0,-3 5 0 16,1 7 0-16,-3 2 0 0,-2 3 0 0,2 8 0 15,-1 5 0-15,0 9 0 0,0 1 0 0,-5 1 0 16,1 18 0-16,0 10 0 0,5 3 0 15,1 4 0-15,7 0 0 0,0 11 0 16,7-4 0-16,4-1 0 0,4-8 0 0,0 3 0 16,0-3 0-16,10-4 0 0,1-4 0 0,7-3 0 15,2-6 0-15,1-2 0 0,1-5 0 0,7-4 0 16,-3 0 0-16,-2-6 0 0,2 0 0 16,-1 0 0-16,-4 0 0 0,4-2 0 0,-6-7 0 0,7-7-16 15,-7 1-443-15,2-9 201 0,6-4-332 0,-4-6 276 16,-2-2 137-16</inkml:trace>
  <inkml:trace contextRef="#ctx0" brushRef="#br0" timeOffset="-168436.07">7641 17008 3523 0,'0'-9'0'0,"0"8"0"15,0-3 0-15,0 2 0 0,0 0 0 0,2 0 0 0,7 2 0 0,4 0 0 0,2 0 0 0,6 2 0 0,3 9 408 0,0 4-408 0,-1 2 0 0,2 4 0 0,-1-1 0 16,-4 5 0-16,-4-1 0 0,-2 2 0 0,-9-3 0 15,1 9 0-15,-6-4 0 16,0 1 0-16,-6 0 0 0,-9-1 0 0,-5 1 0 16,-3-3 0-16,-2-4 0 0,1-3 0 0,-1-4 0 15,6-4 0-15,-5 2 0 0,3-7 0 0,3-2 0 16,1-4 0-16,4 0 0 0,1 0 0 0,7-10 0 16,3-14-667-16,2-2 113 0,2-10 258 0,13 1 129 15,3-5-663-15,1 0 386 0,6-6 208 0</inkml:trace>
  <inkml:trace contextRef="#ctx0" brushRef="#br0" timeOffset="-168248.06">7903 16857 2736 0,'17'-29'0'0,"-9"13"0"0,0 2 0 0,-2 2 0 0,-3 3 0 0,-3 5 0 0,0 3 0 0,0-1 0 0,-7 2 0 0,-5 0 0 0,-1 10 1035 0,-2 8-875 0,2 3-160 0,1 7 0 16,1 4 0-16,6 4 0 0,1 8 0 0,4-2 0 15,0 0 0-15,6-5 0 0,15 10 0 0,2-6 0 16,0-3 0-16,5-4 0 0,-1-7 0 0,2-2 0 15,7 1 0-15,-9-4 0 16,5-3 0-16,-4-1 0 0,-3-5 0 0,0-4-175 16,-3-5-93-16,0-2 115 0,1-2-816 0,0-2 465 15</inkml:trace>
  <inkml:trace contextRef="#ctx0" brushRef="#br0" timeOffset="-167931.29">8323 16804 3755 0,'-15'0'0'0,"8"0"0"0,-1 0 0 0,2 0 0 0,2 0 0 0,4 0 0 0,0 0 0 0,4 0 0 0,17 6 0 0,4 3 0 0,5 0 176 15,3 4-176-15,10-2 0 0,0 1 0 0,1-3 0 16,0-3 0-16,2 0 0 0,-9-3 0 0,4 2 0 16,0-2 0-16,-5 0 0 15,-5 2 0-15,-3 0 0 0,-8 1 0 0,-1-1 0 0,-4 3 0 0,-5-2 0 16,-3 1 0-16,-5 1 0 15,0-2 0-15,-2 7 0 0,-4-1 0 0,-10 3 0 16,-4 2 0-16,-3 0 0 0,0 4 0 0,-5-2 0 16,-1 3 0-16,0 3 0 0,-6 3 0 0,1-2 0 15,5 1 0-15,0 0 0 0,-2 1 0 0,0-1 0 16,8-1 0-16,-2-3 0 0,7-3 0 0,2 1 0 16,4-3 0-16,-1-2 0 0,5-7-6 15,5 3-874-15,1-5 411 0,0-2 220 0,0-1 106 0,7-4-315 16</inkml:trace>
  <inkml:trace contextRef="#ctx0" brushRef="#br0" timeOffset="-167558.75">9119 16913 3931 0,'-7'0'0'0,"1"0"0"16,0 0 0-16,-1 4 0 0,-2 3 0 0,3 4 0 0,3 4 0 0,-1 4 0 0,1 0 0 0,3 8 0 0,0 1 0 0,3 3 0 0,4 3 0 0,2 2 0 0,4-3 0 0,6 9 0 16,-2-7 0-16,2-6 0 0,3 1 0 0,5-6 0 15,-2-3 0-15,0-6 0 0,3-4 0 0,1-3 0 16,1-8 0-16,0 0 0 0,0 0 0 16,0-12 0-16,-2-6 0 0,-3-4 0 15,-1-7 0-15,-4-1 0 0,1-10 0 0,-9 1 0 0,-6-1 0 16,-5-2 0-16,-1-3 0 0,0 8 0 0,-13-9 0 15,-4 6 0-15,0 8 0 16,-8 2 0-16,0 4 0 0,-5 7 0 0,-3 4 0 16,-10 8 0-16,4 4 0 0,-5 3 0 0,3 4 0 15,8 13 0-15,-8 6 0 0,12-2 0 0,3 5 0 16,5 0 0-16,6 0 0 0,7-3 0 0,4 6 0 16,4-4 0-16,0-2 0 0,7 0 0 0,4-1-213 15,2-3-294-15,6 3 239 16,-5-1 116-16</inkml:trace>
  <inkml:trace contextRef="#ctx0" brushRef="#br0" timeOffset="-161934.28">13176 16624 1739 0,'-5'-12'0'0,"3"6"0"0,0 5 0 0,0-2 0 0,2 2 0 0,0 1 0 0,0 0 0 0,0 0 0 0,0 9 0 0,2 14 0 0,6 1 68 16,1 9 193-16,3 6-118 0,0 2-52 0,-3 4-28 16,-1 2 133-16,0 2-80 0,-3 3-30 0,-3 1 31 15,0 1-41-15,-2 1 1 0,0 1-40 0,0-1 100 16,-2-10-40-16,-3 7-36 0,-1-15 84 0,0 1-55 16,0-10-26-16,3-5-1 15,-3-3 72-15,5-8-66 0,-1-4-69 0,0-5 0 16,0 0 0-16,-3-3 0 0,-2 0 0 0,-2-14 0 15,-2-7 0-15,-3-3 0 0,0-4 0 0,-3-3 0 16,-6-2 0-16,1 2 0 0,-1 1 0 0,-3 9 0 16,1 3 0-16,-1 7 0 15,6 9 0-15,-7 2 0 0,6 0 0 0,3 20 0 0,1 4 0 0,2 8 0 16,7 1 0-16,2 4 0 0,6 0 0 16,0-3 0-16,2-2 0 0,14-4 0 0,2-2 0 0,5-4 0 15,3-4 0-15,2-4 0 16,3-6 0-16,2-4 0 0,3-4 0 0,5-2 0 15,-1-14 0-15,1-10 0 0,8-11-411 0,-6-7 185 16,-6 1 85-16,13-16-319 0,-11-1 211 0,0-5 107 16,-3-2 52-16,-7-4-102 0,0 2 68 0,-6 3 48 15,-2 0 27-15,-9 15 12 0,-2 9 0 0,-6 11 1 16,-2 9 285-16,-2 4-138 0,0 7-73 0,0 9-38 16,-10 2 631-16,-5 13-333 0,0 19-73 15,2 7-110-15,2 8 488 0,1 15-603 16,4 2 0-16,6 10 0 0,0 4 0 0,0 1 0 15,2-1 0-15,10-6 0 0,6-6 0 0,2-15 0 16,4-1 0-16,2-6 0 0,2-9 0 0,-4-10 0 16,5 0 0-16,-8-11 0 0,3-4 0 0,-4-7 0 15,1-3 0-15,-4 0 0 0,0-16 0 0,-1-10 0 16,-4-5 0-16,-3-3 0 0,1-11 0 0,0-1-510 16,-5-5 202-16,2-5 127 0,-1-10-253 15,0 6 199-15,-2-2 99 0,1 8 50 16,1 0-606-16</inkml:trace>
  <inkml:trace contextRef="#ctx0" brushRef="#br0" timeOffset="-161766.83">13966 16857 3114 0,'3'0'0'0,"-1"0"0"0,-2 1 0 16,2 2 0-16,-2-2 0 0,0 1 0 0,0-2 0 0,0 0 0 0,2 0 0 0,3 0 0 0,6 0 249 0,1 0-107 0,4 0 284 0,2 0-426 15,0 0 0-15,3 0 0 0,5 0 0 16,-1-2 0-16,0 1 0 0,4-2 0 0,-1 2 0 15,0 1 0-15,0 0 0 0,-1 0-14 0,-4 0-179 16,-1 0 110-16,0 0-1164 0,-3 1 606 0</inkml:trace>
  <inkml:trace contextRef="#ctx0" brushRef="#br0" timeOffset="-161581.75">14267 17147 3931 0,'-18'5'0'0,"1"8"0"0,2-6 0 0,7-4 0 0,1-1 0 0,5 1 0 0,2 0 0 0,2 1 0 0,13 0 0 0,11 0 0 0,2-2 0 0,2-1 0 0,0 2 0 0,2-2 0 16,0-1 0-16,3 0 0 0,-4 0 0 0,1 0 0 15,-3 0 0-15,-8 0 0 0,2 0 0 16,-4 0 0-16,-6 0 0 0,-2 0 0 0,-1 0 0 0,-4 0-1058 16,-5 0 423-16</inkml:trace>
  <inkml:trace contextRef="#ctx0" brushRef="#br0" timeOffset="-159879.28">15265 16513 1571 0,'-8'-8'0'0,"1"5"0"0,1 0 0 0,1 2 0 0,1-2 0 0,1 2 0 0,1 0 0 0,-3-2 0 0,3 3 0 0,2 0 0 0,0 0 286 0,0 0-124 0,9 0-63 15,5 0-22-15,5 0 19 0,3 0-30 0,6 0 1 16,6 0 161-16,6 0-95 0,-2 0-39 0,10 0 100 0,1-2-78 16,2 2-40-16,13 0 0 15,1 0 93-15,-3-1-57 0,18-2-42 0,-6 2-1 16,18-5 101-16,-3-2-170 0,3-1 0 0,9 0 0 15,5-1 0-15,2 1 0 0,20 0 0 0,-10-1 0 16,12 1 0-16,-12-1 0 0,27-1 0 0,-16 3 0 16,-5 3 0-16,2 2 0 0,-19-2 0 0,5 1 0 15,-2 3 0-15,-11-1 0 0,-1-1 0 0,-6 3 0 16,-11 0 0-16,4 0 0 0,-7 0 0 16,-7 0 0-16,-13 0 0 0,-1 0 0 15,-13 0 0-15,-3 0 0 0,-6-1 0 0,-10 1 0 16,-7-2 0-16,-8 0 0 0,-3 1 0 0,-5 1 0 15,-2-2 0-15,-2-4 0 0,-19 0-252 0,-5 1 18 16,-1 0 90-16,-8-1-531 0,-8 0 319 0,-2 3 160 16,-9 3 80-16,-14 0-270 0</inkml:trace>
  <inkml:trace contextRef="#ctx0" brushRef="#br0" timeOffset="-159411.12">15334 16642 2071 0,'-10'-9'0'0,"3"6"0"0,3 3 0 0,4 0 0 0,-1 5 0 0,1 5 0 0,0 8 0 15,0 3 0-15,0 7 0 0,0 9 0 0,1 0 119 0,7 10 191 0,-2 3-137 0,-2 1-68 0,-1 1-34 0,-1 5 161 16,2-1-88-16,-4 0-58 0,2 1 56 0,-2-2-53 16,0-4-25-16,0 1-1 0,0-2 8 0,0-1-34 15,-2-4 0-15,-2-8 0 0,-1 0 43 0,-1-6-80 16,0-8 0-16,-1 0 0 0,-1-9 0 0,5-5 0 16,-5-1 0-16,-2-7 0 15,-1-1 0-15,-2 0 0 0,-2-14 0 0,1-8 0 16,-2-8 0-16,-1 0 0 0,-3-12 0 0,1 3 0 15,4 7 0-15,-4-2 0 0,3 5 0 0,2 12 0 16,-1-1 0-16,3 7 0 0,3 5 0 0,-2 3 0 16,1 2 0-16,3 1 0 0,0 5 0 0,1 11 0 15,0 3 0-15,0 5 0 16,3 2 0-16,-1-1 0 0,2 6 0 0,-1-1 0 0,1-1 0 16,0-1-139-16,0 0 28 0,0-3 24 15,2-1-12-15,-1-1-328 0,1-2 195 0,0-6 97 16,0 1-360-16,0-7 220 0,0-2 123 0,9 0 58 15,7-7-420-15,11-8 238 0</inkml:trace>
  <inkml:trace contextRef="#ctx0" brushRef="#br0" timeOffset="-159221.08">15714 16780 3498 0,'3'-8'2'0,"-1"8"6"0,-2 1-1 0,0 14-1 0,0 9-5 0,0 0 0 0,0 8 0 0,0 8-1 0,0 7 3 0,0 0-2 0,0 6 182 16,0 2-73-16,0 2-37 0,0-2-36 0,0 0-324 0,0-4 139 16,2 0 93-16,2-3 46 0,0-2 0 15,0-7 56-15,1 0-649 0,2-4 319 0,-1-6 161 0,0-8 79 0,0-8-755 0,1-4 371 16,0-9 200-16</inkml:trace>
  <inkml:trace contextRef="#ctx0" brushRef="#br0" timeOffset="-159063.92">15837 17226 2833 0,'2'-20'0'0,"2"9"0"0,2 2 0 0,0-3 0 0,3 5 0 0,0-1 0 0,7 1 0 16,3 2 0-16,1 2 0 0,10 0 0 0,-2 2 187 0,6 1-74 0,-2 0-38 0,3 0 0 0,-1 0-520 0,-1 0 237 0,1 6 122 0,-3-1 62 16,-1-1-605-16,-4 3 318 15,-3-1 161-15,-2 1 77 0,-7 1-498 0,-4-1 267 0</inkml:trace>
  <inkml:trace contextRef="#ctx0" brushRef="#br0" timeOffset="-158880.49">16181 16812 3195 0,'-14'0'0'0,"4"0"0"0,2 3 0 0,1 8 0 0,3 3 0 0,1 4 0 0,3 9 0 0,0 5 0 0,0 9 0 0,0 2 0 16,0 6 201-16,1 13-82 0,3-12-2 0,0 8-31 0,1-1-9 0,3-1-40 0,0-2-520 15,1-1 260-15,-4-3 130 0,2 0 75 0,-5 2-682 16,-1 1 368-16,-1 2 87 0,0-2 124 0</inkml:trace>
  <inkml:trace contextRef="#ctx0" brushRef="#br0" timeOffset="-157774.12">17002 16735 1133 0,'0'-15'0'0,"-2"5"0"0,-2 2 0 0,-5 3 0 0,-1 1 0 0,1 1 0 0,-6 0 0 0,0 3 0 0,-2 3 0 0,-1 13 0 0,-1 9 138 15,1 5-41-15,-5 13 202 0,2 4-130 0,-2 13-66 16,1-2-32-16,1 6 241 0,5-10-128 0,-3 18-78 16,6-11-34-16,5-8 105 0,0 2-70 0,7-3-34 0,1-12 158 15,0 10-102-15,3-15-45 0,11 1 0 16,0-3-74-16,6-5 1 0,-2 0 37 16,1-5-11-16,1-3 1 0,1-1 0 0,-6-3 0 15,4-1-531-15,-2-5 268 0,-4 1 69 0,0-1 83 16,-2-2-481-16,0-3 258 0,1-2 130 0,-5 0-139 15,2-3 139-15,2 0 64 0,-3 0 32 16,3-11-323-16</inkml:trace>
  <inkml:trace contextRef="#ctx0" brushRef="#br0" timeOffset="-157153.25">17411 16697 1830 0,'-7'-10'0'0,"3"7"0"0,0 0 0 0,1 2 0 0,-3 0 0 0,0 1 0 0,-1 0 0 0,-3 1 0 0,3 10 0 0,-5 4 0 0,0 6 141 0,-2 3-52 0,-3 0-25 0,-2 5 11 16,1-1-37-16,-3-2 0 16,2 1-1-16,1-3 50 0,-1-3-25 0,2-7 9 15,0 1 84-15,1-1-58 0,4-4-30 16,-1-3 174-16,5 1-101 0,0-5-42 0,1 1-35 16,2-1 79-16,3-2-51 0,-2-1-27 0,4 0 0 15,0 0 113-15,0 0-177 0,0 1 0 0,0 1 0 16,0 4 0-16,7 0 0 0,6-1 0 0,3 1 0 15,6 2 0-15,0-3 0 0,7 1 0 0,-1-2 0 16,2-1 0 0,4 1 0-16,-2 0 0 0,1-3 0 0,-1 2 0 0,-2-2 0 15,-7 0 0-15,2-1 0 0,-4 4 0 16,-1-4 0-16,-9 0 0 0,-1 0-6 0,-3 0 12 16,-3 0-6-16,-3 0 0 0,-1-6-39 0,0-6 78 0,0-1-39 15,-7-5 0-15,-2 3 0 0,-3-10 0 0,-1 3 0 16,-2-3 0-16,0-1 0 0,0-1 0 0,0 1 0 15,-2-2 0-15,4 4 0 0,-2 0 0 0,4 6 0 16,0-1 0-16,-1 5 0 16,3 2 0-16,3 3 0 0,3 0 0 0,-1 6 0 15,4 1 0-15,0 1 0 16,0 1 0-16,0 0 0 0,6 0 0 0,6 0-198 0,4 3-182 16,0 5 175-1,7 3 84-15,0-2-317 0,0-1 200 16,2-1 100-16,-2-2-561 0,5 1 335 15,-5-3 164 1</inkml:trace>
  <inkml:trace contextRef="#ctx0" brushRef="#br0" timeOffset="-156986.79">17669 16657 2296 0,'-2'-7'0'0,"-2"1"0"0,-2-2 0 0,0 1 0 0,1-2 0 15,0 1 0-15,-1 1 0 0,1 0 0 0,2 0 0 0,1 2 0 0,0 2 106 0,0 0 239 0,2 2-153 0,0-2-128 16,0 2 1-16,-1-1-27 0,1 2-128 0,0 0 60 0,0 0 33 15,0 0-212-15,0 0 123 16,0 0 62-16,0 0 40 0,0 0-323 16,0 0 166-16,0 0 35 0,0 0 54 0,0 0-427 0,0 0 210 0,0 0 121 15,-2 0-1007-15</inkml:trace>
  <inkml:trace contextRef="#ctx0" brushRef="#br0" timeOffset="-156387.25">17417 16316 1658 0,'-4'-6'0'0,"0"2"0"0,0 0 0 0,3 1 0 0,-3-1 0 0,2 2 0 0,-1-1 0 0,1 0 0 0,0 2 0 0,2-1 0 0,-2-1 113 0,2 3-42 15,0 0 85-15,0 0-58 0,0 0-30 0,0 0 150 16,0 0-81-16,-2 0-53 0,2 3-1 0,-3 4 106 16,2 1-75-16,-3 3-38 15,0 1 177-15,3 3-113 0,-3 0-50 0,2 5-27 0,0 5 163 0,0 0-132 16,2 4-94-16,0 3 0 0,0 2 0 0,0 9 0 15,0-4 0-15,0 4 0 0,0-5 0 16,4 9 0-16,2-4 0 0,1-3 0 0,1-7 0 16,-1 3 0-16,2-4 0 0,0-2 0 0,0-3 0 15,-2-7 0-15,0 0 0 0,-3-4 0 16,0-5 0-16,0-2 0 0,-2-2 0 16,0 0 0-16,-2-5 0 0,0-2 0 0,0 1 0 15,0-1 0-15,-4 0 0 0,-4 0 0 0,1 0 0 16,1 0-86-16,1 0-108 0,-1-3-1344 15,2-5 1409-15,0-2 46 0,4-3-1 0,0 2 46 0,0-4-671 16,2-3 340-16,12-6 165 0</inkml:trace>
  <inkml:trace contextRef="#ctx0" brushRef="#br0" timeOffset="-156182.33">17561 16622 3371 0,'0'-4'0'0,"0"2"0"0,0 2 0 0,0 0 0 0,0 0 0 0,0 0 0 16,2 4 0-16,8 9 0 0,3 4 0 0,6 5 0 0,-3-1 227 0,5 3-94 0,-2-1 67 0,-2-2-200 0,6 5 0 0,-5-3 0 15,-1-1 0-15,0-3 0 0,-5-2 0 16,0 0 0-16,-2-3 0 0,-1 0-96 0,-5-7-13 16,0 1 74-16,-1-4-687 0,-1-1 360 0,-2-3 101 15,0 0 112-15,0 0 55 0,0 0 28 0,0-11-505 0</inkml:trace>
  <inkml:trace contextRef="#ctx0" brushRef="#br0" timeOffset="-155940.83">17928 16514 3120 0,'0'-1'0'0,"0"1"0"0,0 0 0 0,0 0 0 0,0-2 0 0,0 2 0 0,0 0 0 0,0 2 0 16,0 9 0-16,0 5 0 0,0 2 278 0,0 4-111 0,-4 8 80 15,-5 2-128-15,-5 7-119 0,3 2 0 0,-4-2 0 0,2-2 0 0,-4 10 0 16,0-5 0-16,0-1 0 16,2-1 0-16,3-7 0 0,2 1 0 15,-1 0 0-15,1-4 0 0,2-4 0 0,3-5 0 0,1-2 0 0,-3-4-61 16,5-4-705-16,-4-1 363 0,0-3 183 0,1 0-179 16,-2-2 181-16,1-1 80 15,-4 2 55-15,1-3-495 0</inkml:trace>
  <inkml:trace contextRef="#ctx0" brushRef="#br0" timeOffset="-155638.16">16953 17401 3807 0,'-20'-9'0'16,"8"5"0"-16,5 0 0 0,3 3 0 0,4-3 0 0,0-2 0 0,2-2 0 0,17-3 0 0,13 1 0 0,7-1 0 0,10 1 124 0,6 0-124 0,16-1 0 0,-4 2 0 15,2 4 0-15,1 2 0 0,0 1 0 16,-8 2 0-16,11 0 0 0,-20 0 0 0,5 0 0 0,-4 5 0 16,-5 0 0-16,-8 1 0 0,1-3 0 0,-5 3 0 15,-5-3 0 1,-9-1 0-16,-1-2 0 0,-7 0 0 0,-2 0-185 0,-5 0-188 0,-4 0 167 0,-2 0 84 15,-2 0-497 1,0-2 282-16,-14-1 153 0,-1-3 74 0,-4 0 35 0,-7-2-596 16</inkml:trace>
  <inkml:trace contextRef="#ctx0" brushRef="#br0" timeOffset="-155296.62">17492 17323 2644 0,'-13'7'0'0,"1"3"0"0,5-2 0 0,2 2 0 0,-1 1 0 0,2 4 0 0,4 0 0 16,0 4 0-16,0 5 0 0,0-1 0 0,0 7 74 0,1 0 335 0,2 0-186 0,-1 2-92 16,0 0-46-16,-2 0 110 0,2-2-82 0,-2-2-56 15,0-7-57-15,0 0 0 0,0-5 0 16,0-4 0-16,0-3 0 0,0-4 0 0,-2-2 0 16,-5-3 0-16,-2 0 0 0,-2 0 0 15,-1-8 0-15,0-7 0 0,-7-4 0 0,0-2 0 16,-3-3 0-16,-3 0 0 0,-1 0 0 0,0 0 0 0,-2 6 0 15,0 3 0-15,-2 6 0 0,-2 5 0 16,2 4 0-16,-1 0 0 0,3 4 0 0,2 11 0 0,3-3 0 16,1 11 0-16,5-2 0 0,5 3 0 15,1 1 0-15,8-2 0 0,3 1 0 0,0 4 0 16,0-6 0-16,7 3 0 0,7-4 0 0,5-5 0 0,1-2 0 16,10 1 0-16,-2-8 0 0,4-3 0 0,1-3-516 15,3-1 64-15,0 0 197 0,2-3 113 0,3-9 52 16,-4-3-364-16,1 0 209 0,-2-6 103 0</inkml:trace>
  <inkml:trace contextRef="#ctx0" brushRef="#br0" timeOffset="-155074.97">17565 17570 3273 0,'0'-5'0'0,"0"-1"0"0,2 2 0 0,0 3 0 16,6-2 0-16,1 1 0 0,4 2 0 0,4 6 0 0,2 9 0 0,-3 2 0 0,4 6 113 0,-4 0 228 0,-2 5-151 0,-3-1-176 0,-2 5-14 0,-5-1 0 15,-4-1 0-15,0-2 0 0,0 1 0 16,-13-4 0-16,-7 2 0 0,0-7 0 0,-4-1 0 0,-4-7 0 16,-2 2 0-16,-2-6 0 15,0-1 0-15,2-3 0 0,5-4 0 0,0 0 0 16,5 0 0-16,5-2 0 0,4-10-49 0,7-4-30 0,4-2-857 16,0-5 453-16,15 0 222 0,8-2-550 15,9-3 386-15</inkml:trace>
  <inkml:trace contextRef="#ctx0" brushRef="#br0" timeOffset="-154890.97">17855 17538 3931 0,'9'-8'0'0,"-6"3"0"0,-3 3 0 0,0 2 0 0,-9 0 0 0,-6 0 0 0,-2 12 0 0,0 7 0 0,1 1 0 0,2 4 0 0,3 4 0 0,4 4 0 16,0 2 0-16,7 1 0 0,0-3 0 0,3 2 0 15,10-1 0-15,6-4 0 0,3-2 0 0,3-4-15 16,1-2-352-16,0-6 202 0,-1-2 102 0,-5-4-822 15,1-3 436-15,-2-5 178 16,-1-1 116-16,-2 0 59 0,-5 0-548 0</inkml:trace>
  <inkml:trace contextRef="#ctx0" brushRef="#br0" timeOffset="-154455.37">17343 16833 1214 0,'0'-3'0'0,"0"-3"1"0,0 2-1 0,-1 1 0 0,-3-2 0 0,-1 0 1 0,-1 2 0 0,-2 0 0 0,-1-1-1 0,-2 2 1 0,-3 0 64 0,1 2 186 0,-4 0-107 0,-1 0-52 16,-1 5 92-16,-2 4-64 0,-1 8-45 0,-1 0 0 15,4 3 300-15,3 2-168 16,2 0-84-16,7-3 208 0,-1 4-151 0,6-2-71 0,2-1-36 16,0 1 36-16,6-1-35 0,8-5 9 15,11 2-45-15,3-4-271 16,10-1 136-16,2-7 67 0,3-3-713 0,-4-2 361 0,14 0 197 16,-6 0-411-16,1 0 279 0</inkml:trace>
  <inkml:trace contextRef="#ctx0" brushRef="#br0" timeOffset="-154057.99">18234 16899 2649 0,'-9'-9'0'0,"5"6"0"0,2 1 0 0,2 2 0 0,0 0 0 16,0 0 0-16,0 0 0 0,2 2 0 0,13 13 0 0,2 6 0 0,5 8 667 0,-1 7-313 0,0 5-158 0,-1 4-131 0,-1 6-65 15,-5-1 0-15,2 3 0 0,-5 0 0 0,-3 1 0 0,-4-2 0 0,-2 1 0 16,-2-2 0-16,0-1 0 0,-12 1 0 0,-6 0 0 16,-3-1 0-16,-4-2 0 15,-3-2 0-15,0-7 0 0,-3-6 0 0,4-8 0 0,-3-3 0 16,0-5 0-16,2-5 0 0,7-7 0 16,-4-5 0-16,5 0-323 0,3-2 98 0,2-21 97 15,5-10-700-15,8-12 394 16,2-18-224-16</inkml:trace>
  <inkml:trace contextRef="#ctx0" brushRef="#br0" timeOffset="-153796.78">18343 16815 2972 0,'20'-22'0'0,"5"6"0"0,-4 1 0 0,5 0 0 0,-2 5 0 0,1 2 0 0,-1 2 0 0,3 6 0 0,-3 0 0 0,2 0 0 0,-4 15 169 0,-1 2-65 0,-4 3 15 16,-5 6-40-16,-7-7 9 0,-1 12-49 0,-4-3-34 0,0-2-1 15,-7-1 35-15,-9-3 119 0,3-5-49 16,-4 0-63-16,1-2-46 16,-4-4 0-16,6-3 0 0,-2-1 0 0,7-4 0 0,-2 0 0 15,5-1 0-15,2-2 0 0,2 0 0 16,1 0 0-16,1 0 0 0,0 0 0 0,3 0 0 16,13 0 0-16,0 0 0 0,5 0 0 15,0 0 0-15,6-2 0 0,-2-1 0 0,1 2 0 0,-1 1 0 16,-2 0-10-16,-1 0-670 0,2 0 321 0,-3 7 160 0</inkml:trace>
  <inkml:trace contextRef="#ctx0" brushRef="#br0" timeOffset="-152549.97">18694 16342 391 0,'0'0'0'0,"-2"0"0"0,-1 0 0 0,1-2 0 0,0 0 0 0,0 1 0 0,0-2 0 16,1 1 0-16,1 1 0 0,-3-1 0 0,3 0 32 0,0 0 8 0,0 0-47 0,0 1 36 0,0-1 0 15,0-1 0-15,0 2-31 0,0-2 7 0,0 2 21 0,0 1-33 16,0 0 0-16,3 0 31 0</inkml:trace>
  <inkml:trace contextRef="#ctx0" brushRef="#br0" timeOffset="-151717.06">18701 16361 691 0,'-3'0'0'0,"-1"-3"0"0,0 2 0 0,1-1 0 0,-1-1 0 0,1 2 0 0,0 1 0 0,-1-2 0 0,2 2 0 0,0 0 0 0,2-2 108 0,0 2-41 0,0 0 1 16,0 0-29-16,0 0 85 0,0 0-43 0,0 0 9 15,0 0-52-15,0 0 73 0,0 0-37 0,2 0 0 16,4 0 91-16,2 0-54 0,3 4-41 15,0-3 0-15,4 4 104 0,4-4-68 16,5 2-34-16,3-2 63 0,4-1-53 0,11 0 0 16,1 0-44-16,6 0 130 0,15 0-64 0,-5 0-24 15,17-4 66-15,3-3-54 0,19-2-27 0,-4-1 0 16,3 0-49-16,6 0 32 0,3 0-10 0,2-1 0 16,5 1-110-16,-4 1 55 0,0-2 27 0,-15 1-123 15,16 0 61-15,-32 2 42 0,7-1-6 0,-13 1-19 16,-8 4-2-16,-11 1 3 0,0 0 84 0,-8 2-25 15,-10-2-25-15,-3 2-5 16,-7 1 53-16,-2-1-24 0,-9 1 4 0,-2 0-27 16,-5 0-50-16,-3 0 27 0,-2-3 19 0,-1 3-338 15,-1 0 165-15,0-2 82 0,0 1 31 0,-5-2-202 16,-4 3 97-16,0 0 55 0</inkml:trace>
  <inkml:trace contextRef="#ctx0" brushRef="#br0" timeOffset="-150870.78">15800 16672 1329 0,'0'-18'0'0,"0"5"0"0,0 2 0 0,-2 5 0 0,-5 0 0 0,-5 3 0 0,-1 0 0 0,-2 3 0 0,-5 4 0 16,-3 15 0-16,-3 13 180 0,-1 8-71 0,-1 11-26 0,-4 17 364 0,7 5-204 15,-5 16-102-15,7-2-52 0,4 10 383 0,6-7-208 16,3 25-117-16,10-12 250 0,0 3-367 0,12-4-30 15,18-6 0-15,3-17 0 0,20 9 0 16,7-19 0-16,8-4-313 0,3-12 156 16,-4-4 108-16,25 2 38 0,-5-1-886 0,3 0 348 15,4-3 255-15</inkml:trace>
  <inkml:trace contextRef="#ctx0" brushRef="#br0" timeOffset="-150399.05">18735 16775 2315 0,'-5'-17'0'0,"5"16"0"0,0 1 0 0,1 1 0 0,13 9 0 0,1 3 0 0,0 4 0 0,3 8 0 0,0 0 0 0,5 12 0 0,-3 2 147 0,-1 7-58 0,-3 8 85 0,0 9-67 15,-7-4-33-15,-4 3 0 0,-3-8-46 0,-2 14 12 16,0-6 1-16,-15-1-6 0,-6-2 6 0,0-9 10 16,-14 14 7-16,3-9-17 0,-4-6-1 0,3-10 1 15,-3 0-129-15,8-12 74 0,-4-3 16 0,4-7 0 16,7-5-395-16,3-7 199 0,4-4 78 0,5-1-503 15,7 0 294-15,2-9 142 0,9-9 71 16,19-7-259-16</inkml:trace>
  <inkml:trace contextRef="#ctx0" brushRef="#br0" timeOffset="-150129.45">19558 16765 2886 0,'-34'-10'0'0,"6"10"0"0,0 12 0 0,1 7 0 0,-1 1 0 0,3 6 0 0,-2 6 0 0,4 6 0 0,1 12 0 0,3 7 0 0,4 14 172 0,4-2-66 0,7 2 284 0,3 1-174 15,1-5-88-15,0-8-95 0,7 8-33 0,11-8 0 16,3-11 0-16,5 2-211 0,3-4 25 0,-3-10 124 15,8 6-580-15,-6-10 296 0,-2-8 181 16,0-2-7-16,0-5-223 0,-1-9 167 0,3-3 99 16,-3-5 44-16,0 0-422 0</inkml:trace>
  <inkml:trace contextRef="#ctx0" brushRef="#br0" timeOffset="-149705.04">19889 17377 2149 0,'-4'-19'0'0,"-4"4"0"0,1 0 0 0,-1 0 0 0,-3-5 0 0,1 6 0 0,-1-1 0 0,1 3 0 0,-2 3 0 0,3 3 0 0,-5 2 119 0,1 4-39 15,-4 0 126-15,0 12-87 0,-2 10-40 0,-1 10 1 16,1 4 61-16,5 3-49 0,3-1 9 0,4 8 90 16,5-11-75-16,2 2-38 0,0-2 0 0,6-5 8 15,8-9-35-15,6 6-10 0,1-12-152 0,-5-3 76 16,7-5 37-16,0-5 1 0,-1-2-151 0,4-2 89 15,-5-14 50-15,0-8-6 0,-3-3-92 16,-1-7 19-16,1-2 49 0,-2-9-184 16,-2-1 99-16,-5 0 13 0,0-3 37 0,-2-6 62 15,0-3-10-15,-2-9-18 0,-1 1 160 0,-1-2-76 16,1 2-40-16,-2 15-10 0,0 5 145 0,-2 5-65 16,0 15-43-16,0 4-2 0,-6 9 397 0,1 6-183 15,-3 6-67-15,-2 1-120 0,1 14-56 0,2 12 0 16,3 14 0-16,4 1 0 0,0 8 0 0,0 15 0 15,0-2 0-15,2 6 0 0,2 2 0 16,-1-4 0-16,3-5 0 0,1 10 0 16,1-16 0-16,2 1 0 0,0-4 0 0,1-4 0 15,-1-9 0-15,-1-1 0 0,3-5 0 0,-1-6-9 16,-2-8-111-16,1-4-646 0,-2-8 352 0,1-3 192 16,3-4-571-16,-3-4 376 0,-2-18 189 0</inkml:trace>
  <inkml:trace contextRef="#ctx0" brushRef="#br0" timeOffset="-149482.43">20155 17258 2608 0,'3'-25'0'0,"-3"11"0"0,2 5 0 0,-1 1 0 0,3 3 0 0,1 0 0 0,3 4 0 0,2 1 0 0,2 0 0 16,8 15 0-16,-4 3 109 0,1 5 325 0,2 2-186 0,-4 1-109 0,-2 2-49 16,-1 1 213-16,-3 3-303 0,-4-3 0 0,-3 1 0 15,-2 3 0-15,0-4 0 0,-9 1 0 0,-12-1 0 16,0-1 0-16,-6-4 0 0,-3-1 0 0,-2-7 0 15,-3-1 0-15,3-5 0 16,2-5 0-16,6-3 0 0,0-2 0 0,3 0 0 16,5-2 0-16,5-10-105 0,8-11-139 0,3-6-719 15,5-3 466-15,16-1 229 0,6-1 113 0,3-1-314 16</inkml:trace>
  <inkml:trace contextRef="#ctx0" brushRef="#br0" timeOffset="-149312.03">20404 17152 2523 0,'11'-20'0'0,"-4"8"0"0,-3 2 0 0,-3 2 0 0,-1 3 0 0,-3 3 0 0,-10 2 0 0,-4 11 0 0,2 10 0 0,-2 7 0 0,0 8 854 0,4 1-407 16,4 4-340-16,5-1-107 0,4-5 0 0,0 5 0 15,4 3 0-15,10-12 0 0,5 2 0 0,6-4 0 16,1-5 0-16,4-3 0 0,2-6 0 0,0-4 0 16,2-4 0-16,-4-4-170 0,0-3-2 0,-5 0-93 15,5 0-708-15,-10-6 466 0,-3-8 234 0</inkml:trace>
  <inkml:trace contextRef="#ctx0" brushRef="#br0" timeOffset="-149082.84">20732 16947 2849 0,'0'-15'0'0,"0"7"0"0,0 4 0 0,2 1 0 0,-1 1 0 0,8 2 0 0,3 0 0 0,6 13 0 0,0 8 0 0,3 7 0 0,2 7 322 0,-3 4-141 0,-1 5-71 16,-5 2 313-16,2 3-377 0,-7 1-46 0,-2-2 0 0,-5 4 0 15,-2-2 0-15,0 0 0 16,-5 3 0-16,-10-2 0 0,-6 0 0 0,-3-1 0 16,-5-2 0-16,1-4 0 0,3-11 0 0,-12 6 0 15,12-15 0-15,-5-3 0 0,1-6 0 0,8-8 0 16,0-3 0-16,3-4 0 0,1 0-893 0,6-6 361 16,4-20 245-16,5-12 123 0</inkml:trace>
  <inkml:trace contextRef="#ctx0" brushRef="#br0" timeOffset="-148815.33">20848 16740 2753 0,'21'-26'0'0,"-2"7"0"0,0 5 0 0,4 0 0 0,-5 1 0 0,3 3 0 0,0 7 0 0,4-2 0 0,0 5 0 0,-2 0 0 0,1 12 121 0,-4 5 196 0,-2-1-128 0,-4 10-80 15,-4 2-12-15,-6-2-29 0,-4 1 1 0,0 4-29 16,-7-3 98-16,-9-3-108 0,2-3-30 15,-4-7 0-15,4 2 0 0,-4-6 0 16,9-4 0-16,-3-1 0 0,3-2 0 0,4-3 0 16,1-1 0-16,2 0 0 0,2 0 0 0,0 0 0 15,0 0 0-15,4 0 0 0,12 0 0 0,5 0 0 16,0-1 0-16,9-1 0 0,-1 0 0 0,2 1 0 16,1 1 0-16,0 0 0 0,-5 0 0 0,5 0-31 15,-7 0-311-15,1 1 151 0</inkml:trace>
  <inkml:trace contextRef="#ctx0" brushRef="#br0" timeOffset="-147104.25">22472 16701 2786 0,'-16'-11'0'0,"16"11"0"0,0 1 0 0,0 20 0 0,0-1 0 0,4-5 0 0,1 0 0 0,5-2 0 0,5 0 0 0,4 1 0 0,4-1 104 0,5-4-22 0,11 3 149 0,-2-7-96 16,6-1-48-16,3-4 1 0,2 0-334 0,-4 0 152 15,9-2 62-15,-7-1-550 0,0-1 311 0,-11 4 155 16,-1 0 78-16</inkml:trace>
  <inkml:trace contextRef="#ctx0" brushRef="#br0" timeOffset="-146925.39">22599 17258 2515 0,'-39'0'0'0,"22"0"0"0,1 19 0 0,7-3 0 0,4-7 0 0,3-3 0 0,2-5 0 16,0 3 0-16,0 0 0 0,11 2 0 0,8-3 443 0,11-1-191 0,7 2-112 0,1-3-229 0,5-1 64 0,2 0 32 0,2 0 1 0,2 0-559 15,4 0 291-15,-1 0 150 0,2-3-758 16,-3-4 418-16</inkml:trace>
  <inkml:trace contextRef="#ctx0" brushRef="#br0" timeOffset="-146581.96">24072 16334 2932 0,'0'-18'0'0,"0"15"0"0,7 3 0 0,10 0 0 0,7 0 0 0,6 0 0 0,6 0 0 16,4 0 0-16,8 3 0 0,18 1 0 0,6-1 244 0,4-1-102 0,20 2-52 0,-15-4 183 0,32 0-122 15,-4 0-56-15,4 0-91 0,21 0-4 0,-6-6 0 16,-6 3 0-16,29-4 0 0,-10 1 0 0,-6 5 0 16,-2-1 0-16,1 0 0 15,-20 2 0-15,23 0 0 0,-15-1 0 0,0-1 0 0,1-2 0 0,-20-1 0 16,7-1 0-16,-6 0 0 15,-9 0 0-15,-4-1 0 0,-18 3 0 16,0-1 0-16,-16 3 0 0,-5-2 0 0,-14 2-17 0,-10 0-72 16,-6 2-250-16,-10-2 149 0,-5 2 65 15,-7 0 48-15,0-2-310 0,-22-2 173 0,-3 0 88 0,-7 3 42 16,-9-1-507 0,-12 2 281-16,-9 0 135 0</inkml:trace>
  <inkml:trace contextRef="#ctx0" brushRef="#br0" timeOffset="-146154">24111 16415 2355 0,'-19'-13'0'0,"6"13"0"0,-1 15 0 0,5 9 0 0,2-3 0 0,2 1 0 0,1 5 0 0,4 3 0 0,0 9 0 0,0 6 0 0,0 16 222 16,2 4-92-16,3 4 186 0,-1-2-129 0,1 15-78 15,-1-7-35-15,0 1 104 0,-3-4-69 0,4 0-34 16,-3-10 9-16,-2 7-1 0,0-16-74 0,0-1-9 16,0-5 0-16,-6-7 0 0,-4-3 0 0,-1-3 0 15,-4-9 0-15,0-8 0 0,-2-5 0 0,-3-4 0 16,-6-8 0-16,-2 0 0 15,1-9 0-15,-7-14 0 0,2-4 0 0,6-3 0 16,-10-10 0-16,1 0 0 0,1-1 0 0,-2-3 0 16,0 3 0-16,4 9 0 15,-5-2 0-15,10 15 0 0,-1 2 0 0,2 5 0 0,4 9 0 0,1 3 0 16,0 0 0-16,1 9 0 0,2 9 0 16,6 6 0-16,1 4 0 0,4-6-14 0,2 11-1 0,5-2-352 15,0-2 166-15,0-1 78 0,0-2-423 16,7-2 243-16,9 0 137 0,-4-8 63 0,6 0-187 0,0-3 125 15,7-4 63-15,-1-6-350 16,10-3 212-16</inkml:trace>
  <inkml:trace contextRef="#ctx0" brushRef="#br0" timeOffset="-145938.4">24428 16732 3835 0,'-30'0'0'0,"2"25"0"0,0 11 0 0,-1 1 0 0,2 2 0 0,1 3 0 0,3 5 0 0,4 0 0 0,6-2 0 0,6 10 0 0,7-5 96 0,0 1-96 0,11-3 0 15,13-4 0-15,4-5 0 0,4-3 0 0,-2-10 0 16,13 2 0-16,-5-6-225 0,-8-5 127 0,6-3 69 16,-2-3-715-16,-2-3 384 0,0-7 68 0,0-1 132 15,-2 0-560-15,0-7 341 0</inkml:trace>
  <inkml:trace contextRef="#ctx0" brushRef="#br0" timeOffset="-145603.99">24894 16493 3125 0,'-7'-9'0'0,"5"9"0"0,2 15 0 0,-2 6 0 0,0 5 0 0,2 8 0 0,0 11 0 0,0 4 0 0,0 12 0 0,0 2 0 0,0 6 121 0,0-10 265 16,0 16-178-16,0-7-117 0,0-5-91 0,0 0 0 15,0-13 0-15,0-3 0 0,-4-2 0 16,1-9 0-16,1-11 0 0,-3-5 0 0,2-9 0 16,-1-5 0-16,-3-5 0 0,-2-1 0 0,-5-11 0 15,3-13 0-15,-3-7 0 0,1-6 0 0,-1-13 0 16,-2-3 0-16,-2-2 0 0,5 5-30 0,-6 6-42 16,2 14 21-16,-4 3 128 0,-2 5-47 0,2 14 0 15,-4 6-50-15,-1 2 56 0,-3 10-36 16,5 15 0-16,4 6 0 0,4 2 0 0,3 8 0 15,8 1 0-15,5-4 0 0,0 8 0 16,2-14 0-16,12 2 0 0,5-3 0 0,6-3 0 16,2-6 0-16,3-8 0 0,2-2 0 0,5-8-189 15,-2-4-41-15,10 0-714 0,-9-8 442 0,7-10 236 16,-5-4 113-16</inkml:trace>
  <inkml:trace contextRef="#ctx0" brushRef="#br0" timeOffset="-145387.89">25060 16970 3040 0,'5'-21'0'0,"1"6"0"0,0 4 0 0,0 1 0 0,1 6 0 0,0 3 0 0,0 1 0 0,1 3 0 0,7 14 0 0,-2 2 0 0,4 8 263 0,-4 1-112 0,1 5-56 15,-3 2 99-15,-4 1-67 0,-3-1-66 0,-2 1-61 16,-2-1 0-16,0-2 0 0,-8-3 0 0,-5-3 0 16,-8-3 0-16,-1-3 0 0,-2-5 0 0,-4-2 0 15,-1-4 0-15,3-4 0 0,1-1-51 16,1-5-156-16,6 0 114 0,2-3-2 15,7-9-252-15,7-9 99 0,2-15 110 0,7-3 49 16,13-3-560-16,10 1 305 0,0 2 152 0,-2 6 66 16</inkml:trace>
  <inkml:trace contextRef="#ctx0" brushRef="#br0" timeOffset="-145245">25281 16952 2184 0,'15'-11'0'0,"-3"5"0"0,-3 1 0 0,-2 3 0 0,-5 2 0 0,-2 0 0 0,0 13 0 0,-4 8 0 0,-3 2 0 0,-2 2 0 0,0 0 764 16,0 7-367-16,6 0-179 0,1-2 150 0,2 0-368 15,0 1 0-15,2-4 0 0,9 1 0 0,4-4 0 16,6-1 0-16,1-4 0 0,4-6-280 0,3-4-59 16,-1-2 185-16,0-6-342 0,-1-1 268 0,1 0 4 15,-4-4 112-15</inkml:trace>
  <inkml:trace contextRef="#ctx0" brushRef="#br0" timeOffset="-145038.45">25628 16795 2661 0,'0'-15'0'0,"0"7"0"0,2 3 0 0,3 0 0 0,4 5 0 0,2 0 0 0,4 13 0 0,4 10 0 0,3 11 0 0,-3 1 0 0,3 11 462 0,-2 3-211 0,-2 1-105 0,-1 3-54 15,-4 2 151-15,-3-1-167 0,-7 0-76 0,-1-3 0 16,-2 0 0-16,-3-2 0 0,-13-10 0 0,-6 6 0 16,-2-9 0-16,-1-15 0 0,-5 4 0 0,0-9-63 15,3-10 21-15,-6-1 35 0,6-5-707 0,3 0 346 16,6-18 121-16,4-11 104 15,5-8-482-15,7-16 298 0</inkml:trace>
  <inkml:trace contextRef="#ctx0" brushRef="#br0" timeOffset="-144815.33">25828 16627 2299 0,'24'-25'0'0,"6"11"0"0,-4 1 0 0,-3 3 0 0,3 5 0 0,-5 3 0 0,-1 2 0 0,1 0 0 0,-4 10 0 0,-2 5 0 0,-4 0 194 0,-4 2-77 16,-5 1-38-16,-2 0-65 0,0 5 0 15,-9-6 36-15,-12 2-11 0,-2-2-60 0,-4-2 31 16,1-5-1-16,1 0 31 0,5-4 133 0,-2-2-71 16,10-1-32-16,-1-3 243 0,7 2-136 0,1-2-69 15,5 0-24-15,0 0-24 0,5 0-60 0,18 0 0 16,5 0 0-16,5 0 0 0,5 0 0 0,9 0 0 16,-3 0 0-16,-1 0-182 0,2 0 101 0,-4 0 60 15,-6 0-1033-15,-1 10 486 0</inkml:trace>
  <inkml:trace contextRef="#ctx0" brushRef="#br0" timeOffset="-144642.84">26081 17010 2740 0,'-18'0'0'0,"10"0"0"0,2 0 0 0,1 0 0 0,2 0 0 0,3 0 0 0,5 0 0 0,17 0 0 0,3 2 0 0,8 2 0 0,-1 0 162 0,6 0-65 16,-3-1-388-16,3 0 165 0,-2 0 83 0,-10 0 51 15,2-1-251-15,-8 4 141 0,-3-2 71 0,-7 2 36 16,-4 0-735-16,-4-1 343 0</inkml:trace>
  <inkml:trace contextRef="#ctx0" brushRef="#br0" timeOffset="-144486.41">26308 16786 2544 0,'-5'-14'0'0,"1"9"0"0,1 0 0 0,3 4 0 0,-2 1 0 0,-2 0 0 0,4 12 0 0,-2 13 0 0,2 5 0 0,0 10 0 0,0 1 107 0,0 8 226 0,0 1-146 16,0 0-74-16,0-7-27 0,0 8-394 0,0-5 175 16,0-11 85-16,4 1 45 0,3-3-291 0,0-9 176 15,4-2 75-15,-2-5-715 0,2-9 284 0</inkml:trace>
  <inkml:trace contextRef="#ctx0" brushRef="#br0" timeOffset="-144309.93">26626 16704 3034 0,'-3'-9'0'0,"-2"7"0"0,-2 2 0 16,-6 4 0-16,-2 11 0 0,0 8 0 0,3 4 0 0,5 8 0 0,3 9 0 0,2 0 0 0,2 5 203 0,0 2-18 0,8-1-73 0,7-10-26 0,5 12-10 0,1-11-248 16,1 1 105-16,5-9 54 0,-7-9-534 0,5 2 303 15,-2-6 137-15,-6-7 74 0,5-7-862 16</inkml:trace>
  <inkml:trace contextRef="#ctx0" brushRef="#br0" timeOffset="-143953.28">26991 16530 3413 0,'4'-23'0'0,"-3"14"0"0,0 4 0 0,2 0 0 0,-1 4 0 0,0 1 0 0,3 8 0 0,0 20 0 0,1 10 0 0,-2 6 0 0,-2 7 224 0,-1 7 70 0,2 11-294 15,-1-5 0-15,0-12 0 0,1 7 0 0,4-5 0 16,-1-11 0-16,1 10 0 0,0-20 0 0,-2 1 0 16,-3-8 0-16,1-8 0 0,0-7 0 0,-2-4 0 15,-1-3 0-15,0-4 0 0,0 0-122 0,-7-4-25 16,-2-11 66-16,-5-3-11 0,2-5 26 0,-4-2 1 16,-2-2 65-16,2-1-40 0,-3 0-9 0,3-1 9 15,-4 5-50-15,3 9 25 0,-1 2 0 0,0 4 238 16,-3 3-113-16,-5 6-27 0,9 0-32 15,-3 3 356-15,5 11-177 0,-1 2-71 16,5 4-100-16,-1 8-9 0,8-2 0 0,4 2 0 16,0 1 0-16,0 2 0 0,5-1 0 0,10-2 0 15,0-4 0-15,5-1 0 0,3-4 0 0,-1-7 0 16,3-7 0-16,5-1 0 0,0-4 0 0,-2 0-958 16,0-9 421-16,-1-7 248 0,-4-1-597 0</inkml:trace>
  <inkml:trace contextRef="#ctx0" brushRef="#br0" timeOffset="-143804.49">27172 16896 3360 0,'-3'-19'0'0,"3"10"0"0,-5 3 0 0,2 2 0 0,1 3 0 0,0-2 0 0,1 3 0 0,1 0 0 0,0 0 0 0,1 10 0 16,6 5 246-16,3 0-93 0,0 4-62 0,-1 2-10 16,0-1-81-16,1 0 0 0,0 1-372 0,0-1 160 0,-1-5 126 15,0 1 63-15,-2-4-813 0,-2-5 437 0,2 1 115 16</inkml:trace>
  <inkml:trace contextRef="#ctx0" brushRef="#br0" timeOffset="-143609.93">27381 16786 3465 0,'2'-16'0'0,"-1"8"0"0,1 1 0 0,-2 4 0 0,0 2 0 0,0 1 0 15,0 1 0-15,-5 20 0 0,-4 13 0 0,2 2 0 0,-7 17 216 0,0 6-88 0,3 4-6 0,-3 5-122 0,1 5 0 16,1 1 0-16,-6 2 0 0,1-2 0 15,-3-3 0-15,0-2 0 0,-1-1 0 0,4-14 0 16,-3 13 0-16,-1-9 0 0,8-10 0 0,-4-3 0 16,6-14-862-16,-2-5 386 0,7-11 224 0,-1-5 106 15,-2-4-501-15,6-6 303 0,3-7 153 0</inkml:trace>
  <inkml:trace contextRef="#ctx0" brushRef="#br0" timeOffset="-143379.59">27501 16735 3145 0,'15'-18'0'0,"0"17"0"0,3 1 0 0,0 0 0 0,0 0 0 0,-1 7 0 0,1 12 0 0,0 4 0 0,1 3 0 0,2 11 0 0,-7-1 346 16,4 11-159-16,-9-4-75 0,-4 4 29 0,-3 0-141 16,-2 0 0-16,-4-6 0 15,-15 10 0-15,-4-8 0 0,-5-1 0 0,-6-5 0 16,3-6 0-16,-12-1 0 0,4-2 0 0,0-8 0 15,7-5 0-15,-2-4 0 0,8-6 0 0,1-1 0 16,5-4-106-16,8 0-21 0,5-9-597 0,7-15 342 16,0-3 163-16,9-16-670 0</inkml:trace>
  <inkml:trace contextRef="#ctx0" brushRef="#br0" timeOffset="-143146.41">27779 16669 2851 0,'23'-18'0'0,"-3"11"0"0,5 5 0 0,-4-2 0 0,-5 2 0 0,-2 2 0 0,-2 0 0 0,2 8 0 0,-5 9 0 0,-2 6 0 0,-5 0 270 0,-2 8-116 0,-3-1-58 0,-12 3-29 16,-2-6-55-16,-2-3-10 0,-1-1 36 0,-3-5 1 15,6-7-101-15,-2 0 51 0,7-6 34 0,-3-1 131 16,5-4-57-16,3 0-30 0,-1 0 0 0,7 0 0 16,0 0-67-16,1 0 0 0,1 0 0 0,15 0 0 15,7-1 0-15,2-2 0 16,5 2 0-16,2-1 0 0,3 2 0 0,6 0 0 0,2 0 0 15,-4 0 0-15,-1 0 0 0,4 6-325 16,-7 3-220-16,8 8 183 0</inkml:trace>
  <inkml:trace contextRef="#ctx0" brushRef="#br0" timeOffset="-143013.53">28512 17131 3713 0,'0'-36'0'0,"0"28"0"0,0 2 0 0,1-5 0 0,-1 4 0 0,0 5 0 0,0 1 0 0,0-1 0 0,0 2 0 0,0 0 0 0,0 5-803 0,0 12 430 16</inkml:trace>
  <inkml:trace contextRef="#ctx0" brushRef="#br0" timeOffset="-140502.06">12656 18011 1297 0,'0'0'0'0,"0"0"0"0,0 0 0 0,0 0 0 0,0 0-1 0,0 0 1 0,2 0 0 0,0 0 0 0,-1 0 0 0,-1 0 0 0,0-3 106 0,2-1 1 0</inkml:trace>
  <inkml:trace contextRef="#ctx0" brushRef="#br0" timeOffset="-140459.92">12671 17992 641 0,'0'-1'0'0,"1"-2"0"0,9 0 0 0,0-1 0 0,3-1 1367 0</inkml:trace>
  <inkml:trace contextRef="#ctx0" brushRef="#br0" timeOffset="-140222.28">12773 17963 3931 0,'22'-4'0'0,"4"0"0"0,-5 3 0 0,11-2 0 0,-4 1 0 0,4 1 0 0,2 1 0 16,3 0 0-16,5 0 0 0,4 0 0 0,4 0 0 0,2 1 0 0,12 1 0 0,-6 1 0 0,-2-2 0 16,16-1 0-16,-6 1 0 0,0 2 0 0,-3-2 0 15,1 4 0-15,-9-1 0 0,12 1 0 0,-12 1 0 16,1 1 0-16,0 1 0 0,-1-1 0 0,-2 1 0 16,-1-2 0-16,-5-2 0 0,0 0 0 15,0-2 0-15,-6-2 0 0,-5 0 0 16,0 0 0-16,-6 0 0 0,-7 0 0 0,-2 0 0 15,-3-2 0-15,-9 0 0 0,2-4 0 0,-3 3 0 16,-3-2 0-16,-1-2 0 0,-2 1 0 0,0-2 0 16,0 1 0-16,-2-1 0 0,0 2 0 0,0 0 0 15,0 2 0-15,0 2 0 0,0-3 0 0,-4 4 0 16,0-2 0-16,1 3 0 0</inkml:trace>
  <inkml:trace contextRef="#ctx0" brushRef="#br0" timeOffset="-140197.22">14504 17955 641 0,'-11'11'0'0,"-1"4"-47"0</inkml:trace>
  <inkml:trace contextRef="#ctx0" brushRef="#br0" timeOffset="-137867.47">23796 18310 1630 0,'0'-19'-8'0,"0"10"3"0,0 1 5 0,0 3 0 0,0 1 0 0,0 2 0 0,0 0 0 0,0 0 0 0,0 2 0 0,0 0 0 0,0 0 177 0,9 0-35 0,7 0-18 16,7 0 19-16,7 0 0 0,7 0-71 16,5 0-1-16,5 6 155 0,6 0-86 15,12 3 0-15,6-1 20 0,7-1 0 0,16 2-88 16,-9-1 17-16,33 3 43 0,13-1 0 0,8-2-60 15,7-1 46-15,12-1-117 0,33-4-1 0,-2 2 0 16,3-1 0-16,6-1 0 0,16-1 0 0,-1-1 0 16,10 3 0-16,3-2 0 0,-8 3 0 0,1 2 0 15,-12-1 0-15,-31-2 0 0,32 4 0 0,-32-4 0 16,-34-3 0-16,1 0 0 16,-8 0 0-16,-26-2 0 0,-4-7 0 0,-24 0 0 15,-6 0 0-15,-18 0 0 0,-4 3 0 0,-13 0 0 16,-6-2 0-16,-11 4 0 0,-8-2 0 0,-7 3 0 15,-5 2 0-15,-1-6 0 0,-2 4 0 0,0-3 0 16,-14 0 0-16,-11 1 0 0,4-1 0 0,1 4-512 16,3-1 195-16,-1 3 122 0,3 0-237 0,-2 0 180 15,-6 11 90-15</inkml:trace>
  <inkml:trace contextRef="#ctx0" brushRef="#br0" timeOffset="-108622.93">23727 10749 1184 0,'0'-3'0'0,"-1"-1"0"0,-3 0 0 0,0 0 0 0,2 0 0 0,1 0 0 0,-1 1 0 0,0-1 0 0,2 3 0 0,0-1 0 0,0-1 179 0,0 2-74 15,0-1-33-15,0 2 1 0,0 0 18 0,2 0-25 16,1 0 10-16,3 0 69 0,-1 0-52 15,2 0-27-15,-2 0 89 0,1 0-57 0,-1 0-19 16,-1 0-10-16,-1 0 51 0,2 3-39 0,0 0-1 16,1 0-40-16,-2 1 81 0,0-1-45 15,2 1-1-15,1-2-34 0,0 2 32 0,-1-2 1 16,3 2-24-16,-1-3 20 0,1 2-1 16,-2 0-29-16,2-1 25 0,3 0-24 0,-3 0 9 15,2 0-9-15,1-1-14 0,-3 2 13 0,5-2 1 16,-3 2-1-16,0-3-15 0,1 2-25 0,0-2 0 15,1 1 0-15,-1-1 0 0,-1 2 0 0,1-2 0 16,1 2 0-16,-1 0 0 0,2-2 0 0,-1 2 0 16,1 0 0-16,-2-2 0 0,4 1 0 15,-2-1 0-15,4 0 0 0,0 0 0 16,1 0 0-16,2 0 0 0,-1 0 0 0,1 0 0 16,1 0 0-16,1-1 0 0,-1-3 0 0,3 0 0 15,-4-1 0-15,4-2 0 0,-4 4 0 0,6-5 0 16,-4 3 0-16,3-3 0 0,-2 0 0 0,0 3 0 15,3-3 0-15,-3-1 0 0,1 4 0 16,2-5 0-16,-2 2 0 0,1 1 0 0,-1 0 0 0,3-2 0 0,-5 3 0 16,9-2 0-16,-4-1 0 0,1 2 0 15,1-3 0-15,-1 0 0 16,-1 1 0-16,2 0 0 0,-2-1 0 0,1 1 0 0,1-2 0 16,-2 0 0-16,2-1 0 0,0 1 0 0,0-2 0 15,-2 1 0-15,2-2 0 0,0 2 0 0,-1-1 0 16,-2-1 0-16,3 0 0 0,0-1 0 15,3 0 0-15,-3 0 0 0,0 0 0 0,2-3 0 0,-2 2 0 16,2-3 0-16,-4 3 0 0,4-4 0 0,-2 2 0 16,-2 1 0-16,-1 0 0 15,2 0 0-15,-2 0 0 0,0 0 0 0,0 2 0 16,0-2 0-16,-1 0 0 0,0 1 0 0,0-1 0 16,0-2 0-16,3 1 0 0,-3 2 0 0,2-3 0 15,1-1 0-15,-1 2 0 0,-2 0 0 0,2-3 0 16,-2 2 0-16,1-1 0 0,1-2 0 0,0 5 0 15,-3-2 0-15,1-2 0 0,1 2 0 0,-4-2 0 16,3 3 0-16,-3-1 0 16,0 0 0-16,-3 2 0 0,3-3 0 0,-2 1 0 15,-1 2 0-15,3-2 0 0,-3 0 0 0,3 0 0 16,-1-1 0-16,1 1 0 0,-1-1 0 0,3 1 0 16,-1-4 0-16,-1 2 0 0,-2 1 0 0,-2 2 0 15,1-1 0-15,-2 1 0 0,-3 1 0 0,1 0 0 16,-2-1 0-16,3 3 0 0,-5-2 0 0,1 1 0 15,3-2 0-15,-4 1 0 0,3-1 0 16,0-1 0-16,1-1 0 0,-3 0 0 0,1 1 0 16,3-5 0-16,1 1 0 0,-4 1 0 15,2-1 0-15,-4 1 0 0,1 3 0 0,-1-6 0 16,-2 7 0-16,3-3 0 0,-4 0 0 0,-1 3 0 16,3-3 0-16,-4 2 0 0,0 3 0 0,1-2 0 15,0 2 0-15,-1-3 0 0,0 2 0 0,1 2 0 16,0-2 0-16,-1 0 0 0,0 0 0 0,1 0 0 15,1 3 0-15,-4-4 0 0,1-1 0 0,1 3 0 16,0-1 0-16,-1 0 0 16,-1 2 0-16,0-2 0 0,2 0 0 0,-2-2 0 15,3 1 0-15,0-2 0 0,-3 3 0 0,2-1 0 16,0-3 0-16,0 3 0 0,-1-2 0 0,3 2 0 16,-4-2 0-16,2 0 0 0,-3 2 0 0,3-1 0 15,-4 2 0-15,3-4 0 0,-1 3 0 0,2-3 0 16,0 2 0-16,-4 1 0 0,1 1 0 0,0 0 0 15,-3 1 0-15,3-1 0 0,0 3 0 0,-1-2 0 16,0 4 0-16,1-2 0 0,0 1 0 0,-1-1 0 16,-1 0 0-16,1 3 0 15,1 0 0-15,-3-3 0 0,2 3 0 0,-1-1 0 16,2 0 0-16,-2 0 0 0,0-1 0 0,2 2 0 16,-3 0 0-16,3-2 0 0,-3 1 0 0,4-1 0 15,-3 2 0-15,1 0 0 0,2 1 0 0,-2-3 0 16,1 3 0-16,-1-4 0 0,1 3 0 0,0-1 0 15,-1-1 0-15,-2 4 0 16,2-3 0-16,2-1 0 0,-2 1 0 0,-1 1 0 16,2-3 0-16,-1 3 0 0,-1-3 0 0,-1 1 0 15,2 2 0-15,-1 0 0 0,0-4 0 0,1 3 0 16,-1-1 0-16,0 2 0 0,-2 0 0 0,0 0 0 16,3-5 0-16,-2 3 0 0,-1-4 0 0,2 2 0 15,0-2 0-15,0 1 0 0,-1 0 0 0,-1 2 0 16,0-1 0-16,0 1 0 0,0 3 0 0,2 1 0 15,-2-1 0-15,0 2 0 0,0 2 0 0,0-3 0 16,0 3 0-16,0-2 0 16,0 5 0-16,0-3 0 0,0 1 0 0,0 0 0 15,0 0 0-15,0 0 0 0,0-1 0 0,0 1 0 16,0 0 0-16,0 3 0 0,0-2 0 0,0 0 0 16,0 2 0-16,0-1 0 0,0 1 0 0,0 2 0 15,0-3 0-15,2 3 0 0,-2-1 0 0,1 0 0 16,-1 0 0-16,3 2 0 0,-3-1 0 0,2-2 0 15,0 2 0-15,-2 1 0 0,3-3 0 0,-1 2 0 16,0-1 0-16,1-1 0 0,-2 2 0 0,3-3 0 16,-3 2 0-16,1 0 0 15,1 0 0-15,-2 1 0 0,0-1 0 0,2 2 0 16,-3-2 0-16,0 2 0 0,2 0 0 0,-2 0 0 16,0 0 0-16,2 0 0 0,-1 0 0 0,1 0 0 15,0 0 0-15,0 0 0 0,0 0 0 0,0 0 0 16,0 0 0-16,0 0 0 0,-1 0 0 0,1 0 0 15,1 0 0-15,-2 0 0 0,0 0 0 16,2 0 0-16,-3 0 0 0,2 5 0 16,-2 4 0-16,0 3 0 0,0 7 0 0,0 5-1191 15</inkml:trace>
  <inkml:trace contextRef="#ctx0" brushRef="#br0" timeOffset="-102885.33">27520 7274 576 0,'0'0'0'0,"0"-3"0"0,0 2 0 0,0-1 0 0,-1-2 0 0,-2 0 0 0,1 0 0 0,0 2 0 0,-1-1 0 0,1 1 0 0,2 0 82 0,0 0-9 0,0 0 0 0,0 0-20 16,0 2-11-16,0-2 76 0,0 2-38 16,0 0 0-16,0 0 43 0,0 0-30 0,0 0-11 0,0 0-40 15,0 0 60-15,0 0-30 0,0 6 0 0,-2 2-19 16,-1-1 129-16,2 3-70 0,-1-1-35 15,0 2 41-15,1 2-37 0,1 1 9 16,-2-2-47-16,2 2 33 0,0 0 1 0,0 1-35 16,0 1 35-16,0-1 12 0,0 2-47 0,0-2 0 15,0 2 43-15,-2-1-43 0,0 1 1 0,0 2 10 16,-2-2-5-16,2 2-6 0,-2 2 0 0,3-3 1 16,-4 1 6-1,4 0 3-15,-1-1-9 0,0 1-5 0,1-1 5 0,-3 0-1 0,4-1 0 0,-2 0-20 16,0-2 20-16,2 2 0 15,-1-2-46-15,-2 0 0 0,1 0 38 0,-1-2 13 0,2 2-50 0,0-2 0 16,1 1 29-16,-5-1-47 16,4 0 45-16,-3 0 10 0,3 1-15 0,-3 1-14 15,0-3-5-15,-2 2 0 0,2-4 0 0,-2 5 0 16,1-4 0-16,2 4 0 0,-3-5 0 0,3 1 0 0,-3 0 0 16,1 1 0-16,4 0 0 15,-3-1 0-15,2 0 0 0,0-2 0 0,1 2 0 0,-3 1 0 16,1 1 0-16,1-4 0 0,-1 3 0 15,0-1 0-15,0 1 0 0,1-2 0 16,-1 2 0-16,-1-1 0 0,1 0 0 0,-1 1 0 0,1-3 0 16,-1 4 0-16,-1-2 0 0,1 3 0 15,3-3 0-15,-3 0 0 0,0-2 0 0,-1 4 0 16,1-1 0-16,1-1 0 0,-2 1 0 0,-1-2 0 16,1 2 0-16,0-1 0 0,0 2 0 0,0-2 0 15,-1 1 0-15,1 1 0 0,1-2 0 0,-1 3 0 16,-1-3 0-16,2 0 0 0,0 2 0 0,2-2 0 15,-2 1 0-15,3 0 0 0,-3 0 0 0,1-3 0 16,1 0 0-16,1 5 0 16,0-4 0-16,-3 1 0 0,2-2 0 0,-1 3 0 15,0-3 0-15,-1 4 0 0,-1-4 0 0,3 5 0 16,-4-3 0-16,1 0 0 0,1 2 0 0,-2-2 0 16,2 0 0-16,-1 3 0 0,-1-1 0 0,2-2 0 15,1 0 0-15,-2 1 0 0,0-3 0 0,0 4 0 16,3-1 0-16,-2-1 0 0,0 0 0 0,-1 0 0 15,1-1 0-15,0 3 0 16,-3 0 0-16,2-2 0 0,2 2 0 0,-2-1 0 16,-1 0 0-16,3 0 0 0,-5 1 0 0,3 0 0 15,0 1 0-15,2-3 0 0,-3 0 0 0,0 2 0 16,-2-2 0-16,3 1 0 0,-2-1 0 0,0 1 0 16,1-1 0-16,-1 0 0 0,0-1 0 0,2 0 0 15,-2 2 0-15,0-5 0 0,0 4 0 0,0-1 0 16,0-1 0-16,1-2 0 0,-1 5 0 15,4-5 0-15,-5 4 0 0,2-3 0 16,0 2 0-16,1-1 0 0,0 0 0 0,-2 0 0 16,2 3 0-16,0-3 0 0,-1 1 0 0,0-3 0 15,1 3 0-15,-3-2 0 0,3 3 0 0,-1-1 0 16,-1-2 0-16,-1 2 0 0,1-3 0 0,2 1 0 16,-5 1 0-16,2 0 0 0,3-1 0 0,-5 2 0 15,2-1 0-15,1-2 0 0,-2 5 0 0,-1-2 0 16,1-2 0-16,0 2 0 0,-1 2 0 0,0-2 0 15,1 1 0-15,0 1 0 16,-1-3 0-16,1 2 0 0,-1 2 0 0,2-7 0 16,-2 6 0-16,3-3 0 0,-3-1 0 0,1 1 0 15,-2-2 0-15,0 3 0 0,1-3 0 0,-1 2 0 16,-1 1 0-16,-2-3 0 0,4 3 0 0,-5-3 0 16,2 3 0-16,-1 0 0 0,-1-3 0 0,2 2 0 15,-3 0 0-15,2 0 0 0,-1-1 0 0,0 1 0 16,2 2 0-16,-2-2 0 15,-2 0 0-15,2 0 0 0,0 1 0 0,-3-1 0 0,4 0 0 16,-2 1 0-16,-1 0 0 0,1-1 0 0,0 0 0 16,-4 3 0-16,4-4 0 0,-1 4 0 15,-2 0 0-15,0-1 0 0,-2 0 0 0,3 0 0 16,-1 0 0-16,0-1 0 0,1 1 0 0,-2-1 0 16,2 1 0-16,-3-2 0 0,2 0 0 0,0 1 0 15,1 0 0-15,-3-1 0 0,3 0 0 0,-3 2 0 16,-2 0 0-16,7-1 0 15,-10 3 0-15,10-1 0 0,-8 1 0 0,7-5 0 16,-4 4 0-16,2 1 0 0,0-1 0 0,3-1 0 16,-1-2 0-16,2 3 0 0,-1-4 0 0,4 2 0 0,-2-2 0 15,0 1 0-15,2-2 0 0,3 1 0 16,-5-1 0-16,3 1 0 0,0 0 0 0,0-1 0 16,-1-1 0-16,1 1 0 0,0-1 0 0,-1 0 0 15,5 0 0-15,-4-1 0 0,-1 1 0 0,3-2 0 16,0 3 0-16,-2-2 0 0,5 0 0 0,-3 1 0 15,-1 0 0-15,0 0 0 16,3-2 0-16,-5 4 0 0,3-5 0 0,0 2 0 16,-1 1 0-16,1 0 0 0,0-2 0 0,0 1 0 15,-1-1 0-15,-1 1 0 0,2-1 0 0,-1 2 0 16,1-1 0-16,-2 1 0 0,1-2 0 0,-1 2 0 16,0-1 0-16,-1 1 0 0,-1-1 0 0,0 3 0 15,0-1 0-15,0 1 0 0,-2 0 0 0,2-1 0 16,-5 1 0-16,4 2 0 0,-2-4 0 0,2 2 0 15,-2-1 0-15,0 1 0 16,0-1 0-16,2 1 0 0,-2 1 0 0,2-3 0 16,0 0 0-16,0 0 0 0,0 0 0 0,1-1 0 15,-1 0 0-15,2-1 0 0,-1 2 0 0,-1-3 0 16,-1 1 0-16,2-1 0 0,0 4 0 0,-4-4 0 16,2 3 0-16,-2 0 0 0,2-1 0 0,0-2 0 15,-1 4 0-15,0-1 0 0,3-1 0 0,-2 1 0 16,2-3 0-16,-1 1 0 15,3 0 0-15,-1 2 0 0,-2-5 0 0,3 3 0 16,-5 0 0-16,4 0 0 0,-1 0 0 0,-2-1 0 16,0 2 0-16,-1 1 0 0,0 0 0 0,1 0 0 15,0 0 0-15,-1-1 0 0,0 0 0 0,1 1 0 16,0 1 0-16,0-2 0 0,4-2 0 0,-4 1 0 16,3 0 0-16,0 0 0 0,1-1 0 0,-1 1 0 15,0-1 0-15,-1 1 0 16,-1 0 0-16,0-2 0 0,1 2 0 15,-2-1 0-15,-2 1 0 0,2 0 0 0,0 0 0 0,-2-1 0 16,-1 1 0-16,4 2 0 0,-4-2 0 0,4 0 0 16,-2-2 0-16,2 1 0 0,-3 1 0 0,6 2 0 15,-4-3 0-15,0 1 0 0,0 0 0 0,-1-1 0 16,2 2 0-16,-2-1 0 0,2-1 0 0,0 1 0 16,0 0 0-16,0-3 0 0,0-1 0 0,3 2 0 15,0-2 0-15,-1 0 0 0,0 0 0 0,3 0 0 16,-4 0 0-16,3 0 0 0,-3 0 0 0,1 0 0 15,3 0 0-15,-4-2 0 16,1 1 0-16,3-1 0 0,-3 0 0 0,0 0 0 16,3 0 0-16,-2 0 0 0,3 1 0 0,-2-2 0 15,1 2 0-15,4-2 0 0,-3 1 0 16,2 1 0-16,3-1 0 0,-1 0 0 0,0 0 0 0,1 0 0 16,1 0 0-16,2 1 0 0,-2-1 0 0,2 2 0 15,0-2 0-15,-3 2 0 0,3 0 0 0,0 0 0 16,0 0 0-16,0 0 0 15,0 0 0-15,0 0 0 0,0 0 0 0,5 0-120 16,6-2 5-16,6-2 26 0,5-3-581 0,2-2 314 16,14-3 157-16</inkml:trace>
  <inkml:trace contextRef="#ctx0" brushRef="#br0" timeOffset="-101816.23">25890 7189 457 0,'-2'-12'0'0,"-2"3"442"0,2 0-221 0,-2 2-111 0,2 1 237 0,2 3-151 0,-3 1-75 0,3 1-38 0</inkml:trace>
  <inkml:trace contextRef="#ctx0" brushRef="#br0" timeOffset="-101404.65">25873 7283 3931 0,'0'43'0'0,"0"2"0"0,0 4 0 0,-5 3 0 0,1 5 0 0,-4 9 0 0,0-3 0 0,3 1 0 0,-3-2 0 0,-1 0 0 16,3-7 0-16,-2 1 0 0,3-2 0 0,1-3 0 0,1-4 0 16,1-4 0-16,0-5 0 0,2-1 0 0,0-3 0 15,0-6 0-15,0-5 0 0,0-3 0 0,0-5 0 0,0-2 0 16,0-5 0-16,-2-2 0 15,2-5 0-15,0-1 0 0,-4 0 0 0,2 0 0 16,-5 0 0-16,-1-1 0 0,-1-7 0 0,-1-4 0 16,1-2 0-16,-2-2 0 0,-1-8 0 0,3 1 0 15,0-3 0-15,-3-1 0 0,1-2 0 0,0-1 0 16,-1 0 0-16,2 4 0 0,-4 7 0 0,1 0 0 16,-2 2 0-16,0 5 0 0,-2 2 0 0,0 4 0 15,-5 4 0-15,3 0 0 0,-2 2 0 0,-4 0 0 16,0 10 0-16,2 3 0 0,4 2 0 0,2 0 0 15,2 4 0-15,-2 6 0 16,10-8 0-16,0 6 0 0,0 6 0 0,6-1 0 16,1-2 0-16,0 1 0 0,4-1 0 0,7-1 0 15,4-3 0-15,2-4 0 0,6 3 0 0,1-6 0 16,0-2 0-16,1-1 0 0,3-2 0 0,-6-3 0 16,5-2 0-16,-5 1 0 0,4-4 0 0,1 0 0 15,-6-2 0-15,3 0 0 0,-2 0 0 0,6 0 0 16,-1 0-631-16,1 0 108 15,2 0 237-15,1-2 108 0,4-3-329 0,4-3 229 16</inkml:trace>
  <inkml:trace contextRef="#ctx0" brushRef="#br0" timeOffset="-93839.16">26305 7371 1554 0,'0'-12'0'0,"1"5"0"0,-1-2 0 0,0 1 0 0,0-1 0 0,0 3 0 0,0 0 0 0,0 0 0 0,0 1 0 0,0 3 0 0,0 0 175 0,0 1-66 0,0 1-32 0,0-2 131 16,0 2-72-16,2 0-51 0,0 2 0 0,0 8-6 15,-1 6-36-15,-1 6 1 0,0 4 11 0,0 9 235 16,-1 8-123-16,-8 2-61 0,-6 7 191 0,-2 10-126 0,4-4-53 16,-9 13-42-16,4-6-20 15,3-1-56-15,2 0 0 0,2-5 0 0,3-6 0 16,1 1 0-16,3-1 0 0,2-5 0 0,2-11 0 15,0 0 0-15,0-3 0 0,8-5 0 0,3-11 0 16,6-1 0-16,2-6 0 0,7-5 0 0,0-6 0 16,5 0 0-16,4-13 0 0,-1-14 0 0,-1-2 0 15,-1-5 0-15,-7 4 0 0,0-6 0 0,-5 6 0 16,-4 1-185-16,-8 13-303 16,-1 0 222-16</inkml:trace>
  <inkml:trace contextRef="#ctx0" brushRef="#br0" timeOffset="-89769.06">23842 10889 593 0,'0'0'0'0,"-2"0"0"0,1 0 0 0,-3 0 0 0,2 0 0 0,-2-3 0 0,1 3 0 0,-4 0 0 0,2 0 0 0,-1 0 0 0,1 0 36 0,-2 0 21 16,0 0-10-16,-1 0-9 0,4 0-1 0,-4 0 64 15,3 0-1-15,-2 0-56 0,2 0 55 0,-1 0-11 16,1 3-41-16,0-3 0 15,1 0 51-15,-2 0-51 0,0 2 12 0,-1-1 25 16,1 1 1-16,1 0-38 0,-3-1 0 0,0 2 51 16,3 1 11-16,-2-3-62 0,-2 2 108 0,4 0-54 15,-2 1-1-15,1-2-53 0,1-1 145 0,1-1-78 16,-1 2-34-16,2 1 131 0,-1-3-82 0,1 0-41 16,1 1 12-16,0-1 11 0,2 0-32 0,-2 0-1 15,2 0-31-15,0 0 57 0,0 0 12 0,0 0-92 16,0 0-24-16,0 0 0 0,0 0 0 0,0 0 0 15,0 0 0-15,0 0 0 16,0 0 0-16,0 0 0 0,0 0 0 0,2 0 0 16,2 0 0-16,-1-1 0 0,3-2 0 15,-5 1 0-15,5-1 0 0,-1 0 0 0,-2-1 0 0,3 1 0 16,-1 2 0-16,1-3 0 0,2 1 0 0,-3 2 0 16,3-3 0-16,-1 3 0 0,1-1 0 0,-1-2 0 15,1 1 0-15,-1 1 0 0,1 1 0 0,-1-2 0 16,-1 2 0-16,1-1 0 0,0 0 0 15,0 0 0-15,-2 1 0 0,3-1 0 16,-1 0 0-16,1 0 0 0,-1 0 0 0,2 0 0 16,-1 1 0-16,2-2 0 0,-3 0 0 0,2 1 0 15,0 0 0-15,-1-2 0 0,2 3 0 0,-1-1 0 16,-1 0 0-16,-1 0 0 0,2 0 0 0,-1-1 0 16,0 2 0-16,-2-1 0 0,4 0 0 0,-3 1 0 15,4-3 0-15,-4 2 0 0,2-2 0 0,1 3 0 16,-1-2 0-16,0-1 0 0,0 2 0 0,1 1 0 15,-1-1 0-15,1 0 0 16,0 0 0-16,-1 0 0 0,-2 0 0 0,3 1 0 16,-1-1 0-16,-2 0 0 0,3 0 0 0,1-2 0 15,0 2 0-15,-2 0 0 0,3-1 0 0,1-1 0 16,-1-1 0-16,-1 0 0 0,2 1 0 0,-3 1 0 16,1-1 0-16,-2 0 0 0,3 0 0 0,-3 1 0 15,0-1 0-15,0 0 0 0,3 2 0 0,-3-2 0 16,3 1 0-16,-1-1 0 0,1-2 0 0,0 3 0 15,1-3 0-15,-1 3 0 16,-1-2 0-16,1-2 0 0,0 4 0 0,-1-3 0 16,3 0 0-16,-3 3 0 0,0-3 0 0,1 2 0 15,-1 0 0-15,-2 1 0 0,3-2 0 0,-2 2 0 16,1 1 0-16,-1-1 0 0,1-1 0 0,-2 2 0 16,3-2 0-16,-1 1 0 0,1-1 0 0,-2-1 0 15,4 0 0-15,-4 1 0 0,3 1 0 0,-3-3 0 16,1 2 0-16,0 0 0 0,-3 1 0 15,5-4 0-15,-4 4 0 0,0-1 0 16,3-1 0-16,-2 1 0 0,1 0 0 0,3 1 0 16,-3-4 0-16,3 4 0 0,-2-3 0 0,2 3 0 15,0-3 0-15,-1 0 0 0,3 1 0 0,-3-1 0 16,0 3 0-16,0-4 0 0,1 3 0 0,-1-1 0 16,0-2 0-16,0 1 0 0,2 0 0 0,-2 1 0 15,0-1 0-15,3 0 0 0,-2 0 0 0,0 0 0 16,2 1 0-16,0-1 0 0,-4-1 0 15,6 0 0-15,-6 3 0 0,2-1 0 16,1 1 0-16,-4 1 0 0,4-3 0 0,-2 2 0 16,2 0 0-16,-2 1 0 0,3-1 0 0,-4-2 0 15,4 2 0-15,-2 1 0 0,2-3 0 0,-1 0 0 16,0 3 0-16,1-3 0 0,-1 0 0 0,2 0 0 16,3 1 0-16,-2-3 0 0,1 1 0 0,0 2 0 15,1-3 0-15,-1 1 0 0,-1 0 0 0,-1-2 0 16,3 2 0-16,-5 1 0 15,3-1 0-15,-1-2 0 0,0 5 0 0,-2-4 0 16,1 2 0-16,2-1 0 0,1-1 0 0,-2 1 0 16,-1-1 0-16,2 3 0 0,0-3 0 0,-1 3 0 15,0-3 0-15,0 3 0 0,-2-3 0 0,2 2 0 16,0-1 0-16,0 1 0 0,-2 0 0 0,2 0 0 16,-2 1 0-16,0-1 0 0,2 0 0 0,-1 0 0 15,2 0 0-15,0-2 0 0,1 1 0 16,1-1 0-16,1 1 0 0,0 1 0 0,0-1 0 15,-3-1 0-15,3 1 0 0,-2 1 0 16,1-1 0-16,-1 1 0 0,0 0 0 0,0 1 0 16,0 1 0-16,-4-2 0 0,6 0 0 0,-5 1 0 15,0-1 0-15,0 0 0 0,1 1 0 0,-3-1 0 16,4 1 0-16,-3-1 0 0,0 0 0 0,0 1 0 16,0-1 0-16,2 0 0 0,-2 1 0 0,0-1 0 15,2 3 0-15,0-3 0 0,0 0 0 0,0 0 0 16,-2 1 0-16,7 0 0 15,-3-1 0-15,0-2 0 0,2 2 0 0,-3 1 0 16,3 0 0-16,-3-3 0 0,1 3 0 16,-1-1 0-16,0 2 0 0,-1-2 0 0,-2 1 0 0,2-1 0 15,0 1 0-15,0-1 0 16,0 0 0-16,-1 1 0 0,0-1 0 0,-1 0 0 0,3 0 0 0,-1 1 0 16,1-1 0-16,-1 0 0 0,1 1 0 0,-1-3 0 15,1 3 0-15,-2-1 0 16,2 0 0-16,-2 0 0 0,-2 1 0 0,2 0 0 15,-2 1 0-15,2 0 0 0,-3-1 0 0,2 1 0 16,-3 1 0-16,4-1 0 0,-2-1 0 0,2 2 0 16,-2-3 0-16,3 2 0 0,-1-2 0 0,-1 2 0 15,2-3 0-15,-2 2 0 0,0-1 0 0,0 3 0 16,-2-3 0-16,-2 2 0 0,5-1 0 0,-7 0 0 16,3 2 0-16,-3-1 0 0,1 0 0 0,1 0 0 15,-4 3 0-15,2-3 0 0,-1 0 0 0,3 1 0 16,-2-1 0-16,0 2 0 0,3-3 0 0,-3 0 0 15,1 1 0-15,1 1 0 16,0-1 0-16,-3 0 0 0,3 1 0 0,-2-1 0 16,-1 0 0-16,-1 0 0 0,1 3 0 0,-3-1 0 15,0-2 0-15,2 2 0 0,0 0 0 0,-1 0 0 16,2 0 0-16,1 1 0 0,0-2 0 0,3 1 0 16,0 1 0-16,0-3 0 0,1 0 0 0,-4 3 0 15,3-3 0-15,-1 0 0 0,-4 1 0 16,0 2 0-16,-5-1 0 0,3 1 0 15,-3-2 0-15,0 3 0 0,-1 0 0 0,-1 0 0 16,0 0 0-16,0 0 0 0,0 0 0 0,0 0 0 16,0 0 0-16,0 0 0 0,0 0 0 0,0 0 0 15,0 0 0-15,0 0 0 0,0 0 0 0,0 0 0 16,0 0 0-16,0 0 0 0,0 0 0 0,0 0 0 16,0 0 0-16,0 0 0 0,0 0 0 0,0 0 0 15,0 0 0-15,0 0 0 0,0-2 0 0,0 2 0 16,0-3 0-16,0 1 0 15,0-1 0-15,0 1 0 0,-3-1 0 0,-1 2 0 16,-7 1 0-16,-1 7 0 0,-11 18 0 0</inkml:trace>
  <inkml:trace contextRef="#ctx0" brushRef="#br0" timeOffset="-86374.84">23727 10960 1042 0,'-5'-6'-1'0,"-1"-2"-1"0,-1 3 1 0,2-3 0 0,-4 3-1 0,2-3 1 0,2 3 0 0,-3-3 0 0,3 1 1 0,-3 1-1 0,2 1 48 0,1-2 0 0,-2 4 39 0,1-1 0 16,0 0-27-16,-2 2 47 0,3 1 1 0,-2-1-59 16,0 2-1-16,2 0 93 0,-1 0-35 0,1 0-11 15,1 0-46-15,1 0 113 16,1 0-56-16,0 0-1 0,2 0 28 0,0 0-48 15,0 0 0-15,0 0 64 0,0 0-50 0,0 0-1 16,0 0-37-16,0 0 70 0,0 0-41 0,0 0 0 16,0 0-41-16,2 0 42 0,0 0-30 0,3 0-13 15,-1 2 1-15,5-1 95 0,-1 3-80 0,1-2-63 16,0 2 0-16,4-3 0 0,1-1 0 0,0 0 0 16,4 0 0-16,-1 0 0 0,-1 0 0 0,3 0 0 15,-2 0 0-15,0 0 0 16,-1 0 0-16,2 0 0 0,-4 0 0 0,4 0 0 15,-1 0 0-15,-2 0 0 0,2 0 0 0,1 2 0 16,1 1 0-16,1-2 0 0,1 2 0 0,2-1 0 16,-2-2 0-16,1 1 0 0,3-1 0 0,-3 2 0 15,3-2 0-15,-1 0 0 0,0 0 0 0,-3 0 0 16,7 0 0-16,-8 0 0 0,5 0 0 0,2 0 0 16,-3 0 0-16,-3 0 0 0,1 0 0 0,1 2 0 15,0-2 0-15,3 1 0 16,-7 2 0-16,7-2 0 0,2 2 0 0,-2-2 0 15,3 1 0-15,1-1 0 0,0 2 0 0,-2-3 0 16,4 1 0-16,-2 2 0 0,-4-1 0 0,3-1 0 16,2 1 0-16,-7 1 0 0,4 0 0 0,-3 0 0 15,-1 1 0-15,-3 0 0 0,5 0 0 0,-5-1 0 16,6 1 0-16,-3 0 0 0,-2 0 0 0,4 0 0 16,1-2 0-16,1 1 0 0,2-3 0 0,0 0 0 15,0 2 0-15,2-2 0 16,-2 0 0-16,2 0 0 0,0 0 0 0,0 0 0 15,2 0 0-15,-3 0 0 0,1 0 0 0,1 0 0 16,0 2 0-16,-1 0 0 0,2-2 0 0,-1 2 0 16,2-2 0-16,-1 0 0 0,1 0 0 0,1 0 0 15,-1 0 0-15,1 0 0 0,-2 0 0 0,2 0 0 16,-3 0 0-16,2 2 0 0,-4-1 0 0,3 1 0 16,-4 0 0-16,-1 0 0 0,2 0 0 15,-1 2 0-15,0-2 0 0,-1 0 0 16,1-1 0-16,0 2 0 0,0-3 0 0,0 1 0 15,2-1 0-15,0 0 0 0,0 0 0 0,-2 0 0 16,0 0 0-16,0 0 0 0,0 0 0 0,-2 0 0 16,-2 0 0-16,6 0 0 0,-6 0 0 0,2 0 0 15,-1 2 0-15,-1 0 0 0,-1 0 0 0,5 0 0 16,-2 0 0-16,2-1 0 0,0-1 0 0,2 0 0 16,-2 0 0-16,2 0 0 0,2 0 0 0,-2 0 0 15,0 0 0-15,0 0 0 0,-6 0 0 0,8 0 0 16,-4-1 0-16,0 1 0 15,0 0 0-15,-2-2 0 0,-4 2 0 0,6 0 0 16,-4 0 0-16,1 0 0 0,-1 0 0 0,-1 0 0 16,1 0 0-16,3 0 0 0,-2 0 0 0,-2 0 0 15,3 0 0-15,-8 0 0 0,5 0 0 0,-5 0 0 16,0 0 0-16,-4 0 0 0,-2 0 0 0,0 0 0 16,-5 0 0-16,0 0 0 0,-2 0 0 0,-4 0 0 15,0 0 0-15,-1 0 0 16,1 0 0-16,-3 0 0 0,0 0 0 0,0 0 0 15,0 0 0-15,0 0 0 0,0 0 0 0,0 0 0 16,-5-2 0-16,-3-2 0 0,-3 2 0 0,-6 1 0 16,-6 1 0-16,-9 0 0 0,-7 16-600 0</inkml:trace>
  <inkml:trace contextRef="#ctx0" brushRef="#br0" timeOffset="-85739.58">25644 11387 1220 0,'0'-12'0'0,"0"4"0"0,0-2 0 0,0 1 0 0,0 2 0 0,0-1 0 0,0 4 0 0,0 1 0 0,0 1 0 0,0 0 0 0,0 2 444 0,0 0-206 0,0 0-98 16,2 11-49-16,0 6 218 0,5 8-134 0,-4-3-55 16,1 10-45-16,-2 3 92 0,-1 7-63 15,2 3-31-15,-3 3 220 0,0 7-116 16,0 11-72-16,-4-2-31 0,-2 1 52 0,1 1-126 15,0 1 0-15,3-14 0 0,0 8 0 0,2-7 0 16,0-3 0-16,0-5 0 0,0-2 0 0,0-7 0 16,0 0 0-16,0-6 0 0,2-3 0 0,0-8 0 15,-2-2 0-15,3-5 0 0,-3-5 0 0,0-4 0 16,2-2 0-16,-2-2 0 0,0 0 0 0,0 0 0 16,-5-6 0-16,-6-8 0 0,2-2 0 15,-2-7 0-15,1-2 0 0,1-4 0 0,-2-5 0 16,0-2 0-16,-2-4 0 0,0 9 0 15,-4-2 0-15,-2 6 0 0,0 5 0 0,-3 2 0 16,-6 7 0-16,3 7 0 0,-5 1 0 0,0 5 0 16,-1 0 0-16,1 5 0 0,1 7 0 0,1 5 0 15,2 1 0-15,3 3 0 0,4 2 0 0,4 1 0 16,4 4 0-16,5 1 0 0,4 0 0 16,2 2 0-16,0-1 0 0,10-2 0 0,6 0 0 0,4-1 0 15,2-3 0-15,4-6 0 16,2-1 0-16,2-6 0 0,0-1 0 0,4-6 0 15,0-3 0-15,-2-1 0 16,4 0 0-16,-2-1 0 0,-3-9 0 0,3-5 0 0,-3-2 0 0,8-2-551 16,-6-3 253-16,2-2 128 0,0-3-446 0,3 0 286 15,-3-7 134-15,0-4-710 0</inkml:trace>
  <inkml:trace contextRef="#ctx0" brushRef="#br0" timeOffset="-85481">25997 11996 2352 0,'-4'-9'0'0,"2"0"0"0,-2-1 0 0,3 1 0 0,1 1 0 0,0-1 0 0,0 0 0 0,3 2 0 0,14 4 0 16,5 1 0-16,-2 2 413 0,8 0-190 0,0 9-91 0,0 7 330 0,0 2-211 0,-2 5-153 15,1 1-98-15,-5 3 0 0,1 0 0 0,-8 2 0 16,-2 1 0-16,-5 0 0 0,-6-2 0 0,-2 4 0 16,0-2 0-16,-8 0 0 0,-9-1 0 15,-2-5 0-15,-3-1 0 0,-3-5 0 16,-3-3 0-16,0-2 0 0,-3-4 0 0,0-3 0 15,-3-2 0-15,2-4 0 0,0 0 0 0,6 0 0 16,5-1 0-16,5-9-421 0,2-1 179 0,5-3 105 16,7 1-284-16,2-3 189 0,2-4 95 0,15 0-645 15,5 1 359-15,4-1 196 0,3 1 92 0,2-1-273 16</inkml:trace>
  <inkml:trace contextRef="#ctx0" brushRef="#br0" timeOffset="-85243.35">26456 11932 1797 0,'22'-22'0'0,"-11"6"0"0,-2-2 0 0,-3-1 0 0,-4 6 0 0,-2 2 0 0,0 0 0 0,0 1 0 0,-4 5 0 0,-7-1 0 0,0 4 231 0,-3 2-94 0,-1 0 601 0,-4 8-337 15,-1 13-184-15,3 3 193 0,1 6-410 0,3 5 0 16,3 1 0-16,6 2 0 0,1 0 0 0,3-2 0 16,0 0 0-16,7-2 0 15,5-4 0-15,4 1 0 0,0-5 0 0,5-2 0 16,0-1 0-16,1-2 0 0,0-5 0 0,1-3 0 15,6 0 0-15,-1-3 0 0,0-2 0 0,1-5 0 16,2-1 0-16,-1-2 0 0,4 0-152 0,-2 0-133 16,0 2 121-16,0-2-633 15</inkml:trace>
  <inkml:trace contextRef="#ctx0" brushRef="#br0" timeOffset="-75641.98">27703 9557 1726 0,'0'-2'0'0,"0"0"0"0,0 0 0 0,0 0 0 0,0 1 0 0,0 1 0 0,0 0 0 0,0 0 0 0,0 0 0 0,0 0 0 0,0 0 83 16,-4 0 133-16,4 0-77 0,0 0-55 0,-3 0 147 15,-1 0-96-15,3 5-47 0,-3 3 0 0,-1-1 108 16,5 3-83-16,-4-1-36 0,1 3 121 0,2-1-79 15,0 0-39-15,-3-2 11 0,3 5 72 16,1-3-61-16,-2 0-100 0,2 2-2 16,0 0 0-16,-2 2 0 0,2 0 0 0,0 0 0 15,0 4 0-15,0 0 0 0,-2-1 0 0,2 3 0 16,0 2 0-16,0 0 0 0,-1-1 0 0,1 4 0 16,0-5 0-16,0 1 0 0,0 5 0 0,0-3 0 15,0-1 0-15,0 1 0 0,0-4 0 0,0 4 0 16,0 0 0-16,0-2 0 0,0 4 0 0,0-3 0 15,0 1 0-15,0-1 0 0,0 3 0 0,0-2 0 16,0 1 0-16,0 1 0 0,0-4 0 16,0 6 0-16,0-1 0 0,0-2 0 15,0-1 0-15,0 1 0 0,0 1 0 0,0 2 0 16,0-2 0-16,0 0 0 0,0 3 0 0,0-3 0 16,0 0 0-16,0 4 0 0,0-4 0 0,0 2 0 15,0-1 0-15,0-1 0 0,0-1 0 0,0 3 0 16,0-3 0-16,0-6 0 0,0 4 0 0,0-2 0 15,0 0 0-15,0-2 0 0,0-1 0 0,0 0 0 16,0-3 0-16,0-1 0 0,0 2 0 16,0-2 0-16,0 2 0 0,0-4 0 15,-4 3 0-15,-1 1 0 0,1 0 0 0,0 0 0 16,-4-1 0-16,4-1 0 0,-1 0 0 0,0-5 0 16,3 2 0-16,2-3 0 0,-2-3 0 0,2 1 0 15,-3-5 0-15,3 2 0 0,0-3 0 0,0 0 0 16,0 0 0-16,0 0 0 0,0 0 0 0,0 0 0 15,0 0 0-15,3-3 0 0,1-7-680 0,6-7 264 16,2-3 188-16,3-7-769 0</inkml:trace>
  <inkml:trace contextRef="#ctx0" brushRef="#br0" timeOffset="-74972.42">28620 9688 2406 0,'0'-3'0'0,"0"0"0"0,0 2 0 0,0-1 0 0,2 2 0 0,0 0 0 0,4 0 0 0,0 0 0 0,-1 9 0 15,1 9 0-15,-1 6 370 0,-2 6-169 0,1 9-80 16,-3 5-39-16,-1 0 233 0,0 3-137 0,0-3-57 0,0 10-45 16,0-7-15-16,-1-3-61 0,-3-9 0 15,4 4 0-15,0-5 0 0,0-2 0 0,0-6 0 16,0-3 0-16,0-3 0 0,0-1 0 0,-1-8 0 16,1 1 0-16,0-5 0 0,-2-2 0 0,2-2 0 15,0-2 0-15,-4-1 0 0,1 0 0 0,-4 0 0 16,-1-1 0-16,0-7 0 0,-1-5 0 0,-1 0 0 15,-3-8 0-15,1 0 0 0,0 1 0 0,-3-3 0 16,2 8 0-16,-2 0 0 16,-2 4 0-16,-1 4 0 0,-2 4 0 0,-2 3 0 15,-1 0 0-15,4 9 0 0,1 3 0 0,1 5 0 16,4 1 0-16,1 3 0 0,5-2 0 0,3 2 0 16,1 1 0-16,3-1 0 0,0 0 0 0,3 0 0 15,6-2 0-15,5-2 0 0,0-1 0 0,6-2 0 16,3 0 0-16,-3-4 0 0,2-3 0 0,-1-2 0 15,5-4 0-15,-3-1 0 0,5 0 0 0,-4 0 0 16,2-6 0-16,-4-1 0 0,7-5 0 0,-1-2 0 16,-3-2-784-16,3-2 297 15,-1-3 220-15,-3-5-550 0,4-8 393 0,-7 0 191 16,-3 4 96-16,-3-1-171 0,-2 4 133 0,-6 7 57 16,1-5 43-16,-4 4 1 0,-2 4 42 0,-2 2 32 15,0 4 382-15,0 1-242 0,0 4-85 0,0 1-49 16,0 2 823-16,0 1-436 0,0 0-91 0,4-1 535 15,6 3-398-15,1 0-199 0,3 0-100 0,2 0 28 16,-2 9-168-16,5 0 0 0,-1 2 0 16,-1 0 0-16,3 2 0 0,-4 2 0 15,1-2 0-15,1 1-149 0,-3-3 31 0,0-1 79 16,0-3-967-16,0-3 506 0,0-2 100 0</inkml:trace>
  <inkml:trace contextRef="#ctx0" brushRef="#br0" timeOffset="-74495.56">29316 9925 2780 0,'0'-7'0'0,"0"1"0"0,0 0 0 0,0 3 0 0,0 1 0 0,0 0 0 0,0 0 0 0,0 2 0 0,0 0 0 0,0 0 0 0,0 0 138 0,0 0 396 0,-5 0-252 16,2 6-120-16,-1-1-127 0,0 2-35 0,-1 1 0 15,1 1 0-15,-3 2 0 0,1 1 0 16,0 0 0-16,0-1 0 0,-1 1 0 15,2 2 0-15,-3 1 0 0,0 0 0 0,1 2 0 0,0 0 0 16,-1 1 0-16,0 2 0 0,1-2 0 0,-3 2 0 16,3-1 0-16,-1 2 0 0,-2-2 0 15,4 2 0-15,-1-1 0 0,-3-1 0 0,3 1 0 16,2 0 0-16,-2-2 0 16,1 1 0-16,-1 2 0 0,-1-3 0 0,3 3 0 0,-2 0 0 0,-3 0 0 15,2-1 0-15,1 4 0 0,0-5 0 16,-4 5 0-16,4-1 0 0,0 0 0 0,-2-2 0 0,2 5 0 15,0-4 0-15,-3 2 0 0,5 1 0 0,-3-5 0 16,1 3 0-16,0-1 0 0,1-1 0 0,0-2 0 16,1 0 0-16,-1-2 0 15,1 0 0-15,0-2 0 0,2-2 0 0,-2 2 0 16,2-2 0-16,0-2 0 0,1 2 0 0,-2-1 0 16,-1-1 0-16,3 0 0 15,-2 0 0-15,0 1 0 0,0-1 0 0,0 0 0 0,1-1 0 0,1-1 0 16,0 3 0-16,-1-4 0 0,1 1 0 0,2 1 0 15,-3-2 0-15,3 2 0 0,-2-2 0 0,1 2 0 16,-1 4 0-16,0-2 0 0,-1 5 0 16,0 1 0-16,-1 2 0 0,-1 2-377 15,-1 9-205-15</inkml:trace>
  <inkml:trace contextRef="#ctx0" brushRef="#br0" timeOffset="-72928.9">27652 7322 877 0,'0'-5'0'0,"0"1"0"0,0-2 0 0,0 2 0 0,0-1 0 0,0 1 0 0,0 0 0 0,0 2 0 0,0 0 0 0,0 1 0 0,0-1 120 0,0 2-45 0,0-2 0 15,0 2 94-15,0 0-63 0,0 0-32 0,0 0 10 16,0 0 126-16,0 7-84 0,3 1-42 0,-1 4 185 16,2 0-113-16,-3-3-47 0,1 7-38 0,0-2 37 15,0 4-32-15,-2 0-1 0,0 1 13 0,0 2 10 16,0 5-56-16,0-2 0 0,0 1 86 0,0 3-43 15,0 2 0-15,-2 0 45 0,0 2-49 16,0 0 1-16,-1 0-40 0,1-2 47 16,0 2-14-16,2-2-75 0,0-2 0 0,0 0 0 15,0 2 0-15,0-3 0 0,0-1 0 0,0 2 0 16,0 0 0-16,0-3 0 0,0 1 0 0,0-1 0 16,0-3 0-16,0 6 0 0,0-2 0 0,0 0 0 15,0 1 0-15,0 1 0 0,-3-2 0 0,-4 5 0 16,1-6 0-16,3 3 0 0,-1-2 0 0,1-2 0 15,1-2 0-15,-3 4 0 0,5-5 0 0,-2 0 0 16,0 2 0-16,2 0 0 16,0-4 0-16,0 2 0 0,0 0 0 0,0 0 0 15,0 1 0-15,0 1 0 0,0 0 0 0,-3 0 0 16,3 2 0-16,-1-4 0 0,1 3 0 0,-2-1 0 16,2-1 0-16,-3 1 0 0,2-2 0 0,1-1 0 15,0 0 0-15,0-1 0 0,0 0 0 0,0-2 0 16,0 2 0-16,0-3 0 0,0 0 0 0,0 1 0 15,0-3 0-15,0 4 0 0,0-1 0 0,0 0 0 16,0 1 0-16,0-1 0 16,0 2 0-16,0-2 0 0,0 1 0 0,0-1 0 15,0 0 0-15,0 2 0 0,0-2 0 0,0 0 0 16,0 0 0-16,0 0 0 0,0-1 0 0,0 2 0 16,0 0 0-16,0 1 0 0,0 1 0 0,0 1 0 15,0 4 0-15,0-1 0 0,-2-3 0 0,0 6 0 16,-1-2 0-16,1-3 0 0,0-1 0 0,0 4 0 15,-1-2 0-15,3 1 0 0,-1-1 0 16,1-4 0-16,0 4 0 0,0 0 0 16,0-1 0-16,0 3 0 0,0-4 0 0,0 5 0 15,0 2 0-15,1-3 0 0,2 7 0 0,-1-3 0 16,0 3 0-16,0 2 0 0,-1 2 0 0,1-2 0 16,0 0 0-16,0 2 0 0,-1 1 0 0,2 10 0 15,-1-5 0-15,-2-1-282 0,1 9-32 0,-1 1 136 16,0 11 68-16</inkml:trace>
  <inkml:trace contextRef="#ctx0" brushRef="#br1" timeOffset="-67886.05">27694 7368 346 0,'0'-12'0'0,"3"-1"0"0,3 2 0 0,-1-3 0 0,1 3 0 0,1-2 0 0,-1 0 0 0,2 2 0 0,1-3 0 0,-2 1 0 0,-2 0 11 0,1 1 42 0,-3 6-40 16,2-4 1-16,-1 1 107 15,-3 1-41-15,1 2-6 0,-2 1-49 0,0-1 206 0,0 2-96 16,0 2-47-16,0 1 194 0,0-1-126 15,0 0-58-15,0 1-28 0,0 1 151 0,0 0-90 16,0 0-35-16,0 0 30 0,0 0-43 0,0 0 1 16,0 0-44-16,-2 0 3 0,1 8 8 0,-3 2-10 15,2-1 0-15,-1 5 50 0,-2-2 0 0,0 1-50 16,1 3 107-16,2 0-59 0,-2 0 0 0,1-1-48 16,1 3 90-16,0-1-45 0,-1-1 10 0,3 4-11 15,0-1-1-15,0 0-43 0,-3-1-1 0,0 1-16 16,1 2-24-16,1-1 0 0,-1-1 0 15,-1 1 0-15,1 1 0 0,0 0 0 16,0 0 0-16,1 0 0 0,1-1 0 0,-2-2 0 16,2 3 0-16,0-1 0 0,0-2 0 0,0 1 0 15,0 2 0-15,0 0 0 0,0 0 0 0,0-2 0 16,-2 4 0-16,0 3 0 0,-1-1 0 0,2 0 0 16,0-2 0-16,-3 4 0 0,4-5 0 0,-2 7 0 15,1-3 0-15,-1-2 0 0,0 3 0 0,2-1 0 16,-1-3 0-16,1 4 0 15,-2 1 0-15,0-1 0 0,0 3 0 0,-1 0 0 16,3 1 0-16,-4 1 0 0,0-2 0 0,-2 3 0 16,2-1 0-16,-1 0 0 0,1-1 0 0,-1 2 0 15,0-3 0-15,3 0 0 0,-3-1 0 0,3 0 0 16,-2 3 0-16,1-2 0 0,1 2 0 0,-3-2 0 16,5-2 0-16,-2 2 0 0,0 0 0 0,-1 0 0 15,2 1 0-15,-1 0 0 0,2-1 0 16,-4 4 0-16,2 2 0 0,-2-2 0 0,1 3 0 15,-1-2 0-15,0 3 0 0,0-1 0 16,1-1 0-16,1-1 0 0,-2 4 0 0,2-4 0 16,2 1 0-16,-2-3 0 0,2 0 0 0,0-1 0 15,0-1 0-15,0-6 0 0,0 3 0 0,0-3 0 16,0 3 0-16,0-2 0 0,0 2 0 0,0 2 0 16,0 4 0-16,-2 0 0 0,-1 2 0 0,1 2 0 15,-3-3 0-15,3 1 0 0,-3-3 0 0,2 3 0 16,1-4 0-16,1-2 0 0,-2-2 0 0,3-1 0 15,0-5 0-15,0 2 0 16,0 2 0-16,0-5 0 0,0 0 0 0,0 0 0 16,0 1 0-16,0 1 0 0,-2-2 0 0,0 1 0 15,-1 6 0-15,-1-2 0 0,-2 2 0 0,3-7 0 16,-1 3 0-16,1-1 0 0,-4 4 0 0,4-11 0 16,1 4 0-16,0-2 0 0,2-1 0 0,-3 0 0 15,2 2 0-15,1-2 0 0,0-3 0 0,0 4 0 16,-2-4 0-16,2 3 0 15,0-2 0-15,0 2 0 0,-2 0 0 0,1-3 0 16,-1 0 0-16,2 1 0 0,-2 0 0 0,2-3 0 16,-2 1 0-16,0-3 0 0,2-2 0 0,0 6 0 15,0-9 0-15,0 4 0 0,0 0 0 0,0 0 0 16,0-1 0-16,0 2 0 0,0-2 0 0,0 1 0 16,0-1 0-16,0 1 0 0,0-1 0 0,0 3 0 15,0 0 0-15,0 0 0 0,0-1 0 0,0-1 0 16,0 3 0-16,0-5 0 15,0 6 0-15,0-2 0 0,0-2 0 0,0-2 0 16,0-2 0-16,0 0 0 0,0 0 0 0,0-2 0 16,0-1 0-16,0-2 0 0,0 0 0 0,0 3 0 15,0-3 0-15,0 0 0 0,0 0 0 0,0-13 0 16,0-4 0-16,0-4 0 0,0-6 0 0,0-5 0 16,0-2 0-16,0-1 0 0,0-1 0 0,2 0 0 15,0 3-75-15,0-1 3 0,1 0-11 0,1 0 83 16,0 0 0-16,-2-5-40 0,3 5-1 15,-1-2 41-15,-1 0-10 0,-2 3-30 16,3-1-1-16,-2-2 110 0,-1 0-48 0,1-1-30 16,0-3 119-16,-1-3-62 0,4 1-6 0,-3-4-27 15,1-3 9-15,-1 1-26 0,3 5 22 0,-2-14-103 16,0 10 42-16,-1-4 0 0,2 4 35 0,2 0-33 16,-3-1 21-16,3-2 10 0,0 0-25 0,-1-2 62 15,0-3-59-15,2-1 14 0,-2-1 34 0,0-1 4 16,0 1-37-16,3-10 0 0,-5 5 40 15,1-5 1-15,-2 4-23 0,3-16-87 16,-3 4 38-16,3 0 0 0,-3 0 43 0,5 6-102 16,-7 12 39-16,5-2 19 0,-3 4 0 0,1 5 45 15,-1 0-21-15,0 6-1 0,0 2 73 0,-1-5-38 16,-1 4-1-16,4 2-42 0,-4-1 127 0,0-2-49 16,0 8-33-16,0-11 43 0,0 3-28 0,0-1 24 15,0-3-48-15,0-5-90 0,0 0 46 16,0 3 7-16,0 1 39 0,0 2-73 15,1 4 33-15,0 10-21 0,2-3 29 0,-1 2-3 16,0 5 15-16,-2 3-32 0,3 5 122 0,-3 1-54 16,0 2 3-16,0 0 135 0,0 3-81 0,0 0-31 15,0 2 0-15,0 1 64 0,0 3-50 0,0 0-1 16,0-1 0-16,0 3-65 0,0-1 36 0,0 5 23 16,0-1-62-16,0 0 7 0,0 2 34 0,0 0-27 15,0 0-82-15,0 2 34 0,0 0 28 0,0 0-255 16,0 0 133-16,0 0 49 15,0 0 40-15,0 0-475 0,0 0 245 0,0 0 118 16,0 2-390-16,0 6 254 0,0-1 126 0,0 5 54 16,0-2-196-16</inkml:trace>
  <inkml:trace contextRef="#ctx0" brushRef="#br1" timeOffset="-66355.66">27673 7301 1283 0,'-9'-7'0'0,"2"-1"0"0,2 1 0 0,-2 2 0 0,1-4 0 0,1 2 0 0,2 2 0 0,-1-3 0 0,-1 4 0 0,5 2 0 0,0 1 135 0,0-2-36 15,0 2-11-15,0 0 24 0,0-2-35 0,7 1-1 16,7 0 10-16,4-2-34 0,1 0-10 0,0 3 0 16,3-1 35-16,2 0-36 0,3 1 1 0,-7 1 52 15,8 0-52-15,-1 0 0 0,-2 0-1 0,3 3 2 16,2 6-2-16,-2 0 11 0,-3 1-10 0,5 3-82 16,-6 1 41-16,3-1 0 0,1 2-83 15,-5-2 61-15,4 4 22 0,-2-2-26 16,-5-1-53-16,3 0 38 15,-3-1 25-15,0 0-24 0,-2-1 5 0,-4-1 11 0,0 0 22 0,-5-2-12 16,-2-1 7-16,-2 1-17 0,1 1 8 0,-3-1 147 16,-1 5-67-16,-2-3-29 0,0 2 210 0,0 2-102 15,-7 3-49-15,-4 1-35 16,1 4 190-16,0-3-104 0,-1 4-52 0,0-3-16 0,0 6 34 0,1-4-35 16,1 5 0-16,-1-4 24 0,0 3-80 0,2-3-21 15,-2 5 0-15,-3 0 0 0,3 1 0 0,-2-1 0 16,-4 0 0-16,2 1 0 15,-2 0 0-15,2 0 0 0,-2-2 0 0,0 2 0 16,2-2 0-16,5-5 0 0,-4 6 0 0,8-9 0 16,0 3 0-16,3-3 0 0,0 1 0 0,2-2 0 15,0-3 0-15,0 2 0 0,6-1 0 0,8-5 0 16,0 4 0-16,5-4 0 0,5 2 0 0,1-1 0 16,3-2 0-16,-1 0 0 0,3-2 0 0,3 1 0 15,-6 1 0-15,3-1 0 0,0-3 0 16,-2 3 0-16,-3-4 0 0,-3 1 0 15,2 0 0-15,-3-1 0 0,-6 0 0 16,2 0 0-16,-9-1 0 0,2-2 0 0,-4 2 0 0,0-2 0 16,-5 1 0-16,2-1 0 0,-3 0 0 0,0 0 0 15,0 3 0-15,-3 0 0 0,-5 3 0 0,-4-1 0 16,1 3 0-16,-3 0 0 0,1 4 0 0,-2-2 0 16,0 4 0-16,1 4 0 0,0-3 0 0,-2 7 0 15,2-1 0-15,0 4 0 0,0 1 0 0,1 1 0 16,-3 4 0-16,-1 3 0 15,4 0 0-15,-1 1 0 0,-2 2 0 0,4-1 0 16,-2-1 0-16,0 5 0 0,4-2 0 0,-3-1 0 16,3 1 0-16,1 0 0 0,-2-1 0 0,3 8 0 15,-1 0 0-15,-1 0 0 0,-1 2 0 0,2 2 0 16,-4-2 0-16,3 4 0 0,-1-2 0 0,1-3 0 16,1 0 0-16,2-1 0 0,0-5 0 0,1 12 0 15,3-4 0-15,1-3 0 0,2-1 0 0,0 2 0 16,0-8 0-16,0 10 0 15,0-6 0-15,0-2 0 0,0-2 0 0,0 2 0 16,0-7 0-16,0 3 0 0,0 2 0 0,0 2 0 16,0-4 0-16,-2-5 0 0,-3 2 0 0,0-3 0 15,-2 0 0-15,-2-4 0 0,0-2 0 0,2-7 0 16,-5 3 0-16,3-3 0 0,-3-1 0 0,-1 0 0 16,1-2 0-16,-4-2 0 0,1 0 0 15,-7 2 0-15,2-2 0 0,-3 2 0 16,-4-4 0-16,1 0 0 0,-3-1 0 0,1-2 0 15,-2-2 0-15,-2-1 0 0,1-3 0 0,1-2 0 16,1-2 0-16,-1 0 0 0,4 0 0 0,7-8 0 16,1-2 0-16,3-6 0 0,5-4 0 0,8-7-705 15,2-8 263-15,5-7 200 0,17-10 100 0</inkml:trace>
  <inkml:trace contextRef="#ctx0" brushRef="#br1" timeOffset="-65620.03">29270 7893 1994 0,'-5'-11'0'0,"3"3"0"0,0 5 0 0,0-3 0 0,-1 2 0 0,3 2 0 0,0 0 0 0,0 1 0 0,0 1 0 0,0 0 0 0,0 0 110 0,-2 0-34 16,-3 9 4-16,0 6-11 0,-4 4-27 0,-5 3 0 15,-1 4 125-15,-1 1-62 0,-6 3-22 0,0-2 123 16,-1 0-82-16,-2-2-42 0,-2 1 1 16,1-5 150-16,4-3-85 0,-1 1-58 0,6-6 107 15,0-3-197-15,4 0 0 0,6-5 0 0,-1 2 0 16,2-5 0-16,2-1 0 0,3 0 0 0,-1-2 0 16,2 0 0-16,0 0 0 15,0 0 0-15,0 0 0 0,0 2 0 0,0 1 0 0,2 1 0 0,7 2 0 16,6 2 0-16,5-1 0 15,8-1 0-15,2 1 0 0,5-1 0 0,9 1 0 16,-1-2 0-16,0-2 0 0,1-3 0 0,4 0 0 16,-9 0 0-16,-1 0 0 0,3 0 0 0,-7 0 0 15,-10-2 0-15,-3-2 0 0,-6-1 0 0,-4 1 0 16,-6 0 0-16,-3-3 0 0,-2-3 0 0,0-3 0 16,-5-2 0-16,-8-4 0 0,-4-1 0 0,2-3 0 15,-5-3 0-15,3-2 0 0,-3-5 0 16,2 2 0-16,1-9 0 0,3 3 0 15,5-2 0-15,2 5 0 0,0 0 0 0,2 3 0 16,5 9 0-16,-2 1 0 0,2 5 0 0,0 4 0 16,0 1 0-16,0 5 0 0,2 1 0 0,4 4 0 15,2-2 0-15,1 3 0 0,-3 0 0 0,5 0 0 16,-2 0 0-16,0 4 0 0,3 4 0 16,-3-3 0-16,-1 4 0 0,5 1 0 0,-2 3 0 0,2 0 0 15,2 0 0-15,3 4 0 0,-3-2 0 0,9 6 0 16,-1-4 0-16,0 1 0 15,4 0 0-15,1-2 0 0,-1 2 0 0,1 0 0 16,-3-4 0-16,5 2-114 0,-8-3-126 0,1-1 98 16,-5-1-389-16,1 0 250 0,-3-2 120 0,-2 0-752 15</inkml:trace>
  <inkml:trace contextRef="#ctx0" brushRef="#br1" timeOffset="-65309.59">30063 7713 3120 0,'1'-10'0'0,"-1"6"0"0,0 1 0 0,0-1 0 0,0 2-1 0,0 0-2 0,0 0 3 0,-1 2 0 0,-3 0 0 0,-3 0 0 0,-4 10 151 0,3 5 167 0,-3 6-137 16,-3 1-70-16,0 4-57 0,-2 2-54 0,0 3 0 16,-3 6 0-16,0-1 0 15,-2 3 0-15,2 0 0 0,-3 3 0 0,2 1 0 16,-3 4 0-16,1 2 0 0,-6 9 0 0,3-2 0 15,-1 1 0-15,1-6 0 0,-7 13 0 0,4-8 0 16,7-9 0-16,-3 3 0 0,0 0 0 0,8-10 0 16,-4 7 0-16,3-4 0 0,2-5 0 0,0-8 0 15,5 2 0-15,0-7 0 0,0-1 0 0,0-3 0 16,3-5 0-16,2-4 0 0,-3-3 0 0,6-1 0 16,-4-1 0-16,2-1 0 0,1 0 0 15,-1 1-1070-15,1 1 500 16,-3 1 254-16</inkml:trace>
  <inkml:trace contextRef="#ctx0" brushRef="#br0" timeOffset="-59544.11">27535 9668 2254 0,'-4'-4'0'0,"2"0"0"0,0-1 0 0,2 1 0 0,0 0 0 0,0 1 0 0,0-4 0 0,0 6 0 0,0-3 0 0,0 2 0 0,4 2 115 0,7 0-37 0,1 0 78 15,1 0-57-15,2 0-18 0,2 0-10 0,-1 2 90 16,3 3-59-16,2 2-29 0,-2 0 81 0,3 0-46 16,3 1-37-16,-2-2-1 0,3 3 4 0,1-4 0 15,-2 3-31-15,0-2 57 0,5 1-53 0,2 1-47 16,-4-3 0-16,2 3 0 16,-2-1 0-16,2-2 0 0,-3 3 0 0,-1 0 0 15,1-3 0-15,-7 1 0 0,2 2 0 0,-2-1 0 16,-7-1-26-16,1-1-3 0,-5 1-3 0,-2-2-1 15,0 1 12-15,-6-1 68 0,1 0-16 0,0-2-31 16,-2 2-14-16,0-1 91 0,0 3-77 0,0-2 0 16,0 1 0-16,-7 3 0 0,-3 0 0 0,3-1 0 15,-4 1 0-15,1 3 0 0,0 0 0 0,-2 1 0 16,-1 1 0-16,1 3 0 16,-1 1 0-16,1 4 0 0,-1-4 0 0,5 1 0 15,0 3 0-15,2-2 0 0,2 0 0 0,4 0 0 16,0-3 0-16,0 0 0 0,1-1 0 0,8-3 0 15,4 2 0-15,1-3 0 0,2-1 0 0,1-1 0 16,0 0 0-16,0-1 0 0,0-3 0 0,-1 1 0 16,-1-3 0-16,0 2 0 0,0-1 0 0,-5-1 0 15,0-1 0-15,1 0 0 0,-4 0 0 0,-1 0 0 16,-5-2 0-16,2 0 0 0,-1 1 0 0,0-1 0 16,-2 0 0-16,0 0 0 15,0 0 0-15,0 0 0 0,0 0 0 0,-7 0 0 16,2 0 0-16,-3 0 0 15,1 3 0-15,-3-2 0 0,4 3 0 0,-6 2 0 16,5 1 0-16,-3 0 0 0,2 0 0 0,1 3 0 16,-1 1 0-16,1-2 0 0,-1 1 0 0,1 0 0 0,1 1 0 0,1 2 0 15,0-4 0-15,-5 7 0 16,6-4 0-16,0 2 0 0,-1-3 0 0,1 3 0 16,0 1 0-16,0-3 0 0,2 2 0 0,2 2 0 15,-3 2 0-15,3-1 0 0,0-1 0 0,0 1 0 16,0 2 0-16,0-2 0 0,0 0 0 0,0 4 0 15,0-2 0-15,0-4 0 0,3 5 0 0,-1-1 0 16,-2-3 0-16,3 3 0 0,-3-2 0 0,1 1 0 16,-1 2 0-16,2-3 0 0,-2 2 0 0,2-2 0 15,-2 0 0-15,2 1 0 16,-2-2 0-16,2 0 0 0,-2 0 0 0,1-2 0 16,-1 3 0-16,0-2 0 0,0 0 0 0,0-2 0 15,0 2 0-15,0-3 0 0,0 1 0 0,0-6 0 16,0 3 0-16,0-6 0 0,0 2 0 0,-1-2 0 15,-5 1 0-15,3-4 0 0,-7-1 0 0,4 0 0 16,-5 0 0-16,-3 0 0 0,-2 0 0 0,-2 0 0 16,-2 0 0-16,-7 0 0 0,4-3 0 0,0-1 0 15,-7-5 0-15,3 5 0 0,-1-4 0 0,3 3 0 16,0-1 0-16,2 0 0 16,0-1 0-16,2 1 0 0,3-2 0 0,-2 1 0 15,5 2 0-15,-3-3 0 0,4 2 0 0,0 2 0 16,5 2 0-16,2-1 0 0,1 1 0 15,5 2-221-15</inkml:trace>
  <inkml:trace contextRef="#ctx0" brushRef="#br0" timeOffset="-51929.18">27386 14597 425 0,'-19'-20'0'0,"11"11"0"0,7 6 0 0,1 1 332 0,0 2-151 0,0 0-69 0</inkml:trace>
  <inkml:trace contextRef="#ctx0" brushRef="#br0" timeOffset="-51857.1">27409 14547 2601 0,'30'-10'0'0,"9"3"0"0,2 1 0 0,1-2 0 0,-4 7 0 0,2-1 0 0,-1 0 0 0,-3 2 0 0,-6 0 0 0,-6 0 0 0,-2 5-102 0,-5 5 57 0,-7 0 31 16</inkml:trace>
  <inkml:trace contextRef="#ctx0" brushRef="#br0" timeOffset="-51682.61">27738 14680 3405 0,'-41'24'0'0,"6"-1"0"0,-9 1 0 16,2-3 0-16,8-7 0 0,-1 2 0 0,5-7 0 0,10-4 0 0,0 2 0 0,10-5 0 0,1-1 89 0,5-1-1 0,2 0 31 0,2 0-28 0,0 0-11 16,15 0-38-16,7 0-40 0,6-1-1 0,0-5 13 15,4 1-14-15,0-1 0 0,0-2 0 0,-2 6 0 16,-9 0-252-16,2 0 121 0,-4 2 55 0,-1 0-566 16,-8 0 304-16,-3 0 153 0,-1 10 47 0,-3 0-443 15,-3 1 259-15,0 2 145 0,-9 0 67 0,-6-2-148 16</inkml:trace>
  <inkml:trace contextRef="#ctx0" brushRef="#br0" timeOffset="-51473.04">27336 14686 2071 0,'-2'-6'0'0,"2"2"0"0,0 4 0 0,0 0 0 0,0 0 0 0,0 17 0 0,0 8 0 0,0 7 0 0,3 11 0 0,2 2 0 0,0 7 166 0,-3 5 316 0,0 8-220 0,0-3-110 16,-2 2-55-16,0 2-20 0,0-9 10 0,0 12-45 15,0-15-274-15,1 2 137 0,3-3 69 16,0-7 34-16,1-10-216 0,2-2 120 16,-2-9 65-16,0-3 33 0,0-6-654 0,1-9 222 15,-3-3 182-15,1-4-286 0,0-2 243 0,-3-21 119 16,-1-12 62-16,0-4-120 0</inkml:trace>
  <inkml:trace contextRef="#ctx0" brushRef="#br0" timeOffset="-51240.41">27384 15123 1872 0,'11'-29'0'0,"1"11"0"0,3 5 0 0,8 0 0 0,-2 3 0 0,1 1 0 0,4 4 0 0,2-1 0 0,4 2 0 0,0 0 0 0,0 3 344 0,3-2-150 0,-4 2-76 0,0-1-28 15,-1-1 11-15,0 3-30 0,-10 0 1 0,0 0-30 16,-1 0 25-16,-8 0-14 0,1 0-11 0,-3 3 63 16,-3 0-32-16,0 4 0 0,-5-1-32 0,3 2 178 15,-2 6-93-15,0-2-42 0,0 4 60 0,1-1-144 16,2 6 0-16,3-1 0 0,0 8 0 0,1-4 0 15,1 5 0-15,-2-3 0 0,4 4 0 0,-2-2 0 16,0 0 0-16,-1 1 0 16,1-1 0-16,-3-3 0 0,-2 2 0 0,-1-4 0 15,-2-1 0-15,-1 1 0 0</inkml:trace>
  <inkml:trace contextRef="#ctx0" brushRef="#br0" timeOffset="-51178.21">28034 15549 1134 0,'-4'10'-1'16,"-3"-1"-1"-16,-1-2 1 0,-1-3 0 0,-2-1 0 0,-2-3 0 0,0 0-1 0,-2-3 1 0,-4-10 0 0,1-7 0 0,-1-7-101 0,-7-10 30 0</inkml:trace>
  <inkml:trace contextRef="#ctx0" brushRef="#br0" timeOffset="-50906.23">27674 15232 1742 0,'-17'-7'0'0,"4"5"0"0,5 2 0 0,-1 0 0 0,4 2 0 0,3 5 0 0,2 6 0 16,0-2 0-16,0 3 0 0,0-1 0 0,2-1 182 0,5 2-71 0,0-2-35 0,1 3 131 0,-2-6-83 15,-1 0-31-15,-1-2-146 0,-1-3 47 0,-1 0 0 0,0-1 47 16,-2-3-147-16,0 0 83 0,0 0 28 0,0 0-16 15,0-3 25-15,-2-6 0 0,0 1-15 16,2 1-7-16,0 1-24 0,0 1-1 16,0-1 134-16,0 4-46 0,6 0-2 0,4-1-47 15,-1 3 123-15,0 0-54 0,-1 0-8 0,0 5 0 16,-3 3 19-16,0-1-10 0,-3 3-18 0,0 0-158 16,-2 1 68-16,0-1 35 0,0 0 14 0,0-2-152 15,-5-3 80-15,-1 1 41 0,-1-5-421 0,3-1 212 16,-3 0 66-16,6 0 23 0,1-5-291 0,0-16 192 15,7-9 96-15,11-6-292 0</inkml:trace>
  <inkml:trace contextRef="#ctx0" brushRef="#br0" timeOffset="-50242.74">28337 14601 2715 0,'14'-13'0'15,"-3"6"0"-15,-3 1 0 0,-4 2 0 0,-3 2 0 0,-1 2 0 0,0 0 0 0,0 0 0 0,0 0 0 0,0 0 0 0,0 4 117 0,0 6-38 0,0 2-101 0,0 1 32 16,0 0 10-16,0 3 21 0,-5 1-397 0,-3-2 198 16,-2 2 100-16,-3-3-394 0,-3 4 226 0,2-3 113 15,-9 0 58-15,3-4-187 0,-3 2 100 0,0-2 51 16,1-1-11-16,-3 1 141 0,5-1-41 0,-1-1 1 16,4 0 214-16,7-3-128 0,-3-1-73 0,8-1-22 15,2-3 190-15,3 2-55 0,0-3-70 0,0 1 38 16,5-1 218-16,12 0-110 0,2 0-80 15,9 0 79-15,-1-4-80 0,3-5-39 0,5-1 10 16,-5-3-149-16,0 5 49 0,-7 2 1 16,0-2-268-16,-4 4 159 0,-3 3 82 0,-5-2 32 15,-3 3-255-15,0 0 132 0,-8 0 65 0,3 0-39 16,-3 0-225-16,0 8 142 0,-12 2 71 0,0-3 154 16,-3 2-41-16,1 2-11 0,-2-1-31 0,2 0 265 15,2 0-132-15,0-1-67 0,3-3 314 16,2 0-172-16,2 0-36 0,3 0-59 0,0 0 116 0,0-1-73 15,2 1-37-15,0-1-50 0,0 0 13 0,2 1 0 16,4-1 1-16,2-1-142 16,-1-1 71-16,2-1 46 0,-1 0-11 0,0 0-267 15,1 0 112-15,-3-2 80 0,1 0-217 0,-1 1 127 16,-2-1 34-16,-3 3 45 0,1-3-34 0,0 1 37 16,-2 3-1-16,0 2 150 0,0 1-52 0,-14 5-30 15,-2 0-1-15,0 2 63 0,-5 2-47 0,1-1-10 16,-3 6-22-16,-1-2 269 15,9-4-98-15,0 0-75 0,2 0 159 0,8-5-97 16,0 1-24-16,5 0-37 0,0-2-33 0,3 1 4 16,8-5 0-16,4 0-103 0,6 0 46 0,-1-1 28 15,0 0 1-15,2-2-51 0,-2 1 23 0,-2 3 8 16,-3-1-9-16,0 2-82 0,-5 3 33 0,-5 1 35 16,3 3-12-16,-8-1-1 0,0 2 9 0,0-3 24 15,-2 4 140-15,-7-3-67 0,0 0-31 0,2-4 133 16,-2-1-72-16,4-1-40 0,2-3-4 0,-1-3-95 15,2 2 42-15,2-3 6 0,0 0-125 0,0 0 71 16,0 0 43-16,2 0-1 16,5 0-422-16,4-4 184 0,3-5 116 0,0-2 7 15,0-4-353-15</inkml:trace>
  <inkml:trace contextRef="#ctx0" brushRef="#br0" timeOffset="-49754.12">28562 14687 1918 0,'4'-14'0'0,"6"4"0"0,4 2 0 0,-1-1 0 0,2 2 0 0,-2-1 0 0,1 6 0 0,1 0 0 0,0 2 0 0,1 0 0 0,0 0 82 0,-2 6-41 0,-5 5-54 0,-1 3 22 16,-4-2 0-16,-3 4 31 0,-1-2-198 0,0 1 100 16,0 3 58-16,-8-6-89 0,-3 2 55 0,-1-3 29 15,1 0-1-15,6-3 113 0,-2-3-44 0,2-1-60 16,1-2-2-16,4 0 168 0,0 1-77 0,0 3-24 15,5-2-7-15,11 1 4 0,-2 4 0 16,4 0 21-16,0 1-56 0,-2 4 10 16,1 0 10-16,-3 0-100 0,1 3 45 0,-7 2 0 15,-2 0 45-15,-2-1-174 0,-4 1 85 0,0-1 14 16,0-2 26-16,-6-1-88 0,-3-2 49 0,-4-3 9 16,5-5-99-16,-4-1 56 0,0-2 34 0,3-2-2 15,-2 0-28-15,-2-7 15 0,3-8-7 0,1-7 20 16,-3-2-75-16,5-2 37 0,-2-4 0 0,-2-2 3 15,4 9-10-15,0-11 55 0,0 16-1 16,-2-1 132-16,4 8-65 0,-2 3-34 16,5 2 417-16,-3 5-211 0,-1 1-107 0,5 7-28 15,-3 20 138-15,4 2-59 0,0 7 2 0,0 10 202 16,0-2-153-16,0 7-76 0,4 3-39 0,2 9 120 16,0-7-69-16,-4 18-49 0,3-4 0 0,-3 7-166 15,-2 4 64-15,0 15 30 0,0-17-277 0,-9 18 150 16,3-21 80-16,-2 3 39 0,1-6-417 15,0-17 206-15,2-3 47 0,2-16 71 16,1-8-159-16,0-7 106 0,2-8 53 0,0-7-265 16,0-7 164-16,0 0 76 0,4-22 40 0</inkml:trace>
  <inkml:trace contextRef="#ctx0" brushRef="#br0" timeOffset="-49442.32">29078 14748 2375 0,'3'-14'0'0,"5"14"0"0,1 0 0 0,-4 5 0 16,-2 1 0-16,2 9 0 0,-4 6 0 0,0 3 0 0,-1 7 0 0,0-1 0 0,0 8 131 0,0-1-45 0,0-1-1 0,0-5 59 0,0-1-53 0,0-9-16 16,0 2-54-16,0-6 18 0,0-4 0 15,0-4 0-15,0-3-111 0,0-4 65 0,3-2 18 0,5 0-136 16,1-2 82-16,4-12 41 15,-1 2-12-15,-2 0-68 0,3 1 1 0,-6 6 43 16,0-3-25-16,-1 4 10 0,-1 2 2 0,-1 1-5 16,-1 1 102-16,-2 0-32 0,-1 8-9 0,0 8-24 15,0 3 94-15,-4-2-34 0,-3 2 1 0,5-2-255 16,-3-2 101-16,5-2 52 0,0-2 2 0,0-4-439 16,0-2 234-16,0-5 112 0,10 0 56 0,8-1-163 15,1-16 110-15,1-7 45 0</inkml:trace>
  <inkml:trace contextRef="#ctx0" brushRef="#br0" timeOffset="-49123.76">29539 14629 1963 0,'7'-21'0'0,"-1"17"0"0,0-2 0 0,-2 6 0 0,-2 0 0 0,-2 10 0 0,0 16 0 0,0 13 0 0,-6 3 0 0,-6 8 0 16,-5 16 256-16,2-6-109 0,-5 9 124 0,-3 0-116 0,-2 1-58 15,-5 0-19-15,0 2-76 0,2-2 0 0,0-6 37 16,6-13-274-16,-2-3 138 0,8-13 77 15,2-2 25-15,4-15-214 0,4-6 123 16,1-5 63-16,1-7-66 0,4-2-574 0,0-21 312 16,4-13 155-16,7-1-212 0,4-7 185 0,0 0 91 15,0 7 37-15,4-10-19 0,-4 15 40 0,0 0 74 16,2 2 0-16,-3 5 208 0,-2 9-152 0,0 2-43 16,3 5 272-16,-7 4-162 0,5 3-81 0,-3 2-41 15,2 0 732-15,1 7-309 16,-2 8-193-16,0 8 177 0,1 0-184 0,-4 3-93 0,2 1-35 15,0 2-175-15,-2-3 59 0,4 0 30 16,-2-7 0-16,-2 2-484 0,4-5 266 0,0-3 119 16,-4-5-570-16,2-4 272 0,3-2 184 0,-1-2 27 15</inkml:trace>
  <inkml:trace contextRef="#ctx0" brushRef="#br0" timeOffset="-48972.36">29670 14841 1869 0,'1'-18'0'0,"10"6"0"0,1-1 0 0,6-4 0 0,0 1 0 0,6 1 0 0,5 2 0 0,1-1 0 0,3 5 0 0,2-1 0 0,2 6 66 0,0 1 0 15,-5 0-17-15,1 3-10 0,-3 0-542 0,-3 0 264 16,-10 8 132-16,5-1 66 0</inkml:trace>
  <inkml:trace contextRef="#ctx0" brushRef="#br0" timeOffset="-48434.87">30067 14487 1432 0,'-6'-14'0'0,"2"11"0"0,3 1 0 0,-1 0 0 0,-2 2 0 0,-1 0 0 0,-2 11 0 0,-2 8 0 0,0 5 0 0,-5 4 0 0,-5 10 76 0,3-5 201 0,-7 11-124 0,1-5-57 16,0-2-15-16,-1 1 1 0,6-7-43 0,-1 0 10 15,4 0 102-15,1-5-56 0,5-6-28 0,1 5 110 16,2-4-69-16,3 1-24 0,-1 2-11 15,3 4 29-15,0-3-31 0,0 3-1 16,0 2-30-16,0 5 103 0,-3-2-57 0,3 5 0 16,-2-2-143-16,2-3 48 0,0 1 1 0,0-6 56 15,0 5-317-15,0-10 154 0,0-1 65 0,0-2-405 16,0-9 199-16,0 0 69 0,0-5 82 0,0-5-336 16,0 2 201-16,0-3 100 0,0 0 51 0,0-12-63 15,-3-6 61-15,1-7 26 16,-1-4-137-16,-2-1 81 0,-2-12 41 0,2 6-10 0,-5-9 20 0,4 4-1 15,0 5 32-15,-2 1 90 16,4 5-45-16,4 5-10 0,0 1-35 0,0 3 373 16,0 4-187-16,9 2-55 0,5 2-58 0,5 3 218 15,3-1-123-15,3 3 9 0,-1 3 116 0,5 1-108 16,1 2-53-16,-6 1-17 0,6 1 40 0,-10 0-39 16,3 0 0-16,-5 3 5 0,-1 5-1 0,-4 1-32 15,-1 2-10-15,-4 0 111 0,-4 1-56 0,0 3-27 16,-2 1 222-16,-2 2-116 0,0 1-71 0,0 5-32 15,-2-5 109-15,-4 4-70 0,5 1-25 0,1 6-10 16,0-4-48-16,0 2-26 16,0 2 0-16,1-2-208 0,7 3 84 0,-3-2 77 15,0-1 43-15,1-5-555 0,-2 1 284 0,-3-5 85 16,0-5-500-16,1-4 331 0,-2 0 159 0,0-2 81 16,0-5-149-16,-8 0 114 0,-3-3 48 15,-3 0 38-15,-2-10-174 0,-5-6 102 0,-2-6 50 0</inkml:trace>
  <inkml:trace contextRef="#ctx0" brushRef="#br0" timeOffset="-48035.83">29862 15276 1211 0,'-20'-29'0'0,"4"7"0"0,1 2 0 0,6 2 0 0,4 3 0 0,2 6 0 0,3 0 0 0,0 1 0 0,0 4 0 0,8 1 0 0,4 2 87 0,3 1-48 0,2 0 78 16,-1 0-29-16,-1 10-10 0,-1-1-39 0,-3 2 41 16,-2 3-1-16,-4-1-40 0,0-3 45 0,-4 5-44 15,1-3-1-15,-2-3 0 0,0 0 44 0,0 2-43 16,-3-4 9-16,-4-2-10 0,2 1 29 0,3-4 0 15,-2 0-29-15,3-1 73 0,-2-1-27 0,3 2-10 16,0 2-35-16,0 4 27 16,0-1-28-16,0 4 0 0,4 1-30 0,4 1 30 15,-1 0 0-15,1 5 1 0,-2-4-86 0,-4 1 43 16,3 2 9-16,-3 2 33 0,-2-2-157 0,0 2 71 16,-7-1 18-16,-6 3-36 0,-4-6 22 0,-3 4 24 15,0-5-12-15,-2 0-48 16,-1-4 23-16,-2-1 1 0,5-3 90 0,-8-5-22 0,3-1-9 0,2 0-20 15,2 0 158-15,0 0-73 16,1-1-31-16,6-4 0 0,2 0 202 0,3 0-110 16,2 3-36-16,5-3 109 0,2 3-77 0,0 1-44 15,0-1 0-15,14 2 32 0,11 0-60 0,7 0-54 16,5 0 0-16,5 0 0 0,-1 0 0 0,5 0 0 16,-2 0-9-16,-3 0-80 0,9 0 59 0,-5 0 34 15,0 0-623-15,-5 0 305 0,-7 0 98 0,4 2-466 16,-2-1 326-16,-4 1 159 0,1-2 78 0,-4 0-183 15,-6 0 132-15</inkml:trace>
  <inkml:trace contextRef="#ctx0" brushRef="#br0" timeOffset="-47856.8">30681 14581 2271 0,'0'-8'0'0,"1"8"0"0,3 5 0 0,-3 10 0 0,-1 5 0 0,0 4 0 0,-6 9 0 0,-12 11 0 0,-3 5 0 0,-2 3 0 0,-9 10 213 0,4-2-87 0,-2-4-44 0,-2-1-199 16,7-10 77-16,0-5 50 0,0 9-9 0,4-11-160 15,7-8 100-15,1-7 49 0,5-2-636 0,2-10 326 16</inkml:trace>
  <inkml:trace contextRef="#ctx0" brushRef="#br0" timeOffset="-47589.62">30461 15151 1939 0,'11'-7'0'0,"4"5"0"0,-3 2 0 0,-1 0 0 0,-6 13 0 0,-3 7 0 0,-2 7 0 0,0 3 0 0,0 2 0 0,-7 2 0 0,-4 2 216 16,3-1-89-16,1-2-39 0,0-2-11 0,5-8-38 15,-6-3 1-15,8-5-426 0,-3-5 212 0,1-3 117 16,2-6 44-16,0-1-500 0,0-1 268 0,0-19 24 16,0-2-51-16,2-7 108 0,1-6 63 0,7 2 31 15,-2-2 7-15,6-1 23 0,1 2-9 0,0 2 261 16,8 4-126-16,2-1-63 0,3 8-31 0,7-4 503 15,-3 8-268-15,10-2-49 16,1 2-91-16,-1 4 442 0,4 0-244 0,-3 6-123 16,-6 2-60-16,4 3-36 0,-4-1 0 0,-7 3-27 15,-9 0-240-15,-2 0 120 0,-7 0 70 0,-6 4-605 16,-4 2 328-16,-2 3 129 0,-11-6 94 0,-10 0-527 16</inkml:trace>
  <inkml:trace contextRef="#ctx0" brushRef="#br0" timeOffset="-47395.67">30878 14832 2213 0,'-11'-21'0'0,"4"8"0"0,2 1 0 0,3 5 0 0,1 3 0 0,-1 4 0 0,2 0 0 0,0 15 0 0,0 14 0 0,0 10 0 0,0 7 544 15,2 2-253-15,1 5-125 0,4 1 437 0,3 0-489 16,3-3-114-16,1-2 0 0,2-1 0 0,1-4 0 16,3-8 0-16,-2 2 0 0,2-6 0 15,0-5 0-15,-3-6 0 0,-2-6 0 0,0-3 0 0,0-5 0 16,-2-6 0-16,-3-1-747 0,2 0 250 0,-4-12 228 15,2-9-326-15,-7-11 283 16,1-5 136-16,-4-6 69 0,0-6-376 0</inkml:trace>
  <inkml:trace contextRef="#ctx0" brushRef="#br0" timeOffset="-47272.33">31047 14639 2661 0,'-2'-23'0'0,"0"11"0"0,2 1 0 0,0 6 0 0,4 3 0 0,3 2 0 0,4 0 0 0,1 0 0 0,4 15 0 0,0 3 0 0,3 6 125 0,-2 2-43 15,0 2 0-15,-2 4-204 0,3 2 76 0,-6-1 42 16,4 2-720-16,-2-4 373 0</inkml:trace>
  <inkml:trace contextRef="#ctx0" brushRef="#br0" timeOffset="-47069.67">31455 14871 3381 0,'0'-9'0'0,"0"8"0"0,0 1 0 0,0 0 0 0,8 0 0 0,-3 10 0 0,-2 5 0 0,3 6 0 0,0-1 0 0,-4 11 0 0,6 0 133 0,-5 6 224 16,-1-2-297-16,1 1-60 0,-1-2 0 0,0-1 0 15,0 0 0-15,-1-5 0 0,-1 2-227 0,0-12 27 16,2 1 118-16,-2-10-686 0,0-1 395 0,0-4 97 16,0-1 133-16,0-3-501 0,0-1 303 0,0-20 151 15,0-8 77-15</inkml:trace>
  <inkml:trace contextRef="#ctx0" brushRef="#br0" timeOffset="-46830.41">31455 14754 2088 0,'-5'-35'0'0,"5"10"0"16,0 4 0-16,5 0 0 0,11 3 0 0,6 7 0 0,0 6 0 0,8 3 0 0,8 0 0 0,7 2 0 0,0 0 118 0,7 0-40 0,3 0 265 0,-1 0-153 0,-1 0-66 16,-2 4 9-16,-9-1-47 0,-3 3-24 15,-2 0 0-15,-5 1 42 0,-7-1-24 0,-5 2-9 0,-2 1 79 16,-6 1-56-16,-2 1-28 15,-5 2 0-15,-4 2-50 0,-1 2-16 0,0 8 0 16,0-2 0-16,-5 4 0 0,-3 3 0 0,0 0 0 16,3 3 0-16,0 2 0 0,3-2 0 0,0 3 0 15,2-1 0-15,0 0 0 0,0 1 0 0,0-5 0 16,0 3-183-16,0-2-29 0,0 0 0 0,0-3-704 16,0 0 439-16,-5-2 220 0</inkml:trace>
  <inkml:trace contextRef="#ctx0" brushRef="#br0" timeOffset="-46638.45">31401 14900 2823 0,'-7'-14'0'0,"7"10"0"0,14 1 0 0,14-5 0 0,4-1 0 0,3 3 0 0,2 5 0 0,8-2 0 0,-2 3 0 0,10 0 0 16,1 0 115-16,1 10 336 0,1-1-207 0,-4 1-102 0,-7-1-411 0,-12-2 154 15,-4 1 86-15,-1 2 29 0,-5-4-609 0,-11 0 324 16,-1 1 162-16,-7-2-712 0,-4-1 377 0,0-2 215 16</inkml:trace>
  <inkml:trace contextRef="#ctx0" brushRef="#br0" timeOffset="-46451.42">31683 14243 3254 0,'-7'-10'0'0,"3"7"0"0,4 3 0 0,0 14-82 0,1 5 13 0,5 5 9 0,-2 16 10 0,3 5 12 0,-4 9 10 0,1 12 8 0,-3-2 719 0,1 6-374 0,-2-2-325 15,2 3 0-15,-2-13 0 0,0 13 0 0,0-9 0 0,0-7-153 16,0 0-118-16,0-2 162 0,-5-6 67 0,-1-3-372 16,3-11 225-16,-4-3 112 0,5-11-881 0</inkml:trace>
  <inkml:trace contextRef="#ctx0" brushRef="#br0" timeOffset="-46179.44">31896 14255 2603 0,'12'0'0'0,"-5"25"0"0,-4 13 0 0,3-3 0 0,-4 18 0 0,-2 14 0 0,0 5 0 0,-9 4 0 0,-5 3 0 0,-1 2 0 0,-2 0 81 0,1-4-45 0,-1-4-11 16,-5-4 3-16,-1-6-135 0,1-10 82 15,-6-1 26-15,1-7 1 0,-1-7-153 0,3-14 89 16,-3-3 45-16,3-11 90 0,1-2-6 0,4-8-105 16,1 0 46-16,5 0 468 0,6 0-225 0,1-3-103 15,4-2-64-15,3 0 364 0,2-2-448 0,17 1 0 16,11 2 0-16,7 2 0 0,11 0 0 0,6 2 0 16,12 0 0-16,-4 0 0 0,3 8 0 0,-9 2 0 15,20 3 0-15,-11 3 0 16,-5 3 0-16,1 4-325 0</inkml:trace>
  <inkml:trace contextRef="#ctx0" brushRef="#br0" timeOffset="-46036.56">32741 15489 3765 0,'-20'-33'0'0,"18"29"0"0,4-2 0 0,23-11 0 0,-7-1 0 0,-6 4 0 0,1 4 0 0,-5 2 0 0,-1 1 0 0,0 4 0 0,1 3-263 0</inkml:trace>
  <inkml:trace contextRef="#ctx0" brushRef="#br0" timeOffset="-21063.63">24297 12767 2088 0,'-5'-21'0'0,"-1"9"0"0,3 8 0 0,0 1 0 0,-1-3 0 0,2 2 0 0,0 2 0 0,2 1 0 0,-1-1 0 0,1 2 0 0,0 0 341 0,0 0-150 0,0 15-75 0,1 5 69 16,3 9-77-16,3 4-34 0,0 9 1 0,0 2 95 15,-2 0-65-15,-1-1-21 0,1 11-10 0,2 0 2 16,-3-4 0-16,-1 1-35 0,1-2 86 0,-2-9-127 16,1 9 0-16,-1-13 0 0,0 0 0 0,2-4 0 15,-3-3 0-15,2-7 0 16,-1 0 0-16,0-3 0 0,-2-4 0 0,0-5 0 15,0-1 0-15,0-5 0 0,0-2 0 0,-2-2 0 16,-8 0 0-16,1 0 0 0,-2-12 0 0,-3-3 0 16,0-5 0-16,-2-3 0 0,2-1 0 0,-2-1 0 15,0 1 0-15,-3 5 0 0,4-2 0 0,-1 4 0 16,2 4 0-16,-2 4 0 0,2 3 0 0,0 2 0 16,0 4 0-16,0 0 0 0,-1 14 0 0,0 7 0 15,0 2 0-15,2 8 0 16,2 2 0-16,0 12 0 0,4-5 0 0,3 2 0 15,4-6 0-15,0 0 0 0,0-2 0 0,9-6 0 16,4-1 0-16,2-5 0 0,0-7 0 0,8 2 0 16,-3-7 0-16,6-4 0 0,0-5 0 0,3-1 0 15,-1 0 0-15,2-1 0 0,0-14 0 0,-2-1 0 16,1-4 0-16,-1-3 0 0,0-3 0 0,2-4 0 16,-3-1 0-16,4 0-215 0,-3-3-23 15,4-3-706-15,-4-5 441 0,4-5 236 0</inkml:trace>
  <inkml:trace contextRef="#ctx0" brushRef="#br0" timeOffset="-20688.36">24804 12809 3714 0,'0'-3'0'0,"-2"3"0"0,-4 0 0 0,-1 9 0 0,0 6 0 0,-3 9 0 0,2 5 0 0,5 4 0 0,-1 15 0 0,2-1 0 0,2 3 217 0,0 7-217 0,0-3 0 0,0 2 0 16,2 1 0-16,3-5 0 0,5 1 0 0,0-6 0 15,-3-6 0-15,6 6 0 0,-1-11 0 0,-1-1 0 16,1-3 0-16,0-6 0 0,-4-7 0 0,5 0 0 16,-4-6 0-16,-1-5 0 0,2-5 0 0,2-3 0 15,-1 0 0-15,4-13 0 0,-1-7 0 0,1-6 0 16,0-5 0-16,6-10-183 16,-5 6-193-16,5-15 172 0,4-7 82 0,-5-2-639 0,2 1 359 15,-1 0 181-15,-4 9-413 0,-2 0 301 16,-2 13 146-16,-3-1 98 0,-3 5 48 0,-1 10 0 15,-4 3-10-15,-1 6 213 0,1 2-102 0,-2 4-50 16,0 4 0-16,0 1 626 0,0 2-333 0,0 0-172 16,2 0-35-16,4 3 701 0,4 6-378 0,2 2-179 15,2-2 239-15,2-1-219 0,2 0-218 0,2 2-42 16,4-2 0-16,-3-1 0 0,4 1 0 0,-3 0-375 16,-1-3 12-16,0 0 202 0,-3 3 101 0,-3-1-400 15,-3 1 129-15</inkml:trace>
  <inkml:trace contextRef="#ctx0" brushRef="#br0" timeOffset="-20520.91">25329 13280 3711 0,'-20'9'0'0,"1"3"0"0,3-1 0 0,4-4 0 15,3 0 0-15,3-5 0 0,5 2 0 0,1-3 0 0,0-1 0 0,9 1 0 0,8-1 220 0,3 0-220 0,1 0 0 0,2 0 0 0,-1 0 0 16,0 3 0-16,7-1 0 0,-8 0 0 0,-1 2 0 15,3-2-123-15,-3 2-47 0,3-1 106 0,-4-1-463 16,7 1 259-16</inkml:trace>
  <inkml:trace contextRef="#ctx0" brushRef="#br0" timeOffset="-19874.43">26186 12851 2588 0,'-3'-6'0'0,"2"2"0"0,1 1 0 0,0-5 0 0,0 2 0 0,0 3 0 0,0-3 0 0,1-1 0 0,10 1 0 0,0 0 0 0,6 1 80 15,2-1 160-15,5 0-100 0,3 3-49 0,1-3 101 16,1 2-76-16,6 0-28 0,0 0-9 0,2 1 84 16,1-1-60-16,6 0-52 0,-3 3-51 15,-4-2 0-15,9 2 0 0,-3-1 0 0,-4-1 0 16,3 2 0-16,-4-1 0 0,-1 2 0 0,2 0 0 15,5-2 0-15,-4 0 0 0,3 2 0 0,-1-1 0 16,-4-3 0-16,11 0 0 0,-3 0 0 0,4-1 0 16,-4-1 0-16,3 1 0 0,2-2 0 0,-1 3 0 15,1-4 0-15,0 3 0 0,3-1 0 0,-1-3 0 16,2 4 0-16,1-2 0 0,8-3 0 0,-14 5 0 16,7-2 0-16,-1-1 0 15,1 0 0-15,1 1 0 0,-3 2 0 0,0-4 0 16,0 3 0-16,0 1 0 0,3 0 0 0,7-1 0 15,-6 1 0-15,1 3 0 0,-1-1 0 0,3-1 0 16,-4 3 0-16,7 0 0 0,-11 1 0 0,4 0 0 16,10 0 0-16,-8 0 0 0,-8 0 0 0,6 0 0 15,0 0 0-15,-5 1 0 0,0 0 0 0,0-1 0 16,0 0 0-16,-6 0 0 0,1 0 0 0,-1 0 0 16,-1 0 0-16,-7-1 0 15,-1 0 0-15,0-5 0 0,-5 2 0 0,-4 1 0 16,-9 2 0-16,2-1 0 0,-4-2 0 0,-7 3 0 15,-2-2 0-15,-4 2 0 0,-3-2 0 0,1 2 0 16,-3-1-260-16,0-2-41 0,-10 1 129 0,-5 0-635 16,-8 1 384-16,-6 2 180 0,-11 0 106 0</inkml:trace>
  <inkml:trace contextRef="#ctx0" brushRef="#br0" timeOffset="-19291.41">26213 12854 1887 0,'0'-22'0'0,"0"7"0"0,0 4 0 0,0 1 0 0,0 5 0 0,-2 1 0 0,2 2 0 0,0 0 0 0,0 2 0 0,0 5 0 0,2 18 432 0,11 4-197 16,2 12-99-16,0 3 267 0,4 6-173 0,2 13-101 0,0-2-45 15,-1 5 81-15,-3 3-64 0,-3-7-21 0,4 14-31 16,-8-6-49-16,2-3 0 0,-4 0 0 0,-3-13 0 16,0 6 0-16,-1-5 0 0,-2-4 0 0,-2-7 0 15,0-6 0-15,0-1 0 16,0-12 0-16,-3 0 0 0,-3-5 0 0,-1-9 0 0,-3-2 0 16,-1-7 0-16,-5 0 0 0,2-2 0 15,-5-15 0-15,2-4 0 0,-6-10 0 0,3-5 0 16,-2-3 0-16,-1-8 0 0,-2-2 0 0,1 0 0 15,2 6 0-15,1 13 0 0,-2-2 0 0,5 7 0 16,0 9 0-16,2 2 0 0,0 5 0 0,2 5 0 16,2 3 0-16,1 1 0 0,1 0 0 0,1 5 0 15,2 10 0-15,1 7 0 0,1-1 0 0,1 8 0 16,-1-2 0-16,2 4 0 16,1-1 0-16,-1 1 0 0,1-4 0 0,0 4 0 15,0-4 0-15,2-4-15 0,0-2-699 0,0 1 338 16,0-5 159-16,0-2-233 0,0-3 205 0,9-4 104 15,7-4 51-15</inkml:trace>
  <inkml:trace contextRef="#ctx0" brushRef="#br0" timeOffset="-18868.75">26830 13009 2936 0,'-18'-4'0'0,"0"4"0"0,3 7 0 0,-6 11 0 0,1 6 0 0,0 2 0 0,-4 12 0 0,3 5 0 0,-1 4 0 0,8-2 0 0,5 5 112 0,3-2 164 0,6-2-118 15,0 0-59-15,1-5 92 0,15-6-66 0,4 7-91 16,2-8-34-16,2-7-52 0,2 2-15 15,2-5 54-15,1-3-512 0,-1-4 277 0,-2-7 144 16,-7-1 73-16,4-6-737 0,-1-3 365 0,-2 0 170 16,-2-9 102-16,-1-12-181 0,-4-7 135 0,1-4 69 15</inkml:trace>
  <inkml:trace contextRef="#ctx0" brushRef="#br0" timeOffset="-18537.3">27057 12932 2403 0,'0'-13'0'0,"0"6"0"0,0 5 0 0,0 2 0 16,0 2 0-16,0 18 0 0,0 12 0 0,0 9 0 0,0 2 0 0,0 6 0 0,0 8 180 0,3 1 410 0,-1-1-280 0,0 2-135 0,1-5-67 0,1 1 57 15,-1-7-165-15,0-7 0 0,-1 1 0 0,3-4 0 16,-2-7 0-16,-3-8 0 0,0-3 0 0,0-6 0 16,0-5 0-16,0-4 0 15,0-2 0-15,-8-3 0 0,2-3 0 0,-7-13 0 16,1-3 0-16,1-6 0 0,-2-2 0 0,-2-5 0 15,1-2 0-15,-4 0 0 0,2 4 0 0,-2 4-208 16,3 7 80-16,-1 3 33 0,0 8 180 0,-1 4-57 16,2 2-40-16,-1 2-1 0,2 8 151 15,3 8-86-15,2 5-51 0,1 5 151 0,3 1-152 0,5 0 0 16,0 4 0-16,0-1 0 16,7-6 0-16,6 7 0 0,4-8 0 0,-1-2 0 15,4-2 0-15,2-4 0 0,-1-3 0 0,6-6-303 16,1-3 85-16,0-3 103 0,2 0-412 0,0-9 243 15,0-10 112-15,4-8-664 0</inkml:trace>
  <inkml:trace contextRef="#ctx0" brushRef="#br0" timeOffset="-18310.34">27294 13305 3047 0,'0'-9'0'0,"2"5"0"0,0 1 0 0,-1 1 0 0,6 2 0 0,2 0 0 0,4 3 0 0,4 10 0 0,3 3 0 0,1 8 0 0,2 1 219 16,-2 0-90-16,-2 7 388 0,-1 0-498 0,-6 4-19 15,-3 0 0-15,-5 1 0 0,-2 1 0 0,-2-2 0 16,-7-3 0-16,-11-1 0 0,-3-5 0 0,0-3 0 16,-6-7 0-16,-1-4 0 0,-4-5 0 0,2-5 0 15,2-3 0-15,-2 0 0 0,5 0 0 16,2-11-77-16,6-10-209 0,9-3 124 0,3-6-485 16,5-8 308-16,5 0 149 0,13 1 75 15,6 2-582-15,2-2 328 0,-1 7 155 0,7-7-224 16</inkml:trace>
  <inkml:trace contextRef="#ctx0" brushRef="#br0" timeOffset="-18149.91">27447 13339 2313 0,'22'-20'0'15,"-4"10"0"-15,-3-1 0 0,-1 3 0 0,-6 5 0 0,-5 1 0 0,-1 2 0 0,0 0 0 0,-2 2 0 0,0 12 0 0,-5 4 408 0,-7 11-189 0,5-2 563 0,-1 3-573 0,3 2-209 16,3 2 0-16,0-1 0 16,2 3 0-16,0-2 0 0,7-2 0 0,5-3 0 0,6 0 0 15,-1-6 0-15,6 1 0 0,-3-7 0 31,-1-6 0-31,4 1 0 0,-2-7-917 0,2-3 319 0,-4-2 284 0,4-2-482 0,-3-13 378 0</inkml:trace>
  <inkml:trace contextRef="#ctx0" brushRef="#br0" timeOffset="-17945.81">27782 13202 3192 0,'-7'-24'0'0,"2"8"0"0,0 5 0 0,2 2 0 0,3 3 0 0,0 2 0 0,0 4 0 15,8 0 0-15,12 10 0 0,1 10 0 0,3 13 132 0,-1 2 475 0,-1 7-607 0,-4-5 0 0,4 13 0 0,-5-2 0 0,-3 2 0 0,-5-1 0 16,-2 2 0-16,-5-2 0 0,-2 2 0 0,0-5 0 16,-11-2 0-16,-8-5 0 0,0-11 0 0,-6-2 0 15,-1-7 0-15,-3-3 0 0,0-9 0 0,0-3 0 16,2-4 0-16,4 0 0 0,-4-10-69 0,7-11-203 16,3-7 116-16,4-17 58 15,8-11-683-15,5 0 361 0</inkml:trace>
  <inkml:trace contextRef="#ctx0" brushRef="#br0" timeOffset="-17700.6">27912 13021 3133 0,'25'-16'0'0,"1"2"0"0,-1 3 0 0,0 0 0 0,-6 6 0 0,8 1 0 0,-6 2 0 0,2 2 0 0,-1 0 0 16,-3 7 0-16,-1 7 149 0,-3 3 189 0,-5 1-149 0,1 3-74 0,-7-1-108 0,-4 3-69 15,0-1 26-15,-4-3 33 0,-9-2-163 0,-2-2 102 16,-5-4 53-16,5-1 25 0,-1-3 17 0,2-3 9 15,3-2-33 1,4 0 221-16,2-2-206 0,3 0-22 0,0 0 0 0,2 0 0 0,4 0 0 0,14 0 0 16,5 0 0-16,1 0 0 15,1-2 0-15,8 0 0 0,-3-2 0 0,3 3 0 16,-1 1 0-16,-4 0-125 0,-3 0-300 0,5 0 213 16,-11 1 42-16,2 8-374 0,-4 1 252 0,-4 1 125 15,-6 3 54-15</inkml:trace>
  <inkml:trace contextRef="#ctx0" brushRef="#br0" timeOffset="-17540.19">28270 13358 2676 0,'-22'6'0'0,"4"-2"0"0,6-4 0 0,3 0 0 0,2 0 0 0,5 0 0 16,2 0 0-16,0 0 0 0,10 3 0 0,13 1 0 0,1 0 257 0,-1 1-98 0,7 1-65 16,2 1 58-16,1-1-56 0,3-2-29 0,-1 1-360 15,-1-1 176-15,-4 0 74 0,0 1 41 0,-8-3-617 16,1 1 329-16,-5 4 165 0,-6-5 11 0,-3-1-350 15,-3 2 167-15</inkml:trace>
  <inkml:trace contextRef="#ctx0" brushRef="#br0" timeOffset="-17350.63">28516 13097 2943 0,'-6'-7'0'0,"2"2"0"0,3 4 0 0,-2 1 0 0,1 0 0 0,2 7 0 15,0 10 0-15,0 7 0 0,0 5 0 0,0 5 0 0,2 9 367 0,1-1-163 0,-2 4-82 0,1-1 61 0,0 2-71 0,0-4-112 16,-2 7 0-16,0 0-208 0,0-4 44 16,1-2 101-16,2-12 52 0,-2-2-272 0,2-2 157 0,2-7 83 15,5-6-751-15,-2-6 309 0,6-7 222 16,2-2-355-16</inkml:trace>
  <inkml:trace contextRef="#ctx0" brushRef="#br0" timeOffset="-17162.35">28970 13020 3691 0,'-17'-8'0'0,"-3"8"0"16,3 0 0-16,-11 8 0 0,10 7 0 0,-6 7 0 0,6 8 0 0,8 2 0 0,2 6 0 0,6 7 0 0,2-6 240 0,0 12-240 0,6-4 0 16,8-2 0-16,4-4 0 0,2 2 0 0,0-11 0 15,5 0 0-15,2-3 0 0,-2-5 0 0,0-3-630 16,0-5 300-16,-7-3 194 0,3-3 83 0,-2-4-801 15,-1-6 406-15,-4 0 205 0</inkml:trace>
  <inkml:trace contextRef="#ctx0" brushRef="#br0" timeOffset="-16817.91">29300 12887 2691 0,'2'-10'0'0,"0"8"0"0,2 2 0 0,-4 0 0 0,0 8 0 0,0 16 0 0,0 3 0 0,0 12 0 0,0 8 0 0,0-1 0 0,0 7 132 0,0 0 481 0,0 0-276 0,0-3-179 16,1-6-158-16,4-5 0 0,2 0 0 0,-3-3 0 16,-1-10 0-16,1 2 0 0,1-7 0 0,-4-8 0 15,0-2 0-15,-1-3 0 0,0-7 0 0,0-1 0 16,-7 0 0-16,-2-5 0 0,-5-13 0 0,1-4-68 16,3-2-145-16,-4-3 97 15,-2-6-12-15,4 1-18 0,-3 3 54 0,-1 2 26 16,-1 8 43-16,2 4 11 0,-5 4-28 0,1 7 1 15,0 4 240-15,1 0-120 0,2 8-70 0,0 7-20 16,7 5 310-16,-2 7-152 0,8-3-49 0,1 4 9 16,2-3-109-16,0 5 0 0,4-4 0 0,10 0 0 15,1-4 0-15,4-2 0 0,2-7 0 16,6 0-77-16,1-8 1 0,4-3 54 0,0-2-802 0,2 0 393 16,-1-5 180-16,-1-6 111 15,-2-5-562-15,0-5 331 0,0-3 166 0</inkml:trace>
  <inkml:trace contextRef="#ctx0" brushRef="#br0" timeOffset="-16690.72">29529 13241 2681 0,'0'-23'0'0,"0"5"0"0,0 5 0 0,0 2 0 0,0 3 0 0,0 6 0 16,0 1 0-16,0 1 0 0,0 0 0 0,0 5 0 0,0 8 296 0,4 4-119 0,2 4-73 0,3-2-32 0,-1 3-131 16,0-1 50-16,4 1 0 0,0-3-548 0,3-2 293 15,-2-4 152-15,2-3 76 0,1-3-798 0</inkml:trace>
  <inkml:trace contextRef="#ctx0" brushRef="#br0" timeOffset="-16495.66">29791 13101 2543 0,'3'-21'0'0,"0"7"0"0,-1 3 0 0,-2 2 0 0,0 6 0 0,0 0 0 0,-10 3 0 0,-1 19 0 0,-7 15 0 0,2 7 0 0,-5 8 727 0,-2 13-349 0,0-2-169 15,0 3-135-15,0-1-74 0,0 4 0 0,4-5 0 16,-4 12 0-16,9-9 0 0,1-11 0 0,0 1 0 15,3-7 0-15,0-8 0 0,5-3 0 0,-2-6 0 16,4-9 0-16,-2-6-42 16,0-6-82-16,5-3-885 0,0-6 489 0,0 0 241 0,0-21 118 0,10-12-518 15</inkml:trace>
  <inkml:trace contextRef="#ctx0" brushRef="#br0" timeOffset="-16283.58">29909 13080 2967 0,'9'-18'0'0,"7"18"0"0,-2 3 0 0,2 9 0 0,-4 1 0 0,4 3 0 0,-2 7 0 0,2 5 0 0,-2 0 0 0,2 10 0 0,-1 1 810 15,-5 6-656-15,-3 2-154 0,-4 0 0 0,-3-5 0 0,0 10 0 0,-5-6 0 16,-9 0 0-16,-4-5 0 0,-1-1 0 16,-3-10 0-16,-1 1 0 0,-4-7 0 15,2-4 0-15,2-11 0 0,0-3 0 0,2-6 0 16,3 0 0-16,5-6-47 0,1-17-736 0,9-4 372 15,3-15 186-15,0-3-536 0,10-15 367 0</inkml:trace>
  <inkml:trace contextRef="#ctx0" brushRef="#br0" timeOffset="-16074.79">30159 12988 2524 0,'25'-23'0'0,"-5"12"0"16,5 7 0-16,-5 1 0 0,-2 1 0 0,-3 2 0 0,3 0 0 0,-4 5 0 0,-1 9 0 0,-1 2 0 0,-5 4 358 0,-1 4-165 0,-3 2 245 0,-3 1-199 0,0-3-101 0,-14 2-97 15,0-6-41-15,-4 7 0 0,3-10 0 0,-2-2 0 16,4-2 0-16,1-5 0 0,4-2 0 0,4-1 0 16,-1-3 0-16,4-1 0 0,1-1 0 15,0 0 0-15,3 0 0 0,19 0 0 16,1 0 0-16,9 0 0 0,9 0 0 0,-2 0 0 16,-2-1 0-16,12-4 0 0,-7 5 0 0,6 0 0 15,-3 0-1238-15</inkml:trace>
  <inkml:trace contextRef="#ctx0" brushRef="#br0" timeOffset="-15936.3">30927 13377 3931 0,'-2'-9'0'0,"6"9"0"0,24 0 0 0,-5-12 0 0,-8 3 0 16,0 1 0-16,-3 2 0 0,-1-1 0 0,1 0 0 0,0 4 0 0,3 1-649 0</inkml:trace>
  <inkml:trace contextRef="#ctx0" brushRef="#br0" timeOffset="8431.52">14241 14189 2221 0,'-6'0'0'0,"3"0"0"0,-1 2 0 0,0-2 0 0,1 3 0 15,1-2 0-15,2-1 0 0,0 0 0 0,-2 0 0 0,2 0 0 0,0 0 86 0,0 0-15 0,0 0 33 0,0 0-33 0,0 0 0 16,0 0-33-16,0 0 160 0,0 0-70 0,0 0-50 15,0 2 0-15,0-2 166 0,2 0-104 16,0 0-50-16,1 0 112 0,1 1-91 16,-2-1-111-16,0 0 0 0,1 0 0 0,-1 0 0 15,4 3 0-15,-2-3 0 0,2 2 0 0,-1-1 0 16,2 2 0-16,4-1 0 0,-2 0 0 0,2 0 0 16,-1-1 0-16,1 1 0 0,1 0 0 0,-2 1 0 15,1 0 0-15,0 0 0 0,1-1 0 0,1 2 0 16,2 0 0-16,0-1 0 0,4 0 0 0,6-2 0 15,2-1 0-15,-1 0 0 0,6 0 0 0,0 0 0 16,2-1 0-16,1-5 0 0,-2-1 0 0,3 4 0 16,-3-3 0-16,1 4 0 0,2 1 0 0,-3 1 0 15,1 0 0-15,0 0 0 16,-2 0 0-16,2 0 0 0,-2 3 0 0,2 2 0 16,-2-1 0-16,-2 0 0 0,0-1 0 0,-6 0 0 15,0 0 0-15,-1 0 0 0,-2-1 0 0,-4-2 0 16,-6 4 0-16,2-4 0 0,-4 1 0 0,-2-1 0 15,-2 2 0-15,-1-2 0 0,-2 0 0 0,-1 0 0 16,-1 2 0-16,0-2 0 0,0 0 0 0,0 0 0 16,0 0 0-16,0 0 0 15,0 0 0-15,0 0 0 16,0 0 0-16,0 0 0 0,0 0 0 0,0 0 0 16,0 0 0-16,0 0 0 0,0 0 0 0,0 0 0 0,0 0 0 0,-1 0-372 15,-3 2 138-15</inkml:trace>
  <inkml:trace contextRef="#ctx0" brushRef="#br0" timeOffset="9689.69">14788 11675 907 0,'0'0'0'0,"-2"0"0"0,2 0 0 0,-2 0 0 0,2 0 0 0,-2 0 0 0,0 0 0 0,1 0 0 0,-1 0 0 0,0 0 0 0,-2 0 38 0,2 0 76 0,-2 0-37 0,0 0-1 15,1 0-37-15,1 0 67 0,-2 0-39 0,2 0 0 16,-1 0 123-16,1 0-76 0,0 0-37 0,0 0 181 16,0 0-114-16,2 0-53 0,0 0-26 0,0 0 151 15,0 0-89-15,0 0-35 16,0 0-9-16,0 0 77 0,0 0-61 0,0 0-31 16,0 0 1-16,0 0 31 0,0 0-36 0,0 0 1 15,0 0 63-15,0 0-45 0,0 0 0 0,0 0-19 16,0 0-64-16,0 0 0 0,0 0 0 0,0 1 0 15,0-1 0-15,0 3 0 0,0 0 0 16,2-2 0-16,0 2 0 0,2 0 0 0,-1-1 0 0,1 1 0 16,0-1 0-16,-1 0 0 15,4-1 0-15,-4 1 0 0,1 1 0 0,1-2 0 0,-1 1 0 16,1 0 0-16,3 0 0 0,-2 1 0 16,1-2 0-16,3 0 0 0,-3 1 0 0,5-2 0 15,-5 2 0-15,6-2 0 0,-1 0 0 0,-1 2 0 16,2-2 0-16,2 0 0 0,0 0 0 0,0 0 0 15,2 0 0-15,0 0 0 0,2 0 0 0,1 0 0 16,1 0 0-16,5 2 0 0,-3 0 0 0,7-2 0 16,-4 2 0-16,2-1 0 0,0-1 0 0,0 3 0 15,-5-3 0-15,7 1 0 16,-5 1 0-16,-5-1 0 0,3-1 0 0,-4 3 0 16,-1-1 0-16,-3 0 0 15,0-1 0-15,-1 2 0 16,-5-3 0-16,0 1 0 0,1-1 0 0,-3 2 0 15,-1-2 0-15,-3 0 0 0,3 0 0 0,-3 0 0 0,0 0 0 0,-1 0 0 0,0 0 0 0,-2 0 0 16,0 0 0-16,0 0 0 0,0 0 0 16,0 0 0-16,0 0 0 0,0 0 0 0,0 0 0 15,0 0 0-15,0 0 0 0,0 0 0 16,0 0 0-16,0 0 0 0,0 0 0 0,0 0 0 16,0 0 0-16,0 0 0 0,-2 2 0 0,-8 4 0 15,-1 0-757-15,-3 3 94 0</inkml:trace>
  <inkml:trace contextRef="#ctx0" brushRef="#br0" timeOffset="22303.36">11615 13322 416 0</inkml:trace>
  <inkml:trace contextRef="#ctx0" brushRef="#br0" timeOffset="22612.93">11636 13322 3931 0,'8'0'0'0,"-5"2"0"0,4-2 0 0,2 2 0 16,-4 0 0-16,4-2 0 0,0 1 0 0,1-1 0 0,1 3 0 0,3-3 0 0,-1 0 0 0,1 0 0 15,4 0 0-15,1 0 0 0,1 0 0 0,4 0 0 0,1 0 0 0,0 0 0 16,5 0 0-16,0 0 0 0,4 0 0 15,-1 0 0-15,10 0 0 0,-9 0 0 16,6-3 0-16,3 2 0 0,-10-1 0 0,7 0 0 16,0 0 0-16,-3-1 0 0,-3 3 0 0,0-1 0 15,-4 1 0-15,-2 0 0 0,-5 0 0 16,-3 0 0-16,-1 0 0 0,-5 0 0 0,-4 0 0 16,0 0 0-16,-5 0 0 0,-1 0 0 0,-3 0 0 0,2 0 0 15,-1 0 0-15,-2 0 0 0,0 0 0 0,0 0 0 16,0 0 0-16,0 0 0 0,0 0 0 15,0 0 0-15,0 0-40 0,0 0-300 16,0 0 154-16,0 0 73 0,0-2-1165 16</inkml:trace>
  <inkml:trace contextRef="#ctx0" brushRef="#br0" timeOffset="23109.95">9854 10355 2269 0,'-7'-25'0'0,"1"7"0"0,6-1 0 0,-5 0 0 0,5 2 0 0,0 0 0 0,0 8 0 0,0 3 0 0,0 3 0 0,0 0 0 0,0 2 107 0,0 1-33 0,7 6 125 0,0 10-78 0</inkml:trace>
  <inkml:trace contextRef="#ctx0" brushRef="#br0" timeOffset="23287.75">9946 11264 3851 0,'16'2'0'0,"1"-2"0"0,1 0 0 0,-2-2 0 0,0-13 0 0,0-8 0 0,0-3 0 0,-6 0 0 0,1-4 0 0,1 0 0 0,-4-1-121 0,-1 2 45 16,-2-1-683-16,2 2 359 0,-2-3 180 0,1 1 89 0,-1 6-680 16</inkml:trace>
  <inkml:trace contextRef="#ctx0" brushRef="#br0" timeOffset="24029.01">9880 10240 951 0,'-4'-5'0'0,"-1"-1"0"0,0 1 0 0,3-1 0 0,-3 0 0 0,5 2 0 0,-3-1 0 0,1 1 0 0,0 2 0 0,0-2 0 0,0 3 126 0,2-2-43 0,-1 2 9 0,1-1-52 15,0 2 138-15,0-2-70 16,0 2-34-16,0 0 135 0,-2 0-75 0,2 0-53 15,0 0 1-15,-2 10 14 0,0 6-29 0,-1 2 1 16,1 2-19-16,1 7 189 0,-3 4-99 0,2 3-50 16,-2 9-25-16,1-4 180 0,1 2-92 0,-3 13-62 15,1-4 166-15,-3 5-109 16,2-3-73-16,1 3-74 0,1-1 0 0,-1-3 0 16,0-3 0-16,3-1 0 0,1-3 0 15,0-9 0-15,0 3 0 0,0-3 0 0,0-4 0 0,0-5 0 16,1-6 0-16,5 1 0 0,-1-4 0 0,3-3 0 15,0-3 0-15,-2-4 0 0,4-1 0 0,-2-2 0 16,2-4 0-16,1 0 0 0,1-2 0 0,6-11 0 16,-1-8 0-16,-1-6 0 0,3-1 0 0,0-4 0 15,0-2 0-15,2-4 0 0,-3-2-511 0,1 4-18 16,4-7 249-16</inkml:trace>
  <inkml:trace contextRef="#ctx0" brushRef="#br0" timeOffset="24844.26">10031 10988 1535 0,'0'0'0'0,"0"0"0"0,0 0 0 15,0 0 0-15,0 0 0 0,0 0 0 0,0 0 0 0,0 0 0 0,0 0 0 0,0 0 0 0,0 0 38 0,0 2 116 0,0 4-57 0,0 1-30 16,0 2 98-16,0 4-69 0,-2 1-28 0,-5 1-1 0,-4-1-69 0,2 4 10 16,-3-3 30-16,1-2-118 0,1-1 59 0,-2 0 30 15,-1-3 0-15,4-3-240 16,-3-1 108-16,1-3 73 0,2 0 4 0,1-2-167 15,2 0 67-15,3-2 61 0,-1-7-374 0</inkml:trace>
  <inkml:trace contextRef="#ctx0" brushRef="#br0" timeOffset="25311.97">10438 10378 2924 0,'-14'0'0'0,"7"0"0"0,-2 1 0 0,2-1 0 0,1 4 0 0,1-1 0 0,4 0 0 0,-1 2 0 0,2 1 0 0,0 4 0 0,5 1 366 16,11-2-168-16,5 4-79 0,2 1-39 0,4-2 35 16,6-1-38-16,1 3-25 0,3-3-52 0,6 1 0 15,-12-6-18-15,7 0 29 0,-4 0-4 0,-1 0-7 0,-3-1 0 16,-3-1-6-16,-8-1-1 16,0 4 20-16,-8-4-13 0,-2 1 0 0,-3 0 0 15,-5-2 0-15,1 1 0 0,-2 1 0 16,0 2 0-16,-5 1 0 0,-8 1 0 0,-3 1 0 0,-2 0 0 15,-3 7 0-15,5-3 0 0,-9 4 0 0,4-1 0 0,0 6 0 16,1-4 0-16,-2 3 0 0,-1 2 0 0,-1 1 0 16,-2-2 0-16,-1 3 0 0,-1-3 0 0,2 2 0 15,-1-1-50-15,4-2-156 0,9-6-397 16,-4 2 281-16,7-4 141 0,4-4 70 0,4-1-509 16,3 0 294-1,0-1 143-15,1-5 71 0,14 0-423 0,8-2 247 0</inkml:trace>
  <inkml:trace contextRef="#ctx0" brushRef="#br0" timeOffset="25511.12">10973 10860 3439 0,'0'0'0'0,"-2"4"0"0,-2 7 0 0,-3-4 0 0,-4 3 0 0,1 2 0 0,3-1 0 0,-2 0 0 0,-1 2 0 0,1 0 0 0,-1 0 264 0,-1 2-36 0,-2 1-228 16,-3 0 0-16,2 5 0 0,-5 1 0 0,0 1 0 0,-3 0 0 0,-3 2 0 15,-1 0 0-15,-8 3 0 16,7-9 0-16,0 2 0 0,6-8-163 0,0 1 59 0,8-9 9 16,2 0-344-16,3-3 148 0,8-2 126 0,0 0-522 0,14-17 324 15</inkml:trace>
  <inkml:trace contextRef="#ctx0" brushRef="#br0" timeOffset="25608.54">11293 10704 1604 0,'-4'0'0'0,"-4"12"0"0,1-3 911 0</inkml:trace>
  <inkml:trace contextRef="#ctx0" brushRef="#br0" timeOffset="25830.14">11249 10768 3931 0,'-7'21'0'0,"1"0"0"0,3 5 0 0,3 0 0 0,0-6 0 0,7 6 0 0,7-3 0 0,6-2 0 0,1-2 0 0,3-4 0 0,3-4 0 0,5-5 0 0,3-4 0 0,2-2 0 0,-1 0 0 15,-2-8 0 1,-1-7 0-16,-4-2 0 0,-3-4 0 0,-5 1 0 15,-5-4 0-15,0-3 0 0,-7 5 0 0,0-10 0 0,-7 0 0 0,0 2 0 16,-2-4 0-16,-4-8 0 0,-9 10 0 16,-4-3 0-16,-3 3 0 0,-5 6 0 0,-3 5 0 15,-4 4 0-15,-5 7 0 0,-7 6 0 0,3 4 0 0,7 0 0 16,-3 3 0-16,1 14 0 0,2 3 0 0,2 3 0 16,5 2 0-16,9-1 0 15,1 3 0-15,8 1 0 0,5-3 0 0,2 8 0 16,2-4 0-16,2 2 0 0,11-1-884 0,2 2 196 15,2 2 314-15</inkml:trace>
  <inkml:trace contextRef="#ctx0" brushRef="#br0" timeOffset="27357.24">16206 13621 2035 0,'-9'0'0'0,"1"1"0"0,5 12 0 0,-2 0 0 0,1-1 0 0,3-4 0 0,-1-3 0 0,0 1 0 0,2-2 0 0,0 0 0 0,0-3 230 0,0 3-99 15,5-2-46-15,6-2 95 0,-2 0-69 16,1 0-36-16,2 0 212 0,1 0-128 0,-2 0-60 15,1-2-29-15,-3-3 245 0,0 1-161 0,1 0-154 16,-1 0 0-16,0-1 0 0,3-1 0 0,-1 0 0 16,-4 0 0-16,5 2 0 0,-1-1 0 0,-3 2 0 15,5-2 0-15,-6 4 0 0,4-3 0 0,3 2 0 16,-3 0 0-16,0 1 0 16,4-2 0-16,-2 3 0 0,5 0 0 0,-2 0 0 15,1 0 0-15,2-1 0 0,1 1 0 0,3-2 0 16,0 1 0-16,3-2 0 0,0 1 0 0,0-2 0 15,1 2 0-15,3-3 0 0,0 1 0 0,2 1 0 16,3-1 0-16,7 0 0 0,1 0 0 0,3 3 0 16,0-4 0-16,7 4 0 0,-2-3 0 0,14 0 0 15,-6 2 0-15,8 2 0 16,-7-1 0-16,17 1 0 0,-2 0 0 0,4 0 0 0,-2 0 0 16,2 0 0-16,0 0 0 0,1 0 0 15,-1 0 0-15,1 0 0 0,12 3 0 0,-16-1 0 16,7 4 0-16,-1-3 0 0,1 3 0 0,0 1 0 15,11-1 0-15,-6 2 0 0,-9-2 0 0,14 3 0 16,-15-4 0-16,18 4 0 0,-10-1 0 0,0 0 0 16,-1-2 0-16,14 1 0 0,-12-1 0 0,1-3 0 15,0 3 0-15,1-5 0 0,-9 4 0 0,20-3 0 16,-11-1 0-16,-15 1 0 16,11 0 0-16,-5 0 0 0,-2 2 0 0,-4-1 0 15,6 3 0-15,-4 0 0 0,-2-5 0 0,-6 5 0 16,-10 0 0-16,11 3 0 0,-9-1 0 0,-9 0 0 15,5 0 0-15,9 4 0 0,-15-4 0 0,3 1 0 16,-2 1 0-16,-5-1 0 0,2 0 0 0,-7 0 0 16,-6-1 0-16,1-1 0 0,-5 1 0 0,-2-3 0 15,-3 3 0-15,-5-1 0 0,-3-5 0 0,-2 4 0 16,-5-2 0-16,-1-2 0 16,-5 2 0-16,-3-3 0 0,0-1 0 0,0 0 0 15,-2 0 0-15,0 0 0 0,0 0 0 0,0 0 0 16,0 0 0-16,0 0 0 0,0 0 0 0,0 0 0 15,0-1 0-15,0-1 0 0,-6-4 0 0,-4 3 0 16,-4 1 0-16,-13 2 0 0</inkml:trace>
  <inkml:trace contextRef="#ctx0" brushRef="#br0" timeOffset="29185.87">19834 10062 2308 0,'-11'-19'0'0,"5"12"0"0,2 5 0 0,1-2 0 0,1 0 0 0,2 3 0 0,0-1 0 0,0 2 0 0,0 0 0 0,2 0 0 0,15 0 151 0,6 0-55 15,0 0-28-15,7 0 164 0,2 0-96 0,2 0-38 16,1 3-10-16,0 3 65 0,1-2-56 0,-1 2-29 16,-1-1 1-16,0 1 26 0,-6-1-55 0,0 0 1 15,-1 1-1-15,-9 0-33 0,1 1 33 0,-8-1 10 16,3 2 4-16,-7-3-54 16,-2 1 0-16,-3-2 0 0,0 0 0 0,1 1 0 15,-3-1 0-15,0 4 0 0,-8-1 0 0,-3 0 0 16,-3 5 0-16,-2 3 0 0,-5 0 0 0,1 2 0 15,-1 2 0-15,-4 0 0 0,2 3 0 0,1-2 0 16,0 3 0-16,-1-1 0 0,0 3 0 0,1-2 0 16,1-1 0-16,0 0 0 0,1 2 0 0,-1-4 0 15,2-1 0-15,3-4 0 16,0 0 0-16,7-6 0 0,0 0-96 0,3-5-75 16,5 0 66-16,1-2-483 0,0-2 275 0,5 0 126 15,22 0-557-15,0-5 351 0,11-9 177 0</inkml:trace>
  <inkml:trace contextRef="#ctx0" brushRef="#br0" timeOffset="29382.99">20655 10228 3486 0,'-13'0'0'0,"3"0"0"0,-2 1 0 0,-4 3 0 0,-3 3 0 0,-1 3 0 0,-1-2 0 16,-2 2 0-16,3 2 0 0,-1 1 0 0,2-1 155 0,-3 2 135 0,3 3-290 0,3-2 0 0,0 0 0 0,2 4 0 15,2-3 0-15,3 2 0 0,0-3-215 0,2 0 119 16,5-6 63-16,2 2-771 0,0-1 353 0,4-7 227 16,13-3-22-16,8 0-185 0,3 0 200 0,8-13 95 15</inkml:trace>
  <inkml:trace contextRef="#ctx0" brushRef="#br0" timeOffset="29661.6">20838 10161 2735 0,'7'-7'0'0,"-2"3"0"0,-1 2 0 0,-2 2 0 0,-2 0 0 0,-2 0 0 0,-7 10 0 0,0 8 0 0,-1 0 0 0,2 2 0 0,5 3 374 16,1-2-167-16,2 1 236 0,0 1-271 0,13-1-172 15,6-7 0-15,5 1 0 0,5-4 0 0,3-4 0 16,1-5 0-16,-1-3 0 0,0 0 0 0,0-1 0 16,-4-15 0-16,-3 0 0 0,-3-5 0 0,-3-4 0 15,-6-1 0-15,-2 0 0 0,-7-4 0 0,-2 0 0 16,-2-2 0-16,0 2-10 0,-14-3-4 0,-2 6 38 15,-5 3-24-15,-6 3 0 0,1 6 0 0,-6 5 0 16,-2 4 0-16,-1 5 0 0,1 1 0 0,-1 0 0 16,5 9 0-16,-1 6 0 0,9 2 0 0,0 4 0 15,8 1 0-15,5 5 0 0,4-4-222 16,3 8 17-16,2 1 97 0,2 0-921 16,7 2 494-16</inkml:trace>
  <inkml:trace contextRef="#ctx0" brushRef="#br0" timeOffset="33463.36">19795 10002 1177 0,'-2'-2'0'0,"0"0"0"0,-1 0 0 0,0-2 0 0,1 2 0 0,-2 1 0 0,3-1 0 0,1 2 0 0,-2-2 0 0,2 2 0 0,0 0 82 0,0 0 182 0,-2-2-112 0,2 2-55 16,0 0-27-16,0 0 221 0,0 0-114 0,0 0-73 15,0 0-31-15,0 0 122 0,0 0-76 0,0 0-39 16,0 0 10-16,0 0 49 0,0 0-49 0,0 0 1 15,2 0 28-15,3 0-39 0,5 0 11 0,-1 0-5 16,2 0 1-16,-1 2-46 0,3 0 1 16,-2 0 52-16,3-1-94 0,-2 1 0 15,4 2 0-15,0-2 0 0,4 0 0 0,-1 0 0 16,1 0 0-16,1 0 0 0,2-1 0 0,-2 3 0 16,0-2 0-16,0 2 0 0,1 0 0 0,1 0 0 15,2 1 0-15,-4-1 0 0,2 2 0 0,2 0 0 16,-6-3 0-16,7 5 0 0,-7-3 0 0,2 1 0 15,0 1 0-15,-1-1 0 0,-3-1 0 0,3 1 0 16,-1 0 0-16,-2-3 0 0,0 2 0 0,-2-3 0 16,-4 1 0-16,2-1 0 0,-3 0 0 15,-1-2 0-15,-3 0 0 0,-1 0 0 16,0 2 0-16,-4-2 0 0,1 0 0 0,0 0 0 16,-2 0 0-16,0 0 0 0,0 0 0 0,0 0 0 15,0 0 0-15,0 0 0 0,0 0 0 0,0 0 0 16,0 0 0-16,0 0 0 0,0 0 0 0,0 0 0 15,0 0 0-15,0 0 0 16,0 0 0-16,0 0 0 0,0 0 0 0,0 0 0 0,0 3 0 0,-2 1 0 16,-6 1 0-16,3 3 0 15,-5-1 0-15,3 1 0 0,-5 1 0 0,1 3 0 16,-1-1 0-16,-2 2 0 0,-2 2 0 0,-4 2 0 16,-2 2 0-16,0 1 0 0,-5 1 0 0,1 2 0 15,-4-1 0-15,-6 5 0 0,3-2 0 0,3 0 0 16,-11 7 0-16,4-2 0 0,1 1 0 0,1-2 0 15,-2 1 0-15,5-3 0 0,-5 5 0 0,5-5 0 16,9 0 0-16,-4 0 0 0,3-1 0 0,4-6 0 16,4 1 0-16,1-2 0 0,4-4 0 0,3 0 0 15,2-6 0-15,2-1 0 16,2-2 0-16,1-2 0 0,1-4 0 0,0 1 0 16,0-1 0-16,0 0 0 0,1 0 0 0,10-1 0 15,1-9 0-15,1-1 0 0,4-7 0 0,1 2 0 16,4-5 0-16,0-2 0 0,5-1 0 0,-1-2 0 15,8-3 0-15,-4 7 0 0,9-8 0 0,-3 2 0 16,1 0 0-16,1 1 0 0,0 1 0 16,-5 4 0-16,8-5 0 0,-7 5 0 0,-4 1 0 15,0 0 0-15,-1 3 0 0,-1-2 0 16,-4 2 0-16,-1-1 0 0,-3 5 0 0,-2-2 0 16,-2 2 0-16,-4 4 0 0,-1 0 0 0,-4 3 0 15,-1-1 0-15,0 3 0 0,-4-1 0 0,1 2 0 16,-1 1 0-16,-2 0 0 0,0 2 0 0,0-1 0 15,0 0 0-15,0 0 0 0,0 0 0 0,0 2 0 16,0-2 0-16,0 2 0 0,0 0 0 0,0 0 0 16,0 0 0-16,0 0 0 0,0 0 0 15,0 0 0-15,0 0 0 0,0 0 0 16,0 0 0-16,0 0 0 0,0 0 0 0,0 0 0 16,0 0 0-16,0 0 0 0,0 0 0 0,0 0 0 15,0 0 0-15,0 0 0 0,0 0 0 0,0 0 0 16,0 0 0-16,0 0 0 0,0 0 0 0,0 0 0 15,0 0 0-15,-2 0 0 0,-1 0 0 0,-1 4 0 16,0 0 0-16,-2 2 0 0,1 0 0 16,-5 1 0-16,1 2 0 0,-4 1 0 15,2 3 0-15,-5 0 0 0,0 0 0 0,-5 6 0 16,3-2 0-16,-5 0 0 0,0 1 0 0,0 3 0 16,-3-1 0-16,2 1 0 0,-2 1 0 0,1-1 0 15,-1 0 0-15,3 2 0 0,5-5 0 0,-5 3 0 16,5-2 0-16,2-4 0 0,3 0 0 0,2-2 0 15,3-3 0-15,1-1 0 0,3-1 0 0,0-3 0 16,0-2 0-16,2 2 0 0,2-5 0 0,0 1 0 16,0-1 0-16,0 0 0 0,0 0 0 0,0 0 0 15,0 0 0-15,0 0 0 16,0 0 0-16,2 0 0 0,8-7 0 0,5-2 0 16,2-5 0-16,5-4 0 0,3 1 0 0,1-2 0 15,4-3 0-15,0 1 0 0,0-2 0 0,2 0 0 16,0 3 0-16,5-4 0 0,-8 5 0 15,2-4 0-15,0 5 0 0,-1-4 0 0,-4 6 0 0,1-3 0 16,-5 4 0-16,-2 2 0 0,0-2 0 16,-1 2 0-16,-5 2 0 0,2 0 0 0,-4-1 0 15,1 3 0-15,-3 1 0 0,1-1 0 16,-5 3 0-16,1 0 0 0,-2 2 0 0,-4 1 0 16,1 1 0-16,0 0 0 0,-2 1 0 0,0 1 0 15,0 0 0-15,0 0 0 0,0 0 0 0,-4 0 0 16,-2 0 0-16,0 0 0 0,1 0 0 0,0 0 0 15,-3 0 0-15,3 1 0 0,-3 1 0 0,0 0 0 16,-1 0 0-16,1 2 0 0,-1-3 0 0,0 0 0 16,-3 2 0-16,1-1 0 15,-2 0 0-15,0 2 0 0,0-2 0 0,-1 1 0 16,0-1 0-16,-2 0 0 0,1 0 0 0,0 0 0 16,0-2 0-16,-2 1 0 0,1-1 0 0,-2 0 0 15,0 0 0-15,-1 0 0 0,-2 0 0 0,-3 0 0 16,5 0 0-16,-2-1 0 0,-1-5 0 0,1-1 0 15,2-1 0-15,3 0 0 0,-1 0 0 0,2 0 0 16,1-2 0-16,5 3 0 0,-4-1 0 0,2 0 0 16,1 3 0-16,3-1 0 0,-3 1 0 15,1 1 0-15,2-1 0 0,-2 1 0 16,0 1 0-16,2 1 0 0,-2-1 0 0,1 1 0 16,2 1 0-16,-1-1 0 0,2 0 0 0,-1 2 0 15,1 0 0-15,-2 0 0 0,0 0 0 0,0 0 0 16,-2 0 0-16,-1 7 0 0,2 5-135 0,3 5-141 15,1 5 123-15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3:53:26.6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3614 4214 1396 0,'-2'-14'0'0,"-1"5"0"0,0-2 0 0,-2 2 0 0,1-2 0 0,-1 1 0 0,2 1 0 0,0 2 0 0,0 1 0 0,1-3 0 0,-1 7 98 0,3-4-20 0,-2 2 166 15,2 0-102-15,0 3-51 0,0-2 184 0,0 2-118 0,0 1-49 16,0 0-39-16,0 0 68 0,0 0-49 0,0 0 0 15,0 0-49-15,0 0 46 0,0 7-10 16,2 5-36-16,3 1 1 0,-2 5 130 0,1 5-65 16,0-1-23-16,-1 9-10 0,-1-1 119 0,3 1-129 15,-3 5-62-15,1 0 0 16,0 3 0-16,-1 6 0 0,2-4 0 0,-2 2 0 0,2 1 0 0,-1 0 0 16,-1-5 0-16,3 9 0 15,-2-4 0-15,1-2 0 0,-3-5 0 0,3 2 0 16,-2-3 0-16,2-4 0 0,1-5 0 0,-3-2 0 15,-2 0 0-15,2-4 0 0,1-9 0 16,-1 1 0-16,-1-2 0 0,1-1 0 0,0-5 0 16,-1-2 0-16,-1-1 0 0,0-2 0 0,0 0 0 15,0 0 0-15,0 0 0 0,0 0 0 0,0-5 0 16,-3-6 0-16,-2-2 0 0,0-4 0 0,-6-4 0 16,4-3 0-16,-3-2 0 0,-1-2 0 15,2-2 0-15,-6 2 0 0,2-1 0 16,-3 5 0-16,2 6 0 0,-3-1 0 0,-1 2 0 15,0 5 0-15,-1 5 0 0,-1 4 0 0,-2 3 0 16,-3 0 0-16,0 1 0 0,2 12 0 0,-1 3 0 16,1 7 0-16,2-2 0 0,1 5 0 0,3 1 0 15,4 3 0-15,1 0 0 0,5 1 0 0,2-6 0 16,2 8 0-16,3-6 0 0,0 0 0 0,0-1 0 16,5-5 0-16,5-1 0 15,6-1 0-15,0-2 0 0,2-3 0 0,2-6 0 0,5 2 0 16,-2-6 0-16,4-4 0 0,-2 0 0 15,0 0 0-15,0-4 0 0,-2-6 0 0,-5 0 0 16,1-2 0-16,-1-2 0 0,-6 2 0 0,2 1 0 16,-5-3 0-16,3 3 0 0,-3 2 0 0,0 0 0 15,1 1 0-15,1 0-613 16,0 1-19-16,4-1 301 0,0-2 146 0</inkml:trace>
  <inkml:trace contextRef="#ctx0" brushRef="#br0" timeOffset="649.54">4076 4216 2570 0,'-7'-13'0'15,"3"5"0"-15,1 1 0 0,-1-2 0 0,3 3 0 0,-2 2 0 0,1-1 0 0,2 4 0 0,-3 0 0 0,3 1 0 0,0 0 145 0,0 5-53 0,0 13 113 0,0 10-88 16,3 3-39-16,-1 12 224 0,-2 2-131 0,0 8-66 0,0 1 41 16,0 14-146-16,0-4 0 0,0 5 0 15,-5 1 0-15,2 0 0 0,1-10 0 16,0 12 0-16,2-17 0 0,0 0 0 0,0-7 0 15,2-4 0-15,3-6 0 0,5-4 0 0,1 0 0 16,3-11 0-16,-3-2 0 0,3-4 0 0,1-6 0 16,0-5 0-16,1-4 0 0,4-2 0 0,-3-8 0 0,3-14 0 15,-2-8 0-15,6-8 0 0,-8-2 0 16,3 3 0-16,-4-3 0 0,-2 7 0 0,-2-6 0 16,0 3 0-16,0 4 0 0,1-1 0 0,-5 5-772 15</inkml:trace>
  <inkml:trace contextRef="#ctx0" brushRef="#br0" timeOffset="6584.37">4745 4406 1727 0,'-3'0'0'0,"-2"0"0"0,3 0-1 0,-1 0 1 0,1 0 0 0,0 0 0 0,2 0 0 0,0 0 0 0,0 0 0 0,0 0 0 0,0 0 99 0,0 0-28 0,0 0 0 16,0 0 24-16,0 0 0 0,0 0-42 0,0 0 2 16,0 0-12-16,0 0-1 0,0 0 40 0,0 0-39 15,0 0 10-15,0 0-11 0,0 0 36 16,0 0 0-16,0 0-36 0,0 0 0 0,0 0 44 15,0 0-43-15,2 0-1 0,0-3 0 0,1 2-51 16,-2-1 0-16,0 0 62 0,2 0-54 0,-3 2 43 16,0 0 1-16,0 0-8 0,0 0 38 0,0 0-36 15,0 0 1-15,0 0 61 0,0-1-29 0,2 1-4 16,-1-3-27-16,1 2 29 16,3-2-25-16,2 0-1 0,4-1 0 0,-2-2-27 15,4 2-12-15,-2 3 50 0,5-1-11 0,0 0-28 16,0 0-4-16,5 0-10 0,-5 2 0 0,2 0 0 15,3 0 0-15,-2 0 0 0,0-2 0 0,1 2 0 16,-1 0 0-16,-1 0 0 0,-2 0 0 16,-1 0 0-16,-1 0 0 0,1 0 0 0,-5 0 0 15,0 0 0-15,0 0 0 0,-3 0 0 16,1 0 0-16,-6 0 0 0,4 0 0 0,-3 0 0 0,-1 0 0 0,0 0 0 16,-2 0 0-16,0 0 0 15,0 0 0-15,0 0 0 0,0 0 0 0,0 0 0 16,0 0 0-16,0-1 0 0,0-5 0 0,0 3-23 15,0-1-374-15,0 0 187 0,0 2 81 0,0-1 50 16,0 2-641-16,0 1 344 0,-2 0 167 0,-2 4-310 0</inkml:trace>
  <inkml:trace contextRef="#ctx0" brushRef="#br0" timeOffset="7424.25">4752 4771 1600 0,'-7'0'0'0,"4"0"0"0,-3 0 0 0,2 0 0 0,2 0 0 0,0 0 0 0,2 0 0 0,0 0 0 16,0 0 0-16,0 0 0 0,0 0 174 0,2 0-67 0,8 0-33 0,0 0 205 0,5 0-119 0,-2 0-49 0,4 0-40 15,0 0 153-15,2 0-92 0,5 0-45 0,-1 0 0 16,1 0 63-16,4 0-60 0,-3 0 0 15,0 0-85-15,1 0 1 0,-5 0 35 0,2 0 11 16,-5 0-111-16,0 0 51 0,-1 3-1 16,-9-2 0-16,3-1 0 0,-3 2 60 15,-4-2-38-15,0 3-71 0,-2-3 17 0,-1 0 29 16,-1 0-18-16,0 0 165 0,0 0-72 0,0 0-26 16,0 0 138-16,0 0-74 0,0 0-50 0,0 0-227 15,0-3 90-15,0 1 50 0,0 1 22 0,0-2-337 16,0 2 176-16,4 1 89 0</inkml:trace>
  <inkml:trace contextRef="#ctx0" brushRef="#br0" timeOffset="8720.67">919 4006 2126 0,'-17'-18'0'0,"4"11"0"0,8 3 0 0,0 3 0 0,0-1 0 0,2-1 0 0,1 3 0 0,2 0 0 0,0 0 0 0,0 0 0 0,0 20 87 0,2 7 34 0,6 13-41 0,0 5 0 15,1 10 167-15,3 11-109 0,-3-1-49 0,0 3 103 16,-1 1-77 0,0 2-37-16,-3-8 10 0,2 13 25 0,-5-10-37 0,3-11 1 0,-4 4-37 0,1-8 58 15,0-11-19-15,0 5-72 16,-1-13-7-16,-1-6 0 0,0-4 0 0,0-5 0 16,0-7 0-16,0-5 0 0,0-1 0 0,0-4 0 15,0 0 0-15,0-1 0 0,-8-14 0 0,-4-8 0 16,1-2 0-16,-3-2 0 0,0-3 0 0,-2-5 0 15,-2 4 0-15,-3-1 0 0,0 6 0 0,0 5 0 16,4 10 0-16,-7 1 0 0,3 9 0 0,-1 1 0 16,0 5-7-16,1 16 14 0,2 7-7 0,1 4 0 15,3 4 0-15,4-2 0 16,4 0 0-16,5 0 0 0,2-1 0 0,0-6 0 16,2-2 0-16,10 0 0 0,6-5 0 0,0-2 0 15,2-6 0-15,0-5 0 0,5 1 0 0,-1-6 0 16,2-2 0-16,-3 0 0 0,4 0 0 0,-4-6 0 15,5-9 0-15,-4 1-240 0,3-7-147 16,-4-1 173-16,5-5 87 0,-3-3-597 0,-1-7 346 0,2-1 170 16,-2-7 84-16,0-10-488 0</inkml:trace>
  <inkml:trace contextRef="#ctx0" brushRef="#br0" timeOffset="9210.44">1218 4163 2513 0,'0'-18'0'0,"0"10"0"0,0 3 0 0,0 1 0 0,0 1 0 0,0 3 0 0,0 9 0 0,0 13 0 0,0 10 0 0,0 11 0 0,0 6 363 16,0 15-161-16,0-6-71 0,0 17-51 0,0-4 404 16,0 0-326-16,2 3-158 15,2-5 0-15,4-8 0 0,1 0 0 0,2-4 0 16,1-6 0-16,4-6 0 0,-2-9 0 0,-1-1 0 16,4-4 0-16,-5-8 0 0,-1-6 0 0,2-1 0 15,2-7 0-15,-6-6 0 0,4-3 0 0,-3 0-229 16,3-15-51-16,4-11 120 0,-5-11 60 0,-2 1-453 15,4-19 261-15,-3 2 127 0,0-12 62 0,-6 3-534 16,-3 9 298-16,-1-2 140 0,-1 5-199 16,0 17 179-16,-1 1 90 0,-9 10 45 0,-2 0 283 0,2 10-129 15,-1 2-50-15,2 4 299 16,1 5-180-16,3-1-89 0,-1 2-45 0,2 0 862 16,4 0-315-16,0 0-264 0,0 2 307 0,10 5-277 15,3 3-140-15,7-2-58 0,2 7 47 0,3-3-167 16,0-1 0-16,5 2 0 0,0-2 0 0,-2 1 0 15,2-3 0-15,-5 0 0 0,3-1 0 0,-7-2 0 16,0 1 0-16,-1-3 0 0,-5 2 0 0,-6-5 0 16,2 2 0-16,-6-3 0 15,-2 0 0-15,-1 0 0 0,0 3 0 0,-2 0 0 16,0-2 0-16,-10 7 0 0,-5 2 0 0,-2 4 0 16,-3 1 0-16,3 3 0 0,-4 3 0 0,1 3 0 15,0-1 0-15,3 2 0 0,2-1 0 0,2 1 0 16,-1-1 0-16,5-2 0 0,2-3 0 0,2 2 0 15,0-3 0-15,3-2 0 0,2-3 0 0,0-1-729 16,0-6 203-16,7 0 248 0,6-6 120 0,9 0-722 16</inkml:trace>
  <inkml:trace contextRef="#ctx0" brushRef="#br0" timeOffset="9534.65">2010 4587 3657 0,'0'0'0'0,"0"2"0"0,0 11 0 0,-5-1 0 0,-5 5 0 0,0 4 0 0,7 1 0 0,-2 6 0 0,5 0 0 0,0 2 0 0,0 2 118 0,0-1 38 15,7-2-156-15,4-2 0 0,4-3 0 0,5-3 0 16,-3-4 0-16,1-4 0 0,2-3 0 0,0-1 0 16,2-8 0-16,-3-1 0 0,2 0 0 0,-5 0 0 15,1-11 0-15,3-7 0 0,-6-5 0 0,-3-6 0 16,1 2 0-16,-6-3 0 0,1-4 0 0,-6 0 0 15,-1 1 0-15,0-3 0 0,-3 4 0 0,-8 1 0 16,-3 9 0-16,-4-1 0 0,-1 6 0 16,-4 6 0-16,-2 5 0 0,4 5 0 0,-11 1 0 0,7 0 0 15,0 7 0-15,2 4 0 16,5 2 0-16,-1 3 0 0,2-1 0 0,6 2 0 16,-2-3 0-16,6 4 0 0,2 0 0 0,3 1 0 15,2 2 0-15,0 4 0 0,0-1-319 0,7 2 56 0</inkml:trace>
  <inkml:trace contextRef="#ctx0" brushRef="#br0" timeOffset="9699.76">2461 4999 3722 0,'-26'-12'0'0,"21"10"0"0,-1 1 0 0,-10-4 0 16,1 3 0-16,4-1 0 0,5 2 0 0,3-1 0 0,3 2 0 0,0 0 0 0,0 0 139 0</inkml:trace>
  <inkml:trace contextRef="#ctx0" brushRef="#br0" timeOffset="11777.51">5761 4130 1673 0,'-5'-2'0'0,"3"-1"0"0,-1 3 0 0,0-1 0 0,1 1 0 0,-2 0 0 0,4 0 0 0,0 0 0 0,-2 0 0 0,2 0 0 0,0 0 118 0,0-2-39 0,0-1 246 0,6 2-147 15,2-4-70-15,-1-1 161 0,0 2-115 16,3-1-57-16,0 0-19 16,0 2 92-16,0 0-65 0,-1-2-32 0,0 4 38 15,2-1-35-15,-2 0 9 0,0 0-45 0,0 2 92 16,3-2-72-16,0 2-60 0,-1 0 0 0,-2-1 0 16,3-2 0-16,4 1 0 0,-2 1 0 0,2-1 0 15,1 0 0-15,1 0 0 0,-1 0 0 0,1 0 0 16,0 0 0-16,-3 0 0 0,2 2 0 0,0 0 0 15,-1 0 0-15,1 0 0 0,1 0 0 0,1 0 0 16,-1 2 0-16,3 2 0 0,0-2 0 0,4 0 0 16,0-2 0-16,3 0 0 0,-3 0 0 15,1 0 0-15,6 0 0 0,-2 0 0 16,-3 0 0-16,3 0 0 0,-3 0 0 0,-2 0 0 16,8-2 0-16,-3 2 0 0,-5 0 0 0,5 0 0 15,-1-2 0-15,0 2 0 0,2-2 0 0,1 0 0 16,0 0 0-16,-1 2 0 0,3-6 0 0,2 3 0 15,-1-1 0-15,2-1 0 0,0-1 0 0,-1 1 0 16,-1-1 0-16,2 1 0 0,0 0 0 0,0 1 0 16,-3 1 0-16,1-1 0 0,-1 2 0 0,2 0 0 15,-3-2 0-15,-1 3 0 16,2-1 0-16,2 1 0 0,-1-4 0 0,-2 2 0 16,3-2 0-16,2 2 0 0,-3-3 0 0,3 1 0 15,-1 0 0-15,2-1 0 0,8 1 0 0,-14-1 0 16,6 2 0-16,-2 0 0 0,2 2 0 0,-2-2 0 15,0 2 0-15,-3 0 0 0,1 1 0 0,-1-2 0 16,0 2 0-16,-1 0 0 0,2-3 0 16,-2 3 0-16,0-3 0 0,2 2 0 15,2-2 0-15,-2 1 0 0,0-1 0 0,0 2 0 16,-1-1 0-16,1-1 0 0,-1 2 0 0,-1-1 0 16,-1-2 0-16,2 4 0 0,-2-2 0 0,2 1 0 15,-3 1 0-15,3-1 0 16,0 0 0-16,0 0 0 0,1-1 0 0,2 0 0 0,0 0 0 0,-2 1 0 15,1-2 0-15,-4 2 0 16,0 1 0-16,-4-1 0 0,-7 0 0 0,4-1 0 0,-6 2 0 0,-3 1 0 16,-1 0 0-16,-5 0 0 15,-1 0 0-15,-4 0 0 0,-3 0 0 0,1 0 0 16,-2 0 0-16,-1 0 0 0,0 0 0 0,-1 0 0 16,-13 0-83-16,-2 4-663 0,-8 3 352 0,-1 1 177 15,-14 3 78-15</inkml:trace>
  <inkml:trace contextRef="#ctx0" brushRef="#br0" timeOffset="12385.6">5864 4141 2210 0,'-11'-17'0'0,"2"4"0"0,2 5 0 0,-4 1 0 0,4 1 0 0,0 3 0 0,1 0 0 0,-2 3 0 0,3 0 0 0,1 6 0 0,1 11 110 16,3 8-39-16,0 5 253 0,0 11-141 0,0 2-72 16,0 7 209-16,5 6-129 0,7 10-81 0,-1-2 88 15,0 4-95-15,2 3-103 16,-2 5 0-16,0-3 0 0,-3 0 0 0,2-5 0 0,-5-2 0 16,0-14 0-16,0 3 0 0,-2-10 0 0,0 3 0 15,-1-10 0-15,-1-3 0 0,-1-4 0 16,0-10 0-16,0-5 0 0,0-3 0 0,-3-3 0 0,-8-4 0 15,1-6 0-15,-5 0 0 0,-2-2 0 16,-4-15 0-16,2-4 0 0,-3-5 0 16,-3-8 0-16,0-2 0 0,1-5 0 0,0-4 0 15,1 2 0-15,-1 3 0 0,6 8 0 0,-2 2 0 16,5 10 0-16,0 1 0 0,2 4 0 0,5 7 0 16,-3 1 0-16,4 5 0 0,1 0 0 0,2 2 0 15,0 0 0-15,-1 5 0 0,1 9 0 0,1 3 0 16,0 3 0-16,1 4 0 0,-1-4 0 0,3 8 0 15,-2-4 0-15,2 2 0 0,0-6 0 16,0 6 0-16,0-4 0 0,0-1-136 0,0-3 7 16,0 0 45-16,0-7-351 0,0 2 203 15,0-6 95-15,0 1 49 0,0-2-397 0,2-3 222 16,4-1 101-16,3-2 66 0,4 0-402 0,6-10 229 16</inkml:trace>
  <inkml:trace contextRef="#ctx0" brushRef="#br0" timeOffset="12846.4">6448 4219 2771 0,'-5'-5'0'0,"1"4"0"0,2-1 0 0,0 0 0 0,1 2 0 0,1 0 0 0,0 0 0 0,0 4 0 0,0 11 0 0,0 5 0 0,0 6 201 0,3 5-81 0,3 12-39 0,-1-3 79 15,1 6-59-15,0 2-21 16,-1 5 164-16,1 1-102 0,-3 3-111 0,1 1-31 16,3-3 0-16,-3-3 0 0,-1-3 0 0,0-4 0 15,3-11 0-15,-1 1 0 0,0-5 0 0,-1-6 0 16,0-4 0-16,-1-7 0 0,-1-1 0 0,-1-6 0 16,1-3 0-16,0-3 0 15,-2 0 0-15,0 0 0 0,0-3 0 16,-5-12 0-16,-4-1 0 0,0-3 0 0,-3-6 0 0,-4-2 0 0,2-3 0 15,-4 0 0-15,1-1 0 0,-5 5 0 16,1 6 0-16,4 5 0 0,-3 3 0 0,-1 5 0 16,2 6 0-16,-3 1 0 0,4 0 0 0,-5 12 0 15,4 5 0-15,2 3 0 0,3 3 0 16,4-2 0-16,-2 7 0 0,6-2 0 0,4-1 0 16,2-3 0-16,0 2 0 0,0-1 0 0,2-2 0 0,10-1 0 15,1-3 0-15,1-1 0 0,2-4 0 0,1 0 0 16,1-4 0-16,3-1 0 0,-1-4 0 15,0-1 0-15,1-2 0 0,0 0 0 16,2 0 0-16,0-7-218 0,2-6-260 0,-1-4 219 16,1-2-733-16,0-2 481 0,7-7 235 0</inkml:trace>
  <inkml:trace contextRef="#ctx0" brushRef="#br0" timeOffset="13092.58">6794 4711 3445 0,'0'-1'0'0,"3"-2"0"0,-2 2 0 0,-1-1 0 0,2-2 0 0,3 3 0 15,4-3 0-15,1 2 0 0,3 2 0 0,5 0 0 0,-2 2 354 0,1 7-222 0,0 7-132 0,2 0 0 0,-4 5 0 0,-2-1 0 0,-6 3 0 16,1 5 0-16,-6 0 0 0,-2 2 0 0,0-2 0 16,-8 1 0-16,-6-2 0 0,-6-4 0 0,2-2 0 15,-4-4 0-15,-3-2 0 0,-2-4 0 0,6-4 0 16,-1-1 0-16,-3-3 0 15,2-3 0-15,3 0 0 0,2 0-122 0,4-9-576 16,7-7 333-16,6-9 161 0,1-3-600 0,3-7 382 16,16-1 191-16,1 4 85 0</inkml:trace>
  <inkml:trace contextRef="#ctx0" brushRef="#br0" timeOffset="13265.55">7002 4614 2178 0,'17'-15'0'0,"-2"5"0"0,-2 5 0 0,-7 3 0 0,-2 0 0 0,-4 2 0 0,0 4 0 0,0 11 0 0,-9 4 0 0,-3 7 0 0,3 2 950 0,0 2-455 0,3 3-227 0,3 0-228 15,3-1-40-15,0 0 0 0,0-4 0 16,10 0 0-16,5-4 0 16,3-4 0-16,4 2 0 0,4-3 0 0,-4-3 0 15,5-1 0-15,-1-5 0 0,-3-4 0 16,-2-3 0-16,-3-1 0 0,-3-2-702 0,-3 0 180 0,-4 0 239 16,-4 0-600-16,-4-2 426 0</inkml:trace>
  <inkml:trace contextRef="#ctx0" brushRef="#br0" timeOffset="13495.85">6299 4428 2970 0,'-38'13'0'0,"5"15"0"0,3 10 0 0,2 2 0 0,3 2 0 0,4 5 0 0,1 6 0 0,5 17 0 0,2-8 0 0,11-10 0 0,2 7 514 15,0-2-238-15,10-4-108 0,7-6-165 0,6-4-3 0,2-4 0 16,2 0 0-16,4-6 0 16,-4-5 0-16,11 1 0 0,-4-7-442 0,-4-7 162 0,5-2 160 15,1-7 79-15,-2-6 50 0,-1 0-1023 16,8-19 486-16</inkml:trace>
  <inkml:trace contextRef="#ctx0" brushRef="#br0" timeOffset="13719.03">7078 4445 3327 0,'18'-21'0'0,"3"10"0"0,2 5 0 16,-2 5 0-16,2 1 0 0,4 0 0 0,1 12 0 0,8 11 0 0,-5 3 0 0,0 0 0 0,2 16 352 0,-3-1-156 0,-3 6-140 0,-4 2-56 0,-3 0 0 0,-7 4 0 16,-4 1 0-16,-7-1 0 0,-2-2 0 0,0-3 0 15,-7 1 0-15,-5-10 0 0,-11 4 0 16,3-14 0-16,-2-3 0 0,-8-6-66 0,2-2 95 0,-4-9 8 15,0-1-37-15,-1-8 0 16,1 0-9-16,-1 0-717 0,6-17 344 0,4-12 161 16,2-14 96-16,9-19-323 0,9-10 205 0</inkml:trace>
  <inkml:trace contextRef="#ctx0" brushRef="#br0" timeOffset="13966.05">7464 4224 2755 0,'37'-19'0'0,"2"5"0"0,-4 3 0 0,-3 4 0 0,-9 5 0 0,-1 2 0 0,-5 0 0 0,-1 8 0 0,-5 6 0 0,-2 6 0 0,-4 3 192 0,-3 4-77 0,-2 1-37 0,0 0 7 16,-11 3-10-16,-3-4-36 0,-6-1 34 0,0-1-34 15,-1-6 0-15,4-5 11 0,-2 0 113 0,3-2-62 0,0-7-31 16,7 0-13-16,3-4-57 0,1-1 0 0,3 0 0 16,2 0 0-16,0 0 0 0,6 0 0 15,10-1 0-15,8-4 0 0,-1 0 0 16,4-1 0-16,1 2 0 0,2-2 0 15,2 1 0-15,1 0 0 0,0 2 0 0,0-3 0 0,-1 6 0 0,-2-3 0 0,0 1-957 16,-5 0 387 0,0 2 270-16,-5 0-360 0</inkml:trace>
  <inkml:trace contextRef="#ctx0" brushRef="#br0" timeOffset="14154.57">7788 4727 3931 0,'-16'2'0'0,"5"4"0"0,6-2 0 0,4-3 0 0,1 1 0 0,0 0 0 0,3 0 0 0,13 0 0 0,9 0 0 15,5-2 0-15,3 0 0 0,6 0 0 0,-2 0 0 0,2 0 0 0,0 0 0 0,-3 0-311 16,0 0 13-16,-1 3 169 0,-5-1 83 0,-9 2-368 0,2-1 218 0,-2 1 113 16,-7-2 57-16,-4 0 28 0,-2-1-883 15,-5-1 411-15</inkml:trace>
  <inkml:trace contextRef="#ctx0" brushRef="#br0" timeOffset="14325.04">8075 4411 3215 0,'-15'0'0'0,"5"0"0"0,0 7 0 15,2 6 0-15,1 1 0 0,2 7 0 0,3 3 0 0,2 5 0 0,0 8 0 0,0 6 0 0,0 2 514 0,0 0-312 0,0 5-202 0,2-9 0 0,0 10 0 0,1-7 0 0,0 1 0 0,1-2-304 16,-2-8 164-16,1 2 99 15,3-5-807-15,-1-2 444 0,5-9 220 0,-4-3-16 16,5-6 97-16</inkml:trace>
  <inkml:trace contextRef="#ctx0" brushRef="#br0" timeOffset="14534.82">8494 4321 3931 0,'-12'-2'0'0,"-1"2"0"0,-4 0 0 0,-7 11 0 0,-2 9 0 0,-3 7 0 0,4 5 0 0,3 4 0 0,9-4 0 0,-4 15 0 0,10 0 0 16,5 1 0-16,2 0 0 0,0-1 0 0,9-8 0 0,10 10 0 15,2-10 0-15,1-3 0 16,3-2 0-16,0-8 0 0,1 0 0 0,0-5-322 0,0-6-11 0,-7-7 185 16,4-1 93-16,0-7-843 0,-4 0 421 15,2-4 224-15,-1-14-446 0,-2-7 331 0</inkml:trace>
  <inkml:trace contextRef="#ctx0" brushRef="#br0" timeOffset="14885.29">8758 4234 3303 0,'0'-13'0'0,"0"6"0"0,0 4 0 0,-3 1 0 0,-1 2 0 0,0 0 0 0,1 2 0 0,1 18 0 0,2 6 0 0,0 6 0 0,0 8 190 15,0 8 248-15,0 6-438 0,2-4 0 16,1 6 0-16,1 0 0 0,0-1 0 0,1-4 0 15,0-4 0-15,1-5 0 0,-1-9 0 0,0-2 0 16,-1-8 0-16,-1-7 0 0,-1-4 0 0,0-4 0 16,1-5 0-16,-3 0 0 0,0-3 0 0,0 0 0 15,-7-10 0-15,-4-5 0 0,-1-6 0 0,-2-1-41 16,-2-4-101-16,-2-5 56 0,-1 3 1 0,3 0 98 16,-5 6-25-16,6 7-1 15,-6 0 327-15,2 5-262 0,3 5-52 0,-2 3 0 0,6 2 0 0,-1 0 0 16,6 9 0-1,2 8 0-15,3 1 0 0,2 6 0 0,0-2 0 0,2 1 0 0,7-3 0 16,7 6 0-16,-4-5 0 0,6-1 0 16,1-3 0-16,-5-4 0 0,7-1 0 15,-2-3 0-15,2-3-55 0,1-4-107 0,-3-2-835 16,3 0 469-16,2-2 250 0,-3-13 120 0,2-3-298 0,0-6 208 16</inkml:trace>
  <inkml:trace contextRef="#ctx0" brushRef="#br0" timeOffset="15041.71">8954 4562 2943 0,'0'-19'0'0,"0"10"0"0,-2-1 0 0,-1 3 0 0,-6 2 0 0,6 2 0 0,-1 1 0 15,2 0 0-15,2 2 0 0,0 0 0 0,0 4 615 0,2 5-288 0,8 8-281 0,1-4-46 0,4 3 0 16,0 2 0-16,2-1 0 0,-2 2-215 0,2-2 119 16,-4-3 67-16,2 1 33 0,-1 0-848 0,-3-7 436 0,-1 0 96 15,0-6-588-15</inkml:trace>
  <inkml:trace contextRef="#ctx0" brushRef="#br0" timeOffset="15282.98">9169 4381 2022 0,'1'-21'0'0,"-1"7"0"0,0-2 0 0,0 7 0 0,0 2 0 0,0 4 0 0,0-1 0 0,0 3 0 0,0 0 0 0,0 1 0 0,0 12 628 0,0 8-285 15,-3 13 335-15,-1 6-418 0,-4 8-260 0,0 6 0 0,-1 11 0 16,-1-8 0-16,-2 19 0 0,2-5 0 15,-1-1 0-15,0 5 0 0,2-6 0 0,-2-5 0 16,1 12 0-16,0-7 0 0,0-4 0 0,3-10 0 16,-2 0 0-16,2-7 0 0,-3 4 0 0,2-9 0 15,3-13 0-15,-1-6 0 0,3-3 0 0,-2-4 0 16,2-5 0-16,-1-4-502 0,4-2 100 16,-2-5 181-16,2 0 81 0,-2 0-599 15,2-7 351-15,0-11 175 0,0-9 87 0</inkml:trace>
  <inkml:trace contextRef="#ctx0" brushRef="#br0" timeOffset="15579.04">9307 4259 3593 0,'0'-7'0'0,"0"4"0"0,0 0 0 0,0 1 0 0,2 0 0 0,8 2 0 0,2 0 0 0,6 10 0 0,0 8 0 0,4 7-1 0,3 10 82 16,-5-3 10-16,5 13 76 0,-2 0-167 15,-3-4 0-15,-5 3 0 0,-1 1 0 0,-7-4 0 16,-1 10 0-16,-4-5 0 0,-2-2 0 0,0 2 0 16,-15-4 0-16,0-8 0 0,-5 0 0 0,-3-2 0 15,-2-5 0-15,-1-4 0 0,-3-8 0 0,3-7 0 16,-8 2 0-16,6-7 0 0,0-1 0 0,5-2-406 15,1 0 31-15,-1-12 157 0,6-13-626 16,6-16 403-16,7-12 202 0</inkml:trace>
  <inkml:trace contextRef="#ctx0" brushRef="#br0" timeOffset="15819.27">9455 4188 2811 0,'16'-12'0'0,"0"3"0"0,0 4 0 0,-2-1 0 0,0 3 0 0,1 0 0 0,0 3 0 0,3 0 0 0,0 3 0 16,-2 6 0-16,1 3 96 0,-6 5-35 0,-2 3 1 0,-2 5-24 0,-7 2 0 0,0-3-123 16,-5-1 72-16,-9 4 20 0,-4-2 0 0,0-6-148 15,1-4 89-15,0-2 44 0,0-4 11 0,3-1 154 16,3-3-108-16,2-4 384 0,6-1-208 0,-1 2-97 16,4-2-45-16,0 0-51 0,0 0-32 0,13 0 0 15,8 0 0-15,5-3 0 0,4-2 0 0,2 0 0 16,4 1 0-16,0 3 0 0,-1-2 0 0,0 1-814 15,2 2 257-15,-3 0 280 16</inkml:trace>
  <inkml:trace contextRef="#ctx0" brushRef="#br0" timeOffset="15961.2">10112 4584 3717 0,'-5'0'0'0,"5"0"0"0,-2 0 0 0,-1 0 0 0,-1 0 0 0,4-2 0 0,0 0 0 0,0 2 0 0,0-1 0 0,2-4 0 0</inkml:trace>
  <inkml:trace contextRef="#ctx0" brushRef="#br0" timeOffset="17332.23">1812 6071 3211 0,'-18'0'0'0,"7"0"0"0,8 0 0 0,3 0 0 0,0 0 0 0,0 0 0 0,0 2 0 0,0-2 0 0,0 2 0 0,2 2 0 0,13 0 98 0,6-1-29 16,6 1 0-16,3-2 103 0,0 2-72 0,2-3-30 15,1 2-387-15,-1 4 178 16,-1 1 90-16,-6 1-813 0,5 5 445 0,-5 0 229 0</inkml:trace>
  <inkml:trace contextRef="#ctx0" brushRef="#br0" timeOffset="17490.3">1930 6534 3931 0,'-20'0'0'0,"11"0"0"0,9 0 0 0,0 0 0 0,0 0 0 0,0 0 0 0,0 0 0 0,11 0 0 0,10 0 0 0,9-6 0 0,7-2 0 0,1 1 0 16,4 3 0-16,1 2 0 0,-6 2 0 0,11 0 0 0,-6 0 0 15,-4 11-405-15,2 6 211 0</inkml:trace>
  <inkml:trace contextRef="#ctx0" brushRef="#br0" timeOffset="18241.72">2956 5752 2956 0,'-16'-16'0'0,"4"6"0"0,3 6 0 0,4 0 0 0,2 1 0 0,-2-2 0 0,4 4 0 0,1-1 0 0,0 0 0 0,0 0 0 0,6-1 306 0,16 3-132 0,4-7-67 0,8 2 179 16,12-2-184-16,-1-3-102 0,8 4 0 0,13-7 0 16,-1 4 0-1,6 1 0-15,4-1 0 0,4 3 0 16,12-5 0-16,-4 4 0 0,1-1 0 0,-5 0 0 0,21-1 0 0,-10 2 0 0,7-1 0 16,0 1 0-16,0 0 0 0,-11 1 0 0,23-4 0 15,-9 5 0-15,0-2 0 0,2 0 0 16,-3-1 0-16,-13 6 0 0,21-3 0 0,-15 4 0 0,4-1 0 15,-5 2 0-15,0 0 0 0,-12 0 0 16,20 0 0-16,-11 0 0 0,3 0 0 0,0 2 0 16,1-1 0-16,-12-1 0 15,20 0 0-15,-10 0 0 0,-1 0 0 0,2-1 0 16,0-5 0-16,-12-1 0 16,15-1 0-16,-11-1 0 0,-13 1 0 0,7 1 0 15,-2-3 0-15,-14 5 0 0,9-5 0 0,-20 5 0 0,1-3 0 0,-6 3 0 31,-12 0 0-31,-7 3 0 16,-3-3 0-16,-6 3 0 16,-9 0 0-16,-8 1 0 0,0-2 0 0,-4 1-54 0,0 2-32 0,-8 0-31 0,-15 0 38 0,-2 0 1 0,-6 0-423 0,-10 0 236 0,-4 0 112 15,-15 8-649-15,-10 4 382 0</inkml:trace>
  <inkml:trace contextRef="#ctx0" brushRef="#br0" timeOffset="18716.62">3036 5718 2500 0,'-13'-13'0'0,"8"13"0"0,5 0 0 0,0 5 0 0,0 8 0 0,0 9 0 0,0 3 0 0,0 8 0 0,1 4 0 0,4 15 0 0,4 9 461 0,1 6-209 0,1 3-105 15,1 3-53-15,-5 5 128 0,1 3-80 16,-3 10-55-16,-3-4-61 0,0 3-26 0,-2-15 0 16,0 6 0-16,0-14 0 0,0 11 0 0,-7-13 0 0,3-14 0 15,-3-2 0-15,1-12 0 0,0-9 0 16,0-3 0-16,1-9 0 0,-3-6 0 15,0-5 0-15,-4-5 0 0,0 0 0 0,-9-5 0 16,1-14 0-16,-2-5 0 0,-3-10 0 0,4 2 0 16,-6-11 0-16,2 0 0 0,1 0 0 0,-2 0 0 15,1 6 0-15,5 13 0 0,3 3 0 0,-1 4 0 16,3 7 0-16,3 3 0 0,2 5 0 0,0 2 0 16,-3 0 0-16,5 17 0 0,-1 8 0 15,-2 1 0-15,4 6 0 0,-1 1 0 0,2 4 0 16,3-1 0-16,-3-1-54 0,4 2-429 15,0-6 220-15,2-5 100 0,0 6-213 0,0-11 167 0,0 1 83 16,0-3-512-16,7-3 298 16,3-1 138-16,5-9 86 0</inkml:trace>
  <inkml:trace contextRef="#ctx0" brushRef="#br0" timeOffset="19413.12">3679 6028 2599 0,'-10'0'0'0,"0"0"0"0,-3 0 0 0,1 0 0 0,0 6 0 15,-4 5 0-15,0 4 0 0,0 8 0 0,2 3 0 0,0 6 0 0,0 8 259 0,5 0-108 0,0 7-45 0,4 2 257 0,3 4-160 0,2 0-82 16,0 1-39-16,0-2-35 0,11-3-47 0,5 0 0 16,4-5 0-16,2-4 0 0,3 1 0 0,1-8 0 15,-1-5 0-15,1 0 0 0,0-1 0 0,1-7-381 16,-3-1 153-16,1-4 49 0,-4-3 89 0,-1-7-563 16,-1-3 305-16,0-2 153 0,-3 0 76 0,0-2-372 15,-2-9 214-15,2-8 123 0</inkml:trace>
  <inkml:trace contextRef="#ctx0" brushRef="#br0" timeOffset="19791.46">4122 5804 2595 0,'-5'-7'0'0,"0"6"0"0,2 1 0 0,3 0 0 0,0 6 0 0,0 9 0 0,0 6 0 0,0 4 0 16,0 7 0-16,0 11 0 0,0-3 173 0,3 3 210 0,3 2-172 0,-2-2-86 0,-2-6-12 0,1 5-42 0,0-4 0 16,1-5-32-16,-2-3-35 0,1-6-1 0,-1-3 46 15,-2-5-11-15,4-6-85 0,-2-2 43 0,-2-3 0 16,0-3 43-16,0-2-122 0,0 0 45 0,-6-2 36 16,-1-8-1-16,-3-6 21 0,-5-2-41 0,5-1 34 15,-7-6-77-15,0 3 34 0,1 0-5 16,-1 1-10-16,-1 8 46 0,1-1 1 15,-1 7 1-15,-1 3 76 0,0 4-36 0,0 0 1 16,2 4-36-16,4 9 202 0,0 4-208 0,8 0 0 16,1 3 0-16,2 1 0 0,2 0 0 0,0 1 0 15,11 1 0-15,2-4 0 0,4 0 0 0,2-2 0 16,2-3 0-16,-3-5 0 0,9 3 0 0,-7-8-429 16,8 0-12-16,-1-4 207 0,-1 0 72 0,1-8-296 15,1-7 214-15,-1-4 103 16,-8-4-593-16</inkml:trace>
  <inkml:trace contextRef="#ctx0" brushRef="#br0" timeOffset="19986.03">4275 6138 2404 0,'0'-14'0'0,"2"6"0"0,0 1 0 0,1 1 0 0,-1 0 0 0,3 5 0 0,1-1 0 0,4 0 0 0,4 2 0 0,4 0 0 0,-3 5 401 0,2 7-181 0,1 7-91 16,0-2-45-16,-3 4 93 0,-5-3-59 0,-1 5-45 15,-2 3 0-15,-4-2-126 0,-3 1 45 0,0-3 1 16,-7-3 55-16,-5 1-198 15,-8 0 94-15,5-10 48 0,-8 5-91 0,3-8 58 16,-2 1 46-16,-1-7-380 0,3 1 181 0,3-2 41 16,3 0 61-16,5-6-357 0,6-13 196 0,3-13 111 15,1-5 52-15,14-7-487 0,2-1 269 0</inkml:trace>
  <inkml:trace contextRef="#ctx0" brushRef="#br0" timeOffset="20152.82">4502 5927 2762 0,'9'-7'0'0,"0"-1"0"0,-6 6 0 0,-1 0 0 0,-2 2 0 0,-2 4 0 0,-12 12 0 0,0 9 0 0,4 0 0 0,-5 2 0 0,8-2 802 16,1 10-435-16,1-4-367 0,5-1 0 0,0-1 0 0,3-2 0 16,5-4 0-16,8 1 0 15,4-3 0-15,-1-1 0 0,2-2 0 0,2-2 0 0,-5-4 0 16,2-3 0-16,2 0 0 0,-6-1-369 16,0-3-8-16,-5 4 68 15,-1-6-719-15,-2 3 500 0</inkml:trace>
  <inkml:trace contextRef="#ctx0" brushRef="#br0" timeOffset="20377.98">3941 6520 3159 0,'-52'15'0'0,"7"0"0"0,13-4 0 0,7-2 0 0,9-2 0 0,4-4 0 0,8 2 0 0,4-4 0 0,13 3 0 0,20-3 0 0,10 1 168 0,7-2 259 0,16 0-250 0,1 0-177 15,3 0 0-15,4 0 0 0,0 0 0 0,-12-2 0 0,13 1 0 16,-22 1 0-16,4 0 0 0,-8 0 0 16,-10 1 0-16,-2 8 0 0,-4-2-38 0,-11 0-5 0,-2 0-921 15,-6 3 468-15,-7-5 206 0,-5 3-512 16,-2 4 387-16</inkml:trace>
  <inkml:trace contextRef="#ctx0" brushRef="#br0" timeOffset="20729.12">4229 6647 2485 0,'-29'9'0'0,"7"0"0"0,3 2 0 0,1 1 0 0,2-1 0 0,6 1 0 0,1 6 0 0,5-1 0 0,4 7 0 0,0 1 0 0,0 2 148 0,4 2 261 16,7 3-175-16,-4 1-103 16,1 0-46-16,1-2 36 0,-3-1-41 0,-1-2 0 0,-2-7-32 0,-1 2-49 15,0-6-1-15,1-5 41 0,-3 1-110 0,0-6 55 0,0-4 37 31,0-1-52-31,0-2 34 0,-9 0 1 0,1-2-125 0,-5-7 152 0,3-6 9 0,-3-2-54 16,-4-6 32-16,1 4-55 0,-1-7 77 16,0 2-12-16,2 8-23 0,-3-4 58 0,1 6-28 15,0 2 11-15,2 5-16 0,-1 3-30 0,0 2 0 0,2 2 0 16,0 2 0-16,3 9 0 0,1 6 0 16,3 4 0-16,3-1 0 0,3 8 0 15,1-2 0-15,0-1 0 0,0 0 0 0,5-8 0 16,7 6 0-16,1-3 0 0,4-6 0 15,1 0 0-15,1-3 0 0,4-5 0 0,5-5 0 0,-1-1-462 16,1 0 46-16,3-9 188 0,5-12 95 16,-8 1-738-16,5-6 421 0,-6 1 206 0,-5-3 102 15</inkml:trace>
  <inkml:trace contextRef="#ctx0" brushRef="#br0" timeOffset="21038.62">4287 6922 2983 0,'0'-8'0'0,"0"3"0"0,0 2 0 0,-3 0 0 0,1 1 0 0,-1 2 0 0,3 0 0 0,0 0 0 0,3 0 0 0,9-2 0 0,9 2 392 0,1-1-177 0,8-1-78 0,0 0-204 16,1-1 53-16,1 2 27 0,0-1-247 0,-2 0 137 0,-4 1 77 16,4-1 25-16,-9 0 0 0,0 0-627 0,-7 2 330 15,-3-1 94-15,-3 1 111 0,-4-3-611 16,-3-1 329-16,-1-2-22 16,0 0 177-16,-6-6 87 0,-6 0 86 0,-4-2 3 15,4-1-1-15,-3-2 0 0,-2 0 0 0,1 2 1 16,0 1 355-16,2 5-172 0,0 2-93 15,1 3 259-15,1 2-175 0,2 2-72 0,-3 0 609 0,6 12-300 16,0 4-167-16,1 7 197 0,3 5-182 0,3 2-91 0,0 4-36 16,0 1-10-16,0 1-45 0,9 1 215 15,3-2-108-15,6-4-289 16,-2-2 101-16,3-5 35 0,-1-5-522 0,3-4 284 0,-1-6 142 0,-2-3-233 16,2-6 146-1,-2 0 98-15,4-4-26 0,-2-15 49 0,-2-5 24 0,1-4-570 0</inkml:trace>
  <inkml:trace contextRef="#ctx0" brushRef="#br0" timeOffset="21273.84">4818 6272 2962 0,'0'-20'0'0,"0"6"0"0,1 5 0 15,5 3 0-15,-1 3 0 0,5-1 0 0,5 4 0 0,4 0 0 0,2 11 0 0,2 9 0 0,5 11 78 0,-2 4 526 0,-1 9-317 16,-5 3-287-16,1 5 0 0,-6 3 0 0,-4-1 0 0,0 10 0 15,-10-11 0-15,-1 3 0 0,0-2 0 16,0 1 0-16,-12-3 0 0,-1-5 0 0,-2-7 0 0,-4-5 0 16,0-3 0-16,-1-9 0 0,-1-4 0 15,-4-4 0-15,3-8 0 0,-3-3-36 0,-2-4-388 16,4 0 187-16,-2-3 98 0,5-16 51 16,3-13-316-16,1-14 187 0,7-14 89 0,8-3-634 15,1-26 362-15</inkml:trace>
  <inkml:trace contextRef="#ctx0" brushRef="#br0" timeOffset="21508.1">4907 6107 2596 0,'20'-32'0'0,"8"4"0"0,2 4 0 0,-5 3 0 0,3 5 0 0,-1 8 0 16,0 0 0-16,1 6 0 0,-1 0 0 0,-6 2 0 0,-1 0 194 0,2 13-77 0,-8 1-33 0,-3 2-45 0,-4 1 0 16,-4 4 9-16,-3 0-9 0,0 3-48 0,-8-3 1 0,-6 0 195 15,-2-7-74-15,-3-1-27 16,2-2-10-16,3-2-37 0,2-4-1 0,1-1 118 15,4-2-59-15,2 2-97 0,3-4 0 0,2 0 0 0,0 0 0 16,2 0 0-16,10 0 0 0,6 0 0 16,3 0 0-16,0 0 0 0,2 0 0 0,0 0 0 15,7 0-441-15,-10 0 50 0,8 0 193 16,-4 0-770-16,-3 1 465 0,1 9 232 16</inkml:trace>
  <inkml:trace contextRef="#ctx0" brushRef="#br0" timeOffset="21683.34">5325 6578 3931 0,'-2'0'0'0,"2"0"0"0,0 0 0 0,-3 0 0 0,3 0 0 0,0 0 0 0,0 0 0 0,3 0 0 0,2 0 0 0,3 2 0 0,4 0 0 0,0 2 0 0,-2-2 0 0,4 3-660 16,-3-1 299-16,0 2 199 0,-3 0 100 0,1-1-486 15,0 2 276-15</inkml:trace>
  <inkml:trace contextRef="#ctx0" brushRef="#br0" timeOffset="21988.7">5821 6161 3688 0,'-10'-15'0'0,"2"8"0"0,-2 3 0 16,1-1 0-16,-2 1 0 0,-1 2 0 0,2 2 0 0,-5 0 0 0,1 7 0 0,-4 16 0 0,0 9 243 0,5 9-243 0,1 6 0 15,1 6 0-15,4 13 0 0,5-16 0 16,2 11 0-16,0-5 0 0,2-4 0 0,11-8 0 0,4 6 0 15,3-7 0-15,3-4 0 0,-1-10 0 16,3-1 0-16,0-5 0 0,-2-6 0 0,-4-8 0 0,4-4-281 16,-2-5-210-16,-1 0-504 15,1-1 469-15,0-16 248 0,-4-1 119 0,1-7-462 0</inkml:trace>
  <inkml:trace contextRef="#ctx0" brushRef="#br0" timeOffset="22331.67">6037 6130 2750 0,'0'-21'0'15,"-1"9"0"-15,-2 4 0 0,1 2 0 0,-1 4 0 0,1 0 0 0,0 2 0 0,2 10 0 0,0 14 0 0,0 6 0 0,0 9 498 0,0 6-220 0,2 6-124 0,0 4 97 0,2 3-251 0,1 0 0 16,1-3 0-16,-1-2 0 0,3-7 0 0,-1-9 0 16,1 2 0-16,-1-7 0 0,-1-9 0 0,1-8 0 15,-4-2 0-15,-1-5-17 16,-1-3-18-16,1-5 37 0,-2 0-172 0,0 0 94 15,-5-11-42-15,-5-10 10 0,-3 1 12 0,0-4 28 0,-2-1 72 16,-4-3-10-16,-2 0-33 16,1 1 0-16,-1 6 209 0,0 3-104 0,-5 7-51 0,7 5-15 15,-3 5 420-15,1 1-325 0,3 0-95 16,2 7 0-16,5 8 0 0,1 6 0 0,5 2 0 0,5 2 0 16,0 2 0-16,0-1 0 0,3 0 0 0,7-5 0 15,7 7 0-15,-2-8 0 0,5-3 0 16,-4-5 0-16,4-2 0 0,4-5 0 0,1-5-721 15,3 0 189-15,-1-2 248 0,1-11 122 0,0-6-703 16,-8-4 417-16</inkml:trace>
  <inkml:trace contextRef="#ctx0" brushRef="#br0" timeOffset="22476.06">6140 6496 2940 0,'0'-13'0'0,"-4"5"0"0,4 3 0 0,-5-3 0 0,3 5 0 0,2-2 0 0,0 1 0 0,0 3 0 0,7-1 0 0,11 0 0 0,4 0 82 0,5 0 68 0,1 0-61 15,4 1-25-15,-3-2 0 0,1 3-504 0,-1 0 240 0,-4 0 128 16,-1 0 51-16,-4 0-688 0,-1 0 374 0,-7 0 187 16,-3 0-62-16,-5 0-425 0</inkml:trace>
  <inkml:trace contextRef="#ctx0" brushRef="#br0" timeOffset="22630.17">6349 6293 2239 0,'-15'-14'0'0,"2"5"0"0,3 7 0 16,-2 1 0-16,2 1 0 0,0 0 0 0,1 7 0 0,3 16 0 0,5 2 0 0,1 6 0 0,0 11 469 0,0-2-216 0,1-2-97 0,7 11 88 0,3-6-102 16,-2-8-52-16,3 1-184 0,1-1 66 0,0-2 43 0,3-6-577 15,-4-9 300-15,3 0 150 0,0-10 75 0,1-4 38 0,0-4-852 16,1 0 414-16,0-17 178 0</inkml:trace>
  <inkml:trace contextRef="#ctx0" brushRef="#br0" timeOffset="22845.22">6515 6343 2578 0,'-3'-21'0'0,"3"-2"0"0,0 3 0 0,0 9 0 0,0 2 0 0,0 3 0 0,3 5 0 0,7 1 0 0,7 7 0 15,2 11 0-15,4 5 71 0,3 8 345 0,-4 3-188 0,1 4 46 16,-6-3-108-16,3 11-69 0,-3 2-29 0,-9-2-35 0,-5-1-33 16,-3 0 0-16,0-7 0 0,-3 9 0 15,-12-8 0-15,-6-3 0 0,1-8 0 0,-5-1 0 0,-1-7 0 16,-2-7 0-16,0-3 0 0,-2-4 0 15,1-6-16-15,3 0-809 16,5 0 384-16,-1-16 206 0,7-6 99 0,3-8-215 0,5-12 156 16,7-7 79-16,0-7-548 0</inkml:trace>
  <inkml:trace contextRef="#ctx0" brushRef="#br0" timeOffset="23059.02">6607 6085 2377 0,'20'-23'0'0,"8"4"0"0,-3 6 0 0,-3 4 0 0,-2 3 0 0,2 5 0 0,-4-2 0 0,-1 3 0 0,1 0 0 0,-4 10 0 0,-2 4 69 0,-5 5 249 0,-3 2-130 16,-4 4 74-16,0-1-112 0,-6 4-55 16,-8 1-29-16,-6-5 0 0,3-8 79 0,-2 1-58 0,1-2-24 15,0-1-18-15,5-7-45 0,6-3 0 0,-4 0 0 16,7-2 0-16,2-2 0 0,2 0 0 16,0 0 0-16,9 0 0 0,12-5 0 0,5-4 0 0,5 0 0 15,6-2 0-15,2-1 0 16,7 5-61-16,0-1-351 0,3 1 208 0,4 2 53 15,-1-1-1012-15</inkml:trace>
  <inkml:trace contextRef="#ctx0" brushRef="#br0" timeOffset="23703.25">7442 5465 1451 0,'-2'-4'0'0,"-6"2"0"0,3-2 0 0,-2 2 0 0,2 1 0 0,-4-2 0 0,3 2 0 0,1 1 0 0,2 0 0 0,0 0 0 0,3 0 347 15,0 0-154-15,0 0 133 0,3 0-144 16,7 0-61-16,8 0-46 0,2 0 250 15,2 0-143-15,5 0-72 0,3 0-25 0,4 0 223 16,8 0-135-16,-2 0-120 0,7 1-53 0,15 2 0 0,-4 0 0 16,20 1 0-16,-2 2 0 0,20 2 0 0,-1-2 0 15,8 4 0-15,10-1 0 0,18 4 0 0,-11-3 0 16,2 3 0-16,2-4 0 0,0-2 0 16,-12 3 0-16,24-2 0 0,-16-2 0 0,-17-3 0 15,14 1 0-15,-9-1 0 16,-14-2 0-16,14-1 0 0,-18 0 0 0,-17 1 0 0,1 2-52 0,-10-3-397 15,-16 2 195-15,-11 4 112 0,-10-3 52 16,-10 4 25-16,-10 6-771 0,-7 5 399 0</inkml:trace>
  <inkml:trace contextRef="#ctx0" brushRef="#br0" timeOffset="24297.8">7004 6471 1796 0,'-16'-5'0'0,"0"-1"0"0,8 5 0 0,1-2 0 0,4 1 0 0,1 2 0 0,2-1 0 0,0 1 0 0,2 0 0 0,21 0 0 0,2-3 152 0,7 2-56 0,12-1 224 15,-5-2-131-15,12 2-79 0,-3-1-34 16,0 0 32-16,-3 2-34 0,-2 1 1 16,-7 0-25-16,1 0-181 0,-2 0 86 0,-3 1-398 15,-5 5 242-15,-4-2 121 0,-5 0 70 0,-3 0 19 0,-3-3-777 16,-4-1 365-16</inkml:trace>
  <inkml:trace contextRef="#ctx0" brushRef="#br0" timeOffset="24470.75">7332 6039 2422 0,'-5'0'0'15,"0"2"0"-15,3 9 0 0,0 7 0 0,2 2 0 0,0 12 0 0,0 9 0 0,0 5 0 0,0 4 0 0,0 14 0 0,2-8 277 0,0 19-124 0,3-3 3 0,-3-3-58 0,2 1-30 16,3-6 1-16,0-5-548 0,3 12 255 0,-2-10 132 16,-1 2-784-16,1 0 444 0</inkml:trace>
  <inkml:trace contextRef="#ctx0" brushRef="#br0" timeOffset="25075.8">7966 5978 2050 0,'-10'0'0'0,"1"0"0"0,-2 3 0 0,-1 11 0 0,0 5 0 0,-3 6-3 0,0 6 0 0,1 6 1 0,-3 8 2 0,5 0 0 0,0 4 429 16,3 2-192-16,3-2-98 0,5-4-38 0,1 9-10 0,0-9 146 0,0-1-98 16,10-3-50-16,6-4-2 15,0-5-119-15,5 2 29 0,3-4 1 0,1 0-354 16,-1-6 197-16,1 2 99 0,1-7-584 0,1 0 327 15,-4-6 117-15,4-1 95 0,-1-4-301 0,-4-4 183 0,-1-4 79 16</inkml:trace>
  <inkml:trace contextRef="#ctx0" brushRef="#br0" timeOffset="25449.05">8452 5589 2625 0,'-7'0'0'0,"1"0"0"0,3 11 0 0,-3 6 0 0,2 5 0 0,-4 7 0 16,3 3 0-16,-2 13 0 0,1 2 0 0,2 3 0 0,-2 3 96 0,4 0-17 0,0-2 232 0,2-3-135 16,0-10-17-16,0 1-60 0,0-3-29 0,0-10 10 15,0-1-40-15,2-3-64 0,3-8 31 0,-2-4 1 16,-3-2-81-16,0-5 66 0,0-1 19 0,0-2 0 0,0 0 31 15,-8 0-2-15,-2-7-1 0,-2-6-38 0,-1-1-67 16,0-2 19-16,-4-5 30 0,0 3-5 0,0-3-195 16,2 2 92-16,-6-4-73 0,7 10 81 0,-4 4 45 15,3 2 96-15,0 3-28 16,7 4-17-16,-5 0-15 0,4 9 277 0,4 6-133 16,2 6-68-16,3 3-33 0,0-2 126 15,0 5-71-15,7-3-11 0,3 1-26 0,6-5 29 16,0 1-1-16,0-4 31 0,7 2-51 0,-5-8-525 15,6 2 252-15,-4-7 127 0,5 0 63 0,0-6-839 16,5 0 428-16</inkml:trace>
  <inkml:trace contextRef="#ctx0" brushRef="#br0" timeOffset="25609.49">8593 5938 2839 0,'0'-11'0'0,"0"9"0"0,-2 0 0 0,-1 2 0 0,1 0 0 0,0 0 0 0,2 0 0 0,0 4 0 0,0 7 0 0,4 0 0 0,6 3 133 16,1-2-47-16,2 4 10 0,-1 1-56 0,4-1-318 0,-2-1 159 0,2-2 79 16,-2 1 41-16,3-3-604 0,-3-3 316 0,2-3-498 15,-4-5 388-15</inkml:trace>
  <inkml:trace contextRef="#ctx0" brushRef="#br0" timeOffset="25764.15">8864 5844 2130 0,'0'-12'0'0,"0"3"0"0,-4 4 0 0,-1 4 0 0,-2 1 0 0,-2 0 0 0,2 6 0 0,-3 17 0 0,1 1 0 16,-2 4 0-16,-3 12 317 0,3-7-129 0,-1 13-78 15,-2-7-97-15,1 2-1 0,0 0 28 0,0-1 1 0,-1-4 9 0,0 7-427 16,1-5 209-16,0-6-597 16,-2 1 392-16,-6 0 196 0</inkml:trace>
  <inkml:trace contextRef="#ctx0" brushRef="#br0" timeOffset="25953.31">7814 6635 2589 0,'-14'7'0'0,"9"3"0"0,5-3 0 0,2-3 0 15,24-4 0-15,18 0 0 0,13 0 0 0,7 0 0 0,12-6 0 0,4-4 0 0,15-4 78 0,-11 2 0 0,4-2-65 0,-17 2 1 16,-2 2 36-16,11-3-231 0,-17 8 110 0,-11 1 56 15,0 1 28-15,-7 0-558 0,-11 3 300 0,-8 0 135 16,-1 0-1-16,-9 0-612 0</inkml:trace>
  <inkml:trace contextRef="#ctx0" brushRef="#br0" timeOffset="26302.76">8340 6653 2081 0,'-30'18'0'0,"3"4"0"0,1 1 0 0,4 1 0 0,3 3 0 0,5 1 0 0,7 1 0 0,3 1 0 0,3 4 0 15,1-4 0-15,0 3 363 0,0-4-166 0,0 0-79 0,5-3-51 0,0-4 0 0,0-1-27 0,1-4 10 0,-5-4-158 0,1-3 75 16,0-1 36-16,0-5 0 16,-2-4-57-16,0 0 56 0,0 0-9 0,-6-2 8 0,-4-10 39 15,1-3-41-15,0-2 0 0,-3-1-34 16,-2-4-2-16,3 1 1 0,-1 4 116 0,0-4-40 15,-3 3 0-15,5 6-22 16,0 1-13-16,-1 5 208 0,1 2-95 0,1 3 190 0,-3 1-133 0,2 1-58 16,0 13-43-16,0 8-51 0,5-5-23 0,-1 9 0 15,6 0 0-15,0-3 0 0,0 5 0 16,2-5 0-16,6-1 0 0,7-1 0 0,0-8 0 16,6 2 0-16,6-3 0 0,-1-7-53 15,4-5-34-15,0 0-836 0,2-2 443 0,1-12 206 0,-1-2 122 16,0-5-650-16,-2-1 381 0</inkml:trace>
  <inkml:trace contextRef="#ctx0" brushRef="#br0" timeOffset="26460.7">8422 6879 2784 0,'-11'-8'0'0,"4"5"0"0,-1 0 0 0,0 1 0 0,3-1 0 0,3 2 0 15,2-2 0-15,0 3 0 0,12-2 0 0,8 1 0 0,5 1 84 0,1 0 1 0,2-2 142 0,2 2-93 0,-3 0-37 0,6 0-383 16,-6 0 164-16,-5 0 80 0,5 0-586 15,-7 0 331-15,0 0 175 0,-3 2 74 0,-6-2-647 16,1 0 331-16,-4 0 152 0,-5 0 86 16</inkml:trace>
  <inkml:trace contextRef="#ctx0" brushRef="#br0" timeOffset="26627.16">8682 6711 2360 0,'-19'-12'0'0,"4"4"0"0,-2 1 0 0,-2 2 0 0,0 4 0 0,2 1 0 0,1 0 0 0,0 13 0 0,5 2 0 0,2 8 0 0,4 1 149 0,5 2 98 0,0 1-103 0,0 2-41 15,9 0 125-15,5 1-93 16,4-2-48-16,1-1 0 0,1-5-47 0,1-3-286 0,5 1 138 16,-4-5 74-16,-1-5-559 0,2-3 317 0,0-3 158 0,-2-4-652 15,2 0 371-15,-1 0 175 0,-3-10 92 16</inkml:trace>
  <inkml:trace contextRef="#ctx0" brushRef="#br0" timeOffset="26861.67">9014 6333 2203 0,'4'-25'0'0,"1"9"0"16,5 2 0-16,0 6 0 0,1 6 0 0,1 2 0 0,4 0 0 0,0 10 0 0,5 18 0 0,2 6 0 0,-5 5 70 0,-1 6 419 0,-2 8-225 16,-5 2 255-16,-4 3-245 0,-6 9-162 0,0-7-112 15,-4-2 0-15,-12 5 0 0,0-13 0 0,-3 3 0 16,0-3 0-16,-3-5 0 0,-1-3 0 0,2-12 0 15,-3-2 0-15,-2-7 0 0,1-6 0 0,1-5 0 16,6-6-4-16,-5-4-85 0,2 0 42 0,3-1-75 0,-2-17-659 16,10-9 370-16,-1-11-423 15,11-8 397-15,0-10 189 0</inkml:trace>
  <inkml:trace contextRef="#ctx0" brushRef="#br0" timeOffset="27095.32">9206 6028 2260 0,'28'-20'0'0,"2"7"0"16,2 3 0-16,-6 3 0 0,-6 4 0 0,1 1 0 0,-3 2 0 15,-6 2 0-15,-1 12 0 0,-2 1 0 0,-6 4 153 0,-3 5-57 0,0 0-11 0,-3 1-1 0,-13-3-34 0,-2 5-11 0,-2-5 18 0,-2-3-18 16,2-2 1-16,4-6 85 0,2-2-33 16,4-1-9-16,1-1-44 0,3-1 173 0,3-6-87 15,1 0-42-15,2 0 38 0,0 2-46 0,5-2-2 16,10 0-73-16,2 0 0 0,1 0 0 0,5 0 0 15,-2 0 0-15,-1 0 0 0,3 0 0 0,0 0-756 16,-2 0 384-16,-1 0 167 0,-1 0 102 0,-3 0-3 16,0 10-789-16</inkml:trace>
  <inkml:trace contextRef="#ctx0" brushRef="#br0" timeOffset="27257.62">9425 6580 2856 0,'-6'0'0'15,"1"0"0"-15,5 0 0 0,0 0 0 0,-1 0 0 0,1 0 0 0,0 0 0 0,0 0 0 0,6 0 0 0,2 0 0 0,1 0 86 0,1 0-48 0,3 0-641 16,-1 0 321-16,-5 0 159 0,2 5 81 0,-1 0-872 16</inkml:trace>
  <inkml:trace contextRef="#ctx0" brushRef="#br0" timeOffset="27491">9735 6211 3365 0,'-11'-4'0'0,"1"4"0"0,1 0 0 0,-2 0 0 0,-4 9 0 0,0 10 0 0,0 5 0 0,-2 14 0 0,2 7 0 0,2 6 0 0,1 10 566 16,8 1-566-16,3-8 0 0,1 3 0 15,0 0 0-15,1-5 0 0,10-3 0 0,3-6 0 0,3-8 0 16,3 0 0-16,1-7 0 0,2-3 0 0,-1-9-373 16,-1-4 204-16,2-5 113 0,3-3-915 15,-6-4 456-15,3-4 239 0,-2-14 118 0</inkml:trace>
  <inkml:trace contextRef="#ctx0" brushRef="#br0" timeOffset="27829.5">9970 6155 2934 0,'-1'-10'0'0,"-3"0"0"0,-1 6 0 0,0 4 0 0,-2 0 0 0,-1 17 0 0,3 6 0 0,0 9 0 0,0 12 0 0,1 8 0 0,0 12 117 0,1-1 308 16,-1 2-193-16,1-8-86 0,-4 15-69 0,3-18-77 16,3 3 0-16,-3-9 0 0,4-3 0 15,-2-10 0-15,2-4 0 0,-2-8 0 0,2-4 0 16,0-8 0-16,0-5 0 0,0-1-73 0,-1-5-30 0,-3 0 72 15,0-15-23-15,1-8-134 16,-1 3 51-16,-2-8 60 0,0-2-39 0,-1-2 38 16,0-4 1-16,-5 6 38 0,3 7 31 0,0 1 10 15,-5 5-40-15,1 7 348 0,-1 5-162 0,-2 3-90 16,0 2-28-16,-2 10-24 0,3 12 459 16,2 6-465-16,4 3 0 0,1-1 0 0,4 3 0 0,4 3 0 15,0-2 0-15,0-5 0 0,5 0 0 16,9-5 0-16,-3-5 0 0,6-2 0 0,2-4 0 0,2-8-145 15,3-5-303-15,3 0 225 0,1-5 30 16,-1-14 87-16,1 2-903 0</inkml:trace>
  <inkml:trace contextRef="#ctx0" brushRef="#br0" timeOffset="27991.44">9997 6633 3229 0,'-16'0'0'0,"9"0"0"0,0 0 0 0,-1 0 0 0,4 0 0 0,2 2 0 0,2-2 0 0,0 0 0 0,9 1 0 0,8 1 0 0,8 0 135 0,-2 0-48 0,1-2-339 16,6 2 141 0,-2 0 74-16,-2-1 39 0,-3 2-1 0,2-3 38 0,-5 2 9 0,-3-2-9 0,-6 1-1179 15,-1-1 562-15,-5 0 281 0</inkml:trace>
  <inkml:trace contextRef="#ctx0" brushRef="#br0" timeOffset="28138.66">10164 6518 2391 0,'-18'-12'0'0,"5"2"0"0,3 5 0 0,-2 3 0 0,-1 2 0 0,2 0 0 0,3 5 0 0,0 14 0 0,7 2 0 0,-1 10 0 0,2 1 77 16,0 9 406-16,0 0-223 0,2 1-110 0,3-7-43 0,4-1-39 0,1 0 1 15,1-2-578-15,3-5 274 0,-3-4 146 16,3-5 60-16,0-6 33 0,-1-3-353 16,1-5 193-16,0-4-707 0,0-3 382 0</inkml:trace>
  <inkml:trace contextRef="#ctx0" brushRef="#br0" timeOffset="28352.27">10289 6506 2644 0,'0'-16'0'0,"2"5"0"0,0 2 0 0,0 3 0 0,0 2 0 0,4 4 0 0,1 0 0 0,6 15 0 0,1 10 0 0,-2 9 0 0,6 7 494 0,-7 2-228 16,0 2-113-16,-5 3-58 0,-4 3 160 0,-2 0-231 0,0-4-24 15,-5 2 0-15,-7-4 0 0,-6 1 0 0,2-6 0 0,-3-6 0 16,-1 0 0-16,-3-6 0 0,0-7-34 15,0-4-127-15,5-8 98 0,-5-2 58 0,6-2-619 16,-3-5 297-16,6 0 149 0,3-6-439 0,4-11 289 0,5-12 135 16,2-6 82-16,0-5 36 15</inkml:trace>
  <inkml:trace contextRef="#ctx0" brushRef="#br0" timeOffset="28552.82">10436 6475 2559 0,'21'-11'0'0,"3"6"0"0,-2-1 0 0,-2 2 0 0,-2 2 0 0,-3 2 0 0,-2 0 0 16,-1 12 0-16,-3 0 0 0,-2 7 0 0,-3 6 89 0,-2-1 96 0,-2 2-74 0,-4-5-6 0,-9 7-38 15,-2-4-1-15,2-6-27 0,-1-6-1 0,0 2 34 0,7-8 9 16,-3-1-43-16,4-2 1 0,2 0 73 0,3-3-36 0,1 0 3 16,0 0-31-16,0 0-10 0,7 0 1 15,10-3-1-15,3 0-354 0,1-1 177 16,8-1 82-16,2-1-420 0,1 2 239 0,0 2 93 15</inkml:trace>
  <inkml:trace contextRef="#ctx0" brushRef="#br0" timeOffset="28710.88">11105 6907 3931 0,'-8'-6'0'16,"8"6"0"-16,0 0 0 0,0 0 0 0,0-2 0 0,0 1 0 0,0 1 0 0,0-2 0 0,0 2 0 0,-4 0 0 0,-1 0 0 0</inkml:trace>
  <inkml:trace contextRef="#ctx0" brushRef="#br0" timeOffset="30769.12">2323 7859 2277 0,'-15'-15'0'0,"0"13"0"0,10 2 0 16,2-2 0-16,3 2 0 0,0 0 0 0,-3 0 0 0,3 0 0 0,0 0 0 0,3 0 0 0,10 0 126 0,6-1-33 0,9-2 144 0,-2 2-99 0,3-3-49 15,1 2-25-15,0-2-179 0,-6 3 86 0,8-2 30 16,-5 2 0-16,-5 1-487 16,3 0 263-16,-6 0 131 0,0 5-782 0</inkml:trace>
  <inkml:trace contextRef="#ctx0" brushRef="#br0" timeOffset="30929.56">2393 8126 2975 0,'-28'0'-10'0,"15"10"10"0,6 0 0 0,3-4 0 0,3-2 0 0,1-1 0 0,0-3 0 0,0 4 0 0,8 1 0 0,12-4 0 0,7 1 144 0,6 1-39 0,7-2-11 15,3-1-443-15,1 0 195 0,5 0 98 0,0 0 47 0,1 0-713 16,0 0 377-16,-2-6-1285 15</inkml:trace>
  <inkml:trace contextRef="#ctx0" brushRef="#br0" timeOffset="31057.22">3346 7606 412 0,'-8'-10'0'0,"6"9"0"0,2-1 0 0,0 0 0 0,0 0 897 0,6-1-428 0</inkml:trace>
  <inkml:trace contextRef="#ctx0" brushRef="#br0" timeOffset="31316.81">3394 7578 3931 0,'30'0'0'0,"9"-2"0"0,2 0 0 0,9 0 0 0,2 0 0 0,3 0 0 0,11 0 0 0,-1 0 0 0,5-1 0 0,2-1 0 0,3 0 0 16,15-3 0-16,-2 1 0 0,0-2 0 0,6 0 0 16,2-5 0-16,-4 4 0 0,21-3 0 15,-6-3 0-15,1 1 0 0,2-1 0 0,3-2 0 0,0 2 0 16,19-4 0-16,-14 1 0 0,2-2 0 0,1-1 0 15,4-1 0-15,-12 2 0 0,29-3 0 16,-15 1 0-16,5-1 0 0,-2 1 0 0,3 0 0 0,-21 2 0 16,22 1 0-16,-30 5 0 15,1-1 0-15,-6 2 0 0,-11 3 0 0,-15 3 0 0,-2 1 0 16,-14 2 0-16,-2 2 0 0,-10 0 0 16,-12 2 0-16,-6 0 0 0,-5 0 0 0,-11 0-14 15,-3 0-54-15,-4 0-114 0,-4 0 71 0,-2 0 24 0,-17 0-184 16,-7 0 115-16,-6-2 57 0,-11 2 29 0,-8 0-636 15,-11 0 323-15,-18 0 177 0</inkml:trace>
  <inkml:trace contextRef="#ctx0" brushRef="#br0" timeOffset="31760.25">3862 7454 2266 0,'-33'-18'0'0,"5"13"0"0,6 3 0 0,4 0 0 0,1 2 0 0,2 0 0 0,3 4 0 0,-1 7 0 0,5 10 0 0,-1 7 0 0,1 10 166 0,3 16-69 0,2 12 27 0,3 4-42 15,0 1-1-15,0 0-42 0,0-8 187 0,0 11-99 16,1-10-43-16,5-4 19 0,-5-7-32 0,2 3 0 15,-3-3-23-15,0-2 32 0,0-6-1 0,-10-4-40 16,-1-9-1-16,-4 0 52 0,-2-7-70 0,-6-3-20 16,1-7 0-16,-3-5 0 0,-2-4 0 15,-1-4 0-15,-2-2 0 0,2 0 0 16,-4-2 0-16,-1-11 0 0,3-2 0 0,-2-3 0 16,2-3 0-16,2-3 0 0,3 3 0 0,3 2 0 15,5 4 0-15,3 4 0 0,5 3 0 0,1 3 0 16,4 2 0-16,-3 2 0 0,5 1 0 0,0 6 0 15,-3 12 0-15,0 8 0 16,1 5 0-16,1 0 0 0,0 5 0 0,-3-1-24 0,4 3 26 0,2-2-210 16,-5 0 98-16,3-4 40 0,2-2 29 0,0-2-421 15,0-7 202-15,0-1 115 16,0-5-471-16,9-3 289 0,9-9 144 0,10-3-361 16,9-15 242-16,11-23 137 0</inkml:trace>
  <inkml:trace contextRef="#ctx0" brushRef="#br0" timeOffset="32095.26">3909 7938 2153 0,'10'-2'0'0,"-5"2"0"0,-1 10 0 0,-4 8 0 0,0 3 0 0,0 7 0 0,0 1 0 0,0-1 0 0,2-1 0 0,7 2 0 0,8-3 464 16,2 0-218-16,3-5-103 0,5-4-52 0,1-4 21 15,2-6-37-15,3-4 11 0,0-3-156 0,-1 0 54 16,-2-8 28-16,-3-9-95 0,-4-2 61 0,-8 2 40 15,0-4-9-15,-3 0-25 0,-7 2 28 0,-3-2-1 16,-2-1-48-16,0 1-39 0,-4-5 2 16,-7 5 35-16,-4-2-11 0,-2 4 147 0,4 5-51 0,-4-1-25 15,0 5 230-15,1 2-119 16,-1 6-41-16,1 2 202 0,2 0-242 0,1 12-51 16,-2 11 0-16,3 2 0 0,2 7 0 0,3 3 0 15,0 8 0-15,3-6 0 0,2 12 0 0,-1-2 0 16,3-1 0-16,0-1 0 0,0-1 0 0,3-7-75 15,5 4-226-15,-1-4 155 0,2-4 27 0,0-1-557 16,0-3 318-16,-1-9 150 0,1 1 90 0,2-4-460 16,-1-4 269-16,6-6 136 0</inkml:trace>
  <inkml:trace contextRef="#ctx0" brushRef="#br0" timeOffset="32301.82">4645 7562 2944 0,'-11'-5'0'0,"5"4"0"0,2-2 0 0,3 3 0 16,-2 0 0-16,-2 0 0 0,-2 5 0 0,4 5 0 0,-3 3 0 0,0 4 0 0,2 4 111 0,0 1-12 0,-1 5-35 0,3-1 0 0,-1 2-25 0,0 1-214 15,3-5 116-15,-2 8 45 0,2-6-539 0,-1 0 294 16,1-5 147-16,0 1-713 0,0-4 383 0</inkml:trace>
  <inkml:trace contextRef="#ctx0" brushRef="#br0" timeOffset="32809.51">4730 7746 2299 0,'-10'-3'0'0,"5"2"0"0,3-2 0 0,1 2 0 0,1-2 0 0,0 1 0 0,0 1 0 0,5-2 0 0,10 2 0 0,3 1 0 0,7 0 72 0,-5 0 45 0,-1 0-44 0,2 0 0 15,-3 1-35-15,-1 5-61 0,-7 4 31 0,-2-2 9 16,-3 0 21-16,-3 5-94 0,-2-1 47 16,0 1 0-16,-10 0 188 0,-10 2-61 15,-3 0-44-15,-1-1 0 0,-1-3 235 0,-2 2-135 16,6-7-68-16,0 4 153 0,4-4-259 0,5 0 0 16,4-2 0-16,3-2 0 0,3-1 0 0,-1-1 0 15,3 2 0-15,0 2 0 0,5 0 0 0,8 2 0 16,5-2 0-16,4-1 0 0,3 2 0 0,-1-2-421 15,1 1 101-15</inkml:trace>
  <inkml:trace contextRef="#ctx0" brushRef="#br0" timeOffset="32840.1">4910 7958 387 0,'22'2'0'0,"3"2"0"0,-4-4 255 0</inkml:trace>
  <inkml:trace contextRef="#ctx0" brushRef="#br0" timeOffset="33018.8">5158 7816 2874 0,'-15'0'0'0,"-1"0"0"0,2 0 0 0,-1 0 0 0,-2 0 0 0,1 4 0 0,1 3 0 0,-1 6 0 0,2 8 0 0,-2 4 0 0,2 14 338 15,2 2-150-15,1 6 305 0,4 4-455 0,0 4-38 0,4 1 0 0,3 0 0 0,0-2 0 0,2-1 0 16,11-6 0-16,5-4 0 0,-3-3 0 16,7-4 0-16,-4-7 0 0,-1-6 0 0</inkml:trace>
  <inkml:trace contextRef="#ctx0" brushRef="#br0" timeOffset="33063.92">5138 8613 387 0,'20'0'0'0,"2"0"398"0,1-9-199 0,0-9-99 0,-4-8-50 0</inkml:trace>
  <inkml:trace contextRef="#ctx0" brushRef="#br0" timeOffset="33212.18">5256 8181 2572 0,'-19'-20'0'0,"6"11"0"0,-1 0 0 0,5 2 0 0,1 4 0 0,2-1 0 0,1 2 0 0,3 2 0 0,2 0 0 0,0 0 0 0,10 0 86 0,10 0 0 0,1 0-47 16,2 0-22-16,7 0-10 0,0 0 32 15,2 0-324-15,0 0 162 0,-4 0 80 0,-4 0 51 0,1 0-523 16,-2 0 276-16,-5 0-3 16,-1 0 116-16,-5-1-434 0</inkml:trace>
  <inkml:trace contextRef="#ctx0" brushRef="#br0" timeOffset="33393.68">5467 7917 2097 0,'-14'-13'0'0,"2"4"0"0,-1 3 0 0,0 2 0 0,0 4 0 0,0 0 0 0,2 0 0 0,-1 14 0 0,6 11 0 0,0 2 0 0,5 12 195 0,1 3-78 0,0 0 186 0,0 10-137 16,1-4-63-16,10-2-33 0,2-2 17 16,2-6-49-16,-2-5 10 0,2-2-382 15,2-4 185-15,-4-9 95 0,3-1 46 0,-2-7-609 32,1-5 240-32,0-5 186 0,-1 0-21 0</inkml:trace>
  <inkml:trace contextRef="#ctx0" brushRef="#br0" timeOffset="33554.11">5641 7970 2330 0,'7'-23'0'0,"1"5"0"0,-1 4 0 0,4 1 0 0,-1 7 0 0,4 5 0 0,0 1 0 0,7 0 0 0,4 11 0 0,-1 8 0 0,6 9 146 0,-5 4 335 0,-4 5-221 0,-1 5-111 16,-5 5-45-16,-6 3 152 0,-7 3-108 0,-2 2-91 16,0 0-57-16,-16-5 0 0,-4-2 0 0,-1-6 0 15,-1-5 0-15,3-9 0 0,-5 0 0 0,0-4 0 16,-1-6-274-16,-4 1-72 0,3-4 192 0,-6-2-1161 15</inkml:trace>
  <inkml:trace contextRef="#ctx0" brushRef="#br0" timeOffset="34276.04">6108 8126 2545 0,'-11'-11'0'0,"6"5"0"0,2 4 0 0,0-1 0 0,3 0 0 0,0 1 0 0,0 0 0 0,0 2 0 0,0-1 0 0,6 1 0 0,10 0 190 16,3 0-64-16,8 0 97 0,1 0-90 0,2 0-45 15,2 0 0-15,0 0-291 0,3 0 133 0,-5 0 52 16,2 5 29-16,-1 5-238 0,-3-4 135 0,-6 1 67 16,-2-2-707-16,1-1 363 0,-4-2 90 0,-5-1-348 15</inkml:trace>
  <inkml:trace contextRef="#ctx0" brushRef="#br0" timeOffset="34449.72">6362 7786 2336 0,'-16'-2'0'0,"6"1"0"0,0 1 0 0,1 0 0 0,3 7 0 0,1 7 0 0,3 11 0 0,2 3 0 0,0 7 0 0,0 5 0 0,0 3 129 0,0 4-44 0,0 5 55 15,0-6-49-15,2-7 10 0,3 12-59 0,0-5 0 16,1-6 0-16,2-4-1 0,1 0-115 0,-1-2 68 15,1-5 19-15,4-11-428 0,-3-1 228 16,5-7 115-16</inkml:trace>
  <inkml:trace contextRef="#ctx0" brushRef="#br0" timeOffset="34710.56">6525 7880 1923 0,'-1'-8'0'0,"1"5"0"0,0-1 0 0,0-4 0 0,12 3 0 0,4-1 0 0,9-1 0 0,-1 4 0 0,2 3 0 0,2 0 0 0,-2 3 70 0,2 10 9 0,-5 4-38 16,-1 3 0-16,-2 6 0 0,-6 2 0 0,-2 4 0 15,-5 0 187-15,0 3-99 0,-7-3-43 0,4-3-1 16,-1-6 281-16,0 1-162 0,3-3-71 16,-1-4-52-16,4-1 118 0,0-4-79 0,2-7-97 0,4 1-23 15,1-4 0-15,4-2 0 0,1 0-37 16,2-4 3-16,0-9 38 0,2-4 0 0,-3-2-553 15,2-1 287-15,-3-1 85 16,-1-3 95-16,-2-1-729 0,-4-1 385 0,0-7 182 16,-5-8-397-16</inkml:trace>
  <inkml:trace contextRef="#ctx0" brushRef="#br0" timeOffset="34877.72">7032 7624 2594 0,'-14'0'0'0,"3"0"0"0,-1 11 0 0,4 7 0 0,-5 8 0 0,8 6 0 15,-3 8 0-15,4 2 0 0,1 9 0 0,1 1 0 0,-2 14 162 0,0-4-60 0,4 0 349 16,-2 0-205-16,2-6-117 0,0 12-49 0,0-15 0 16,2 2-39-16,2-3-497 0,5-5 248 15,-2-7 135-15,-1-3-666 0,2-5 389 0,1-7 194 16,-2-5 98-16,-1-7-62 0,4-7-632 0</inkml:trace>
  <inkml:trace contextRef="#ctx0" brushRef="#br0" timeOffset="35071.89">7320 7368 2990 0,'-3'0'0'0,"1"3"0"0,-1 3 0 0,1 1 0 0,-2 4 0 0,3 4 0 16,-2 4 0-16,0 0 0 0,1 1 0 0,-1 7 0 0,3 2 95 0,-2 4-269 0,2 1 107 15,0 2 65-15,0-3-738 0,0 1 367 0,0 0 184 0,0-4 92 16</inkml:trace>
  <inkml:trace contextRef="#ctx0" brushRef="#br0" timeOffset="35281.28">7475 7583 3696 0,'-13'6'0'0,"1"12"0"0,2 3 0 0,-7 5 0 0,0 14 0 0,3 5 0 0,2 8 0 0,0 4 0 0,6-4 0 0,2 3 0 0,4-1 209 0,0 0-183 0,0-4-26 15,4-2 0-15,6-7 0 0,6-1 0 0,-4-5 0 0,6-3 0 0,-6-7 0 16,10 0-258-16,-10-11-25 16,5-2 158-16,2-7-752 0,-4-6 371 0,3 0 239 15,-2-6 54-15,-2-13-422 0</inkml:trace>
  <inkml:trace contextRef="#ctx0" brushRef="#br0" timeOffset="35427.68">7535 8038 2489 0,'-11'-6'0'16,"6"1"0"-16,-2 4 0 0,3 1 0 0,2 0 0 0,2 0 0 15,0 0 0-15,2 0 0 0,9 0 0 0,8 0 0 0,6 1 88 0,0 2-1 0,5-3-78 0,0 0 1 0,2 0-162 0,0 0 91 0,0 0 51 0,-2-3 25 0,-4-2 0 0,-5 2-610 16,1-5 314-16,-8 1 150 0</inkml:trace>
  <inkml:trace contextRef="#ctx0" brushRef="#br0" timeOffset="35578.75">7786 7816 2413 0,'-19'0'0'0,"1"0"0"0,-1 0 0 0,-1 11 0 0,2 6 0 0,4 2 0 0,5 7 0 0,5 2 0 0,1 2 0 0,3 6 0 0,0-2 236 0,3 2-15 0,7-1-90 0,2-3-45 16,2-2-1-16,3 1-523 0,0-8 235 15,0 0 121-15,1-4 61 0,0-8 31 0,2-1-333 0,-5-8 191 16,3-2-688-16</inkml:trace>
  <inkml:trace contextRef="#ctx0" brushRef="#br0" timeOffset="35776.28">7985 7904 2416 0,'5'-8'0'0,"5"5"0"0,1 2 0 0,0 1 0 0,1 0 0 0,0 12 0 0,2 9 0 0,3 4 0 0,-4 6 0 0,4 10 0 0,-7 1 608 0,-4 9-285 16,-5-1-130-16,-1 3-82 0,0 0 169 0,-16 0-280 16,1-2 0-16,-3-5 0 0,1-13 0 0,-5 1 0 15,1-3 0-15,1-8 0 0,-3-5 0 0,-2-6 0 16,2-2 0-16,-3-8-517 0,1-2 216 0,-2 0-500 16,1-2 380-16,-1-9 191 0,1-6 84 0,3-10 59 0,1-10-464 15</inkml:trace>
  <inkml:trace contextRef="#ctx0" brushRef="#br0" timeOffset="36163.37">7492 7168 1215 0,'-5'-6'0'0,"1"3"0"0,2-7 0 0,2 2 0 0,0 1 0 0,0 0 0 0,2-2 0 0,9 2 0 0,7 4 0 0,1-3 0 0,7 3 223 0,1 0-92 0,7 2-46 15,10-1 117-15,-6 2-71 0,18 0-50 16,4 0-1-16,-2 3 166 0,4 5-102 0,0 2-53 16,-5-3-16-16,14 6-28 0,-7-4-8 15,-1 1-250-15,-3-1 125 0,1 1 63 0,-8-5 41 16,0 1-456-16,-2 0 211 0,-6-5 125 0,-1-1 2 16,-12 0 51-16,-4 3-495 0,-2-3 257 0,-13 2-71 15,-4 1 159-15,-7 5 87 16</inkml:trace>
  <inkml:trace contextRef="#ctx0" brushRef="#br0" timeOffset="36404.08">8280 7502 1096 0,'-2'8'0'0,"2"-3"0"0,2 1 0 0,7-2 0 0,5 0 0 0,0-1 0 0,4 6 0 0,-4 1 0 0,2 0 0 0,-3 5 0 0,-3 0 387 0,-2 3-173 0,-4 1-77 16,-2 2-54-16,-2-2 0 0,0-1 123 15,-2 3-84-15,-8-4-41 0,-1-3 10 0,0-1 28 0,6-6-40 16,-3 0 138-16,2-3-89 16,5-2-44-16,-2-2 10 0,3 0 66 0,0 0-60 15,4 0-31-15,15-6 1 0,3-3-30 0,6-2 28 16,2-1-29-16,4 1-306 0,3 2 154 0,2-1 76 16,4 3 38-16,-3 3-430 0,8 0 225 0,1 2 71 15</inkml:trace>
  <inkml:trace contextRef="#ctx0" brushRef="#br0" timeOffset="38077.37">9277 7653 990 0,'0'-20'0'0,"0"4"0"0,2-3 0 0,-1-1 0 0,1-2 0 0,3-2 0 0,-3 3 0 15,1 1 0-15,1 1 0 0,0 1 0 0,-3 6 90 0,1-1-16 0,0 5 220 0,0 3-129 0,-2 1-63 16,0 2 268-16,0 1-166 0,2 1-74 15,0 0 22-15,-1 9-58 0,1 5-27 16,1 11-1-16,-1 3-28 0,0 11 221 0,-2 11-115 16,0 9-53-16,0 2 170 0,0 4-111 0,-2 1-57 0,-3-7 4 15,-2 15-97-15,1-10 0 0,1-1 0 16,1-12 0-16,3 3 0 0,-1-13 0 0,0 0 0 16,2-5 0-16,0-9 0 0,0-5 0 0,0-7 0 15,0-6 0-15,0-3 0 16,0-4 0-16,0-2 0 0,0 0 0 0,-7-6 0 0,0-9 0 15,-4-6 0-15,-1-1 0 0,0-3 0 0,-4-3 0 16,-2 0 0-16,-1-2 0 0,-3 2 0 16,-1-1 0-16,0 7 0 0,2 6 0 0,3 4 0 0,-4 4 0 15,0 6 0-15,4 2 0 0,1 0 0 16,4 4 0-16,1 14 0 0,3 5 0 0,5 0 0 16,4 4 0-16,0 2 0 0,0 1 0 15,4 3 0-15,13-3 0 0,2-2 0 0,3-4 0 0,3-1 0 16,2-5 0-16,2-3 0 0,1-6 0 15,-1-7 0-15,0-2 0 0,4 0 0 0,6-9 0 16,-2-13 0-16,4-10 0 16,9-13 0-16,-4-3 0 0,3-4 0 0,1-5 0 0,0-2 0 15,-1 1 0-15,-6 2 0 0,-3-4 0 16,-5 1 0-16,-3-3 0 0,-7 6 0 0,0-14-89 0,-5 10 18 16,-5 11 0-16,-6 10 60 0,-2 1-27 15,-5 14-9-15,0 0 9 0,-2 6 222 0,0 9-111 16,0 2-56-16,-7 5 74 0,-2 0-91 0,-2 2 0 0,-1 5 0 0,1 19 0 15,-3 2 0 1,4 11 0-16,-1 8 0 16,2 6 0-16,4 12 0 0,1-2 0 0,4 3 0 0,0-2 0 15,0-10 0-15,2 6 0 0,5-3 0 0,4-3 0 0,1-3 0 0,1-1 0 16,1-12 0-16,0 2 0 0,0-3 0 0,0-6 0 16,-5-6 0-16,3-2 0 15,-5-8 0-15,1-4 0 0,0-1 0 16,-4-5 0-16,-1 1-341 0,1-4-14 0,-2 0 149 0,0 0 89 0,-2-2-218 15,0-8 148 1,0-7 75-16,0-3-498 0,-2-9 291 0,-7-3 140 0</inkml:trace>
  <inkml:trace contextRef="#ctx0" brushRef="#br0" timeOffset="38243.82">9567 7852 2982 0,'-20'4'0'0,"4"3"0"0,4-3 0 0,1 0 0 0,6-1 0 0,5 0 0 0,0 2 0 0,3-2 0 0,19 1 0 0,7 0 0 0,13-2 97 0,0-1 275 16,-1-1-158-16,16 0-93 0,-4 0-135 16,3 0 27-16,1 0-1 0,-3 0 26 0,0-1-294 15,-1 1 142-15,-3 0 76 0,1 0 38 16,0 0-943-16</inkml:trace>
  <inkml:trace contextRef="#ctx0" brushRef="#br0" timeOffset="38402.11">10806 8017 2455 0,'-4'-4'0'0,"4"2"0"0,0-2 0 0,0-1 0 15,0-1 0-15,0 3 0 0,0-4 0 0,0 0 0 0,0 2 0 0,0 3 0 0</inkml:trace>
  <inkml:trace contextRef="#ctx0" brushRef="#br0" timeOffset="51235.09">2208 9048 378 0,'-13'-2'0'0</inkml:trace>
  <inkml:trace contextRef="#ctx0" brushRef="#br0" timeOffset="51592.08">2185 9262 3527 0,'5'55'0'0,"0"-5"0"16,0 2 0-16,1 0 0 0,-2-2 0 0,-3-7 0 0,1 10 0 0,0-10 0 0,1-5 0 0,-3 1 0 0,0-5 68 0,0-8 8 0,0-1-38 0,0-7 0 0,0-4 49 0,0-5-24 16,0-4-29-16,-5 0-34 0,0-5 0 0,-6 0 0 15,-3-2 0-15,-2-12 0 16,2 0 0-16,-7-7 0 0,2-2 0 0,-6 3 0 0,0-5 0 16,-1 3 0-16,-1 1 0 0,1 4 0 0,5 5 0 15,0 1 0-15,-1 6 0 0,3 3 0 16,3 2 0-16,1 0 0 0,4 11 0 15,-1 9 0-15,5 3 0 0,3 4 0 0,3-3 0 0,1 10 0 0,0-6 0 16,1 2 0-16,8-2 0 16,5-2 0-16,-1-5 0 0,7 1 0 0,-2-4 0 0,-2-7 0 0,6 0 0 15,0-5 0 1,1-4 0-16,2-2 0 0,2 0 0 0,3-8-10 16,2-14-64-16,0-7-169 0,4-6 93 0,-1-6 60 15,5-11-466-15,-5 2 259 0,-3-1 130 0,-1-3 64 0,-8 3-373 16,1-14 224-16,-4-1 107 0,-4-3-34 15,-5 2 71-15,1 2 35 0,-5 16-10 16,-3 7 292-16,-1 12-123 0,-1 1-62 0,0 13-31 0,-2 3 596 16</inkml:trace>
  <inkml:trace contextRef="#ctx0" brushRef="#br0" timeOffset="51785.61">2475 9089 3931 0,'-3'13'0'0,"-1"16"0"0,1 6 0 0,3 10 0 0,0 6 0 0,0 13 0 16,0 3 0-16,0 3 0 0,1 1 0 0,8-9 0 0,2 13 0 0,1-13 0 0,1-11 0 0,4 2 0 0,-1-5 0 0,0-10 0 0,3 0 0 0,0-7 0 0,-2-4 0 15,-4-10 0-15,2-4 0 16,-3-5 0-16,4-7 0 0,-4-1 0 0,3-5 0 0,-2-18-389 0,4-11 100 16,-4 0 116-16,1-16-364 15,0-2 250-15,-3-16-289 0,0-2 269 0,-3-5 126 0,1-4 76 16,2 1 33-16,-2 7 1 0,-2 19-92 16,1 2 62-16,-3 15 23 0,-2 10 155 0,2 1-57 0,-3 12-29 15,-1 2 0-15,-1 9 558 0,2-2-303 0</inkml:trace>
  <inkml:trace contextRef="#ctx0" brushRef="#br0" timeOffset="52100.47">2866 9218 3931 0,'0'15'0'0,"0"6"0"0,0 0 0 0,0 10 0 0,0-2 0 0,0 3 0 0,0 0 0 0,0-2 0 0,-3-5 0 0,-2 6 0 0,1-11 0 15,-2 0 0-15,3-8 0 0,-2-1 0 0,1-4 0 0,3-4 0 0,-3 0 0 16,2-3 0-16,1 0 0 16,1 0 0-16,0-3 0 0,0-4 0 0,0-2 0 15,8 0 0-15,7-3 0 0,2 1 0 0,6 1 0 16,5-3 0-16,4 4 0 0,0-1 0 0,3 2 0 15,0 0 0-15,0 3 0 0,0-2 0 0,-3 4 0 16,-2 1 0-16,-1 0 0 0,-7 1 0 0,-1 1 0 16,-2 0 0-16,-4 0 0 0,-2 0 0 0,-5 3 0 15,1 4 0-15,-3 1 0 16,1 4 0-16,-3 0 0 0,0 4 0 0,0 2 0 16,1 2 0-16,-2 1 0 0,2 6 0 0,0-1 0 0,-1 4 0 15,2 0 0-15,1 0 0 0,-1 2 0 0,0-2 0 16,-1-2 0-16,1-2 0 0,1-3 0 0,-4 2 0 15,-1-5 0-15,-1-1 0 0,1-4 0 16,-2-2 0-16,0-4 0 0,0 2 0 0,-3-3 0 16,-9 2 0-16,-1-4 0 0,-4-3 0 15</inkml:trace>
  <inkml:trace contextRef="#ctx0" brushRef="#br0" timeOffset="52142.59">3278 9970 378 0,'-34'-19'0'0,"1"-9"0"0,-4-17 1138 0,7-9-569 0,2-18-284 0,-4-22-1245 0</inkml:trace>
  <inkml:trace contextRef="#ctx0" brushRef="#br0" timeOffset="52287.01">2948 9121 3635 0,'-4'-7'0'0,"2"5"0"0,0 2 0 0,0 0 0 0,2 0 0 0,0 0 0 0,0 0 0 0,11 0 0 0,8 0 0 0,6 0 0 0,1 0 296 0,3 0-296 16,1 0 0-16,0 0 0 0,-2 0 0 0,0 0 0 16,-3 3 0-16,1 3 0 0,-5 2 0 0,0 0 0 15,-2 2 0-15,-4 3-419 0,-3 4 2 0,-3 8 222 16</inkml:trace>
  <inkml:trace contextRef="#ctx0" brushRef="#br0" timeOffset="52458.8">2981 9617 3783 0,'-15'9'0'0,"7"-5"0"0,-2 0 0 0,4-2 0 0,2-2 0 0,2 0 0 0,2 0 0 0,0 0 0 0,13 0 0 0,12-2 0 0,2-2 125 0,5-2-107 0,4 1-13 16,-3-1-5-16,2 0 0 0,1 1 0 15,2 2-57-15,-3-2-16 0,5 1 50 0,1 1-740 16,-2-3 400-16,1 1 200 16,1-5-825-16</inkml:trace>
  <inkml:trace contextRef="#ctx0" brushRef="#br0" timeOffset="53050.57">3967 8866 3931 0,'0'-4'0'0,"0"4"0"0,0 0 0 0,-7 0 0 0,1 10 0 0,4 18 0 0,2 7 0 0,0 11 0 0,0 4 0 0,0 6 0 0,0 10 0 16,0-2 0-16,0-2 0 0,4 2 0 0,2-4 0 15,-1-7 0-15,0-1 0 0,2-3 0 0,-2-12 0 16,1 1 0-16,-2-6 0 0,-1-10 0 16,2-1 0-16,-3-10 0 0,-1-1 0 0,-1-6 0 0,0-1 0 15,0-3 0-15,0 0 0 0,-8 0 0 16,-3-9 0-16,-3-7 0 0,-2-2 0 0,-1-3 0 0,-1-1 0 15,-3-5 0-15,0 4 0 16,-2 2 0-16,6 7 0 0,-5 1 0 0,3 5 0 0,0 5 0 16,-3 3 0-16,3 0 0 15,2 9 0-15,2 6 0 0,3 4 0 0,2 5 0 0,5 3 0 16,4-1 0-16,1 0 0 0,0-1 0 16,1 4 0-16,7-9 0 0,2 2 0 0,2-3 0 0,5 4 0 15,-5-8 0-15,4-4 0 0,1-1 0 16,-1-5 0-16,4-3 0 0,2-2 0 0,-2 0-115 0,6-13-54 15,-1-10-870-15,3-5 500 0,-5-4 251 0,0-2 125 16,-7 0 53-16,1-11-277 16,-8 2 174-16,-1-2 88 0,-3 0-274 15,0 10 188-15,-4 8 101 0,-1 1 280 0,0 6-104 16,0 8-52-16,0 2-25 0,0 3 901 0,0 3-473 16,2 1-222-16,7 1-117 0,9-1 838 15,8 2-409-15,4-2 119 0,9 2-626 0,9-1 0 0,-3 0 0 16,3 1 0-16,1-2 0 15,0 1 0-15,-8 2 0 0,10-1 0 0,-7-1 0 0,-8 2 0 16,0-3 0-16,-4 3 0 16,-12-1-56-16,2-1-329 0,-12 0 211 0,-2-2-764 0,-6 1 451 0,-2-5 215 15,0 1-215-15,-12-4 225 0,-4-6 112 0,-3-4-41 16,-2-4 77-16,1-3 28 0,-5-11-36 16,5-1 42-16,-1-2 0 0,4-2 43 0,-1 1 186 0,7 13-117 15,1 5-30-15,-1 5 670 0,2 9-355 16,2-1-177-16,2 9 1263 0</inkml:trace>
  <inkml:trace contextRef="#ctx0" brushRef="#br0" timeOffset="53159.94">4439 8933 3931 0,'-6'28'0'0,"0"14"0"0,-5 15 0 0,4-3 0 0,-3 19 0 0,1-2 0 0,1 3 0 15,5 1 0-15,3-4 0 0,0-12 0 0,0 0 0 0,11-6 0 0,8-7 0 16,4-4 0-16,2-12 0 0,3-4 0 16,3-5 0-16,3-6 0 0,3-9 0 0,8-6 0 0,-2 0-1045 15,6-17 417-15,11-11-173 0</inkml:trace>
  <inkml:trace contextRef="#ctx0" brushRef="#br0" timeOffset="53564.37">5246 9145 2687 0,'-9'-2'0'0,"3"1"0"0,5-1 0 0,-1 2 0 0,2 0 0 16,0 0 0-16,0 9 0 0,0 8 0 0,0 7 0 0,7 4 0 0,3 5 107 0,1 8 339 0,1 2-204 0,-4-3-93 0,6 13-60 15,-4-5 73-15,-2-2-113 0,2 0-49 0,-5-1 0 16,2-5 0-16,-2 1 0 0,-2-3-258 16,-1-3 95-16,-2-5 101 0,0-8 50 0,0-1-628 15,0-9 321-15,0-4 63 0,0-5 112 0,-2-3-394 16,-1-3 251-16,-1-24 115 0,3-9 72 0,-4-5-344 15,3-8 203-15</inkml:trace>
  <inkml:trace contextRef="#ctx0" brushRef="#br0" timeOffset="53921.34">5228 9170 2616 0,'-5'-39'0'0,"3"14"0"0,2 1 0 0,0 5 0 0,0 4 0 0,7 6 0 0,7 1 0 0,12 2 0 0,-1 0 0 0,15 1 0 0,-1-1 250 0,-1 3-97 15,12 1-62-15,-4 0 54 0,0 0-53 0,2 2-27 0,-3 0-1 16,-7 0 66-16,0 0-51 0,-3 0 0 15,-5 0-42-15,-8 0 44 0,-2 0-43 16,-6 6-27-16,2-1-11 0,-10 1 0 0,2 2 0 0,-4 3 0 16,-1 0 0-16,-1 4 0 0,0 1 0 0,-2 4 0 15,0 4 0-15,0 4 0 16,0 2 0-16,0 4 0 0,2 10 0 0,1-4 0 16,-1 9 0-16,4 0 0 0,2 4 0 0,-1 2 0 15,1-1 0-15,2 0 0 0,-1-1 0 0,1-2 0 16,-4-3 0-16,2-10 0 0,1 9 0 0,-2-12 0 15,-5 1 0-15,2-4 0 0,-2-5 0 16,0-5 0-16,-2-1 0 0,0-10 0 0,0 0 0 16,0-3 0-16,0-2 0 0,-8-3 0 0,-1-3 0 15,-4 0 0-15,1 0 0 0,-3-2 0 16,-5-10 0-16,-3-6 0 0,3-4 0 0,-6-10-217 16,0-2 24-16,-2-7 79 0,-1-4 25 0,1-4-775 15,1-4 414-15,3 4 206 0,0 3 103 0,1 2-283 16,3 9 183-16</inkml:trace>
  <inkml:trace contextRef="#ctx0" brushRef="#br0" timeOffset="54228.18">5451 9410 1582 0,'-8'0'0'0,"0"0"0"0,5 0 0 0,-1 0 0 0,2 0 0 0,1 0 0 0,1 2 0 0,0-2 0 0,0 0 0 0,1 1 0 0,11-1 92 0,-2 0 62 0,0 4-50 0,0-4-37 15,1 1-258-15,0 0 115 0,0 1 56 16,-3 2 29-16,1 3-411 0,-5 0 214 0,3 2 112 15,-5 0 55-15,-1 5-356 0,-1-3 178 0,0 0 48 0,0 2 62 16,0-4 8-16,0 4 1 16,0-4 42-16,-3 2 19 0,-4-2 107 0,3-2-82 15,-1 1 0-15,1-2-43 0,1-1 336 0,1 1-168 0,1-2-94 16,-1 2 411-16,2-3-183 0,0 1-124 0,0 0 198 16,0-1-151-16,0 1-65 0,0 0-48 0,2-1 61 15,1 2-50-15,0-2-23 0,-1 1-1 0,2 2 49 16,-1-3-41-16,-3 3 0 0,0 0-32 0,0-1-105 15,0 1 52-15,0 1-267 16,-3-1 155-16,-3-1 82 0,3-1 36 0,0-2-523 0,1-2 227 16,-1 2 144-16,3-2 30 15,0 0-344-15</inkml:trace>
  <inkml:trace contextRef="#ctx0" brushRef="#br0" timeOffset="54696.01">6198 9108 3271 0,'16'0'0'0,"-2"2"0"0,-2 3 0 16,-3 1 0-16,-1 5 0 0,-2-1 0 0,0 1 0 0,-3-1 0 0,4 3 0 0,-3-4 0 0,2 4 137 0,-1-1-50 0,0-4-215 0,-2 2 83 0,-1-2 41 16,0-2-375-16,1-1 204 0,-1-1 106 15,-2-2 53-15,0-2-182 0,0 0 118 0,0 0 68 16,-7 0 20-16,-1-6-365 0,-1-3 164 0,-2-3 61 15,1-3 147-15,0 0-36 0,-2-2 9 0,5-2 268 16,-2 1-147-16,2-2-73 0,3 4-37 0,4-1-10 0,0 2 361 16,0 1-145-16,2 0-101 15,10 1 14-15,5 1 53 0,1 3-56 0,8 0-43 16,1 3 38-16,1 1-36 0,2 1 1 0,2 2-5 16,-6 0 9-16,6 2-42 15,-9 0 35-15,-1 0 0 0,-3 6-34 0,-3 3 0 0,-9 0 7 16,-2 7-68-16,-3-1 30 15,-2 2 0-15,-7 3 2 0,-11-2-9 0,4-2 0 0,-11 3 0 16,4-5 0-16,5 0 0 0,-5-3 0 16,2-2 0-16,6-1 0 0,0-3 0 0,3-1 0 0,5-2 0 15,2-2 0-15,3 0 0 0,0 2 0 16,0-2 0-16,0 0 0 0,10 0 0 0,8 0 0 16,2 0 0-16,-1-2 0 0,0-1 0 0,1-2 0 15,4 0 0-15,-6 1 0 0,3 1 0 0,-3-1 0 16,-3 2 0-16,1 0 0 0,-3 0-697 0,-6 2 256 15,0 0 192-15,-1 0-674 0,-2 2 443 0,-4 7 221 16</inkml:trace>
  <inkml:trace contextRef="#ctx0" brushRef="#br0" timeOffset="55139.81">6319 9375 2579 0,'-36'13'0'0,"11"-1"0"0,1 1 0 0,4-5 0 0,9-1 0 0,4-3 0 0,4-4 0 0,3 0 0 0,0 0 0 0,14 0 0 0,10 0 189 0,1-3-75 15,5-2-39-15,1-2 10 0,1-3-42 0,1 2-6 16,-1-1-35-16,0 0 36 0,-5-1-1 0,-6 5 10 0,0 0-150 16,-5 2 71-16,-6 0 34 15,-1 2-79-15,-3 1 58 0,-3 0 37 0,-1 0-9 16,-2 0-22-16,0 4 176 0,0 4-87 0,-5 2 585 16,-6 2-661-16,-1 0 0 0,-1 1 0 0,-1 6 0 15,-2-3 0-15,0 1 0 0,2 1 0 0,0 2 0 16,2-4 0-16,2 2 0 0,-2-2 0 0,4-1 0 0,3-2 0 15,-2 0 0-15,6 0 0 16,-2-3 0-16,3-1 0 0,0-1 0 0,0 0 0 0,0-1 0 16,0 1 0-16,4-3 0 0,6 1 0 15,2-2 0-15,4 5 0 0,2-4 0 16,8 1 0-16,1 0 0 0,3 2 0 0,2-3 0 16,2 4 0-16,-4-1 0 0,0 1 0 0,-3 0 0 0,-7 3 0 15,-2-3 0-15,-1 3 0 0,-9 1 0 16,-1 0 0-16,-5 1 0 0,-2 0 0 0,0 1 0 15,-9-2 0-15,-10 6 0 0,-3-6 0 0,-5 2 0 16,-3-4 0-16,-5-1 0 16,-1-3 0-16,3-1 0 0,-1-3 0 0,1-1 0 0,1-2 0 15,2 0 0-15,0 0 0 0,5-2 0 16,-2-9 0-16,4 0-244 0,-2-4-277 0,2-3 232 0,2 1 131 16</inkml:trace>
  <inkml:trace contextRef="#ctx0" brushRef="#br0" timeOffset="55475.86">5366 9393 3356 0,'-8'-1'0'0,"3"-1"0"0,0 2 0 0,3 0 0 0,2 0 0 0,0 0 0 15,0 0 0-15,15-2 0 0,12-4 0 0,8-4 0 0,0-1 171 0,5 0-67 0,-6 4-23 0,7-3-9 0,-4 5 75 16,-1-1-147-16,-2 2-57 0,-2 3-20 15,-6-1 68-15,1 2 19 0,-6 0-1 0,-1 0-559 16,-10 0 294-16,-1 0 147 0,-6 7-800 16,-3 4 434-16,0 2-55 0,-3 1 246 0</inkml:trace>
  <inkml:trace contextRef="#ctx0" brushRef="#br0" timeOffset="55793.86">5483 9543 2249 0,'-7'10'0'0,"2"1"0"0,1-1 0 0,-1-3 0 0,3 2 0 0,2-3 0 0,0 2 0 0,0-1 0 0,0-1 0 0,0-1 0 0,0-1 87 0,0-1 114 0,2-2-81 0,1 1-41 15,-1 0 2-15,-2-2-42 0,1 2-1 0,2-2 104 16,-1 0-101-16,1-4-2 0,2-6 9 0,4-1-18 16,4 0 9-16,-1-2-1 0,4 2-25 15,5-4 0-15,-3 5 35 0,8 1-9 0,-4 4-34 16,-1 1 1-16,3 2 32 0,-4 2-39 15,-4 0 46-15,1 0-10 0,-5 9-4 0,-6 4 157 16,0 2-75-16,-4 2-37 0,-2 0-65 0,-2 2-11 0,-9-3 0 16,-4 0 0-16,-4-1 0 0,-2-4 0 15,1-2 0-15,-3-3 0 0,1-2 0 0,1-1 0 0,3-3 0 16,-2 0 0-16,6 0 0 0,0 0 0 16,5-1 0-16,2-1 0 0,4-6 0 0,3 3-59 15,0-5-103-15,0 1-1005 0,12 1 564 0,9 1 282 0</inkml:trace>
  <inkml:trace contextRef="#ctx0" brushRef="#br0" timeOffset="55982.21">7117 9593 371 0</inkml:trace>
  <inkml:trace contextRef="#ctx0" brushRef="#br0" timeOffset="58431.66">11169 3784 1922 0,'0'-8'0'0,"0"1"0"0,0 4 0 0,0-3 0 0,2 0 0 0,-1 2 0 0,1 3 0 0,0-2 0 0,2 3 0 0,3 0 0 0,0 7 88 0,1 11 320 15,0 7-175-15,-1 16-101 0,-3 0-46 0,2 8 127 16,-2 5-86-16,-2 2-44 0,-1 5 266 0,1 4-159 15,0-4-90-15,-2-9-100 0,0 4 0 16,0-3 0-16,0-7 0 0,0 4 0 0,0-13 0 16,0-1 0-16,0-5 0 0,0-6 0 0,0-4 0 15,0-6 0-15,0-6 0 0,0-3 0 0,-4-4 0 16,1-2 0-16,-6 0 0 0,0-8 0 0,0-12 0 16,-1-2 0-16,-1-6 0 0,0-1 0 15,-2-3 0-15,-2 0 0 16,0-2 0-16,-4 2 0 0,2 4 0 0,-3 5 0 0,5 10 0 0,-5 1 0 0,4 8 0 15,-1 2 0-15,0 2 0 16,2 6 0-16,2 12 0 0,2 5 0 0,3 2 0 0,6 2 0 16,2 5 0-16,0 0 0 15,4 0 0-15,11 0 0 0,3-4 0 0,5-2 0 16,2-2 0-16,1-4 0 0,4-5 0 0,-1-6 0 16,-1-3 0-16,-3-5 0 0,4-1 0 0,-3 0 0 15,2-9 0-15,1-8-461 0,-3-8 201 0,-1-1-332 16,-2-2 275-16,0-3 138 0,-6 1 58 0,-2-5-575 15,-5 0 329-15,-5-1 163 0,-3 0 83 16,0 3-129-16,-2 9 97 0,0-1 61 16,-2 4 27-16,-5 6 366 0,2 5-170 0,0 3-85 15,3 2 752-15,-2 2-413 0,4 2-212 0,0 1-106 16,14 0 367-16,8 0-86 0,8 0-159 0,4 0 181 16,10 0-165-16,-3 0-84 0,1 0-40 0,-3 0-60 15,9 0-10-15,-4 0 28 0,-3 0 0 0,-8 0-651 16,5 0 325-16,-12 4 173 0,1 1-785 0,-6-1 372 15</inkml:trace>
  <inkml:trace contextRef="#ctx0" brushRef="#br0" timeOffset="58615.04">11817 3971 2782 0,'-18'-9'0'15,"2"8"0"-15,0 1 0 0,4 0 0 0,-2 9 0 0,1 13 0 0,6 9 0 0,-1 10 0 0,2 6 0 0,3 5 0 0,-1 13 424 0,4-2-192 0,0-1-97 16,0-8 223-16,0 5-358 0,9-6 0 0,5 1 0 0,4-8 0 16,1-2 0-16,4-7 0 0,-3-7 0 0,5 0-34 15,-1-4 0-15,1-6-444 0,-3-5 259 0,-1-5 128 0</inkml:trace>
  <inkml:trace contextRef="#ctx0" brushRef="#br0" timeOffset="61537.78">12132 4176 3209 0,'-2'0'0'0,"2"0"0"0,0 4 0 0,0 1 0 0,2 1 0 0,9 2 0 0,6 2 0 0,4-1 0 0,1-2 0 0,5 2 0 0,1-3 238 0,4 2-100 0,-2-2-41 0,0-1 104 15,-2 0-153-15,-1 0-48 0,-6-2 0 0,2 1 0 16,-4 4 0-16,-4-3 0 15,-1 2 0-15,-7-1 0 0,-2 6 0 0,-3-3 0 16,0 0 0-16,-2 7 0 0,0-2 0 0,-13 5 0 16,-2 0 0-16,-3 2 0 0,-3-1 0 0,-4 3 0 15,1-3 0-15,1 3 0 0,-1-3 0 0,-1 1 0 16,7-5 0-16,-5 7 0 0,2-5 0 0,7-5 0 16,-2 0 0-16,3-2 0 0,8-7-327 0,0 2 122 15,5-6 84-15,0 0-741 0,5-3 412 0,19-21 206 16</inkml:trace>
  <inkml:trace contextRef="#ctx0" brushRef="#br0" timeOffset="61795.98">12702 4228 3651 0,'16'0'0'0,"-3"3"0"0,-3 18 0 0,-3-4 0 0,0 7 0 16,-1 4 0-16,4 3 0 0,1-2 0 0,0-1 0 0,4-1 0 0,2-5 269 0,4 2-258 0,1-7-11 0,1-2 0 15,3-4 0-15,-2-4 0 0,-1-4 0 0,4-3 0 0,-7 0 0 0,0 0 0 0,0-11 0 0,-6-4 0 16,-4-2 0-16,-4 0 0 0,-4-4 0 0,-2 1 0 16,-2-5 0-16,-10 7 0 0,-8-7 0 0,-1 3 0 0,-6 1 0 15,1 3 0-15,-2 0 0 0,-1 5 0 16,4 3 0-16,-1 3 0 0,3 4 0 0,0 1 0 16,3 2 0-16,3 0 0 0,2 9 0 0,1 6 0 15,5 4 0-15,6 0 0 0,1 9 0 0,2-6-331 16,2 6 109-16,9-2 92 0</inkml:trace>
  <inkml:trace contextRef="#ctx0" brushRef="#br0" timeOffset="61951.91">13240 4564 356 0,'-14'-2'931'16,"7"2"-466"-16,-2 0-232 0,-2-2-117 0,3-1 224 0,4 3-153 0,3 0-75 0,1 0-177 0,0 0 59 0</inkml:trace>
  <inkml:trace contextRef="#ctx0" brushRef="#br0" timeOffset="65413.42">11576 7812 2451 0,'0'0'0'0,"-2"0"0"0,0-2 0 0,1 2 0 0,1 0 0 0,-2-2 0 0,2 2 0 0,0 0 0 0,0 0 0 0,0-1 0 0,0-2 263 0,0 3-109 0,3-1-55 0,7-1 308 0,-1 0-171 0,1 1-101 0,-1-2 51 32,2 1-186-32,-3 1 0 0,1-1 0 0,0 0 0 0,0 2 0 0,0-2 0 15,0 0 0-15,2 1 0 0,0-2 0 0,2 1 0 16,-1-1 0-16,3 2 0 0,-3-4 0 16,4-1 0-16,-2 2 0 0,4 1 0 0,-4 1 0 15,0-1 0-15,1 0 0 0,0 1 0 16,-2 1 0-16,1-1 0 0,-2 2 0 0,2 0 0 15,-1 0 0-15,-1 0 0 0,2 0 0 0,-1 0 0 0,1 0 0 16,0 0 0-16,3 0 0 0,0 0 0 16,2 0 0-16,2 0 0 0,-1 0 0 0,1 0 0 15,0 2 0-15,1-1 0 0,-1 1 0 0,2-2 0 0,-3 3 0 16,2-1 0-16,1-1 0 0,4-1 0 0,-7 0 0 16,6 0 0-16,0 0 0 15,1 0 0-15,1 0 0 16,0 0 0-16,3 0 0 0,-1 0 0 0,0 0 0 15,2 0 0-15,-2 0 0 0,3 0 0 0,1-1 0 16,-2-1 0-16,0 2 0 0,0-3 0 0,1 1 0 16,-1 1 0-16,-2-1 0 0,4 1 0 0,-2-2 0 15,2 2 0-15,-1-2 0 0,4 1 0 0,0 1 0 16,-1 1 0-16,1 0 0 0,7-3 0 0,-3 3 0 16,0 0 0-16,-1 0 0 0,7 0 0 0,-2 0 0 15,0 3 0-15,2 0 0 0,1 1 0 0,4 0 0 16,0-1 0-16,0 2 0 0,5-3 0 0,10-1 0 15,-1-1 0-15,-6 0 0 0,16 0 0 0,-5 0 0 16,0 0 0-16,3 0 0 0,2 0 0 0,0 0 0 16,16 0 0-16,-19-1 0 0,8 1 0 0,1-2 0 15,10-1 0-15,-15 3 0 0,19-2 0 16,-6 2 0-16,2 0 0 0,-1-1 0 0,1 1 0 16,-4-2 0-16,19 1 0 15,-3-2 0-15,-1-1 0 0,-2 1 0 0,0-1 0 16,-6 2 0-16,19 0 0 0,-7 0 0 0,-2 0 0 0,-1 2 0 15,1 0 0-15,-12 0 0 16,22 0 0-16,-6 0 0 0,-2 0 0 0,-4 0 0 16,2 0 0-16,2 0 0 0,0 0 0 15,6 0 0-15,-4 0 0 0,1 0 0 0,2 0 0 16,-2-1 0-16,20-4 0 0,-27 2 0 0,8 1 0 0,-2 0 0 0,2-1 0 0,-3 2 0 16,7 1 0-16,-4 0 0 15,-2-1 0 1,-2 1 0-16,0 0 0 0,6 0 0 0,-5-3 0 0,0 3 0 0,-1 0 0 0,2 0 0 15,1-2 0-15,3 2 0 0,-3-1 0 0,-4 1 0 16,4 0 0-16,-6 0 0 0,8 0 0 0,-4 0 0 16,0 0 0-16,-5 0 0 0,1 0 0 15,-3 0 0-15,5 0 0 0,-3 0 0 0,-3 0 0 0,-4 1 0 16,0 1 0-16,-4 1 0 0,-4-2 0 0,17 0 0 16,-13 2 0-16,0-1 0 15,0-2 0-15,-3 2 0 0,-8-2 0 0,18 0 0 0,-11 0 0 0,-11 0 0 16,6 2 0-16,-5-2 0 15,-7 1 0-15,7 2 0 0,-6-1 0 0,-3 1 0 16,0 1 0-16,-3-2 0 0,-13 2 0 0,5-1 0 16,-1 1 0-16,-4 0 0 0,-2-1 0 0,-1 2 0 15,-7-3 0-15,9 1 0 0,-7-1 0 16,-1 1 0-16,-9-1 0 0,3 0 0 0,-3 1 0 0,-5-2 0 16,-1 1 0-16,-7 1 0 0,3-2 0 0,-5-1 0 15,-3 2 0-15,0-1 0 16,-4 1 0-16,-2-2 0 0,-2 3 0 0,0-3 0 15,-5 0 0-15,3 0 0 0,-6 1 0 0,3-1 0 16,-2 0 0-16,0 0 0 0,-2 0 0 0,0 0 0 16,0 0 0-16,0 0 0 0,0 0 0 0,0 0 0 15,0 0 0-15,0 0 0 0,0 0 0 0,0 0 0 16,0 0 0-16,0 0 0 0,0 0 0 0,0 0 0 16,0 0 0-16,0 0 0 15,0 0 0-15,0 6 0 0,-16 11 0 0,-7 9 0 16</inkml:trace>
  <inkml:trace contextRef="#ctx0" brushRef="#br0" timeOffset="92987.25">11086 14401 2405 0,'-4'0'0'0,"1"0"0"0,3-1 0 0,-4-1 0 0,-1 0 0 0,3 0 0 0,2 1 0 0,-1-1 0 0,-1 0 0 0,2 2 0 0,0 0 223 0,0 0-90 0,0 0-36 15,0 0 147-15,0 0-101 0,0 0-51 16,0 0 0-16,0 0 166 0,3 0-98 0,4 0-76 0,0 0-84 0,2 0 0 15,0 0 0-15,5 0 0 0,-3 0 0 0,3 0 0 16,-2 0 0-16,2 0 0 0,1 0 0 0,-3 0 0 16,2 0 0-16,1 0 0 15,2 2 0-15,-2 0 0 0,4-1 0 0,-2 1 0 16,-1 0 0 0,4 0 0-16,-2 2 0 0,1-2 0 0,4 2 0 0,-1-3 0 0,4 2 0 15,0-1 0-15,-1 3 0 0,3-1 0 16,1 2 0-16,1 0 0 0,0 0 0 0,0 2 0 15,2-1 0-15,0 3 0 0,1-1 0 16,1 0 0-16,0-3 0 0,1 2 0 0,-1-5 0 16,0 3 0-16,-2-4 0 0,-1 0 0 0,-2 0 0 15,-1-1 0-15,-7-1 0 0,2 2 0 0,-7-2 0 16,-2 2 0-16,-3-2 0 0,-4 2 0 0,-2-2 0 0,2 2 0 16,-5-2 0-16,0 2 0 0,-2-2 0 0,0 0 0 15,0 0 0-15,0 0 0 0,0 0 0 0,0 0 0 16,0 0 0-16,0 0 0 0,0 0 0 0,0 0 0 15,0 0 0-15,0 0 0 0,0 0 0 0,0 0 0 16,0 0 0-16,0 0 0 16,0 0 0-16,0 0 0 0,0 0 0 0,0 0 0 0,0 0 0 0,0 0-937 15</inkml:trace>
  <inkml:trace contextRef="#ctx0" brushRef="#br0" timeOffset="94196.39">11629 12188 1922 0,'-12'0'0'0,"5"0"0"0,0 0 0 0,1 0 0 0,1 0 0 0,4 0 0 0,-1 0 0 0,2 0 0 0,-2 0 0 0,2 0 0 0,0 0 76 0,0 0 243 15,2 0-139-15,1 0-69 0,6 0-24 0,-4 0 255 16,2 0-150-16,-1 0-76 0,2 0-37 15,1 3 129-15,0-1-72 0,2 2-53 0,1-2-3 0,1 0-80 16,2-1 0-16,2 2 0 16,0-1 0-16,1 0 0 0,1-2 0 0,1 2 0 0,0 1 0 15,6-1 0-15,-3 0 0 16,5 0 0-16,0 0 0 0,4 2 0 0,2-3 0 0,3 4 0 16,7-2 0-16,-5-1 0 0,4 1 0 0,1-1 0 15,-1-2 0-15,-6 0 0 0,3 0 0 16,-2 0 0-16,-5 0 0 0,-3 0 0 0,-7 0 0 15,-3 0 0-15,-2 0 0 0,-4 0 0 0,-4 0 0 16,-3 0 0-16,-3 0 0 0,0 0 0 16,-3 0 0-16,1 0 0 0,-2 0 0 0,0 0 0 0,0 0 0 0,0 0 0 31,0 0 0-31,0 0 0 0,0 0 0 0,0 0 0 16,0 0 0-16,0 0 0 0,0 0 0 0,0 0 0 0,0 0 0 15,0 0 0-15,0 0 0 0,0 0 0 0,0 0 0 16,0 0 0-16,0 0 0 0,0 0 0 0,0 0 0 15,2 0 0-15,0 5-781 0,2 7 62 16</inkml:trace>
  <inkml:trace contextRef="#ctx0" brushRef="#br0" timeOffset="97877.63">13338 13834 2619 0,'-9'0'0'0,"1"0"0"0,2 0 0 0,2 0 0 0,1 0 0 0,-1 0 0 0,0 0 0 0,3 0 0 0,1 0 0 0,-2 0 0 0,2 0 117 0,0 0-37 16,0 0 359-16,0 0-187 0,0 0-109 0,5-1-50 16,2-5 95-16,3 3-188 0,1-2 0 0,-1 2 0 15,3 0 0-15,-2 0 0 0,2 2 0 0,1-4 0 16,-2 4 0-16,0-1 0 0,5-1 0 0,-2 0 0 15,1 2 0-15,2-4 0 0,0 4 0 0,-1-3 0 16,4 2 0-16,-2 0 0 0,2 1 0 16,-3-1 0-16,3 2 0 15,0 0 0-15,3 0 0 0,0 0 0 0,1 0 0 16,1 2 0-16,2 1 0 0,4 1 0 0,4-1 0 16,5 3 0-16,1-3 0 0,-1 2 0 0,-2-1 0 15,12-1 0-15,-4 1 0 0,2-2 0 0,3 1 0 16,1 0 0-1,1-1 0-15,1 1 0 0,1 0 0 0,8 0 0 0,-13 1 0 0,7 2 0 0,0-4 0 0,8 1 0 32,-6 1 0-32,1-1 0 0,2-3 0 0,3 2 0 0,-2-2 0 0,16 0 0 0,-3 0 0 15,0 0 0 1,4 0 0-16,2-2 0 0,1-3 0 0,11 0 0 16,-3-3 0-16,-1 4 0 0,-1-4 0 0,2 2 0 15,-7 3 0-15,19-4 0 0,-7-1 0 0,3 2 0 0,-5 0 0 0,5 1 0 16,-10 1 0-16,19-2 0 0,-4 1 0 0,1 0 0 15,-2-1 0 1,3 0 0-16,2 1 0 0,-2-1 0 0,6 0 0 0,-4 3 0 16,-1-1 0-16,0 2 0 15,-1-1 0-15,2 2 0 0,1 1 0 0,-4 0 0 0,1 0 0 16,2 0 0-16,-1 0 0 0,5 0 0 16,-2 0 0-16,2 0 0 0,0 0 0 0,2 0 0 15,2 0 0-15,15 0 0 0,-27 0 0 0,12-2 0 0,16-4 0 16,-11 0 0-16,-11 3 0 0,3-1 0 0,18-1 0 15,-13 1 0 1,-15 0 0-16,28 1 0 0,-28-2 0 0,8 2 0 0,-1 1 0 0,-1 0 0 0,17-1 0 16,-28-1 0-1,-7 2 0-15,27-4 0 0,-15 5 0 0,1-5 0 16,-1 3 0-16,-15 0 0 0,12 1 0 16,-11-1 0-16,-5 0 0 0,-12 1 0 0,1 2 0 15,-5 0 0-15,-7 0 0 0,-9 0 0 0,-3 0 0 0,-13 0 0 16,-3 0 0-16,-10 0 0 0,-1 5 0 0,-5-4 0 15,-4 1 0-15,-7-2 0 0,-3 2 0 0,1-2 0 16,-3 0 0-16,-2 0 0 0,0 0 0 0,0 0 0 16,0 0 0-16,0-5 0 0,0-7 0 0,-2 2 0 15,-3-1 0-15,-2 0 0 0,-3 4 0 0,2 1 0 16,-6 0 0-16,1 6 0 0,-10 0-190 0</inkml:trace>
  <inkml:trace contextRef="#ctx0" brushRef="#br0" timeOffset="121284.24">10156 10535 1560 0,'0'-2'0'0,"0"-2"0"0,0-1 0 0,-2-2 0 0,2 1 0 0,-1-1 0 0,-1-3 0 0,0 1 0 0,2-1 0 0,-3-2 0 0,1 3 118 0,1-3-44 0,-1 0 5 16,-2-1 0-16,2 1-38 0,-1 0 0 0,-1 2 43 15,0-2-10-15,1 3-33 0,-6-2 0 0,4 0 23 16,-2 7-23-16,-1-3 25 0,-2 1-25 15,1 4 0-15,-2-1 0 0,0 0 0 0,0 3 33 16,-2 0 9-16,-3 0-57 0,4 10 15 16,-2 3 0-16,-2 5 0 0,4 2 0 0,1-2 36 15,2 9-11-15,-1 1-25 0,4 1 0 0,4-2 33 16,0 1-1-16,2-3-22 0,0 5-7 16,0-6-3-16,8-5 0 0,2 2-40 15,1-6 40-15,2-1 11 0,0-2-11 0,-2-4-74 0,3-3 37 0,0-3-6 16,-3-2 42-16,4 0-59 0,-3 0 21 15,1-4-17-15,-2-11 42 0,3-3-12 0,-3-5 7 0,-2-6-9 16,3 2-13 0,-5-7 10-16,2-7 7 0,-1 2-7 0,0-6-44 0,-1-3 4 0,0-1 43 15,-1-2 6-15,-1 1-131 0,2 1 55 0,-4 2-62 16,1 8 49-16,-2-3 33 0,-2 9 68 0,0 2-44 16,0 11-11-16,0 1 7 0,0 7-22 0,0 3 275 15,-2 6-120-15,-2 1-61 0,3 2 115 0,-3 0-80 16,-3 3-26-1,2 16-64-15,0 4 0 0,-1 7 0 0,1 9 0 16,1-3 0-16,1 11 0 0,3-4 0 0,0 0 0 16,0-1 0-16,0-7 0 0,3 4 0 0,1-6 0 0,3 0 0 15,2-2 0-15,2-2 0 0,-3-4 0 0,1-5 0 0,0-2 0 16,1-4 0-16,1-1 0 0,-3-4 0 0,0-2 0 16,1-4 0-16,-4 1 0 15,3-4 0 1,0 0 0-16,-1 0 0 0,2-11 0 0,0-8 0 15,3-10 0-15,0 0 0 0,1-8 0 0,0-5 0 16,-2-2 0-16,2-2 0 0,0-3 0 0,-3 2 0 0,-3 12 0 0,-1-4 0 16,-3 16 0-16,-1-1 0 0,0 10 0 0,-2 1 0 15,0 5 0-15,0 3 0 0,0 3 0 0,-2 2 0 16,-5 0 0-16,0 6 0 0,-2 10 0 0,2 7 0 16,2 4 0-16,1 2 0 15,2 7 0-15,2 0 0 0,0 3 0 0,0-2 0 0,0 1 0 16,8-2 0-16,1-3 0 0,3-2 0 15,0-2 0-15,-1-2 0 0,3-3 0 0,-1-4 0 16,1 0 0-16,-4-2 0 0,2-1 0 16,-3-3 0-16,-2-3 0 0,-1-4 0 0,-2 1-98 15,-1-4 25-15,0-2 0 0,-1-2 32 0,-2 0-191 16,0 0 86-16,0 0 57 0,0-10 1 0,0-5-496 0,-8-7 271 16,2-5 136-1,-3-9-528-15,-5-7 337 0,3-1 163 0,-3-4 82 0</inkml:trace>
  <inkml:trace contextRef="#ctx0" brushRef="#br0" timeOffset="121425.62">10277 10173 2471 0,'-21'-6'0'0,"1"4"0"16,2 0 0-16,3 0 0 0,4-1 0 0,2 3 0 0,2 0 0 0,4 0 0 0,3 0 0 0,0 0 0 0,0 0 226 0,12 0-98 0,6 5-43 0,6-1 88 16,1 2-66-16,1-3-33 0,4 2-417 0,2 0 187 0,-2-2 99 0,1 1-293 15,0 2 195-15,-1 0 99 0,-5-1 58 0,4 1-10 16,-1 0 49-16,-3-4-856 0</inkml:trace>
  <inkml:trace contextRef="#ctx0" brushRef="#br0" timeOffset="121772.27">10710 10133 2348 0,'-1'0'0'0,"-1"0"0"0,0 0 0 0,0 0 0 0,2 0 0 0,0 0 0 0,0 0 0 0,9 0 0 0,4 0 0 0,2 2 0 0,4 3 94 0,3-1 281 0,3 2-167 15,0 0-84-15,1-1-41 0,-4 1 45 0,8 0-49 16,-4 0 0-16,-1-1-52 0,-4-1 14 0,-3 1 0 16,1-1 2-16,-2 2-2 0,-4-1 0 0,-3-1 0 0,-3 2 97 15,-2-2-138-15,-2-1 0 16,-1 1 0-16,0 0 0 0,-2 2 0 0,0-1 0 16,-2 5 0-16,-6-3 0 0,-3 2 0 15,2 1 0-15,-5-1 0 0,3 2 0 0,-3 1 0 16,0-1 0-16,1 0 0 0,-4 1 0 15,-1 0 0-15,0 4 0 0,-3 0 0 0,3-2 0 0,-7 3 0 16,1 0 0-16,1-3 0 0,3 1 0 16,3-2 0-16,-3 1 0 0,6-3-220 0,0-3 148 15,7-3 31-15,0 1-268 0,3-2 134 0,0-3 57 0,4-1 44 16,0 0-645-16,0 0 339 0,0 0 170 0,9-1 74 16,9-9-514-1,2-4 304-15</inkml:trace>
  <inkml:trace contextRef="#ctx0" brushRef="#br0" timeOffset="122153.35">11129 10214 2970 0,'10'-4'0'0,"1"2"0"0,-4 1 0 0,-2-1 0 0,0 0 0 0,-3 2 0 0,0 0 0 0,-1 0 0 0,3 0 0 0,0 7 0 0,-1 5 164 0,1 1 170 0,0 0-147 15,4 0-72-15,-3 0-38 0,4 2 7 0,2-1-84 0,1-4 0 16,1 0 0-16,2-3 0 0,0 1 0 0,1-6 0 15,0 4 0-15,1-6 0 0,0 0 0 0,-2 0 0 16,0 0 0-16,2-3 0 0,-2-2 0 0,0-3 0 16,-2-1 0-16,1-2 0 0,-4 0 0 0,1-3 0 15,-2 2 0-15,-2-3 0 0,-3 1 0 0,-1-1 0 16,-1 0 0-16,-2-2 0 0,0 2 0 16,0 0 0-16,-2 0 0 0,-7 0 0 0,-2 2 0 0,-3 2 0 15,0 1 0-15,-3 3 0 16,0 1 0-16,-2 1 0 0,0 2 0 0,1 2 0 15,-1 1 0-15,-2 0 0 0,4 0 0 0,-2 0 0 16,6 4 0-16,0 1 0 0,3 1 0 0,1 1 0 16,4 1 0-16,0-2 0 0,2 1 0 0,3 1 0 15,0-1 0-15,0 0 0 0,0 3 0 0,0-1 0 16,3 0 0-16,7 1-293 0,-2 0-70 0,1 3 166 16,1-2 78-16,1 0-316 15,0 3 197-15,2-2 99 0</inkml:trace>
  <inkml:trace contextRef="#ctx0" brushRef="#br0" timeOffset="122327.39">11723 10366 3931 0,'0'-2'0'0,"2"2"0"0,0-2 0 0,-1 1 0 0,-1-2 0 0,0 1 0 0,0 2 0 0,0 0 0 0,0 0 0 0,0 0 0 0,0 0 0 0,0 0 0 0,0 0 0 15,0 0 0-15,2 0 0 0,0 0 0 0,-2 6 0 16,0 13 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5:16:32.5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21177 1260 2315 0,'0'-3'0'0,"-1"1"0"0,1-1 0 0,0 2 0 0,-2-1 0 0,2 2 0 0,0 0 0 0,-3 8 0 0,1 9 0 0,-1 11 0 0,-3 1 79 0,1 5 0 0,-1 9 98 15,1 1-69-15,-4 5-26 0,4-1-10 0,-2 7 137 16,-2 6-86-16,0 0-43 0,0 0 1 0,2-4 147 16,-3 12-99-16,1-8-46 0,2-9 3 0,1 2-86 15,-2-3 0-15,4-7 0 0,1 8 0 16,3-9 0-16,0-7 0 0</inkml:trace>
  <inkml:trace contextRef="#ctx0" brushRef="#br0" timeOffset="24.12">21042 2398 377 0,'5'30'0'16</inkml:trace>
  <inkml:trace contextRef="#ctx0" brushRef="#br0" timeOffset="68.23">21074 2483 377 0,'11'11'0'0,"2"0"2167"0,1-4-1084 0,0 0-779 0,1-6-304 0,0-1 0 0,0 0 0 0</inkml:trace>
  <inkml:trace contextRef="#ctx0" brushRef="#br0" timeOffset="113.36">21226 2503 3900 0,'17'-17'0'0,"1"1"0"0,0-5 0 0,-4 0 0 0,5-5 0 0,-3-3 0 0,0 0 0 0,5-8 0 0,-3 3 0 0,0-1 0 0</inkml:trace>
  <inkml:trace contextRef="#ctx0" brushRef="#br0" timeOffset="254.89">21509 1751 377 0,'-9'0'0'0,"4"0"0"0,1 0 0 0,4 1 1485 0,0-1-724 0,4 0-352 0,10 0-191 0,9 0 386 0</inkml:trace>
  <inkml:trace contextRef="#ctx0" brushRef="#br0" timeOffset="311.05">21663 1752 377 0,'21'-1'0'0,"-2"-2"0"0,-1 1 0 0,-2 1 0 0,-3 1 1307 0,-1 0-673 0,-1 0-336 0,-2 0-549 0</inkml:trace>
  <inkml:trace contextRef="#ctx0" brushRef="#br0" timeOffset="476.05">21567 1990 3931 0,'-10'4'0'0,"2"0"0"0,6-3 0 0,1-1 0 0,1 3 0 0,0-1 0 0,0-1 0 0,9-1 0 16,12 0 0-16,1 0 0 0,-3 0 0 0,9 0 0 0,-2 0 0 0,1 0 0 0,-2-1 0 0,2-1-18 0,-6-1-260 0,2 2 153 16,-2-1 81-16,0 2-862 0,2 0 444 0</inkml:trace>
  <inkml:trace contextRef="#ctx0" brushRef="#br0" timeOffset="950.45">22635 1557 1859 0,'11'-40'0'0,"0"8"0"0,-1-4 0 0,2-5 0 0,2 2 0 0,-3 5 0 0,-1-1 0 0,-3 5 0 0,-3 5 0 0,-2 2 0 0,0 2 134 0,-2 5-39 0,0 2-34 16,-6 3 200-16,-6 4-113 0,-1 1-55 0,-4 3 277 15,1 0-158-15,-2 3-92 0,0 0-41 0,-1 0 295 16,1 0-249-16,1 6-125 0,-1 2 0 0,0 3 0 16,2 0 0-16,2 3 0 0,-2 1 0 15,4 1 0-15,1 3 0 0,1 0 0 0,2 2 0 0,1 4 0 16,2-4 0-16,0 3 0 0,1 6 0 0,3-4 0 15,-1 2 0-15,2-3 0 16,0 3 0-16,0 1 0 0,0 1 0 0,0 3 0 16,0 0 0-16,3 0 0 0,1 4 0 0,2-4 0 15,0 3 0-15,-2 1 0 0,1-1 0 0,0 2 0 16,-1-3 0-16,1 2 0 0,-3-1 0 0,1-3 0 16,-1-2 0-16,0 1 0 0,0 1 0 0,-1-2 0 15,-1 0 0-15,0-2 0 0,0 3 0 0,0-2 0 16,0 3 0-16,0-7 0 0,-3 4 0 0,-4-2 0 15,0-2 0-15,-2-2 0 16,0 0 0-16,0-6 0 0,-3 1 0 0,1 0 0 16,-3-3 0-16,0-5 0 0,-2 1 0 0,2-3 0 15,-4 0 0-15,4-3 0 0,-4-2 0 0,4-4 0 16,-2 0 0-16</inkml:trace>
  <inkml:trace contextRef="#ctx0" brushRef="#br0" timeOffset="1010.12">22212 2546 370 0,'-17'-19'0'15,"2"-1"0"-15,-1-4 1649 0,0-3-838 0,3 1-424 0,0-5-213 0,2 1-616 0,2-2 202 0,-3-1 92 0</inkml:trace>
  <inkml:trace contextRef="#ctx0" brushRef="#br0" timeOffset="1462.34">21526 1804 1886 0,'-1'-2'0'0,"1"1"0"0,-4-1 0 0,2-2 0 0,-1 1 0 0,1 3 0 15,-1-3 0-15,1 1 0 0,0 1 0 0,2 1 0 0,-2 0 118 0,2 0-39 0,0 0 302 16,0 0-171-16,0 0-86 0,0 0-34 0,0 0 111 0,4 0-82 0,10-3-40 16,0 2 297-16,4 0-169 0,1-3-146 15,3 0-61-15,4 0 0 0,-1-2 0 16,1 2 0-16,2 2 0 0,-1-2 0 0,5 2 0 0,-10-1 0 15,2 1 0-15,-1 2 0 0,-3 0 0 16,-1 0 0-16,-3 0 0 0,-5 0 0 0,-2 0 0 16,-2 0 0-16,-1 0 0 0,-4 0 0 0,0 0 0 15,0 0 0-15,-2 0 0 0,0 0 0 0,0 0-156 16,0 0-222-16,0 0 174 0,0 5 83 0,-4 1-902 16</inkml:trace>
  <inkml:trace contextRef="#ctx0" brushRef="#br0" timeOffset="2044.25">22670 2253 2921 0,'-16'-9'0'0,"0"6"0"0,9 0 0 0,0 3 0 0,5-1 0 0,-1-1 0 0,3 2 0 0,0-3 0 0,3 1 0 0,15-6 0 0,10-2 665 0,10-1-320 0,-3-2-345 16,15-2 0-16,-6 4 0 0,4 0 0 0,-4 1 0 16,2 2 0-16,-9 5 0 0,0 0 0 0,0 2 0 15,-5 0 0-15,-5 1 0 0,-4 0 0 0,-2 0 0 16,-5 0 0-16,-4 2 0 15,-3 1 0-15,-1 0 0 0,-5 1 0 0,0-3-90 16,-1-1-84-16,0 3-719 0,-2-3 428 0,0 0 214 16,0 0 98-16,-4-4-578 0</inkml:trace>
  <inkml:trace contextRef="#ctx0" brushRef="#br0" timeOffset="2409.44">23108 1840 3189 0,'-15'0'0'0,"0"0"0"0,-2 2 0 0,2 8 0 0,0 2 0 0,-4 9 0 0,6 6 0 0,1 2 0 0,1 11 0 0,4-4 0 0,2 11 240 16,1-1 262-16,1 1-502 0,3 2 0 0,0 1 0 16,0-8 0-16,10 8 0 0,1-8 0 0,3-7 0 15,2 0 0-15,2-3 0 0,-2-4 0 0,1-5 0 16,-4-6 0-16,4-2 0 0,-4-4 0 16,3-6 0-16,-4-3 0 0,4-2 0 0,2-2-612 0,-1-14 142 15,2-4 217-15,2-8 107 0,-2 1-571 0,1-3 345 16,-3-1 167-16,-2 1-108 0,-3 4 137 0,-3 6 70 15,-4-1 25-15,-3 7-2 16,0 3 1-16,-2 4 44 0,0 1 1 0,0 5 600 16,0-1-310-16,-2 2-140 0,-3 2 877 0,3 8-502 15,0 5-113-15,0 2-170 0,2 2 499 0,0 4-704 16,0 3 0-16,0 0 0 0,2-1 0 0,2 1 0 16,1-6 0-16,0 5 0 0,4-3 0 15,-4-1 0-15,1-1 0 0,1-4 0 16,-3-4 0-16,-1-1 0 0,2-6 0 0,-2-1 0 0,-1-2-71 15,0-2 14-15,0 0-917 0,-2-7 473 16,0-14 232-16,0-4-503 0,0-13 368 0</inkml:trace>
  <inkml:trace contextRef="#ctx0" brushRef="#br0" timeOffset="2638.55">23140 1335 3173 0,'-24'0'0'0,"3"0"0"0,10 0 0 0,1 0 0 0,8 0 0 0,0 0 0 0,2 0 0 0,0 0 0 0,8 0 0 15,16 2 0-15,4-1 250 0,10 2 258 0,4-2-508 0,-3 1 0 0,12-2 0 0,-5 0 0 16,0 0 0-16,-9 0 0 16,1 2 0-16,-3 0 0 0,-5 1 0 0,-7-3 0 0,0 1 0 15,-7-1 0-15,-5 0 0 0,-1 0 0 0,-6 0-711 0,0 0 245 16,-4 0 214-16,0-1-427 15,0-9 320-15,0-5 151 0</inkml:trace>
  <inkml:trace contextRef="#ctx0" brushRef="#br0" timeOffset="2812.84">23472 1051 2910 0,'-24'0'0'0,"2"8"0"0,1 6 0 0,2 3 0 0,4-1 0 0,-3 12 0 0,8 2 0 0,1 10 0 0,2-3 0 0,4 4 0 0,1-3 799 16,2 7-577-16,0-3-222 0,0-1 0 0,0 0 0 0,2 0 0 15,6-8 0-15,3 4 0 0,-1-5 0 16,3-2 0-16,-1-6 0 0,2-4 0 0,1-5 0 16,0-3 0-16,1-8-748 0,2-4 293 0,-2 0 75 15,3-13 172-15,-2-8-613 0</inkml:trace>
  <inkml:trace contextRef="#ctx0" brushRef="#br0" timeOffset="3059.61">23564 1495 2457 0,'-3'-4'0'0,"-3"2"0"0,4 1 0 0,0 1 0 0,2 0 0 0,0 0 0 0,8 0 0 0,11 3 0 0,1 5 0 0,3-1 0 0,1 4 441 0,1 2-202 0,-7-2-89 0,5 5-55 16,-8-2-28-16,0 4-1 0,-6 0-27 0,-3 3-74 15,-6 0 47-15,0 3-10 0,-17-1 37 0,-6-3 39 16,-7-1 1-16,-7 3-40 0,1-10 9 0,-9 2 67 16,13-2-115-16,-2-3 0 0,11-3 0 0,3-2 0 15,9-2 0-15,1-1 0 0,5-1 0 0,5 3 0 16,0-3 0-16,15 0 0 0,13 0 0 15,9 0 0-15,5 0 0 0,1-3 0 16,3 0 0-16,-2-3 0 0,-6 0 0 0,5 3 0 16,-4-1 0-16,1 1 0 0,-4 3-529 0,-2 0 29 15,0 0 221-15,-3 3-766 0</inkml:trace>
  <inkml:trace contextRef="#ctx0" brushRef="#br0" timeOffset="3554.36">24355 1367 3531 0,'0'-16'-6'0,"0"6"3"0,0-1 0 0,2 1 2 0,-2 2 0 0,2 3 1 0,-2 4 0 15,2-2 0-15,-2 2 0 0,2 1 0 0,1 0 414 0,-1 13-414 0,2 7 0 0,-3 8 0 0,1 4 0 16,-2 11 0-16,0-3 0 15,0 16 0-15,-2-1 0 0,-3 2 0 0,-2 9 0 16,1-1 0-16,3-12 0 0,-3 6 0 0,2-3 0 16,2-3 0-16,0-6 0 0,2-10 0 0,0 2 0 15,0-3 0-15,0-5 0 0,0-9 0 0,0-1 0 16,0-8 0-16,0-4 0 0,0-3 0 0,0-2 0 16,0-4 0-16,-4 0 0 0,-3 0 0 0,-2-7 0 15,-1-8 0-15,-1-4 0 0,-5-4 0 16,2-1 0-16,-3-6 0 0,-3 1 0 15,-1 3 0-15,0 1 0 0,-1 6 0 0,-3 7 0 16,0 3 0-16,3 4 0 0,-7 4 0 0,11 1 0 16,-3 0 0-16,7 11 0 0,0 4 0 0,3 2 0 15,6 3 0-15,1 7 0 0,4-1 0 0,0 1 0 16,0 1 0-16,0-1 0 0,7 4 0 0,2-5 0 16,2 1 0-16,3-3 0 0,-1-4 0 0,0-2 0 15,2-3 0-15,2 0 0 0,0-4 0 0,0-5 0 16,4-3 0-16,-1-3 0 0,6 0 0 15,1 0 0-15,-1-9 0 0,3-8 0 16,-2-1 0-16,2-3-121 0,-2-4-177 0,8-3 128 16,-5-3 64-16,4-3-759 0,0-5 414 0,-1-4 196 15</inkml:trace>
  <inkml:trace contextRef="#ctx0" brushRef="#br0" timeOffset="3842.75">24821 1510 2973 0,'2'-25'0'0,"0"7"0"0,-1 0 0 0,-1 6 0 0,0 0 0 0,0 3 0 0,0 3 0 0,-3 3 0 0,1 0 0 0,0 2 0 0,0 1 250 0,1 0 458 16,1 0-708-16,-4 5 0 0,2 12 0 0,0 6 0 15,-2 5 0-15,-2 10 0 0,0 5 0 0,1 2 0 16,0 5 0-16,-3 5 0 0,2 0 0 0,0-1 0 16,3-2 0-16,-1-1 0 0,4-10 0 0,0 9 0 15,0-14 0-15,0 4 0 0,2-5 0 0,5-1 0 16,3-6 0-16,3-1 0 15,0-2 0-15,-1-7 0 0,2-3 0 0,2-1 0 16,-2-4 0-16,4-4 0 0,-5-6 0 0,2 0 0 16,-2 0 0-16,-4 0 0 0,1 0 0 0,-3 0 0 15,-1 0 0-15,-3 0 0 0,-1 0 0 0,0 0 0 16,-2 0 0-16,0 0-43 0,0 0-403 0,0 0 203 16,0 0 102-16</inkml:trace>
  <inkml:trace contextRef="#ctx0" brushRef="#br0" timeOffset="4679.59">20980 2289 779 0,'0'-6'0'0,"0"1"0"0,0-3 0 0,1 1 0 0,3 0 0 0,3-1 0 0,-4 1 0 0,1-2 0 0,-1 4 0 0,1 1 0 0,-2-2 82 0,0 5 123 0,0-1-84 16,-2 0-32-16,0 2-9 0,0 0 47 0,0 0-45 15,1 0 0-15,-1 0 86 0,2 2-57 0,0 10-41 16,1 0 1-16,-1 2 109 0,-1 4-71 16,3 1-35-16,0 4 8 0,1-3 54 0,-1 7-50 15,1-8-24-15,2 2 0 0,-2 0 67 0,2-3-36 16,1-1-9-16,-1-2-22 0,1-4 0 15,0 0-24-15,-3-5-35 0,4 1 44 0,-1-3-9 16,1-1-1-16,0-3-177 0,3 0 89 0,-1 0 45 16,2-2 9-16,3-8-526 0,-2-1 262 0,7-7 94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3:56:23.3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16340 10108 1373 0,'-9'-1'0'0,"2"0"0"0,2-2 0 0,-1 1 0 0,1 1 0 16,0-1 0-16,2 0 0 0,-1-1 0 0,4 2 0 0,-2-1 0 0,2 0 151 0,0 0-56 0,0 2-28 0,0 0 1 0,0 0 98 15,0 0-53-15,0 0-42 0,0 0 1 0,0 0 44 16,0 0-38-16,0 0 0 0,0 0-28 16,0 0 28-16,0 0 1 0,0 0-39 15,0 0 82-15,2 0-41 0,2 0 9 0,-1 0 22 16,2 0-37-16,-2 2 1 0,1 0-37 0,2 0 45 16,-1-1-34-16,0 2-10 0,1-1 0 0,0 0 28 15,2-2-28-15,-1 0 10 0,0 1-11 0,3-1 40 16,-3 0-39-16,3 0 0 15,0 0-1-15,-3 0-7 0,2 0-32 0,2 0 0 0,-1 0 0 0,-1 0 0 16,2 0 0-16,-1 0 0 16,1 0 0-16,0 0 0 0,1 0 0 0,1 0 0 15,-2 0 0-15,2 0 0 0,1 0 0 0,-1 0 0 16,1 0 0-16,2 0 0 0,-2 0 0 16,5 0 0-16,1 0 0 0,0 2 0 0,2 2 0 0,3-3 0 15,0 2 0-15,-5-1 0 0,6 0 0 0,0 0 0 16,1-2 0-16,-1 1 0 0,3-1 0 0,1 0 0 15,-3 0 0-15,3 0 0 0,-2 0 0 0,2 2 0 16,0-2 0-16,2 0 0 0,-4 0 0 0,4 0 0 16,8 0 0-16,-1 0 0 15,-1 0 0-15,-3 0 0 0,5 0 0 0,-2 0 0 16,-1 0 0-16,8 0 0 0,-3 0 0 0,-5 0 0 16,8 0 0-16,-2 0 0 0,0 0 0 0,1 0 0 15,1 0 0-15,-4 0 0 0,8 0 0 0,-2 0 0 16,-2 0 0-16,2 0 0 0,2 0 0 0,0 3 0 15,1-3 0-15,1 1 0 0,0-1 0 0,1 0 0 16,1 0 0-16,1 0 0 0,1 0 0 0,1 0 0 16,0 0 0-16,1 0 0 15,8 0 0-15,-12 0 0 0,13 0 0 0,-6 0 0 16,0 0 0-16,2 0 0 0,-2 0 0 0,-3 0 0 16,10 0 0-16,-5 2 0 0,4-2 0 0,-2 0 0 15,1 0 0-15,-5 0 0 0,12 0 0 0,-2 0 0 16,-3 0 0-16,-1 0 0 15,-1 0 0-15,-1 0 0 0,14 0 0 0,-11-2 0 0,0 1 0 0,2-2 0 16,-10 1 0-16,15 1 0 16,-9-1 0-16,-3 0 0 0,4 0 0 0,0-1 0 15,-12 2 0-15,8 1 0 0,-3 0 0 0,-1-1 0 16,-2 1 0-16,-4 0 0 0,1 0 0 0,-2 0 0 16,-2 0 0-16,2 0 0 0,-5 0 0 0,1 0 0 15,-7 0 0-15,7-3 0 0,-11 3 0 0,1 0 0 16,-3 0 0-16,-1 0 0 0,-8 0 0 0,5 0 0 15,-9 0 0-15,2 0 0 16,-5 0 0-16,-1 0 0 0,-4 0 0 0,1 0 0 0,-3 0 0 16,-2 0 0-16,-2 0 0 0,0 0 0 15,-4 0 0-15,-1 0 0 0,0 0 0 0,0 0 0 16,-1 0 0-16,-1 0 0 0,0 0 0 0,0 0 0 16,0 0 0-16,0 0 0 0,0 0 0 0,0 0 0 15,-5-2 0-15,0 1 0 0,1-1-110 0,-1 0-6 16,2-2-804-16,1 0 440 0,2-3 210 15</inkml:trace>
  <inkml:trace contextRef="#ctx0" brushRef="#br0" timeOffset="256.64">21539 9795 2098 0,'-3'0'0'0,"3"0"0"0,0 2 0 0,0 2 0 0,0 2 0 0,8 1 0 0,5 3 0 0,6-1 0 0,3 6 0 0,2 0 0 0,1 4 77 16,-1 0 277-16,5 1-157 0,1 2-69 0,0-3-22 0,0 2-34 16,-3 0 0-16,1 0-33 0,-3 0 14 15,-6-5-4-15,3 4-10 0,-8-1 1 0,-3-2 53 16,-6 2-27-16,-2 0 10 0,-3-1 36 0,0 5-37 16,-16-2 1-16,-6 0-37 0,-10 3 31 0,2-4-70 15,-13 7 0-15,-5-1 0 0,-5 2 0 0,-4 2 0 16,-7 2 0-16,-4 0-417 0,-5 2 9 0,-14 7 185 15</inkml:trace>
  <inkml:trace contextRef="#ctx0" brushRef="#br0" timeOffset="2041.88">18104 6711 1525 0,'-3'-20'0'0,"-4"7"0"0,2 3 0 0,-1 1 0 0,1 0 0 0,1-1 0 0,1 5 0 0,-1 1 0 0,2 0 0 0,-1 2 0 0,2 2 109 0,1 0 115 0,0 6-98 16,0 9-44-16,0 6 28 0,0 5-36 0,0 4 1 16,0 4-27-16,-2 13 137 0,0-2-73 0,-2 2-36 15,1 8-1-15,-3 8 109 16,3-9-64-16,-5 19-45 0,2-7-1 0,0 6 139 15,-1 0-87-15,0 1-44 0,-1 4 118 0,0 13-164 0,-1-2-36 16,0 4 0-16,1 4 0 0,1 3 0 16,1-11 0-16,1 23 0 0,-1-4 0 0,2 6 0 15,0 13 0-15,-1-6 0 0,1-11 0 0,-1 28 0 16,3-13 0-16,2-19 0 0,0 11 0 0,0-1 0 16,0 2 0-16,3-3 0 0,5-1 0 0,-1-4 0 15,1 0 0-15,-1-1 0 0,-1 5 0 0,-1 15 0 16,-1-21 0-16,-2 24 0 15,0-5 0-15,0-9 0 0,-2 27 0 0,0-12 0 16,0 3 0-16,0 4 0 0,0 2 0 0,0-19 0 16,0 21 0-16,-4-38 0 0,0 6 0 0,2-8 0 15,-1-6 0-15,-1-18 0 16,2 15 0-16,-1-9 0 0,-1 3 0 0,2-13 0 0,-1 3 0 16,0-16 0-16,-1 16 0 0,2-15 0 0,-1-9 0 15,1-6 0-15,-2-10 0 0,2-6 0 0,1-2 0 16,-3-7 0-16,2-11 0 15,0-4-178-15,-1-5-68 0,-2-3 94 0,0 0-443 16,-3-8 278-16,-1-19 139 0,-1-9-273 0,1-10 207 16,0-11 93-16,-3-22 62 0</inkml:trace>
  <inkml:trace contextRef="#ctx0" brushRef="#br0" timeOffset="2294.64">17973 6918 1585 0,'-10'-12'0'0,"1"9"0"0,2 3 0 0,0 0 0 0,-4 0 0 0,1 6 0 16,-6 5 0-16,-2 8 0 0,-7 7 0 0,2 0 0 0,-5 10 158 0,6 0-58 0,1-8-307 0,4 6 124 0,4-10 73 16,0 2 20-16,7-4-306 0,2-12 154 0</inkml:trace>
  <inkml:trace contextRef="#ctx0" brushRef="#br0" timeOffset="2425.03">17950 6802 2585 0,'11'-17'0'0,"-1"11"0"0,3 0 0 0,-2 5 0 0,3 1 0 0,2 0 0 0,5 5 0 0,4 8 0 16,3 3 0-16,6 6 0 0,-2 4-61 0,-2 1 62 0,9 10-11 0,0 1 51 0,8 7 0 0,0-1-850 15</inkml:trace>
  <inkml:trace contextRef="#ctx0" brushRef="#br0" timeOffset="3561.8">20169 7825 2647 0,'-4'-6'0'0,"2"1"0"0,-1-1 0 0,1 1 0 0,-3 0 0 0,3 0 0 0,-1 2-2 0,1-1-2 0,0 1 2 0,2 0 2 0,0 3 219 0,0-2-79 15,0 2-55-15,0 0 35 0,0 0 22 16,0 0-51-16,0 8 0 0,0-1-40 0,2 3 41 16,0-3-25-16,5 4-1 0,-2-5-25 15,0 2 0-15,0-3 5 0,1-1-46 0,-1 1 0 16,-1-5 0-16,4 0 0 16,-1 0 0-1,1-3 0-15,-1-8 0 0,-1-3 0 16,0 1 0-16,-2 0 0 0,-3 1 0 0,1 3 0 15,-2-4 0-15,0 6 0 0,0-1 0 0,-2 4 0 0,-7 1 0 16,-1 3 0-16,-4 0 0 0,-2 3 0 0,3 9 0 0,1 2 0 0,0 2 0 0,5-1 0 0,3 0 0 16,2 2 0-16,2-4 0 0,0 2 0 0,2-3 0 15,7-3 0-15,2-3 0 0,4 1 0 0,0-4 0 16,-1-3 0-16,0 0 0 0,-4 0 0 0,3 0 0 16,-2-4 0-16,-3-6 0 0,-4 0 0 0,-1 1 0 15,-1 2 0-15,0 0 0 0,-2-2 0 0,0 4 0 16,0 1 0-16,-5 2 0 0,-3 0 0 0,0 2 0 15,-3 0 0-15,4 0 0 0,1 4 0 0,2 4 0 16,2-1 0-16,2 3 0 0,0-1 0 16,0-2 0-16,8 1 0 0,5-3 0 15,4-4 0-15,0-1 0 0,2 0 0 0,-3 0 0 0,0-1 0 16,-3-7 0-16,-5 2 0 0,-1-6 0 16,-3 3 0-16,-2-1 0 0,-2-1 0 15,0 3 0-15,-10 3 0 0,-5-1 0 0,-1 4 0 16,-4 1 0-16,3 1 0 0,-1 0 0 0,-1 0 0 15,6 0 0-15,3 0 0 0,3 0 0 0,1 3 0 0,4 3 0 16,2 2 0-16,0 1 0 0,4 0 0 16,11 1 0-16,2-3 0 0,4 1-38 0,3-1-532 15,-2 1 265-15,5-4 132 0,-3 5 66 16</inkml:trace>
  <inkml:trace contextRef="#ctx0" brushRef="#br0" timeOffset="7208.17">21031 7754 2130 0,'-2'-8'0'0,"0"7"0"0,0-1 0 0,2 1 0 0,0-2 0 0,0 3 0 0,0 0 0 0,0 0 0 0,0 0 0 0,0 9 0 0,6 6 86 0,3 5 151 16,0 4-104-16,1 2-47 0,-1 4 73 0,0 2-60 15,1 2-30-15,-1-1 9 0,0 3-11 0,0-2 0 16,0 1-29-16,-4-3-28 0,1 1 29 0,-3-8 9 16,1 8-9-16,-1-7 26 0,-1-6-26 0,-2 1 0 15,0-4-1-15,0-4 103 16,0-1-56-16,0-7 0 0,0-1-31 0,0-3-54 15,0-1 0-15,0 0 0 0,-5-7 0 0,5-13 0 16,0-6 0-16,0-9 0 0,3-5 0 0,6 4 0 16,5-12 0-16,2 8 0 0,0-4 0 0,2 3 0 15,-4 9 0-15,5-4 0 0,-1 4 0 0,-2 6 0 16,1 1 0-16,-2 8 0 0,2 1 0 0,0 3 0 16,-2 3 0-16,0 3 0 0,0 3 0 15,0 3 0-15,-1 1 0 0,-2 0 0 0,-1 0 0 0,1 1 0 16,-3 6 0-16,-2 3 0 15,2-4 0-15,-4 3 0 0,1-2 0 0,-3-1 0 16,1-1 0-16,-2-1 0 0,-1 0 0 0,1-2 0 16,-2-2 0-16,0 2 0 0,0-2 0 0,0 0 0 15,0 0-46-15,0 0-105 0,0 0 57 0,0 0-668 16,0 3 361-16,0 2 181 0,0 2 91 0,0 1-400 16</inkml:trace>
  <inkml:trace contextRef="#ctx0" brushRef="#br0" timeOffset="7462.91">21557 8193 3497 0,'-4'-7'0'0,"2"5"0"0,0 1 0 0,0-1 0 0,2 2 0 0,-1 0 0 0,1 0 0 0,0 0 0 0,0 0 0 0,0 0 0 0,0 0 145 0,0 2 135 0,0 7-271 16,0 2-9-16,0 2 0 0,-2 2 0 0,-3 3 0 16,0-2 0-16,-3 3-124 15,1-3-25-15,-3-1 94 0,1-1 57 0,2-1-600 0,0-5 307 0,-4-1 18 16,6-4-145-16,1 2 190 16,1-5 85-16,3 0 57 0,0-5-418 0</inkml:trace>
  <inkml:trace contextRef="#ctx0" brushRef="#br0" timeOffset="7891.8">21930 7798 3013 0,'2'-8'0'0,"0"2"0"0,-2 0 0 15,0 3 0-15,0-3 0 0,-6 5 0 0,-1-2 0 0,0 3 0 0,-5 0 0 0,3 4 0 0,0 10 463 0,-3 4-204 0,3 5-114 0,0 2-94 0,2 0-51 16,4 5 0-16,3 1 0 15,0 0 0-15,0-1 0 0,1-2 0 0,11 1 0 16,1-3 0-16,1-6 0 0,2 3 0 0,3-3 0 16,-2-8 0-16,5 2 0 0,-2-7 0 0,1-1 0 15,2-6 0-15,2 0 0 0,-2 0 0 0,-2-6 0 16,2-10 0-16,0-1 0 0,-3-6 0 0,1-2 0 16,-2-1 0-16,-2-4 0 0,-2-1 0 0,-4-2 0 15,1-3 0-15,-5-1 0 0,-3-1 0 16,-2 2 0-16,-2 4 0 0,0 6 0 15,-6 2 0-15,-7 1-29 0,-6 4 58 0,0 8-29 16,-5 4 0-16,-5 3 0 0,-1 4 0 0,0 0 0 16,-2 1 0-16,2 13 0 0,3 1 0 0,8 0 0 15,0 2 0-15,4 1 0 0,8 1 0 0,2 2 0 16,5-1 0-16,0 1 0 0,5 2 0 0,7-8 0 16,8 6 0-16,0-7 0 0,4 2 0 0,3-5 0 15,1-2 0-15,0-2 0 0,-1 1 0 0,-7-4 0 16,4 0 0-16,-3-1 0 15,-4 1 0-15,-5 0-399 0,-3 1-106 0,-4 1 233 16</inkml:trace>
  <inkml:trace contextRef="#ctx0" brushRef="#br0" timeOffset="8283.44">20769 7681 2502 0,'-11'-11'0'0,"-1"8"0"0,-2 0 0 0,-1 3 0 0,-2 0 0 0,-4 6 0 0,3 10 0 0,-1 7 0 0,2 3 0 0,0 7 0 0,2 9 152 16,2 0 94-16,2 5-104 0,3 1-51 0,5 3-18 15,3-2 96-15,0 1-65 0,3 1-33 0,14-4 0 16,4 0-222-16,7-4 104 0,4-1 38 15,5-6-498-15,8-4 273 0,2-3 136 0,4-2 68 16,1-7-713-16,3-3 330 0,0-4 188 0,-1-3-113 16</inkml:trace>
  <inkml:trace contextRef="#ctx0" brushRef="#br0" timeOffset="8636.07">22465 7581 2810 0,'0'-11'0'0,"0"7"0"0,3 2 0 0,-1 2 0 0,1 0 0 0,5 0 0 0,1 0 0 0,6 0 0 0,2 2 0 0,2 8 0 0,7 5 116 0,4 1 395 0,4 7-237 16,-2 4-118-16,0 1-92 0,-6 4-64 0,6 7 0 15,-7 3 0-15,-7 2 0 0,-3 3 0 0,-7 6 0 0,-6 1 0 16,-2 10 0-16,-6-2 0 0,-15 2 0 0,-2 0 0 16,-2-5 0-16,0-8 0 15,-3 4 0-15,-4-4 0 0,-5 2 0 0,-2-9 0 0,-2 1 0 16,-1-7-374-16,-13 9 103 0,-2-6 116 15,-3-1-774-15</inkml:trace>
  <inkml:trace contextRef="#ctx0" brushRef="#br0" timeOffset="17499.48">20204 7889 1667 0,'0'0'0'0,"0"0"0"0,0-3 0 0,0 2-3 0,0 0 0 0,-2-3 0 0,2 0 1 0,-2 2 1 0,2 0 0 0,-1 1 1 0,1-1 85 15,-2 0 9-15,2 2-26 0,0-2 1 0,0 2-17 16,0 0 13-16,0 0-23 0,0 0 0 0,-2-2 46 15,2 2-46-15,0 0 11 0,-2 0-11 0,2-2 92 16,0 2-45-16,-2 0-1 0,1 0-46 0,-1 0 149 16,-1 0-79-16,-1 0-35 0,1 0 0 0,-1 0 56 15,-1 0-46-15,-3 4 11 16,0 2-21-16,1 0 0 0,0 2-34 0,-3 2 77 16,0-1-39-16,3-1-72 0,-6 5-9 0,1-2 0 15,0 3 0-15,-2-2 0 0,-1 3 0 0,0 1 0 16,0 0 0-16,0-1 0 0,-3 4 0 0,0 0 0 15,2-2 0-15,0-2 0 0,0 6 0 0,-1-3 0 16,0 1 0-16,2 0 0 0,-3 2 0 0,2-3 0 16,-3 7 0-16,-1-3 0 15,-1 1 0-15,-2 1 0 0,1 1 0 0,-2-1 0 16,-1 0 0-16,-1 1 0 0,-1-1 0 0,1 1 0 16,0 1 0-16,2-2 0 0,-1 1 0 0,2-1 0 15,3-2 0-15,-1-1 0 0,0 2 0 0,5-2 0 16,-7 2 0-16,4-3 0 0,1 0 0 0,-3 4 0 15,0-4 0-15,-1 0 0 0,-1 3 0 0,0 1 0 16,-1-1 0-16,0 3 0 0,-2-1 0 0,-4 1 0 16,-2 5 0-16,0-4 0 0,0 1 0 15,0 0 0-15,4-2 0 0,-8 6 0 16,6-3 0-16,2-1 0 0,-2 0 0 0,2 0 0 16,3-2 0-16,-1 3 0 0,-3-2 0 0,5 1 0 15,-2-2 0-15,3 0 0 0,1 0 0 0,1 0 0 16,1-1 0-16,0 2 0 0,0-4 0 0,1 5 0 15,-2-4 0-15,1 2 0 0,-1 0 0 0,-1 0 0 16,-3 1 0-16,3-1 0 0,-3 0 0 0,3-2 0 16,-3 3 0-16,3-3 0 0,-1 0 0 0,2-1 0 15,1 0 0-15,-1-1 0 0,2-1 0 16,1 0 0-16,-1-1 0 0,0-1 0 16,1 0 0-16,-3 3 0 0,0-1 0 0,2 0 0 15,-2 0 0-15,0-1 0 0,5-1 0 0,-5 4 0 16,3-3 0-16,1 0 0 0,0-1 0 0,2-4 0 15,2 0 0-15,-1 0 0 0,3-2 0 0,2-3 0 16,3-1 0-16,0-1 0 0,1-3 0 0,3-1 0 16,0 0 0-16,0-2 0 0,2-1 0 15,0-1 0-15,0 0 0 0,0 0 0 16,0 0 0-16,0 0 0 0,0 0 0 0,0 0 0 16,0 0 0-16,0 0 0 0,0 0 0 0,0 0 0 15,0 0 0-15,0 0 0 0,0 0 0 0,0 0 0 16,2 2 0-16,9-2-1101 0,10 0 434 0</inkml:trace>
  <inkml:trace contextRef="#ctx0" brushRef="#br0" timeOffset="18696.68">20183 7909 1454 0,'0'0'-4'0,"0"0"0"0,0 0 2 0,0 0 0 0,0 0 0 0,0-1 0 0,0 1 0 0,0-2 0 0,0 2 0 0,0 0 0 0,0 0 77 0,0 0 232 0,0 0-134 0,0 0-66 15,0 0 170-15,0 0-107 0,0 0-69 16,2 0 154-16,3 0-107 15,-2 0-52-15,3 3-27 0,-3 0 10 0,1 0 98 0,-2 2-67 16,1 0 20-16,-1-1-44 0,2-1 10 0,-1 3-53 0,-2-2-41 16,1 4-2-16,0-4 0 0,0 4 0 15,-2 0 0-15,2-1 0 0,0 1 0 0,-2 2 0 0,1-3 0 16,1 2 0-16,-2 2 0 0,2 0 0 16,0 1 0-16,0-3 0 0,-1 5 0 0,1-3 0 15,0 2 0-15,0-1 0 16,1 3 0-16,0-1 0 0,-1 1 0 0,2-2 0 0,-1 2 0 15,1 1 0-15,0-1 0 0,-1 2 0 0,1-1 0 0,1 1 0 16,-2 0 0-16,-1 1 0 0,2-2 0 16,-1 1 0-16,-1 1 0 0,0-1 0 0,0 0 0 15,0 1 0 1,-1-2 0-16,1 4 0 0,0-4 0 0,0 3 0 0,1-3 0 16,-1 1 0-16,-1 3 0 0,1-4 0 0,0 1 0 15,0 2 0-15,0-2 0 0,-1-1 0 0,1 1 0 0,0-1 0 16,0 1 0-16,0 0 0 15,0-1 0-15,-1 1 0 0,1 0 0 0,-2 2 0 0,0 1 0 16,0-3 0-16,0 2 0 0,0 0 0 16,0 0 0-16,0 0 0 0,2-3 0 0,-2 2 0 0,0 1 0 0,0-3 0 15,3 1 0 1,-3 0 0-16,0 2 0 0,0-2 0 0,0-1 0 0,0 3 0 16,0 0 0-16,0-2 0 0,0 0 0 15,0 0 0-15,0 1 0 0,0-2 0 0,0 0 0 16,0 3 0-16,0-2 0 0,0 2 0 15,0-3 0-15,0 2 0 0,0 0 0 0,0-1 0 0,0 0 0 16,0-2 0-16,0 0 0 0,0 2 0 0,0 0 0 16,0-2 0-16,2 0 0 15,-2 2 0-15,1 1 0 0,-1-3 0 0,0 1 0 16,0 1 0-16,0 0 0 0,0 0 0 0,0-1 0 16,0 2 0-16,0-2 0 0,2 3 0 0,-2-2 0 0,2 0 0 15,0 2 0-15,0 0 0 0,0-1 0 16,-1-1 0-16,-1 2 0 0,2 2 0 0,-2-1 0 0,2 1 0 15,-2-2 0-15,0 1 0 0,0-1 0 16,0 2 0-16,0 1 0 0,0-1 0 16,0 0 0-16,0-2 0 15,0 3 0-15,0 0 0 0,0-1 0 0,0 2 0 0,0-3 0 0,0 0 0 16,0-3 0-16,0 2 0 0,0-3 0 16,0-3 0-16,2-4 0 0,-2 3 0 0,2-5 0 15,-1 0 0-15,-1-1 0 0,2-2 0 0,0-2 0 16,-2 1 0-16,0-1 0 0,0 0 0 0,0 0 0 0,0 0 0 15,0 0 0-15,0 0 0 0,0-1 0 0,0-1 0 16,0 2 0-16,0-2 0 16,0 3 0-16,0-1 0 0,0-2 0 0,0 0 0 15,0 1 0-15,0 1 0 0,0 0 0 16,-4 0 0-16,1-2 0 0,-3 1-439 0</inkml:trace>
  <inkml:trace contextRef="#ctx0" brushRef="#br0" timeOffset="19918.18">18583 10962 2169 0,'-7'-6'0'0,"-3"-2"0"0,5 1 0 0,1-1 0 0,0-1 0 0,2 2 0 0,2-5 0 0,0 1 0 0,0-1 0 0,0-1 0 0,2 1 146 0,4 1-41 0,0-4-11 0,1 5 157 15,-2 3-104-15,1-3-53 0,0 2 1 0,0 3 56 16,-1-1-59-16,1 0-1 0,3 3 97 0,1-1-72 15,3 2-38-15,2 0 27 0,3 1-96 16,3 1-9-16,0 0 0 16,5 0 0-16,-2 3 0 0,-5 8 0 0,6 2 0 15,-5 3 0-15,-1 0 0 0,-1 4 0 0,-7-2 0 16,-1 4 0-16,-2 3 0 0,-2-1 0 0,-4 3 0 16,-2-3 0-16,0 0 0 0,0 7 0 0,-2-8 0 0,-6 2 0 15,1-4 0-15,-4-1 0 0,2-1 0 16,-3-1 0-16,1-6 0 0,-3 2 0 15,1-5 0-15,-2 0 0 0,0-1 0 0,-2-2 0 0,-1-1 0 16,-1-1 0-16,2-2 0 0,2 0 0 16,-2-2 0-16,2 2 0 0,2-2 0 0,3 0 0 0,-1 0 0 0,2 0 0 15,1 0 0 1,2 0 0-16,1 0 0 0,3 0 0 0,-2 0 0 16,4 0 0-16,0 0 0 0,0 0 0 0,0 0 0 0,0 0 0 15,0 0 0-15,0 0 0 16,0 0 0-16,0 0 0 0,0 0 0 0,0 0 0 0,0 0 0 0,0 0 0 15,0 0 0-15,0 0 0 0,0 0 0 16,0 0-691-16,2 0 289 0,4 0 179 0,3 0 80 0,4 0-655 16,0-2 377-16</inkml:trace>
  <inkml:trace contextRef="#ctx0" brushRef="#br0" timeOffset="20846.28">18834 11198 946 0,'-3'0'0'0,"1"0"-1"0,-2 2 1 0,1-2 0 0,1 2-1 0,-2-2 1 0,1 2 0 0,1-2 0 0,-2 1 0 0,2-1 0 0,-2 0 80 0,2 0-38 0,-2 0 77 0,2 0-28 16,-1 0-10-16,1 0-39 0,0 0 105 0,0 0-53 15,0 0 0-15,1 0 86 0,-1 0-75 0,2 0-31 16,0 0 0-16,0 0 102 0,-2 0-56 0,2 0-44 15,0 0-1-15,0 0 110 0,0 0-71 0,-2 0-36 16,2 0 10-16,0-1-3 0,-2-3 0 0,2-2-43 16,0-1 97-16,0-1-48 15,0-1 10-15,0-1 19 0,0-1-39 0,2 0 0 16,2-2-54-16,3-2-27 0,0-1 0 0,3 1 0 16,1-3 0-16,0 0 0 0,-1-1 0 0,1 0 0 15,0-2 0-15,1 1 0 0,-1-1 0 0,-2 1 0 16,3 1 0-16,-3-3 0 0,0 6 0 0,-1-3 0 15,1 2 0-15,1 2 0 16,-1 0 0-16,1 2 0 0,-1 2 0 0,2 0 0 0,1-1 0 16,-1 2 0-16,0 5 0 15,0-1 0-15,0 3 0 0,5-1 0 0,-5 2 0 0,2 2 0 16,0 0 0-16,0 0 0 16,-1 0 0-16,-1 9 0 0,1 1 0 0,-3-1 0 0,-2 1 0 0,0-1 0 15,0 0 0 1,-4 1 0-16,1-1 0 0,0 0 0 0,-3-2 0 0,1-2 0 0,0 1 0 15,0-5 0-15,-2 1 0 0,0-2 0 16,0 0 0-16,0 0 0 0,0 0 0 0,0 0 0 16,0 0 0-16,0 0 0 0,-2 0 0 0,-2-2 0 15,1 1 0-15,-1-3 0 0,2 0 0 16,-1 1 0-16,3 0 0 0,-3 2 0 0,3-2-444 16,0 1 171-16,0 2-972 0,0 0 602 0,8 0 300 15</inkml:trace>
  <inkml:trace contextRef="#ctx0" brushRef="#br0" timeOffset="22394.92">18568 10805 1578 0,'-3'0'0'0,"1"0"0"0,-2 0 0 0,4 0 0 0,-2 0 0 0,2 0 0 0,0-1 0 0,0-1 0 0,0 0 0 0,0 0 0 0,0 0 120 0,4 0-39 16,0 1 194-16,3-1-116 0,-2 2-48 0,1 0-40 15,0 0 99-15,2 0-63 0,-3 0-33 16,0 0 191-16,3 0-101 0,-2 2 118 15,0 1-119-15,-1 1-61 0,1 1-30 0,-3 1 65 16,3 0-137-16,-2-2 0 0,0 1 0 0,1 0 0 16,-1 2 0-16,1-2 0 0,-1 1 0 15,0-2 0-15,0 1 0 0,0-1 0 0,1 2 0 0,-1-1 0 16,0-2 0-16,-1 3 0 0,1 1 0 16,2-2 0-16,-2 1 0 0,0 1 0 15,-1 1 0-15,-1 0 0 0,2-2 0 0,-2 4 0 0,-1-1 0 16,1 1 0-16,0 1 0 0,-2 2 0 0,0 1 0 15,0-2 0-15,0 5 0 16,0-1 0-16,-2 1 0 0,-3 4 0 0,-1-1 0 0,1 0 0 0,-2 3 0 16,0-3 0-16,2 3 0 0,-1-1 0 15,3-1 0-15,-3 0 0 0,3-2 0 16,0-1 0-16,-1 0 0 0,2-5 0 0,2-4 0 16,0 2 0-16,0-6 0 0,0 1 0 0,0-4 0 15,0 0 0-15,0-2 0 16,0 0 0-16,0 0 0 0,0 0 0 0,0 0 0 0,0 0 0 0,0 0 0 15,0 0 0-15,0-2 0 0,0-6 0 0,0-1 0 16,0-4 0-16,0-2 0 0,2-1 0 16,0-4 0-16,3 0 0 0,0-3 0 0,0-3 0 15,1 1 0-15,-1 1 0 0,1 3 0 0,-2-1 0 16,2 0 0-16,-1 0 0 0,-1 2 0 0,0 4 0 16,-1 0 0-16,1 1 0 0,-2 4 0 15,0 1 0-15,0 1-17 0,0 0-26 0,0 3 1 16,0-2-50-16,0 5 11 0,-2-1 39 15,1 0-6-15,-1 2 6 0,0 0 0 16,2 1 35-16,-2-1-35 0,0 2-1 16,0 0 98-16,0 0-48 0,0 0-19 0,0 0-9 0,0 0-10 15,0 0-5-15,0 0 103 0,0 7-47 0,0 3-12 16,0-1 102-16,0 1-49 0,0 1-33 0,0 2-29 16,0-6 2-16,0 3 11 0,0-1-96 15,0 1 43-15,0-3-1 0,0 1 44 0,0-2-48 0,0-1 39 16,0 1 2-16,0-3-12 0,0 1-29 0,0-1 26 15,0 1 7-15,0-1-19 16,0-1-18-16,0-2 19 0,0 1 9 0,0-1-34 16,0 0 32-16,0 0-1 0,-2 0-57 0,2 0 7 15,0 0 50-15,0-7 0 0,0-5-1 0,0-2-75 16,2-5 21-16,4-6 9 16,-1 1-37-16,2-5 33 0,-2 2 0 0,0 1 56 0,-3 1-34 0,0 2 11 15,0 1 174-15,-2 5-87 0,0 2-43 0,0 7-1 16,0-1-54-16,-2 4 11 0,0 3 391 15,0-1-180-15,1 2-62 0,1 1 175 0,0 0-98 0,-2 0-78 0,2 0-36 16,0 9-1-16,0 2-26 16,0 4 134-16,0 0-129 0,0 2-48 15,0 1 0-15,0 0 0 0,0 0 0 0,0 4 0 16,0 0 0-16,0 2 0 0,0 2 0 0,-2 1 0 16,-2 1 0-16,-4-1 0 0,3 6 0 15,-3 1 0-15,1-2 0 0,1 0 0 0,0-2 0 16,1-2 0-16,1-6 0 0,0 3 0 0,3-4 0 15,-1-3 0-15,0-7 0 0,2 1 0 0,-2-4 0 16,2-5 0-16,0-1 0 16,0 0 0-16,0-2 0 0,0 0 0 0,0 0 0 15,-2 0 0-15,1-2 0 0,1-7 0 0,0-7 0 0,0-6 0 0,0-6 0 16,1-10 0-16,8-1 0 0,4-4 0 16,1-1 0-16,-3 5 0 0,4-8 0 0,-2 6 0 15,-2 9 0-15,1-4 0 0,-1 6 0 0,-4 5 0 16,0 3 0-16,-2 6 0 0,-3 4 0 15,0 5 0-15,-1 1 0 16,1 4 0-16,-2 1 0 0,0 1 0 0,0 0 0 0,0 3 0 16,0 18 0-16,0-1 0 0,-3 8 0 0,-5 3 0 15,2-2 0-15,0 3 0 0,-1 0 0 0,2-1 0 0,-1-1 0 16,2-2 0-16,-2-2 0 0,3-2 0 16,-3-1 0-16,1-1 0 0,-1-1 0 0,-2 0 0 15,2-4 0-15,-1-1 0 16,2-4 0-16,-1-1-17 0,0-2-95 0,2-3-590 0,2 1 330 0,1-4 165 0,-1 0-615 15,2-1 379 1,0 0 205-16</inkml:trace>
  <inkml:trace contextRef="#ctx0" brushRef="#br0" timeOffset="23592.98">19367 11001 1980 0,'-2'-23'0'0,"0"7"0"0,-2-5 0 0,-2-2 0 0,-1 1 0 0,-1 2 0 0,1 4 0 0,-3 3 0 0,-3 0 0 0,1 4 0 0,-4 5 368 16,-1 2-164-16,-5 2-82 0,-1 6-41 0,-2 12 178 16,-5 10-115-16,4 5-51 0,0 4-27 0,0 4 210 15,1 2-118-15,4 5-49 0,5-2-39 0,4 0-69 16,7-4-1-16,3-6 0 0,2 0 0 15,0-1 0-15,4-8 0 0,9-3 0 0,2-5 0 16,0-4 0-16,9-4 0 0,-5-7 0 16,9-4 0-16,-1 0 0 0,1-6 0 0,-1-12 0 15,3-10 0-15,-7-1 0 0,7-12 0 0,-5 2 0 16,0-3 0-16,-4 1 0 0,-7 7-68 0,-3-1-30 16,-3 10 10-16,-4 3 219 0,-2 7-86 0,-2 4-43 15,0 1 1-15,-2 6 70 0,-12 4-73 0,1 0 0 16,-4 14 0-16,1 6 0 0,2 5 0 0,3 3 0 15,4 3 0-15,5 2 0 16,2-2 0-16,0 1 0 0,2-4 0 0,11-3 0 16,6-1 0-16,1-5 0 0,3-8 0 0,1-2 0 15,3-6 0-15,-5-3 0 0,8 0 0 0,-6-10 0 16,-1-7 0-16,-2-2 0 0,-3-1 0 0,-6-1 0 16,1-7 0-16,-6 0 0 0,-2-1 0 0,-4 1 0 15,-1-1 0-15,0-3 0 0,-4 1 0 0,-9 5 0 16,-1 2 0-16,-6 3 0 0,3 8 0 0,-5 0 0 15,-4 5 0-15,-1 6 0 16,3 2 0-16,3 0 0 0,3 0 0 0,4 2 0 16,1 6 0-16,6 1 0 0,3-1 0 0,4 3 0 15,0 0 0-15,2 0 0 0,14-1 0 0,7 0 0 16,5-7 0-16,6-1 0 0,7-2 0 0,-4 0 0 16,11-9 0-16,-2-7 0 0,-2 0 0 0,-1-1 0 15,-5 0 0-15,7-2 0 0,-11 4 0 0,-3-2 0 16,-2 4 0-16,-10 1 0 0,-6 5 0 0,-3 1 0 15,-7 5 0-15,-1-3 0 0,-2 2 0 0,-8 0 0 16,-10 2 0-16,-9 0 0 16,-1 9 0-16,0 7 0 0,-4 0 0 0,2 3 0 15,3 2 0-15,6-2 0 0,5-3 0 0,5 1 0 16,6 2 0-16,2 0 0 0,3-1 0 0,0 1 0 16,12 2 0-16,4-2 0 0,5-2 0 0,2-2 0 15,-3-4 0-15,8 3 0 0,-3-5 0 0,-1 0 0 16,-4-1 0-16,-2-1 0 0,-1 2 0 15,-8-2 0-15,-2 0 0 0,-1 0 0 0,-3 1 0 16,-3 2 0-16,0-2 0 0,-12 4 0 16,-6 1 0-16,-3 0 0 0,-2 0 0 0,0-1 0 15,5-5 0-15,-5 2 0 0,2 0 0 0,5-3 0 16,7-2 0-16,-1 0 0 0,6-4 0 0,0 1 0 16,2-1 0-16,2 0 0 0,0 0 0 0,13 0 0 15,8-1 0-15,6-11 0 0,1-6 0 0,7-3 0 16,5-1 0-16,0-7 0 0,1 0 0 0,0-3 0 15,-2-1 0-15,-1 2 0 0,-2 1 0 0,-8 7 0 16,0-1 0-16,-6 3 0 16,-6 6 0-16,-7 7 0 0,-4 1 0 0,0 2 0 15,-3 2 0-15,-1 2 0 0,-1 1 0 0,-3 4 0 16,-13 14 0-16,2 5 0 0,-2 1 0 0,5 4 0 16,3 4 0-16,3 2 0 0,3 0 0 0,2-2 0 15,0 0 0-15,5-4 0 0,11-2 0 0,0-2 0 16,7-5 0-16,0-4 0 0,3-4 0 0,2-5 0 15,1-6 0-15,-2 0 0 16,1 0 0-16,-3-6 0 0,5-8 0 0,-4-6 0 16,-1 0 0-16,0-6 0 0,-4-2 0 15,0-4 0-15,-2-10 0 0,-6 1 0 0,-4-4 0 0,-2-2 0 16,-5-2 0-16,-2 10 0 0,0-8 0 0,-16 17 0 16,-7 0 0-16,-5 6 0 0,-11 5 0 0,3 11 0 15,-11 3 0-15,2 5 0 0,-1 0 0 0,6 9 0 16,6 3 0-16,4 4 0 0,9-1 0 0,3 3 0 15,7-1 0-15,3 3 0 0,8 0 0 16,0 1 0-16,0-1 0 0,13 3 0 16,2-2 0-16,4-2 0 0,1-2 0 0,5 1 0 15,-3-3 0-15,5 0 0 0,-3-3 0 0,-4-1 0 16,1-2 0-16,-1 0-331 0,-6 1-213 0,-5 0 252 16,-1 1-701-16,-6 0 476 0,-2 2 238 0</inkml:trace>
  <inkml:trace contextRef="#ctx0" brushRef="#br0" timeOffset="24044.25">18797 10368 2216 0,'-4'-13'0'0,"-3"-2"0"15,0 7 0-15,-5-1 0 0,-1 4 0 0,-2 0 0 0,0 4 0 0,1 1 0 0,-4 0 0 16,-3 9 0-16,1 10 255 0,-4 9-112 0,1 5-51 0,0 9 188 0,3 2-120 0,1 10-59 0,1 2-20 16,2 12 435-16,5-8-429 0,3 0-87 0,6-7 0 0,0 3 0 15,2-2 0-15,0-3 0 0,2-2 0 0,10-3 0 31,3-2 0-31,4-2 0 16,-3-3 0-16,7 2 0 0,-6-9 0 0,5 2 0 0,3-3 0 0,-1-2 0 0,3-3 0 0,1-3 0 0,2-3 0 0,2-3-254 16,4-3-305-16,6-2 259 0,-4-4 119 0</inkml:trace>
  <inkml:trace contextRef="#ctx0" brushRef="#br0" timeOffset="24418.62">21034 11437 3236 0,'2'-15'0'0,"2"13"0"0,1 2 0 0,2 0 0 0,-5 0 0 0,-1 0 0 0,1 0 0 0,0 0 0 0,-2 0 0 0,0 6 0 0,0 5 132 0,0 4 405 0,-7 6-511 0,-9 3-26 16,-3 3 0-16,-6 10 0 0,-4-4 0 0,-1 8 0 16,-10 9-798-16,3-3 330 0</inkml:trace>
  <inkml:trace contextRef="#ctx0" brushRef="#br0" timeOffset="25783.05">21482 10862 1810 0,'-7'-8'0'0,"2"3"0"0,3 2 0 0,0-1 0 0,2 2 0 0,0 2 0 0,0 0 0 0,0 7 0 0,6 12 0 0,4 4 0 0,3 5 84 0,-3 3-10 16,4 13 175-16,-1-5-104 0,-4 6-52 0,1 2 92 15,-4-5-61-15,1 12-47 0,-4-7 1 0,-1 1-52 16,0-14 15-16,-2 4 1 0,0-2 9 0,0-6 17 16,0-9 0-16,-4-1-26 0,1-7-1 0,-1-1 64 15,1-9-21-15,-1-1-10 0,0-2 213 16,1-2-204-16,1-16-83 0,2-12 0 15,0-2 0-15,11-17 0 0,8-2 0 0,5-9 0 16,0 2 0-16,1 0 0 0,-1 11 0 0,3-7 0 16,-2 8 0-16,0 4 0 0,-6 12 0 0,-1 1 0 15,-4 8 0-15,1 1 0 0,-5 6 0 0,1 5 0 16,-4 2 0-16,-2 1 0 0,4 4 0 0,-4 0 0 16,2 2 0-16,-1 0 0 0,2 0 0 0,-3 0-21 15,3 0-181-15,-1 6 85 0,-2-2 38 16,2-1-319-16,-2 1 178 15,-1-3 89-15,0 3 35 0,1-2 10 0,-1 2-385 0,-3 0 215 16,3-1-122-16,3 2 168 0,-4 1 74 16,1 4 53-16</inkml:trace>
  <inkml:trace contextRef="#ctx0" brushRef="#br0" timeOffset="26226.87">22394 11055 1857 0,'0'-9'0'0,"0"0"0"0,2-4 0 0,3-6 0 0,2 2 0 0,-2 0 0 0,1-2 0 0,-3-2 0 0,3 5 0 0,-4-2 0 0,-1 3 106 0,1 4-33 0,-2 0 40 0,0 2-25 15,-2 0-11-15,-7 5-36 0,-5 0 135 16,-4 1-67-16,-6 3-35 0,-3 0 193 15,2 9-119-15,-8 4-53 0,4 2-27 0,-6 3 125 16,3 3-76-16,2 0-27 0,0-1-11 0,7 3 81 16,2-2-160-16,5-3 0 0,5 1 0 15,6-2 0-15,5 1 0 0,0-1 0 0,0 1 0 0,9-3 0 16,6 0 0-16,3-4 0 0,5 4 0 0,-4-5 0 16,1-1 0-16,1-3 0 0,-1 5 0 0,-6-4 0 15,0 0 0-15,-5-1 0 0,-2 2 0 0,-3-1 0 16,-2-1 0-16,0 3 0 0,-2 1 0 0,0 0 0 15,-11 2 0-15,-5 0 0 16,-2 2 0-16,2-2 0 0,-5 3 0 0,-2-2 0 16,0 0 0-16,0 0 0 0,7-3 0 15,-5 1 0-15,4-1 0 0,2-1 0 0,2-2 0 16,6-1 0-16,0-1 0 0,4-2-80 0,3-1-153 16,0-2-734-16,3 0 463 0,18-6 232 15,4-11 115-15,5-6-531 0</inkml:trace>
  <inkml:trace contextRef="#ctx0" brushRef="#br0" timeOffset="27082.75">22408 11114 3000 0,'13'-8'-1'0,"-3"3"1"0,-3 1 0 0,-2 1 0 16,-3 3 0-16,0 0 0 0,-2 3 0 0,0 12 0 0,0 7 0 0,-4 1 0 0,-1 0 341 0,0 2-139 0,0 8-86 0,1-5-38 0,2-2-113 16,2-3 38-16,0 1 0 0,0-6-148 15,0 0 87-15,0-6 50 16,0-2-536-16,0-2 292 0,2-5 147 0,2-3 83 0,1 0-644 15,3-5 312-15,-2-16 157 16,1-4-124-16,0-6 140 0,2-6 59 0,0-12 46 0,-2-4-42 16,5-9 39-16,-5-2-1 0,2 0 101 15,0 6-41-15,5-12 10 0,-5 20-31 0,0-2 0 0,0 14 169 0,-2 0-85 16,-2 15-52-16,1 3 10 0,-3 11 613 0,4 1-251 16,-2 6-177-16,3 2 390 0,1 10-257 0,-1 16-144 15,1 5-67-15,0 9 239 0,-3 5-153 16,0 4-77-16,-2 1-28 0,-3 3 113 15,1 0-81-15,-2-2-52 0,0-2-69 0,0-3 0 16,0-6 0-16,0-1 0 0,0-7 0 0,0-9 0 16,0-3 0-16,0-8 0 0,0-3 0 0,2-5 0 15,2-4 0-15,7-4 0 0,1-17 0 0,0-4 0 16,4-2 0-16,-2-2 0 0,2-1 0 0,2 1-35 16,1-2-16-16,-2 3 35 0,-2 8 6 0,0-1 29 15,-2 4-28-15,-4 6-3 0,-1 3 126 16,-5 5-114-16,4 1 0 0,-4 2 0 15,-1 7 0-15,-2 16 0 16,0 0 0-16,0 8 0 0,0 3 0 0,0 1 0 0,0 1 0 16,0 0 0-16,2-5 0 0,4 2 0 0,4-10 0 0,4 2 0 15,1-10 0-15,2-1 0 0,4-6 0 0,3-7 0 16,-3-1 0-16,5-5 0 0,-1-14 0 16,-3-6 0-16,0-2 0 15,-1-6 0-15,1-8 0 0,-4 4 0 0,-1-3 0 0,-4 8 0 16,-3-3 0-16,1 7 0 0,-4 3 0 15,-4 4 0-15,1 8 0 0,-2 4 0 0,0 3 0 16,-2 4 0-16,0 0 0 0,0 2 0 0,0 10 0 16,0 14 0-16,-2 3 0 0,-2 5 0 0,2 1 0 15,2 5 0-15,0 1 0 0,0-1 0 16,10-1 0-16,1-3 0 0,4-2 0 0,1-6 0 16,2-1 0-16,1-7 0 0,-3-4 0 15,5-5 0-15,2-5 0 0,0-4 0 0,-1 0 0 0,0 0 0 16,1-12 0-16,-6 0 0 0,5-12 0 15,-2-1 0-15,-2-8 0 0,-1-6 0 16,-1-4 0-16,0-6 0 0,-1-5 0 0,-2-8 0 0,-5 2 0 16,-3 7 0-16,-3-7 0 15,-2 4 0-15,0 3 0 0,-9 8 0 0,-12 4 0 0,-6 9 0 0,-5 6 0 0,-1 9 0 16,-10 5 0-16,0 8 0 16,1 4 0-16,7 0 0 0,-4 4 0 0,7 12 0 15,3 2 0-15,6 3 0 0,6 1 0 0,6 1 0 16,6 1 0-16,5 1 0 15,0 5 0-15,5-6 0 0,13 3 0 0,2-5 0 0,6 0 0 0,6-3 0 16,10-4 0 0,-3-4 0-16,0-3 0 0,2-4 0 0,1-1 0 0,-6-3 0 0,5 0 0 15,-6 0 0-15,-1-2 0 0,-3-1-137 0,-9-1-794 16,2-2 435-16,-4-1 233 0,-4-2 111 0,-1-2-579 16,-2-2 346-16</inkml:trace>
  <inkml:trace contextRef="#ctx0" brushRef="#br0" timeOffset="27282.03">23856 10608 2693 0,'5'-15'0'0,"-1"5"0"0,1 0 0 0,1 2 0 0,-2 3 0 0,4 1 0 0,1 1 0 0,2 3 0 0,3 0 0 0,2 14 0 0,3 7 686 15,-1 5-323-15,1 9-174 0,-5-1-189 0,2 13 0 16,-5-3 0-16,-1 3 0 0,-4 3 0 0,-4-1 0 16,-2 2 0-16,0 0 0 0,-8 1 0 0,-9 0 0 15,-6 9 0-15,3-14 0 0,-4 5 0 16,-3-5 0-16,1-4 0 0,-2-3 0 15,-3-4 0-15,3-5 0 0,3-5 0 0,-4-3 0 16,3-2 0-16,1-2 0 0,6-4-402 0</inkml:trace>
  <inkml:trace contextRef="#ctx0" brushRef="#br0" timeOffset="27486.3">24425 11554 3349 0,'-17'-16'0'0,"14"16"0"0,2 0 0 0,1 0 0 15,-8 0 0-15,1 0 0 0,0-2 0 0,0-2 0 0,2-2-1 0,1 3-1 0,2 1-133 0,2 0 48 0,0 1 0 16</inkml:trace>
  <inkml:trace contextRef="#ctx0" brushRef="#br0" timeOffset="34494.68">9326 13747 990 0,'0'0'0'0,"-2"0"0"0,0 0 0 0,2 0 0 0,-1 0 0 0,1 0 0 15,0 0 0-15,0 0 0 0,0 0 0 0,0-2 0 0,0 2 134 0,0 0-47 0,0 0-1 0,0 0-35 0,0 0 134 16,0 0-66-16,0 0-22 0,0 0 64 16,0-2-54-16,0 2-1 0,0 0-55 0,0 0 78 15,0 0-26-15,0 0 95 16,0 0-74-16,0 0-36 0,0 0 0 0,0 0-36 16,0 0 12-16,0 0 105 0,0 0-58 0,0 0-1 0,0 0 36 15,0-2-47-15,0 2 13 0,0 0-20 0,0 0-41 16,0 0-30-16,0 0-21 15,0 0 0-15,0 0 0 0,0 0 0 0,0 0 0 0,0 0 0 16,0 0 0-16,0 0 0 0,0 0 0 0,0 0 0 0,0 0 0 16,1-2 0-16,-1 2 0 0,0 0 0 0,2 0 0 15,-2 0 0-15,0 0 0 0,2 0 0 16,0 0 0-16,0 0 0 16,1-2 0-16,1 2 0 0,0 0 0 0,-1 0 0 0,4 0 0 15,-4-2 0-15,3 2 0 0,-1-2 0 0,1 1 0 16,2-2 0-16,-3 2 0 0,3-4 0 15,1 2 0-15,-2-1 0 0,4 1 0 0,-3 1 0 0,1-2 0 16,1 2 0-16,-1 0 0 0,2 0 0 16,-2 1 0-16,0-1 0 0,0 0 0 0,1 0 0 15,-1 0 0-15,2 0 0 16,1 0 0-16,-3 1 0 0,0-1 0 0,3 0 0 0,-3-1 0 16,0 2 0-16,3-1 0 0,-3 0 0 15,-2-1 0-15,2 1 0 0,1 0 0 0,-2 0 0 16,1 0 0-16,-2 0 0 0,3 0 0 0,-3 0 0 15,2 2 0-15,2-1 0 0,-2 1 0 0,2 0 0 16,0 0 0-16,0 0 0 0,2 0 0 0,1 0 0 16,0 0 0-16,2 0 0 0,-2 0 0 0,6 0 0 15,-3 0 0-15,-1 0 0 0,2 0 0 0,-2-3 0 16,3 3 0-16,-2 0 0 0,0 0 0 16,-1 0 0-16,2 0 0 0,-1 0 0 0,-1 0 0 0,2 0 0 15,-2 0 0-15,0 0 0 16,2 3 0-16,-1-3 0 0,1 1 0 0,3-1 0 15,0 0 0-15,4 2 0 0,-1-2 0 0,0 0 0 16,1 0 0-16,-2 0 0 0,5 0 0 0,-8 0 0 0,8 0 0 16,-7 0 0-16,7 0 0 0,-6 0 0 15,6 2 0-15,1 0 0 0,-3-2 0 16,2 2 0-16,1 0 0 0,3 0 0 0,-2-2 0 0,1 2 0 16,3-1 0-16,0-1 0 15,1 2 0-15,6 0 0 0,1-2 0 0,-1 2 0 16,1-2 0-16,-1 1 0 0,0-1 0 0,-2 3 0 15,9-3 0-15,-2 0 0 0,0 2 0 0,1-2 0 0,2 0 0 16,4 0 0-16,3 0 0 0,6 0 0 16,-9 0 0-16,12 0 0 0,-13 0 0 15,9-2 0-15,5-1 0 0,-7 0 0 0,4-1 0 0,1 1 0 0,2-1 0 16,-8 2 0-16,15-2 0 16,-9 1 0-16,1 0 0 0,1 0 0 15,4-1 0-15,-8 0 0 0,15 1 0 0,-2-2 0 16,0 2 0-16,0-1 0 0,-3 1 0 0,2-1 0 0,2 2 0 15,-3 1 0-15,3-2 0 0,6 1 0 16,-1 1 0-16,-1-2 0 0,-1 1 0 0,1-1 0 16,1 1 0-16,-1 0 0 0,4 0 0 0,12 0 0 15,-21 1 0-15,10-2 0 16,-3 2 0-16,13-1 0 0,-19 0 0 0,22 0 0 0,-5 0 0 16,-1 1 0-16,-3-2 0 0,3 1 0 0,-9 1 0 15,18-1 0-15,-3 0 0 0,-1 0 0 16,-3 0 0-16,0 0 0 0,-9 1 0 0,20-1 0 15,-5-2 0-15,1 2 0 0,-4-2 0 0,2 2 0 16,-10-2 0-16,22 3 0 0,-6-4 0 0,4 2 0 0,-4-1 0 16,-5 0 0-16,-8 0 0 0,19 1 0 15,-7 1 0-15,-3 0 0 0,-6 1 0 0,-1-2 0 16,-13 3 0-16,16 0 0 0,-10 0 0 0,0 0 0 16,-11 0 0-16,2-1 0 0,-11 1 0 0,11 0 0 15,-10 0 0-15,-3 0 0 16,-2-3 0-16,-11 3 0 0,7 0 0 0,-5-1 0 0,-5 1 0 15,-4 0 0-15,-11 0 0 0,1 0 0 0,-6 0 0 16,-3 0 0-16,-1 0 0 0,-7 0 0 0,-1 0 0 16,-4 0 0-16,-1 0 0 0,-3 0 0 0,-2 0 0 15,-1 0 0-15,-2 0 0 0,0-2 0 0,-2 2 0 16,0 0 0-16,-1 0 0 0,-1-2 0 0,0 2 0 16,0 0 0-16,0-2 0 15,2 0 0-15,-2 1 0 16,0-4 0-16,0 4 0 0,0-3 0 0,0 3 0 0</inkml:trace>
  <inkml:trace contextRef="#ctx0" brushRef="#br0" timeOffset="34515.75">18443 13487 503 0</inkml:trace>
  <inkml:trace contextRef="#ctx0" brushRef="#br0" timeOffset="38137.61">9234 15295 3152 0,'0'-1'0'0,"0"-5"0"0,2 1 0 0,3-1 0 0,1 2 0 0,4-1 0 0,-1 1 0 0,-4 1 0 0,4 0 0 0,0 1 0 0,2 2 97 0,-4 0 13 0,0 0 132 0,1-1-96 16,-2 1-48-16,1 0-12 0,0 0-86 0,3 0 0 0,-2-1 0 15,3-3 0-15,1 3 0 0,0-3 0 0,-1 0 0 16,3-1 0-16,0-1 0 0,0 1 0 0,-1-1 0 15,1 2 0-15,-3 1 0 0,5-1 0 0,-6 1 0 16,4 2 0-16,2 1 0 16,-1-2 0-16,4 2 0 0,0 0 0 0,1 0 0 15,5 0 0-15,-3 0 0 0,5 0 0 0,-4 0 0 16,11 0 0-16,-1 0 0 0,1 0 0 0,3 0 0 16,4-2 0-16,-5 1 0 0,11-3 0 0,-4-2 0 15,1 1 0-15,-2 3 0 0,1-1 0 0,-3 1 0 16,9 0 0-16,-6 1 0 0,-2 1 0 0,0 0 0 15,0 0 0-15,-4 0 0 0,9 0 0 0,-2 0 0 16,4 0 0-16,5 0 0 0,2 0 0 0,1 0 0 16,12 0 0-16,-6-2 0 15,-7-2 0-15,3 0 0 0,-3 3 0 16,0-2 0-16,-2 3 0 0,0 0 0 0,-1 0 0 16,1 0 0-16,-1 0 0 0,7 0 0 0,-4 6 0 0,2 0 0 15,-1-3 0-15,1 5 0 0,-1-2 0 0,5 0 0 16,6-2 0-16,-3-1 0 15,3 0 0-15,7-3 0 0,-3 3 0 16,-9-3 0-16,13 0 0 0,-7 0 0 0,0 0 0 0,1 0 0 16,-2 0 0-16,-3 0 0 0,17 0 0 0,-8 0 0 0,-3 0 0 0,0 0 0 15,1 0 0 1,-8 0 0-16,17 0 0 0,-7 2 0 0,4 0 0 0,0-2 0 16,-2 1 0-16,-9-1 0 0,14 2 0 0,-6-2 0 15,-1 0 0-15,3 0 0 0,2 0 0 0,3 0 0 16,-1 0 0-16,1 0 0 0,2 0 0 15,11 0 0-15,-8 0 0 0,-3-2 0 0,21 1 0 16,-11-3 0-16,1 1 0 0,-2 0 0 16,-10 1 0-16,22-1 0 0,-4 1 0 0,-5-3 0 0,1 4 0 15,1-4 0-15,-8 4 0 16,22 0 0-16,-4-2 0 0,-2 3 0 0,-3-2 0 16,1 2 0-16,-11 0 0 0,22 0 0 0,-7 0 0 0,-3-2 0 15,-3 2 0-15,0 0 0 16,-9 0 0-16,23 0 0 0,-9 0 0 0,-4 0 0 0,-4 0 0 15,-1 0 0-15,-10 0 0 0,16 0 0 16,-5 0 0-16,-8 0 0 0,-15 0 0 0,4 0 0 0,-13 0 0 0,7 0 0 16,-11 0 0-1,-11 0 0-15,1 4 0 0,-3-1 0 0,-11-2 0 0,-3-1 0 16,-5 0 0-16,-7 1 0 0,-4-1 0 16,-6 0 0-16,-4 3 0 0,-3-3 0 0,-2 0 0 0,-2 0 0 15,0 0 0-15,-2 0 0 0,0 0 0 16,0 0 0-16,0 0 0 0,0-3 0 0,-4 2 0 15,-4 0 0-15,-3 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3:57:11.73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88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3T13:58:00.249"/>
    </inkml:context>
  </inkml:definitions>
  <inkml:trace contextRef="#ctx0" brushRef="#br0">11480 2115 2077 0,'-10'-8'0'0,"10"7"0"0,0 1 0 0,0 0 0 0,0 0 0 0,0-3 0 0,0 3 0 0,0 0 0 0,0 7 0 0,3 10 0 0,3 8 176 0,-1 5-73 0,2 14 181 0,-3 3-123 15,0 7-61-15,-3 12-31 16,1-8 170-16,-2 17-106 0,0-3-47 0,0-3 51 15,0 2-49-15,0-1-25 0,0-9 9 0,0 11 71 16,3-18-143-16,-3 2 0 0,2-5 0 0,-2-2 0 16,0-12 0-16,0 2 0 0,0-6 0 0,0-9 0 15,0-1 0-15,0-6 0 0,0-6 0 0,0-3 0 16,0-5 0-16,0-3 0 0,-2 0 0 0,-6-1 0 16,-3-16 0-16,0-12 0 0,-3-1 0 0,0-9 0 15,0-3 0-15,-2-2 0 0,-2-4 0 16,2 5 0-16,-3 2 0 0,0 11 0 0,0 4 0 15,2 9 0-15,-3 3 0 0,-1 8 0 16,0 6 0-16,3 0 0 0,-3 12 0 0,4 13 0 16,4 3 0-16,0 6 0 0,3 4 0 0,6-1 0 15,1-2 0-15,3-6 0 0,0 7 0 0,2-8 0 16,9-3 0-16,2-2 0 0,4-2 0 16,0-8 0-16,2-2 0 15,1-1 0-15,3-6 0 0,0-1 0 0,5-3 0 0,-3-3 0 0,5-11 0 16,7-7-56-16,-3-9-117 0,1-1 69 0,-1-7-319 15,3-3 182-15,4-10 107 0,-2-1-637 16,-2-7 366-16,2-7 183 0,0-3 92 16,0-6 36-16</inkml:trace>
  <inkml:trace contextRef="#ctx0" brushRef="#br0" timeOffset="221.85">12053 2146 2838 0,'2'-25'0'0,"-1"13"0"0,2 1 0 0,-3 5 0 0,0 4 0 0,0 2 0 0,-10 0 0 0,-1 10 0 0,0 15 0 0,1 1 0 0,-1 11 713 15,4 5-337-15,-1 8-372 0,2 8-4 0,3 13 0 16,1-5 0-16,0 2 0 0,2-1 0 0,0-1 0 16,0-9 0-16,5 4 0 0,6-2 0 0,3-3 0 0,1-5 0 15,4-6 0-15,-5-9 0 0,6-1 0 16,-1-5 0-16,-3-5 0 0,0-10 0 0,-4 1 0 16,0-6 0-16,1-5 0 0,-2-5 0 0,3 0 0 15,-4-1-228-15,1-20-113 0,1-3 141 0,-1-5 86 16,1-5 38-16,1-9-328 0,0-4 183 15,2-1 91-15,0-5-706 0</inkml:trace>
  <inkml:trace contextRef="#ctx0" brushRef="#br0" timeOffset="406.85">12483 2378 3873 0,'-6'0'0'0,"3"0"0"0,-1 0 0 0,1 3 0 0,1-3 0 0,2 2 0 0,0 0 0 0,2-2 0 0,10 2 0 0,6 0 0 0,0-1 58 0,6-1-58 0,3 0 0 0,-1 0 0 16,3 0 0-16,1 0 0 0,-4 0 0 0,6 0 0 16,-4 0 0-16,-2 0 0 0,-5 0 0 0,0 0 0 15,-3 3 0-15,-1 0 0 0,-2 0 0 0,-3 3-1192 16,-2-1 559-16</inkml:trace>
  <inkml:trace contextRef="#ctx0" brushRef="#br0" timeOffset="581.94">12661 2674 3931 0,'-16'2'0'0,"4"5"0"0,7-1 0 0,1-2 0 0,4-2 0 0,0 1 0 0,0 3 0 0,2 0 0 0,11 0 0 0,11-1 0 0,-1 1 0 16,5-3 0-16,1 4 0 0,1-5 0 0,-2 1 0 16,0 0 0-16,-4 1 0 0,2 0 0 0,-7 2 0 15,4-2 0-15,-5-3 0 0,0 3 0 0,-4 0 0 16,0-2 0-16</inkml:trace>
  <inkml:trace contextRef="#ctx0" brushRef="#br0" timeOffset="2310.38">13649 1938 1500 0,'-1'0'0'0,"-1"0"0"0,0 0 0 16,2 0 0-16,0 0 0 0,-2 0 0 0,2 0 0 0,0 0 0 0,0 0 0 0,0 0 0 0,0 0 99 0,0 0-30 0,0 0 134 0,0 0-72 15,0 0-50-15,0-3 135 0,0 1-88 0,4 1-45 0,1-1 1 0,2-2-34 16,2 3 67-16,-4-3-39 16,2 2 0-16,1 0-38 0,0 0 62 0,-1 0-21 15,1 1-10-15,-1 1-32 0,1 0 40 16,-1 0 0-16,2 0-39 0,3 0 44 0,1 0-9 15,2 0-35-15,2 0 11 0,0 0-11 0,1-2 0 16,2 0 0-16,2 0-1 0,-2 0 1 0,3 1-6 0,0-1-34 16,2-1 0-16,0 3 0 0,2 0 0 15,1 0 0-15,0 0 0 0,0 0 0 0,2 0 0 16,2 0 0-16,2 0 0 0,2 0 0 16,-1 0 0-16,3 0 0 0,5 0 0 0,-7 0 0 15,11 0 0-15,-4 0 0 0,-2 0 0 0,1 0 0 0,-1 0 0 0,-4 0 0 16,9 0 0-16,-5 0 0 15,0 0 0-15,1 0 0 16,1 0 0-16,-4 0 0 0,8 0 0 0,-2 0 0 0,0 0 0 0,5 0 0 16,-4-3 0-16,-5 0 0 0,12 0 0 15,-6-1 0-15,2 1 0 16,-4-3 0-16,4 3 0 0,-7-2 0 0,9 1 0 16,-3 0 0-16,-2 2 0 0,3-3 0 0,1 4 0 0,-4-3 0 15,2 0 0-15,-2 2 0 0,0 0 0 0,0 0 0 16,-5 1 0-16,12-1 0 0,-6 0 0 0,2 0 0 15,0 1 0-15,1-2 0 0,3-1 0 16,0 3 0-16,-2-1 0 0,-3-1 0 0,1 2 0 16,-2-1 0-16,-3 0 0 0,6 2 0 0,-5 0 0 0,0 0 0 15,-1 0 0-15,-2 0 0 16,-1 0 0-16,12 0 0 0,-3 0 0 0,-5 0 0 0,5-2 0 16,-4 0 0-16,-2 2 0 0,8-1 0 0,-3 1 0 15,-3 0 0-15,2 0 0 0,1 0 0 16,-6 0 0-16,10 0 0 0,-1 0 0 15,-5 0 0-15,1 0 0 0,2 0 0 0,-8 0 0 16,11 5 0-16,-5-1 0 0,0 0 0 0,1-1 0 16,2 4 0-16,1-2 0 0,3-2 0 0,11 1 0 15,-14 2 0-15,14-2 0 0,-6-1 0 0,-5 1 0 0,16 1 0 16,-5-1 0-16,-3 1 0 0,5-2 0 16,4 1 0-16,-10-1 0 15,14 3 0-15,-8-3 0 0,0 3 0 0,1-1 0 0,2-2 0 16,-7 1 0-16,17-1 0 0,-6-1 0 0,-1 2 0 15,-3-2 0-15,-4-2 0 0,-6 2 0 16,11 1 0-16,-9-3 0 0,-11 4 0 0,7-1 0 16,-5-1 0-16,-1 2 0 0,-6 1 0 0,-12-1 0 0,2-1 0 15,-5 1 0-15,-11 0 0 0,2 1 0 0,-12-3-75 16,-1 2-111 0,-4 0-217-16,-5 0 181 0,-1 1 90 0,-15 1 35 0,-12 1 10 15,-15 2-596-15</inkml:trace>
  <inkml:trace contextRef="#ctx0" brushRef="#br0" timeOffset="3017.58">13467 1863 2388 0,'-7'-14'0'0,"0"7"0"0,5 2 0 0,-2-1 0 0,-1 2-2 0,4 0 1 0,1 3 0 0,-2-1 0 0,2 2-1 0,0 0 0 0,0 13 132 0,0 7 186 15,0 7-137-15,0 6-70 0,2 7-33 0,-1 3 78 16,4-4-46-16,-1 18-39 0,-1 6 236 0,-1-2-199 0,2 6-106 15,-2 7 0-15,-1 3 0 16,1 5 0-16,-2 8 0 0,0-16 0 0,0 9 0 0,0-2 0 16,0-1 0-16,0-4 0 0,0-2 0 0,0-6 0 0,0-5 0 15,0-12 0-15,-2 4 0 0,1-6 0 16,-1-4 0-16,-2-8 0 0,1-1 0 16,-1-10 0-16,-3 1 0 0,2-9 0 0,0-6 0 15,-3-4 0-15,1-3 0 0,-3-5 0 0,-3 0 0 16,-2-2 0-16,0-17 0 0,-2-3 0 15,0-7 0-15,-2-7 0 0,-4-6 0 0,3-8 0 16,-1 1 0-16,3 1 0 0,-1 3 0 0,4 15 0 16,0-4 0-16,2 12 0 0,0 0 0 15,4 9 0-15,1 3 0 0,2 2 0 0,2 6 0 16,1 0 0-16,-1 2 0 0,2 0 0 0,0 15 0 16,0 5 0-16,-1 11 0 0,-1 1 0 15,0 4 0-15,-4 7 0 0,1-2 0 0,2-7 0 16,-6 3 0-16,4 1 0 0,-2-4 0 15,2-2 0-15,0-3 0 0,2-8 0 0,-1 4 0 0,1-6 0 0,1-3 0 16,1-6-89-16,1-3-81 0,2 0-644 16,0-5 392-16,0-2 191 0,4 0-588 15,14-1 390-15,5-10 194 0</inkml:trace>
  <inkml:trace contextRef="#ctx0" brushRef="#br0" timeOffset="4590.96">13821 2763 1048 0,'-4'0'0'0,"2"0"0"0,-1-3 0 16,2 0 0-16,-1-1 0 0,2-1 0 0,0-1 0 0,0-3 0 0,0 3 0 0,0-4 0 0,0 0 140 0,0 1-50 0,0 3 104 0,0-4-82 0,0 2-36 0,0 1 0 16,0-1 229-1,0 0-133-15,0 3-56 0,0 0-43 0,0 1 0 0,0-2 185 16,2 1-108-16,-1 0-56 0,6 0 136 0,2-1-101 0,2 1-44 15,3 1 30-15,2 1-38 0,1 0 1 16,3 1-29-16,0 2-9 0,2 0-1 16,3 0 73-16,-5 5-112 0,5 5 0 0,-8-1 0 15,8 6 0-15,-11-1 0 0,3 7 0 16,-4-5 0-16,-4 5 0 0,1 3 0 0,-6 1 0 16,-2 0 0-16,-2 5 0 0,0-3 0 0,-4 2 0 0,-8 1 0 15,0 0 0-15,-6-2 0 0,4 2 0 16,-6-4 0-16,2 1 0 0,-3-3 0 0,0-3 0 15,1-3 0-15,-1 0 0 0,-1-2 0 0,2-4 0 16,-5-1 0-16,2-4 0 0,4-1 0 0,-3-2 0 16,1-2 0-16,2-2 0 0,1 0 0 15,2 0 0-15,2-2 0 0,0-6 0 0,3-1 0 0,2 0 0 16,-1-4 0-16,3 3 0 0,1-1 0 0,4 1 0 16,1-1 0-16,1 1-560 0,0-3 253 0,1 4 134 0,8-2 67 15,11 0 33-15,0-1-625 16,6-1 319-16,4 0 175 0,4-1 82 15</inkml:trace>
  <inkml:trace contextRef="#ctx0" brushRef="#br0" timeOffset="4851.92">14281 2573 2394 0,'0'-17'0'0,"0"6"0"0,0-1 0 0,0 0 0 0,-8 1 0 0,2 6 0 0,-3 0 0 0,-2 3 0 0,-1 0 0 0,-2 2 0 0,0 0 276 0,-4 11-118 0,1 7 273 0,-2 2-186 16,0 4-108-16,2 5 153 0,2 0-290 0,2 3 0 16,5 1 0-16,3-8 0 0,1 11 0 15,4-6 0-15,0 0 0 0,0 1 0 0,9-6 0 16,5-2 0-16,2 4 0 0,4-5 0 0,1-3 0 0,-1-3 0 16,2-1 0-16,-1-4 0 0,1-1 0 0,-1-2 0 15,2-3 0-15,-5-3-169 0,1-2-606 16,0 0 373-16,-2 0 181 0,0-2 91 15,0-7-540-15,0-2 316 0,-1-4 147 0,3-4 88 16</inkml:trace>
  <inkml:trace contextRef="#ctx0" brushRef="#br0" timeOffset="5135.28">14531 2167 2693 0,'-6'-11'0'0,"3"6"0"0,-2 2 0 0,1 1 0 0,1-2 0 0,1 3 0 0,0 1 0 16,0 0 0-16,0 0 0 0,-1 0 0 0,1 11 157 0,0 2-60 0,0 3 184 0,1 2-112 0,-2 0-70 0,-1 2-124 0,2 2 32 15,0 1 0-15,1-2-140 0,-1 1 94 0,-2-2 34 0,1 2-528 16,1-2 286-16,-2-3 142 0,0 2 31 16,0-4 55-16,0 0-121 0,2 0-567 15</inkml:trace>
  <inkml:trace contextRef="#ctx0" brushRef="#br0" timeOffset="5453.71">14754 2394 3349 0,'-9'-4'0'0,"-1"4"0"0,1 0 0 0,0 0 0 0,-7 4 0 0,2 9 0 0,-4 5 0 0,4 6 0 0,-2 2 0 0,2 4 0 0,0 4 557 0,3 2-532 0,2-1-25 0,3 1 0 15,5 0 0-15,-2-1 0 0,3 1 0 16,0-2 0-16,0-2 0 16,0-1 0-16,4-3 0 0,2 4 0 15,-1-5-80-15,1-7-197 0,-1 3 158 0,2-4-362 16,-4-6 234-16,5 0 31 0</inkml:trace>
  <inkml:trace contextRef="#ctx0" brushRef="#br0" timeOffset="5475.77">14649 3041 388 0,'11'0'0'0,"0"-3"0"0</inkml:trace>
  <inkml:trace contextRef="#ctx0" brushRef="#br0" timeOffset="5840.33">14899 2560 3810 0,'-12'0'0'0,"-1"0"0"0,-4 0 0 0,2 6 0 0,-6 10 0 0,10 1 0 0,-4 7 0 0,6 1 0 0,3 3 0 0,5 0 0 0,1 5 40 0,0-3 9 16,0-1-17-16,7-1-32 0,8-2 0 0,2-2 0 0,4-4 0 0,-1-5-66 0,6-3 2 16,-1-3 52-16,-4-8 25 0,5-1 0 0,-6 0-157 15,7-4 86-15,-5-9 49 16,1-5-188-16,-3-3 59 0,-1-1 66 0,-6 1-90 16,3-8 57-16,-7 4 33 0,-2-2 57 15,-5 1-24-15,1-1 0 0,-3-4 28 0,0-1 10 16,-7-1-37-16,-6 2 213 0,-4 5-102 0,-1 6-50 15,-1 4-24-15,-8-1 24 0,1 10 334 0,0 3-162 16,0 4-90-16,-2 0-19 0,5 0-25 0,-3 11 58 16,9-2-119-16,0 6 0 0,6-1 0 0,4-1 0 15,4 1 0-15,3 2 0 0,0 1 0 16,3-1 0-16,6-1 0 0,5 1 0 0,2-2 0 16,2-1 0-16,1-1 0 0,2-2-192 0,-3-1 47 15,1-3 19-15,2-1-684 0,-1-4 390 16,1 2 191-16,2-3-526 0,1 0 359 15,0-3 178-15</inkml:trace>
  <inkml:trace contextRef="#ctx0" brushRef="#br0" timeOffset="6065.34">15321 2468 3824 0,'3'-6'0'0,"-2"3"0"0,-1-1 0 0,2 2 0 0,4 2 0 0,3 0 0 0,0 2 0 0,5 11 0 0,2 8 0 0,1 2 0 0,1 4 107 0,-2 3-107 15,3 9 0-15,-6-6 0 0,2 8 0 0,-6-2 0 0,-1 0 0 16,-6 4 0-16,-2 3 0 0,0-6 0 16,-13 10 0-16,-5-5 0 0,-3-2 0 0,-4-4 0 0,-1-3 0 15,1-10 0-15,-9 7 0 16,8-10 0-16,-4-5 0 0,0-1 0 0,-2-4 0 0,2-6-525 16,1-1 163-16,1-5 161 0,2-1-646 0,2 0 404 15,3-1 192-15</inkml:trace>
  <inkml:trace contextRef="#ctx0" brushRef="#br0" timeOffset="7153.33">14731 2059 1977 0,'0'-7'0'0,"0"4"0"0,0-1 0 0,0 0 0 0,0-2 0 0,2 3 0 0,10-3 0 0,2 3 0 0,4-1 0 0,2 2 0 0,-1-1 116 16,0 3-38-16,-1 0 66 0,-2 0-53 0,-3 6-25 16,-3 2 9-16,-1 5-106 0,-4 1 35 0,-3 1 1 15,-2 1-3-15,0 5 37 0,-11-3 11 0,-6 2 16 16,-4-2-27-16,-1 1 1 0,-3-3-1 0,1-4 141 16,4-2-60-16,-5 0-46 15,4-5 1-15,8-2 227 0,0 1-131 0,4-4-66 16,3 2-1-16,1-2-104 0,5 0 0 0,0 0 0 15,3 0 0-15,17-2 0 0,5-3 0 0,3-1 0 16,4-2 0-16,0 1 0 0,3 1 0 0,3 2 0 16,-2 0 0-16,0 1 0 0,-1 2 0 0,1 1 0 15,-1 0-238-15,-1 1-17 0,-2 6-966 0</inkml:trace>
  <inkml:trace contextRef="#ctx0" brushRef="#br0" timeOffset="7662.1">16246 2620 2357 0,'-18'-8'0'0,"3"2"0"0,6 5 0 0,3-3 0 0,5 2 0 0,1-2 0 16,0 0 0-16,1-1 0 0,20 0 0 0,13-5 0 0,5-1 105 0,6 2 381 0,6-1-228 15,0 0-110-15,1 0-54 0,-1 5 100 0,-5 1-78 0,-7 2-28 0,2 2-10 16,-6 0-93-16,-3 0 28 0,-9 0-4 0,2 6-322 16,-6-2 184-16,-7 2 80 0,-2-1-505 15,-5-1 257-15,-2 2 158 0,-1-2-12 0,-2-1-477 16,-2 0 300-16,-10-3 144 0,1 0 72 0,-3 0-344 0</inkml:trace>
  <inkml:trace contextRef="#ctx0" brushRef="#br0" timeOffset="7875.68">16583 2210 2658 0,'-13'-11'0'0,"4"5"0"0,-1 4 0 0,1 1 0 0,2 1 0 0,-1 0 0 16,5 11 0-16,0 8 0 0,3 7 0 0,0 4 0 0,0 4 144 0,0 9-52 0,0 0 496 0,5 2-273 0,0 3-181 16,-1-6-134-16,3 11 0 0,-2-9 0 0,4 2 0 15,-4-1 0-15,1-4 0 0,-5-3 0 0,3 3 0 16,-2-3 0-16,-2-1 0 0,0-2 0 0,0-4-69 15,0-6-258-15,0 0 97 0,-6-5 121 0,5-7-617 16,-3-2 344-16,2-5 171 0,2-3 76 0,0 0-380 16,0-3 238-16</inkml:trace>
  <inkml:trace contextRef="#ctx0" brushRef="#br0" timeOffset="8128.94">17319 2315 3422 0,'-9'-9'0'0,"7"7"0"0,0 1 0 0,2 1 0 0,0 0 0 0,0 0 0 0,0 0 0 0,0 3 0 0,7 4 0 0,9 7 0 0,-2-2 222 0,2 4-92 0,4 1 27 15,-1 0-157-15,4-1 0 0,-5 2 0 0,5 0 0 16,-2 0 0-16,-7-4 0 0,2 2 0 0,-1 0 0 15,-6-1 0-15,1 0-130 0,-5-2-145 0,-3-4 156 16,2 3-67-16,-3-5-705 0,1 1 417 0,-2-6 223 16,2 0 107-16</inkml:trace>
  <inkml:trace contextRef="#ctx0" brushRef="#br0" timeOffset="8410.57">17701 2216 3329 0,'0'-10'0'0,"0"5"0"0,0 2 0 0,0 0 0 0,0 1 0 0,0 2 0 0,0 0 0 0,-2 9 0 0,-5 11 0 16,0 4 0-16,-2 4 585 0,-6 10-568 0,2 3-17 0,-2 5 0 0,0 4 0 15,-3 2 0-15,-2 10 0 0,3-5 0 0,-1 1 0 16,-1 1 0-16,2-6 0 16,-5 16 0-16,2-8 0 0,2 1 0 0,-1-2 0 15,6-11 0-15,-2 6 0 0,0-5 0 0,2-1 0 16,0-4 0-16,-1-4 0 0,5-5 0 0,-2 0 0 15,1-7 0-15,3-8 0 0,-1 0 0 0,5-8 0 16,-4-4 0-16,4-1 0 0,1-5 0 0,0 1 0 16,0-4 0-16,0 0-496 0,2 0 212 0,0 0 114 15,0-10 71-15,0-4-573 0,0-7 317 0,6-3 159 16,8-6 79-16</inkml:trace>
  <inkml:trace contextRef="#ctx0" brushRef="#br0" timeOffset="8621.86">18112 1951 3087 0,'0'-16'0'0,"0"14"0"0,0 1 0 0,0 1 0 0,0 0 0 0,0 0 0 0,0 7 0 0,0 5 0 0,0 3 0 0,0 0 0 0,0 3 446 0,0 6-204 0,0 2-102 16,0 0-124-16,-2 0-37 0,2-2 3 0,-2 3 23 15,0-1-212-15,2-2 123 0,-3-3 60 0,1 2-678 16,-2-2 379-16,-2-5 165 0,2 2 95 0,2-6-867 16</inkml:trace>
  <inkml:trace contextRef="#ctx0" brushRef="#br0" timeOffset="8912.48">18268 2090 2512 0,'5'-5'0'0,"5"2"0"0,3 1 0 0,1 2 0 15,2-3 0-15,-1 3 0 16,4 0 0-16,-2 0 0 0,3 5 0 0,-1 7 0 0,-2 1 85 0,-2 1-23 0,-4 6 52 0,-5-1-37 0,-4 3-1 0,-2 0-29 0,0 5-103 16,-15-5 47-16,-4-1 0 0,-2-2 47 15,-1-2-34-15,2-8 10 0,0 0 23 0,1 0 206 0,1-7-103 16,4 1-51-16,5-3 112 0,2 0-72 0,3 0-51 15,2 0-19-15,0 0-59 16,2 0 0-16,0 0 0 0,8 0 0 0,7 0 0 0,4 0 0 16,-1 0 0-16,1 0 0 0,4 0 0 0,-1 0 0 0,1 0-307 15,1 0-29-15,-1 0 172 0,-3 0 18 16,1 2-726-16,0 3 409 0,-3 3 217 0</inkml:trace>
  <inkml:trace contextRef="#ctx0" brushRef="#br0" timeOffset="9003.33">18700 2295 365 0</inkml:trace>
  <inkml:trace contextRef="#ctx0" brushRef="#br0" timeOffset="9104.6">18643 2304 3931 0,'-16'15'0'0,"2"5"0"0,1 8 0 0,2 1 0 0,-2 14 0 0,3 3 0 0,1 2 0 0,3 7 0 0,0-1 0 0,1 2 0 0,3 1 0 0,2-3 0 16,0-1 0-16,0-3 0 0,2-10 0 0,7-1 0 0,5 0 0 15,-1-10 0-15,4-2 0 0,-4-9-321 0,4-1 44 16</inkml:trace>
  <inkml:trace contextRef="#ctx0" brushRef="#br0" timeOffset="9147.71">18713 3137 365 0,'26'-14'0'0,"0"-5"117"0,1-7-58 0</inkml:trace>
  <inkml:trace contextRef="#ctx0" brushRef="#br0" timeOffset="9189.83">19019 2525 365 0,'0'-22'0'0</inkml:trace>
  <inkml:trace contextRef="#ctx0" brushRef="#br0" timeOffset="9459.19">19006 2473 3424 0,'-17'0'0'0,"-7"0"0"0,5 8 0 0,2 11 0 0,2 2 0 0,2 9 0 0,3 0 0 0,4 3 0 0,3 1 0 16,3 1 0-16,0 1 137 0,0-4-50 0,9-2 92 0,5-2-76 0,-2-4-102 15,6-4-1-15,-2-7 0 16,5-4 0-16,0-3 0 0,-1-6 0 0,-1 0 0 16,6-3 0-16,-5-13 0 0,-1-2 0 0,-2-6 0 15,0-2 0-15,-2-1-148 0,-2-2 53 0,-2-3 3 16,-3-2 43-16,-2-1-114 0,-3-7 70 0,-3 9 10 15,0-4 17-15,0 2 29 0,-9 5 1 0,-5 9 147 16,-6-1-69-16,-2 9-36 0,2 5 0 0,-8 5 347 16,8 3-181-16,-3 0-63 0,4 0-54 0,5 9-47 15,0 5-8-15,7 0 0 0,3 2 0 0,0 4 0 16,4-3 0-16,0 1 0 0,2 1 0 0,4 0 0 16,7-3 0-16,0-2 0 15,4-1-158-15,0-2 12 0,2-3 78 0,-1-3-800 16,1-1 407-16,2-4 216 0,5 0 105 0</inkml:trace>
  <inkml:trace contextRef="#ctx0" brushRef="#br0" timeOffset="9672.45">19337 2444 2987 0,'1'-9'0'0,"1"8"0"0,2-1 0 0,-2 0 0 0,1 0 0 0,3 2 0 0,2 0 0 0,1 13 0 0,4 10 0 0,1 3 0 0,-4 5 221 0,6 11 476 0,-3-3-671 16,-1 0-26-16,-2 6 0 0,0-3 0 0,-5 4 0 15,0-1 0-15,-5 0 0 0,0-6 0 0,-3 10 0 16,-10-6 0-16,-1-3 0 0,-2-9 0 0,-5 1 0 16,-1-3 0-16,-1-5 0 0,1-5 0 15,-1-5 0-15,5-5-80 0,-2-2-288 0,4-4 143 0,1-3-466 16,6 0 328-16,-1-5 163 16,9-17 82-16,1-5-261 0</inkml:trace>
  <inkml:trace contextRef="#ctx0" brushRef="#br0" timeOffset="9942.04">19629 2249 2726 0,'10'-23'0'0,"5"9"0"0,6 8 0 0,0-1 0 0,-1 1 0 15,-3 4 0-15,1 1 0 0,1 1 0 0,-1 0 0 0,-2 9 0 0,0 6 171 0,-4 2 109 0,-3 8-121 0,-5 1-62 0,-2 2-30 0,-2 0-64 16,-7 3-10-16,-10-4 44 0,-4 0-1 0,-5-4-38 15,3-1 0-15,3-9 48 0,-3 0-46 0,4-6 37 16,8-1 0-16,0-4-1 16,3-2 174-16,2 0-210 0,6 0 0 0,0 0 0 0,0 0 0 0,14-2 0 15,8-5 0 1,-1 1 0-16,7-2 0 0,2 3 0 0,2 1 0 0,4-2 0 16,1 3 0-16,3 1 0 0,3 0-448 0,-2 0 156 15,-1 2 142-15,-4 0-20 0</inkml:trace>
  <inkml:trace contextRef="#ctx0" brushRef="#br0" timeOffset="11060.03">21043 1863 2421 0,'0'-30'0'0,"-1"13"0"0,1 9 0 0,0 4 0 0,0 1 0 0,0 1 0 0,0 2 0 0,0 0 0 0,0 17 0 0,0 9 0 0,0 12 122 16,1 5-42-16,3 5 125 0,1 15-84 15,2-3-41-15,-3-3 10 0,1 15 158 0,-1-2-105 0,-2 1-52 16,-1-3-27-16,-1 0 163 0,0-13-188 0,0 2-39 16,0-2 0-16,-5-5 0 0,-2-7 0 0,1-7 0 15,3-6 0-15,-4-2 0 16,2-7 0-16,1-7 0 0,2-5 0 0,-3-4 0 16,1-5 0-16,-3 0 0 0,-3-2 0 0,1-10 0 15,0-11 0-15,-3-2 0 0,1-3 0 0,0-2 0 16,-1-4 0-16,-3-5 0 0,2 1 0 0,-4-2 0 15,2 10 0-15,-2 1 0 0,-4 4 0 0,4 12 0 16,-3-1 0-16,-3 9 0 0,0 5 0 0,-3 0 0 16,4 9 0-16,-1 9 0 0,2 5 0 0,5 2 0 15,2 5 0-15,7 2 0 16,3 2 0-16,4 2 0 0,0-2 0 0,2 2 0 16,14-5 0-16,2-1 0 0,5-1 0 0,5-5 0 15,2-6 0-15,6-4 0 0,-1-4 0 0,11-9 0 16,-3-1 0-16,3-1 0 0,1-18 0 0,10-12 0 15,-4 3 0-15,11-15 0 0,-4 0 0 0,-3-3 0 16,-2 0 0-16,-11 3 0 0,4-14 0 0,-16 15 0 16,0-8 0-16,-4 4 0 0,-7 0 0 0,-8 10-72 15,-1 1-11-15,-9 4 203 0,-1 12-85 16,-2-2-35-16,0 7 0 0,0 3 0 16,-7 4 0-16,-3 3 0 0,-3 3 0 0,-1 1 0 15,0 0 0-15,-2 12 0 0,3 5 0 0,-1 6 0 16,4 2 0-16,1 6 0 0,1 1 0 0,2 3 0 15,2 4 0-15,1 6 0 0,3-13 0 0,0 7 0 16,0-1 0-16,0-1 0 0,3-4 0 16,7 0 0-16,1-4 0 0,5-2 0 0,0-3 0 0,0-7 0 15,2-2 0-15,1-4 0 16,1-3 0-16,1-7 0 0,4-1 0 0,-4 0 0 16,4-10 0-16,0-8 0 0,-1-2 0 0,-1-2 0 15,-1-3 0-15,-3-3 0 0,0-4 0 0,-2-5 0 16,-4-3 0-16,-2-1 0 0,-2-7 0 0,0-4 0 15,-2-3 0-15,-5 2 0 0,-2 2 0 0,0 3 0 16,-2 5 0-16,-10 11 0 0,-4-1 0 0,-3 4 0 16,-3 7 0-16,-3 5 0 0,-3 4 0 0,-2 5 0 15,0 4 0-15,-4 3 0 16,0 1 0-16,-1 4 0 0,-7 11 0 0,8 0 0 16,-5 9 0-16,12-6 0 0,3 6 0 0,6 0 0 15,2 0 0-15,11-1 0 0,1 8 0 0,4-2 0 16,0-1 0-16,5-1 0 0,13-1 0 0,2 0 0 31,3-2 0-31,5 1 0 0,0-7 0 0,2-1 0 0,2-4 0 16,0-1 0-16,0-7 0 0,0-1 0 0,5-4 0 0,-1 0 0 0,1 0 0 0,-2-6 0 15,0-5 0-15,-3-1 0 0,-4 2 0 16,-1-2 0-16,-9 5 0 0,-1-3 0 16,-2 3 0-16,-6 1 0 0,-1 3-899 0,-2 0 332 15,-1 3 254-15</inkml:trace>
  <inkml:trace contextRef="#ctx0" brushRef="#br0" timeOffset="11214.45">22328 2642 3931 0,'-5'0'0'0,"5"0"0"0,0 0 0 0,-2-1 0 0,0-2 0 0,1 0 0 0,-1 0 0 0,2 2 0 0,0-2 0 0,-2 2 0 0,2 1 0 0,0 0 0 0,0 0 0 0,0 1-1265 15</inkml:trace>
  <inkml:trace contextRef="#ctx0" brushRef="#br0" timeOffset="14881.95">25898 1587 1434 0,'35'-34'0'0,"-5"6"0"0,0 6 0 0,-4 1 0 0,-4-2 0 0,0-1 0 0,-2 1 0 0,-5-1 0 0,0-1 0 0,-7 4 0 0,-6 1 77 0,1 4 215 0,-3-2-116 0,-3 7-74 0,-10-1 68 0,-12 7-66 15,-5 3-32-15,-11 2-1 0,-3 9 40 0,-2 12-40 16,0 3-1-16,3 6 86 0,4 2-58 16,9 1-30-16,9-5 9 15,4 4 82-15,8 0-61 0,5 2-29 0,4-1 0 16,0 1 63-16,9 1-37 0,7 0-9 0,-1-4-12 0,3 1-74 15,-1 2 0-15,-4-2 0 0,-2-1 0 16,-1-1 0-16,-4 2 0 0,-3 2 0 0,1 3 0 16,-3-1 0-16,2-1 0 0,-3 2 0 15,0 4 0-15,0 3 0 0,0 1 0 0,0 2 0 16,-4 3 0-16,2 0 0 0,0 0 0 0,1 1 0 16,-1 1 0-16,2-2 0 0,0 1 0 15,0-3 0-15,0 0 0 0,-2-2 0 0,0-2 0 0,-2-2 0 16,0 6 0-16,-3-5 0 0,1 2 0 0,-1-5 0 15,3-5 0-15,-2 2 0 0,0-4 0 0,2-11 0 16,1 4 0-16,1-7 0 0,2-3 0 16,0-5 0-16,0 0-1196 0,0-6 536 0</inkml:trace>
  <inkml:trace contextRef="#ctx0" brushRef="#br0" timeOffset="15390.77">26502 1189 2363 0,'-16'-18'0'0,"6"7"0"0,5 2 0 0,-2-1 0 16,7 1 0-16,0 3 0 0,0 0 0 0,14 0 0 0,10 4 0 0,4 0 0 0,8 2 162 0,5 0 216 0,-7 11-170 0,1 3-85 0,-3 4-42 0,-4 5 84 15,-5 1-54-15,-6 2-41 16,-5 5 0-16,-7-1 25 0,-5 1-28 0,0 3-29 0,-7 0-38 16,-18 3 0-16,-1-5 0 0,-6-2 0 0,-2-1 0 15,-3-5 0-15,4-5 0 0,0-2 0 16,1-4 0-16,2-5 0 0,9-5 0 0,2-1 0 15,6-2-60-15,0 0-37 0,7-4 57 0,6-11-642 16,0-9 322-16,19-8 160 0,10-2-546 0,10-11 358 16,2 2 175-16,3-3 87 15,-3-2-207-15,-8 9 147 0</inkml:trace>
  <inkml:trace contextRef="#ctx0" brushRef="#br0" timeOffset="15546.19">26824 1095 2472 0,'18'-25'0'0,"-7"9"0"0,-5 6 0 0,-4 3 0 0,-2 3 0 0,0 4 0 0,-4 0 0 0,-11 11 0 0,-4 11 0 0,0 4 0 0,3 3 118 0,-2 5 279 0,6 2-180 15,0 1-79-15,7-2 400 0,2 4-487 0,3-4-51 16,0-1 0-16,2-2 0 0,10 0 0 16,4-4 0-16,2-2 0 0,0-5 0 15,2-1-50-15,2-5-47 0,-2-3 78 0,3-5-739 16,0-2 390-16,-1-5 59 0,2 0-505 0,1-3 387 16,-1-12 185-16</inkml:trace>
  <inkml:trace contextRef="#ctx0" brushRef="#br0" timeOffset="16237.16">27234 978 2371 0,'-3'-5'0'0,"-1"3"0"0,-2 2 0 0,-3 0 0 0,-4 3 0 0,1 15 0 0,-3 2 0 0,0 7 0 0,0 4 0 0,-1 11 0 0,2-1 608 0,1 2-284 0,4-2-143 15,3-5 22-15,1 6-72 0,4-5-52 0,1-1-45 16,0-5-233-16,0-2 96 0,6-8 70 0,4-2-185 15,3-3 123-15,0-6 67 0,1-5 33 0,4-5-514 16,2 0 158-16,-1-2 162 16,6-11 6-16,-5-6-159 0,1-2 152 0,-4-5 75 15,1 0-70-15,0-3 64 0,-4-6 46 0,-1 2 45 16,-1-4-8-16,-2 4-1 0,-4 3 1 0,-1 10 257 16,-3-1-124-16,-2 9-67 0,0 1-33 0,0 5 254 15,0 5-102-15,-10 1-93 0,-1 3 42 0,0 16 444 16,4 2-251-16,2 5-125 0,1 1 128 15,4 3-117-15,0-3-73 0,0 3 46 0,2 0-55 0,9-6-27 16,5-4 0-16,1-3-93 0,2 0 29 16,1-8-1-16,3-1 37 0,3-7-61 15,-6-1 30-15,4 0 10 0,-2-1 21 0,3-13-155 16,-7-1 59-16,-1-4 45 0,-6 3-238 0,0-5 126 16,-3-5 25-16,-4 2 45 0,-2-1-108 0,-2-4 65 15,0 3 13-15,-8-2 71 0,-7 0 9 0,-2 2-34 16,-2 1 1-16,-3 7 126 0,-1 5-61 0,3 5-40 15,-4 5 20-15,1 0 106 0,6 3-53 0,-3 0-39 16,6 6 318-16,0 6-131 0,7-1-96 0,2 1-43 16,3 2 7-16,2 1 0 15,0-1-28-15,5-3-333 0,9 0 162 0,4-5 81 16,3 1 40-16,5-5-634 0,-3-2 290 0,7 0 124 16,-2 0 96-16,-1-6-208 0,1-3 153 0,0-5 71 15,-8 1-271-15,4-4 176 0,-6 4 83 16,-2-1 42-16,0-1 28 0,-6 1 14 15,-3 3-10-15,-1 1 471 0,-1 3-231 0,-3 3-115 0,0 3-58 16,1 1 739-16,1 0-382 0,1 5-90 16,4 16-127-16,-4 3 443 0,2 7-282 0,1 7-141 15,-3-3-102-15,0 10-77 0,-3-5 0 0,-1 1 0 16,-1 4 0-16,0-6 0 0,-6-3 0 0,-7 1 0 16,-1-2 0-16,-6-1 0 0,1-2 0 0,-2-6 0 15,3-4 0-15,-7-4 0 0,2-4 0 0,6-9 0 16,-6 0 0-16,4-3-57 0,0-2-330 0,2 0 159 15,5-2 95-15,6-13-521 0,4-10 307 0,2-4 155 16,7-10 67-16</inkml:trace>
  <inkml:trace contextRef="#ctx0" brushRef="#br0" timeOffset="16373.01">27828 1189 2685 0,'19'-18'0'0,"3"7"0"0,4 2 0 0,-1-2 0 0,-3 1 0 0,7 1 0 0,-5 5 0 0,8-1 0 0,0 3 0 0,-2 0 0 0,-2 0 124 0,0 2 269 0,-3 0-168 15,3 2-98-15,-9 7-554 0,2 0 233 0,-7 5 116 0,-4-1 58 16,-4 3-866-16,-6 0 456 0</inkml:trace>
  <inkml:trace contextRef="#ctx0" brushRef="#br0" timeOffset="16512.16">27963 1326 2231 0,'-23'5'0'0,"7"5"0"0,4-7 0 15,5 4 0-15,2-6 0 0,5 0 0 0,0-1 0 0,7 4 0 0,11-3 0 0,8 3 0 0,-1-3 464 0,1-1-214 0,4 2-105 0,0 0-53 16,-3-2-155-16,3 2 46 0,-4-2 27 0,-3 2 1 16,-4-2-591-16,3 0 309 0,-3 0 164 15,-2 0-758-15</inkml:trace>
  <inkml:trace contextRef="#ctx0" brushRef="#br0" timeOffset="16779.9">28411 1099 2476 0,'0'-8'0'0,"0"5"0"0,2 0 0 0,1 3 0 0,1 0 0 0,1 7 0 0,0 15 0 0,-1 4 0 0,0 5 0 0,1 4 0 0,-5 1 100 0,0 4 147 15,0 0-109-15,0-3-50 0,-3-1-25 0,-4-1 71 16,-3-5-48-16,0-5 9 0,-1-2-86 0,2-5 0 16,2-6 30-16,-2-5 34 0,4-3-35 0,-2-4 11 15,4 0-11-15,3-8 91 0,0-12-46 0,0-4-46 16,8-4-37-16,8-3 0 0,6-10 0 0,3 3 0 15,0 1 0-15,4 0 0 0,1-2 0 0,-4 8 0 16,8-4 0-16,-10 10-40 0,4 0-3 16,-5 7-553-16,2 2 272 0,-4 8 106 0,0 1 96 15,0 4-603-15,1 1 343 0,0 2 172 16,-3 0 86-16</inkml:trace>
  <inkml:trace contextRef="#ctx0" brushRef="#br0" timeOffset="17449.03">28958 1022 2625 0,'-10'-9'0'0,"0"4"0"0,-5 1 0 0,-2 3 0 0,-1 1 0 0,-4 0 0 0,2 5 0 0,-3 14 0 0,3 8 0 0,-2 7 0 0,6-1 229 0,4 12-100 15,-1-4 531-15,8 1-372 0,3-6-288 0,1 5 0 16,1-4 0-16,0-1 0 0,0-2 0 0,6-7 0 16,7 1 0-16,-1-6 0 0,0-7 0 0,8-2-222 15,-1-6-67-15,0-3 164 0,3-4 82 0,3 0-795 16,-5-4 390-16,5-11 210 0,-4-5-110 0,1-5 154 15,0-2 78-15,3-12-229 0,-6 6 144 16,6-15 86-16,-8 6 38 0,3 1-64 16,-8 5 52-16,1 0 25 0,-6 8 26 0,-2 3 298 15,-3 5-169-15,-2 6-64 0,0 6-33 0,0 4 658 16,-4 4-350-16,-9 0-70 0,-2 11 185 0,3 9-163 16,2 6-107-16,0 3 296 0,0 2-192 0,5 5-112 15,2-2-50-15,3 2 319 0,0-5-184 0,0 0-223 16,3-8-1-16,11 4 0 0,-3-8 0 0,4-4 0 15,0-4 0-15,4-5 0 0,-1-2 0 0,2-4 0 16,6 0 0-16,-4-11 0 0,-2-6 0 16,0-1-15-16,-2-3-40 0,3-5-13 15,-7-2 44-15,-2-1-371 0,-3-3 180 0,-2-2 76 16,-6-3 41-16,-1-4-80 0,0 8 70 0,-6 0 35 16,-8 3 3-16,-9 5 32 0,-2 6-10 0,-2 6 9 15,-3 8 280-15,-5 2-140 0,3 3-69 0,4 0 168 16,6 5-90-16,1 4-64 0,7 4-36 0,5 1 491 15,4 2-235-15,5 0-210 0,0 0-56 0,0 0 0 16,14 0 0-16,6 1 0 16,0-5-24-16,7-4-123 0,3-2 89 0,0-2 47 15,3-4-776-15,0 0 387 0,-1 0 126 0,1-2-427 16,-1-6 335-16,-2-5 164 0,-3 0 82 0,-3-4-119 16,-5 0 100-16,-2 1 41 0,-4-1 35 0,0-2-20 15,-4 3 1-15,-3 2 44 0,-1 1 477 0,2 3-248 16,-2 2-110-16,2 3-60 0,4 3 684 0,1 2-365 15,3 0-69-15,2 7 356 0,3 13-299 0,1 7-145 16,-3 3-72-16,1 9 173 0,-6-2-123 16,-4-3-71-16,-4 7-90 0,-5-2 0 15,0-1 0-15,-7 4 0 0,-13-7 0 0,1-7 0 16,-12 6 0-16,4-9 0 0,-3-3 0 0,-1-3 0 16,-3-3 0-16,1-5-459 0,1-3 108 0,-4-2 175 15,12-4-3-15,1-2-601 0,9 0 371 0,0 0 175 16</inkml:trace>
  <inkml:trace contextRef="#ctx0" brushRef="#br0" timeOffset="18486.86">30159 1060 2320 0,'10'-30'0'0,"-5"7"0"0,-3 1 0 0,-2 2 0 0,-2 5 0 15,-13 6 0-15,-5 3 0 0,-5 6 0 0,-7 0 0 0,-5 11 0 0,1 14 376 0,3 5-170 0,8 2-75 16,-8 13-51-16,11-2 253 0,3 2-148 0,6-2-74 16,5-10 78-16,3 6-189 0,5-5 0 0,0-5 0 15,0-6 0-15,5-2 0 0,8-5 0 0,6-4 0 16,2-5 0-16,4-5 0 0,5-2 0 0,0-2 0 16,2-11-75-16,-1-5 26 0,1-3 43 0,-2-4-455 15,0-1 218-15,2-3 72 0,-9 1 11 0,-3 2 66 16,-9 4 28-16,-2 2 1 0,-4 1 54 0,-5 5 0 15,0 5-35-15,-5 1 309 16,-7 7-149-16,-3 1-76 0,-2 1-38 0,4 13 322 16,0 3-170-16,6 3-26 0,-1 0-59 0,3 1 241 15,5 2-240-15,0-2-68 0,0 0 0 0,8-5 0 16,7-1 0-16,2-2 0 0,10-6 0 0,-4-1 0 16,5-6 0-16,4 0 0 0,-2 0 0 0,0-1 0 15,-2-9 0-15,-3-3 0 0,-3 2 0 0,3-6 0 16,-5 1 0-16,-10-1-147 0,3-2-43 15,-10-2 42-15,-1-1-67 0,-2-3 94 0,-2 0 42 16,-16 3 0-16,-2 3 30 0,-5 3 12 16,-5 1-9-16,0 5 98 0,-2 3-44 0,4 3-1 15,10 1-44-15,4 3 276 0,1 0-148 0,5 0-43 16,6 0-40-16,2 12 257 0,0-2-129 0,18 3-20 16,4-4-77-16,8 1 21 0,7 0-23 0,4-6 0 15,0 1-232-15,2-5 120 0,-5 0 58 0,9 0 21 16,-3 0-174-16,-14 0 66 0,7-4 57 0,-12-1-173 15,-3-1 52-15,-5 3 70 0,-6-1 30 0,-3 2 153 16,-6 1-61-16,-2-1-31 16,-8 2 407-16,-11 0-207 0,-2 0-90 0,0 8-57 15,5 2 273-15,-2-1-319 0,4 3 0 0,3 3 0 16,6 0 0-16,4 0 0 0,1 2 0 0,0 0 0 16,5-2 0-16,9 2 0 0,0-2 0 0,0-1 0 15,0-2 0-15,-1-3 0 0,-3 3 0 0,-5-5 0 16,1 0 0-16,-5-1 0 0,-1 2-68 0,0-1-102 15,-19-1 51-15,-4-2 143 16,-5 1-30-16,-2-1-1 0,0-1-30 0,5-1 115 16,-3-1-53-16,8-1-31 0,5 0 0 0,3 0 296 15,7 0-288-15,2 0-2 0,3 0 0 0,1 0 0 16,21 0 0-16,7-1 0 0,8-1 0 0,-1-5 0 16,11 0 0-16,-3-1-43 15,6 1-198-15,0-4 121 0,0 0 26 0,-10-2-249 0,9-2 158 0,-10-2 74 16,-9-1 37-16,0 2 7 0,-14 1 0 0,0 0 21 15,-8 1 198-15,-4 3-94 0,-4-2-48 16,0 4-23-16,-9 4 455 0,-4 0-248 16,-4 5-74-16,-4 0 268 0,5 0-348 0,-5 13-40 15,11 2 0-15,-3 6 0 0,1 6 0 0,7 0 0 16,5 0 0-16,0 1 0 0,0 1 0 0,12-6 0 16,6 2 0-16,4-5 0 15,6-2 0-15,2-6 0 0,5-1 0 0,0-4 0 0,10-5 0 0,-5-2 0 16,1 0 0-16,-2-5 0 0,-4-6 0 0,2-2 0 15,-4-5 0-15,0-1 0 0,-8-3 0 0,-5-6-128 16,-5-1-24-16,-8-3 48 16,-2-3-41-16,-5-9 54 0,0 1 27 0,-12-1 0 15,-10 2-149-15,-12 2 79 0,0 6 54 0,-6 7 13 16,0 6 30-16,8 6 0 0,2 7 0 0,9 4 423 16,0 2-208-16,10 2-107 0,-1 0-54 0,6 13 469 15,6 4-271-15,0 4-215 0,8 7 0 0,9-1 0 16,11 7 0-16,-1-4 0 0,5 1 0 0,-2-3 0 15,6 7 0-15,1-4 0 16,3-1-261-16,-5-1 131 0,-4-4 93 0</inkml:trace>
  <inkml:trace contextRef="#ctx0" brushRef="#br0" timeOffset="19175">26494 2498 2448 0,'0'0'0'0,"0"3"0"0,0 6 0 0,0 2 0 0,0 3 0 0,2-1 0 0,0 6 0 0,0 0 0 0,4 1 0 0,0 1 0 0,3 0 108 0,1-1 156 0,4 5-116 0,1-5-54 16,1 0 33-16,2 2-43 0,-1-2 0 0,-2-1-296 15,2 0 121-15,-2-4 66 0,-2 1 32 0,-3-6-559 16,3-2 296-16,-4-2 134 0,4-5 73 0,-2-1-715 16,2 0 361-16,-1-9 182 0</inkml:trace>
  <inkml:trace contextRef="#ctx0" brushRef="#br0" timeOffset="19384.93">27018 2307 1771 0,'3'-9'0'0,"0"4"0"0,-3 4 0 0,0 1 0 16,-4 11 0-16,-12 13 0 0,-5 13 0 0,-6 15 0 0,1 3 0 0,-6 9 0 0,0 9 627 0,-5 12-293 0,2-6-146 0,2 5 427 15,-2 1-286-15,3-10-262 0,-12 16-67 0,8-10 0 0,5-9 0 0,-3 5 0 16,4-2 0-16,2-3 0 0,5-5 0 15,1-2 0-15,5-13 0 0,0-2 0 16,3-14-232-16,7-10 116 0,4-10-338 0,3-1 119 16,0-10 158-16,1-5-575 0,18-11 345 0,9-20 187 15</inkml:trace>
  <inkml:trace contextRef="#ctx0" brushRef="#br0" timeOffset="19597.66">27255 2481 3205 0,'-17'0'0'0,"0"5"0"0,-2 14 0 16,-3 1 0-16,1 1 0 0,-1 8 0 0,1 1 0 0,-1 9 0 0,2 3 0 0,3 2 0 0,4 4 196 0,5 2 63 0,4-7-101 0,4 10-64 0,0-10-75 0,2-10-19 16,12 4-3-16,4-8-1 0,3-2 11 0,0-4-472 15,4-8 231-15,1-7 137 16,5-3-708-16,-1-5 404 0,0 0 74 0,-3-7-327 15,0-9 306-15,-5-4 155 0</inkml:trace>
  <inkml:trace contextRef="#ctx0" brushRef="#br0" timeOffset="19918.06">27430 2768 2116 0,'0'-24'0'0,"0"8"0"0,-2 11 0 0,-10-1 0 0,2 6 0 0,-7 0 0 0,5 11 0 0,-3 12 0 0,6 1 0 0,1 4 0 0,5 2 232 0,3 3-102 15,0-1-45-15,0 0 119 0,5-2-83 0,10-5-40 16,0-4 9-16,8 3-16 0,-4-9 0 0,7-4-34 15,-2-6-141-15,1-3 80 16,3-2 26-16,-1 0-208 0,-2-4 121 0,0-9 61 16,-2-3 30-16,-2-2-280 0,-2-4 102 0,-3-2 85 15,-3-3-23-15,-5-2-7 0,-2 0 9 0,-1-3 24 16,-5-1 9-16,0-2 72 0,-2 3-40 0,-10-1 1 16,-4 4 92-16,-3 5-56 0,-4 5 9 0,-3 6-45 15,-1 5 229-15,-3 6-109 0,4 2-28 0,4 0 266 16,-7 5-136-16,8 7-84 0,5 3-9 0,3 3 160 15,1-2-105-15,7 3-42 16,5 0-38-16,0 1 5 0,0 2 0 0,13-4-31 16,5-1-105-16,9-3 63 0,1-4 16 0,4-3 0 15,1-2-344-15,2-2 185 0,2-3 69 0,-2 0-714 16,4 0 381-16,-2-2 182 0,-1-4 94 0,0-1-450 16</inkml:trace>
  <inkml:trace contextRef="#ctx0" brushRef="#br0" timeOffset="20126.41">27993 2616 2545 0,'0'-17'0'0,"0"6"0"0,0 1 0 0,-3 1 0 0,-2 2 0 0,3 1 0 0,1 5 0 0,1-3 0 0,0 4 0 0,8 0 0 0,6 18 156 0,2 4-58 0,-2 7 176 0,0 2-107 16,-2 13-69-16,1-6 161 0,-8 7-110 0,1-3-55 16,-5 4-27-16,-1-9-43 0,-1 12-24 15,-13-8 0-15,-4-2 0 0,-7 0 0 0,-1-4 0 0,1-9 0 16,-4-1-68-16,2-5-28 0,-1-3 67 15,0-6 35-15,1-3-520 0,7-4 215 16,0-4 142-16,2 0-229 0,7-1 174 0,5-12 86 16,6-6 43-16,0-4-540 0</inkml:trace>
  <inkml:trace contextRef="#ctx0" brushRef="#br0" timeOffset="20270.37">28187 2623 2755 0,'18'-6'0'0,"-1"3"0"0,0-3 0 0,1 3 0 0,-2-1 0 0,7 1 0 0,-4 0 0 0,10 3 0 0,-4 0 0 0,3 0 0 0,0 3 234 16,-1 4-97-16,-4 0-404 0,2 7 148 0,-8-3 79 0,-2 2-774 15,-1 0 417-15,-5 2 208 0</inkml:trace>
  <inkml:trace contextRef="#ctx0" brushRef="#br0" timeOffset="20405.34">28296 2838 1984 0,'-12'3'0'0,"1"2"0"0,6-2 0 0,3-2 0 0,2 2 0 0,2-3 0 0,18 1 0 0,1 1 0 0,0-2 0 0,12 3 0 0,-3-2 88 0,2-1-107 15,0 0 29-15,1 0 0 0,-6 0-553 0,7 0 281 16,-12 0 144-16</inkml:trace>
  <inkml:trace contextRef="#ctx0" brushRef="#br0" timeOffset="20653.55">28743 2620 1812 0,'8'-10'0'0,"-5"5"0"0,3 1 0 0,-1 2 0 0,2 2 0 0,-1 2 0 0,0 13 0 0,0 7 0 0,-1 4 0 0,-3 8 0 0,-1-2 76 0,2 6 90 0,-3-1-53 0,0 2-42 16,-6-5 0-16,-3 2 78 0,-4-4-55 0,2-2-27 16,0-8 17-16,-3-2-45 0,3-3 0 0,0-7 1 15,6-5 45-15,-2-2-36 16,4-3-9-16,1 0 80 0,2-5-40 0,0-12 0 0,5-6-41 15,11-1-33-15,0-3-11 0,5 0 45 16,1-4-1-16,3 3-70 0,0-2 35 0,2 2 10 16,1 2-404-16,-1 3 203 0,-1 4 84 0,0 2 57 15,0 5-635-15,-5 3 312 0,4 3 169 0,-6 3-382 16</inkml:trace>
  <inkml:trace contextRef="#ctx0" brushRef="#br0" timeOffset="20855.09">29277 2510 2596 0,'1'-9'0'0,"-1"4"0"0,0 1 0 0,-6 2 0 0,-10 2 0 0,0 2 0 0,-6 16 0 0,0 7 0 0,-1 9 0 0,3 3 0 0,0 5 177 0,5-4-60 0,0 13 179 0,6-7-128 16,1 1-64-16,4-2 94 0,0-5-79 0,4 0-30 16,0-3-22-16,0-3-278 15,0-6 119-15,5-5 66 0,6-2 32 0,0-6-538 16,5-3 280-16,-2-9 142 0,4-1-649 0,2 0 336 15,1-7 191-15,1-8 87 0,-2-6-159 0,0-6 133 16,5-6 66-16</inkml:trace>
  <inkml:trace contextRef="#ctx0" brushRef="#br0" timeOffset="21180.67">29476 2555 1868 0,'0'-18'0'0,"0"14"0"0,-7 2 0 0,-6 2 0 0,0 6 0 0,-7 14 0 16,8 4 0-16,0 3 0 0,1 3 0 0,4 4 0 0,2 0 93 0,1 4 291 0,1-4-172 0,3-3-87 15,0-1-43-15,3-7 140 0,10 4-97 0,1-13-42 16,7-1-52-16,-2-5 8 0,4-7 9 0,6-1-9 16,-6 0-92-16,4-9 46 0,1-6 0 0,-3-3 45 15,0-3-78-15,0-2 35 0,-6 1-1 0,-3-5-203 16,-1 1 115-16,-6-1 7 0,0-3-6 0,-7-1-89 16,-2 1 54-16,0-4 48 0,-5 4-1 15,-10-1 74-15,-5 7-41 0,-7 4 9 0,-1 5 191 16,-3 6-94-16,-1 4-42 0,2 4-25 15,3 1 204-15,-3 0-102 0,10 8-21 0,3 5 324 16,4 1-150-16,5 1-103 0,6 4-42 0,2 2-23 16,0 0 0-16,11 1-39 0,10-4 0 0,6 0-330 15,3-5 174-15,11-1 74 0,0-5-655 0,3-5 349 16,0-2 121-16,2 0 105 0,-9 0-595 0,1-6 345 16,-1-8 167-16,-2 2-117 0,-8-8 141 0</inkml:trace>
  <inkml:trace contextRef="#ctx0" brushRef="#br0" timeOffset="21363.55">29962 2556 2310 0,'9'-19'0'0,"-6"2"0"0,1 2 0 0,-3 4 0 0,2 0 0 0,-3 3 0 0,0 4 0 16,0 1 0-16,0 3 0 0,3 0 0 0,4 7 157 0,2 14-60 0,-1 4 213 0,5 9-136 0,-2 4-67 15,-3 0-25-15,3 9 76 0,-6-2-59 0,-1-1-31 16,-2-1 72-16,-2 1-51 0,0-8-15 0,-11 7-10 16,-7-10-179-16,-1-1 77 0,-9-5 38 0,-2-4-270 15,-1-5 164-15,-3-3 68 0,1-5 38 16,-5-5-488-16,3-3 206 0,5-2 132 0,11 0-5 0,-2-2-110 15,6-7 113-15,8-6 57 0,7-6-318 16,0 0 186-16,20-10 85 0</inkml:trace>
  <inkml:trace contextRef="#ctx0" brushRef="#br0" timeOffset="21638.96">30512 2503 2674 0,'8'-9'0'0,"-8"4"0"0,0-1 0 0,-3 0 0 0,-22 4 0 0,-3 2 0 0,1 0 0 0,-6 2 0 0,5 10 0 0,1 2 0 0,8 3 314 0,7-2-127 0,3 6-80 0,4-2 227 16,5 1-148-16,0 6-74 0,14-5-95 0,7 0-17 15,4-1 0-15,3 1 0 0,2-2 0 0,-2-3 0 16,1 2 0-16,-9-3 0 0,-2 1 0 0,-3-1 0 16,-5 2 0-16,-7 1 0 0,-3-2 0 0,0 1 0 15,-16 1 0-15,-6-2 0 0,-6-2 0 0,-6-3 0 16,-9 2 0-16,10-6 0 15,-4-1 0-15,0 0 0 0,6-2 0 0,7-4 0 16,1 0 0-16,10 0-403 0,1 0 62 0,7 0 150 16,5-2 76-16,4-10-623 0,17-1 350 0,11-6 164 15,8-7 98-15</inkml:trace>
  <inkml:trace contextRef="#ctx0" brushRef="#br0" timeOffset="22371.4">30594 2716 2485 0,'21'-12'0'0,"-10"9"0"0,0 0 0 0,-1 3 0 0,-6 0 0 0,-4 3 0 0,0 8 0 0,0 4 0 0,0 2 0 0,-4 3 0 0,-3 4 624 0,1-2-293 0,-2 3-146 16,4-4-73-16,-1 1-17 0,0-2-9 0,5-4-73 16,0-5-516-16,0 1 258 0,0-6 142 0,0-4 81 15,0-2-344-15,5 0 202 0,0-14 101 0,0-3-698 16,3-8 361-16,-1-2 171 0,-2-5 100 0,4-2-211 16,-2-7 150-16,0-1 76 0,0 3 27 0,2-12 4 15,0 4-1-15,1-2 45 16,2 7 155-16,1 8-92 0,2 2-42 0,-3 9 11 0,-2 5 171 15,0 7-101-15,1 7-51 0,0 1 626 16,-1 3-239-16,-1 13-189 0,-2 10-50 0,-3 6 241 16,-3 1-182-16,1 5-89 0,-2 2-37 0,0 2 250 15,-5 0-152-15,-4-2-55 0,0-3-48 0,0-3-25 16,4-6 10-16,0 2-34 0,0-8-95 0,3-3 48 16,2-7 0-16,0-2-59 0,0-4 62 0,5-3 17 15,12 0 1-15,3-10-209 0,3-5 63 0,-1-1 75 16,3-3-155-16,0-2 99 0,-2 2 7 15,-2 1 37-15,-3 5 56 0,-6-1 1 16,-3 6-36-16,0 4 230 0,-6-1-105 0,-1 4-52 16,0-1-17-16,-1 2 72 0,-1 0-28 0,0 11-30 15,0 1 24-15,0 0 45 0,2 3-17 0,0-3-28 16,5 1-75-16,0 1 24 0,2-3 18 0,1-2 14 16,6 1-284-16,-2-3 132 0,4-3 55 0,2 1 37 15,0-1-244-15,-3-3 125 16,-2-1 30-16,1 0 134 0,-6 0-34 0,-1 0 10 15,-1 0-26-15,-5 0 148 0,2 0-73 0,-5 0-38 16,2 5 441-16,-2-2-224 0,0 3-81 0,0 1-68 16,0 3 353-16,0 1-191 0,0 0-84 0,3 1-75 15,9-1-42-15,1 0-27 0,5-2 0 0,6-1-88 16,4-2 13-16,2-3 53 0,6-1 30 0,8-2-201 16,-5 0 115-16,-6 0 59 0,7-4-538 0,-4-5 272 15,-2-3 71-15,-3-2 88 16,-6-4-107-16,-3-4 97 0,-2-4 39 0,-5-2-39 15,-5-5 49-15,-2-6 24 0,-6-3 0 0,0 6 5 16,-2-3 20-16,0 3-1 0,-5 0 0 0,-10 5 145 16,0 6-73-16,-8 2-45 0,-2 2 9 0,-1 5 95 15,0 4-66-15,-1 4 11 0,2 5 199 0,2 2-87 16,-5 1-73-16,4 3 11 0,1 10 183 0,1 6-111 16,7 2-61-16,-1 3 231 0,2 0-150 0,6 4-70 15,3-2-35-15,5 3 277 0,0-3-156 0,0-3-148 16,13 3-47-16,7-4 0 15,4-1 0-15,2-2 0 0,4-5 0 0,3 0 0 16,-1-7 0-16,3 2 0 0,0-7-606 0,0-2 148 16,-3 0 239-16</inkml:trace>
  <inkml:trace contextRef="#ctx0" brushRef="#br0" timeOffset="22573.67">31697 2892 374 0,'-14'-8'0'16,"7"7"0"-16</inkml:trace>
  <inkml:trace contextRef="#ctx0" brushRef="#br0" timeOffset="24258.74">11204 4619 1963 0,'-19'0'0'0,"8"0"0"0,4 0 0 0,5 6 0 0,2-2 0 0,0-2 0 0,0 2 0 0,9-3 0 0,9 1 0 0,9 0 0 0,5-2 500 0,3 0-230 0,9 0-115 16,-1 0-57-16,-1-2 192 0,-7-4-115 15,5 3-72-15,-5-1-162 0,-5 2 50 0,-5 0-1 16,-2 2 50-16,-7 0-199 0,1 4 94 0,-6 7 53 16,-5 7 25-16,-5 0-790 0,-1 7 314 0</inkml:trace>
  <inkml:trace contextRef="#ctx0" brushRef="#br0" timeOffset="24421.12">11315 5014 3931 0,'-17'0'0'0,"8"0"0"0,6 3 0 0,3-2 0 0,0-1 0 0,0 4 0 0,7-3 0 0,13 1 0 0,6-2 0 0,6 0 0 0,12 0 0 0,2 0 0 0,5 0 0 15,-2 0 0-15,0 0 0 0,-3 0 0 16,-2 0 0-16,-1 10 0 0,-9-1 0 16,6 4-1149-16,-7 3 555 0</inkml:trace>
  <inkml:trace contextRef="#ctx0" brushRef="#br0" timeOffset="25263.55">12851 4154 448 0,'0'0'-1'0,"0"0"507"0,0 0-254 0,0 0-126 0</inkml:trace>
  <inkml:trace contextRef="#ctx0" brushRef="#br0" timeOffset="25312.69">12868 4154 444 0,'15'0'0'0,"2"0"1033"0,4 0-517 0,1 0-258 0,3 0-129 0,7 0 253 0</inkml:trace>
  <inkml:trace contextRef="#ctx0" brushRef="#br0" timeOffset="25893.77">13193 4148 3931 0,'36'0'0'0,"2"0"0"0,-3 2 0 0,8-2 0 0,-6 3 0 0,7 0 0 0,-1-1 0 0,1-2 0 0,0 2 0 0,2-2 0 0,-5 2 0 0,8-2 0 0,-2 1 0 0,-2-1 0 15,3 1 0-15,2 2 0 0,-6-1 0 0,11 0 0 16,-6 0 0-16,1-1 0 0,3 1 0 16,0 1 0-16,-1-2 0 0,1 1 0 15,2-2 0-15,-1 2 0 0,2-1 0 0,0-1 0 0,1 0 0 16,-1 0 0-16,1 0 0 0,1 0 0 15,1 0 0-15,-2 0 0 0,1 0 0 0,6 0 0 16,-2-1 0-16,0-1 0 0,0-1 0 0,-2-2 0 16,-7 4 0-16,13-3 0 0,-6-1 0 0,2 3 0 15,0 0 0-15,-6-2 0 0,17 1 0 0,-5 0 0 16,2-2 0-16,-3 1 0 0,2 0 0 0,-7-1 0 16,18 1 0-16,-9-2 0 0,4 1 0 15,2 1 0-15,0 0 0 0,0 0 0 0,0 2 0 16,2-2 0-16,0 3 0 0,1-1 0 15,14-1 0-15,-15 2 0 0,20-3 0 0,-7 3 0 16,4-4 0-16,0 4 0 0,6-3 0 0,3 0 0 16,0-2 0-16,2 5 0 0,-2-3 0 0,2 0 0 15,2 0 0-15,4 2 0 0,-6 2 0 0,2-6 0 16,2 5 0-16,-5-1 0 0,7 2 0 0,1 0 0 16,-4 0 0-16,3 0 0 0,-1 0 0 0,18 0 0 15,-12 0 0-15,-11 0 0 0,24-1 0 0,-8-2 0 16,2 3 0-16,5-2 0 15,-2 1 0-15,-14-1 0 0,29 0 0 0,-6 1 0 16,-5-2 0-16,1 2 0 0,0-2 0 0,-7 3 0 16,28-1 0-16,-13-1 0 0,1 2 0 0,0-3 0 15,6 2 0-15,-18 1 0 0,29 0 0 0,-16 0 0 16,6 0 0-16,-4 0 0 16,-3-1 0-16,-16-2 0 0,29 2 0 0,-17 1 0 15,-5-3 0-15,-7 3 0 0,-17 0 0 16,12 0 0-16,-3 0 0 0,-10 0 0 0,-6-2 0 15,-9 2 0-15,-15-1 0 0,-7 1 0 0,7 0 0 16,-22-3 0-16,-15 3 0 0,-11 0 0 0,-9 0 0 0,-8 0 0 16,-8 0 0-16,-5 0-945 15,-11 0 347-15,-19 0 277 0,-17 0 138 0,-7 0 59 0</inkml:trace>
  <inkml:trace contextRef="#ctx0" brushRef="#br0" timeOffset="26687.6">12902 4287 2118 0,'0'-7'0'0,"0"-1"0"0,0 0 0 0,0 3 0 0,0 1-3 0,0 3 1 0,0-1 0 0,0 2 2 0,0 0 0 0,2 0 0 16,0 12 263-16,1 8-109 0,3 2-55 0,-3 4 0 0,4 6 157 0,-3 4-95 15,-1 11-64-15,1-1 104 0,-2 9-79 0,-1 13-39 16,-1 0 0-16,0 5 119 16,0 4-202-16,0 3 0 0,-5 1 0 0,-2 3 0 15,-2 8 0-15,4-14 0 0,-2 4 0 0,1-3 0 16,-1-5 0-16,2-3 0 0,0-6 0 0,1-14 0 15,-1 6 0-15,-1-9 0 0,3-3 0 0,-1-11 0 16,-1 0 0-16,0-10 0 0,1-5 0 0,-1-5 0 16,-2-5 0-16,-2-4 0 0,-5-5 0 0,-1 0 0 15,-7-1 0-15,-1-15 0 0,-2-4 0 0,-5-10 0 16,2-2 0-16,2 0 0 0,-7-13 0 0,6 2 0 16,-1-2 0-16,0-1 0 0,1 5 0 0,6 7 0 15,-2 5 0-15,7 3 0 16,2 10 0-16,2 3 0 0,4 6 0 0,1 2 0 15,2 4 0-15,2 1 0 0,-1 0 0 0,2 20 0 16,1 3 0-16,1 6 0 0,0 5 0 0,0 2 0 16,0 0 0-16,0 0 0 0,0 3 0 0,-2 1 0 15,2-2 0-15,-2-3 0 0,0-1 0 0,0-4 0 16,-1-6 0-16,3-3 0 0,-2-4 0 0,2-6-59 16,0-3-206-16,0-1 112 15,0-3-872-15,0-2 481 0</inkml:trace>
  <inkml:trace contextRef="#ctx0" brushRef="#br0" timeOffset="28904.22">13573 4736 2008 0,'-6'-6'0'0,"-2"-1"0"0,3-2 0 0,-1 2 0 0,1 2 0 0,-1-2 0 0,2 3 0 15,0 0 0-15,0 2 0 0,1 2 0 0,-3 0 173 0,-3 0-67 0,-3 12 146 0,-2 11-112 0,-4 3-50 16,-4 10-26-16,-2 5 127 0,-1 6-75 0,-1 3-30 0,-4 12 261 16,5-2-155-16,5 1-76 15,5-11-66-15,4 8-50 0,5-2 0 0,6-2 0 16,0-10 0-16,6-2 0 0,10-11 0 0,3 4 0 15,6-10 0-15,0 0 0 0,4-8 0 0,-1-2 0 16,0-5 0-16,-1-5 0 0,5-4 0 0,-6-1-48 16,-5 0-227-16,1 0 132 0,1-3-39 0,-4-8-656 15,-3 0 405-15,0-3 197 0,-5 0 99 0</inkml:trace>
  <inkml:trace contextRef="#ctx0" brushRef="#br0" timeOffset="29219.41">13691 4952 2862 0,'0'-13'0'0,"-1"6"0"0,1 7 0 16,-3-2 0-16,1 2 0 0,2 0 0 0,0 0 0 0,2 2 0 0,10 11 0 0,-1 6 0 0,2 6 295 0,-2 6-128 0,-2 2-64 0,3 5 147 16,-5 2-110-16,-1-1-51 0,-1 6-64 0,-3-10-25 15,0 3 0-15,-2 0 0 0,0-4 0 0,0-5 0 16,0-8 0-16,0-2 0 0,-2-8 0 0,-3-3 0 15,1-4 0-15,-1-4 0 16,-3 0 0-16,4-6 0 0,0-15 0 0,4 0 0 0,0-10 0 0,0-1 0 16,2-4 0-16,6 1 0 0,5-1 0 0,0 2 0 15,4 0 0-15,0 2 0 0,1 2 0 0,2 5 0 16,-2-1 0-16,-1 10 0 0,1-1 0 16,-6 4 0-16,1 4 0 0,-1 3 0 15,-1 1 0-15,0 3 0 0,-1 2-69 0,-1 0-125 16,-4 0 78-16,4 7-312 0,-2 0 194 0,-2 3 89 15,3 1-649-15,-3-6 379 0</inkml:trace>
  <inkml:trace contextRef="#ctx0" brushRef="#br0" timeOffset="29447.83">14228 4571 3128 0,'0'-8'0'0,"0"1"0"0,0-1 0 0,0 3 0 0,0 1 0 0,-2 0 0 0,2 3 0 0,0-1 0 0,0 2 0 0,0 0 0 0,0 0 120 0,0 7 178 0,0 4-130 0,0 2-64 16,0 4-24-16,0 2-229 16,0 5 93-16,0-1 48 0,-5-2-1 0,1 1-668 15,1 3 367-15,0-4 169 0,1 1-351 0,-2-4 124 16</inkml:trace>
  <inkml:trace contextRef="#ctx0" brushRef="#br0" timeOffset="30314.23">14457 4862 1317 0,'0'-2'0'0,"-2"0"0"0,0 0 0 0,0-2 0 0,2 4 0 0,-1-5 0 0,1 3 0 0,0-2 0 0,-2 0 0 0,2 3 0 0,0-3 86 0,0 3 56 0,0-2-56 16,0 1-25-16,0 1 105 0,0 1-64 0,0 0-32 16,0 0 9-16,0 0 83 0,0 0-62 15,-2 0-41-15,-4 9 10 0,-1 4 148 0,-5 2-80 16,3 4-55-16,-2-1 0 0,1 3 135 0,3-2-90 16,-2 4-45-16,3-3 88 0,0 2-72 15,0-1-30-15,5 2 1 0,-1-1 11 0,0 1-77 16,2 2-3-16,0 1 0 0,0 0 0 0,0 1 0 15,0-3 0-15,0 4 0 0,2-6 0 0,5 7 0 16,1-5 0-16,-2-3 0 0,3-1 0 0,-2-1 0 16,3 0-256-16,-1-4 22 15,-1-1 114-15,1-4-219 0,1-3 151 0,-1-1 76 0,0-4 27 0,3-2-338 16,-1 0 193-16,0 0 96 0,1-2 49 0,-1-7-358 16,0-5 193-16,2 0 112 15,-4-1-242-15,1-4 171 0</inkml:trace>
  <inkml:trace contextRef="#ctx0" brushRef="#br0" timeOffset="30763.97">14641 4987 1547 0,'0'-5'0'0,"0"0"0"0,0 1 0 0,0 1 0 0,0-4 0 0,0 6 0 0,0-4 0 0,0 4 0 0,0-1 0 0,0 0 0 0,-2 2 123 0,0 0-43 0,-3 0 234 15,-1 10-138-15,-1 2-70 0,2 3 178 0,-4 5-128 16,2 3-60-16,2 2 131 0,1 0-95 0,2-3-38 16,0 6-33-16,2 0 53 0,0-2-39 15,0-5 1-15,6 2-39 16,3-3 50-16,2 1-10 0,1-6-40 0,0 2-52 16,4-5 26-16,-1-5 0 0,2-3-102 0,-1-4 59 0,3 0 35 15,1 0 0-15,-2-8 34 16,-1-5-239-16,-1-4 112 0,0-1 19 0,-3-2-108 15,-1 2 65-15,-3-1 47 0,-4-2-5 0,-1 0-8 0,-2 2 23 16,-2-6 56-16,0 1 0 0,-2-3-36 0,-7-1 68 16,-5-2-44-16,1 1 10 0,-4 4-34 15,1 4 171-15,-4 2-79 0,4 6-31 0,-5 1-5 16,2 6-12-16,1 4 250 0,-1 2-113 0,4 0-66 16,1 0 150-16,5 0-88 0,2 7-128 15,3 2-12-15,2 2 0 0,2-1 0 0,0 1 0 0,0 2 0 16,2-2 0-16,9 3 0 0,-2-2-457 15,3 2 225-15,-1-3 112 16,5-2-615-16,-4 0 353 0,1-1 172 0,3-4 87 0,-4-2 42 0,4-2-473 16,0 0 250-16,2 0 137 0,-6-2 65 0</inkml:trace>
  <inkml:trace contextRef="#ctx0" brushRef="#br0" timeOffset="30964.05">14917 4881 2316 0,'8'-14'0'0,"-2"3"0"0,-1 0 0 0,2 0 0 0,-1 2 0 0,2 1 0 0,3 1 0 0,0 3 0 0,3 3 0 0,2 1 0 0,3 0 107 0,2 16 183 0,-1 3-126 16,1 5-63-16,-2 5 368 0,0 6-216 0,-4 1-99 16,-2 7-77-16,-6-2-77 0,-3-2 0 0,-4 5 0 15,0-4 0-15,-2 0 0 0,-13 5 0 0,-2-5 0 16,2-7 0-16,-4 1 0 16,-1-5 0-16,1-3 0 0,-2-6 0 0,5-5 0 15,-2-1 0-15,0-3 0 0,1-4 0 0,2 1-406 16,-2-4 180-16,2-1-683 0,0 1 436 0,0-3 218 15</inkml:trace>
  <inkml:trace contextRef="#ctx0" brushRef="#br0" timeOffset="32402.06">15695 5037 1408 0,'-8'-12'0'0,"4"4"0"0,1-2 0 0,-1-5 0 0,2 0 0 16,2-2 0-16,-1-2 0 0,-1 0 0 0,2 4 0 0,-2-1 0 0,0 2 74 0,-2 4-36 0,0 3 53 0,-2-1-27 0,-1 5 10 0,-2 1-36 0,-3 2 0 16,-1 5 102-16,-4 10-51 0,-1 9-25 0,1 5 169 15,-5 8-102-15,3 4-47 0,-1-1 1 0,6 1 124 16,2-6-86-16,3 4-32 16,5-3-11-16,2-5 29 0,2-4-35 0,0-8-1 15,9 0-35-15,9-4 52 0,0-6-51 0,3-3-1 16,7-6-111-16,-3 0 56 0,1-8 27 0,0-8-145 15,0-4 82-15,1-4 46 0,-5-2 15 0,-2 0-207 16,-4-1 84-16,-5 5 59 0,1-3-9 0,-7 7 35 16,-1 0-13-16,-2 9 18 0,-2 0-36 0,0 5 125 15,0 2-49-15,-2 2 0 0,-7 0 248 16,2 12-134-16,-4 6-51 0,4 2 146 16,2 5-87-16,1-1-56 0,4-3 7 0,0 2-20 15,2-2-53-15,7-3-15 0,7-3 0 0,-2-2 0 16,5-3 0-16,1-6 0 0,1-4 0 0,0 0 0 15,-1 0-5-15,3-10-11 0,-2-5-182 0,-5-4 104 16,-4 3 22-16,-1-5-53 0,-2 1 56 0,-2-4 0 16,-4 3 1-16,-1 0 125 0,-2-2-51 0,0 2-18 15,-5 0-19-15,-7 5 174 0,-1-1-80 0,-4 1-27 16,0 5-24-16,-2 3 98 16,2 5-53-16,-1 1-8 0,0 1 2 0,4 1-2 15,-2 0-1-15,7 0-60 0,2 6 35 0,1 2 12 16,5 1-9-16,1-4-137 0,0 5 64 0,3-5 30 15,14-2-3-15,5 0-230 0,7-3 122 0,4 0 44 16,3 0 36-16,1-8-261 0,2-3 140 0,3-3 66 16,-8 3-47-16,3-2 56 0,-5-2 19 0,-2 4-6 15,-1-2 0-15,-10 5 43 0,2-4 0 0,-8 7 130 16,-4 0-75-16,-4 1-23 16,-3 3 1-16,-2-3 303 0,0 4-167 0,-4 0-51 15,-7 0-58-15,-6 9 588 0,1 0-287 0,-2 2-136 16,2-1-87-16,-1 5-100 0,4-2 0 0,1 0 0 15,5-2 0-15,3 3 0 0,2-2 0 0,2 1 0 16,0 1 0-16,2-2 0 0,7 2 0 0,5-1 0 16,2-2 0-16,0 1 0 0,0-1 0 0,0 0 0 15,-2-1 0-15,0 1 0 0,-5 0 0 0,-2 0 0 16,-3 2 0-16,-4 1 0 16,0 0 0-16,0 4 0 0,-11-4 0 0,-5 5 0 15,0-5 0-15,-5 4 0 0,1-4 0 0,-1 0 0 16,5-4 0-16,-3 1 0 0,3-1 0 0,7-5 0 15,0 0 0-15,3-2 0 0,3-2 0 0,3 1 0 16,0-2 0-16,0 0 0 0,9 0 0 0,5-2 0 16,9-5 0-16,0-8 0 0,2 0 0 0,2-2 0 15,1-4 0-15,2 1 0 0,2-1-10 16,-2-1-96-16,0-2-46 0,0-1 61 16,-1 0 27-16,-1 1-1 0,-3 2 75 0,-4-2-24 15,-5 9-10-15,-2 0 223 0,-7 8-119 0,-2 2-59 16,-1 0-30-16,-2 4 180 0,-2-1-117 0,0 2-54 15,-6 8 0-15,-6 10 0 0,-2 6 0 0,3 0 0 16,-1 4 0-16,3 1 0 0,4 3 0 0,1-1 0 16,4 1 0-16,0-5 0 0,0-4 0 0,2 1 0 15,5-5 0-15,7-2 0 0,-2-4 0 0,3-4 0 16,1-4 0-16,1-4 0 16,1-1 0-16,-2 0 0 0,2-6 0 0,-1-7 0 15,-2-1 0-15,2-3 0 0,-1-4 0 0,0 1 0 16,-3-5 0-16,2-2 0 0,0 0 0 0,-2-5 0 15,0-7 0-15,-2-2 0 0,1 0 0 0,-5 0 0 16,0-11 0-16,-3 1 0 0,-2 2-35 0,-2 3-93 16,0 10 45-16,-2 0-10 0,-11 7 55 0,2 9 30 15,-6 3-30-15,-4 6 0 0,1 5 270 0,-3 4-145 16,1 2-58-16,-5 0 84 16,7 11-113-16,1 4 0 0,3-1 0 0,2 4 0 15,3 2 0-15,4-1 0 0,5 2 0 0,-1-2 0 16,3 2 0-16,0-1 0 0,7-1 0 0,3 1 0 15,3-2 0-15,3-3 0 0,0 0 0 0,5-2 0 16,-2-5 0-16,1-1 0 0,1-1 0 0,0 0 0 16,-3-3 0-16,2-1 0 0,-3-1 0 0,1-1-2 15,-2 2-79-15,0 3-1139 16,-1-4 591-16</inkml:trace>
  <inkml:trace contextRef="#ctx0" brushRef="#br0" timeOffset="32994.8">17047 5076 2353 0,'-12'-6'0'0,"5"4"0"0,2 1 0 0,-1-2 0 0,3 2 0 0,2 1 0 0,1-2 0 0,0 0 0 0,6 0 0 0,14 0 0 0,6 0 266 0,5 1-113 0,8-2 267 16,3 2-190-16,1-1-96 0,-3 0-37 0,12 0 25 15,-7 2-41-15,0 0-6 16,-2 0-75-16,-7 0-252 0,1 0 132 0,-3 0 76 0,-6 2 41 0,-8 2 0 15,-2 0-585-15,-7-1 310 0,-1 1 71 0,-7-2-567 16,-3 0 367-16,0-1 184 0,-3-1 91 0</inkml:trace>
  <inkml:trace contextRef="#ctx0" brushRef="#br0" timeOffset="33215.68">17409 4706 2375 0,'-14'-7'0'0,"0"5"0"0,5 2 0 0,0 0 0 0,-1 3 0 0,2 8 0 0,3 8 0 0,1 6 0 0,4 1 0 0,0 4 0 0,0 4 606 0,0 3-284 16,0 1-131-16,0 6-80 0,0-4 215 0,2 2-326 0,0-1 0 15,0 1 0-15,-1-7 0 16,1 3 0-16,0 1 0 0,0-3 0 0,0-2 0 16,-2-2 0-16,2-8 0 0,-2 1-251 0,0-5 8 15,0-7 141-15,0-1-767 0,2-5 414 0,0-3 198 16,2-3 114-16,1-1-388 0,4-1 246 0,5-12 122 15</inkml:trace>
  <inkml:trace contextRef="#ctx0" brushRef="#br0" timeOffset="33555.83">17766 4841 2216 0,'8'-9'0'0,"-3"2"0"0,0 0 0 0,4 5 0 0,-4-3 0 0,2 5 0 0,-1 0 0 16,4 0 0-16,-3 15 0 0,4 6 0 0,-4 5 367 0,2 6-164 0,-4 8-81 0,-1-1-43 16,-2-1 141-16,-2 8-96 0,0-3-43 0,0-1 1 15,0-6 0-15,-2 1-43 0,-2-3 10 16,-1-2 15-16,1-9 1 0,-2-4-26 0,2-6 0 16,0-3 21-16,3-4-60 0,-3-4 0 0,0-2 0 15,2-2 0-15,2-14 0 0,0-5 0 0,0-7 0 16,2-3 0-16,6-1 0 0,5 1 0 0,2-3 0 15,2 0 0-15,1 2 0 0,3 2 0 0,0 4 0 16,1 0 0-16,-1 3 0 0,-5 4 0 0,5 2 0 16,-3 6 0-16,-2-2 0 0,2 4 0 0,-4 5 0 15,-2 0 0-15,3 2-33 0,-4 2-321 0,0 0 158 16,-2 2 78-16,3 6-615 16,-3-2 338-16,2 3 182 0,1-2-496 0,-3-3 336 15</inkml:trace>
  <inkml:trace contextRef="#ctx0" brushRef="#br0" timeOffset="33770.25">18407 4729 2742 0,'-4'-6'0'0,"-8"4"0"0,3 2 0 0,-6 0 0 0,0 6 0 0,-2 13 0 15,2 3 0-15,2 5 0 0,-2 4 0 0,0 9 0 0,4-1 388 0,0 3-174 0,4-2 373 0,2-4-587 0,3 4 0 16,2 0 0-16,0-3 0 0,0-2 0 15,4 0 0-15,8-5 0 0,-3-4 0 0,4 1 0 16,-3-5 0-16,2-6 0 0,2 0 0 0,1-7-123 16,-2-4 89-16,2-5-472 0,2 0 123 0,-1 0 174 15,4-9-568-15,-2-6 369 0,1-6 175 0</inkml:trace>
  <inkml:trace contextRef="#ctx0" brushRef="#br0" timeOffset="34148.74">18602 4891 2874 0,'-5'-5'0'0,"-5"5"0"0,-1 0 0 0,0 2 0 0,-3 9 0 0,-1 8 0 0,3 2 0 15,5 0 0-15,0 11 0 0,2-1 0 0,5 1 109 0,0 2 358 0,0 2-215 0,0-2-97 0,1 2-81 0,8-5-74 16,3-1 0-16,1-4 0 0,3-3 0 0,-4-6 0 0,7-3 0 16,0-5 0-1,0-6 0-15,3-3 0 0,2 0 0 0,-5-7-31 0,6-10-7 16,-7-2 25-16,1-4 0 15,-2-1-250-15,-2-2 122 0,-4-2-1 0,1-1 69 0,-3-2 0 16,-2-3 35-16,-1-8-1 0,-1 2 1 0,-4-1 18 16,-1-7 9-16,0 6 31 0,0 7-29 0,-6-1 0 0,-7 8 216 15,0 7-110-15,-2 3-56 0,-4 3-9 16,-1 6 0-16,-1 4 286 0,0 4-149 0,3 1-134 16,-3 0-35-16,2 13 0 0,2 0 0 0,4 3 0 15,3 4 0-15,3 0 0 0,3 0 0 16,4 1 0-16,0-2 0 0,0 2 0 0,2-2 0 15,5 0 0-15,5-2 0 0,1-2 0 16,2-4 0-16,2-2 0 0,2-4 0 0,-1 0 0 16,0-4-582-16,0-1 183 0,1 0 180 0,-2 0-577 15,2-1 378-15,0-7 181 0,-1 1-194 16</inkml:trace>
  <inkml:trace contextRef="#ctx0" brushRef="#br0" timeOffset="34352.28">19094 4723 3616 0,'4'-6'0'0,"-2"3"0"0,-1-1 0 0,1 1 0 16,0 2 0-16,2 1 0 0,2 1 0 0,3 15 0 0,2 7 0 0,3 2 0 0,0 6 220 0,2 3-125 0,0 7-95 0,0-4 0 0,-3 3 0 0,-2-1 0 0,-3 3 0 0,-5-4 0 0,-3 9 0 16,0-5 0-1,-3 3 0-15,-15 3 0 0,0-3 0 0,-3-8 0 0,-7 8 0 0,1-9 0 16,-1-2 0-16,5-10 0 0,-7 3-206 0,-1-5-59 15,1-1 124-15,2-2-5 0</inkml:trace>
  <inkml:trace contextRef="#ctx0" brushRef="#br0" timeOffset="35039.37">19817 4613 2603 0,'-13'-14'0'0,"0"8"0"0,-4 6 0 0,-4 0 0 0,-3 2 0 0,-8 19 0 0,1 9 0 0,-6 8 0 0,-2 13 0 0,7-1 0 0,2 5 155 0,5 3-58 0,13-8-29 15,2 6 400 1,6-1-220-16,4-3-105 0,4-1 6 0,15-2-149 0,3-5 0 0,1-7 0 0,11 2 0 15,0-7 0-15,-1-6 0 16,-4-5 0-16,4-4 0 0,-1-4 0 0,-2-5-184 0,-1-7-74 0,-1-1 148 16,-2 0 37-1,-4-5-770-15,1-8 392 0,-2-6 212 0,-8 2 100 16,0-1-480-16,-5-9 291 0,-5 1 145 0</inkml:trace>
  <inkml:trace contextRef="#ctx0" brushRef="#br0" timeOffset="35178.75">19885 5055 2487 0,'-21'-17'0'0,"4"8"0"0,0 2 0 0,2-1 0 0,6 3 0 0,0 3 0 0,3-1 0 0,3 2 0 0,3 1 0 0,0 0 0 0,5 0 214 16,15 0-87-16,1 0-45 0,6 0 30 0,-3 0-28 0,10 1-9 15,-4 4-37-15,2-1-132 16,0 0 66-16,1-3 33 0,-1 3 10 0,0-3-542 0,-2 1 283 0,2 1 141 16,-4-2-734-16,3-1 400 0</inkml:trace>
  <inkml:trace contextRef="#ctx0" brushRef="#br0" timeOffset="35511.3">20530 4860 2163 0,'1'-15'0'0,"-1"2"0"0,0 4 0 0,-1-4 0 0,-11 3 0 0,1 2 0 0,-5 4 0 0,0 2 0 0,-3 2 0 0,-1 0 0 0,-5 6 482 16,2 8-222-16,2 1-110 0,-1 5-56 0,1 1 152 15,6 3-108-15,2 1 260 16,6 0-398-16,3-1 0 0,4-4 0 0,0 3 0 0,0-1 0 15,6-3 0-15,6 1 0 0,2-2 0 16,3-1 0-16,0-2 0 0,-1-2 0 0,3-1 0 0,-4-2 0 16,0 1 0-16,-2 0 0 0,-5-1 0 15,2 1 0-15,-7-1 0 0,1 1 0 0,-2 1 0 0,-2-2 0 16,0 2 0-16,-2-1 0 0,-5 1 0 0,-4-1 0 0,-3-1 0 16,1 1 0-16,-4-2 0 0,-1 1 0 15,-3-3 0 1,0 1 0-16,1-1 0 0,-1-2 0 15,0-1 0-15,3-2 0 0,-2 0 0 0,8-2 0 0,-4 0 0 0,9 0 0 0,-2 0-300 16,1-2-50-16,4-5 156 0,4-4 77 16,0-3-640-16,0-1 349 0,7-1 190 15,10-2-534-15,0 0 356 0</inkml:trace>
  <inkml:trace contextRef="#ctx0" brushRef="#br0" timeOffset="35738.61">20595 5003 3391 0,'4'0'0'0,"-2"0"0"0,-1 0 0 0,1 0 0 15,0 1 0-15,-2 5 0 0,2 1 0 0,0 4 0 0,-1-1 0 0,1 7 0 0,0 2 89 0,0 2 200 0,1 2-127 0,-3-1-162 0,0 0 0 0,0 1 0 16,0-3 0-16,0 1 0 16,0-4-86-16,0-4-107 0,0-3 125 15,0-3-560-15,0-3 332 0,-3-2 168 0,1-2 6 0,-2 0-504 16,4-8 285-16,0-8 156 0,0-7-252 15,0-2 200-15,0-5 99 16,2-7-53-16,2 0 67 0,4-14 47 0,-1 1 23 0</inkml:trace>
  <inkml:trace contextRef="#ctx0" brushRef="#br0" timeOffset="36360.15">20689 4746 1958 0,'9'-36'0'0,"0"5"0"0,-2 7 0 0,2 4 0 0,-4 8 0 0,1 3 0 0,1 5 0 15,1 4 0-15,-2 0 0 0,-1 13 0 0,0 10 223 0,-1 7-97 0,1 8-43 0,-5 5-1 0,0 2 268 0,0 5-156 16,-5 1-68-16,-4 0 163 0,0-1-126 15,2-5-62-15,-3-7-31 0,4 2 36 0,-1-7-46 16,1-2-60-16,3-9-27 0,3-3-14 0,-3-8 40 16,1-4 0-16,2-2 49 0,0-5-263 0,0 0 127 15,10-12 59-15,7-6-57 0,0-7 7 16,1-1 42-16,3-2-50 0,2-4-116 16,2 3 57-16,-5 1 54 0,-1 9 17 0,-3 1 3 0,-2 2 1 15,-5 10 32-15,-2 1 242 0,0 4-120 0,-6 1-71 0,-1 3-20 0,0 20 445 16,0 3-218-16,-10 3-79 15,1 2 115 1,2 4-255-16,0-3 0 0,2 1 0 0,5-3 0 0,0-2 0 0,0-8 0 16,2 1 0-16,6-3 0 0,5-8 0 15,2-4 0-15,4-4 0 0,3-2 0 0,-1-2 0 16,3-13 0-16,-1-2 0 16,-2-3 0-16,2-3-101 0,-3-4-207 0,-1-1 122 0,-1-4 78 0,-1-1 35 0,1 1-1 15,-6 1 0-15,-4 9 36 16,-1 0 95-16,-4 9-44 0,-1 0-25 0,-2 3 0 0,0 4 331 15,0 5-178-15,-5 1-90 0,-4 1 273 16,3 15-243-16,1 3-81 0,-1 2 0 0,5 3 0 16,1-2 0-16,0 6 0 0,0-7 0 0,0 1 0 15,1 1 0-15,10-5 0 0,0-2 0 0,3-5 0 16,1-2 0-16,0-3 0 16,1-5 0-16,2-1 0 0,-2 0 0 0,0-1 0 0,0-8 0 15,-2-5 0-15,-2 1 0 0,2-1-137 16,-5-4-32-16,0-3 70 0,0-3-8 0,-4 2 34 15,-3-5 1-15,0 1 33 0,-2-4 7 0,0-2-7 16,-2-3 1-16,-10 1 0 0,1-3 36 16,-3 6-36-16,-4 3 126 0,-1 5-59 15,-3 4-34-15,-1 4 350 0,-1 6-179 0,4 5-90 16,-3 2-26-16,4 0 84 0,4 2-134 0,2 0 0 16,3 8 0-16,7 5 0 0,1 1 0 0,2 2 0 0,0 1 0 15,0 0 0-15,5 0 0 16,8 0 0-16,1 1 0 0,-1-4 0 0,4-1 0 0,-2-1 0 0,2-3 0 15,-1-2-458-15,0-2 12 0,-2 1 176 0,2-5-630 16,-2-1 431-16,2 0 216 0</inkml:trace>
  <inkml:trace contextRef="#ctx0" brushRef="#br0" timeOffset="36595.74">21544 4792 2904 0,'5'-11'0'0,"-1"4"0"0,0-3 0 0,-1 1 0 0,1 4 0 0,1-1 0 0,4 4 0 0,0 0 0 0,0 2 0 0,3 8 0 0,0 10 627 16,-1 7-295-16,1 2-264 0,-3 7-68 16,-1 0 0-16,-3 4 0 0,0 0 0 0,-4 2 0 0,-1-2 0 0,0 1 0 15,0-4 0-15,-8 3 0 0,-3-5 0 16,0-1 0-16,-4-2 0 0,0-4 0 0,0-3 0 16,0-8 0-16,-4 0 0 0,3-4 0 15,-4-3 0-15,3-3 0 0,1-3-257 16,5 0-195-16,-1-2 210 0,1 0-556 0,4-2 380 15,0-9 190-15,6-6 94 0</inkml:trace>
  <inkml:trace contextRef="#ctx0" brushRef="#br0" timeOffset="36912.01">21752 4606 2971 0,'10'-13'0'0,"1"2"0"0,-1-2 0 0,2 1 0 0,1 3 0 0,-2 4 0 0,3 1 0 0,-2 2 0 0,2 2 0 0,1 0 0 0,0 4 491 16,0 12-227-16,0 3-113 15,2 7-97-15,-2 1-54 0,0 7 0 0,2 9 0 0,-4 1 0 16,1 1 0-16,-2 1 0 0,-3 1 0 0,0-3 0 16,0 9 0-16,-6-6 0 0,-1 3 0 15,-2-1 0-15,0-1 0 0,-3 3 0 0,-12-2 0 16,-4 0 0-16,-4 0 0 0,-3-6 0 15,-1-2 0-15,3-9 0 0,-4 0 0 16,2-8 0-16,-1-3 0 0,1-6 0 0,-1-6 0 16,6-1 0-16,-8-5 0 0,8-3 0 0,0 0-105 0,5 0-124 15,1-5 97-15,4-10-697 0,2-5 400 0,7-7 195 0,2-7 99 16,0-9-689-16</inkml:trace>
  <inkml:trace contextRef="#ctx0" brushRef="#br0" timeOffset="37215.81">22077 4431 3206 0,'9'-22'0'0,"5"9"0"0,4 1 0 0,-1-2 0 0,3 3 0 0,-1 2 0 0,4 3 0 0,4 4 0 0,1 0 0 0,1 2 0 0,-1 2 70 0,-1 11 120 0,-4 6-76 15,-4 2-39-15,-7 2 0 0,-4 6 31 0,-6 3-39 0,-2-1-39 0,-17 7-28 16,-7-4 0-16,-5-3 0 0,1-6 0 15,-2 0 0-15,0-3 0 16,3-5 0-16,7-5 0 0,-2-3 0 0,9-3 0 16,-1-3 0-16,5 0 0 0,5-3 0 0,3 0 0 15,-1 0 0-15,2 0 0 0,2 0 0 0,16 0 0 0,5-3 0 16,3 1 0-16,-1 1 0 0,8-1 0 0,1 0 0 16,0 0 0-16,1 0 0 0,-1 2 0 15,2 0 0-15,-3-1 0 0,2 1 0 16,-3 0 0-16,0 0 0 0,-2 0 0 15,2 0-737-15,0 0 345 0</inkml:trace>
  <inkml:trace contextRef="#ctx0" brushRef="#br0" timeOffset="38166.15">24286 4088 1100 0,'-3'0'0'0,"-2"0"0"0,1-1 0 0,-1-2 0 0,-1 3 0 0,3-2 0 0,-3 1 0 0,3 1 0 0,0-2 0 16,3 2 0-16,-2-2 79 0,2 2 10 0,0 0 106 0,0 0-79 0,0-2-39 16,0 0 0-16,2 1 30 0,4-2-25 15,1 1-10-15,3 1 157 0,0-1-96 16,2-2-47-16,-1 0 193 0,3 2-110 0,-1 0-71 0,2-1-30 15,0 0 208-15,2 2-119 0,-1-1-60 0,4 1-19 16,1-2 148-16,3 3-185 0,2 0-41 0,2 0 0 16,6 0 0-16,-1 0 0 0,8 0 0 15,3 3 0-15,3 0 0 0,5 1 0 0,10-1 0 0,-7-3 0 16,14 4 0-16,-3-4 0 0,4 0 0 0,1 0 0 16,4 0 0-16,4 0 0 15,13 0 0-15,-17 0 0 0,6 0 0 0,0 0 0 16,-2 0 0-16,0 0 0 0,-1 2 0 0,2 0 0 15,0-2 0-15,2 2 0 0,0-2 0 0,0 0 0 16,2 0 0-16,10 0 0 0,-5 0 0 0,1 0 0 16,-10 0 0-16,20 0 0 0,-11 0 0 0,0 0 0 15,-2 0 0-15,3 0 0 0,-9 0 0 0,17 0 0 16,-23 0 0-16,23 0 0 0,-12 0 0 0,-1 0 0 16,-5 2 0-16,18-2 0 0,-13 2 0 0,5-1 0 15,-2-1 0-15,2 2 0 16,-9-2 0-16,21 4 0 0,-8-4-23 0,-3 2-7 15,-14 0-6-15,21 2 6 0,-23-3-14 0,9 4 10 16,-5-2-94-16,3 3 45 0,-8-3-2 16,-3 1 47-16,-12 2-102 0,13-1 55 0,-23 0 0 15,4 1 47-15,-8 3-295 0,-7-4 147 16,-4 1 64-16,-4-1 47 0,-11 1-473 0,-2 0 255 16,-6-4 127-16</inkml:trace>
  <inkml:trace contextRef="#ctx0" brushRef="#br0" timeOffset="39174.81">22729 5093 2930 0,'-4'-2'0'0,"2"0"0"0,0 0 0 0,2 0 0 0,0 2 0 0,0-1 0 0,4 1 0 0,17 0 0 0,4 0 0 0,7-2 0 0,10-1 163 0,5 3 303 16,4-3-213-16,3 3-134 0,3-2-119 0,-3 1 0 16,0-2 0-16,-1 3 0 0,-3 0 0 0,-2 0 0 15,-4 0 0-15,-5 0 0 0,-4 0 0 0,-3 0-74 0,-2 0-159 16,-10 0 135-16,1 0-820 0,-7 0 437 16,-1 0 205-16,-6 0-508 0</inkml:trace>
  <inkml:trace contextRef="#ctx0" brushRef="#br0" timeOffset="39379.68">23311 4598 2812 0,'-17'-9'0'0,"4"7"0"0,-5 0 0 0,9 2 0 0,0 0 0 15,2 13 0-15,2 7 0 0,5 8 0 0,0 10 0 0,0 5 0 0,0 5 351 0,0 17-156 0,2-7 378 0,1-4-573 0,1 7 0 16,-3-1 0-16,3-2 0 0,0 0 0 0,-2-2 0 15,1-3 0-15,3-1 0 0,-3-5 0 0,4-2 0 0,-4-11 0 16,1 1-257-16,0-6 99 16,-1 1 94-16,1-11-949 0,0-1 487 0,-1-5 244 0</inkml:trace>
  <inkml:trace contextRef="#ctx0" brushRef="#br0" timeOffset="39818.01">24113 4646 2548 0,'0'-17'0'0,"0"4"0"0,-2 2 0 0,-2-3 0 0,-1 2 0 0,-3 2 0 0,0 1 0 0,-2 3 0 0,-4 2 0 0,-3 4 0 0,-2 0 310 15,-7 7-141-15,-4 15-65 16,0 5-32-16,0 7 401 0,0 10-218 0,1 4-255 0,6 5 0 15,2-1 0-15,6 2 0 0,3-2 0 16,9-2 0-16,1-6 0 0,2 8 0 0,0-7 0 16,11-2 0-16,6 0 0 0,1-7 0 0,1-6 0 15,6 0 0-15,0-5 0 0,1-5 0 0,-2-1-166 16,2-7-62-16,-3-7 16 0,5 0 94 0,-7-5-561 16,1 0 320-16,1 0-346 15,0-10 333-15,-5-2 157 0,5-7 93 0</inkml:trace>
  <inkml:trace contextRef="#ctx0" brushRef="#br0" timeOffset="40240.1">24299 4817 2194 0,'0'-1'0'0,"0"-2"0"0,0 1 0 0,0 1 0 0,0-2 0 0,0 3 0 15,0 0 0-15,2 0 0 0,-1 0 0 0,5 4 0 0,-1 10 137 0,0 2-40 0,0 10-9 0,-1 5 76 0,-2 3-63 16,0 7 188-16,-1-7-125 0,-1 5-52 0,0-1-42 0,0-1 0 0,0-3 23 16,-1-4-27-1,-1-5 31-15,-2-1-58 0,1-6 1 0,1-6-1 16,-2-3 0-16,1-3-7 0,3-4-32 0,-3-2 0 0,-1 0 0 15,2-2 0-15,0-13 0 0,2-6 0 16,0 1 0-16,2-8 0 0,7-1 0 0,5 2 0 16,1-2 0-16,2-2 0 0,2 5 0 0,-1 1 0 0,1 1 0 15,1 4 0-15,-4 3 0 16,0 4 0-16,0 0 0 0,-5 8 0 16,1-1 0-16,-1 2 0 0,-4 2 0 0,3 0 0 15,-5 2 0-15,3 0 0 0,-3 0 0 0,1 0 0 0,-2 6-270 16,2-2-64-16,-3 1 137 0,1 1-455 0,0-2 306 15,-1 1 153-15,3-5-407 0,-2 0 281 0,4 0 130 16,-1 0 80-16,0-11-272 0</inkml:trace>
  <inkml:trace contextRef="#ctx0" brushRef="#br0" timeOffset="40418.05">24775 4522 2670 0,'3'-12'0'0,"-1"5"0"0,-2 3 0 0,0-2 0 0,0 5 0 0,0-1 0 0,0 2 0 16,0 0 0-16,0 0 0 0,0 9 0 0,0 2 142 0,0 4-43 0,0 1 336 0,0 3-199 0,-5 0-98 16,2 0-50-16,-1 1-128 0,-2 2 49 15,1-1-10-15,-2 2-549 0,0-3 295 0,2-1 146 0,-2 0 74 16,1-2-825-16,1-2 364 0,-1-4-925 16</inkml:trace>
  <inkml:trace contextRef="#ctx0" brushRef="#br0" timeOffset="40626.56">24917 4685 3245 0,'-4'0'0'0,"0"0"0"0,0 2 0 0,-4 10 0 0,1 6 0 0,-2 4 0 0,2 3 0 0,-3 6 0 0,1 5 0 0,1-1 0 0,-2 10 478 16,5-11-270-16,-1 3-208 0,3-1 0 0,-1-2 0 0,2-7 0 0,1 8 0 0,1-9 0 0,0-4-395 15,0-3 144-15,0-1-195 0,1-10 252 16,7 2 110-16,-1-4 51 0,7-6 33 0,-3 0-828 16,6-2 395-16</inkml:trace>
  <inkml:trace contextRef="#ctx0" brushRef="#br0" timeOffset="40972.06">25090 4798 3038 0,'0'0'0'0,"-13"0"0"16,3 0 0-16,-3 8 0 0,-6 9 0 0,4 1 0 0,2 7 0 0,6-3 0 0,-2 8 0 0,8-1 0 0,1-2 153 0,0 2-57 0,0-1-29 0,6-6 132 0,5 1-84 15,8-2-39-15,-1-7-81 0,3-2 44 0,4-4-1 16,-3-7 11-16,6-1-179 0,-2 0 85 0,1-5 42 16,-3-8-1-16,-1-2-180 0,-5 0 121 0,3-6 46 15,-4 0-179-15,-5 2 67 0,0-1 63 0,-3-4-27 16,-5 2 11-16,1-5 26 0,-3-1 50 15,-2-3-2-15,0 1-30 0,-4 0-1 0,-6 7-9 16,-3 1 168-16,-3 6-75 0,0 2-26 0,-3 5 320 0,-1 3-155 16,-2 5-90-16,2 1-17 15,0 0 201-15,3 3-161 0,2 9-117 0,3-1 0 16,3 2 0-16,2 2 0 0,5-1 0 16,0 4 0-16,2-3 0 0,0 0 0 15,2 1 0-15,5-4-144 0,4-1 59 0,5-2 42 0,-2-1-665 16,2-3 297-16,0-4 191 0,3-1 91 0,0 0 45 0,0 0-575 15,4-1 310-15</inkml:trace>
  <inkml:trace contextRef="#ctx0" brushRef="#br0" timeOffset="41192.25">25510 4695 2996 0,'6'-13'0'0,"1"3"0"0,1 2 0 0,-1-2 0 0,-1 2 0 0,2 2 0 0,-1 2 0 0,2 3 0 16,5 1 0-16,-1 5 0 0,-1 14 354 0,4 7-148 0,-4 3-88 0,1 5-40 0,1 9 101 15,-4-6-179-15,-4 5 0 0,-3-7 0 0,-1 12 0 16,-2-7 0-16,-5 0 0 0,-8 1 0 0,-4-3 0 0,1-5 0 16,-4 2 0-1,1-7 0-15,-4-1 0 0,3-6 0 0,1-9 0 0,-2 0 0 0,-1 0 0 16,1-7 0-16,-1-1-321 0,3-4 103 16,2 0-252-16,1 0 206 0,5 0 117 0,4-2-612 15,0-5 360-15,7-7 181 0</inkml:trace>
  <inkml:trace contextRef="#ctx1" brushRef="#br0">31852 8576 0,'0'0'16</inkml:trace>
  <inkml:trace contextRef="#ctx0" brushRef="#br0" timeOffset="48759.65">26078 4974 407 0,'0'-20'153'0,"-2"5"-77"0,0 2-38 15</inkml:trace>
  <inkml:trace contextRef="#ctx0" brushRef="#br0" timeOffset="49008.28">26062 4877 2045 0,'0'-17'0'0,"0"0"0"0,0 2 0 0,0-2 0 0,0 4 0 0,0 3 0 0,-2-1 0 0,2 4 0 0,-2 1 0 0,-1 1 0 0,-4 3 40 0,-1 0 1 0,-4 2-18 16,-2 0-10-16,-3 2 28 0,-5 11-1 15,4-1 44-15,1 2-43 0,1 3 9 0,2 1-9 16,5-4 36-16,3-1 1 0,5 2-38 0,1-2 56 16,0 0-17-16,12 0-11 0,9 1-28 0,3-1-44 15,0 0 44-15,1-2 1 0,-6 0-76 0,-2 2 33 16,-2 4 0-16,-4-1 43 0,-5 1-114 0,-5-1 46 16,-1 4 23-16,-3 2-6 0,-15-3 36 0,-3 6-8 0,-6-5 1 31,-6 2 124-31,2-4-62 0,-2-2-33 0,-3-1 2 0,2-4-83 0,4-3 10 0,5-5 47 15,2-3-324-15,8 0 153 0,3 0 77 0,8-7 39 16,4-12-581-16,1-3 287 0,23-7 128 0,11-4 83 16,3-1-495-16</inkml:trace>
  <inkml:trace contextRef="#ctx0" brushRef="#br0" timeOffset="49154.18">26118 4937 2227 0,'10'6'0'0,"-2"7"0"0,-3-6 0 0,-3 3 0 0,0 2 0 0,-2 2 0 0,0 1 0 0,0-1 0 0,0 0 0 0,0-1 0 0,0 2 148 0,0-1-58 16,0-1-1-16,0-2-88 0,0-1 0 0,0-1 40 16,0-4-431-16,0-1 210 0,0-1 111 0,0-3 54 15,2 0-538-15,2-3 285 0,-3-8 53 0,3-6 103 16,-2-9-306-16</inkml:trace>
  <inkml:trace contextRef="#ctx0" brushRef="#br0" timeOffset="49765.9">26271 4574 1952 0,'7'-24'0'0,"-2"9"0"0,2 4 0 0,-3 4 0 0,-2 4 0 0,3 3 0 0,-1 3 0 0,-3 19 0 0,1 2 0 0,0 6 0 0,-2 2 129 0,0 13 63 0,0-1-77 15,0 2-36-15,-2-4 9 0,-7 8 48 0,4-9-48 16,1-2 1-16,-3-4-49 0,4 1-38 0,-1-11 9 16,3-1 30-16,1-3-99 0,0-10 49 0,0-2 1 15,0-3 48-15,1-5-174 0,11-1 81 0,6-9 2 16,5-9-94-16,0-7 59 0,1-1 41 0,0-1-7 15,1 2-45-15,-2-2 23 0,-3 2 0 0,-3 9 12 16,-2-2-13-16,-6 9 14 0,-2 4 23 16,-2 1 227-16,-2 2-109 0,-1 2-52 15,0 6-29-15,-2 10 337 0,0 9-168 0,-2-4-65 16,-3 4 261-16,0-2-157 0,2 0-82 0,2 2-33 16,-2-5-6-16,3-4-45 0,0-1-1 0,0-1 1 15,6-7-155-15,5-2 88 0,5-5 28 0,6 0-262 16,0-1 151-16,3-14 75 0,-2-1 37 0,2-4-311 15,-3-1 152-15,2 2 17 0,-5-2-33 0,-5 2 62 16,2 2 34-16,-7 0-10 16,-2 8 176-16,-1-1-65 0,-3 4-34 0,-2 4 1 15,1 1 131-15,-2 1-93 0,0 0-30 0,0 11 261 16,0 10-134-16,-2-1-33 0,1 4-44 0,1-1 334 16,-3 7-177-16,3-3-83 0,0-1-2 0,0-5-40 15,10 4-47-15,1-7-35 0,4-1 0 0,0-5 0 16,4-1 0-16,-1-8 0 0,2-3 0 0,4 0 0 15,-1 0 0-15,-1-8 0 0,-1-5-55 0,1-4-34 16,-5 3 63-16,2-9-258 16,-5 1 136-16,0-5 35 0,-3-3 45 0,-3-3-142 15,-3-6 74-15,-2-5 52 0,-3-4-55 0,0-2 49 16,0-11 0-16,-14 4 49 0,3 7-107 0,-8 4 59 16,2 13-1-16,-7 2 49 0,-1 11 62 0,-3 5-31 15,3 10-10-15,-5 3 295 0,4 2-158 0,2 5-79 16,4 3-39-16,4 10 472 0,1 1-191 0,4 1-133 15,3 7 146-15,4-5-127 0,4 4-62 0,0-1-44 16,0-3-60-16,10 6 0 16,7-5 0-16,0-3 0 0,3-3 0 0,3-3 0 15,-2-4 0-15,5-1 0 0</inkml:trace>
  <inkml:trace contextRef="#ctx0" brushRef="#br0" timeOffset="49800.99">27002 4837 407 0,'22'0'0'0,"5"0"0"0</inkml:trace>
  <inkml:trace contextRef="#ctx0" brushRef="#br0" timeOffset="49978.71">27199 4821 2699 0,'-2'0'0'0,"2"0"0"0,0 0 0 0,0 0 0 0,17 0 0 0,11 0 0 0,4 0 0 0,9-3 0 0,0 2 0 0,3 0 0 0,3-2 159 0,-2 1-59 15,-8 1-20-15,4 1-10 0,-3 0-337 0,-2 0 153 16,-7 0 78-16,-8 0 37 0,0 0-513 15,-4 0 268-15,-5 0 137 0,-4 0-586 0,-4 0 310 0</inkml:trace>
  <inkml:trace contextRef="#ctx0" brushRef="#br0" timeOffset="50153.23">27622 4452 2037 0,'-14'-16'0'0,"3"4"0"0,1 6 0 0,1 5 0 0,1 0 0 0,3 1 0 15,0 0 0-15,0 15 0 0,2 8 0 0,1 11 0 0,2 8 103 0,-1 4 552 0,-4 6-308 16,3 4-153-16,-1 2-67 0,-4 0 341 0,4-2-468 16,-2 0 0-16,0 2 0 0,-2-3 0 0,2-1 0 15,0 1 0-15,0-3-131 0,0 2-177 0,0-6 174 16,0-10-828-16</inkml:trace>
  <inkml:trace contextRef="#ctx0" brushRef="#br0" timeOffset="50694.88">28078 4569 3206 0,'9'20'0'0,"-2"5"0"0,2 5 0 0,-2 6 0 0,-2 9 0 0,-1-2 0 0,-3 2 0 0,2-2 0 0,-3 0 0 0,0-5 0 0,0 2 68 0,0 0-75 0,0-8 1 0,-4 1 46 16,0-10-1-16,-1 1-34 0,1-9-8 0,3-6 38 15,-1-2 39-15,-1-5-41 0,-1-2 0 0,2 0 246 0,0-7-144 16,2-14-135-16,0-3 0 16,0-4 0-16,8-2 0 0,6-2 0 0,-1-4 0 15,7 4 0-15,1-3 0 0,5-3 0 0,-3 11 0 16,0 0 0-16,3 0 0 0,-2 3 0 0,-4 5 0 16,0 4 0-16,-3 2 0 0,-1 3 0 0,-5 4 0 15,1 1 0-15,-3 3 0 0,0 0-115 0</inkml:trace>
  <inkml:trace contextRef="#ctx0" brushRef="#br0" timeOffset="50718.94">28425 4704 395 0,'4'7'0'0</inkml:trace>
  <inkml:trace contextRef="#ctx0" brushRef="#br0" timeOffset="50970.33">28680 4556 3404 0,'-12'0'0'0,"-6"8"0"0,1 10 0 0,-3 3 0 0,1 7 0 0,-2 5 0 0,1 9 0 0,3-2 0 0,6 0 0 0,3-3 0 0,1 2 73 0,5 1 235 0,0-3-162 0,2-3-146 15,0 0 0-15,2-4 0 16,3-4 0-16,5-4 0 0,3-2-93 0,2 0-64 0,0-6 99 0,2-7-604 15,1-1 334-15</inkml:trace>
  <inkml:trace contextRef="#ctx0" brushRef="#br0" timeOffset="51003.42">28745 5111 395 0,'26'-20'0'0</inkml:trace>
  <inkml:trace contextRef="#ctx0" brushRef="#br0" timeOffset="51053">28930 4727 395 0,'-5'-16'0'0</inkml:trace>
  <inkml:trace contextRef="#ctx0" brushRef="#br0" timeOffset="51137.75">28873 4697 2578 0,'-18'0'0'0,"3"5"0"0,3 10 0 0,4 3 0 0,-2 6 0 0,5-1 0 0,5 6 0 0,0-4 0 0,0 5 0 0,3-4 0 0,7-1 84 0,0-3 137 16,7-1-90-16,-5-7-36 0,7-1-25 0,-2-2 1 15</inkml:trace>
  <inkml:trace contextRef="#ctx0" brushRef="#br0" timeOffset="51305.7">28971 4625 3474 0,'-27'-9'0'0,"-1"6"0"0,8 0 0 0,-1 3 0 0,3 0 0 0,4 0 0 0,4 8 0 0,5 2 0 0,4 2 0 0,1 2 0 16,0 1 95-16,8 0-11 0,10 1-212 0,4-2 81 0,-2-3 40 0,3 0 1 16,0-5-590-1</inkml:trace>
  <inkml:trace contextRef="#ctx0" brushRef="#br0" timeOffset="51481.84">29339 4602 3931 0,'14'19'0'0,"0"8"0"0,0 9 0 16,-4 1 0-16,-2-1 0 0,1 12 0 0,-6-8 0 0,-1 1 0 0,-2 1 0 0,0-3 0 0,-9-4 0 0,-7 0 0 0,-3-2 0 0,-2 0 0 0,-1-5 0 15,-2-4 0-15,3-8 0 0,-4 4 0 16,5-12-43-16</inkml:trace>
  <inkml:trace contextRef="#ctx0" brushRef="#br0" timeOffset="52016.25">28853 4582 396 0</inkml:trace>
  <inkml:trace contextRef="#ctx0" brushRef="#br0" timeOffset="52183.95">28940 4534 3341 0,'18'7'0'0,"5"6"0"0,-4 2 0 0,-1 3 0 0,2 8 0 0,-5-1 0 0,-2 4 0 0,-3 1 0 0,-4 2 0 0,-5-1 0 0,-1 0 103 0,0-1-22 0,-2 1-10 16,-15-2 32-16,-4-1-32 0,-5-5 0 0,-3 2-32 15,-1-3-25-15,2-3 23 0,-2-3-37 0,0-5 0 16,3-1 0-16,4-5 0 0,0-3 0 0,4-2-146 16,4 0 1-16,6 0 85 0,3 0-581 0,3-7 306 15</inkml:trace>
  <inkml:trace contextRef="#ctx0" brushRef="#br0" timeOffset="52601.18">29582 4185 241 0,'0'0'0'0,"0"-3"0"0,-2 1 0 0,2-2 0 0,-4 1 0 0,1-1 0 0,1-1 0 0,-3 4 0 0,3-2 0 0,-3-1 0 0</inkml:trace>
  <inkml:trace contextRef="#ctx0" brushRef="#br0" timeOffset="52839.01">29481 4145 3044 0,'0'0'0'0,"0"0"0"0,0 0 0 0,0 0 0 0,0 0 0 0,13 0 0 0,4 0 0 0,8 0 0 0,5 0 0 0,12 0 0 0,6 0 371 0,3-2-156 0,16 0-93 15,2 0-41-15,6 0 17 0,16-1-98 16,-3-1 0-16,-3-1 0 0,25 2 0 0,-12-1 0 16,-1 3 0-16,-2-2 0 0,-2 2 0 0,-6 1 0 15,18 0 0-15,-10 0 0 0,-3 0 0 0,1 0 0 16,-5 0 0-16,-17 0-239 0,5 0 113 0,-10 0-5 16,-13 0-261-16,-4 0 176 0,-14 0 89 0,-12 0 34 15,-10 0-106-15,-4 0 80 0,-9 0 39 0,-9 0-295 16,-21 0 167-16,-3 0 75 0,-17 0 52 0</inkml:trace>
  <inkml:trace contextRef="#ctx0" brushRef="#br0" timeOffset="53074.51">29832 4816 390 0,'2'-14'0'0,"1"3"0"0,2-5-39 16</inkml:trace>
  <inkml:trace contextRef="#ctx0" brushRef="#br0" timeOffset="54093.51">29891 4648 2539 0,'5'-17'0'0,"-4"4"0"0,1 1 0 0,-2 1 0 0,0 3 0 0,0 3 0 0,-11 3 0 0,-4 2 0 0,-7 0 0 0,-5 11 0 0,2 8 183 0,-10 9-72 0,5 4-36 16,5-2 290-16,-7 14-168 0,11-7-79 0,1 3-39 16,10-9 185-16,2 8-264 0,4-8 0 0,4-1 0 15,0-2 0-15,5-5 0 0,11-4 0 16,5-3 0-16,-3-5 0 0,11-3 0 15,2-6 0-15,2-2 0 0,-1 0 0 0,1-11 0 16,-1-6 0-16,0-1 0 0,-2-6 0 0,-4 2 0 16,0-2-261-16,-7-1 79 0,-7 6 35 0,3-1 59 15,-6 3 74-15,-6 4 0 0,0 1-25 0,-3 6 248 16,0 0-133-16,0 4-53 0,0 0-31 0,-8 2 262 16,-3 2-115-16,6 11-87 0,-6 3-52 0,10 3 0 15,-1 2 0-15,2-1 0 0,0 0 0 0,0 0 0 16,7-1 0-16,9-3 0 15,5 0 0-15,-2-6 0 0,6-6 0 0,0-3 0 16,7-1 0-16,-2 0 0 0,-2-1 0 0,0-9 0 16,-4-5 0-16,-3 3 0 0,2-8 0 0,-11 5 0 15,3-8 0-15,-5 0 0 0,-5 1 0 0,-3-1 0 16,-2-6 0-16,0 0 0 0,-3 3 0 0,-11 0 0 16,-6 3 0-16,-3 4 0 0,-5 2 0 0,-2 6 0 15,-2 6 0-15,2 3 0 0,0 2 0 0,1 0 0 16,8 0 0-16,-4 9 0 0,11 0 0 0,3-1 0 15,4 3 0-15,4-1 0 16,3 5 0-16,0-4 0 0,7 2 0 0,16-2 0 16,7-4 0-16,3-3 0 0,12-2 0 0,2-2 0 15,3 0 0-15,0-2-272 0,-2-5 77 0,-6-2 69 16,6-2-3-16,-11 2 45 0,-4-1 0 0,-8 2 45 16,-5 1 61-16,-8 0-41 0,-4 4 11 0,-3 1-31 15,-3 0 321-15,-2 1-161 0,0-1-80 16,-7 2 488-16,-5 0-529 0,-3 0 0 0,0 0 0 0,4 5 0 15,2 0 0-15,3 2 0 16,1 4 0-16,3 0 0 0,2 3 0 0,0-2 0 16,2 3 0-16,9 0 0 0,1 0 0 0,3 3 0 15,0-3 0-15,0 1 0 0,-3-1 0 0,-1-2 0 16,-1 1 0-16,-3-1 0 0,-3-2 0 0,-3-1 0 16,-1 1 0-16,0 0 0 0,-1-2 0 0,-13 1 0 15,-1-3 0-15,-2 0 0 0,1-1 0 0,-3-1 0 16,1-1 0-16,8-4 0 0,-3 0 0 0,3 0 0 15,5 0 0-15,1 0 0 0,3 0 0 0,1 0 0 16,0-4 0-16,6-7 0 16,13 1 0-16,6-4 0 0,3-1 0 0,0-1-14 15,4 1-139-15,-2-3 57 0,0 1-176 0,0 1 121 16,-3 2 56-16,-8 2 28 0,0-2 4 0,-1 5 24 16,-9 2-10-16,-3 3 238 0,-4 3-114 0,3-2-57 15,-2 1-29-15,-3 2 430 0,0 0-203 0,-10 13-123 16,-3 6-93-16,4-2 0 0,1 4 0 15,2 1 0-15,2 0 0 0,3 1 0 16,1-3 0-16,0 2 0 0,6-6 0 0,12 2 0 16,1-8 0-16,11-1 0 0,0-3 0 0,0-6 0 15,3 0 0-15,1 0 0 0,-3 0 0 0,1-7 0 16,-4-4 0-16,-3-5 0 0,0 1 0 0,-5-4 0 16,-5 1 0-16,3-10 0 0,-8 2 0 0,-1-6 0 15,-3-3 0-15,-4-8 0 0,-2 8 0 0,0-11 0 16,-8 15 0-16,-1-3 0 0,-9 6 0 0,0 3 0 15,-4 9 0-15,-3-3 0 16,-3 8 0-16,-2 5 0 0,-2 3 0 0,3 1 0 16,8 2 0-16,1 0 0 0,3 3 0 0,4 9 0 15,3 1 0-15,3 1 0 0,6 3 0 0,1 1 0 16,0-2 0-16,1 3 0 0,13 1 0 0,4-2 0 16,4-3 0-16,3-1 0 0,7-2 0 0,-1-3 0 15,1-1 0-15,3-2 0 0,1-4 0 16,-1 0 0-16,-3 0 0 0,1-2 0 0,-3 0 0 0,0 0 0 15</inkml:trace>
  <inkml:trace contextRef="#ctx0" brushRef="#br0" timeOffset="54372.33">31431 4547 1984 0,'5'-12'0'0,"2"2"0"0,3 3 0 0,-2 1 0 0,-1 1 0 0,2 1 0 0,-1 3 0 0,0 1 0 0,2 0 0 0,-3 1 0 0,1 13 761 0,0 3-361 16,-1 5-180-16,0 4-91 0,0 2 308 0,-4 4-437 16,3 2 0-16,-2 0 0 0,-1 2 0 0,2 0 0 15,-5 3 0-15,2-4 0 0,-2 2 0 16,0 0 0-16,0-3 0 0,-9 4 0 0,-2-5 0 0,-6 0 0 16,-3 3 0-16,-5-4 0 0,0 0 0 15,-7-3 0-15,4-5 0 0,-2 2 0 0,0-3 0 0,-2-5 0 16,2-3 0-16,4-6 0 15,-1 0 0-15,9-6 0 0,0-3 0 0,3 0-162 16,6 0-699-16,-2-2 410 0,4-9 205 0,7-4 93 16,0-10-282-16</inkml:trace>
  <inkml:trace contextRef="#ctx0" brushRef="#br0" timeOffset="54858.83">31728 4426 1692 0,'0'0'0'0,"0"-3"0"0,2 1 0 0,-2-2 0 0,0-2 0 0,3 1 0 0,-3 1 0 0,2 0 0 0,6-2 0 0,2 0 0 0,2 5 454 0,4 0-208 0,4-2-95 0,-1 3-61 16,4 0 243-16,-2 0-148 0,6 4-73 0,-10 6-38 15,-1 1 176-15,-2 4-112 0,-6 1-49 0,-1 1-23 16,-6 4-15-16,-1 1-51 15,0-2 0-15,-16 2 0 0,-5-1 0 0,-3-5 0 16,-1-1 0-16,-3-1 0 0,4-6 0 0,-6 0 0 16,9-4 0-16,2 0 0 0,1-4 0 0,10 0 0 15,1 0 0-15,-1 0 0 0,6 0 0 0,2 0 0 16,0 0 0-16,6 0 0 0,15 0 0 0,5 0 0 16,6 0 0-16,5 0 0 0,6 0 0 15,-8 0 0-15,7 0 0 0,4 0 0 0,-9 0 0 0,1 2 0 16,-1-1 0-16,-7 3 0 0,0-2-595 15,2 2 75-15,-6-2 241 0,-1 0-683 16,-5-2 463-16,-3 0 230 0</inkml:trace>
  <inkml:trace contextRef="#ctx0" brushRef="#br0" timeOffset="55772.2">32604 4117 2492 0,'-2'-12'0'16,"2"6"0"-16,0 3 0 0,0-1 0 0,-1 2 0 0,1 0 0 0,0 1 0 0,-3-2 0 0,3 3 0 0,-2 0 0 0,0 9 85 0,1 7 276 0,-1 0-152 0,2 9-90 16,-2-2-41-16,2 4 239 0,-3 4-139 0,3 2-86 15,-5 3-92-15,1 10 0 0,-2-4 0 16,-6 7 0-16,2 1 0 0,0 0 0 0,-3 4 0 15,1 1 0-15,1 1 0 0,1 1 0 0,3-5 0 16,0 3 0-16,1-12 0 0,4 11 0 0,-3-4 0 16,3-8 0-16,1-6 0 0,-1-2 0 0,2-10 0 15,0 1 0-15,0-8 0 0,0-6 0 0,0-3 0 16,0-5 0-16,0-3 0 0,0 0 0 0,-2 0 0 16,-1 0 0-16,-2-8 0 0,-3-5 0 0,3-4 0 15,-5-3 0-15,1-1 0 0,-2-5 0 0,1-3 0 16,-1-1 0-16,-2 1 0 15,5 1 0-15,-10 0 0 0,1 5 0 0,-1 4 0 16,-7 4 0-16,-1 5 0 0,-2 4 0 0,0 3 0 16,0 1 0-16,-1 2 0 0,5 0 0 0,4 12 0 15,-1 4 0-15,3 2 0 0,6 2 0 0,1-2 0 16,6 4 0-16,3 3 0 0,2 0 0 0,0 0 0 16,7-1 0-16,10-1 0 0,2-1 0 0,-2-5 0 15,10 1 0-15,-1-3 0 16,1-1 0-16,1-4 0 0,-1-3 0 0,-2-3 0 0,5-2 0 15,-3-2 0-15,1 0 0 0,-1 0 0 16,1-2-36-16,0-9-419 0,4-2 208 0,-2-7 105 16,3-4 51-16,-1-2-468 0,-2-1 250 0,5-10 140 15,-2 2-215-15,-1-4 173 0,-4 2 86 0,0-3 43 16,-6 9 25-16,-2-5 18 0,-3 4 1 0,-7 1-1 16,-1 6 301-16,-5 4-150 0,-1-1-85 0,-3 7 210 15,0 1-137-15,0 5-70 0,0 3-8 16,-1 0 621-16,-9 5-261 0,3 1-177 15,-3 0 207-15,1 7-186 0,-3 12-95 0,1 6-45 16,0 1 22-16,4 5-108 0,2 3 0 0,0 1 0 16,3 2 0-16,2 0 0 0,0 1 0 0,0-3 0 15,5 0 0-15,9-4 0 0,4 0 0 0,2-5 0 16,-3-5 0-16,8 0 0 0,1-7 0 0,-6-3 0 16,9-3 0-16,-4-7 0 0,-2-1 0 15,2 0 0-15,-4 0 0 0,0-7 0 0,-5-8 0 0,-1-3 0 16,0-1 0-16,-5-8 0 0,-3 0 0 15,-2-6 0-15,-2-5 0 0,0-4 0 16,-1 2 0-16,-2-13 0 0,-2 7 0 0,-12-4 0 16,-5 6 0-16,-1 2 0 0,-3 12 0 0,2 0 0 15,-5 8 0-15,1 4 0 0,7 7 0 0,-2 4 0 16,-2 3 0-16,14 3 0 0,-2 1 0 0,-5 0 0 16,10 12 0-16,-1 3 0 0,2 5 0 15,4 0 0-15,0 8 0 0,0-3 0 0,5 3 0 0,8-2 0 16,-1-2 0-16,11 4 0 15,-3-5 0-15,4-2 0 0,1-1 0 0,0-6 0 16,-4-3 0-16,4 0 0 0,5-1 0 0,-10-6 0 16,4 1 0-16,-5-1 0 0,3-4 0 0,-12 1 0 15,-3-1-32-15,1 0-691 0,1 0 342 0</inkml:trace>
  <inkml:trace contextRef="#ctx0" brushRef="#br0" timeOffset="59940.6">13573 8796 1723 0,'-10'-7'0'0,"3"-1"0"0,-1 3 0 0,1-1 0 0,-3-1 0 0,1-2 0 0,-2 4 0 0,4 1 0 0,0 3 0 0,2-3 0 16,-1 3 188-16,3-1-72 0,1-1 201 0,0 3-126 0,0 0-79 0,2 0-35 15,0 0 109-15,0 0-72 0,0 0-35 0,0 0 178 16,0 0-112-16,0 0-51 0,0 0-1 15,0 0 45-15,0-2-48 0,0 2-79 0,0 0-11 16,2 0 0-16,2 0 0 0,-3 0 0 0,1 0 0 16,0 0 0-16,-2 0 0 0,2 0 0 0,0 0 0 15,-2 0 0-15,0 0 0 0,0 0 0 16,0 0 0-16,0 0 0 0,0 0 0 0,0 0 0 0,0 0 0 16,2 0 0-16,-1 0 0 15,3 0 0-15,0 0 0 0,2 0 0 0,0 0 0 16,1 0 0-16,-2 0 0 0,4 5 0 0,-4-5 0 15,0 2 0-15,3-1 0 0,-1 1 0 0,1 0 0 16,1-1 0-16,0-1 0 0,0 2 0 0,2-2 0 16,-1 0 0-16,4 0 0 0,-1 0 0 0,-2 0 0 15,4 0 0-15,-2 0 0 0,3 0 0 0,-2 0 0 16,4 0 0-16,-6 0 0 0,4 0 0 16,-2 0 0-16,2 0 0 0,-2 0 0 0,2 0 0 15,-2 0 0-15,4 0 0 0,-4 0 0 16,6 0 0-16,-4 0 0 0,1 0 0 0,0 0 0 15,0 0 0-15,2 0 0 0,-3 0 0 0,4 2 0 16,-2 2 0-16,-1 0 0 0,1-1 0 0,0 0 0 16,-1 0 0-16,1-1 0 0,1 0 0 0,2 0 0 15,-2 0 0-15,2 0 0 0,0-2 0 0,4 0 0 16,-6 0 0-16,8 0 0 0,-6 0 0 16,0 0 0-16,2 0 0 0,0 0 0 0,-1 0 0 15,-1 0 0-15,2 1 0 0,-1 1 0 16,2 2 0-16,-3-2 0 0,5 0 0 0,-1 0 0 15,-1-1 0-15,-1-1 0 0,8 3 0 0,-4-3 0 16,3 0 0-16,0 0 0 0,0 0 0 0,2 0 0 16,0 0 0-16,2 0 0 0,-2 0 0 0,1 0 0 15,1 0 0-15,-2 0 0 0,3 0 0 16,-2 0 0-16,1 1 0 0,-2 1 0 0,0 0 0 0,1 0 0 16,-1 0 0-16,2 2 0 0,-2-3 0 15,2 3 0-15,-1-4 0 0,3 2 0 0,-1 0 0 0,0-2 0 16,1 2 0-16,-3-2 0 15,1 0 0-15,2 0 0 0,-3 0 0 0,3 2 0 16,2-2 0-16,-2 0 0 0,-1 0 0 0,-1 2 0 16,3-2 0-16,-1 1 0 0,6 2 0 0,-8-2 0 15,10 1 0-15,-6 0 0 0,11 0 0 0,-2-2 0 16,1 0 0-16,3 0 0 0,11 0 0 0,-10 0 0 16,3 0 0-16,2 0 0 0,8 0 0 0,-7-2 0 15,4 0 0-15,-3-1 0 16,13-5 0-16,-7 2 0 0,7 2 0 0,-4-3 0 15,1 1 0-15,-7 2 0 0,14-1 0 0,-5-1 0 16,1 3 0-16,-1-3 0 0,6 0 0 0,-1 2 0 16,-2-2 0-16,-2 1 0 0,1 0 0 0,0 1 0 15,3-2 0-15,2 3 0 0,14 1 0 0,-16-2 0 16,4 0 0-16,-1-2 0 0,1 3 0 0,-2-1 0 16,-1 0 0-16,0 0 0 0,4 3 0 15,-4-1 0-15,-10 0 0 0,14 0 0 16,-8-2 0-16,-1 2 0 0,-3 0 0 0,1 2 0 15,3-2 0-15,-2 1 0 0,1 1 0 0,-5-2 0 16,1 0 0-16,0 0 0 0,-4 0 0 0,12 0 0 16,-2 1 0-16,6-1 0 0,-1-2 0 0,1 0 0 15,0 1 0-15,1-1 0 0,1-2 0 0,1 2 0 16,13-3 0-16,-8 1 0 0,-10 0 0 0,3 2 0 16,1-1 0-16,-4-1 0 0,-2 0 0 0,0 1 0 15,5-1 0-15,-3 1 0 16,-2-1 0-16,-1 1 0 0,3-1 0 0,1 2 0 15,-1-1 0-15,14-1 0 0,-7 2 0 0,-12-1 0 16,6 1 0-16,0 0 0 0,-4-2 0 0,2 2 0 16,-3 1 0-16,2-3 0 0,2 3 0 0,-4-1 0 15,-8 1 0-15,13 0 0 0,-10-1 0 16,3 0 0-16,-2 2 0 0,3-1 0 0,1-1 0 16,2 2 0-16,-3-1 0 0,-1-1 0 15,-1 2 0-15,-2-1 0 0,-10-2 0 0,10 4 0 16,-7-3 0-16,-9 2 0 0,3 0 0 0,-6 1 0 15,-8-2 0-15,-1 2 0 0,-5 1 0 0,-6 0 0 16,-6 0 0-16,-1 0 0 0,-6 0 0 0,-4 0 0 16,-4 0 0-16,-1 0 0 0,-5 0 0 0,0 0 0 15,-1 0 0-15,-2 0 0 0,0-3 0 0,0 3 0 16,0-1 0-16,0-5 0 0,-10-2 0 0,-6 2 0 16,-7-3 0-16,-13 4 0 0,-9 3 0 0,-21 2 0 15,-24 11 0-15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3:58:52.42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14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3T14:04:47.037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1276 6110 1846 0,'-7'0'6'0,"0"0"-1"0,-1 0-2 0,2 0-1 0,2 0 0 0,1 0-1 0,1 0-1 0,0 0 0 0,-1 0 0 0,3 0 0 0,0 0 133 0,0 0-47 0,0 0-25 16,0 0 1-16,0 0-24 0,0 0 234 0,0 0-122 0,0 0 173 15,0 0-142-15,0 0-72 0,5 0 190 16,0 0-121-16,-1 0-75 16,3 0-33-16,2 0-69 0,-2 0-1 0,-1 0 0 0,2 0 0 15,1 0 0-15,-2 0 0 0,-1 0 0 0,4 0 0 16,0 0 0-16,0 0 0 0,7 0 0 0,-5 0 0 15,6 0 0-15,-3-1 0 0,5-1 0 16,-1 0 0-16,2 0 0 0,-1-1 0 0,3 0 0 16,0 2 0-16,1-3 0 0,-3 2 0 0,1 1 0 15,0-2 0-15,1 2 0 0,0 1 0 16,-1 0 0-16,3 0 0 0,2 0 0 0,-3 0 0 16,3-2 0-16,0 2 0 0,3-2 0 15,-2 0 0-15,0 0 0 0,2 0 0 0,2-2 0 0,1 1 0 0,-1 0 0 0,3-2 0 16,0 1 0-1,0 0 0-15,2 1 0 0,-4 1 0 0,3 0 0 16,-1 0 0-16,9 0 0 0,-6 0 0 0,-3 2 0 16,10 0 0-16,-10 0 0 0,13 0 0 0,-6 0 0 15,3 0 0-15,0-1 0 0,-2-5 0 0,2 4 0 16,7-4 0-16,-5 2 0 0,0-2 0 0,1 0 0 0,0 0 0 16,-7 3 0-16,9 0 0 15,-10 2 0-15,-5-1 0 0,6 0 0 0,-2 2 0 0,-2 0 0 16,0 0 0-16,1 0 0 0,7 0 0 15,-12 0 0-15,11 0 0 0,-5 0 0 0,8 0 0 16,1 0 0-16,1-2 0 0,1-2 0 0,0 0 0 16,-4 1 0-16,9-4 0 0,-5 6 0 0,-1-1 0 15,-3 0 0-15,2 1 0 16,-4 1 0-16,9 0 0 0,-2 0 0 0,0 0 0 16,-1 0 0-16,3 0 0 0,-4 1 0 0,4 1 0 0,0 1 0 15,0-1 0-15,-4-2 0 0,4 2 0 0,2-2 0 16,9 0 0-16,-13 0 0 0,6 0 0 15,-1 0 0-15,-1 0 0 0,-2 0 0 0,-1-2 0 16,-2 0 0-16,-2 1 0 0,-3 1 0 0,0 0 0 16,-3 0 0-16,6 0 0 0,-3 0 0 0,-3 0 0 15,1 0 0-15,-9 0 0 0,5 0 0 0,-1 0 0 16,-1 0 0-16,-3 0 0 16,2 0 0-16,-1-2 0 0,-4 0 0 0,-1 1 0 0,-1-1 0 0,-4-1 0 15,-1 3 0-15,-3-1 0 16,2-1 0-16,-3 2 0 0,-1-2 0 15,0 2 0-15,-4-2 0 0,-2 2 0 16,3-3 0-16,-8 3 0 0,2-1 0 0,-1 1 0 0,-3-1 0 16,-1 1 0-16,-1-2 0 0,2 2 0 0,-6-3 0 0,2 3 0 15,-2-1 0-15,0 1 0 0,0-2 0 16,0-4 0-16,0 0-160 0,0 1-27 0,-6 0-941 16,0-5 536-16,1 0 281 15,-2-3 137-15</inkml:trace>
  <inkml:trace contextRef="#ctx0" brushRef="#br0" timeOffset="228.12">5991 5638 2988 0,'0'3'0'0,"0"5"0"0,0-3 0 0,0 1 0 0,3 2 0 0,9 1 0 15,2 0 0-15,7 3 0 0,-1-1 0 0,5 3 0 0,3 2 268 0,-2 0-115 0,4 0 69 0,0 1-92 0,1-2-36 16,-1 2-18-16,0-1-76 0,-5 0 0 15,-2-1 0-15,-8-3 0 0,2 4 0 0,-6-1 0 16,-5 0 0-16,-3 3 0 0,-3 4 0 0,-10-2 0 16,-10 4 0-16,-9 5 0 0,-4-2 0 0,-3-2 0 15,-6 5 0-15,0-2 0 0,-11 5 0 0,-11 0-369 16,-2 3-123-16,-4 2 198 0</inkml:trace>
  <inkml:trace contextRef="#ctx0" brushRef="#br0" timeOffset="2606.21">3384 3564 2001 0,'-3'-3'0'0,"3"-1"0"0,0 0 0 15,0 2 0-15,0 0 0 0,0 2 0 0,0 0 0 0,0 0 0 0,0 0 0 0,0 0 0 0,0 0 96 0,0 8 168 0,0 2-113 0,0 0-57 0,3 1 192 16,-1 4-129-16,-1 0-59 0,-1 2-31 16,0 1 85-16,2 2-57 0,-2 3-19 15,2 0-9-15,-2 3 145 0,0 0-97 0,2-1-115 16,-2 6 0-16,0-3 0 0,0 2 0 0,0 2 0 15,0 3 0-15,0 0 0 0,0 1 0 0,0 1 0 16,0 6 0-16,0-3 0 0,0 1 0 0,0 0 0 16,0 1 0-16,0-4 0 0,0 9 0 0,0-4 0 0,0-1 0 15,0 2 0-15,0 0 0 0,0-5 0 16,0 11 0-16,0-3 0 0,0-1 0 0,0 2 0 16,0-3 0-16,0-4 0 0,0 11 0 15,0-4 0-15,0-2 0 16,0 2 0-16,0-4 0 0,0 0 0 0,0 8 0 0,-2-2 0 0,0-2 0 0,2 3 0 15,-2-4 0-15,2-4 0 0,0 10 0 16,0-9 0-16,0 4 0 0,0-3 0 16,0-2 0-16,0-4 0 15,0 9 0-15,0-6 0 0,0 3 0 0,0 1 0 0,0-8 0 0,-1 14 0 0,-1-7 0 16,-1 0 0-16,3-2 0 16,-2 1 0-16,2-6 0 0,-3 8 0 0,3-11 0 15,-2 11 0-15,2-12 0 0,0 4 0 0,0 2 0 16,0-2 0-16,0 2 0 0,0-3 0 0,-3 0 0 15,3 7 0-15,0-9 0 0,-2 11 0 0,2-7 0 16,-1 4 0-16,-1-1 0 0,0 0 0 0,1-5 0 16,-1 11 0-16,0-4 0 0,0 0 0 0,2 1 0 15,-1-1 0-15,1-3 0 0,0 11 0 16,0-7 0-16,0 0 0 0,0 1 0 0,0-5 0 16,0-3 0-16,0 10 0 0,0-5 0 15,0 0 0-15,0-1 0 0,0-1 0 0,0-3 0 16,0 9 0-16,0-4 0 0,0 2 0 15,0 0 0-15,0-2 0 0,0-3 0 0,0 8 0 0,0 0 0 16,0 0 0-16,0 1 0 0,0-1 0 0,0-6 0 16,0 9 0-16,0-6 0 0,-2-1-412 0,2-13 46 15,-3 1 165-15,3-7-539 0,0-1 356 16,-2-7 174-16,-1-10 87 0,-4-1-194 16</inkml:trace>
  <inkml:trace contextRef="#ctx0" brushRef="#br0" timeOffset="2940.6">3398 3498 2131 0,'-9'-11'0'0,"1"8"0"0,3 1 0 0,0 2 0 0,0 0 0 0,-2 0 0 0,-1 0 0 0,-4 2 0 0,2 7 0 0,-5 5 0 0,-1 10 185 0,-3 2-56 0,-3 8-46 16,1-1 1-16,-2 5-240 15,2 1 97-15,0-5 58 0,-4 10 15 0,4-5-418 0,2-2 218 16,3-7 107-16,4 1 55 0,5-9-339 16,-1-3 124-16,6-10 111 0</inkml:trace>
  <inkml:trace contextRef="#ctx0" brushRef="#br0" timeOffset="3081.25">3354 3540 3112 0,'12'-8'0'16,"3"7"0"-16,-2 1 0 0,2 0 0 0,-3 0 0 0,0 9 0 0,9 7 0 0,2 2 0 0,6 2 0 0,2 7 0 0,-1-2 280 0,0 4-111 0,9 9-70 0,-6-2-715 0,-1 0 328 0,1 4 163 15,-6 1 81-15</inkml:trace>
  <inkml:trace contextRef="#ctx0" brushRef="#br0" timeOffset="5178.96">1354 3987 417 0,'1'-8'0'0,"1"-1"0"0,0 1 0 0,1-1 0 0,-1 2 0 0,0-1 0 0,-1 2 0 0,1-1 0 0,-2 1 0 0,0 3 0 0,0-2 114 15,0 1-42-15,0 2 0 0,0-1 32 0,0 1-31 16,0 0-1-16,0 0 59 0,0 2-50 0,0 0 0 16,0 0-41-16,0 0 27 0,0 0 0 0,-2 0-17 15,1 0-10-15,-1 0 11 0,0 0-10 0,0 2-1 16,1 5 0-16,-1-1 2 0,0-1-1 16,1 0 9-16,-1 3-10 0,0-1 1 15,2 3-1-15,-3-3-25 0,1 1-9 0,2 1 34 16,0 2 0-16,0 0-8 0,0-1 3 0,0 1 9 15,0 3-7-15,0-5-44 0,0 4 0 0,-3 0 41 0,3 0-5 16,-3 2 12-16,3-2-10 0,-2 3-5 16,2 0-18-16,-1 2 13 0,1-2 6 0,0 0 17 15,0 2-17-15,0-2-1 0,0 1 0 0,0 1-38 16,0-2 37-16,1 1 9 0,4 1-8 0,-2-2-38 16,4 3 36-16,-4-2 0 15,1 1 6-15,1 2-59 0,-2-4 50 0,2 4-25 16,0-4 24-16,0 1-6 0,0 0 9 0,-2 0-5 15,4-1-1-15,-2 2-6 0,0 0 5 0,2-1 2 16,-2 0 1-16,0 1-3 0,0-2-1 0,3 1-3 16,-1 0 4-16,-2 0-1 0,3-1 4 0,-4 1-24 15,5 1 20-15,-4 1 0 16,2-3-13-16,0 3 12 0,1-2 5 0,-2 2-15 0,1-3 9 16,2 1 0-16,0 2 0 0,0-2 0 15,1 1 3-15,0-3-7 0,0 5 3 0,2-4-10 16,-1 0 10-16,1 2 0 0,0-1 3 0,1 1-17 15,0-4 13-15,2 3 5 0,-3-1-5 0,1-1 0 16,0 1 3-16,1-1-15 0,1 2 12 0,-2-2-2 16,4 2 1-16,-5-2-12 0,4 2 14 0,-4-3-3 15,4 4 0-15,-2-4-23 0,2 4 22 0,-2-6 0 16,2 3 3-16,-2 1-16 16,2-2 12-16,-2 0-14 0,4 1 14 0,-3 0-1 15,3-1 1-15,-3-2-1 0,2 1 0 0,0 2 0 16,-1-2-1-16,1 1 51 0,0-2-47 0,-4 2-2 15,3-1 0-15,0-1 44 0,2 0-42 0,2-1 4 16,-5 3 4-16,5-3-24 0,-3 1 18 0,-1-1-46 16,3-2 45-16,-1 2 1 0,0-1 3 0,1 1-13 15,-1 0 7-15,-1-1 1 0,1 1-5 0,0 0 9 16,-3-2-8-16,3 4 1 0,-3-3-6 0,2 0 33 16,-2-2-2-16,3 4-24 15,-2-2 5-15,0-3 19 0,3 2-16 0,-3-2-5 16,4 0-24-16,-3 0 25 0,2-2 6 0,2 1-44 15,-1 2-1-15,1-3 38 0,-2 1-4 0,2 1-25 16,-1 0 20-16,-1 0 4 0,0 1-12 0,0-1-15 16,-1 1 14-16,2-2 6 0,-1 2-10 0,-1-2 28 15,1 1-23-15,-1-1 2 0,3-2 50 16,0 1-47-16,2 1 1 0,-2-2-5 16,-1 0 6-16,-2 2-2 0,4-2 5 0,-5 1-30 0,3-2 26 15,-1 2-1-15,-5 0 2 0,4 1-12 16,-4-2 10-16,4 1 1 0,-3-2-3 0,0 1-9 15,2 2 7-15,-1-6 4 0,-1 2 40 0,4 0 0 16,0-2-37-16,0 0 50 0,-1 0 3 0,-1 0-48 16,3 0 6-16,-2 0-16 0,1 0 17 0,-1 0-4 15,-1 0 9-15,1 0-36 0,-3 0 34 16,1-2-2-16,0 0 4 0,2 2-62 0,0-4 23 0,-1 2 1 16,3 1-4-16,0-3 1 15,0-2 13-15,1-2-2 0,4 0 4 0,-3 0 4 16,3-1-6-16,-3-1 14 0,6-1-9 0,-6-1 1 15,5 3 0-15,-4-2-34 0,1-1 36 0,-2 6 0 16,-3-4-31-16,4 0 29 0,-2 2 1 0,-2 1 0 16,-1-1-2-16,1 1-4 0,0 0 4 0,0-1 42 15,-1-1-41-15,-1 0-2 0,3-2-1 0,-2 3 60 16,5-7-28-16,-1 3 4 16,0-1-30-16,1 0 51 0,2-2-47 0,0-2 12 15,0 2-11-15,-1-1-5 0,2-2 7 0,-4 3 9 0,2-2-34 16,-3 2 5-16,2-1 21 0,0 1-25 15,-8 1 23-15,10-2-4 0,-5 0 3 0,-3 3 51 16,4-4-1-16,1 0-48 0,-3 0 0 0,4-2 52 16,-2 1-48-16,-2 1 10 0,6-6-9 0,-5 3-40 15,0-1 42-15,1 2 6 0,-2 3-35 0,3-3 33 16,-3 2-3-16,3-1-4 0,-3 2 2 0,0-1-5 16,-3 3 7-16,5-5 14 0,-1 2-28 15,-2-1 0-15,1 0 0 0,2-1 0 16,-2-4 0-16,1 1 0 0,1-1 0 0,-1-1 0 15,3 0 0-15,-1-1-6 0,-3 0-14 0,2 1 25 16,0 0 2-16,0 1-34 0,-5 0 0 0,3 1 18 16,-4 4 8-16,4-5 25 0,-3 2-1 0,-3 4-30 15,1-1 4-15,2-3 44 0,-4 4-41 0,6-1 0 16,-3-4 0-16,1 2 0 0,1-3 0 16,2 0 0-16,-3 0 0 0,3-4 0 15,2 1 0-15,-6-2 0 0,5-2 0 0,-5 1 0 16,3 2 0-16,-4-2 0 0,2 3 0 15,-2-5 0-15,0 3 0 0,2 0 0 0,-3-1 0 0,-1 0 0 16,1-1 0-16,2 0 0 0,-1-2 0 16,2 5 0-16,-2-4 0 0,-1-1 0 0,2 0 0 15,0 4 0-15,-2 1 0 0,-2 1 0 0,1 4 0 0,-2 0 0 16,2 0 0-16,-4 6 0 0,-1-1 0 0,0 0 0 16,1 2 0-16,-3 5 0 15,0-5 0-15,-2 4 0 0,3 0 0 0,-3-1 0 16,2 1 0-16,0 0 0 0,1 0 0 0,-3 1 0 15,1 1 0-15,0-1 0 0,-1 0-381 0,2 1 98 16,-1 2 122-16,-3 1 62 0,2-1-764 0</inkml:trace>
  <inkml:trace contextRef="#ctx0" brushRef="#br0" timeOffset="5671.65">1207 3938 1817 0,'-8'-7'1'0,"4"5"1"0,3 0-1 0,-1 0 1 0,0 2-1 0,2 0 0 0,0 0 2 16,0 0-1-16,0 0-1 0,0 0-1 0,0 7 41 0,2 4 10 0,1 3-10 0,1 0-268 0,1 3 134 0,0 8 67 15,-3-4 43-15,1 9-271 0,0-4 139 0,-3 3 70 16</inkml:trace>
  <inkml:trace contextRef="#ctx0" brushRef="#br0" timeOffset="5828.63">1202 4484 2252 0,'0'4'0'16,"0"7"0"-16,0 0 0 0,0-2 0 0,0 2 0 0,2-2 0 0,1 2 0 0,-1 2 0 0,0 0 0 0,-2 6 0 0,7 0-172 0,-1 5 107 0,2-1 65 0,-1 7 16 0,0-1-739 16,-1 1 356-16,-4 0 178 0</inkml:trace>
  <inkml:trace contextRef="#ctx0" brushRef="#br0" timeOffset="5956.98">1257 5079 1641 0,'2'14'0'0,"1"3"0"0,-1-2 0 0,-2-4 0 0,0 2 0 0,0-2 0 0,0 0 0 0,0 4 0 0,0 1 0 0,3 3 0 0,1 0 113 0,2 3-285 0,2 1 118 16,-1 7 43-16,2-2 27 0,-3 2 0 0,2 0-585 15,-1-2 287-15</inkml:trace>
  <inkml:trace contextRef="#ctx0" brushRef="#br0" timeOffset="6144.74">1334 5720 1605 0,'0'21'0'0,"-2"1"-1"0,-1-1-1 0,-2-1 0 0,0-3-1 0,1 2 1 0,4-2-1 0,0-2 0 0,0 2 1 0,0-2 0 0,0-1-9 0,0 0 62 16,7 0-11-16,-2-1 0 0,2 1 0 0,1-1-109 0,-3 3 56 0,3 2-286 15,-4-3 165-15,-1 4 85 0,-1 2-328 16,0 4 190-16,-1-1 60 0,-1 0 52 16,0 4-81-16,0-1 57 0,0-3 29 0,-3 1-1 15,-1-5 52-15,-1 0 19 0,2 0 0 0,-4-1 0 0,4 0 0 16,-3-1 0-16</inkml:trace>
  <inkml:trace contextRef="#ctx0" brushRef="#br0" timeOffset="6385.85">1056 6971 3762 0,'-14'0'20'0,"3"3"-2"0,4 0-4 16,0-1-2-16,4-2-2 0,3 0-2 0,0 0-1 0,0 0 8 0,0 0-3 0,10-5-2 0,13-5 33 0,2-2-43 0,2 1 0 15,3-1 0-15,1 3 0 0,1 2 0 0,0 1 0 0,1 2 0 16,-3 2 0-16,0 0 0 0,-2 2 0 16,2 0-255-16,-8 0 142 0,1 0-783 0,-1 0 377 15,-5 0 246-15,3 4-545 0,-7-1 394 0</inkml:trace>
  <inkml:trace contextRef="#ctx0" brushRef="#br0" timeOffset="6593.2">1640 6460 3931 0,'-6'-7'0'0,"2"4"0"0,-1 2 0 0,2-1 0 0,-1 2 0 0,0 6 0 0,4 14 0 0,0 7 0 0,0 14 0 0,1-2 0 0,2 8 0 0,4 2 0 0,0 4 0 15,-2-3 0-15,0 4 0 0,5-4 0 0,-2 2-765 16,1-1 769-16,-3-6 9 0,6 6 24 16,-4-6-518-16,-3-10 258 0,0 5 130 0,0-7-84 0,-2-10 80 0</inkml:trace>
  <inkml:trace contextRef="#ctx0" brushRef="#br0" timeOffset="7295.32">1289 4073 1400 0,'0'0'0'0,"0"0"0"0,0 2 0 0,0-2 0 0,0 0 0 0,0 0 0 0,0 0 0 0,0 0 0 0,0 0 0 0,3 0 0 0,-1 0 168 16,-2 0-69-16,0 0-29 16,3 0 78-16,-3 0 71 0,0 0-85 0,0-2-36 15,0 1-10-15,0-2-47 0,0 1 0 0,0-1 64 16,0-1-32-16,0-2 10 0,0 4 29 0,0-5-36 16,0-1 0-16,0 2-35 0,0-4-1 0,-3-2 99 15,3 1-55-15,-2-2 1 0,-1-2 71 0,1 1-58 0,0-4 45 16,-1-1-41-16,1 0-90 15,-1-5-12-15,0 2 0 0,0-2 0 0,-1-1 0 0,1 0 0 16,-4-5 0-16,2-1 0 0,-1 2 0 0,-1-3 0 16,-3-8 0-16,1 9 0 0,0-3 0 15,0 6 0-15,2 5 0 0,-1-1 0 0,0-1 0 16,-1 7 0-16,3 3 0 0,2 4 0 16,1 1 0-16,-3 5 0 0,4 0 0 0,2 1 0 0,0 3 0 15,0-1 0-15,0 2 0 0,0 0 0 0,0 0 0 16,0 0 0-16,5 0 0 0,6 0 0 0,0 6-849 15,3 1 377-15,-2 7 215 0,6 2 98 16</inkml:trace>
  <inkml:trace contextRef="#ctx0" brushRef="#br0" timeOffset="7890.35">5817 3546 2084 0,'-5'-4'0'0,"-1"2"0"0,3 0 0 0,0 2 0 0,1 0 0 0,-1 0 0 0,3 0 0 0,0 0 0 0,0 8 0 0,0 3 0 0,0 1 252 0,0 4-106 0,0-1-73 16,0 3-32-16,3 2 0 0,2 2-413 15,0 6 202-15,-2 0 105 0,0 5 53 0,-1 2 26 0,-2 8-391 0,0-6 208 16</inkml:trace>
  <inkml:trace contextRef="#ctx0" brushRef="#br0" timeOffset="8028.99">5776 4355 2516 0,'-3'13'0'0,"-4"-1"0"0,4-4 0 0,-1 2 0 0,-1-2 0 0,2-1 0 0,-2 1 0 0,5 2 0 0,0 0 0 0,0 3 0 0,0 0-44 0,0 4 42 0,0 4 11 16,0 4-581-16,0 1 307 0,5 3 152 0</inkml:trace>
  <inkml:trace contextRef="#ctx0" brushRef="#br0" timeOffset="8160.66">5736 5017 2145 0,'-7'20'0'0,"4"-4"0"0,-5-2 0 0,0 1-1 0,2-2-1 0,1 0 0 0,1 2 0 16,2 2 0-16,2 2-1 0,0 1 1 0,0 6 4 0,0 1 0 0,0 1 35 0,2 0-685 0,4-4 323 15,-3 3 161-15</inkml:trace>
  <inkml:trace contextRef="#ctx0" brushRef="#br0" timeOffset="8276.26">5722 5538 1591 0,'-4'17'-1'0,"0"-1"1"0,0 2-1 0,-2-3 1 0,5-2-1 0,-3 0 1 0,3 2 0 0,1-2-1 0,0 2 1 0,0 0 0 0,0 2 117 15,0 1-39-15,0 2-184 0,0 3 68 16,0 0 38-16,1 2-1 0,1-1-542 0,-2 1 279 0</inkml:trace>
  <inkml:trace contextRef="#ctx0" brushRef="#br0" timeOffset="8382.15">5699 6139 389 0,'-6'16'-1'0,"1"1"1"0,0 1-104 0,-4 1 50 0,4-1 25 0,-1 1 0 0</inkml:trace>
  <inkml:trace contextRef="#ctx0" brushRef="#br0" timeOffset="8802.48">5622 6506 3116 0,'0'-7'0'0,"0"4"0"0,0 1 0 0,0-1 0 0,0 2 0 0,0 0 0 0,0-2 0 0,0 3 0 0,0 0 0 0,0 0 0 0,0 0 159 0,0 0-60 0,0 0 222 0,2 8-146 16,2-2-114-16,-1 5-61 0,1 0 0 15,-1 2 0-15,0 2 0 0,-1 2 0 0,0 2 0 0,-1 5 0 16,-1 2 0-16,0 1 0 0,0 3 0 15,0 2 0-15,0 2 0 0,0 4 0 0,0-1 0 16,2 7 0-16,0-9 0 0,0 9 0 16,0-1 0-16,0-3 0 0,0 2 0 0,3 0 0 15,-5-7 0-15,5 3 0 0,-4-1 0 0,3-1 0 16,-3-5 0-16,1-3 0 0,0-5 0 16,0-3 0-16,-2-1 0 0,0-7 0 0,0-1 0 15,3-4 0-15,-3-1 0 0,0-4 0 0,0-2 0 16,0 0 0-16,0 0 0 0,0 0 0 0,0 0 0 15,0 0 0-15,0 0 0 0,0 0 0 0,0 0 0 0,0-2 0 16,0-5-367-16</inkml:trace>
  <inkml:trace contextRef="#ctx0" brushRef="#br0" timeOffset="9469.83">2884 6331 2471 0,'-9'-4'0'0,"0"2"0"0,1 2 0 0,-2 0 0 0,0 0 0 0,1 8 0 0,-1 12 0 0,-1 5 0 0,2 5 0 0,3 11 0 0,-2 1 185 0,3 6-73 0,1-1-36 16,4-6 228-16,0 10-137 0,0-15-63 0,7 2-33 16,6-5 1-16,4-5-33 15,3-6 143-15,3-4-76 0,5-7-64 16,0-5-42-16,4-6 0 0,-2 0 0 0,0-6 0 16,-4-13 0-16,-2-4 0 0,-2-2 0 0,-10-4 0 0,1-5 0 0,-8-1 0 15,-3-1 0-15,-2-7 0 0,-2 3 0 16,-14 5 0-16,-1 3 0 0,-3 0 0 0,-7 1 0 15,1 7 0-15,-4 6 0 0,0 6 0 0,8 7 0 16,-10 3 0-16,7 2 0 0,9 4 0 0,-1 11 0 0,2 7-327 16,8-2-7-1,5 11 156-15,2-3-353 0,0 6 246 0,19 3 122 16</inkml:trace>
  <inkml:trace contextRef="#ctx0" brushRef="#br0" timeOffset="13160.54">8013 3957 403 0</inkml:trace>
  <inkml:trace contextRef="#ctx0" brushRef="#br0" timeOffset="13282.38">8045 3957 3794 0,'22'0'0'0,"5"0"0"0,3 0 0 0,2-1 0 0,3-2 0 0,1 2 0 0,-1-3 0 0,4 2 0 0,-2-1 0 0,-1 1 0 0,-1-1 120 0,-3 1-103 0,-2 1-17 0,-7-2 0 0,2 2 0 16,-7-1 0-16,-3 2-226 15,-6 0 90-15,0 0 86 0,-5-2-271 0,-2 2 165 0,1 0 85 16,-3 0-579-16,0 0 304 0,0 0 154 0,-11 0-482 15,-1 0 317-15</inkml:trace>
  <inkml:trace contextRef="#ctx0" brushRef="#br0" timeOffset="13489.6">8211 3970 3363 0,'-16'9'0'0,"4"3"0"0,1-1 0 0,2-1 0 0,4-1 0 0,1 2 0 0,4 2 0 0,0 2 0 0,0 2 0 15,0-1 0-15,2 4 147 0,5 1 9 0,0-5-63 0,-1 5-26 0,2 1 0 0,-4 3-191 16,-1 1 83-16,-1-3 50 16,0 5-434-16,-2-4 232 15,0-1 117-15,0 1 58 0,0-2-594 0,0-3 321 0,0-3 90 0,0-5 93 16,0-2-453-16,0-3 261 16,0-3 129-16,2-3 55 0,6 0 43 0</inkml:trace>
  <inkml:trace contextRef="#ctx0" brushRef="#br0" timeOffset="13743">8356 4012 2689 0,'0'-12'0'0,"2"4"0"0,0 1 0 0,-2 3 0 0,0 2 0 0,0 0 0 0,3 2 0 0,-1 0 0 0,-1 8 0 0,3 7 0 0,-1 8 591 0,0 6-275 0,0 3-129 16,1 14-39-16,-2 3-148 0,1 1 0 0,-1 6 0 0,1 1 0 15,0-1 0-15,1 2 0 16,0-2 0-16,0 3 0 0,-1-2 0 15,1-3 0-15,-1 0 0 0,5-5 0 0,-6-2 0 0,4-4 0 16,-4-6 0-16,1-1 0 0,-1-7 0 0,0-4-14 0,-2-7-142 16,0-7 61-16,0-4-245 0,0-1 149 15,0-6 64-15,-2 0 48 0,-7 0-317 16,3-12 178-16,-5-7 89 0,4-10-977 0,-3-3 1042 16,0-15 25-16,3-6 0 0,-1-14 0 0</inkml:trace>
  <inkml:trace contextRef="#ctx0" brushRef="#br0" timeOffset="14420.5">8239 4184 2534 0,'-8'-4'0'0,"2"3"0"0,1-2 0 16,1 3 0-16,2 0 0 0,2 0 0 0,0 0 0 0,0 0 0 0,2 0 0 0,9 0 0 0,1 0 85 0,-1 0 9 0,4 0-342 0,-2 0 143 0,-2 4 72 0,3 4 36 15,-4-3 0-15,-4 2-433 16,0 4 229-16,-3-1 119 0,-1 3 59 0,-2-5-388 0,0 4 152 15,0-3 101-15,-2 4 37 0,-5-4 41 0,0 1 0 16,-3 0 41-16,2-4 47 0,-1 0-19 16,5 0 0-16,-5-2-28 0,3-1 177 0,3 2-89 15,0-4-53-15,2 0 9 0,-1 2 225 0,2-1-127 16,-2 0-12-16,2 4 109 0,0-1-62 16,0 0-39-16,0 3-16 15,0-1-1-15,0 2-43 0,0-1 0 0,0 2-149 0,0-1 70 0,0 3-229 16,0-4 146-16,0 0 64 0,0 2 39 0,0-5-2 0,0 2-2 15,0-1-237-15,0 0 119 16,-2 0 23-16,0-3 46 0,-5 3-10 0,3-1 44 0,-2 1 0 16,0 0 162-16,-4 1-82 0,2-1-39 15,1 1 115-15,-3 2-73 0,3-4-21 0,0 1-28 0,0-1 370 16,3-1-179-16,4-2-44 16,-3-1 99-16,3-1-100 0,0 0-52 0,3 0-25 0,11-1 11 15,2-10 9-15,11-4-45 0,-1-5 0 0,4 2-58 16,8-5 29-16,-3 1-1 0,-1 3 40 0,8-3-40 15,-10 4 0-15,2 4 30 16,-2 0 21-16,-2 4-21 0,-6 4 1 0,3-1-2 0,-4 6 41 16,-2 0-45-16,-2 1-11 0,0 0 0 15,-4 7 18-15,-4 3-7 0,0 0 1 0,-3 3 1 16,-4 3 4-16,-2 0-4 0,0 0 22 0,-2-2-51 16,0 1 0-16,-4-1 30 0,-3-3-7 0,-3-1-37 15,0-5 22-15,-2 2-75 16,-2-4 42-16,1-3-9 0,0 0 48 0,0 0-41 0,-1 0-3 15,1-3 27-15,1-8 96 0,0 0-45 0,1 0 0 16,2-3-48-16,4 5 8 0,0-2 245 16,1 3-116-16,4 2 101 0,0 4-103 0,0-1-52 15,0 1-35-15,3 2-55 0,5 0 0 0,6 2 0 16,-2 9 0-16,4 1 0 0,2 4 0 0,-1 5 0 16,1-1 0-16,-2 1 0 15,3 2 0-15,-6-4 0 0,6 5 0 0,-2-2 0 0,0-5-460 16,1 2 400-16,-2-3 38 0,0-3-16 0,1-1-473 15,1-4 236-15,-4-2 118 0,2-2-748 16,-2-2 433-16</inkml:trace>
  <inkml:trace contextRef="#ctx0" brushRef="#br0" timeOffset="14718.28">6984 4049 399 0,'-6'-12'0'0</inkml:trace>
  <inkml:trace contextRef="#ctx0" brushRef="#br0" timeOffset="14887.95">6994 4052 3244 0,'13'21'0'16,"-3"4"0"-16,0 2 0 0,-1 8 0 0,2 5 0 0,-6 4 0 0,-4-3 0 0,3 10 0 0,-2-3 0 0,-2-1 0 0,0-5-76 0,0 2 57 0,0-7 36 0,0 0-557 0,1 0 254 0,1-8 126 16,0-7-166-16,3-4 143 0,0-9 61 15,3-4 46-15,2-5-397 0,6-7 217 32</inkml:trace>
  <inkml:trace contextRef="#ctx0" brushRef="#br0" timeOffset="14985.71">7286 4160 601 0,'6'-4'100'0,"-1"2"-49"0</inkml:trace>
  <inkml:trace contextRef="#ctx0" brushRef="#br0" timeOffset="15100.02">7306 4154 2361 0,'0'8'0'16,"0"-1"0"-16,3 3 0 0,3-4 0 0,1 2 0 0,4-2 0 0,-2-2 0 0,6-2 0 0,-4-2 0 0,6 0 0 0,-3 0-108 0,-1-6 67 0,0-8 39 0,-4 2-6 0,-2-3-9 0,-3 0-1 0,-3 0 36 0,-1-2 31 15,0 2 4-15,-4-2-39 0,-8 2 0 0,-2 3 82 0,0-3-53 0,-2 5-1 0,-2 1 16 0,4 4 3 0,-2 1-41 0,2 2 25 0,0 2-153 16,3 0 65-16,4 2 46 0,1 10-426 31,5 1 212-31,1-1 98 16,0 6 54-16,12-1-282 0,9-2 127 0,11-2 81 0</inkml:trace>
  <inkml:trace contextRef="#ctx0" brushRef="#br0" timeOffset="15438.78">9209 3887 3118 0,'0'0'0'0,"-3"0"0"0,1 0 0 0,-2 0 0 0,3 0 0 0,-1 0 0 0,2 0 0 0,-2 0 0 0,2 0 0 0,0 0 0 0,9 0 168 0,9 0-54 0,7 0 190 0,1 0-132 15,2 0-117-15,4 0-55 0,2 0 0 0,-2-3 0 16,2-1 0-16,-4 0 0 0,-2-2 0 0,0 2 0 0,-7 1 0 15,1 1 0-15,-1-2 0 16,-5 2-572-16,-6 1 286 16,-2 1 98-16</inkml:trace>
  <inkml:trace contextRef="#ctx0" brushRef="#br0" timeOffset="15729.05">9317 3876 3049 0,'-14'8'0'0,"3"1"0"0,1 0 0 0,1 2 0 0,4 3 0 0,1 2 0 0,0 7 0 0,3 3 0 0,1 6 0 0,0 10 0 0,0-1 212 0,0 5-86 0,0 0-44 16,-2 3 161-16,-3-6-93 0,2 10-81 0,-3-9-69 16,2-6 0-16,3 0 0 0,-3-3 0 0,2-4 0 15,2-7 0-15,-2-4 0 0,2-1 0 0,0-7 0 0,0-3 0 16,0-2 0-16,0-3 0 0,2-1 0 15,2-2 0-15,6 1 0 0,-2-2 0 0,6 0 0 16,-2 0 0-16,2 0 0 0,1 0 0 0,0 0 0 16,0 0 0-16,0 0 0 0,0 0 0 0,2 0 0 0,-2 0 0 15,3 0 0-15,-3 0-910 0,5 0 397 0,-1 0 236 16,-1-2-296-16</inkml:trace>
  <inkml:trace contextRef="#ctx0" brushRef="#br0" timeOffset="15958.93">9587 4244 3711 0,'-8'-13'0'0,"1"3"0"0,2 3 0 0,0-4 0 0,5 1 0 0,0 1 0 0,3-1 0 0,11 5 0 0,9-1 0 16,2 5 0-16,-3 1 178 0,8 0-136 0,-4 0-42 0,-1 11 0 0,-2 1 0 0,-2 6 0 16,-5-3 0-16,2 7 0 0,-8-5 0 15,-4 6 0-15,-5 4 0 0,-1-2 0 0,0 0 0 0,-14 2 0 0,-5-5 0 16,-4 0 0-16,-2-3 0 0,-3-5 0 15,4-2 0-15,-7-1 0 16,2-5 0-16,1-3-7 0,3 1-220 0,3-3 74 16,3-1 52-16,4 0-439 0,8 0 250 0,-1-10 126 0,8-5-567 15,0-6 345-15,17-7 165 0</inkml:trace>
  <inkml:trace contextRef="#ctx0" brushRef="#br0" timeOffset="16141.43">9914 4069 3351 0,'9'-7'0'0,"-4"3"0"0,-3 2 0 0,-2 0 0 0,-2 2 0 0,-10 4 0 0,-9 11 0 0,2 4 0 0,0 3 0 0,0 5 0 0,3 1 242 0,2 3 96 0,3 0-338 15,8-1 0-15,1-6 0 0,2 10 0 0,0-7 0 0,5-2 0 16,11-1 0-16,-2-2 0 0,2-3 0 16,6-1 0-1,-1-3-591-15,-4-3 168 0,5-3 210 0,-1-1 121 0,0-3-109 16,-1-1-342-16,-3-4 253 0</inkml:trace>
  <inkml:trace contextRef="#ctx0" brushRef="#br0" timeOffset="16281.1">10194 4386 3223 0,'0'0'0'0,"0"5"-1"0,0-4 1 0,0 2-1 0,-2 0 1 0,2 1 0 0,-2 1 0 0,0 4 0 0,2-1 0 0,-2 4 0 0,1 4 410 15,-3-2-186-15,-1 2-148 0,0 4-76 16,-2-4-10-16,-3 0-51 0,0 0 49 0</inkml:trace>
  <inkml:trace contextRef="#ctx0" brushRef="#br0" timeOffset="16319.21">10105 4593 384 0,'-5'2'-1'0,"1"-2"1"0,0 0 68 0</inkml:trace>
  <inkml:trace contextRef="#ctx0" brushRef="#br0" timeOffset="16500.72">10289 4124 3658 0,'14'-7'0'0,"5"-1"0"0,3 1 0 0,4 1 0 0,-1 2 0 0,-1 2 0 0,8 2 0 0,-2 0 0 0,1 0 0 0,-2 12 0 0,-5 3 273 16,1 5-273-16,-4 3 0 0,-5 1 0 15,-5 5 0-15,-2-2 0 0,-8 3 0 0,-1 2 0 0,0 1 0 16,-17-2 0-16,-3-1 0 0,-3-3 0 0,-1-3 0 0,-3-4 0 0,-1-3 0 16,0-2 0-16,-2-5 0 0</inkml:trace>
  <inkml:trace contextRef="#ctx0" brushRef="#br0" timeOffset="16542.84">10376 4522 382 0,'-19'0'0'0,"6"-3"502"0,6-7-270 0,5-12-136 0,2-7-1094 0,9-12 872 0</inkml:trace>
  <inkml:trace contextRef="#ctx0" brushRef="#br0" timeOffset="16719.04">10730 3956 3931 0,'7'-6'0'0,"-5"4"0"0,-2 0 0 0,-2 2 0 0,-12 0 0 0,0 11 0 0,-6 6 0 0,4 3 0 0,-3 7 0 0,1 4 0 0,0 5 0 16,6-5 0-16,5 8 0 0,2-2 0 15,5 2 0-15,0-4 0 0,0-4 0 0,5 1 0 16,9 0 0-16,2-1 0 0,3-5 0 0,0-4-198 16,-2-7-185-16,4-2 211 0,-1-5-1683 15,1-3 1715-15,2-5 41 0,3 0 36 0,-2-3-384 0</inkml:trace>
  <inkml:trace contextRef="#ctx0" brushRef="#br0" timeOffset="16888.09">10898 4182 3624 0,'-9'-6'0'0,"3"4"0"0,0 1 0 0,1-3 0 0,3-1 0 0,2 4 0 0,0-4 0 0,7 1 0 0,16 3 0 0,3-2 0 0,4 1 307 0,2 0-307 15,4 1 0-15,-1-1 0 0,1 2 0 0,-1 0 0 16,-3 0-7-16,-5 0-782 0,3 0 409 16,-9 0 209-16,0 0 104 0,-5 0-801 15,-7 0 418-15,1 0 186 0,-6 0 118 0</inkml:trace>
  <inkml:trace contextRef="#ctx0" brushRef="#br0" timeOffset="17042.5">11142 3821 2890 0,'-13'-10'0'0,"4"4"0"0,1 1 0 0,1 4 0 0,1 1 0 0,2 0 0 0,2 0 0 0,2 15 0 0,0 8 0 0,0 4 0 0,0 11 745 0,0 3-449 0,2 4-296 15,0 6 0-15,-2 0 0 0,0 2 0 0,0-3 0 0,0-1 0 16,0-2 0-16,0-6 0 0,0 6 0 0,0-11-482 15,0 3 66-15,0-7 227 0</inkml:trace>
  <inkml:trace contextRef="#ctx0" brushRef="#br0" timeOffset="17062.56">11097 4580 380 0</inkml:trace>
  <inkml:trace contextRef="#ctx0" brushRef="#br0" timeOffset="17456.64">11666 3578 3184 0,'0'0'0'0,"0"0"0"0,0 0 0 0,0 10 0 0,0 4 0 0,0 5 0 0,0 5 0 0,0 4 0 0,0 12 0 0,0 3 0 0,0 10 315 16,2 1-139-16,0 2-69 0,2 2 42 16,-1-3-149-16,1 1 0 0,0-3 0 0,2-5 0 15,-1-3 0-15,1-10 0 0,-2-2 0 0,1-3 0 16,-1-7 0-16,0-7 0 0,-2-3 0 0,0-6 0 15,0-3 0-15,-2-4 0 0,0 0 0 0,0-3 0 16,0-12 0-16,0-3 0 0,-6-6 0 0,-2-4 0 16,-1 0 0-16,0-7 0 0,-3 0 0 0,-3 0 0 15,2 6 0-15,-6 3-17 0,-3 6-21 0,-5 9 93 16,-3 5-55-16,-4 6 0 0,1 0 0 0,1 14 0 16,4 3 0-16,3 7 0 0,5 2 0 0,4 2 0 15,5 5 0-15,6-2 0 16,2 1 0-16,3-2 0 0,0 3 0 0,0-6 0 15,8 2 0-15,5-7 0 0,1-3 0 0,4-2 0 16,1-6 0-16,6-2 0 0,-1-9 0 0,2 0 0 16,2 0-475-16,2-13-48 0,-1-6 233 0,-1-1 131 0</inkml:trace>
  <inkml:trace contextRef="#ctx0" brushRef="#br0" timeOffset="17657.62">11829 4099 3584 0,'6'-17'0'0,"-2"7"0"0,4 0 0 0,-3 4 0 0,1 2 0 0,-1 4 0 0,5 0 0 0,1 0 0 0,4 0 0 0,2 8 0 0,6 5 107 0,-5 2-25 0,7 8 76 16,-3-2-158-16,-3 3 0 0,-2 2 0 0,-2 3 0 0,-7-6 0 0,-1 7 0 15,-7-3 0-15,0-1 0 16,-4-1 0-16,-13-3 0 0,-1-2 0 0,-7-2 0 0,1-4 0 16,3-7 0-16,-3 1 0 0,1-5 0 0,2-3 0 15,5 0 0-15,2 0 0 0,3-6-175 16,8-9-249-16,3-7 193 0,0-5 88 0,16-8-665 15,7-1 386-15,5-3 192 0</inkml:trace>
  <inkml:trace contextRef="#ctx0" brushRef="#br0" timeOffset="17838.16">12164 4000 3871 0,'4'-2'0'0,"-3"0"0"0,-1 2 0 0,-1 0 0 0,-19 6 0 0,2 8 0 0,-3 1 0 0,1 0 0 0,5 5 0 15,-4 6 0-15,6 0 60 0,4 2-60 0,5 0 0 0,4 3 0 0,0-1 0 16,0-2 0-16,7 0 0 0,8-2 0 0,2-1 0 15,4-5 0-15,-1-5 0 16,7 3 0-16,-5-7 0 0,5-6 0 0,-7-3 0 16,5-2-424-16,-4 0-84 0,5-6-521 0,-6-9 496 15,1-2 247-15,0-5-760 0</inkml:trace>
  <inkml:trace contextRef="#ctx0" brushRef="#br0" timeOffset="18231.36">12423 3699 2526 0,'-9'-12'0'0,"5"2"0"0,-1 5 0 0,1-1 0 0,4-2 0 15,0 4 0-15,0-1 0 0,0 1 0 0,9 2 0 0,6 1 0 0,2 1 255 0,0 0-109 0,1 0-54 0,2 3-27 0,0 2 152 16,-1 1-106-16,2 1-36 0,1-1 0 0,-3 0-92 16,2 0 55-16,-5-3 9 15,1 3-10-15,-2-3 135 0,-5 0-127 0,1 0-8 0,-4 1-27 0,-1-2-10 16,-2 2 0-16,-2-2 0 15,0 0 0-15,0 1 0 0,-2 0 0 0,0 2 0 0,0 5 0 16,0-1 0-16,-6 2 0 16,0 2 0-16,0 4 0 0,1 2 0 0,-2 5 0 15,3 0 0-15,-2 5 0 0,2 2 0 0,0 1 0 16,2 2 0-16,-1 10 0 0,1-7 0 0,-2 7 0 16,4-5 0-16,-1-1 0 0,1 1 0 0,0-3 0 15,0-1 0-15,0 3 0 0,1-3 0 16,3-9 0-16,0-1 0 0,-1-1 0 0,-1-3 0 15,0-4 0-15,0-5 0 0,-2-1 0 0,0-4 0 0,0-2 0 16,0-1 0-16,-6-1 0 0,-5-2 0 16,-4-1 0-16,-1 0 0 0,-4 0 0 15,-4 0 0-15,0 0 0 0,-2 0 0 0,-3 0 0 16,-4-1 0-16,-3-2 0 0,-9-1-794 16,0 3 34-16,-6-1 361 0</inkml:trace>
  <inkml:trace contextRef="#ctx0" brushRef="#br0" timeOffset="18852.54">13661 4077 1594 0,'4'-23'0'0,"-2"5"0"0,0 0 0 0,-2 2 0 0,0 1 0 0,0-2 0 0,0 3 0 0,-8 0 0 0,-4 1 0 0,0 0 0 0,-6 2 91 15,0 1-27-15,-5 4 77 0,-1 2-52 0,-5 3-16 0,-1 1-9 0,-2 0 133 16,-1 5-80-16,-6 12-39 16,3 4 162-16,2 4-91 0,-6 7-60 0,8 1-25 0,4 2 216 15,6 3-121-15,9-6-60 0,3 4 242 16,7-3-339-16,3 1-2 0,2-2 0 0,12-2 0 15,7-3 0-15,7-4 0 0,10 2 0 0,-1-7 0 16,5-6 0-16,-1-1 0 0,0-3 0 0,-3-2 0 16,0-5 0-16,1 2 0 0,-4-3 0 0,-1 0 0 0,-2 0 0 15,-6-3-155 1,5-6-282-16,-7 0 205 0,-3 0-646 0</inkml:trace>
  <inkml:trace contextRef="#ctx0" brushRef="#br0" timeOffset="19052.6">14007 3760 3604 0,'-2'-4'0'0,"2"2"-2"0,0 1-2 0,2 1 0 0,12-3 2 0,5-1 0 0,6 3 0 0,-1-3 1 0,9 2-1 0,-2 1-2 0,3-2 147 0,0 2-57 16,1-2-181-16,-1 1 67 0,-2 2 34 15,-2 0 0-15,-7 0-186 0,1 0 104 0,-4 0 57 16,-4 6-699-16,-7 0 374 0</inkml:trace>
  <inkml:trace contextRef="#ctx0" brushRef="#br0" timeOffset="19336.16">14061 3835 3521 0,'0'22'-3'0,"0"6"1"0,0 4 1 15,0 10 0-15,0 2 1 0,0 5 0 0,0 1 0 0,0 1-1 0,0-4 0 0,0 2 0 0,-1-5 100 0,-6-10-31 0,2 1 10 0,-3-5 97 0,5-9-175 0,-3 0 0 16,4-8 0-16,0-4 0 0,2-4 0 0,0 0 0 0,0-4 0 16,0-1 0-16,4 0 0 0,9 0 0 0,6-1 0 15,1-9 0-15,5 1 0 0,-1 1 0 16,3 0 0-1,1-2 0-15,-4 5 0 0,6-4 0 0,-4 5 0 0,-1 1 0 0,-4 1 0 16,-1 0 0-16,1 1 0 16,-4 1-27-16,0 0-911 0,-4-3 450 0,0 2 224 0,-4-2-576 0,5-1 405 15</inkml:trace>
  <inkml:trace contextRef="#ctx0" brushRef="#br0" timeOffset="19502.78">14423 4105 3931 0,'-11'-9'0'0,"6"1"0"0,1 1 0 0,4-1 0 0,0-1 0 0,6 3 0 0,10 0 0 0,9 3 0 0,-1 0 0 0,3 2 0 0,-1 1 0 0,0 0 0 0,-4 0 0 15,8 0 0-15,-3 0 0 0,-3 7 0 0,-3-1-11 16,1 0-912-16,-1-1 459 0,-2 3 231 0,-2-4 115 0,-2-1-714 16,0 0 397-1,-1-3 198-15</inkml:trace>
  <inkml:trace contextRef="#ctx0" brushRef="#br0" timeOffset="19668.32">14942 3789 3931 0,'-4'-9'0'0,"0"3"0"0,-1 3 0 0,1 1 0 0,2 0 0 0,1 2 0 0,-2 0 0 0,3 13 0 0,0 3 0 0,0 9 0 0,0-1 0 16,0 6 0-16,0 1 0 0,0 4 0 0,0-2 0 0,0 2 0 15,0 2 0-15,0-2 0 0,-4-2 0 16,2-1-149-16,1-2-212 0,-1-3 199 0,2-5-1788 15,0-1 1877-15,0-3 42 0,0-2-21 0,3-5-952 16,11-7 941-16</inkml:trace>
  <inkml:trace contextRef="#ctx0" brushRef="#br0" timeOffset="19832.48">15109 4167 3505 0,'8'-9'-3'0,"-3"4"1"0,1-2 1 0,-1 6 0 16,-3-1 0-16,1 2 1 0,-2 0 0 0,1 0 0 0,0 5 0 0,-2 9 0 0,0 0 313 0,0 5-192 0,-8 0-121 0,-3 2 0 15,-4 3 0-15,2-1 0 0,-2-3 0 0,3-3 0 16,0 0 0-16,1-1 0 0,-3-6 0 0,3-1-718 0,-1 0 287 16,5-5 235-16,1-4 117 0,3 0 38 0,3 0-851 0,0-13 427 15</inkml:trace>
  <inkml:trace contextRef="#ctx0" brushRef="#br0" timeOffset="20016.95">15338 3848 3931 0,'9'-3'0'0,"5"0"0"0,-5 3 0 0,-2 0 0 0,0 8 0 0,-5 6 0 0,-1 7 0 0,1 1 0 0,-2 6 0 0,0 1 0 0,0 3 0 0,0 6 0 15,-3-3 0-15,-2 1 0 0,1 0 0 0,1-3 0 16,3-7 0-16,-2 3 0 0,2-6-1488 16,0-5 1448-16,0-4 39 0,0-5 1 15,0-2-1512-15,0-5 1438 0,0-2-1 0,0 0 38 0</inkml:trace>
  <inkml:trace contextRef="#ctx0" brushRef="#br0" timeOffset="20400.93">15487 3653 2656 0,'3'-14'0'0,"-1"7"0"0,5 3 0 0,2 3 0 0,-2-3 0 0,6 2 0 0,9-1 0 0,3 3 0 0,5 0 0 0,2 0 0 0,5 0 92 0,1 0 195 0,-1 0-124 16,1 6-53-16,0-2 40 15,-3 0-57-15,-3 2-27 0,-4-1 0 0,-5 1 100 16,-3 1-118-16,-1 0-14 0,-6-1-34 0,-3 0 0 16,-3 3 0-16,-1-5 0 0,-2 1 0 0,-3 0 0 0,-1 2 0 0,0-1 0 15,0 2 0-15,0 4 0 0,-3 3 0 16,-3 3 0-16,-1 6 0 0,0 0 0 0,0 9 0 16,0 0 0-16,2 5 0 15,-1 10 0-15,1 0 0 0,-2 2 0 0,5 5 0 16,1-3 0-16,1-7 0 0,0 10 0 15,0-7 0-15,0-5 0 0,0-7 0 0,0 2 0 0,1-11 0 16,1 9 0-16,0-15 0 0,0 0 0 0,-2-4 0 16,0-9 0-16,0 1 0 15,0-6 0-15,0 0 0 0,-6-3 0 0,-4 0 0 0,-4 0 0 16,-4 0 0-16,-2-5 0 0,-8-2 0 0,-2 2 0 16,-11-3 0-16,0 2 0 0,-8 3 0 0,-6 1 0 0,-9 0 0 15,13 2 0-15,-8 0 0 0,6 0 0 0,18 2 0 16,-1 5-505-16,4 0-145 0</inkml:trace>
  <inkml:trace contextRef="#ctx0" brushRef="#br0" timeOffset="20564.93">16407 4661 353 0,'6'-2'0'16,"6"2"0"-16,-10 0 0 0,-2 0 1102 0,-14 0-577 0,1-2-276 0,3 0-143 0,1-1-608 0,0 0 234 0</inkml:trace>
  <inkml:trace contextRef="#ctx0" brushRef="#br0" timeOffset="21290.84">6910 5720 2427 0,'-11'-10'0'0,"4"7"0"0,0-1 0 0,1-3 0 0,2-3 0 0,3-1 0 0,1-2 0 0,0-4 0 0,2-2 0 0,16-2 0 0,5 2 104 0,0 1 221 0,4 0-143 16,0 6-71-16,0 2 98 0,-6 7-74 16,3 1-53-16,0 2 10 0,-2 0-26 0,-3 15-1 15,-3 7-25-15,-4 7-18 0,-7 3-10 0,-1 9 28 16,-4 2-21-16,0 2-32 0,-16 4 16 0,1 2 7 16,-7-1-10-16,-1-1 0 15,0-5 0-15,-4-5-11 0,-1-3 22 0,3-10-11 0,-5-2 0 16,0-4 0-16,0-8 0 0,2-5 0 0,5-1 0 15,2-3 0-15,1-3 0 0,10 0 0 0,-5 0 0 16,8 0 0-16,4 0 0 0,1-3 0 0,2 1 0 16,2-2 0-16,12-1 0 0,9-1 0 0,2 1 0 15,3-1 0-15,2 2 0 0,4-1 0 16,-1 1 0-16,2 0 0 0,-4 2 0 0,-3 2 0 16,6 0 0-16,-4 0 0 0,0 0 0 0,-2 0 0 15,-1 0 0-15,-4 0 0 16,1 0 0-16,-1 0 0 0,-3 0 0 0,0 0-370 15,0-3-187-15,-2-3 248 0,2-5 136 0</inkml:trace>
  <inkml:trace contextRef="#ctx0" brushRef="#br0" timeOffset="21545.85">7496 5562 3581 0,'0'-7'0'0,"0"1"0"0,0 5 0 0,0 1 0 0,-2 0 0 0,0 0 0 0,2 7 0 0,0 3 0 0,0 2 0 0,0 0 0 0,9 1 175 0,3-4 0 0,6 1-175 0,-2-3 0 0,3-3 0 16,2-2 0-16,1-2 0 0,-1 0 0 0,-3 0 0 16,1-10 0-16,-4 0 0 0,-2-5 0 0,-7 0 0 0,-2-1 0 15,-4-2 0-15,0 2 0 0,0 0 0 0,-10 1 0 16,-7 1 0-16,-1 3 0 0,-7 3 0 0,3 5 0 16,-3 1 0-16,2 2 0 15,0 0 0-15,5 9 0 0,2 2 0 0,2 2 0 16,7 2 0-16,5 4 0 0,2-1 0 15,0 2-334-15,9 4 7 0,9-3 151 0,5-1 63 0</inkml:trace>
  <inkml:trace contextRef="#ctx0" brushRef="#br0" timeOffset="23888.46">9119 5210 3043 0,'0'0'0'0,"0"0"0"0,0 1 0 0,0 13 0 0,0 8 0 0,0 8 0 0,0 11 0 0,0-3 0 0,0 15 0 0,-3-1 0 0,-5 12 238 0,0-4-98 16,3 0-49-16,-1-5 9 0,1 17 109 0,1-6-99 0,0-1-110 0,3-3 0 15,1-13 0 1,0-4 0-16,0-4 0 0,0-2 0 0,0-7 0 0,1-10 0 15,3 1 0-15,-2-10 0 0,2-4 0 16,-3-3 0-16,1-4 0 0,0-1 0 0,-2-1 0 16,0 0 0-16,0-5 0 0,0-10 0 0,-4-3 0 15,-3-5 0-15,1 0 0 0,-5-2 0 16,0-6 0-16,0 3 0 0,-4-2 0 0,-2 2 0 16,-1-2 0-16,-4 2 0 0,-1 3 0 0,3 7 0 15,1 6 0-15,-1 2 0 0,1 7 0 0,-1 3 0 16,2 0 0-16,-3 10 0 0,4 10 0 15,2 5 0-15,4 4 0 0,1 6 0 0,7-4 0 16,3 1 0-16,0 0 0 0,0-2 0 0,5-3 0 16,9-5 0-16,2 1 0 0,3-5 0 0,1-3 0 15,-2-3 0-15,3-3 0 0,0-4 0 0,-1-1 0 16,1-1 0-16,2-3 0 0,-3 0-508 16,6-3 131-16,-1-6 158 0,1-6 94 0,2-6-581 15,6-5 332-15,-2-5 167 0,3 0 73 0,4-10-232 16</inkml:trace>
  <inkml:trace contextRef="#ctx0" brushRef="#br0" timeOffset="24092.76">9609 5255 3353 0,'-7'0'0'0,"-3"0"0"0,-3 18 0 0,1 7 0 0,-4 11 0 0,5 4 0 16,2 11 0-16,-1 2 0 0,5 3 0 0,-1 1 0 0,6 2 231 0,0 1-86 0,0 0 57 0,0-1-202 0,2 5 0 0,7-14 0 0,5 2 0 15,-2-12 0-15,6 8 0 0,-4-16 0 16,4-1 0-16,-2-5 0 0,0-5 0 0,-2-5 0 16,2-7 0-16,-1-4 0 0,0-5 0 15,1 0 0-15,1-5 0 0,2-16 0 0,0-5-89 16,4-7-257-16</inkml:trace>
  <inkml:trace contextRef="#ctx0" brushRef="#br0" timeOffset="24155.97">9852 5955 402 0,'16'-67'0'0,"-2"2"240"0,-2 2-120 0,-3 12-305 0,-4 0 72 0,-3 16 27 0,0-2 260 0,-2 13-95 15</inkml:trace>
  <inkml:trace contextRef="#ctx0" brushRef="#br0" timeOffset="24240.58">9907 5495 3332 0,'0'-4'0'0,"0"2"0"0,0 2 0 0,3 0 0 0,12 0 0 0,0 0 0 0,4 4 0 0,5 1 0 0,1 2 0 0,1-1 0 0,-3 3 18 0,4-1-332 0,-2 0 163 16,-1-1 81-16,-3 0-823 0,1 3 427 0,-1 1 202 0,-3 2 118 0</inkml:trace>
  <inkml:trace contextRef="#ctx0" brushRef="#br0" timeOffset="24386.99">10062 5796 3674 0,'-22'6'-3'0,"4"1"1"0,6-5 2 0,1-1 0 0,4-1 0 0,4 0 0 0,3 0 0 16,0 0 0-16,13 0 0 0,12 0 0 0,-3 0 121 16,0 0-31-16,3 0-39 0,3 0-1208 15,-1 2 1155-15,-4 4 0 0,4 0 42 0,-6-3-389 0,5 3 189 0</inkml:trace>
  <inkml:trace contextRef="#ctx0" brushRef="#br0" timeOffset="24401.03">10314 5846 400 0,'21'1'0'0</inkml:trace>
  <inkml:trace contextRef="#ctx0" brushRef="#br0" timeOffset="24544.2">10964 5293 385 0,'0'-2'0'0</inkml:trace>
  <inkml:trace contextRef="#ctx0" brushRef="#br0" timeOffset="24873.81">11079 5240 3908 0,'21'-6'0'0,"9"-2"0"15,-1 5 0-15,-1-3 0 0,2 4 0 0,0 0 0 0,0 0 0 0,2 1 0 0,0-2 0 0,2 1 0 0,2 2 23 0,5-1-23 0,-5 1 0 0,7-2 0 0,-2 0 0 16,2 1 0-16,1-3 0 15,1-2 0-15,2 2 0 0,1-2 0 0,3 2 0 0,-2-1 0 0,0 3 0 0,2-2 0 16,1 2 0-16,-3 0 0 0,2 1 0 16,-3-1 0-16,4 0 0 0,-2 0 0 0,2 1 0 15,3-2 0-15,0 2 0 0,-1-1 0 0,9 0 0 16,-8-2 0-16,12 0 0 0,-6 0 0 16,-1-1 0-16,2 1 0 15,0-1 0-15,-4 1 0 0,14-5 0 0,-6 7 0 16,1-4 0-16,1 0 0 0,-5 2 0 15,-8-1 0-15,5 2 0 0,0-2 0 0,-1 1 0 0,-5 2 0 16,-2 1 0-16,-6-2 0 0,4 2 0 0,-6 1 0 16,-9-2 0-16,1 2 0 15,-4 0 0-15,-9 0 0 0,-1 0 0 0,-5 0 0 0,-2 0 0 16,-8 0 0-16,-1-2 0 0,-2 2-9 0,-3 0-547 16,-1-2 277-16,0-2 233 0,0-1 8 15</inkml:trace>
  <inkml:trace contextRef="#ctx0" brushRef="#br0" timeOffset="24891.86">13971 5031 384 0,'-24'-3'0'0</inkml:trace>
  <inkml:trace contextRef="#ctx0" brushRef="#br0" timeOffset="25407.97">10868 5378 3359 0,'-11'-1'0'0,"-1"1"0"0,3 0 0 0,0 5 0 0,-3 8 0 0,3 6 0 0,2 4 0 0,-1 5 0 0,2 5 0 0,2 11 0 0,4 0 40 0,0 4 0 0,0 3 169 15,2 2-90-15,10 11-39 16,-3-5 4-16,-2 3-84 0,1 0 0 0,-3-8 0 0,2 7 0 0,-4-4 0 15,1-2 0-15,-2-4 0 0,0-4 0 16,-2-8 0-16,0 1 0 0,0-6 0 0,-6-7 0 0,-1-6 0 16,-5-2 0-16,-1-5 0 0,-4-5 0 0,-1-6 0 0,-5-3 0 15,-2 0 0-15,-1-1 0 16,-1-10 0-16,2-7 0 0,-3-2 0 0,-1-3 0 0,1-3 0 16,-2-3 0-16,7 0 0 15,-1-1 0-15,4 3 0 0,0 3 0 16,8 7 0-16,-2 0 0 0,5 8 0 0,4 1 0 0,-1 2 0 15,3 5 0-15,1-1 0 0,2 2 0 0,-1 0 0 16,-1 11 0-16,0 7 0 0,0 7 0 16,-1 2 0-16,-1 1 0 0,0 4 0 0,2 0 0 15,-6 1 0-15,5-1 0 0,-3 1 0 0,1-4 0 16,1-2 0-16,-1 3 0 0,-1-5 0 16,0-5 0-16,1 0 0 0,1-4 0 0,2-5-172 0,0-4-44 0,2-3 89 15,0 0 43 1,0-2-663-16,2-2 354 0,9 0 167 0,10-13 98 0,1-8-573 15</inkml:trace>
  <inkml:trace contextRef="#ctx0" brushRef="#br0" timeOffset="25644.93">11254 5726 3931 0,'0'-11'0'16,"-1"9"0"-16,1-1 0 0,-2 3 0 0,2 0 0 0,0 0 0 0,0 0 0 0,0 0 0 0,0 13 0 0,0 12 0 0,0 3 0 0,0 5 0 0,0 10 0 0,0-6 0 0,0 14 0 15,0-6 0-15,0 0 0 0,0 0 0 0,3-2 0 0,0-6 0 16,3 4 0-16,-5-2 0 0,3-2 0 0,-2-3 0 0,0 0 0 16,-2-8 0-16,0 1 0 0,2-7 0 15,-2-5 0-15,0-4-240 16,0-1-20-16,1-6 102 0</inkml:trace>
  <inkml:trace contextRef="#ctx0" brushRef="#br0" timeOffset="25667.98">11300 6423 379 0</inkml:trace>
  <inkml:trace contextRef="#ctx0" brushRef="#br0" timeOffset="25707.08">11356 6103 379 0</inkml:trace>
  <inkml:trace contextRef="#ctx0" brushRef="#br0" timeOffset="25824.4">11351 6081 3931 0,'0'-4'0'0,"0"0"0"0,5-1 0 0,14 2 0 0,7-3 0 0,10-3 0 0,4 4 0 0,3-2 0 0,4 1 0 0,-4 0 0 0,10 1 0 0,-7 1 0 15,-2 1 0-15,-9 0 0 0,5 1 0 0,-5 2 0 0,-5 0-229 16,-2 0 129-16,-7 0-768 0,-2 0 423 16,-6 0 212-16,-5 0 99 0,-3 0-585 15,-5 0 340-15</inkml:trace>
  <inkml:trace contextRef="#ctx0" brushRef="#br0" timeOffset="26017.94">11739 5579 3289 0,'-11'-2'0'0,"2"0"0"0,1 1 0 0,3 1 0 0,-1 0 0 0,2 1 0 15,4 13 0-15,0 4 0 0,0 10 0 0,0 10 0 0,4 4 642 0,2 6-642 16,-3 7 0-16,-1 9 0 0,0-4 0 0,-2-7 0 0,2 4 0 0,-2 0 0 0,1 0 0 16,2-5 0-16,-1 0 0 15,0 1-889-15,-2-3 326 0,0 3 281 0,0 0 162 0</inkml:trace>
  <inkml:trace contextRef="#ctx0" brushRef="#br0" timeOffset="27805.7">12397 5586 644 0,'0'0'0'0,"0"0"0"0,0 0 0 0,-3-1 0 0,3 0 0 0,-1-2 0 0,1 1 0 0,0 0 0 0,-2 0 0 0,2 1 0 0,0-2-7 0,0 2-6 0,0-1 42 0,0 0 1 16,0 1-1-16,0-2-10 0,0 3 14 0,0-2-7 0,0 1 1 15,0 1 67 1,0-2-32-16,0 2 0 0,0 0 14 0,0 0-7 0,0 0-35 0,0 0 80 16,0 0-38-16,0 0 0 0,0 0 12 15,0-2-10-15,0 2-40 0,0 0 1 0,0 0 0 16,0 0 0-16,0 0 55 0,0 0-10 0,0 0 40 16,0 0-43-16,0 0 1 0,0 0-43 0,0 0 114 15,0 0-62-15,0 0-26 0,-2 0 0 16,2 0-26-16,-4 0 55 0,3 0-18 0,-1 0-9 15,0 0 12-15,-2 0 1 0,2 0-41 0,1 0-43 16,1 0 53-16,-2 0-10 0,2 0-1 0,0 0-73 16,0 0 36-16,0 0 1 0,0 0 46 0,-2 0-148 15,2 0 56-15,0 0 37 0,0 0-76 0,0 0 49 0,0 0 6 16,0 0-2-16,0 0-83 16,0 0 53-16,0 0 8 0,0 2-18 15,0 1 20-15,0 2-1 0,0 0 9 0,2 2 124 16,3 2-54-16,1 4-32 0,3-1 155 15,1 3-81-15,1 2-35 0,3 5 0 0,2-5 81 16,-2 1-52-16,6 5-18 0,-1-1 12 0,-5-4-9 0,4 5 0 16,-6-6 5-16,2 0-18 0,-1-1 11 0,-2 1-12 15,-3-3-16-15,-1-2 18 0,-1-2 2 16,-3-2 7-16,3-1-9 0,-4-3-40 0,-1 0-6 16,2-4 42-16,-3 1-70 0,0-1 38 15,0 0-13-15,0 0 7 0,0 0-5 0,0 0 31 16,0 0-9-16,0 0 0 0,0-1-320 0,0-3 154 15,-3 1 61-15,2 2-600 0,1 0 327 0,0-2-479 16,0 1 408-16,0-1 199 0</inkml:trace>
  <inkml:trace contextRef="#ctx0" brushRef="#br0" timeOffset="28047.87">12929 5331 2492 0,'0'-3'0'0,"0"1"0"0,0 0 0 0,-2 2 0 0,2 0 0 16,-2 0 0-16,-2 2 0 0,1 9 0 0,-2 8 0 0,1 5 0 0,-1 6 209 0,-2 8-90 0,-3 5-40 0,-1 4 244 16,-4 12-142-16,-4 0 24 0,-4 11-74 0,-9 16-50 15,0-1 0-15,-1 3-51 16,-5 2-78-16,3 2 39 0,3-13 10 0,-2 18-575 0,6-10 307 0,5-1 153 15,6-14 77-15,0-3 48 0,2 8-1121 16</inkml:trace>
  <inkml:trace contextRef="#ctx0" brushRef="#br0" timeOffset="30574.46">13295 5293 3314 0,'0'-7'0'0,"0"2"0"0,0 1 0 0,0 2 0 0,0 0 0 0,0 0 0 0,0 2 0 0,0 0 0 0,0 0 0 0,0 0 0 0,-4 8 92 0,-2 6-27 0,-3 8 0 0,-2 2 330 16,-1 2-395-16,-3 6 0 0,0 0 0 15,0 0 0-15,-2 2 0 0,2-2 0 0,2-2 0 0,4-2-60 16,3-6-300-16,3 1 199 0,3-4 100 16,0-3 42-16,0-4-640 0,3-1 251 0</inkml:trace>
  <inkml:trace contextRef="#ctx0" brushRef="#br0" timeOffset="32571.35">13546 5470 2049 0,'-5'-11'0'0,"1"4"0"0,-2 1 0 0,4 0 0 0,2-2 0 0,0 1 0 16,0 4 0-16,0-5 0 0,2 4 0 0,12 1 0 0,-2 0 312 0,4 2-136 0,0 1-69 0,2 0 104 0,-2 0-76 0,1 0-52 16,-2 7-1-16,0 5-3 0,-4 1-40 0,-1 1 0 15,-4 4-38-15,-4-1-10 0,-2 3 48 16,0 7-38-16,-8-5-1 0,-9 0 39 15,-2 3 10-15,-5-4-10 0,0-3 99 0,-5-1-50 0,1-3 146 16,-2-5-234-16,7-2 0 0,-1-5 0 16,2 0 0-16,4-2 0 0,4 0 0 0,6 0 0 0,0 0 0 15,5 0 0-15,1 0 0 0,2 0 0 16,0 0 0-16,0 0 0 0,9-2 0 16,8 0 0-16,6-2 0 0,-1 1 0 0,4 1 0 0,-1 0 0 15,-2 0 0-15,1 0 0 0,-2 1 0 0,1 1 0 0,-4 0 0 16,-1 0 0-16,-4 0 0 15,2 0 0-15,-2 0 0 0,-1 0 0 0,-2 0-122 0,-1 0-321 16,1 1 193-16,3 3-623 0,-4 0 416 0,3-1 210 16,3 1 104-16,0 0 42 0</inkml:trace>
  <inkml:trace contextRef="#ctx0" brushRef="#br0" timeOffset="33420.78">15133 5120 2190 0,'-2'-6'0'0,"0"3"0"0,1 0 0 0,-1 0 0 0,0 2 0 0,-2 0 0 0,2 1 0 0,1 0 0 16,-1 0 0-16,0 8 0 0,0 4 206 0,0 4-85 0,2-2-42 0,-1 1 0 0,1 2 135 0,-3 0-94 0,3 2 108 15,-2 1-95-15,0 6-49 0,-2 0-23 0,-1 5 9 16,-2 6 128-16,-2 5-80 0,-1 3-88 0,-3 4-30 16,1 3 0-16,-1 3 0 0,2 1 0 15,-2 10 0-15,4-6 0 0,1-10 0 0,2 7 0 16,0-4 0-16,5-4 0 15,-1-14 0-15,0 6 0 0,2-9 0 0,0-1 0 0,0-13 0 16,0 2 0-16,0-6 0 0,0-4 0 16,0-3 0-16,0-5 0 0,0-2 0 0,0 0 0 15,0 0 0-15,-2 0 0 0,-5-5 0 0,1-3 0 0,-2-8 0 16,1 3 0-16,-2-4 0 16,-3-5 0-16,-1-2 0 0,0-1 0 0,0-3 0 15,0-2 0-15,-4-1 0 0,0 8 0 0,-2 2 0 0,0 7 0 16,-1 4 0-16,-7 2 0 15,3 6 0-15,-3 2 0 0,3 0 0 0,0 10 0 0,5 4 0 0,-2 7 0 16,5 4 0-16,4 1 0 0,4 4 0 16,7 2 0-16,1-2 0 0,0 4 0 15,1-3 0-15,10 0 0 0,5-3 0 0,1-2 0 16,5-4 0-16,1-2 0 0,3-6 0 0,3-3 0 16,-1-2 0-16,0-6 0 0,-1-3 0 0,3 0 0 15,-3 0 0-15,-1-8 0 0,-1-3 0 16,0-2 0-16,-7 2 0 0,8-4-612 0,-5 0 89 0,2-4 243 0,-1-2 121 15,4-5-744-15</inkml:trace>
  <inkml:trace contextRef="#ctx0" brushRef="#br0" timeOffset="33668.94">15250 5802 3453 0,'5'-14'0'0,"2"2"0"0,2-1 0 0,-2 2 0 0,2 4 0 16,3 0 0-16,1 0 0 0,4 6 0 0,5 1 0 0,4 0 0 0,1 1 227 0,1 15 24 0,0 3-251 0,-1 3 0 0,-3 4 0 0,-2 4 0 15,-3 3 0-15,-4 0 0 16,-3 0 0-16,-3-1 0 0,-6-2 0 0,-3 0 0 16,0-5 0-16,-3 7 0 0,-14-6 0 0,-4-1 0 15,-1-5 0-15,-5-1 0 0,-1-2 0 16,-2-4 0-16,-2-2 0 0,-2-3 0 0,2-3 0 16,0-3 0-16,8 1 0 0,2-3 0 0,1 0 0 0,8-3 0 15,5-9-4-15,6-5-123 0,2-2-664 0,7-8 381 16,16-2-418-16,6-5 391 15,2 2 200-15,7-4 100 0,4-3-347 0,4-6 228 16</inkml:trace>
  <inkml:trace contextRef="#ctx0" brushRef="#br0" timeOffset="33854.94">15740 5662 2339 0,'32'-34'0'0,"-9"8"0"0,-2-1 0 0,-7 9 0 0,-5 1 0 0,-2 5 0 0,-5 4 0 0,-2 3 0 0,0 3 0 0,-5 2 0 0,-10 0 821 0,-6 10-393 15,1 9-85-15,-4 10-343 0,1 4 0 0,2 2 0 16,-1 12 0-16,3 1 0 0,6-1 0 0,3 1 0 15,5 1 0-15,5-7 0 0,0 6 0 0,3-7 0 16,13-9 0-16,2 2 0 0,7-6 0 0,1-1 0 16,4-9 0-16,0 0 0 0,2-9 0 15,0-2 0-15,-2-3 0 0,0 0-236 0,-1-2-543 16,-1-1 372-16,-2 2 184 0</inkml:trace>
  <inkml:trace contextRef="#ctx0" brushRef="#br0" timeOffset="34520.42">16529 5538 2749 0,'-12'-2'0'0,"7"2"0"16,3 0 0-16,2 0 0 0,0 2 0 0,2 0 0 0,13 0 0 0,4-1 0 0,7 2 0 0,6-3 0 0,3 0 326 0,9 0-143 0,-10 0-72 0,3 0 166 16,1 0-124-16,-3 0-56 0,0 0-62 0,-3 4-241 15,-2 3 107-15,-5-2 79 0,1 3-356 0,-5-1 206 0,0 5 101 16,-8-1-974-16</inkml:trace>
  <inkml:trace contextRef="#ctx0" brushRef="#br0" timeOffset="34687.44">16670 5908 3271 0,'-38'2'0'0,"12"15"0"0,9 2 0 0,5-6 0 0,7-7 0 0,5-1 0 0,0-2 0 0,5 3 0 16,20-4 0-16,11-2 0 0,11 0 216 0,13 0 228 0,4-8-444 0,-6-2 0 0,15-7 0 0,-9 3 0 15,-15 7 0-15,3-2 0 0,-5 3-105 16,-8 4-68-16,-1-1 100 0,-2 3 55 16,-4 0-1063-16</inkml:trace>
  <inkml:trace contextRef="#ctx0" brushRef="#br0" timeOffset="38172.04">17947 5017 2346 0,'-7'0'0'0,"-2"0"0"0,6 0 0 0,3 0 0 0,-2 0 0 0,2 0 0 0,0 0 0 0,0 0 0 0,0 0 0 0,2 0 0 0,13 0 145 0,9 0-43 16,6 0 168-16,14-3-115 0,2-2-58 0,14-2-29 16,2-3 325-16,-2 2-166 0,18-3-100 15,0 1-126-15,12-1-1 0,-3 0 0 0,9-2 0 16,7 2 0-16,2-1 0 0,4 4 0 0,4-3 0 0,4 2 0 15,14-1 0-15,-24 3 0 16,9-1 0-16,-1-1 0 0,-6 2 0 0,0-1 0 0,-10 5 0 16,-16 1 0-16,3 0 0 0,-7 2 0 15,-7 0 0-15,-16 0 0 0,5 0 0 0,-8 0 0 16,-5 0 0-16,-13 0 0 0,-1 0 0 16,-11 0 0-16,-5-3 0 0,-8 3 0 0,-5-1 0 0,-1 0 0 15,-4-2 0-15,0-3 0 0,-16 1 0 16,-5-1 0-16,-11 2 0 0,0 3 0 15,-2 1-613-15,-11 0 263 0,0 0 155 16,-8 5-588-16,-12 9 377 0</inkml:trace>
  <inkml:trace contextRef="#ctx0" brushRef="#br0" timeOffset="38626">18087 5108 2704 0,'-25'0'0'0,"9"0"0"0,3 12 0 0,1 2 0 0,5 1 0 0,4 2 0 0,3 3 0 0,0 5 0 0,0 1 0 0,10 12 0 0,6 3 539 0,2 3-250 0,5 5-124 0,-4 1-53 16,1 4 10-16,-1 8-122 0,-4-2 0 0,-3 1 0 16,-5-7 0-16,-3 5 0 0,-3 9 0 0,-1-11 0 15,0-5 0-15,0 3 0 0,-5-2 0 0,-4-4 0 16,-3-4 0-16,3-7 0 0,-2-3 0 0,-3-4 0 15,5-11 0-15,-2-1 0 16,-1-7 0-16,0-5 0 0,0-1 0 0,-3-6 0 16,-2 0 0-16,1 0 0 0,-7-16 0 0,2-2 0 15,-1-5 0-15,-6-8 0 0,5 1 0 16,-7-11 0-16,2 1 0 0,-1 1 0 0,3 2 0 0,4 8 0 16,1 9 0-16,-2-1 0 0,3 5 0 0,3 6 0 15,2 4 0-15,2 5 0 0,2 1 0 0,-1 0 0 16,5 8 0-16,-1 10 0 0,1 2 0 0,-1 5 0 15,4-3 0-15,1 7 0 0,-1-1 0 16,2-1 0-16,0 0 0 0,0-4 0 16,1 1 0-16,-3-1 0 0,2-3 0 0,0 1 0 15,-2-4 0-15,0 0 0 0,0-6 0 0,3 1 0 16,-1-2 0-16,2-2 0 0,0-5-793 0,0 1 376 16,3-4 178-16,17 0-538 15,1-5 369-15,16-22 184 0</inkml:trace>
  <inkml:trace contextRef="#ctx0" brushRef="#br0" timeOffset="38828.56">18397 5498 3141 0,'10'0'0'0,"-1"0"0"0,0 6 0 0,-5 8 0 0,-2 0 0 0,-2 13 0 0,0 0 0 0,0 10 0 0,0 6 0 0,0 1 0 15,0 3 725-15,0 3-660 0,-2 0-65 16,0-4 0-16,0 6 0 0,2-5 0 0,0-4 0 0,0-9 0 15,0 3 0-15,0-3 0 0,0-6 0 16,0-7 0-16,2-2-157 0,0-6 11 0,0-3 99 16,0-5-1039-16,2-4 524 0,-2-1 261 0,3 0 131 15</inkml:trace>
  <inkml:trace contextRef="#ctx0" brushRef="#br0" timeOffset="38979.47">18521 5829 3061 0,'0'-11'0'0,"2"4"0"0,-1-1 0 0,6 1 0 0,2 0 0 0,4 0 0 0,6 3 0 0,6-2 0 0,3 1 0 0,6-1 0 0,7 0 108 0,-2 3 190 0,-5 1-120 16,6 0-75-16,-3 1-32 0,-3-1-430 0,-1 2 198 15,-6 0 101-15,-4 0 58 0,-1 0-339 0,-3 3 189 0,-6 4 96 16,-4-1-825-16,-1 0 434 0</inkml:trace>
  <inkml:trace contextRef="#ctx0" brushRef="#br0" timeOffset="39182.74">18869 5467 2484 0,'-14'-12'0'0,"2"9"0"0,-2 0 0 0,1 3 0 0,6 0 0 0,-7 0 0 0,7 8 0 0,1 9 0 0,3 6 0 0,3 5 0 0,0 6 613 0,0 7-287 0,0 0-144 16,0-1-62-16,0 10 86 0,0-3-206 0,0-2 0 15,0 2 0-15,0-4 0 0,0-3 0 16,0 0 0-16,0-3-177 0,0-1 96 0,0-6 60 0,2-8-704 15,-1-1 382-15,5-5 67 0,-1-4 131 16,7-7-602-16,1-5 353 0,-2 0 178 0</inkml:trace>
  <inkml:trace contextRef="#ctx0" brushRef="#br0" timeOffset="39389.42">19227 5410 3306 0,'0'-8'0'0,"0"3"0"0,-3 3 0 0,-7 2 0 0,-5 0 0 0,0 15 0 0,3 10 0 0,0 7 0 0,3 6 0 0,5 0 0 0,2 13 349 16,2-4-156-16,0 2-110 0,4-1-83 15,9-2 0-15,0-4 0 0,5 4 0 0,2-6 0 16,-2-9 0-16,3 4 0 0,2-9 0 0,-5-6-148 0,3-3 22 16,0-4-337-16,-3-5 250 0,-1-5 44 15,1-3 89-15,-2 0-877 0,-3-6 464 0</inkml:trace>
  <inkml:trace contextRef="#ctx0" brushRef="#br0" timeOffset="39692.81">19432 5553 3174 0,'-7'-13'0'0,"3"5"0"0,3 3 0 0,-2-1 0 0,3 3 0 0,0-2 0 0,3 3 0 0,9 2 0 0,7 0 0 0,5 0 0 0,1 4 102 0,-1 9-32 15,1 2 221-15,-3 4-116 0,-1 3-74 16,-2-1-83-16,-5 2-18 15,-2 1 0-15,-6 1 0 0,-4-2 0 0,-2 5 0 0,-2-4 0 0,-14 0 0 16,-2-1 0-16,-5-4 0 0,2-5 0 16,-5 1 0-16,6-5 0 0,1-2 0 0,2-1 0 15,7-5 0-15,1 2 0 16,4-4 0-16,3 0 0 0,0 0 0 0,2 0 0 0,0 0 0 16,13 0 0-16,10 0 0 0,-1 0 0 0,7 0 0 15,-2 0 0-15,5-1 0 0,1-2 0 0,-1-3 0 0,-1 3 0 0,-3-3 0 16,0 2 0-16,-3 1 0 15,-1 1 0-15,-1-2 0 0,-3 0-867 16,-1 0 373-16,-4-2 228 0,0 0 104 0,-4-6-610 16,-1 0 367-16,-2-9 183 0</inkml:trace>
  <inkml:trace contextRef="#ctx0" brushRef="#br0" timeOffset="39900.37">19887 5591 2930 0,'-12'-16'0'0,"1"3"0"0,2 0 0 0,4 0 0 0,0 2 0 0,3 4 0 0,2-1 0 0,0 2 0 0,8 0 0 0,12 5 0 0,5 1 287 0,3 0-124 15,-1 6-53-15,-1 9-40 0,-2 5-1 0,-1 2 233 16,-4 3-302-16,-3 1 0 0,-4 2 0 0,-5 1 0 0,-5 1 0 16,-2-2 0-16,-2 1 0 15,-13 0 0-15,-3-1 0 0,-7-4 0 0,-1-1 0 0,-3-4 0 0,1-4 0 16,-2-4 0-16,6-5 0 0,0 0 0 16,1-4 0-16,7-2 0 0,0 0 0 0,7 0 0 0,4-6 0 15,3-9-410 1,2-8-646-16,9-7 509 0,14-3 254 0,7-4 127 0</inkml:trace>
  <inkml:trace contextRef="#ctx0" brushRef="#br0" timeOffset="40077.86">20188 5457 3588 0,'9'-9'0'0,"-2"5"0"0,-1 2 0 0,-5 0 0 0,1 0 0 0,-2 2 0 0,0 0 0 0,-13 0 0 0,3 10 0 0,-2 5 0 0,1 4 343 0,2 4-343 0,0 8 0 15,6-1 0-15,3 4 0 0,0 1 0 16,0 0 0-16,3-2 0 0,11 2 0 15,-1-3 0-15,4-5 0 0,0-3 0 0,0-1 0 16,-3-8 0-16,6 3 0 16,-4-10-48-16,0 0-369 0,0-4 90 0,3-4-743 0,0 0 506 0</inkml:trace>
  <inkml:trace contextRef="#ctx0" brushRef="#br0" timeOffset="40330.11">20558 5452 3931 0,'-10'-15'0'0,"4"5"0"0,1 1 0 0,-1-2 0 0,6 1 0 0,-1 5 0 0,1-3 0 0,0 2 0 0,10 5 0 0,11 1 0 0,1 1 0 0,1 16 0 0,0 6 0 0,-2 3 0 15,1 9 0-15,-5 4 0 0,-4 2 0 0,-3 2 0 16,-5-4 0-16,-1 13 0 0,-4-2 0 0,0-1 0 16,-7 3 0-16,-13 1 0 0,-2-2 0 15,-3-3 0-15,-2-5 0 0,-2-3 0 16,5-12 0-16,-4-1 0 0,-1-7 0 0,1-6 0 0,2-1 0 15,-1-8 0-15,-1-3 0 0,1-2 0 16,4 0-193-16,-5-6-9 0,7-13 81 16,2-6 41-16,6-13 1 0,9-2-1382 15,4-9 703-15</inkml:trace>
  <inkml:trace contextRef="#ctx0" brushRef="#br0" timeOffset="40570.8">20599 5315 3172 0,'16'-15'0'0,"3"6"0"0,0 0 0 0,3 2 0 0,-1 2 0 0,2 2 0 0,4 3 0 0,-2 0 0 0,0 0 0 0,-3 4 0 0,3 7 394 0,-7 0-178 16,-2 5-90-16,-5 1-103 0,-6 2-23 0,-3-1 0 15,-2 3 0-15,0-1 0 0,-16-1 0 0,-4-4 0 16,0-1 0-16,-6-3 0 0,5-4 0 0,-4 1 0 16,9-4 0-16,-1-2 0 0,8-2 0 0,1 0 0 15,3 0 0-15,2 0 0 0,1 0 0 16,2 0 0-16,2 0 0 0,17 0 0 15,6 0 0-15,3 0 0 0,4 0 0 0,2 0 0 0,1 0 0 16,3 0 0-16,7-2 0 0,-13 2 0 0,7 0-908 16,-1 0 249-16,0 0 301 0</inkml:trace>
  <inkml:trace contextRef="#ctx0" brushRef="#br0" timeOffset="41137.86">21939 4952 2946 0,'0'-13'-7'0,"-5"6"3"0,1 7 2 16,2 0 1-16,-1 0 0 0,-1 0 1 0,-3 11-1 0,-3 13 1 0,1 12 0 0,1 9-1 0,3 7 197 0,-2 16-83 0,6-1 369 0,1 3-271 0,0-1-211 15,0 1 0-15,0-11 0 0,0 12 0 0,0-21 0 16,1 7 0-16,1-8 0 16,0-3 0-16,1-11 0 0,-3 0 0 0,0-13 0 15,0-1 0-15,0-7 0 0,0-5 0 0,-5-5 0 16,-4-4 0-16,-2 0 0 0,-2-6 0 0,-2-12 0 16,-2-4 0-1,-1-2 0-15,-2-4 0 0,-1-2 0 0,-2-8 0 0,2 10 0 0,-2-2-32 0,2 9-10 0,-4-1 22 16,0 11-11-16,2 5 2 15,-3 4 183-15,1 2-154 0,7 5 0 0,-3 14 0 16,6 4 0-16,5 3 0 0,5 5 0 0,3 1 0 16,2 1 0-16,0 0 0 0,7 2 0 0,5-4 0 15,4-1 0-15,2-3 0 0,0-9 0 16,7 5 0-16,-1-10 0 0,1-5 0 0,5-2 0 0,0-6 0 16,4 0 0-16,-2-6 0 0,1-9-84 0,-1-2-400 15,0-3 223-15,4-7 111 0,-12-1-925 16</inkml:trace>
  <inkml:trace contextRef="#ctx0" brushRef="#br0" timeOffset="41361.18">22051 5489 3322 0,'3'-21'0'0,"1"10"0"0,-1 2 0 0,6 1 0 0,-4 0 0 0,6 5 0 16,5-1 0-16,5 2 0 0,4 2 0 0,5 4 0 0,0 11 403 0,4 10-197 0,-8-3-206 15,3 4 0-15,-3 5 0 0,-5 0 0 0,-3 3 0 0,-4-2 0 0,-7 0 0 16,-5 0 0-16,-2-1 0 15,-4 1 0-15,-15-5 0 0,-4 2 0 0,-2-8 0 16,-3 0 0-16,-4-4 0 0,2-4 0 0,-4-3 0 16,1-5 0-16,3 0 0 0,1-3 0 0,6-2 0 15,4 0 0-15,3 0-4 0,4-12-425 0,8-7 200 16,4-7 95-16,12-10-351 0,13-3 224 0,7-2 111 16,8-6 46-16</inkml:trace>
  <inkml:trace contextRef="#ctx0" brushRef="#br0" timeOffset="41536.36">22465 5389 2756 0,'16'-18'0'0,"-5"4"0"0,-1 7 0 0,-7 2 0 15,-1 3 0-15,-2 0 0 0,0 2 0 0,-12 0 0 0,-2 6 0 0,-9 12 0 0,5 6 479 0,-5 10-220 0,6 2 178 0,2 5-437 0,8-5 0 0,-2 13 0 16,9-6 0-16,0 0 0 0,0-4 0 0,12 1 0 16,5-8 0-16,4 3 0 0,5-8 0 15,2-3 0-15,2-3 0 0,1-5 0 0,-5-5 0 0,6-4 0 16,-2-3 0-16,-3-4 0 0,3 0 0 15,0-2-926-15,4-10 337 0</inkml:trace>
  <inkml:trace contextRef="#ctx0" brushRef="#br0" timeOffset="41697.43">23065 5356 3557 0,'-11'-17'0'0,"4"9"0"0,4 6 0 0,3-3 0 0,0 2 0 0,0 0 0 0,0 0 0 0,7-1 0 0,14 2 0 15,4 0 0-15,3 0 315 0,-2 2-256 0,-1 0-59 16,4 2 0-16,-2 3 0 0,-6 4 0 0,1-1-1 0,-5 6-136 0,-3-3 97 16,-4 5 33-16,-4 0-966 0</inkml:trace>
  <inkml:trace contextRef="#ctx0" brushRef="#br0" timeOffset="41840.6">23035 5609 3885 0,'-19'11'0'0,"4"-3"0"0,6-4 0 0,1-1 0 0,2 0 0 0,6-3 0 0,0 1 0 0,6 1 0 0,18 4 0 0,6-3 0 0,11 5 46 0,-2-1-46 0,9-2 0 16,3 0 0-16,2 1 0 0,1-2 0 0,2-1-452 15,1 5 28-15,-1-1 226 0,-1 5-531 0</inkml:trace>
  <inkml:trace contextRef="#ctx0" brushRef="#br0" timeOffset="42406.6">24276 4987 2415 0,'0'-8'0'0,"-4"0"0"0,3 4 0 0,1 1 0 0,0 2 0 0,0 1 0 0,1-1 0 16,19-1 0-16,8-1 0 0,11 2 0 0,-2 1 112 0,20-2 415 0,8 0-245 0,5 2-121 0,7-4-62 0,24 3 162 15,5-1-187-15,6 0-74 0,22 0 0 0,-8 2 0 16,3 0 0-16,1 0 0 0,-15 0 0 15,27 0 0-15,-12 0 0 0,7 0 0 0,0 2 0 16,-5 0 0-16,-14 0 0 0,26-1 0 0,-18 3 0 16,-28-4 0-16,4 0 0 0,-20 0 0 0,-11 2 0 0,4-2 0 15,-23 2 0-15,-4-2 0 0,-18 0 0 16,-8 0 0-16,-9 0 0 0,-8 0 0 0,-2 0 0 16,-3 0 0-16,-26 0 0 0,-4 0 0 15,-9-2 0-15,-7-4-363 0,3 3-32 0,-7-1 178 16,-1 2 89-16,-12 0-592 0,8 2 331 15,-27 0 180-15</inkml:trace>
  <inkml:trace contextRef="#ctx0" brushRef="#br0" timeOffset="42853.13">24322 5087 3156 0,'-18'-8'0'0,"4"8"0"0,0 0 0 0,7 3 0 0,1 0 0 0,3 7 0 0,3 3 0 0,0 6 0 0,0 9 0 0,1 6 0 0,9 5 296 0,2 8-129 15,4 4-55-15,-4 3 88 0,2 3-200 0,1 9 0 0,-7-7 0 16,-4 2 0-16,1-7 0 0,-3 14 0 0,-2-9 0 16,0 4 0-16,-7-2 0 0,-3-8 0 0,-5 1 0 15,-2-3 0-15,-1-6 0 0,-2-4 0 16,2-8 0-16,-3-5 0 0,6-9 0 15,-4-3 0-15,0-6 0 0,3-6 0 0,-4-4 0 16,2 0 0-16,1-8 0 0,-4-10 0 0,3-7 0 16,-1-6 0-16,-2-6 0 0,3-4 0 0,0-6 0 15,-1-11 0-15,3 0 0 0,0-1 0 0,2 12 0 16,1 1 0-16,-2 11 0 0,-2 4 0 0,3 12 0 0,0 0 0 16,-2 8 0-16,5 4 0 15,0 4 0-15,0 3 0 0,0 0 0 0,-1 10 0 16,5 11 0-16,-1 5 0 0,1 2 0 0,2 7 0 15,0-1 0-15,1 4 0 0,1 0 0 0,1-2 0 16,2 0 0-16,-2-3 0 0,2-3 0 0,0-6 0 16,0-1 0-16,0-2 0 0,0-5 0 0,5-2 0 15,5-5-410-15,5-2-43 0,1-5 208 0,11-2 103 16,1-2-668-16,10-13 391 0</inkml:trace>
  <inkml:trace contextRef="#ctx0" brushRef="#br0" timeOffset="43097.89">24905 5341 3931 0,'-3'-7'0'0,"-2"7"0"0,5 0 0 0,-1 0 0 0,-3 3 0 0,-1 14 0 0,3 7 0 0,0 7 0 0,0 0 0 0,0 5 0 0,0 15 0 0,2-3 0 0,0 1 0 0,0 0 0 16,0 0 0-16,-2-5 0 0,2 7 0 15,0-7 0-15,0-1 0 0,0-7 0 0,0-1 0 16,-1-5 0-16,-1 3 0 0,-3-12 0 0,4-3 0 16,-1-5 0-16,2-3 0 0,0-5-19 0,0-1-500 15,0-3 240-15,0-1 119 16,2-1-606-16,9-16 365 0,4-10 171 0,2-10-459 0</inkml:trace>
  <inkml:trace contextRef="#ctx0" brushRef="#br0" timeOffset="43273.38">25035 5668 3066 0,'4'-19'0'0,"-1"4"0"0,-1 5 0 0,1 1 0 0,4-1 0 0,-1 2 0 0,5 0 0 0,6 0 0 0,7-2 0 0,14 4 0 0,2-2 121 0,6 1 385 0,5 5-268 0,2-3-238 15,-2 2 0-15,-2 3 0 0,-1 0 0 0,-11 0 0 16,1 0 0-16,-3 0 0 0,-5 3-221 0,-7 2 116 16,-4 0 71-16,-8-1-337 0,-2-1 215 0,-7 2-798 15,-2-2 458-15,0-1 230 16,-11-2 114-16,-5 0-322 0,-1 0 209 0,-4-13 119 0</inkml:trace>
  <inkml:trace contextRef="#ctx0" brushRef="#br0" timeOffset="43457.89">25482 5348 2107 0,'-15'-27'0'0,"4"4"0"0,-1 6 0 0,1 0 0 0,-1 2 0 0,5 7 0 0,2 1 0 0,-1 5 0 0,5 0 0 0,-1 2 0 0,2 2 99 0,0 21 432 16,0 4-246-16,0 7-115 0,0 11-71 0,-2 1 541 15,-3 2-640-15,2 5 0 0,-3-1 0 16,-1-1 0-16,-2 0 0 0,-1 0 0 15,1-3 0-15,1 0 0 0,-1-4 0 0,3-8 0 0,0 2 0 16,1-5 0-16,3-9 0 0,2-4-342 0,0-7-94 0,0-2 108 16,0-7 154-16,7-4-700 0,11 0 419 15,2-17 208-15</inkml:trace>
  <inkml:trace contextRef="#ctx0" brushRef="#br0" timeOffset="43739.58">25807 5322 2237 0,'17'-17'0'0,"0"5"0"0,-8 5 0 0,1 3 0 0,-5 3 0 0,-2 1 0 0,0 0 0 0,-3 10 0 0,0 6 0 0,-3 8 0 0,-12 1 330 0,-5 6-151 0,-1 2-71 0,-5-1-35 15,-2 0 280-15,6-8-158 0,-4 2-69 0,1-3-49 16,10-6 176-16,-4-2-253 0,5-4 0 0,7-4 0 16,2 0 0-16,3-4 0 0,0 0 0 0,2-2 0 15,0 2 0-15,13-1 0 0,11-2 0 16,5 0 0-16,12 0 0 0,3 0 0 15,0 0 0-15,5-2 0 0,1-1 0 0,2-3 0 16,-1 2 0-16,-6 2 0 0,0 0 0 0,-12 0 0 16,-3 2 0-16,-1 0 0 0,-9 0 0 0,-1 0-242 15,-8 0 52-15,-3 0 70 0,-5 0-638 0,0 0 365 16,-3 0 178-16,0 0 88 0,-6-1-209 0,-4-11 150 16,-3-3 64-16</inkml:trace>
  <inkml:trace contextRef="#ctx0" brushRef="#br0" timeOffset="43920.07">26036 5300 2376 0,'-11'-7'0'0,"2"6"0"0,-1 0 0 0,2 1 0 0,-1 0 0 0,1 14 0 0,1 9 0 0,1 5 0 0,1 9 0 0,-1 5 0 0,-1-1 786 0,-1 11-379 0,-1-1-185 16,-3-2-92-16,1 0-120 0,-1 0-10 0,2-8 0 16,-2 10 0-16,3-8 0 0,2-7 0 0,0-1 0 15,2-4 0-15,3-9 0 16,0-2 0-16,2-8 0 0,0-3-315 0,0-5 108 15,4-4 122-15,8 0-1052 0,1-13 554 0,6-9 272 16</inkml:trace>
  <inkml:trace contextRef="#ctx0" brushRef="#br0" timeOffset="44139.8">26151 5468 3030 0,'15'-16'0'0,"5"6"0"0,3 3 0 0,2 1 0 0,-1 2 0 0,0 2 0 0,2 2 0 0,1 0 0 0,1 9 0 0,-2 11 0 0,-3 2 338 0,-3 7-150 0,-4 2-76 15,-4 3 151-15,-4 0-263 0,-5 2 0 0,-3-1 0 16,0 1 0-16,-18 2 0 0,-5-4 0 16,-1-8 0-16,-10 5 0 0,2-4 0 0,2-8 0 0,-2 0 0 15,0-4 0-15,-1-6 0 0,-1-2 0 0,2-3 0 16,0-4 0-16,4 0 0 0,7 0 0 0,1-4 0 16,6-3-156-16,5-4 63 0,7-5-595 15,2-2 326-15,4-7 162 0,17-1 72 16,9-3-298-16</inkml:trace>
  <inkml:trace contextRef="#ctx0" brushRef="#br0" timeOffset="44363.41">26596 5465 3035 0,'11'-10'0'0,"-5"3"0"0,-1 3 0 0,-3 0 0 0,-2-4 0 0,0 3 0 0,0 1 0 0,0-1 0 0,-4 1 0 0,-3 2 0 0,-4 2 460 0,-3 0-212 15,-4 5-105-15,1 13-98 0,-4 6-45 16,6 5 0-16,-2 4 0 0,2 8 0 0,6-6 0 15,3 2 0-15,4 0 0 0,2 1 0 0,0-2 0 0,2 0 0 16,12-5 0-16,0 1 0 0,5-6 0 16,4-1 0-16,-1-4 0 0,4-6 0 0,-1-4 0 15,-2-5 0-15,-1-4 0 0,2-2 0 0,-3 0 0 16,-1 0-817-16,-1-1 365 0,1-8 198 0,-2-6-571 16,-3-5 394-16</inkml:trace>
  <inkml:trace contextRef="#ctx0" brushRef="#br0" timeOffset="44661.78">26814 5264 2615 0,'-13'-14'0'0,"6"5"0"0,2 2 0 0,0-1 0 0,1 3 0 0,4 1 0 0,0 0 0 0,0 2 0 0,13 2 0 0,8 0 0 0,1 2 171 0,3 10-67 0,-2 3 304 15,-1 1-185-15,-4 1-84 0,5 6 39 16,-10-1-85-16,-3 3-93 0,-6-5 0 0,-4 3 0 15,0 0 0-15,-8 0 0 0,-11-3 0 0,-6-4 0 16,1-2 0-16,-4-5 0 0,-1-2 0 0,2-1 0 16,6-5 0-16,-4-1 0 0,3 0 0 0,12 0 0 15,0 0 0-15,2 0 0 0,6 0 0 16,0 0 0-16,2 0 0 0,0 0 0 0,17 0 0 0,8 3 0 16,7-1 0-16,1-1 0 15,12 1 0-15,-7 0 0 0,14 1 0 0,-4-1 0 0,-1-2 0 16,-1 3 0-16,-1-1 0 0,-7 1 0 15,2 1 0-15,-5 0-1087 0</inkml:trace>
  <inkml:trace contextRef="#ctx0" brushRef="#br0" timeOffset="45465.25">27802 5448 2098 0,'0'0'0'0,"2"-6"0"0,1-1 0 0,5-3 0 0,-3-1 0 0,2-1 0 0,0-6 0 0,-2 1 0 0,1 0 0 0,-1-2 0 16,-3 3 142-16,0-1-53 0,1 1 246 0,-3 1-154 0,0 0-72 0,0 0 112 16,-10 4-92-16,-3 2-47 0,-4 2-14 15,2 1 54-15,-8 4-43 0,0 2 0 16,-1 2 76-16,-3 15-113 0,4 5-42 0,-7 8 0 15,7 4 0-15,2 4 0 0,3 1 0 0,0 2 0 16,7-5 0-16,2 6 0 0,3-5 0 0,4-3 0 16,2-3 0-16,0-2 0 0,0-7 0 0,10-1 0 15,1-5 0-15,2-2 0 0,4-5 0 0,0-5 0 16,3-4 0-16,3 0 0 0,2-5 0 0,-1-12 0 16,-1-6 0-16,5-2 0 0,-2-4 0 0,4-7-180 15,-4 0 61-15,1-3 25 16,-1-4-210-16,-2-6 134 0,2-4 58 0,5-10-96 15,-5 1 86-15,2-4 43 0,0-5-33 0,1-1 38 16,-6 8-9-16,-1-11 48 0,-7 24-44 0,-10 10 1 16,-2 3 42-16,-3 16 0 0,0 5 249 0,0 4-120 15,-8 9-65-15,-7 4 462 0,-4 11-250 0,0 14-77 16,3 8-76-16,-7 15 480 0,3 2-527 0,3 14-40 16,1 1 0-16,1 0 0 15,4-5 0-15,-2 17 0 0,7-8 0 0,1-1 0 16,5-6 0-16,0-10 0 0,0 1 0 0,11-4 0 15,2-6 0-15,1-9 0 0,5-2 0 0,2-8 0 16,-3-5 0-16,6-2 0 0,1-7 0 0,0-5 0 16,-4-5-987-16,6 0 441 0,-5 0 260 0,1-13 125 15,-1-8-289-15,-6-7 208 0,-1-12 102 0</inkml:trace>
  <inkml:trace contextRef="#ctx0" brushRef="#br0" timeOffset="45671.83">28312 5286 2835 0,'-3'-31'0'0,"-1"10"0"0,2 4 0 0,-1 2 0 0,3 4 0 0,0 4 0 0,0 2 0 0,5 3 0 0,12 2 0 0,3 2 0 0,5 14 110 16,1 4 169-16,-1 6-122 0,0 8-60 0,-8-4 321 16,-2 6-383-16,-5 1-35 0,-7 2 0 0,-3-4 0 15,0 2 0-15,-18 1 0 0,-9-6 0 0,-3-5 0 16,-14 4 0-16,5-7 0 0,-1 0 0 16,-2-8 0-16,9-5 0 0,-5-3 0 15,5-3 0-15,8-3 0 0,2-2 0 0,9 0 0 16,5-2 0-16,3-5 0 0,6-10-630 0,3-2 279 15,19-4 157-15,11-7 79 0,15-4-681 0,-3 1 371 16</inkml:trace>
  <inkml:trace contextRef="#ctx0" brushRef="#br0" timeOffset="45839.28">28758 5134 3890 0,'9'-9'0'0,"-8"4"0"0,-1-1 0 0,-5 6 0 0,-25 0 0 0,0 0 0 0,-3 6 0 0,-6 10 0 0,8 7 0 0,-1 4 0 0,4 10 41 0,5 6-41 0,4 3 0 15,6 3 0-15,6 0 0 0,5 0 0 0,2 2 0 16,4-4 0-16,18 0 0 0,11-4 0 0,10 2 0 16,8-9 0-16,4-3 0 15,-1-5 0-15,22 4 0 0,-9-7 0 0,0 6-343 0,3-3-113 0</inkml:trace>
  <inkml:trace contextRef="#ctx0" brushRef="#br0" timeOffset="45991.21">29872 5859 3931 0,'-10'-41'0'0,"10"41"0"0,32 5 0 0,-5-5 0 0,-19 0 0 0,-5 0 0 0,-3 0 0 0,0 0 0 0,0-3 0 0,-5-3 0 0,-8 3 0 16,-4 3 0-16,-1 0-157 0</inkml:trace>
  <inkml:trace contextRef="#ctx0" brushRef="#br0" timeOffset="48466.3">6441 7534 2726 0,'-15'-13'0'0,"3"6"0"0,5 3 0 0,2-2 0 0,3 3 0 0,1-3 0 0,1 1 0 0,0-3 0 0,1 2 0 0,15-3 0 0,9-1 180 0,5 1 152 15,5 1-148-15,9-1-73 0,-5 3-38 16,-4 2 1-16,2 3 58 0,-2 1-52 0,-3 0-41 0,-4 0-39 16,-9 4 0-16,3 7 0 0,-8 0 0 0,-2 4 0 0,-5 2 0 15,-5 1 0-15,-2 6 0 0,0-3 0 16,-5 0 0-16,-11 3 0 0,3-6 0 16,-1-1 0-16,2-3 0 0,2-2 0 15,0-5 0-15,5-1 0 0,2-4 0 0,0 0 0 16,3 1 0-16,0 0 0 0,4 2 0 0,13 1 0 15,3-1 0-15,3 3 0 0,6 0 0 0,-1 1 0 0,2 2 0 16,0 0 0-16,-2 2 0 0,-1 0 0 0,-5 3 0 16,-4-1 0-16,-3 3 0 0,0 1 0 0,-7 3 0 15,-3 1 0-15,-3-2 0 16,-2 1 0-16,-2 3 0 0,-10-3 0 16,-7-1 0-16,-3 0 0 0,-3-3 0 0,-5-1 0 0,2-3 0 15,-2-3 0-15,0-1 0 16,1-5 0-16,8-3 0 0,-1-1 0 0,0-1 0 0,3 0 0 15,2 0 0-15,3-1 0 0,4-6 0 0,2-5 0 0,2-3 0 16,6-2 0-16,0-6 0 0,0-1 0 16,14-2-323-16,4-4-206 0,8-4 251 15,1 0 121-15,6 0-829 0</inkml:trace>
  <inkml:trace contextRef="#ctx0" brushRef="#br0" timeOffset="48740.71">7193 7412 2993 0,'0'-3'0'0,"0"1"0"16,0 2 0-16,-3 0 0 0,-3 0 0 0,1 0 0 0,3 0 0 0,2 2 0 0,0 3 0 0,2 2 0 0,9 1 390 0,6-1-168 0,1-1-135 15,2 0-25-15,2 0 0 0,1-4-26 0,-1-1 1 0,1-1-86 16,-1 0 38-16,-5 0 24 0,-2-5-147 0,-2-5 85 16,-3 0 43-16,-4 3-25 15,-4-6 29-15,-2 0 0 0,0 0-28 0,-2 2 133 0,-12 0-68 16,-1-1 1-16,-2 3-73 0,-1 1 228 0,-1 2-176 15,-1 3-15-15,-1 1 0 0,0 2 0 0,3 0 0 16,0 0 0-16,6 4 0 0,1 3 0 0,2 1 0 16,6 3 0-16,-1 2 0 0,4 0 0 15,0 2 0-15,2 0-269 0,12-1-54 16,-2 0 154-16,4 2 37 0,0-3-595 0,2 0 345 0,0 0 172 16,0 0 78-16</inkml:trace>
  <inkml:trace contextRef="#ctx0" brushRef="#br0" timeOffset="51041.78">8466 7361 2235 0,'0'0'0'0,"0"0"0"0,0 0 0 0,0 0 0 0,0 0 0 0,0 0 0 0,0 0 0 0,0 0 0 0,0 3 0 0,0 4 0 0,0 1 66 0,0 1 9 0,0 6-34 15,0 0 174-15,0 3-88 0,0 5 149 0,0 1-119 0,-2 3-48 0,-2 4-39 16,-6 11 0 0,1-1 139-16,-2 5-84 0,-3 4-43 0,0 5-8 0,-2 10-74 0,4-3 0 15,-2 2 0-15,3 0 0 0,2 0 0 16,4-10 0-16,-2 2 0 0,7-1 0 15,0-6 0-15,0-4 0 0,0-9 0 0,7-1 0 16,3-5 0-16,3-5 0 0,2-8 0 0,-2-2 0 16,3-2 0-16,-2-4 0 0,2 0 0 0,-5-6 0 15,-2 0 0-15,3-3 0 0,-1 0 0 0,-4 0 0 16,5 0 0-16,-3-1 0 16,0-9 0-16,1-1 0 0,-1-2 0 0,0-3 0 15,2-2 0-15,-4 0 0 0,3-5 0 0,-4-2 0 16,2-1 0-16,0-1-336 0,-3-4-84 0,1-2 190 15,2-7 95-15,-1 2-704 0,-1-2 400 0,1 7 190 0</inkml:trace>
  <inkml:trace contextRef="#ctx0" brushRef="#br0" timeOffset="51237.03">8815 7714 2925 0,'0'0'0'0,"0"0"0"16,0 0 0-16,0 0 0 0,5 0 0 0,5 0 0 0,1-1 0 0,5-1 0 0,0 0 0 0,3 2 0 0,2-2 161 0,1 2-61 0,1-3 155 0,0 3-109 0,-3 0-43 0,-1 0-296 15,-1 0 116-15,0 0 58 0,-3 0 29 16,-6 0-303-16,2 3 175 0,-4 1 75 0,1 2-870 0,-4-1 406 16</inkml:trace>
  <inkml:trace contextRef="#ctx0" brushRef="#br0" timeOffset="51314.24">8871 8017 378 0</inkml:trace>
  <inkml:trace contextRef="#ctx0" brushRef="#br0" timeOffset="51400.48">8820 8047 3931 0,'0'0'0'0,"0"2"0"0,12 0 0 0,6 0 0 0,3-2 0 0,4 0 0 0,1 0 0 0,-4 0 0 0,10 0 0 0,-4 0 0 0,1 0-366 0,-3 4 158 0,-1-1 105 16,-5 1 52-16,-1 3 25 0,-2 4-980 0</inkml:trace>
  <inkml:trace contextRef="#ctx0" brushRef="#br0" timeOffset="54036.53">10472 7617 2004 0,'-6'-8'0'0,"5"3"0"0,-3-1 0 0,2-6 0 0,-3-2 0 0,5-1 0 0,-2-2 0 0,2-3 0 0,0-7 0 0,0 2 0 0,0 5 95 0,0-7-10 0,0 1 1 15,0 6-47-15,0-3-1 16,0 0 42-16,0 2-32 0,-7 3-9 0,0 2 82 15,-4-2-40-15,-5 5-1 0,0-2 74 16,-3 4-48-16,-6 1-38 0,7 5-1 0,-10 1-28 16,3 3 0-16,-1 1 186 0,3 0-82 0,-3 7-58 0,2 7 124 15,3 3-209-15,2 4 0 0,1 4 0 16,2 2 0-16,3 8 0 0,3 6 0 0,5 4 0 16,1 4 0-16,4 14 0 0,0-8 0 0,2 19 0 0,5-5 0 15,7-1 0-15,-1 1 0 0,2-3 0 16,-2-6 0-16,2 13 0 0,-4-6 0 0,-2-2 0 0,0 2 0 15,-4 1 0-15,-3-14 0 16,-2 8 0-16,0-3 0 0,-7-5 0 0,-7-4 0 0,-4-4 0 16,0-11 0-16,-4 2 0 0,-2-8 0 0,-2-4 0 15,-4-7 0-15,1-3 0 0,-3-3 0 16,2-5 0-16,0-3 0 0,0-4 0 16,4 0 0-16,-1 0 0 0,6-2 0 0,3-7 0 15,1-1-88-15,4-3 19 0,4 0 47 16,4-6-11-16,5 0 0 0,0-5-19 0,14 4-464 0,11-5 239 15,9-3 119-15</inkml:trace>
  <inkml:trace contextRef="#ctx0" brushRef="#br0" timeOffset="54194.96">10327 8314 3772 0,'6'0'0'0,"3"0"0"0,0 0 0 15,2 0 0-15,3 0 0 0,0 0 0 0,6 0 0 0,1 0 0 0,5 0 0 0,1 0 0 0,1 0 128 0,-1 6-97 0,3 1-31 0,-5-2 0 16,5 3 0-16,-6-2-579 0,-2-2 261 0,1-1 179 16,-2 2-372-16,-3-3 284 0,0 3 128 0,-3-5 69 0</inkml:trace>
  <inkml:trace contextRef="#ctx0" brushRef="#br0" timeOffset="54424.58">10919 8022 3931 0,'-3'0'0'15,"1"0"0"-15,1 0 0 0,1 0 0 0,0 8 0 0,0 7 0 0,0 4 0 0,0 3 0 0,0 11 0 0,0-2 0 0,0 7 0 0,0 5 0 0,0-3 0 0,0-5 0 0,1 2 0 16,-1 0 0-16,0-2 0 0,0-4 0 16,0-1 0-16,0-10 0 0,0 3 0 0,0-5 0 0,0-3 0 15,0-5 0-15,0-1-357 16,0-3-25-1,-1-1 60-15,-3-3 143 0,-1-2-495 0,1 0 319 0,-2 0 158 16,3-9-402-16</inkml:trace>
  <inkml:trace contextRef="#ctx0" brushRef="#br0" timeOffset="54651.86">10868 7134 2887 0,'-9'-13'0'0,"7"9"0"0,-1 4 0 0,3 0 0 0,0 0 0 0,0 0 0 0,0 12 0 0,7 2 0 0,-2 7 0 0,1 0 0 0,1 6 641 16,-3 0-292-16,-1 5-295 0,0 3-54 0,-3-2 0 0,0 3 0 15,0-1 0-15,-3 1 0 0,-2-2-132 16,3 1-178-16,0-3 174 0,2 0-1109 0</inkml:trace>
  <inkml:trace contextRef="#ctx0" brushRef="#br0" timeOffset="58051.47">24355 6548 1574 0,'-7'-2'0'0,"1"1"0"16,0-1 0-16,1 0 0 0,-1 0 0 0,1 1 0 0,1-2 0 0,1 3 0 0,1-1 0 0,2 1 0 0,0 0 176 0,0 0-69 0,0 0-34 0,0 0 0 0,0 0 113 0,11 0-78 15,-1 0-35-15,4 0 189 0,3 0-112 0,-2 0-55 16,3 0-19-16,1 0 132 16,1 0-85-16,1 0-42 0,0 0 103 0,2 0-73 15,-1 0-26-15,4 0-10 0,-2 0 30 0,4 0-99 16,-2 0-6-16,2 0 0 0,1 0 0 0,2 0 0 16,7 0 0-16,-3 0 0 0,3-2 0 0,4-4 0 15,-5 0 0-15,6-1 0 0,-2 1 0 0,4-2 0 16,-1 3 0-16,4 0 0 0,1 0 0 0,3 2 0 15,1-1 0-15,11 2 0 0,-4 0 0 16,2 0 0-16,-7 2 0 0,7 0 0 16,4 0 0-16,-3 0 0 0,1 0 0 0,-1 0 0 15,-4 0 0-15,11 0 0 0,-7 0 0 0,-10 0 0 16,7 0 0-16,-5 0 0 0,0 0 0 0,-2 0 0 16,0 0 0-16,0 0 0 0,-4 0 0 0,5 0 0 15,0 0 0-15,-1 0 0 0,-2 0 0 0,0 0 0 16,-4 0 0-16,-4 0 0 0,4 2 0 15,0-2 0-15,-2 2 0 0,-3 0 0 0,-1 2 0 16,-4-2 0-16,2-1 0 0,-1 1 0 16,-1 1 0-16,-2-2 0 0,0 0 0 0,-10-1 0 15,3 0 0-15,-4 0 0 0,-4 0 0 0,-2 0 0 16,-7 0 0-16,1 0 0 0,-3 0 0 0,-2 0 0 16,-2 0 0-16,-2 0 0 0,0 0 0 0,-1 0 0 15,1 0 0-15,-3-1 0 0,0 0 0 0,0-4 0 16,0 2 0-16,0-1 0 0,0-2 0 0,0 1 0 15,-13-1 0-15,-1 5 0 0,-5-2 0 16,-8 3 0-16</inkml:trace>
  <inkml:trace contextRef="#ctx0" brushRef="#br0" timeOffset="60409.34">11559 7341 2603 0,'0'-2'0'0,"0"-2"0"15,-2 2 0-15,2 1-2 0,0-3-2 0,0 2 1 0,0-2 1 0,0 2 1 0,8-1 0 0,1 0 1 0,2 0 129 0,3-1 173 0,0 0-135 0,4 0-63 16,2 1 256-16,6-2-160 0,1 2-121 0,3 1-79 16,2-3 0-16,3 2 0 0,7-1 0 15,-1 0 0-15,2 2 0 0,4-1 0 0,8 2 0 0,7 0 0 16,0 1 0-16,4 0 0 0,1 0 0 16,-1 0 0-16,15 0 0 0,-5 0 0 15,5 0 0-15,11 0 0 0,-5 0 0 0,-9 0 0 0,20 1 0 16,-6-1 0-16,-2 0 0 0,6 0 0 0,-2 0 0 0,-11 0 0 15,18-10 0-15,-15 1 0 0,-12-2 0 16,3-1 0-16,-6 2 0 0,-11 0 0 16,-2 1 0-16,-7 1 0 15,-11 5 0-15,-5-4 0 0,-10 4 0 0,-1 1 0 16,-4 0 0-16,-10 1 0 0,-2-2 0 0,-5 3 0 16,-1 0 0-16,0 0 0 0,-2-2 0 0,0 1 0 0,-5-1 0 15,-8 0 0-15,-6 1-345 0,-6 1-58 0,0 0-1283 16,-8 0 1553-16,-7 5 46 0,0 6 1 0,-10 3-1015 15,-12 9 1036-15</inkml:trace>
  <inkml:trace contextRef="#ctx0" brushRef="#br0" timeOffset="60863.33">11706 7478 2675 0,'-11'-10'0'0,"1"7"0"16,4 3 0-16,4 0 0 0,-1 0 0 0,-1 0 0 0,2 11 0 0,0 4 0 0,2 8 0 0,-1 4 0 0,1 10 290 0,0 4-124 0,0 8-63 0,0 11 176 0,0 0-119 0,1-4-50 0,5 15 38 0,-3-5-148 16,3 0 0-16,-2 2 0 15,0 0 0-15,-2-11 0 16,0 12 0-16,0-15 0 0,-2 0 0 0,0-5 0 0,0-2 0 15,0-12 0-15,-4 3 0 16,-4-8 0-16,-1-3 0 0,0-9 0 0,-3-1 0 16,-3-6 0-16,-2-3 0 0,-3-5 0 0,-5-3 0 0,-1 0 0 0,-1-5 0 0,-3-8 0 15,-2-8 0-15,-1-3 0 16,1-5 0-16,2-2 0 16,1-7 0-16,5 3 0 0,-5-5 0 0,11 9 0 0,-1 4 0 0,5 8 0 15,0 0 0-15,5 9 0 0,0 2 0 0,0 1 0 16,6 6 0-16,-3 1 0 0,3 0 0 0,-1 0 0 15,0 12 0-15,-1 6 0 16,0 3 0-16,2 3 0 0,-3-3 0 0,1 7 0 16,1-2 0-16,-1 1 0 0,1-3 0 0,-1-2 0 15,2 1 0-15,1-4-35 0,2-1-701 0,0-3 349 0,0-3 173 16,2-3 87-16,10-3-371 16,10-6 234-16</inkml:trace>
  <inkml:trace contextRef="#ctx0" brushRef="#br0" timeOffset="61069.55">12065 7754 2489 0,'-2'0'0'0,"-5"0"0"0,6 14 0 0,-1 2 0 0,0 4 0 0,2 7 0 0,0 7 0 0,0 2 0 0,0 6 0 0,0 5 0 0,0 1 1213 15,0-5-984-15,0 11-229 0,0-5 0 16,0-2 0-16,0-2 0 0,4-3 0 0,2-7 0 15,-2 5 0-15,1-2 0 0,1-7 0 16,-3-1 0-16,1-11 0 0,-1 2-50 0,2-10 12 0,-1 0-1123 0,1-5 548 0,1-4 287 16,-1-2 144-16</inkml:trace>
  <inkml:trace contextRef="#ctx0" brushRef="#br0" timeOffset="61243.37">12137 8168 3358 0,'0'-14'0'0,"0"5"0"0,0-1 0 0,0-1 0 0,2 4 0 0,10 1 0 0,6-1 0 0,7 4 0 0,1-1 0 0,6 3 0 0,4-1 173 0,7 0-72 0,-10 2 63 0,6 0-62 16,-4 0-69-16,-1 0-74 0,-8 0 32 0,8 0 19 0,-13 0-1 15,3 4-577-15,-7-1 304 0,-2 1 151 0,-5 0 86 0,-3 0-875 16,-3 0 435-16,-4 0 200 0,0-3 115 16</inkml:trace>
  <inkml:trace contextRef="#ctx0" brushRef="#br0" timeOffset="61429.18">12436 7801 3093 0,'-17'-15'0'0,"4"9"0"0,1 4 0 0,2 1 0 0,2 1 0 0,-1 0 0 0,3 13 0 0,4 9 0 0,2 8 0 0,0 10 0 0,0-2 173 0,0 12 492 0,0-1-665 16,0 2 0-16,0-1 0 0,0 1 0 0,0-8 0 0,0 10 0 15,2-8 0-15,-2-7 0 16,2 1 0-16,-1-6 0 0,4-6 0 0,-1-4 0 0,-1-3-116 0,1-9-259 15,1-1 206-15,3-4 78 0,2-6-543 16,2 0 254-16,6-8 170 0</inkml:trace>
  <inkml:trace contextRef="#ctx0" brushRef="#br0" timeOffset="61710.6">12887 7677 2581 0,'8'-5'0'0,"-1"3"0"0,-3 2 0 0,-2 0 0 0,-2 4 0 0,-4 14 0 0,-12 1 0 0,2 5 0 0,-4 0 0 0,-1 3 0 0,-2 1 109 0,-4 0 307 0,1-1-189 0,1-3-94 16,2-2 218-16,7-6-237 0,-2-1-114 0,9-7 0 15,0 2 0-15,3-4 0 0,4 1 0 0,0-3 0 16,4 1 0-16,16-1 0 0,6 1 0 0,4-4 0 16,6 1 0-16,2 2 0 0,5-2 0 15,0 0 0-15,-1 1 0 0,-3-1 0 0,-4 0 0 0,3 0 0 16,-4 0 0-16,-4 0 0 15,-2-2 0-15,-5 2 0 0,-4-2 0 0,-3 0 0 16,-4 0 0-16,-3 1 0 0,-5-1 0 0,-1 0-64 16,-3 0-773-16,0 0 404 0,0 0 197 0,-7-1-499 15,-4-13 349-15,-2-7 173 0</inkml:trace>
  <inkml:trace contextRef="#ctx0" brushRef="#br0" timeOffset="61880.92">13086 7621 2428 0,'-15'-8'0'0,"6"6"0"0,-4 2 0 0,-1 0 0 0,3 4 0 0,4 11 0 0,-1 12 0 0,4 2 0 0,2 14 0 0,0 3 0 0,1 3 731 16,-1 1-346-16,-2 5-163 0,1-1-97 0,-3 1-85 0,1-3-40 15,2-3 0-15,1-2 0 0,2-9 0 0,0 2 0 16,0-8 0-16,0-7 0 0,0-3 0 16,2-5 0-16,1-7 0 0,6-3-656 0,0-7 220 0,2 0 111 15,2-12-708-15</inkml:trace>
  <inkml:trace contextRef="#ctx0" brushRef="#br0" timeOffset="62102.36">13217 7798 2705 0,'9'0'0'0,"5"0"0"0,3 0 0 0,0 0 0 0,2 1 0 0,1 10 0 0,-1 4 0 0,2 2 0 0,-3 6 0 0,-4-3 0 0,1 10 177 0,-6 1-70 15,-5-2 407-15,-2 3-238 0,-2 0-124 0,-6 3-152 16,-14 0 0-16,-3-1 0 0,-3-3 0 15,-5-4 0-15,5-7 0 0,-6 3 0 0,-2-3 0 16,3-4 0-16,0-4 0 16,1-4 0-16,6-4 0 0,2 0 0 0,1-4 0 0,4 0 0 0,6 0-31 0,3-4-252 15,5-13 130-15,3-6-732 0,5-10 424 16,13-3 211-16,9-3 105 0</inkml:trace>
  <inkml:trace contextRef="#ctx0" brushRef="#br0" timeOffset="62283.75">13453 7704 3096 0,'7'-10'0'0,"0"6"0"0,-3 2 0 0,-4 2 0 0,0 0 0 0,-8 14 0 0,-4 8 0 0,0 7 0 0,3 4 0 0,0 10 0 0,1 2 445 0,6 5-204 16,2 0-92-16,0-2-149 0,0 0 0 0,10-5 0 0,6 0 0 16,3-4 0-16,0-7 0 0,5 0 0 0,1-4 0 15,-1-3 0-15,3-5 0 0,-7-6 0 0,4-6 0 0,-1-4 0 16,0-4 0-16,3 0-986 0,-4-5 380 0,1-13 283 15</inkml:trace>
  <inkml:trace contextRef="#ctx0" brushRef="#br0" timeOffset="62569.58">13731 7621 3270 0,'-8'-23'0'0,"2"6"0"0,2-2 0 0,4 0 0 0,0 5 0 0,0-1 0 0,10 5 0 0,5 2 0 0,4 3 0 0,5 4 0 0,-2 1 124 0,3 0-48 15,-2 12 0-15,-5 1-29 0,1 8-8 0,-6 1-28 16,-5 3 1-16,-6 3 26 0,-2 2-44 16,-4 3 9-16,-15-4 36 0,-4-3-1 0,-3-1 0 0,2-5 88 15,-2-6-126-15,7-7 0 0,-2-1 0 0,4-6 0 16,6 0 0-16,1 0 0 0,5 0 0 16,1 0 0-16,4-6 0 0,0-5 0 15,6 4 0-15,13-5 0 0,1 3 0 0,3 4 0 16,7-3 0-16,-2 4 0 0,4 3 0 0,0-2 0 15,0 3 0-15,1 0 0 0,-1 0 0 0,-2 3-282 16,0 4 49-16,1 2-1645 0,-5 0 1766 0,-3 2 27 16,3-1-422-16</inkml:trace>
  <inkml:trace contextRef="#ctx0" brushRef="#br0" timeOffset="63007.85">14788 7149 3931 0,'0'-20'0'0,"0"16"0"0,0 4 0 0,1 0 0 0,1 0 0 0,2 11 0 0,1 12 0 0,0 4 0 0,0 13 0 0,-3 8 0 0,2 4 0 0,-2 13 0 16,-2 0 0-16,0-4 0 0,0 17 0 0,-9-5 0 0,1 1 0 15,-2-4 0-15,3-2 0 0,2-12 0 0,-3 6 0 16,5-7 0-16,-4-7 0 0,4-7 0 0,1-5 0 15,-2-10 0-15,2-3 0 0,2-11 0 0,-2-5 0 16,2-3 0-16,-1-3 0 0,-3-1 0 16,-4-1 0-16,0-10 0 0,-1-7 0 0,-4-4 0 15,0-1 0-15,-2-3 0 0,-6-7 0 0,2 4 0 0,-4-8 0 16,-2 3 0-16,2 10 0 0,-5-1 0 0,0 4 0 16,-1 6 0-16,1 8 0 0,2 3 0 0,4 3 0 15,-6 1 0-15,7 7 0 0,-2 9 0 16,5 5 0-16,2 5 0 0,3 3 0 0,6 3 0 15,4 2 0-15,0 3 0 0,3 0 0 16,0 2 0-16,13-4 0 0,7-3 0 0,1-4 0 16,6-3 0-16,5-8 0 0,3-6 0 0,1-6 0 15,8-5 0-15,-5 0 0 0,0-1 0 0,1-17 0 16,-1 1 0-16,-7-2 0 0,9-6 0 16,-3-2-23-1,-4-3-1137-15,0-6 562 0,-4-3 280 0,-4-6 130 0</inkml:trace>
  <inkml:trace contextRef="#ctx0" brushRef="#br0" timeOffset="63219.93">14975 7854 3374 0,'2'-29'0'0,"-2"8"0"0,0 9 0 0,0-2 0 0,0 4 0 15,0 3 0-15,0 4 0 0,0-1 0 0,0 3 0 0,4 1 0 0,10 0 161 0,2 10-52 0,5 10 178 0,0 1-287 0,4 6 0 0,-2 1 0 16,4 9 0-16,-10-8 0 0,1 4 0 0,-1 2 0 16,-6-4 0-16,-2-1 0 0,-6-2 0 0,-3-1 0 15,0 6 0-15,-17-6 0 0,-8-1 0 0,-3-3 0 16,-4-2 0-16,0-6 0 15,-1-4 0-15,-1-4 0 0,0-2 0 0,2-5 0 16,2 0 0-16,9 0 0 0,-1-5 0 0,7-10 0 16,2-7 0-16,9-5 0 0,4-5 0 0,2-5-630 15,18-6 51-15,7 0 271 0,6-1-679 0,5 1 474 16</inkml:trace>
  <inkml:trace contextRef="#ctx0" brushRef="#br0" timeOffset="63382.37">15303 7611 3914 0,'10'-15'0'0,"1"5"0"0,-4-2 0 0,-2 6 0 0,-3 2 0 0,-2 2 0 0,0 2 0 0,-11 6 0 0,-6 15 0 0,-1 9 0 0,0 8 17 0,3 2-17 16,6 8 0-16,3 2 0 0,4 5 0 0,2-1 0 15,0-1 0-15,8-3 0 0,7-3 0 0,3-2 0 16,5-8 0-16,5 5 0 16,3-8 0-16,2-6 0 0,5-3 0 0,-3-6 0 0,-1-7 0 0,2 1 0 15,-2-2-646-15</inkml:trace>
  <inkml:trace contextRef="#ctx0" brushRef="#br0" timeOffset="65078.98">16278 7345 2308 0,'-9'0'0'0,"4"4"0"0,3 4 0 0,0-1 0 0,2-6 0 0,0 1 0 0,0 2 0 0,2 2 0 0,9-3 0 0,6-1 0 0,8-2 612 0,2 0-277 0,3 0-153 16,0 0 231-16,2 0-332 0,-2 0-81 15,-5-3 0-15,-2 1 0 0,0-3 0 0,0 4 0 0,-5-2 0 16,-1 2 0-16,-4 1 0 0,-1 0 0 16,-3 0 0-16,-2 0-515 0,-3 5 139 0,-3 7 202 0,-1 1-943 15</inkml:trace>
  <inkml:trace contextRef="#ctx0" brushRef="#br0" timeOffset="65245.42">16296 7694 3788 0,'-18'9'0'0,"0"7"0"0,6-2 0 0,-2-4 0 0,8-2 0 0,5 0 0 0,1 1 0 0,1 0 0 0,22 0 0 0,7-3 0 0,11-3 136 0,4 1-129 0,4-4-7 15,-6 0 0-15,14 0 0 16,-8 0 0-16,-3 0 0 0,-2 0 0 0,-8 0 0 0,1 0 0 16,-3 4-32-16,-3 0-1175 0,-2 1 611 0</inkml:trace>
  <inkml:trace contextRef="#ctx0" brushRef="#br0" timeOffset="74239.2">17659 7602 389 0,'-15'-9'0'0,"1"-3"0"0,2 1 0 0</inkml:trace>
  <inkml:trace contextRef="#ctx0" brushRef="#br0" timeOffset="74534.32">17588 7525 3211 0,'-6'-19'0'0,"6"-2"0"0,0-1 0 0,6-1 0 0,6 3 0 16,11-5 0-16,0 7 0 0,2-2 0 0,1 4 0 0,0 3 0 0,4 3 97 0,-2 3-10 0,0 4 47 16,-3 2-48-16,1 1 1 0,-3 0-48 0,-5 10 29 15,3 8-30-15,-6 1 1 0,-2 2-5 0,-3 5-23 16,-5 0-11-16,-3 4 0 0,0 3 0 0,-2 2 0 16,-2 1 0-16,-13 3 0 0,0-1 0 0,-3-6 0 0,-7 7 0 15,-2-5 0-15,-1-3 0 0,2-7 0 0,-4-1 0 16,-2-4 0-16,0-3 0 0,0-5 0 0,2-4 0 15,2-1 0-15,8-4 0 0,-1-2 0 16,4 0 0-16,7 0 0 0,3 0 0 0,3 0 0 0,3 0 0 16,1 0 0-16,0 0 0 15,0 0 0-15,7 0 0 0,12 4 0 0,1 3 0 16,6 2 0-16,4-3 0 0,1 3 0 0,0-1 0 16,3-1 0-16,0 1 0 0,0-1 0 15,0-1 0-15,-2-1 0 0,-2 1 0 0,-1-2 0 16,-8-2 0-16,2 2 0 0,-4-3 0 0,-1 1 0 0,-2-2 0 15,-1 0 0-15</inkml:trace>
  <inkml:trace contextRef="#ctx0" brushRef="#br0" timeOffset="74559.89">18106 7975 389 0,'15'-9'0'0</inkml:trace>
  <inkml:trace contextRef="#ctx0" brushRef="#br0" timeOffset="74726.87">18897 7294 1934 0,'0'-19'0'0,"2"0"0"0,0-2 0 0,0-5 0 0,0 0 0 0,-1 0 0 0,1-4 0 0,0-4 0 0,2 0 0 0,-3 0 0 0</inkml:trace>
  <inkml:trace contextRef="#ctx0" brushRef="#br0" timeOffset="75049.7">18926 6907 3577 0,'0'-22'0'0,"-7"2"0"15,0 6 0-15,-4 1 0 0,-3 1 0 0,2 4 0 0,-6 3 0 0,0 4 0 0,-3-2 0 0,0 3 0 0,-3 0 125 0,2 3 104 0,-1 6-229 0,5 3 0 0,-5 4 0 0,5 3 0 16,2 1 0-16,2 5 0 0,3 1 0 16,4 3 0-16,-1 4 0 0,4 2 0 15,2 11 0-15,2-3 0 0,0 6 0 16,0 1 0-16,0 5 0 0,2-1 0 0,2 3 0 16,4-1 0-16,-1 0 0 0,4 8 0 0,-3-13 0 15,0 6 0-15,1-2 0 0,-2 2 0 0,2-4 0 0,-6 0 0 16,-1-3 0-16,0-3 0 0,-2 0 0 0,0-2 0 15,-2-4 0-15,-10 5 0 0,3-11 0 0,-4-3 0 16,-2-3 0-16,0-6 0 0,0-6 0 16,-4 0 0-16,-2-6 0 0,0-1 0 15,0-5 0-15,-2-1 0 0,0-4 0 0,-3 0 0 16,1 0 0-16,1-1 0 0,5-9 0 0,-2-1 0 16,3 0 0-16,3-1 0 0,2-1 0 0,1 2 0 15,5 1 0-15,3 2 0 0,0-2 0 0,4 0 0 0,0 1-119 16,2-2-315-16,11-1 198 15,10-1 99-15,5 2-753 0,2-2 431 0,4 1 211 16,10-1 105-16</inkml:trace>
  <inkml:trace contextRef="#ctx0" brushRef="#br0" timeOffset="75381.77">18914 7909 3335 0,'1'5'0'0,"1"1"0"0,-2 3 0 0,0 0 0 0,-2 3 0 0,-3 0 0 0,0 3 0 0,1 4 0 0,4 2 0 0,0 4 0 0,0-3 382 0,5 6-177 0,8-3-196 16,3-3-9-16,-2-2 0 0,5-3 0 0,-2-3 0 16,4-3 0-16,0-2 0 0,-1-7 0 0,1-2 0 15,-2 0 0-15,1 0 0 0,3-13 0 0,-6-3 0 16,-2-6 0-16,-2 3 0 0,-2-4 0 0,-4 1 0 16,-1-5 0-16,-4 2 0 0,1-3 0 0,-3-3 0 15,0-1 0-15,-9 2 0 0,-3-1 0 16,-2 5 0-16,-3 3 0 0,2 8 0 15,-3 0 0-15,-1 5 0 0,-1 5 0 0,-1 4 0 16,0 1 0-16,2 0 0 0,0 5 0 0,2 8 0 16,4 0 0-16,0 4 0 0,2 0 0 0,3 2 0 15,3-2 0-15,1-1 0 0,4 4 0 0,0-5 0 16,0-3 0-16,0 0 0 0,0-3-184 0,2-3-18 16,7 0 82-16,-2-6-691 0,7 0 387 0,-1 0 193 15,2-5-239-15</inkml:trace>
  <inkml:trace contextRef="#ctx0" brushRef="#br0" timeOffset="75585.19">19349 6631 3931 0,'-3'-17'0'0,"1"10"0"0,0 0 0 0,0 2 0 0,0 1 0 0,2 3 0 0,0 1 0 0,0 0 0 0,0 0 0 0,0 16 0 0,0 5 0 16,0 5 0-16,0 3 0 0,-1 5 0 0,-3 3 0 0,0 8 0 16,-2-2 0-16,0 1 0 0,3 3 0 0,-3 1-62 15,3 1-298-15,-1 6 193 0</inkml:trace>
  <inkml:trace contextRef="#ctx0" brushRef="#br0" timeOffset="76393.62">20031 7046 1617 0,'-4'-1'0'0,"1"-2"0"0,1 1 0 0,0 0 0 0,0 0 0 0,2 2 0 0,0-1 0 0,0-1 0 0,0 0 0 0,0 0 0 0,0 0 185 0,4 0-74 16,3 1 205-16,3-2-129 0,-1 3-79 15,4 0-35-15,1 0 234 0,2 0-134 0,7 0-68 16,0 0-23-16,7 0 180 0,2-1-112 0,10-1-56 16,2 0-28-16,3 0 29 0,4-2-95 0,3 1 0 15,16-1 0-15,-5 1 0 0,5 0 0 0,2 1 0 16,4 1 0-16,5-2 0 0,11 2 0 0,-3-3 0 16,5 3 0-16,1-5 0 15,-8 4 0-15,21-4 0 0,-8 0 0 0,0 2 0 0,1-1 0 0,-3 1 0 16,-17 3 0-16,6-1 0 15,-6-1 0-15,-5 3 0 0,-10 0 0 0,-11 0 0 16,0 0 0-16,-6 0 0 0,-12 0 0 0,-3 0 0 16,-9 3 0-16,-3-3 0 0,-7 2 0 0,-3-2 0 15,-7 0 0-15,-1 0 0 0,-2 0 0 0,0 0 0 16,-2 0 0-16,0 0 0 0,0-2 0 0,-8-4 0 16,-2-1 0-16,-2 5 0 0,-6-3-151 0,-4 2 16 15,-4 1 49-15,-4 2-810 0,-4 0 428 16,-10 8 215-16</inkml:trace>
  <inkml:trace contextRef="#ctx0" brushRef="#br0" timeOffset="76852.52">20176 7152 2571 0,'-9'0'0'0,"3"0"0"0,5 4 0 0,-4 7 0 0,5 1 0 0,0 7 0 0,0 4 0 0,0 7 0 0,0 4 0 0,3 7 0 0,0 0 484 15,5 4-223-15,-3 4-111 0,1 0-56 0,-3 3 226 16,-1 1-269-16,1 0-51 0,-1-1 0 16,-2-1 0-16,0-2 0 15,0-10 0-15,0 8 0 0,-2-13 0 0,-5 1 0 0,2-4 0 16,-2-10 0-16,-1 1 0 0,0-9 0 15,3-1 0-15,-4-7 0 0,-2-2 0 0,-3-3 0 0,-1 0 0 16,-2-1 0-16,-2-13 0 0,1-4 0 0,-2-4 0 16,2-3 0-16,-1-3 0 15,-2-4 0-15,1-8 0 0,-1 3 0 0,4-1 0 0,2 9 0 16,3 2 0-16,-2 1 0 0,3 5 0 0,4 10 0 16,-2 1 0-16,6 3 0 0,-1 5 0 0,2 0 0 15,-1 2 0-15,1 5 0 0,-2 12 0 0,1 8 0 16,0-3 0-16,-1 9 0 0,1-2 0 15,-3 2 0-15,1 1 0 0,-1-1 0 16,-4 1 0-16,3 0 0 0,-2-4 0 0,0-2 0 16,-1 1 0-16,2-6 0 0,1-1-386 0,2-2 34 15,5-8 157-15,0 3-614 0,0-7 386 0,1-2 192 16,14-4 87-16,10 0-502 0</inkml:trace>
  <inkml:trace contextRef="#ctx0" brushRef="#br0" timeOffset="77061.78">20498 7412 3415 0,'0'0'0'0,"0"0"0"0,0 6 0 0,0 1 0 0,0 6 0 0,0 5 0 0,0 4 0 16,0 4 0-16,0 2 0 0,0 6 0 0,0 2 516 0,0 1-516 0,0 1 0 0,0 2 0 0,0-4 0 15,1-1 0-15,1-2 0 16,0-4 0-16,0 3 0 0,0-6 0 0,-2-3 0 15,2-4-50-15,-1-1-69 0,-1-7 88 0,0-1-930 16,2-3 464-16,-2-1 218 0,2-2 121 0,0-4-559 16</inkml:trace>
  <inkml:trace contextRef="#ctx0" brushRef="#br0" timeOffset="77244.31">20595 7647 3157 0,'0'-6'0'0,"0"4"0"0,6-2 0 0,1-1 0 0,5 2 0 0,4-2 0 0,7 0 0 0,5 3 0 0,4-2 0 0,9 2 0 0,-2-1 122 0,3 1 155 0,-6 0-119 16,3 2-51-16,-2 0-24 0,-3 0-56 0,1 0-27 15,-5 2 0-15,-3 3-343 0,-4-1 135 0,-4 2 118 16,-3-1 64-16,-4-1-694 0,-5 0 374 0,-3 2 54 16,-2-3-456-16,-2 1 360 0</inkml:trace>
  <inkml:trace contextRef="#ctx0" brushRef="#br0" timeOffset="77450.8">20990 7349 2057 0,'-18'-8'0'0,"6"3"0"0,-4 5 0 0,7 0 0 16,-1 0 0-16,1 0 0 0,0 5 0 0,5 6 0 0,2 5 0 0,2 7 0 0,0 2 573 0,0 5-272 0,0 4-132 0,0 1-65 15,0 3 390-15,2 5-261 0,0-7-233 16,0 11 0-16,1-6 0 0,-1-5 0 0,0 1 0 15,-2 1 0-15,2-4 0 0,-2-4-30 0,2-1-733 16,1-10 390-16,4 0 203 0,-2-6 0 0,4-5-376 16,0-2 258-16,7-6 125 0,0-3 63 0</inkml:trace>
  <inkml:trace contextRef="#ctx0" brushRef="#br0" timeOffset="77735.58">21318 7440 1673 0,'21'-22'0'0,"0"8"0"0,-5 5 0 0,-5 5 0 0,-1 3 0 16,-3 1 0-16,-1 0 0 0,-4 14 0 0,-2 3 0 0,-2 8 0 0,-13 1 400 0,-2 3-172 0,-1-1-100 0,-3 1 115 0,-2-1-102 0,2-1-52 15,1-5-25-15,4-4 119 0,0-1-76 16,4-6-36-16,5-4 1 0,1-1 49 0,3-4-42 0,1-1 9 16,2-1 117-16,0 0-166 0,0 0-39 0,9 0 0 15,10 0 0-15,1 0 0 16,7 0 0-16,-1 0 0 0,4 0 0 0,0 0 0 15,4 0 0-15,0 0 0 0,-1 0 0 0,1 0 0 16,1 0 0-16,-3 0 0 0,0 0 0 0,-11 0 0 16,4 2 0-16,-2 2 0 0,-5-3 0 0,-4 4-635 15,-5-3 208-15,-2 1 185 0,0 0 107 0,-6-1-558 16,1-2 327-16,-2 0 163 0,0 0 82 0,-5 0-355 16</inkml:trace>
  <inkml:trace contextRef="#ctx0" brushRef="#br0" timeOffset="77911.58">21590 7427 2336 0,'-16'-13'0'0,"2"3"0"0,0 7 0 0,4 1 0 0,-3 0 0 0,1 2 0 0,5 2 0 0,1 13 0 0,1 7 0 0,3 5 0 0,0 6 280 0,2 12-126 0,0 3 188 0,0 2-152 16,-2 3-76-16,2 0-39 0,-1-8 356 0,-1 9-422 16,2-6-9-16,0-13 0 0,0 4 0 15,0-4 0-15,0-10 0 0,0 2-176 16,0-6-90-16,2-10 152 0,1-2 76 0,3-6-959 15,3-3 479-15,1-1 218 0</inkml:trace>
  <inkml:trace contextRef="#ctx0" brushRef="#br0" timeOffset="78134.67">21695 7558 2524 0,'12'-9'0'0,"2"3"0"0,4 3 0 0,-2-1 0 0,3 4 0 0,4 0 0 0,-3 2 0 0,5 13 0 0,-4 2 0 0,-2 2 0 0,-3 7 278 0,0 0-120 15,-7 5-51-15,-2 0 294 0,-7 1-182 0,0 2-91 16,-3 0-45-16,-13-1-50 0,-4 0-33 0,-5-7 0 16,-1 0 0-16,-2-5 0 0,-1-5 0 0,-1-2 0 15,-2-5 0-15,2-5 0 0,0-3 0 0,2-1 0 16,1 0 0-16,8 0 0 0,-2-3 0 0,6-6-450 16,5-7 37-16,6 0 188 0,4-9 93 15,2 0-599-15,17-6 337 0</inkml:trace>
  <inkml:trace contextRef="#ctx0" brushRef="#br0" timeOffset="78311.67">21978 7524 3396 0,'9'-4'0'0,"-2"1"0"0,-3 1 0 0,-4 2 0 0,0 0 0 0,-4 6 0 0,-11 13 0 0,5-2 0 0,-4 12 0 0,3-2 0 0,1 5 242 0,3 4 51 0,7 0-293 15,0-2 0-15,0 1 0 0,1-1 0 16,12-4 0-16,4-3 0 0,1 0 0 0,4-4 0 15,2-7 0-15,1-2 0 0,1-5 0 0,-6-5-315 16,5-2 169-16,-4-2-884 0,2 0 490 0,-5-2 252 16</inkml:trace>
  <inkml:trace contextRef="#ctx0" brushRef="#br0" timeOffset="78596.19">22178 7401 2547 0,'-14'-30'0'0,"3"11"0"0,4 3 0 0,2 6 0 0,3-2 0 0,2 5 0 0,0 1 0 0,0 3 0 0,11-1 0 0,8 4 0 0,4 0 95 0,-5 0 121 0,8 9-94 0,-3 5-43 16,-3 2 57-16,-2 3-50 0,-6 1-24 0,-2-1 9 15,-4 2-108-15,-4 2 37 0,-2 1-1 0,-6-3-5 16,-8-6 43-16,-4 1 10 0,-5-2-10 16,-1-7 226-16,1-1-112 0,3-4-125 0,-3-2-26 0,2 0 0 15,7 0 0-15,3 0 0 16,1-6 0-16,4 3 0 0,3-3 0 0,3 1 0 15,0-1 0-15,5 0 0 0,16 0 0 0,4 3 0 16,3 0 0-16,1 2 0 0,6-1 0 0,-2 0 0 16,5 2 0-16,1 0 0 0,-3 0 0 0,-1 2-228 15,0 6 71-15,-3 1 24 0,0 2-800 16,-2 0 448-16</inkml:trace>
  <inkml:trace contextRef="#ctx0" brushRef="#br0" timeOffset="79044.95">23205 7572 2876 0,'-7'-14'0'0,"1"5"0"0,3 0 0 0,-3-6 0 0,1 1 0 0,-2 2 0 0,2 3 0 0,1-5 0 0,-1 5 0 0,1-1 0 0,-3 3 150 0,-1-1-57 0,-1 4-19 0,-6 2 3 15,-4 2 0-15,-6 9-42 16,-5 11 1-16,0 6 71 0,6 3-26 0,-10 8-10 15,9 2-35-15,3 0 182 0,7 5-218 0,4-3 0 16,7-8 0-16,2 2 0 0,2-4 0 0,0-10 0 16,4 0 0-16,9-5 0 0,4-1 0 0,1-11 0 15,5-1 0-15,2-3 0 0,1-6 0 0,2-15 0 16,-1-5 0-16,5-8 0 0,-7-3 0 0,2-5 0 16,-4-3 0-16,-1-2 0 15,-4-3-267-15,2-3 94 0,-6-2 68 0,2-8 35 16,-4 2-23-16,-1-2 29 0,-2 5-9 0,-2-16 33 15,-2 20 4-15,-3 3 0 0,-2 17 0 0,0 9 139 16,0-1-79-16,-2 16-25 0,-5 0 0 0,0 8 391 16,-2 2-205-16,-3 16-58 0,3 13 39 0,1 14-166 15,-2 6 0-15,1 14 0 0,2 0 0 0,0 5 0 16,2-8 0-16,1 17 0 0,1-12 0 0,3 3 0 16,0-4 0-16,0-7 0 15,0-2 0-15,2-1 0 0,8-8 0 0,-1-10 0 16,0 0 0-16,-2-12 0 0,5-2 0 0,-1-7 0 15,1-3-64-15,1-7-2 0,1-3-1115 0,5-2 563 16</inkml:trace>
  <inkml:trace contextRef="#ctx0" brushRef="#br0" timeOffset="79260.58">23469 7463 3931 0,'-2'-15'0'0,"2"7"0"0,0 0 0 0,0 3 0 0,2 2 0 0,10 0 0 0,9 3 0 0,2 0 0 0,3 15 0 0,8 10 0 0,-4 0 0 15,-1 9 0-15,-3-1 0 0,-6 5 0 0,-3-5 0 16,-2 15 0-16,-10-7 0 0,-2 0 0 0,-3-2 0 16,-10 1 0-16,-8-8 0 0,-12 5 0 0,-3-7 0 15,-3-4 0-15,-1-7 0 0,-2-6 0 0,5-5 0 16,-1-4 0-16,1-4 0 0,4 0 0 0,9 0 0 16,1-9 0-16,8-9 0 15,8-7 0-15,4-10-395 0,9-4-102 0,20-12 231 0</inkml:trace>
  <inkml:trace contextRef="#ctx0" brushRef="#br0" timeOffset="79430.83">23904 7288 3931 0,'9'-5'0'0,"-4"3"0"0,-5 2 0 0,-5 0 0 0,-20 15 0 0,-2 6 0 0,-1 8 0 0,3 5 0 0,1 7 0 0,7 9 0 0,0 11 0 0,12-7 0 15,3 14 0-15,2-5 0 0,0-11 0 0,11 4 0 16,12-4 0-16,7-4 0 0,7-5 0 0,14-4 0 15,2-8 0-15,4-5 0 0,-2-8 0 0,19 3 0 16,-7-4 0-16,-3-4-1059 0</inkml:trace>
  <inkml:trace contextRef="#ctx0" brushRef="#br0" timeOffset="84075.52">4042 9658 2259 0,'-5'0'0'0,"0"0"0"0,0-1 0 0,-2-3 0 0,1-2 0 0,2 1 0 0,-1-5 0 0,2 0 0 0,0 1 0 0,1-4 0 0,-1 0 142 0,3-2-51 0,0 0 140 16,0 0-96-16,0-2-37 0,0 0 116 16,0 2-87-16,3-2-43 0,-1 3 50 0,6 0-47 0,-3 3 9 15,0 3-56-15,7 0-1 0,-6 0 113 0,8 3-150 16,-1 4-2-16,-1-1 0 16,6 2 0-16,2 0 0 0,2 0 0 0,-1 3 0 15,4 8 0-15,-6 2 0 0,6 3 0 16,-4 2 0-16,-2 3 0 0,1 5 0 0,-9 1 0 0,3 3 0 15,-6 2 0-15,-3 0 0 0,-3 0 0 0,-1 2 0 16,-1-2 0-16,0-1 0 0,-6-2 0 16,-6-2 0-16,-3 2 0 0,-2-4 0 0,-2-5 0 0,3-3 0 15,-9-1 0-15,2-2 0 0,-3-5 0 16,1-1 0-16,4-7 0 0,-4 2 0 16,4-3 0-16,1 0 0 0,1 0 0 15,1-3 0-15,6-6 0 0,1 0 0 0,1 0 0 16,5-1 0-16,2 1 0 0,2 2 0 0,1-1 0 0,0 0 0 15,0 1 0-15,7 1-5 0,8 3-400 0,0 1 183 0,5 2-679 16,5 0 436-16,-3 0 212 16,8-3-218-16,-3 2 215 0</inkml:trace>
  <inkml:trace contextRef="#ctx0" brushRef="#br0" timeOffset="84372.96">4642 9418 2116 0,'0'-19'0'0,"0"4"0"0,0-3 0 0,0 0 0 0,-8 5 0 0,-2 0 0 0,1 4 0 0,-6 3 0 0,0 2 0 0,-1 2 0 0,-3 2 215 0,-4 0-88 0,3 2 234 16,-5 12-161-16,3 1-71 0,-3 7 300 16,0 0-195-16,7 7-114 0,-1-2-120 0,3 4 0 15,6 1 0-15,0 4 0 0,8-1 0 0,2 1 0 16,0-2 0-16,0-1 0 0,2 1 0 15,8-2 0-15,3-4 0 0,2 1 0 16,2-5 0-16,1 0 0 0,-1-4 0 0,5 0 0 0,-2-3 0 16,1-4 0-16,-2-2 0 0,1-1 0 0,-1-5 0 15,2-1 0-15,-3-2 0 0,3-2 0 0,-2 0-188 0,-1 0-662 16,2-6 395-16,5-5 213 16,-3-1-577-16,2-2 390 0,0-3 194 0</inkml:trace>
  <inkml:trace contextRef="#ctx0" brushRef="#br0" timeOffset="84566.4">4918 9361 3931 0,'-5'-1'0'0,"0"1"0"0,1 0 0 0,2-2 0 0,2 2 0 0,0 0 0 0,0 0 0 0,11 0 0 0,6 0 0 0,3 0 0 0,2 3 0 0,3-3 0 0,1 0 0 16,1 0 0-16,-4 0 0 0,7 0 0 15,-6 0 0-15,-4 0 0 0,1-1 0 0,-2 1 0 16,-6 0-911-16,2 0 418 0,-6 0 248 0,0 1 8 0,-5 10-638 0</inkml:trace>
  <inkml:trace contextRef="#ctx0" brushRef="#br0" timeOffset="84750.81">5021 9602 3126 0,'-17'9'0'0,"3"6"0"0,2-4 0 0,2-3 0 0,5 0 0 0,3-4 0 0,2 1 0 0,0 1 0 0,6-3 0 0,17 4 0 0,2-4 231 0,0 1 343 16,8-1-574-16,-3-1 0 0,1-2 0 0,3 0 0 0,-4 0 0 15,0 0 0 1,-2 0 0-16,-6 0 0 0,1 0 0 0,-1 0 0 0,-5 0-5 16,-3 0-391-16,-3 0 218 0,0 2 89 0,-7 4-584 0,0-1 270 15</inkml:trace>
  <inkml:trace contextRef="#ctx0" brushRef="#br0" timeOffset="86929.11">5699 9452 724 0,'-6'-2'0'0,"-1"-1"0"0,-1 0 0 0,3 1 0 0,-3 0 0 0,4-1 0 0,-3-1 0 0,1 3 0 0,1-2 0 0,0 3 0 0,0-1 84 0,0 1 9 15,1-3-54-15,1 3 71 0,0 0-35 0,1 0 212 16,1 0-125-16,1 0-51 0,0 0 175 0,0 0-123 0,0 0-62 0,3 0-31 16,10 3 0-16,4-2 326 0,3 3-183 15,5-2-87-15,3 0-44 16,-1-2 200-16,6 2-122 0,-2-2-50 0,3 0-41 0,-1 0 25 16,3 0-70-16,-2 0-24 15,1 0 0-15,-3 0 0 0,-4 0 0 0,1 0-137 0,-8 0 32 0,0-2 73 16,-7 0 45-16,2-1-495 0,-7 0 205 15,-2 2 139-15,-2-2-5 0,-3 3-550 16,-2 0 316-16,0 0 175 0,0 0 81 0</inkml:trace>
  <inkml:trace contextRef="#ctx0" brushRef="#br0" timeOffset="87290.93">5729 9611 2405 0,'-15'2'0'0,"7"0"0"0,3 0 0 0,2-2 0 0,3 0 0 0,0 0 0 16,1 0 0-16,10 2 0 0,7 1 0 0,8 4 0 0,1 0 128 0,0 2-45 0,2 1 156 0,-6-1-91 0,7 2-59 15,-11 0-25-15,3 1-55 0,-7 3 0 0,-5 0 30 16,-4 2 10-16,-4-1-153 0,-2 7 71 0,-10-2 37 16,-10 2-24-16,-3-1 29 0,-3-1 11 0,-4-3 19 15,-2 1 20-15,-2-6-69 0,4 0 1 0,2-4 196 16,5-3-77-16,1-2-50 0,5 0-1 0,6-3 239 15,1-1-298-15,7 0 0 0,1 0 0 0,2 0 0 16,0 0 0-16,5 0 0 0,16 0 0 0,5 0 0 16,5 0 0-16,2 0 0 0,3 0 0 15,4 0 0-15,-3-1 0 0,0-1 0 16,0 0 0-16,-5 0 0 0,-3 2 0 0,-8 0 0 16,-1 0 0-16,-5 0 0 0,-4 0 0 0,-1 0 0 15,-3 0 0-15,-4 0-212 0,-1 0-474 0,-2 2 314 16,0-2 171-16,0 0-164 0,0 0 163 0,0 0 82 15,-2-6 40-15,-6-9-489 0</inkml:trace>
  <inkml:trace contextRef="#ctx0" brushRef="#br0" timeOffset="87494.07">5929 8715 3169 0,'-5'0'0'0,"1"9"0"0,3 6 0 0,0 0 0 0,1 5 0 16,0 4 0-16,0 4 0 0,0 3 0 0,0 4 0 0,0 8 0 0,2-3 152 0,4 1-27 15,-1-6-33-15,0 11-10 0,0-11-43 0,0 3-247 0,-3 2 124 0,0-5 61 0,2 2 41 16,2-2-571-16,-2-4 296 0,3 2 148 0,1-6-685 16,1-2 342-16,4-6 197 0</inkml:trace>
  <inkml:trace contextRef="#ctx0" brushRef="#br0" timeOffset="87693.62">6343 9226 3517 0,'0'-2'-3'0,"0"0"1"0,3 1 0 0,9-2 2 0,6 2 0 0,6-3 0 0,5 1 0 0,7-1 0 0,10 0 0 0,2 0 0 0,1 0 217 0,0 3-89 0,-2-2-52 16,-10 3-76-16,4 0-348 0,-5 0 142 0,-3 0 124 0,-10 3 62 15,-2 2 31-15,-7 0-699 0,-3 3 358 16,-5-1 184-16,-5 1-617 0,-1 2 361 0,-3-4 170 16,-15-3 100-16</inkml:trace>
  <inkml:trace contextRef="#ctx0" brushRef="#br0" timeOffset="87891.48">6616 8843 2938 0,'-14'0'0'0,"3"0"0"0,0 11 0 0,-1 4 0 0,3 6 0 0,2 6 0 0,2 4 0 0,3 5 0 0,2 7 0 0,0-3 0 0,0 12 621 0,5-3-290 0,2 1-290 15,2 1-41-15,2-2 0 0,-4 0 0 0,3 2 0 16,-2-3 0-16,0 1 0 0,1-3 0 0,-4-1 0 16,-1-7 0-16,2 8-261 0,0-10 151 0,0-2-848 15,2-2 469-15,0-10 176 0,6-1 125 0,-3-4-502 16</inkml:trace>
  <inkml:trace contextRef="#ctx0" brushRef="#br0" timeOffset="88823.79">7245 9564 2085 0,'5'-19'-3'0,"-3"-4"1"0,1-4-1 0,-2-2 0 0,-1 0 1 0,0 0 0 0,0-3 2 0,0 0 0 0,0 1 0 0,0 5 0 0,-6-1 121 0,-1 6-41 0,-1 4 210 0,-2 2-126 15,-4 4-62-15,1 5-21 0,-4 4 244 0,-5 2-143 16,0 0-71-16,-2 6-36 0,0 11 176 0,1 5-172 16,1 5-79-16,-1 7 0 0,4 1 0 15,6 7 0-15,2-1 0 0,5-3 0 0,3 11 0 16,1-5 0-16,2-2 0 0,0-6 0 0,0 0 0 16,5-3 0-16,3-5 0 0,3-3 0 0,-2-5 0 15,5-2 0-15,-4-6 0 0,0-4 0 0,0-2 0 16,1-5 0-16,0-1 0 0,1 0 0 0,-1-13 0 15,1-9 0-15,-1-1 0 16,-1-5 0-16,2-2 0 0,-3-4 0 0,0-3 0 0,0 1 0 16,-2 0 0-16,-2 6 0 0,-1 10 0 15,-2-1 0-15,0 9 0 0,1 3 0 0,-3 4 0 16,0 1 0-16,0 3 0 0,0 1 0 0,0 3 0 16,0 13 0-16,0 8 0 0,0 4 0 0,0 3 0 15,0 3 0-15,-3 2 0 0,1-2 0 0,2-1 0 16,0-2 0-16,0-3 0 0,0-8 0 0,0 1 0 15,0-6 0-15,0-4 0 0,0-4 0 0,2-2 0 16,1-1 0-16,3-4 0 0,4 0 0 0,4-9 0 16,-2-9 0-16,4-4 0 15,0-3 0-15,1 1 0 0,0-5 0 0,1 3 0 16,-1 4 0-16,-6 5 0 16,3 2 0-16,-4 4 0 0,-2 1 0 0,2 6 0 0,-5 1 0 0,-1 3 0 15,0 0 0-15,2 0 0 0,-5 13 0 16,1 2 0-16,0 1 0 0,0 2 0 0,-2-1 0 0,0 1 0 15,0-1 0-15,4-7 0 16,-4 1 0-16,0-4 0 0,2-2 0 0,1-2 0 16,-2-1 0-16,3-2 0 0,5 0 0 0,-2-10 0 15,3-5 0-15,-1-2 0 0,2-1 0 0,-1-1 0 16,1 2 0-16,-2 0 0 0,0 4 0 0,-6 5 0 16,1 1 0-16,-1 3 0 0,-1 3 0 0,0 1 0 15,1 0 0-15,-3 14 0 0,0 7 0 0,0 3 0 16,0 3 0-16,0-1 0 0,0-4 0 0,2 3 0 15,2-4 0-15,6-1 0 0,-1-5 0 0,4-4 0 16,4-5 0-16,1-4 0 0,2-2 0 0,4 0 0 16,-3-11 0-16,1-6 0 15,1-2 0-15,0-4 0 0,-1-3 0 16,0-1 0-16,3-11 0 0,-2 3-129 0,-6 0 6 0,5-16 45 16,-3 0-125-16,1-10 82 0,-3 1 39 15,2-1-42-15,-3 11 32 0,-1-3 11 0,-3 6 42 0,-3 10 143 16,0 0-71-16,-4 14-37 0,-1 0-9 15,-3 6 434-15,1 5-228 0,-2 5-71 0,0 3-71 0,0 3 114 16,0 1-165-16,-5 0 0 0,-7 18 0 16,2 7 0-16,-4 8 0 0,2 6 0 15,3-1 0-15,-2 15 0 0,1-2 0 0,6 0 0 16,1 1 0-16,1 0 0 0,2 0 0 0,0-5 0 16,2 1 0-16,5-4 0 0,5-3 0 0,-1-7 0 15,2-1 0-15,-1-1 0 0,1-3 0 0,-2-5 0 16,0-5 0-16,0-2 0 0,-1-2 0 0,2-4 0 15,-6-3 0-15,6-1 0 0,-4-4-163 0,-1 1-54 16,-2-2 79-16,5-2-616 0,-8 0 357 0,2 0 177 16,-2-11 91-16,-2-10-545 0</inkml:trace>
  <inkml:trace contextRef="#ctx0" brushRef="#br0" timeOffset="89006.89">7584 9358 3080 0,'-18'-12'0'0,"9"9"0"0,5 0 0 0,0 2 0 0,2-1 0 0,2 2 0 0,0 0 0 0,6 0 0 0,15 0 0 0,7 0 0 0,13 2 647 0,3 3-443 0,6 3-204 0,15-2 0 16,-3-3 0-16,-5 2 0 0,15-2 0 0,-20 0 0 16,8 1 0-16,-5 2 0 0,-3 0 0 0,-11-1-299 15,9 2 50-15,-8 1 144 0</inkml:trace>
  <inkml:trace contextRef="#ctx0" brushRef="#br0" timeOffset="89147.92">8801 9854 380 0</inkml:trace>
  <inkml:trace contextRef="#ctx0" brushRef="#br0" timeOffset="95442.11">10362 9581 2730 0,'-3'-2'0'0,"-5"-1"0"16,3-3 0-16,-2-1 0 0,1-3 0 0,1-1 0 0,0-2 0 0,4-3 0 0,-2 6 0 0,3-6 0 0,0 0 40 0,3-1 130 0,5 3-66 0,6 2-21 0,2 1-10 15,2 1 191-15,3 2-112 0,2 1-55 0,4 5-29 16,-4 0 11-16,7 2-39 0,-4 0-9 15,1 7-31-15,-1 6 0 0,-2 7 0 16,-3-4 0-16,0 11 0 0,-5-1 0 0,-2 5 0 0,-7-1 0 16,-3 2 0-16,-3 2 0 0,-1 0 0 0,0 0 0 0,-12-2 0 15,-6-2 0-15,-3-3 0 0,-1 0 0 16,-4-2 0-16,-2-4 0 0,0-4 0 16,-3-5 0-16,1 0 0 0,0-4 0 0,0-3 0 15,2-1 0-15,2-3 0 0,6-1 0 0,-1 0 0 16,8 0 0-16,-1 0 0 0,5 0 0 0,5-1 0 0,1-1 0 0,3 0 0 15,0 0 0-15,7 1 0 16,14-5-443-16,6 0 159 16,8 0 122-16,6-3-865 0,-7-1 483 0</inkml:trace>
  <inkml:trace contextRef="#ctx0" brushRef="#br0" timeOffset="95673.43">10949 9412 3931 0,'-14'-5'0'0,"-2"3"0"0,-5 2 0 0,-4 0 0 0,-1 0 0 0,1 5 0 0,2 10 0 0,0 7 0 0,4 3 0 0,-1 11 0 0,6 1 0 0,7 5 0 15,1 1 0-15,6 2 0 0,0-7 0 0,0 10 0 16,13-8 0-16,6-2 0 0,4-4 0 0,3-4 0 16,-2-7 0-16,12 6 0 0,-8-10 0 15,4-1 0-15,-2-3 0 0,0-1 0 0,-7-7 0 16,7-1-186-16,-4-6-142 15,1 0 147-15,-1 0-807 0,0-8 474 0,2-7 227 0,0-6-1133 16</inkml:trace>
  <inkml:trace contextRef="#ctx0" brushRef="#br0" timeOffset="95803.82">11339 9429 3931 0,'-11'-10'0'0,"6"4"0"0,-7 3 0 0,5-2 0 0,3 3 0 0,0-1 0 0,3 2 0 0,1 1 0 0,0 0 0 0,0 0 0 0,9 0 0 15,2 8-43-15,0 4-22 0,0 2 47 0,0 3 29 16,1 1-1131-16,-3 7 565 0</inkml:trace>
  <inkml:trace contextRef="#ctx0" brushRef="#br0" timeOffset="95953.73">11304 9745 3462 0,'-11'5'0'0,"2"3"0"0,0-6 0 0,6-1 0 0,-1-1 0 0,2 0 0 0,2 0 0 0,0 0 0 0,4 4 0 0,7-2 0 0,3 2 366 0,-2 1-263 16,2 1-103-16,1 2 0 0,-3-3-320 0,2 5 39 16,-1-3 155-16,2 3 83 0,-2-1-952 0,2 0 501 15</inkml:trace>
  <inkml:trace contextRef="#ctx0" brushRef="#br0" timeOffset="96331.52">11824 9454 3931 0,'-7'-10'0'0,"3"6"0"0,-4 1 0 0,2-1 0 0,1 3 0 0,-2 1 0 0,-2 0 0 0,4 10 0 0,-1 14 0 0,3 5 0 0,1 4 0 0,0 2 0 0,2 1 0 16,0 1 0-16,0-2 0 0,7 0 0 0,7-4 0 15,-1-8 0-15,3 5 0 0,3-9 0 0,1-4 0 16,-4-6 0-16,7-1 0 15,-2-8 0-15,5 0 0 0,-4-2 0 0,3-13 0 16,-1-4 0-16,-1-5 0 0,-3-3 0 0,1-3 0 16,-5-2 0-16,-2-1 0 0,-5-9 0 0,-3 1 0 15,-5 1 0-15,-1-11 0 0,0 5 0 0,-10 2 0 16,-3 11 0-16,-6-1 0 0,-2 8 0 0,-1 4 0 16,-5 6 0-16,-1 7 0 0,0 6 0 0,-2 0 0 15,5 3 0-15,-5 0 0 0,7 11 0 0,7 0 0 16,-1 7 0-16,6-2 0 0,5 0 0 0,3 4 0 15,3 1 0-15,0 0 0 16,0 3 0-16,9-4 0 0,3-1 0 0,9 2 0 16,-1-3 0-16,1 2-478 0,4-5-87 0,0 0 264 15,1-3 120-15</inkml:trace>
  <inkml:trace contextRef="#ctx0" brushRef="#br0" timeOffset="96552.05">12290 9510 3931 0,'0'0'0'0,"0"0"0"0,0 0 0 0,0-2 0 0,0-1 0 0,1-3 0 0,5-3 0 0,8 4 0 0,4 0 0 0,8-1 0 0,4 3 0 16,4 0 0-16,2 1 0 0,2 1 0 0,-1-1 0 0,8 2 0 0,-5 0 0 16,-4 0 0-16,1 0 0 0,-3 2 0 0,-4-1 0 15,2 1 0-15,-8 1 0 0,-1-2 0 0,-1-1 0 16,-5 0 0-16,-4 0 0 0,2 0-643 15,-4 0 111-15,-3 0 246 0,-2 0 123 16,-2-7-366-16</inkml:trace>
  <inkml:trace contextRef="#ctx0" brushRef="#br0" timeOffset="96833.96">12746 9275 3186 0,'-12'-3'0'0,"3"2"0"0,0-1 0 0,2 1 0 0,3-1 0 0,1 0 0 0,3 0 0 0,0 2 0 0,3 0 0 0,14 0 0 0,2 0 501 0,4 0-257 0,4 2-244 16,1 3 0-16,2 5 0 0,2 0 0 16,2 2 0-16,0 4 0 0,0-4 0 0,0 5 0 15,-2 0 0-15,-2-1 0 0,-2-2 0 0,-6 1 0 16,-5-4 0-16,0 3 0 0,-5 0 0 0,-5-1 0 0,-3-5 0 16,-3 4 0-16,-1 1 0 0,-3 0 0 0,-14 2 0 15,-5 2 0-15,-5-2 0 16,-3 0 0-16,-7 4 0 0,1 0 0 0,0-4 0 15,-11 6 0-15,3-1 0 0,2-1 0 0,1 0 0 16,9-6 0-16,7-2 0 0,0 0 0 0,9-1 0 16,4-5 0-16,5-1-4 0,3 0-450 0,4-4 212 15,0 0-746-15,6 0 474 0</inkml:trace>
  <inkml:trace contextRef="#ctx0" brushRef="#br0" timeOffset="97159.72">13495 9129 3766 0,'2'-10'0'0,"0"6"0"0,0-1 0 0,0 1 0 0,-1 0 0 0,-1 2 0 0,3 1 0 0,-3 1 0 0,0 0 0 0,0 0 0 0,0 0 165 0,0 0-165 0,0 3 0 0,0 9 0 15,0 1 0-15,0 3 0 0,0 5 0 0,0 3 0 16,0-1 0-16,0 9 0 15,0-3 0-15,0 9 0 0,-4-4 0 0,0 10 0 16,2-8 0-16,0 11 0 0,-1-5 0 0,3 2 0 16,-4-1 0-16,4 1 0 0,0-9 0 0,0 4 0 15,0-5 0-15,0 0 0 0,2-6 0 0,0-5 0 16,1-3 0-16,1-3 0 0,0-4 0 0,-3-1 0 16,4-5 0-16,-3-3 0 0,0-1 0 0,0-1 0 15,-2-2 0-15,0 0 0 0,0 0 0 0,0 0 0 16,0 0 0-16,0 0 0 15,0 0-99-15,0 0-1169 0</inkml:trace>
  <inkml:trace contextRef="#ctx0" brushRef="#br0" timeOffset="97333.02">13984 9814 3931 0,'9'0'0'0,"5"0"0"0,-2 5 0 0,-2-2 0 0,0 0 0 0,-3 3 0 0,0 0 0 0,-3 1 0 0,0 1 0 0,-2 3 0 0,-2 2 0 0,0 4 0 0,-6 2 0 16,-9 1 0-16,-2 5 0 0,-3-1 0 0,-8 8 0 15,-4 2-25-15</inkml:trace>
  <inkml:trace contextRef="#ctx0" brushRef="#br0" timeOffset="98295.85">14688 9432 3123 0,'-7'-11'0'0,"3"8"0"0,4-2 0 0,0 2 0 0,0 0 0 0,0-4 0 0,4 4 0 0,11-2 0 0,9-2 0 0,3 4 0 0,10-3 187 0,2 2 167 0,3 1-157 0,3 1-127 15,2-2-70-15,-6 2 0 0,12 2 0 0,-5 0 0 16,-2 0 0-16,-5 0 0 0,-6 0 0 0,-4 0 0 16,4 0 0-16,-10 0 0 0,-3 0 0 0,-5 0 0 15,-3 0-169-15,-7 0-147 16,-4 0 166-16,1 0-399 0,-4 0 255 0,0 0 127 15,-2-1 64-15,-7-5-520 0,-4-2 297 0,-2-1 143 16</inkml:trace>
  <inkml:trace contextRef="#ctx0" brushRef="#br0" timeOffset="98510.8">15143 9029 2543 0,'-14'0'0'0,"3"0"0"0,-2 2 0 0,0 7 0 0,-1 7 0 0,0 4 0 0,3 4 0 0,1 7 0 0,4 4 0 0,3 10 0 0,3 1 123 15,0 4 574-15,0 3-319 0,0 0-188 0,9 0-190 16,5-1 0-16,0-6 0 0,5-3 0 0,-4-8 0 16,6 1 0-16,-2-7 0 0,1-4 0 0,-1-3 0 15,-2-7 0-15,0-3 0 0,-2-3 0 0,-2-4 0 16,0-3 0-16,-1-2 0 0,-1 0 0 0,0 0 0 16,0-4 0-16,-2-7-457 0,3-4-17 0,1-6 217 15,4-1 99-15,5-10-362 0</inkml:trace>
  <inkml:trace contextRef="#ctx0" brushRef="#br0" timeOffset="98676.24">15717 9065 3931 0,'0'-5'0'0,"0"2"0"0,0 2 0 0,0 1 0 0,0 0 0 0,0 0 0 0,-2 0 0 0,2 0 0 0,0 0 0 0,0 0 0 0,4 0 0 0,6 0 0 0,-1 4 0 0,4 1 0 16,1 2 0-16,-2 3 0 0,4 1 0 0,-2-2 0 15,0 4 0-15,-1 1-10 0,1 0-447 0,-5 6 248 16,-4 4 125-16</inkml:trace>
  <inkml:trace contextRef="#ctx0" brushRef="#br0" timeOffset="98829.02">15761 9489 3931 0,'-7'4'0'0,"0"6"0"0,2-3 0 0,3-2 0 0,0-1 0 0,2 2 0 0,0 0 0 0,0 0 0 0,2-1 0 0,5 2 0 0,5 1 0 0,1-1 0 0,-2-1 0 0,1 2 0 16,-1-1 0-16,-1-2 0 0,-3 4 0 0,2-4 0 16,-4 2 0-16,-1 1 0 0,-2 2 0 0,1-2-1210 15</inkml:trace>
  <inkml:trace contextRef="#ctx0" brushRef="#br0" timeOffset="100674.02">16547 9206 1146 0,'0'-3'0'0,"0"2"0"0,-1-3 0 0,1 2 0 0,-2-1 0 0,0 0 0 0,0 1 0 0,2-1 0 0,-2 1 0 0,1 0 0 0,-1 0 128 15,0 0-50-15,2 1 0 0,-2 1-38 0,-2-2 140 0,3 0-70 0,-4 2-25 0,3 0-11 16,-1 0 123-16,-1 0-79 0,-2 0-39 16,1 0-1-1,-2 4-29-15,-3 7 107 0,1 4-59 0,-2 4-29 0,-1 3 142 16,-1 4-86-16,-1 5-32 0,2 1-10 0,1-1-43 0,1 3 82 15,2 1-41-15,5-2 0 0,1-3 113 16,2 0-82-16,0-2-73 0,3-3-38 0,8-3 0 16,7-1 0-16,-4-6 0 15,9 2 0-15,-4-6 0 0,5-3 0 0,1 1 0 0,-1-5 0 16,-1-4 0-16,3 0 0 0,-2 0 0 0,2-4 0 16,-1-9 0-16,-2-4 0 0,-5 0 0 0,5-6 0 15,-6 1 0-15,0-1 0 0,-6-3 0 16,-1-1 0-16,-5 3 0 0,-1-5 0 0,-3-2 0 0,-1-1 0 15,0-2 0-15,0-1 0 0,-10 1 0 16,-1-2 0-16,-5 6 0 0,0 2 0 16,-5 4 0-16,2 5 0 0,-8 0 0 0,4 6 0 0,-4 5 0 15,1 3 0-15,-3 3 0 0,7 0 0 0,-8 2 0 0,10 0 0 16,-3 6 0-16,4 2 0 0,2 2 0 0,2 1 0 16,4 1 0-16,2 1 0 0,2 0 0 15,2 0 0-15,3 3 0 0,2-2 0 16,0 1-549-16,0 3 166 0,4-6 172 15,7 1-243-15,0 0 208 0,2 2 93 0,3-6-534 16,-2 1 324-16</inkml:trace>
  <inkml:trace contextRef="#ctx0" brushRef="#br0" timeOffset="101087.73">17055 9366 3082 0,'-11'-5'0'0,"6"4"0"0,1 1 0 0,3 0 0 16,-1-2 0-16,2 2 0 0,0 0 0 0,0 0 0 0,5 0 0 0,16-3 0 0,4 2 587 0,3-1-325 0,4 0-262 15,0 0 0-15,5-2 0 0,-1 3 0 0,1-3 0 16,0 2 0-16,2-2 0 0,-4 3 0 15,1-2 0-15,-2 2 0 0,-8-1 0 0,2 0-728 16,-5 2 759-16,-7 0 8 0,-4 0-63 0,-3 0-385 16,-5 0 142-16,0 0 118 0,-2 0 55 0,-2 0 27 0,0 0-647 15,0 0 337-15</inkml:trace>
  <inkml:trace contextRef="#ctx0" brushRef="#br0" timeOffset="101391.55">17451 9039 3143 0,'-16'0'0'0,"6"0"0"16,-1 0 0-16,8 0 0 0,-1 0 0 0,4 0 0 0,0 0 0 0,0 0 0 0,6 3 0 0,9 3 0 0,10 2 321 0,1-1-140 0,4 1-72 0,2 1 68 0,2 0-177 0,0 1 0 16,-1-1 0-16,3 0 0 15,-1 1 0-15,-1 1 0 0,0-2 0 16,-10 1 0-16,8 3 0 0,-11-4 0 0,0 2 0 0,-4 1 0 15,-5-3 0-15,-1 1 0 0,-4-1 0 0,-2 0 0 0,-3 2 0 16,0-3 0-16,-2 3 0 0,0 1 0 16,-2-1 0-16,-9 0 0 15,-3 3 0-15,0 1 0 0,-7 1 0 0,3-1 0 16,-9 6 0-16,1 0 0 0,-2-2 0 0,-1 4 0 0,-3-4 0 16,1 4 0-16,-1-2 0 0,0 2-1570 15,2-5 1457-15,1 1 37 0,7-4-10 0,-2 2-394 16,5-2 220-16</inkml:trace>
  <inkml:trace contextRef="#ctx0" brushRef="#br0" timeOffset="102682.93">18668 9264 1398 0,'0'0'0'0,"0"0"0"0,0-2 0 0,0-2 0 0,3 0 0 0,1 1 0 0,1-1 0 0,0 0 0 0,-1-1 0 0,-1 0 0 0,-1 2 108 0,2-3-35 0,-2 0 0 16,-1 1 105-16,-1-1-74 0,0-1-33 0,0 0-1 16,0-3 41-16,0 1-37 0,0-1 10 15,0-3-51-15,-3 2 5 0,-1-2 1 0,0 1-1 0,-1-1-24 16,0 0 9-16,-2 0 16 0,0 0-1 0,-2 0-15 16,1 2 16-16,-2 1-1 15,1 2 10-15,-2-1 2 16,-2 4-12-16,2 1 19 0,-3 2-21 0,1 2-3 15,-2 0-37-15,2 0 40 0,-4 4-1 0,2 9-49 16,-6 4 0-16,5 4 47 0,-2 0 8 0,0 8-36 0,3 2-1 0,-2 2 22 16,4 0 1-16,0 3-2 0,5 0 33 0,0-1-42 15,7-5 7-15,-1-1-14 16,2-1 63-16,0-7 5 0,2 1-53 0,5-2 14 16,5-6-10-16,-1-3 8 15,2-3-71-15,2-2 39 0,0-6-6 0,0 0-63 16,4 0 43-16,-2-9-3 0,4-7 45 0,-3-2-114 15,3-5 50-15,0-3 18 0,-5-2 0 0,5-3-17 0,-4 1 0 0,2-4 13 16,-2 1 20 0,1-7-14-16,-4 10 8 0,-3-2-13 0,-4 10 11 0,-1 1 57 0,-2 7-26 15,-2 2-1-15,0 4 171 0,-1 4-88 0,-1 3-49 16,0 1 126-16,0 0-80 0,-3 9-26 0,-7 12 1 0,1 1 6 16,0 6-21-1,0 1-52-15,0 2 0 0,2 1 0 0,3-3 0 16,4-5 0-16,0 1 0 0,0-5 0 0,0-3 0 15,6-4 0-15,3-1 0 0,3-6 0 0,1-1 0 16,2-5 0-16,1 0 0 0,5-5 0 0,-1-9 0 16,0-7 0-16,-1-1 0 0,1 0 0 15,1-5 0-15,0-1 0 0,-1 1 0 0,1-1 0 16,0 4 0-16,-5 3 0 0,3 1 0 0,-4 4 0 16,-2 6 0-16,-3 2 0 0,1 3 0 0,-3 2 0 0,-1 3 0 15,2 0 0-15,-2 4 0 16,-2 9 0-16,0 6 0 0,-3 1 0 15,0 9 0-15,-2-3 0 0,0 2 0 0,0 1 0 0,0-4 0 0,-4-4 0 16,1 0 0-16,-3-5 0 0,6-6 0 0,-4-2 0 16,2-3 0-16,2-2 0 15,-2-3 0-15,0 0 0 0,2-6 0 0,0-11 0 16,0-4 0-16,0 0 0 0,2-9 0 0,6 1 0 16,1-3 0-16,4-1 0 0,1-1 0 15,2 1 0-15,2 0 0 0,0 4 0 0,3 2 0 16,-2 5 0-16,-3 5 0 0,3 2 0 0,1 2-335 0,-2 5 109 15,1 6-716-15,1 1 452 16,3 1 216-16,0 1 123 0,-1 11-618 0</inkml:trace>
  <inkml:trace contextRef="#ctx0" brushRef="#br0" timeOffset="102971.03">19740 8961 2534 0,'0'-13'0'0,"-3"0"0"0,-5-2 0 0,-2 5 0 0,1-3 0 0,-2 6 0 0,3 4 0 0,-5 1 0 0,1-1 0 0,0 3 0 0,-3 3 421 0,0 7-191 0,-4 10-96 16,2-3 478-16,3 1-612 0,-2 8 0 0,3 1 0 0,1-1 0 16,5 2 0-16,3 0 0 0,3 2 0 15,1-2 0-15,0 1 0 0,1-3 0 0,10-2 0 16,3-1 0-16,1-6 0 0,2 2 0 0,5-3 0 0,-5-3 0 15,2-1 0-15,1-5 0 0,-2 3 0 0,0-6 0 16,-3-3 0-16,2 1 0 0,-2-2-700 0,0 0 288 16,2 0 177-16,1-7 104 0,0-6-288 15,1 0 191-15,-1-6 95 0,3-3 47 16</inkml:trace>
  <inkml:trace contextRef="#ctx0" brushRef="#br0" timeOffset="103182.37">19932 8872 3234 0,'-17'-8'0'0,"2"4"0"0,2 1 0 0,1-1 0 0,3 2 0 0,4 0 0 0,1 0 0 0,4 0 0 15,0 0 0-15,20 2 0 0,6 0 250 0,15 0-106 0,-2 0 156 0,5-1-297 0,-2-1-3 0,10 0 0 0,-8 0 0 16,-9 0 0-16,3 2 0 16,-4 0 0-16,-8 0 0 0,-1 0 0 15,-4 2-6-15,-7 5-244 0,-3-1 145 0,-3-1 71 16,-2 3-777-16,-4-2 397 0,-1-3 166 0,-1 1-927 15,0-2 1110-15,-1-2 0 16,-7 0 17-16,-2 0-573 0,1-11 567 0,2-4 19 0</inkml:trace>
  <inkml:trace contextRef="#ctx0" brushRef="#br0" timeOffset="103364.36">20245 8618 2466 0,'-13'-19'0'0,"1"8"0"0,-2 0 0 0,1 5 0 0,3 2 0 0,1 2 0 0,0 2 0 0,-1 0 0 0,3 0 0 0,-1 13 0 16,3 6 97-16,1 4 202 0,-2 7-135 0,2 2-63 0,1 6 405 15,-3 5-233-15,1 0-248 16,1-4-25-16,-1 11 0 0,0-2 0 0,-1-1 0 0,3 0 0 0,-1-4 0 16,2-4 0-16,2 6-399 15,0-9 59-15,0 0 189 0,0-4 94 0,0-3-808 0,6-9 393 16,3 0 222-16,5-7 105 0,4-3-193 0,5-7 149 0,1-3 76 16</inkml:trace>
  <inkml:trace contextRef="#ctx0" brushRef="#br0" timeOffset="104033.77">20560 9168 1531 0,'14'-25'0'0,"-1"3"0"0,-1-2 0 0,-3-2 0 0,-2 1 0 0,0-5 0 0,-2 2 0 0,-3 1 0 0,0 3 0 0,-1 4 0 0,-1-3 426 0,0 4-198 16,-1 2-95-16,-7 4-47 0,-4 2 312 0,0 3-180 16,-4 3-80-16,-2 3 262 0,-1 2-181 15,-6 0-90-15,3 2-104 0,-2 13-25 0,-1 3 0 0,2 7 0 16,3 3 0-16,-1 2 0 0,4 4 0 15,1 2 0-15,7-1 0 0,0-1 0 0,6 2 0 0,3-5 0 16,0 2 0-16,0-7 0 0,2-6 0 0,9 1 0 16,0-2 0-16,4-6 0 0,0-4 0 15,3-5 0 1,-2-4 0-16,3 0 0 0,3-1 0 0,1-11 0 0,-2-6 0 16,-1-3 0-16,1-4 0 0,0-3 0 0,-5 0 0 0,0-2 0 15,-4-1 0-15,-1 5 0 0,-8 6 0 16,1 1 0-16,-2 2 0 0,-2 8 0 15,0 1 0-15,0 3 0 0,0 3 0 0,-9 2 0 16,-3 0 0-16,-3 11 0 0,3 8 0 0,0 3 0 0,2-1 0 16,0 10 0-16,3-6 0 0,3 1 0 0,3 1 0 15,1-7 0-15,0 1 0 0,0-2 0 0,3-4 0 16,5-3 0-16,-3-5 0 16,5-2 0-16,1-3 0 0,3-2 0 0,0 0 0 15,4-2 0-15,0-10 0 0,1-6 0 0,-3 1 0 16,7-3 0-16,-2 3 0 0,-6 2 0 0,2 0 0 15,-4 3 0-15,-6 6 0 16,3 0 0-16,-6 4 0 0,1 0 0 0,-1 2 0 0,-2 0 0 0,-2 13 0 0,0 4 0 16,0 2 0-16,0 1 0 15,0 1 0-15,-4-2 0 0,2 2 0 16,0-7 0-16,2 2 0 0,0-8 0 0,0 0 0 0,0-1 0 16,0-4 0-16,0-1 0 0,0-2 0 0,0 0 0 15,8 0 0-15,3-12 0 0,4-3 0 0,-1-1 0 16,0 2 0-16,2-2 0 0,-2 0 0 0,1 1 0 15,0 2 0-15,-2 3 0 0,-5 5 0 0,2 1 0 16,-5 1 0-16,2 1 0 0,0 2 0 0,-2 0 0 16,-1 2 0-16,1 9 0 0,-3 2 0 0,3 2 0 15,-1 2 0-15,3 2 0 0,-4-2 0 0,3-1 0 16,-1 1 0-16,1-7 0 0,2 1 0 16,-3-1 0-16,-1-5 0 0,1-2 0 15,1 1 0-15,-4-2 0 0,1-2 0 0,1 0 0 16,-1 0 0-16,0 0 0 0,1 0 0 0,3 0-1067 15,4 0 431-15</inkml:trace>
  <inkml:trace contextRef="#ctx0" brushRef="#br0" timeOffset="104665.22">21333 8892 2730 0,'-5'-11'0'0,"-3"2"0"0,2 1 0 0,-1-2 0 0,1-1 0 0,0 2 0 0,2-3 0 0,3 1 0 0,1 0 0 0,0-2 0 0,1 2 286 0,11-2-125 16,6-3-61-16,2 3 88 0,-1 3-66 0,4-4-47 16,4 4 0-16,-1 2 119 0,-1-1-194 0,0 6 0 15,-4 1 0-15,2 0 0 0,0 2 0 0,-2 0 0 16,-1 0 0-16,-1 6 0 0,-3 5 0 0,0 4 0 15,0 4 0-15,0 1 0 0,-3 3 0 0,-3 3 0 16,-3-1 0-16,0 5 0 0,-3 0 0 0,-2 0 0 16,-2 1 0-16,0-1 0 0,-6 1 0 15,-8-1 0-15,-5 0 0 0,-8 6 0 0,1-6 0 16,-4-1 0-16,-1-2 0 0,-8 3 0 0,4-3 0 16,-1-3 0-16,8-8 0 0,-2-3 0 15,7-2 0-15,0-6 0 0,5-1 0 0,3-4 0 16,6 0 0-16,1 0 0 0,5 0 0 0,-2 0 0 15,5 0 0-15,0-2 0 0,0-1 0 0,5-4 0 16,9 4 0-16,3-2 0 0,0 4 0 0,6-1 0 16,3-1 0-16,1 2 0 0,1 1 0 0,4 0 0 15,-2 0 0-15,5 0 0 0,-1 0 0 0,0 0 0 16,1 0 0-16,1 4 0 0,-1-2 0 16,-1-1 0-16,-4 1 0 0,0 1 0 15,-7-2 0-15,0 1 0 0,-2 1 0 0,-5 1 0 16,-2-3 0-16,-7 1 0 0,0 2 0 0,-1-2 0 15,-3 5 0-15,-1-1-596 0</inkml:trace>
  <inkml:trace contextRef="#ctx0" brushRef="#br0" timeOffset="104817.16">22338 9429 3846 0,'0'-11'0'0,"0"10"0"0,0-3 0 0,0-1 0 0,0 0 0 0,0-1 0 0,0 1 0 0,0-3 0 16,0 3 0-16,0 1 0 0,0 1-670 0,0 2 353 0</inkml:trace>
  <inkml:trace contextRef="#ctx0" brushRef="#br0" timeOffset="107248.75">24292 8524 2371 0,'0'-14'0'0,"0"8"0"0,0 5 0 0,0-1 0 0,-2 0 0 0,2 0 0 0,0 2 0 0,0-1 0 0,0 1 0 0,0 0-1 0,0 3 183 0,0 13-71 15,0 4-26-15,0 7 93 0,2 3-70 0,5 9-34 16,-2 4 0-16,-1 4 158 0,-1 6-86 0,-1 9-59 16,1-3 1-16,-3 2 108 0,0 1-196 0,-5-12 0 15,-2 7 0-15,-2-3 0 0,1-1 0 0,1-6 0 16,1-8 0-16,3-2 0 0,-1-7 0 0,2-2 0 15,0-6 0-15,2-9 0 0,0-1 0 0,0-7 0 16,0-4 0-16,0-1 0 0,0 0 0 16,-2 0 0-16,-2-12 0 0,-2-9 0 0,1-2 0 15,-2-5 0-15,-2-4 0 0,-5-1 0 16,-4-6 0-16,-3 3 0 0,1 5 0 0,-1 3 0 16,-2 3 0-16,-2 7 0 0,-1 7 0 0,-1 3 0 15,0 8 0-15,-1 0 0 0,-2 4 0 0,3 11 0 16,5 2 0-16,7 0 0 0,1 3 0 0,3 8 0 15,9-3 0-15,2 0 0 0,0 4 0 0,4-6 0 16,11 5 0-16,6-4 0 0,2-1 0 0,3-4 0 16,-1-2 0-16,5-5 0 0,1-3 0 0,-1-5 0 15,0-4 0-15,0 0 0 16,-2 0 0-16,-2 0 0 0,5-4 0 0,-3-5-152 16,0-1-58-16,0-3-839 0,-1-3 505 0,1-4 243 15</inkml:trace>
  <inkml:trace contextRef="#ctx0" brushRef="#br0" timeOffset="107474.14">24511 9001 2625 0,'4'-13'0'0,"-2"7"0"0,3-1 0 0,2 1 0 0,3 0 0 0,3 4 0 0,4 1 0 0,2 1 0 0,5 1 0 0,3 13 0 16,-3 4 577-16,1 3-274 0,-3 5-132 0,0 1 84 0,-2 0-255 0,-4 1 0 0,-4 3 0 15,-3-1 0-15,-6-2 0 0,-3 0 0 16,0-1 0-16,-10-4 0 0,-10 5 0 0,0-8 0 0,-4-3 0 15,-1-2 0-15,-3-3 0 16,0-5 0-16,3-2 0 0,-7-3 0 0,6-2 0 16,6 0 0-16,-3 0 0 0,4-2 0 15,3-9-222-15,4-4-17 0,6 0 95 0,6-8 53 16,0 1-669-16,12-4 360 0,10-1 171 0</inkml:trace>
  <inkml:trace contextRef="#ctx0" brushRef="#br0" timeOffset="107691.33">24954 8882 3716 0,'8'-10'0'0,"0"6"0"0,-8 0 0 0,3 0 0 0,-3 2 0 0,0 2 0 0,-9 0 0 0,-5 8 0 0,-1 8 0 0,0 8 0 0,3 3 160 0,-2 3-105 0,3 4-55 16,3 2 0-16,3-1 0 0,5 3 0 0,0-2 0 0,0-2 0 16,5-3 0-16,7-2 0 0,3-3 0 15,0-4 0-15,3 0 0 0,-1-6 0 0,-1-5 0 16,0 0 0-16,0-3 0 0,-2-2 0 0,0-4 0 15,-1-1-411-15,0-1 160 0,0 0 106 0,0 0-741 16,4-7 429-16,-2-8 209 16,6-2-280-16</inkml:trace>
  <inkml:trace contextRef="#ctx0" brushRef="#br0" timeOffset="107857.62">25303 8879 3931 0,'-13'-7'0'0,"8"6"0"0,-1-1 0 0,1 1 0 0,1-1 0 16,1 2 0-16,3 0 0 0,3 0 0 0,12 0 0 0,6 0 0 0,5 0 0 0,2 0 0 0,2 0 0 0,1 0 0 0,1 0 0 0,-2 0 0 15,1 0 0-15,-10 0 0 0,1 5 0 0,-5 1-876 16,-4 4 354-16,-5 0 290 0,-6 6 131 0</inkml:trace>
  <inkml:trace contextRef="#ctx0" brushRef="#br0" timeOffset="108029.63">25356 9153 3931 0,'-16'5'0'0,"2"3"0"0,7 0 0 0,-3-5 0 0,7-1 0 0,0 0 0 0,3 0 0 0,0 0 0 0,6 1 0 0,9 3 0 0,10 0 0 0,-3-3 0 0,0 4 0 0,6-4 0 0,-7-1 0 0,4 1-11 16,-2 0-269-16,-3-2 169 0,-1 3 70 15,-4 0-836-15,-3-2 450 0,0 4 224 0,-4-2 112 16,2-1-437-16,-1 2 250 15</inkml:trace>
  <inkml:trace contextRef="#ctx0" brushRef="#br0" timeOffset="108247.22">25935 9035 3931 0,'-6'0'0'0,"3"0"0"0,1 0 0 0,-2-2 0 0,4 0 0 0,0-2 0 0,1-2 0 0,14 1 0 0,12 1 0 0,10 0 0 0,7 1 0 15,5 1 0-15,7 0 0 0,1 0 0 0,2 0 0 16,-2 2 0-16,-2-2 0 0,-2 0 0 0,-7 2 0 0,-10 0 0 0,-2 0 0 16,-4 0 0-16,-7 0 0 15,-2 0 0-15,-4 0 0 0,-6 0 0 16,-1 2 0-16,-2 0 0 0,-7 0-87 0,1 0-1003 16,-2 2 526-16,0-1 262 0,-10 1 122 0</inkml:trace>
  <inkml:trace contextRef="#ctx0" brushRef="#br0" timeOffset="108586.99">26181 9117 3931 0,'-23'4'0'0,"5"4"0"0,1-5 0 0,11 2 0 0,2-4 0 0,4 1 0 0,0-2 0 0,5 0 0 0,18 3 0 0,6 1 0 0,2 0 0 0,7 3 0 0,-2 1 0 16,7 3 0-16,-9-1 0 0,2 5 0 0,-6 0 0 0,-4 0 0 15,-10 0 0-15,-2 4 0 16,-7-1 0-16,-5 1 0 0,-2 7 0 0,-9-1 0 0,-15 0 0 0,-3-1 0 15,-3 1 0-15,-2-3 0 0,0-1 0 16,2-5 0-16,2-3 0 0,7-5 0 16,2-1 0-16,6-3 0 0,1-1 0 0,7 0 0 15,2-3 0-15,1 0 0 0,2 0 0 0,0 0 0 16,4 0 0-16,16 0 0 16,4 0 0-16,5 0 0 0,1 0 0 0,2 0 0 0,3 0 0 0,1 0 0 15,0 0 0-15,0 0 0 16,-2 3 0-16,-3-2 0 0,-1 3 0 15,-5-3 0-15,-3 3 0 0,-3-2 0 0,-8 1 0 0,1 2 0 16,-7-4 0-16,-1 1 0 0,-2-2-601 0,-2 2 140 0,0-2 203 0,-2 0 114 16,-7 0-554-16,-3 0 330 0,3-5 165 0,0-12 83 15</inkml:trace>
  <inkml:trace contextRef="#ctx0" brushRef="#br0" timeOffset="108760.51">26564 8342 3931 0,'-8'-15'0'0,"3"12"0"0,3 0 0 0,-1 3 0 0,2 0 0 0,-1 0 0 0,-2 6 0 0,3 10 0 0,1 6 0 0,0 6 0 0,0 5 0 16,0 9 0-16,0-3 0 0,0 4 0 16,0 0 0-16,0-5 0 0,-2 13-37 0,-3-4-77 15,2 0 75-15,1-1-505 0,-3 1 292 0</inkml:trace>
  <inkml:trace contextRef="#ctx0" brushRef="#br0" timeOffset="109419.57">27452 8875 1790 0,'0'-18'0'0,"0"3"0"0,-3-2 0 0,-4 3 0 0,-1 3 0 0,-7 1 0 0,0 5 0 0,-5 1 0 0,-2 2 0 0,-7 2 0 0,0 0 87 16,-1 8 125-16,0 1-87 0,0 2-43 0,7-1 9 16,1 3 163-16,3 0-108 0,6-2-53 0,3 1-28 15,7-1 106-15,3 4-71 0,0 3-31 16,2-4 166-16,10 6-98 0,9-1-49 0,4 0-16 0,5-2 42 15,2 2-114-15,2 0 0 0,-2 0 0 0,1-3 0 16,-4 1 0-16,-5 0 0 0,-10-2 0 0,2 2 0 16,-7-2 0-16,-5 0 0 15,-3-2 0-15,-1 0 0 0,-6 3 0 0,-14-4 0 16,-7 2 0-16,-3-5 0 0,-3 0 0 0,-11-1 0 16,6-4 0-16,5-2 0 0,-4-2 0 0,5 0 0 15,6 0 0-15,4 0 0 0,1-2 0 16,8-6 0-16,4 0-85 0,8-6 1 0,1-4-746 0,12-6 400 15,18-2 196-15,7 1-297 0,8-1 246 0</inkml:trace>
  <inkml:trace contextRef="#ctx0" brushRef="#br0" timeOffset="109741.17">27514 8979 2760 0,'8'0'0'0,"-1"0"0"0,-4 0 0 0,0 2 0 0,-1 1 0 0,0 5 0 0,-2-3 0 0,7 3 0 16,7 1 0-16,-2-2 0 0,8 3 192 0,3-4-76 0,0-1-39 0,3 1 301 15,-3-4-161-15,9-2-93 0,-2 0-82 0,0 0-17 0,0 0-25 0,-2-6 0 16,-5-1-105-16,-3-3 21 0,-1 1 62 16,-8-2-143-16,-1-1 101 0,-6-1 52 15,-3-2 19-15,-1-2-50 0,0-4-47 0,-9-1 43 16,-4 0-72-16,-4 1 215 0,0 4-88 0,-5-4 7 16,-1 6 237-16,-1 6-129 0,-4 3-44 0,1 4-39 15,3 2 91-15,-6 0-131 0,5 6 0 0,-2 9 0 16,6 2 0-16,4 2 0 15,0 5 0-15,5 1 0 0,5-1 0 0,3 2 0 0,4 3 0 0,0-5 0 16,1 6 0-16,11-3 0 16,1-4 0-16,6 0 0 0,2-2 0 0,2-3 0 15,1 0 0-15,-1-4 0 0,6-1 0 0,1-1-390 16,1-4-59-16,2-1 196 0,1-3 111 0,2-4-699 16,2 0 401-16,5 0 200 0</inkml:trace>
  <inkml:trace contextRef="#ctx0" brushRef="#br0" timeOffset="109968.8">28413 8862 2975 0,'-9'-17'-1'0,"-3"2"1"0,-11 0 0 0,-1 4 0 0,2 3 0 0,-9 6 0 0,1 1 0 0,-2 1 0 16,0 5 0-16,2 10 0 0,2 6 638 0,3 3-319 0,4 6-319 0,5 2 0 0,5 2 0 0,6 2 0 0,5 1 0 15,0-1 0-15,2 0 0 16,10-6 0-16,4-1 0 0,6-4 0 0,0-2 0 0,2-7 0 15,3-2 0-15,1-5 0 0,0-3 0 16,-1-4 0-16,-1-2 0 0,4 0 0 0,-3-2-7 0,3-7-88 16,0-3-735-16,-3-1 396 0,3-4 178 15,-2 0 118-15,-1-3-574 16,1-3 335-16</inkml:trace>
  <inkml:trace contextRef="#ctx0" brushRef="#br0" timeOffset="110348.08">28581 8838 1277 0,'-4'-4'0'0,"0"2"0"0,4 0 0 0,0 0 0 0,0-1 0 0,0 0 0 0,4 2 0 0,6-1 0 0,3 0 0 0,-2 0 0 0,-2 0 368 16,4 2-155-16,1 0-92 0,-1 0-41 0,0 0 397 16,-2 0-219-16,1 0-109 0,0 0-47 0,4 0 373 15,-3 0-219-15,4 0-108 0,0 0-141 0,0 0-7 16,0 0 0-16,5-2 0 0,-3 1 0 0,0-2 0 15,-3 3 0-15,-1-1 0 0,-3 1 0 0,-2 0 0 16,-1 0 0-16,-6 0 0 16,0 0 0-16,0 0 0 0,-1 0 0 0,-2 0 0 0,0 0 0 0,0 0 0 15,0 0 0-15,0 0 0 16,0 0 0-16,0 0 0 0,0 0 0 0,0 0 0 16,0 0 0-16,0 0 0 0,0 0 0 0,0 0 0 15,0 0 0-15,0 0 0 0,0 0 0 0,0 0 0 16,0 0 0-16,0 0 0 0,0 0 0 0,0 0 0 15,0 0 0-15,0 0 0 0,0 0 0 0,0 0 0 16,0 0 0-16,0 0 0 16,0 0 0-16,0 0 0 0,0 0 0 0,-6 0 0 15,1 0 0-15,-4 0 0 0,2 0-206 0,2 0-4 16,-3 0-926-16,1 4 554 0</inkml:trace>
  <inkml:trace contextRef="#ctx0" brushRef="#br0" timeOffset="110595.72">28823 8646 2835 0,'-3'-11'0'0,"-1"3"0"0,2 2 0 0,1 1 0 0,-2 2 0 0,3-2 0 0,0 4 0 0,0 1 0 0,0 0 0 0,0 3 0 0,0 16 180 0,0 6-71 0,0 13 295 16,-2 2-184-16,-9 7-80 0,0 2-97 0,-3 4-43 15,5-2 0-15,2-2 0 0,2-3 0 0,5-6 0 16,0 1 0-16,0-6 0 0,5-1 0 0,6-5 0 15,6-5 0-15,-4-7 0 0,6-2 0 0,0-5 0 16,7-3 0-16,-1-7 0 16,-3 0 0-16,-2 0-95 0,5-7-371 0,-8-1 214 15,1-6 107-15,-2-3 54 0,-2-5-624 0,-3 1 329 16,-4-6 178-16</inkml:trace>
  <inkml:trace contextRef="#ctx0" brushRef="#br0" timeOffset="110925.4">28562 8368 2251 0,'-44'-18'0'0,"6"3"0"0,6 5 0 0,0-3 0 0,4 1 0 0,10 5 0 0,6 1 0 0,5 1 0 0,0 3 0 0,5-1 0 0,2 3 299 0,5 0-120 0,20 8-76 0,2 7 64 15,3 0-64-15,-1 2-33 0,1 2 1 0,-1 2-60 16,-6 2 27-16,-5-3 1 0,-10-2-1 0,-2 10-88 15,-6-4 44-15,0-5 10 0,-17 6-11 0,-6-4 0 16,-3-4 45-16,-4-2 0 0,0-5 68 0,6-5-39 16,-6-3-38-16,8 0 311 15,3-2-330-15,3 0-10 0,4 0 0 0,4 0 0 16,3 0 0-16,5 0 0 0,-1 0 0 16,1-2 0-16,3 0 0 0,22 0 0 0,3-1 0 0,6 1 0 15,1-2 0-15,4 2 0 0,1 0 0 0,2 2 0 16,4 0 0-16,-6 0 0 0,3 0 0 0,-1 0 0 15,-3 0 0-15,9 0-810 0,-6 6 316 0,-1-1 227 16</inkml:trace>
  <inkml:trace contextRef="#ctx0" brushRef="#br0" timeOffset="111762.32">29654 8963 1844 0,'0'-3'0'0,"-2"1"0"0,2-2 0 0,0-2 0 0,0 0 0 0,0-3 0 0,0-2 0 0,0-1 0 0,0-4 0 0,0 1 0 0,0 0 242 0,0 0-107 0,0 0-50 0,0 0 71 15,0 0-60-15,-5 1-29 0,-4 1 9 0,-3 2 24 16,0-1-32-16,-3 5 0 0,-4 4-31 0,-2 1 118 16,-2 2-51-16,-4 0-37 0,-3 11 93 0,2 8-61 15,-3 5-31-15,1 6-1 0,9 1 91 0,-2 7-79 16,5 0-79-16,8-4 0 0,0 4 0 0,4-3 0 15,6-1 0-15,0-3 0 0,0-5 0 0,2-6 0 16,10 1 0-16,0-6 0 0,6-4 0 16,-1-3 0-16,5-7 0 0,-1-1 0 15,2 0 0-15,-1-5 0 0,3-14 0 0,-2 0 0 16,1-3 0-16,-3-5 0 0,1-1 0 0,1-3 0 16,0-9 0-16,0 0 0 0,-4-3 0 0,1-5 0 15,0-11 0-15,-2 9-86 0,1-20-6 16,1 7 27-16,-2-3-131 0,-6 6 79 0,-4 13 41 0,-8 10-10 15,2 10 9-15,-2 1 1 0,0 9 39 0,-7 7 240 16,-5 8-120-16,-4 2-70 0,-3 12-19 0,1 10 211 16,-3 14-114-16,7 4-27 15,-2 6-38-15,4 4 203 0,3 6-229 0,3 0 0 16,5 0 0-16,1 0 0 0,0-1 0 0,1-3 0 16,12-5 0-16,1-3 0 0,2-11 0 0,1 1 0 15,5-6 0-15,-1-9 0 0,4 0 0 0,3-9 0 16,-4-5 0-16,4-3 0 0,0-2 0 15,-1-2 0-15,3-10 0 0,-5-4 0 0,3-7 0 0,-4-5-7 16,3-8-68-16,-6 0-80 0,4-14 64 0,-4-8 27 16,-4-3 0-16,5-2-27 15,-2-5 27-15,0-5-9 0,2 2 36 0,-6 3-65 16,-3 17 33-16,-6 12-1 0,-7 2 33 0,0 12 309 16,0 2-150-16,-2 10-80 0,-9 6 405 0,-6 7-331 15,-4 0-116-15,2 18 0 0,-2 15 0 0,4 5 0 16,2 11 0-16,1 5 0 0,2 4 0 0,5 0 0 15,1 2 0-15,6 7 0 0,0-7 0 0,0-7 0 16,7 1 0-16,7-1 0 16,4-6 0-16,2-4 0 0,-2-11 0 0,2-1 0 15,2-6 0-15,-4-8 0 0,0 1 0 0,1-8 0 16,-1 0 0-16,-2-4 0 0,-7-3 0 0,3-3 0 16,-5 0 0-16,-1 0-722 0,-1-2 322 0,-2-13 182 15,-1-5 81-15,-2-7-613 0,0-4 357 0</inkml:trace>
  <inkml:trace contextRef="#ctx0" brushRef="#br0" timeOffset="111916.67">29809 8706 2905 0,'-30'-9'0'0,"11"5"0"0,8 3 0 0,1-2 0 0,8 1 0 0,2 0 0 0,0 0 0 0,5 2 0 0,25 0 0 0,9 0 0 0,17 0 317 0,9 2-141 0,7 5 103 15,8-2-112-15,13 0-80 0,-6-1-87 0,-10 2 0 16,4 0 0-16,-4 0 0 0,-9 1 0 0,7 4-597 15,-22 1 289-15,7 2 173 0</inkml:trace>
  <inkml:trace contextRef="#ctx0" brushRef="#br0" timeOffset="112050.86">31338 8995 3832 0,'3'0'0'0,"11"0"0"0,7 8 0 0,-7-4 0 0,-3-4 0 0,-9 0 0 15,-2 0 0-15,3 0 0 0,-1 0 0 0,-2 0 0 0,0 0 99 0,0 0-99 0,0 0 0 0,0 0 0 16,0 0 0-16,-13 0 0 0</inkml:trace>
  <inkml:trace contextRef="#ctx0" brushRef="#br0" timeOffset="115459.75">3266 10819 1993 0,'-3'-4'0'0,"3"3"0"0,-2-2 0 0,0 2 0 0,0-2 0 0,1 1 0 0,-1 1 0 0,0 1 0 0,2 0 0 0,0 0 0 0,0 0 93 0,0 0-16 16,0 0-36-16,0 0 0 0,0 0 0 0,0 0 60 0,0 0-10 16,0 0-50-16,0 0 0 0,0 0 43 0,0 0 1 0,0 0-34 15,0 0 62-15,0 0-36 0,0 0 0 0,0 0-36 0,0 0 49 16,0 0 10-16,0 0-59 16,0 0 86-16,0 0-43 15,0 0 1-15,0 0-44 0,0 0 39 0,0 0-39 0,0 0 0 0,0 0 0 0,0 0-41 16,0 0 1-16,0 0 50 15,0 0-37-15,0 0-8 0,0 0-6 0,0 0 0 0,0 0 0 16,0 0 0-16,0 0 0 0,0 0 0 0,0 0 0 16,0 0 0-16,0 0 0 15,0 0 0-15,0 0 0 0,0 6 0 0,0-1 0 0,0 3 0 16,0 3 0-16,0 1 0 0,-1 0 0 16,-4 6 0-16,2 10 0 0,-2-1 0 0,0 7 0 15,-1 6 0-15,0 7 0 0,-1 4 0 0,1 1 0 16,4 12 0-16,-1-2 0 0,1-8 0 15,2 4 0-15,0-3 0 0,0 0 0 0,0-7 0 16,5-3 0-16,2-9 0 0,2 0 0 0,2-5 0 16,2-2 0-16,-2-7 0 15,0-5 0-15,0 0 0 0,3-4 0 0,-3-5 0 0,4-3 0 0,-5-5 0 16,5 0 0-16,0 0 0 16,2-9 0-16,0-10 0 0,1-5 0 0,-3-2 0 0,1-2 0 0,-4-5 0 15,3-3 0-15,-7 0 0 0,-1-1 0 0,0 1 0 0,-5 2 0 16,2 3 0-16,-4-1 0 15,0 8 0-15,0 3 0 16,0 2-64-16,-4 6-9 0,-1 3-296 0,1 5 168 0,1-1 79 16,-1 4 40-16,3 2-653 0,-1 0 336 0,2 2 184 0,0 9-1229 15,0 3 1387-15</inkml:trace>
  <inkml:trace contextRef="#ctx0" brushRef="#br0" timeOffset="115691.4">3810 11054 3931 0,'-3'-10'0'0,"0"7"0"0,3 1 0 0,-3 0 0 0,3 0 0 0,0 0 0 0,0 0 0 0,0-1 0 0,3-1 0 0,10 0 0 0,2-2 0 0,2 2 0 0,1 1 0 16,-1 1 0-16,3 0 0 0,0 0 0 0,0 2 0 15,-2 0 0-15,1 0 0 0,-3 0 0 16,-1 0-279-16,2 0 128 0,-4 4 96 16,2-1-1022-16,-5 3 508 0,2 4 265 0</inkml:trace>
  <inkml:trace contextRef="#ctx0" brushRef="#br0" timeOffset="115919.06">3877 11326 3611 0,'-10'15'0'0,"2"-6"0"0,3-3 0 0,2-2 0 0,3 1 0 0,0-1 0 0,3-1 0 0,17 1 0 0,4-1 0 0,8-3 0 0,0 0 121 0,3 0-31 15,0-3 19-15,0-1-109 0,0-4 0 0,-3 0 0 0,0-1 0 0,-11 3 0 16,0 0 0 0,-7 2 0-16,-2 2 0 0,-6-1 0 0,-2 3 0 0,-3-2 0 15,1 2-543-15,-2 0 537 0,0 0 5 16,0 0-57-16,-7 0-7 0,-1 0-245 0,0 0 136 15,3 0 67-15,1 0 34 0,-1 0-697 0</inkml:trace>
  <inkml:trace contextRef="#ctx0" brushRef="#br0" timeOffset="117681.42">4825 11286 911 0,'0'0'0'0,"-2"0"0"0,2 0 0 0,-4 0 0 0,4 0 0 0,0 0 0 0,0 0 0 0,0 0 0 0,0 0 0 0,0 0 0 0,0 0 69 0,0 0 115 15,0 0-61-15,-1 0-47 0,0 0 1 0,-4 0 102 16,2-1-69-16,-1-5-24 0,0-2-10 0,-1 1 98 16,2-1-67-16,-3-1-33 0,1 2 1 0,0-1 24 15,1-1-10-15,-1 0-12 16,2 0 1-16,-5 0-37 15,5 0 29-15,-1 1 10 0,-1-1-39 0,2-3 0 0,-2 3-30 16,4-2 30-16,-3 3 1 0,2-3 9 0,0 2-36 16,2-2 1-16,0 1 25 0,0 0 0 0,0 4-11 15,0-3 21-15,0 0-10 0,0 2 0 0,0 2-50 16,0-1 48-16,0 0-20 0,2-1 25 0,4 1 2 16,0-2-13-16,-1 3-3 0,2-3-11 15,2 1 14-15,-2 1 10 0,3-3-48 0,0 3 0 0,0 1 36 16,-1-1-51-1,1 2-1-15,2 0 51 0,1 0-4 0,-1 2-33 0,2 2 26 16,1 0 3-16,-3 0-9 0,4 0-11 0,-2 0 15 0,3 0-7 16,-1 6 5-16,2 2 50 0,-3 1 1 15,2 0-48-15,-2 5-18 0,-2-1 0 0,-1 2 0 16,-2 2 0-16,3 2 0 0,-6 3 0 0,-2 5 0 0,-2-4 0 16,-1 6 0-16,-2 1 0 0,0 4 0 0,0-2 0 15,0 3 0-15,-7 1 0 16,-1 2 0-16,-7-2 0 0,2-3 0 0,-4 2 0 0,2-2 0 15,-5-4 0-15,1 2 0 0,0-5 0 16,-3-2 0-16,0-2 0 0,-3-4 0 0,0-5 0 16,4-4 0-16,-2-2 0 0,4 0 0 0,1-5 0 15,4-2 0-15,3 0 0 0,1 0 0 16,3 0 0-16,3 0 0 0,0 0 0 0,4 0 0 16,-2-2 0-16,2 2 0 0,0-1 0 15,2-2 0-15,9 0 0 0,3 2 0 0,6 1 0 16,1 0 0-16,4 0 0 0,-1 0 0 15,9 0 0-15,1 0 0 0,7 0 0 16,-1 0 0-16,3 0 0 0,-3 0 0 0,9 0 0 0,-1 0 0 16,-5 0 0-16,0 0 0 0,-9 0 0 15,4 7 0-15,-6-3 0 0,-8 1 0 0,-3-2 0 0,-8 1 0 0,-1-3 0 16,-4-1 0-16,-5 2 0 0,-1 1 0 16,-1-3 0-16,-1 0 0 0,0 0 0 15,0-3 0-15,0-2 0 0,-1-2 0 0,-1 0 0 16,-1-4 0-16,1 4 0 0,2 0 0 0,-3 0 0 15,3 4 0-15,0-1 0 0,0 3-527 16,3-1 210-16,5 2 127 0,1 0-1149 0</inkml:trace>
  <inkml:trace contextRef="#ctx0" brushRef="#br0" timeOffset="118848.73">6340 10866 1973 0,'0'0'0'0,"0"-2"0"0,0-2 0 0,0-2 0 0,1 1 0 0,4-1-1 0,-4-1 0 0,3-1 0 0,-3-1 0 0,3 1 1 0,1-1 205 0,-2-2-87 0,2-1-38 0,-4 1 0 0,0 0 118 16,1 0-78-16,1-3-29 0,-3 0-11 0,0 0 62 15,0-1-50-15,0-1 0 0,0 0-8 0,0 0-32 16,0-1-11-16,0 0 1 0,-3 0-3 0,-1 0 2 16,-3 0 11-16,-1 2 27 0,1 0-38 0,0 2 1 15,-3-1-1-15,1 1 51 0,-1 2-74 0,-1-1-18 16,2 3 0-16,-1 3 0 15,1-2 0-15,-2 2 0 0,1 0 0 0,1 3 0 16,0-1 0-16,-3 2 0 0,1 0 0 0,1 0 0 16,-1 2 0-16,-2 0 0 0,3 0 0 0,-4 0 0 15,2 7 0-15,1 1 0 0,1 2 0 0,-3-1 0 16,6 0 0-16,-1 2 0 0,1 2 0 0,-1 1 0 16,3 1 0-16,0 2 0 0,1 1 0 0,0 1 0 15,0 2 0-15,0 5 0 0,2-5 0 0,0 7 0 16,0-2 0-16,1 0 0 15,-1 3 0-15,2-1 0 0,0-2 0 0,0 6 0 16,0-2 0-16,0 1 0 0,0 0 0 0,0 1 0 16,0 0 0-16,3 2 0 0,1 0 0 0,4 0 0 15,-2-1 0-15,1 3 0 0,0 2 0 0,1-3 0 16,-1 3 0-16,1 0 0 0,-3-1 0 0,5 6 0 16,-8-9 0-16,4 5 0 0,-2 5 0 0,-3-6 0 15,1-1 0-15,0 1 0 0,-2-2 0 0,0 5 0 16,0-4 0-16,0 0 0 0,0 3 0 15,0-4 0-15,0 1 0 0,-4-1 0 16,-2-3 0-16,-1-1 0 0,-3-1 0 0,2-6 0 16,-2-1 0-16,-2-3 0 0,0-2 0 0,-2-2 0 15,-2-1 0-15,-2-5 0 0,0 0 0 0,0-4 0 16,-6-3 0-16,4 0 0 0,-3-4 0 0,0 0 0 16,1 0 0-16,-2 0 0 0,-1-5 0 0,4-5 0 15,1-3 0-15,2 1 0 16,0-1 0-16,2 1 0 0,2-2 0 0,3 1 0 15,3 0 0-15,0-1 0 0,3 2 0 0,1-3 0 16,4 2 0-16,0-4 0 0,0 2 0 0,0-2 0 16,6 2 0-16,5-2-51 0,1 2-399 0,3 2 205 15,0-1 102-15,6 3-722 0,3 0 417 0,1 1-123 16,-2 2 265-16</inkml:trace>
  <inkml:trace contextRef="#ctx0" brushRef="#br0" timeOffset="119252.47">6501 11784 2716 0,'-6'-5'0'0,"5"2"0"0,1 3 0 0,-2 0 0 0,0 0 0 0,1 0 0 0,-2 14 0 0,2 3 0 0,-2 4 0 0,-1 6 0 0,4 5 496 0,-2 2-229 0,2-1-107 0,0 4-65 0,0-5 102 16,2-2-197-16,6 0 0 16,3-4 0-16,0-7 0 0,3-1 0 0,2-4 0 0,3-3 0 15,2-5 0-15,3-6 0 0,-2 0 0 0,3-4 0 0,0-13 0 16,0-4 0-16,-5-3 0 0,0 0 0 0,-8-1 0 16,4-7 0-16,-9 4 0 15,-4-2 0-15,-1 0 0 0,-2 0 0 0,0 5 0 0,-7-5 0 16,-3 8 0-16,-5 4 0 0,0 2 0 15,-6 2 0-15,1 6 0 0,-2 2 0 16,-1 4 0-16,1 2 0 0,2 0 0 0,2 0 0 16,3 2 0-16,1 4 0 0,7 1 0 15,-1 0 0-15,4 1 0 0,2 0-132 0,2-1-293 0,0 0 194 0,0-1-721 32,2-3 457-32,10-2 229 0,-1-1 106 15,2 0-494-15</inkml:trace>
  <inkml:trace contextRef="#ctx0" brushRef="#br0" timeOffset="120007.1">6978 10686 1884 0,'-4'-19'-4'0,"2"4"2"16,-1 2 0-16,-1-4 0 0,0-2 2 0,0-1 0 0,-1-1 0 0,0-3 0 0,0 4 0 0,-1-2 0 0,4-3 50 0,-6 2 171 0,-1 0-90 0,1 3-46 0,-2 1 120 15,-1 3-83-15,-2 2-30 0,0 4 181 0,-3 4-116 16,4 2-59-16,-6 2 156 0,2 2-107 0,-3 4-43 0,0 13-37 16,1 6-16-16,-2 0-51 0,6 10 0 0,-2 0 0 15,3 5 0-15,6-2 0 0,-1 2 0 16,6-1 0-16,2-5 0 0,0 0 0 15,0-9 0-15,2 0 0 0,6-3 0 0,3-4 0 16,0-2 0-16,3-5 0 0,-2-3 0 0,5-3 0 16,-5-3 0-16,7 0 0 0,-1-3 0 0,1-14 0 15,-2 0 0-15,5-8 0 0,-3 1 0 0,1-4 0 16,-4 0 0-16,0 0 0 0,-4-3 0 0,-1 1 0 16,-1 0 0-16,-3 2 0 0,0 1 0 0,-6 7 0 15,1 2 0-15,0 6 0 0,-2 1 0 16,0 4 0-16,0 2 0 0,-2 4 0 15,-8 1 0-15,1 1 0 0,0 13 0 0,-3 9 0 16,3-2 0-16,3 8 0 0,-1 2 0 0,6-1 0 16,1 0 0-16,0 1 0 0,0-2 0 0,0-9 0 15,5 0 0-15,6-2 0 0,-2-6 0 0,2-4 0 16,1-4 0-16,3-3 0 0,-2-1 0 0,2-1 0 16,2-12 0-16,0-6 0 0,-2-1 0 0,1-5 0 15,1-4 0-15,-2 2 0 0,3-3 0 0,-2 1 0 16,0 3 0-16,-4 5 0 15,2 1 0-15,-3 5 0 0,-1 4 0 0,-3 4 0 16,1 0 0-16,-1 3 0 0,-2 4 0 0,4 0 0 16,-2 3 0-16,3 10 0 0,-3 3 0 0,2 3 0 15,0 8 0-15,-1-3 0 0,-3 2 0 0,1 0 0 16,-2-1 0-16,-2-4 0 0,0 0 0 0,1-3 0 16,-3-8 0-16,0-1 0 0,0-3 0 0,0-3 0 15,0-3 0-15,0 0 0 16,0 0 0-16,0-8 0 0,-3-6 0 0,3-5 0 15,0-7 0-15,0-3 0 0,0-2 0 0,5-3 0 16,8-2 0-16,-1 1 0 0,2 0 0 0,2 2 0 16,-2 5 0-16,0 1 0 0,-3 8 0 0,0 3 0 15,1 2 0-15,-5 4 0 0,0 5 0 0,3 2 0 16,-4 3 0-16,1 0 0 0,0 1-536 0,-1 12 242 16,4 5 127-16,-1 1-365 0,6 3 246 15</inkml:trace>
  <inkml:trace contextRef="#ctx0" brushRef="#br0" timeOffset="120272.37">7829 10371 3180 0,'0'-7'-2'0,"0"-2"1"0,-2-6 0 0,-5 5 1 0,-2-1 0 0,-2 2 0 0,2 2 0 0,-3 1 0 0,-2 5 0 0,-1-2 0 0,0 3 110 0,-2 0 340 16,-1 6-255-16,0 5-195 0,2 4 0 0,-2 3 0 15,7 0 0-15,-1 6 0 0,4 1 0 16,4 1 0-16,3 4 0 0,1 0 0 16,0 0 0-16,0-3 0 0,5 3 0 0,4-3 0 0,2-4 0 0,4 1 0 15,0-3 0-15,0-6 0 0,0 0 0 0,5-4 0 16,-4-4 0-16,3-3 0 0,1-2 0 0,1-2 0 16,4 0 0-16,-4 0-579 0,1-3 52 0,0-7 248 15,-1 1 120 1,3-2-649-16,-10-2 385 0</inkml:trace>
  <inkml:trace contextRef="#ctx0" brushRef="#br0" timeOffset="120451.87">7915 10415 2672 0,'-12'-14'0'0,"0"6"0"0,1-2 0 0,2 1 0 0,0 1 0 0,4 3 0 0,1-1 0 0,2 0 0 0,2-3 0 0,2 7 0 0,12-4 428 0,9 2-194 15,-1 1-87-15,8-1 77 0,-2 2-92 0,2 1-47 16,2-2-82-16,0 3 3 0,-2 0-6 0,-1 0 0 15,-10 0 0-15,4 0-220 0,-2 3 49 0,-7 2 115 16,2 1-709-16,-7-3 388 0,-2 3 86 0,0-1 132 16,-4-1-487-16,1 0 294 15</inkml:trace>
  <inkml:trace contextRef="#ctx0" brushRef="#br0" timeOffset="120637">8167 10058 2881 0,'-11'-15'0'0,"2"2"0"0,2 6 0 0,-5-3 0 0,4 4 0 0,-2 5 0 0,3-1 0 0,0 2 0 0,-1 0 0 0,0 13 0 0,1 7 165 16,0 6 168-16,-1 7-147 0,-2 6-73 0,3-3 140 0,0 11-253 15,1-2 0-15,0-2 0 0,4 2 0 0,2-2 0 0,0-3 0 16,0 6 0-16,0-3-354 0,0-3 32 16,6 2 180-16,2-8 91 0,1 1 56 0,6-5-1035 0,0-4 496 15,6-7 247-15</inkml:trace>
  <inkml:trace contextRef="#ctx0" brushRef="#br0" timeOffset="121266.31">8473 10663 1698 0,'13'-20'0'0,"-1"-5"-1"0,-1-1 1 0,-1-3 0 0,-1 1 0 0,-2-2 0 0,-2-2 0 16,2 1 0-16,-2-1 0 0,-3 0 0 0,-2 1 282 0,0 9-121 0,0 2-51 15,-5 0-41-15,-7 5 1 0,-3 6 180 0,-2 3-106 16,-2 5 94-16,-5 1-90 0,-4 0-59 0,2 14-25 15,-1 7 112-15,2 2-68 0,4 3-35 16,1 2 10-16,6 4 86 0,2 3-169 0,3-2 0 16,5 1 0-16,1-1 0 0,3-1 0 0,0-1 0 15,0-8 0-15,3-1 0 0,8-5 0 0,3-1 0 0,-1-7 0 16,6-3 0-16,-1-6 0 0,5 0 0 16,-1-2 0-16,-2-11 0 0,5-7 0 0,-4-1 0 0,-1-2 0 15,-1-1 0-15,1-2-29 16,-8 3-142-16,6-6 47 0,-9 11 43 0,-1-1 0 15,-6 6 81-15,0 3-1 0,0 2-47 0,-2 2 311 16,0 5-150-16,-4 1-77 0,-6 0-37 0,-1 9 125 16,-3 9-124-16,1 4 0 0,1 4 0 0,1 1 0 15,4 1 0-15,2 1 0 0,4-7 0 0,1 3 0 16,0-6 0-16,0-1 0 0,0-5 0 0,4-5 0 16,5-2 0-16,4-5 0 0,1-1 0 0,0 0 0 15,6-13 0-15,-1-2 0 16,0-3 0-16,1-1 0 0,0-2 0 0,1-1 0 15,-2 2 0-15,-4 6-39 0,0 1 16 0,-6 7-16 16,0-2 0-16,-2 6 0 0,-2 2 65 0,-2 0-32 16,-3 10-11-16,0 9 193 0,0 2-176 0,-5 4 0 15,-1 0 0-15,2-3 0 0,1 1 0 0,-1-2 0 16,2-4 0-16,2-8 0 0,0 0 0 0,0-3 0 16,0-3 0-16,2-3 0 15,9 0 0-15,5-14 0 0,1-7 0 0,1-1 0 16,3-6-17-16,2 1-83 0,0-3 0 0,0 2 31 15,-2 1 0-15,0 7 107 0,-3 5-48 0,-5 3 9 16,1 0-38-16,-5 11 392 0,0 0-339 0,-1 1-14 16,-1 0 0-16,-6 14 0 0,0 4 0 0,-1 6 0 15,0 0 0-15,0 3 0 0,0-5 0 0,-1 8 0 16,0-11 0-16,-2 4 0 0,3-5 0 0,0-3 0 16,0-4 0-16,0 1 0 0,0-5 0 0,3 1 0 15,-1-3-452-15,6 1 168 0,0-2-788 0</inkml:trace>
  <inkml:trace contextRef="#ctx0" brushRef="#br0" timeOffset="121616.83">9149 10361 3744 0,'9'-15'0'0,"5"3"0"0,2-3 0 0,2 2 0 0,1 0 0 0,2 3 0 0,4 2 0 16,0 3 0-16,7 3 0 0,0 1 0 0,-2 1 98 0,0 1-9 0,-2 14-89 0,-5 2 0 0,-5 4 0 0,-2 1 0 16,-7-1 0-16,-2 9 0 0,-5-2 0 0,-2 1 0 0,-6 0 0 15,-6 2 0-15,-6-1 0 16,-1-2 0-16,-1-5 0 0,-3-1 0 0,1-5 0 0,3-5 0 0,-2-3 0 16,0-4 0-16,3-1 0 15,3-2 0-15,6-2 0 0,0 0 0 0,2 0 0 16,3 0 0-16,4 0 0 0,0 0 0 0,0 0 0 15,12 0 0-15,13 0 0 0,2 0 0 0,8 0 0 16,6 0 0-16,0 0 0 0,1 0 0 0,-5 5 0 16,11 1 0-16,-6 1 0 0,-8 1 0 0,3 2 0 15,-5 1 0-15,0-2 0 0,-3 2 0 0,-3-1 0 16,-5-1-66-16,-1 0-100 0,-3 0 69 0,0 0-1012 16,-4-2 540-16</inkml:trace>
  <inkml:trace contextRef="#ctx0" brushRef="#br0" timeOffset="121741.16">10153 10755 2977 0,'0'0'0'0,"1"0"0"0,10 0 0 0,-3 0 0 0,-1 0 0 0,-4 0 0 0,0 0 0 0,3 0 0 0,-1 0 0 16,3 0 0-16,-2 0 102 0,-2 0-37 0,1 0 0 0</inkml:trace>
  <inkml:trace contextRef="#ctx0" brushRef="#br0" timeOffset="130189.83">10914 11298 1926 0,'0'0'0'0,"0"-2"0"0,0 0 0 0,2 0 0 0,1-1 0 0,-1-5 0 0,2-2 0 0,3-1 0 0,-2-3 0 0,3-2 0 0,2-3 84 0,-3 2-24 0,0-2 10 0,-1 1-33 0,0 1 151 16,-4-2-76-16,0 2-37 15,-1 2 75-15,-1 0-47 0,0-1-38 0,0 4 53 16,-1-1-40-16,-9 2-1 0,-1 1-40 0,-2 1 64 16,-4 3-36-16,-3 2-1 15,0 1 3-15,-6 1 0 0,5 2-21 0,-9 0-9 0,10 0 56 16,-3 5-28-16,2 3 0 0,3 1 0 0,2-1-49 16,6 3-16-16,1 1 0 0,2-1 0 15,5 1 0-15,2 0 0 0,0 5 0 0,2 2 0 0,8-1 0 0,5 3 0 16,2 0 0-16,3 0 0 0,1 1 0 15,2 3 0-15,-3-1 0 16,-3-2 0-16,-1 1 0 0,-4 1 0 0,-4-1 0 16,-1 3 0-16,-5-5 0 0,-2 2 0 0,0-3 0 15,-4 5 0-15,-7-9 0 0,-6 7 0 0,-1-7 0 16,-3 0 0-16,-4-5 0 0,0-2 0 16,5-2 0-16,-10 0 0 0,4-4 0 0,-2 0 0 15,1-3 0-15,1 0 0 0,6 0 0 0,-3-3 0 0,4-2 0 16,4-7 0-16,2 3 0 0,7 2 0 15,1-3 0-15,5 0 0 0,0-1-284 0,0 0 102 16,17 1-766-16,5-1 455 0,6 0 219 0,6 3 123 0</inkml:trace>
  <inkml:trace contextRef="#ctx0" brushRef="#br0" timeOffset="130562.11">11077 11253 2932 0,'0'0'0'16,"0"0"0"-16,0 0 0 0,0 0 0 0,0 0 0 0,2 0 0 0,5 1 0 0,4 5 0 0,4 0 0 0,2-1 0 0,7 0 192 0,1 2-77 0,-1-5-39 15,5-2 13-15,-1 0-17 0,-1 0-9 16,2-6-78-16,-1-7 26 0,-4 0 1 0,1 0-64 16,-9-1 54-16,2 2-9 0,-6-2 44 0,-3 1 1 0,-4 1-44 15,-3 2 10-15,0-6 33 0,-2 1 38 16,0 0-24-16,-7-3-21 0,-7-4 28 0,5 4 2 15,-9-2-39-15,4 4 15 16,-4 3-36-16,4 0 0 0,-5 4 0 0,1 5 0 0,-3 2 0 0,-4 2 0 16,3 0 0-16,-2 9 0 0,-3 8 0 15,1 6 0-15,1 1 0 0,2 5 0 0,7 0 0 0,3 3 0 16,3-1 0-16,8-2 0 0,2 4 0 0,0-5 0 16,4 0 0-16,10-2 0 0,0 0 0 15,2-7 0-15,4 6 0 0,1-7 0 0,1 0 0 16,0-5 0-16,3-1 0 0,-4-1 0 0,7-3 0 15,-3-2-615-15,-2-3 201 0,4-3 189 16,1 0-286-16,0 0 228 0,2-1 127 16,2-8-531-16,0-7 325 0</inkml:trace>
  <inkml:trace contextRef="#ctx0" brushRef="#br0" timeOffset="130775.12">11847 11076 2767 0,'0'-15'0'0,"-7"3"0"0,-5 4 0 0,-6 2 0 0,0 4 0 0,-3 0 0 0,1 2 0 0,-4 2 0 0,3 11 0 0,1 5 0 0,2-1 207 0,3 8-85 0,4-2 402 16,3 8-249-16,5 0-239 0,3 1-36 0,0-1 0 16,2 1 0-16,7-1 0 15,5-4 0-15,2 0 0 0,3-5 0 0,1 1 0 16,-1-6 0-16,-1-4 0 0,7 2 0 0,-8-5 0 16,3-3 0-16,-1-4 0 0,2-1 0 0,-2-2-587 15,0 0 171-15,0 0 190 0,-1-7-484 16,-1-4 337-16,0-1 168 0,2-4 74 0</inkml:trace>
  <inkml:trace contextRef="#ctx0" brushRef="#br0" timeOffset="130961.79">12035 11071 3595 0,'-11'-13'0'0,"4"7"0"0,0-2 0 0,0 3 0 0,3-1 0 0,-1 4 0 0,4 0 0 0,1 1 0 0,1-2 0 0,17 2 0 0,6-3 123 0,3 2 67 16,3 0-167-16,4 0-23 0,-1 0 0 0,3 0 0 0,-2 0 0 0,-1 2 0 15,-3 0 0-15,-1 0 0 0,-7 0 0 16,-2 0-365-16,-2 0 66 0,-7 0 169 0,-1 0 61 0,-3 0-746 16,-3 2 379-16,-3 0 204 15,-1 0 98-15,0-2-380 0,-1 0 239 0</inkml:trace>
  <inkml:trace contextRef="#ctx0" brushRef="#br0" timeOffset="131175.17">12307 10696 2311 0,'-6'-9'0'0,"2"3"0"0,-2 5 0 0,-1-1 0 0,0 2 0 0,-1 0 0 0,2 8 0 0,-3 14 0 0,2 8 0 0,-1 11 0 0,0 6 171 0,1 13 458 15,-2-2-296-15,-1 5-148 0,3 1-74 0,1 1 80 16,6-5-191-16,0 15 0 0,0-9 0 0,2-13 0 16,9 3 0-16,4-5 0 0,4-14 0 0,2 1 0 15,3-8 0-15,-1-7 0 0,2-6 0 0,0-10 0 16,-2-7 0-16,5 0 0 0,-3-2 0 0,-3-7-116 15,-5 0 34-15,2-6-898 0,-4-1 462 0,0 0 245 16</inkml:trace>
  <inkml:trace contextRef="#ctx0" brushRef="#br0" timeOffset="131405.74">13157 11480 3621 0,'0'0'0'0,"0"1"0"0,10 11 0 0,-6-8 0 0,-2-4 0 0,-2 0 0 0,0 1 0 0,0-1 0 0,0 0 0 0,2 0 0 0,-2 0 36 0,1 0 0 0,-1 0 0 0</inkml:trace>
  <inkml:trace contextRef="#ctx0" brushRef="#br0" timeOffset="132558.79">13800 11114 2476 0,'-9'0'0'0,"-1"-2"0"0,-1 0 0 0,0 0 0 0,-1 2 0 0,-1 0 0 0,4 0 0 0,1 0 0 0,2 0 0 0,5 0 0 0,-3 0 157 0,4 0-59 0,0 0-29 15,0 0 313-15,11 6-177 0,4-2-83 16,5 1-42-16,3 1 262 0,5 1-342 16,2 1 0-16,6-1 0 0,-2-1 0 0,4 2 0 0,-1-1 0 0,1 0 0 15,-1 1 0-15,-1-2 0 0,0-1 0 16,-2-1 0-16,-2-1 0 0,-4-1-47 15,-6-2-259-15,1 0 160 0,-4 0 7 0,-8 0-666 16,1 0 383-16,-7 0 192 0,-1 0-503 0,-2 3 352 16</inkml:trace>
  <inkml:trace contextRef="#ctx0" brushRef="#br0" timeOffset="132941.29">13856 11392 2481 0,'-23'1'0'0,"7"7"0"0,-1-2 0 0,6-5 0 0,1 1 0 0,4-2 0 0,5 0 0 0,1 0 0 0,1 0 0 0,13 2 0 0,10 0 132 0,4 4-47 0,4-3 0 0,3 7 166 15,-2-2-106-15,1 0-43 0,-2 4 12 0,-6-1-38 16,-2 3 1-16,-10-2-77 0,-2 4 1 0,-4 0 47 16,-6 3-9-16,-2 0-41 0,0 4 1 0,-15-3 39 15,-6 1-20-15,-1-3 30 0,-4-3-9 0,-3-1 0 0,1-4 33 16,-2-5-28-16,2-1-44 0,1-3 0 15,-3-1 0-15,10 0 0 16,-1 0 0-16,2-1 0 0,8-1 0 0,2-3 0 16,3-1 0-16,2 4 0 0,2 1 0 0,2-2 0 15,0 0 0-15,14 2 0 0,10 1 0 0,4 0 0 16,10 0 0-16,0 1 0 16,-3 8 0-16,14-2 0 0,-6 2 0 0,0-3 0 0,1 2 0 15,-3-3 0-15,-8-1 0 0,5-4 0 0,-4 2 0 16,-6-2 0-16,-7 0 0 0,0 0 0 0,-9 0 0 0,0 0-381 15,-4-2 156-15,-5 0 93 16,-1-4 47-16,-2-3-577 0,0 0 302 0,0-6 165 0,-9-6-219 16,-3-3 188-16</inkml:trace>
  <inkml:trace contextRef="#ctx0" brushRef="#br0" timeOffset="133148.71">14119 10275 3931 0,'-18'-18'0'0,"6"9"0"0,3 4 0 0,-1 1 0 0,3 2 0 0,1 0 0 0,2 2 0 0,0 0 0 0,3 0 0 0,1 15 0 0,-2 8 0 0,2 3 0 15,0 5 0-15,0 5 0 0,0 5 0 16,2 1 0-16,-1-1 0 0,1-2 0 0,2 12 0 16,-2-3 0-16,1-2 0 0,-2 1 0 0,1-1 0 15,0-6 0-15,2 7 0 0,1-5-821 0,2-9 341 16,7 3 156-16,-1 0-565 0</inkml:trace>
  <inkml:trace contextRef="#ctx0" brushRef="#br0" timeOffset="133530.57">15011 10905 2589 0,'-2'-25'0'0,"-2"7"0"0,1 5 0 0,-3 0 0 0,-1-2 0 0,-3 1 0 0,1 3 0 0,-4 2 0 0,-1 1 0 0,-2 5 0 0,-9 1 130 0,1 2 442 15,-3 0-490-15,-1 9-9 0,-2 4-34 0,0 5 170 16,0-1-85-16,2 5-43 0,10-4-49 0,-5 7-32 0,12-6 0 16,1 1 0-16,8 1 0 0,2-1 0 0,0 3 0 15,10 0 0-15,6-2 0 0,5 0 0 16,2 1 0-16,1 0 0 0,2-1 0 0,1 1 0 15,-1 1 0-15,-3-3 0 0,-3 3 0 16,-3 0 0-16,-6-5 0 0,-1 3 0 0,-4-1 0 0,-5-1 0 0,-1-2 0 0,-1-2 0 16,-15-1 0-1,0-3 0-15,-9 0 0 0,1-5 0 0,-3-5 0 16,-1-1 0-16,6 0 0 0,-8 0 0 0,4 0 0 0,1-6 0 16,6-2 0-16,-5-7 0 0,9 1 0 15,2-5-101-15,6 2-58 0,7-5 63 0,0-2-952 16,9 5 504-16,13 0 242 15,4 3-541-15</inkml:trace>
  <inkml:trace contextRef="#ctx0" brushRef="#br0" timeOffset="133879.51">15067 11052 3213 0,'4'0'0'0,"-2"3"0"0,1 0 0 16,-1 3 0-16,-1 1 0 0,1-4 0 0,0 4 0 0,3-1 0 0,4 4 0 0,3-3 0 0,5 1 231 0,2-2 169 0,6-1-313 0,-4-3-87 0,8-2 0 0,-1 0 0 15,2 0 0-15,0 0 0 16,0-10 0-16,-2-1 0 0,-3 0 0 0,-3-4 0 0,-5 4 0 0,-1-4 0 16,-5 2 0-16,-4-1 0 0,-4-3 0 15,-3 1 0-15,0-1 0 0,-3-6 0 16,-8 4-32-16,-6-7 19 0,0 1 58 16,0 3-45-16,-4 4 0 0,5 4 0 0,-5 3 0 15,-2 4 0-15,3 2 0 0,-9 5 0 0,5 0 0 16,-4 9 0-16,-1 7 0 0,3 5 0 0,2 4 0 15,1 4 0-15,4 3 0 0,5 0 0 0,2 4 0 0,6 0 0 16,5-1 0-16,1 1 0 0,0-2 0 16,1-2 0-16,11-3 0 0,1 0 0 15,4-5 0-15,2-1 0 0,2-5 0 0,1-4 0 16,0-3 0-16,6-4 0 0,-1-3-240 0,-1-2-219 0,3-2 210 16,1 0-694-16,2 0 441 0,1-2 237 15</inkml:trace>
  <inkml:trace contextRef="#ctx0" brushRef="#br0" timeOffset="134115.17">15898 10924 3787 0,'0'-13'0'0,"0"2"0"0,-9 0 0 0,-9 1 0 0,0 4 0 0,-3 4 0 15,-5 0 0-15,1 2 0 0,1 4 0 0,-2 14 0 0,1 2 144 0,2 6-144 0,5 2 0 0,3 3 0 0,6 2 0 0,3 5 0 16,6-2 0-16,0-1 0 0,2 1 0 0,9-3 0 15,6 0 0-15,1-5 0 16,3-2 0-16,2-3 0 0,1-7 0 16,-1-2 0-16,-2-5 0 0,2-3 0 0,-2-3-247 15,4-3-36-15,-4 0 126 0,2 0 39 0,-3-1-577 0,1-7 328 16,0-1 155-16,-3-1-460 0,1-1 317 0,1 2 158 16</inkml:trace>
  <inkml:trace contextRef="#ctx0" brushRef="#br0" timeOffset="134338.14">16183 10956 3111 0,'-9'-4'0'0,"-2"2"0"0,4-2 0 0,0-1 0 0,4 1 0 0,3 0 0 0,0-1 0 0,8 1 0 0,12 0 0 0,4 2 0 15,3 1 421-15,5 1-192 0,1 0-95 16,3 0-98-16,1 0-36 15,2 0 0-15,-4-2 0 0,-1 2 0 0,-2 0-41 16,-8 0 1-16,0 0-1337 0,-1 0 1389 0,-6 0 26 0,-6 0 1 16,-2 0-401-16,-2 0 103 0,-4 0 118 0,-1 0 31 15,-2 0 35-15,0 0-410 0,0 0 223 0,-4-8 103 0</inkml:trace>
  <inkml:trace contextRef="#ctx0" brushRef="#br0" timeOffset="134550.71">16542 10622 2878 0,'-4'-10'0'0,"-1"3"0"0,-1 1 0 16,0 4 0-16,-1 1 0 0,1 1 0 0,-3 5 0 0,4 16 0 0,-4 5 0 0,2 13 0 0,0 3 318 0,0 5-130 0,-2 3-80 0,4 3-34 15,1 1 291-15,2-1-365 0,2-2 0 0,0-1 0 0,2-3 0 16,11-2 0-16,1-9 0 0,0 2 0 16,4-8 0-16,-4-8 0 0,5-3 0 15,1-6 0-15,-2-6 0 0,1-4-41 0,-1-3-300 0,-1 0 178 0,-2-3-622 16,-1-6 373-16,-3 0 187 0,-1-3 93 15,-3-4 37-15,-3-1-439 0,-3-3 247 16,-1-5 125-16</inkml:trace>
  <inkml:trace contextRef="#ctx0" brushRef="#br0" timeOffset="134888.64">15997 10310 2622 0,'-34'-17'0'0,"1"2"0"0,8 2 0 0,1 2 0 0,7 0 0 0,8 3 0 0,5 4 0 0,4 1 0 15,0 3 0-15,15 0 0 0,9 3 202 0,5 9-82 0,3 3-41 0,5 8 69 0,-9-4-45 0,2 4-38 16,-3 3-17-16,-6 1-9 0,-7 1-1 0,-5 1 26 16,-7 0 9-16,-2-1-35 0,-4 0 124 15,-14-2-61-15,-3-5-72 0,-5-3-29 0,-1-4 0 0,-1-3 0 16,0-5 0-16,8-4 0 0,-3-2 0 0,2 0 0 0,8 0 0 15,1 0 0-15,2 0 0 0,6-2 0 16,0 0 0-16,4 0 0 16,0-1 0-16,8-1 0 0,14 2 0 0,7 0 0 0,1 0 0 15,3 1 0-15,3-2 0 16,-1 2 0-16,4-1 0 0,-2 2 0 0,-1 0 0 16,1-2 0-16,-1 2-104 0,1 0-5 0,-1 0-757 0,0 0 414 15,-1 0 206-15,3 2-280 0,1 4 234 16</inkml:trace>
  <inkml:trace contextRef="#ctx0" brushRef="#br0" timeOffset="135648.29">17319 10978 2035 0,'-4'-16'0'0,"2"4"0"0,2 3 0 0,-1-4 0 0,-1 0 0 0,0-1 0 0,-2 2 0 0,1-2 0 0,-1 1 0 0,-1-2 0 0,-2 2 266 0,0-2-114 0,-4 1-57 0,-3 3 99 15,1 0-69-15,-4 2-48 0,1 2 205 16,-3 5-123-16,-6-1-60 0,0 3-30 16,5 3 187-16,-10 13-134 0,4 7-122 0,-6 4 0 0,6 6 0 15,1 3 0-15,9-3 0 0,-3 10 0 0,6-3 0 0,8-7 0 16,0 7 0-16,5-4 0 15,0-3 0-15,0-2 0 0,10-6 0 16,1-7 0-16,6-3 0 0,-1-4 0 0,7-8 0 0,2-3 0 16,-1-1 0-16,4-13 0 0,-2-7 0 15,6-10 0-15,-7 5 0 16,6-12 0-16,-2 5 0 0,-1-7 0 0,-2 1 0 0,-1-6 0 0,-3-2-46 16,-3-4-40-16,4-10-27 0,-9 0 37 15,2-6 1-15,-3-3 36 0,-3 6-34 0,4-13 8 0,-8 23 27 0,-5 3 252 16,-1 17-126-16,0 10-63 0,-1-1-42 15,-8 11 11-15,1 6 313 0,-5 6-307 16,0 2 0-16,-3 12 0 0,4 12 0 0,-2 11 0 16,3 7 0-16,-2 7 0 0,3 13 0 15,3 4 0-15,0-5 0 0,3 18 0 16,4-7 0-16,0-6 0 0,0 3 0 0,2-15 0 16,9 6 0-16,1-6 0 0,6-8 0 0,1-5 0 15,1-11 0-15,5-4 0 0,3-7 0 0,2-8 0 0,4-6 0 0,-1-5 0 16,1-5 0-16,2-11 0 0,2-11 0 15,-6-1 0-15,-2-4 0 0,-2-5 0 16,-1-6 0-16,-2-3-109 0,0-10 39 16,-4-3-1-16,-3-7-89 0,-1-4 61 0,0-5 30 15,-2-3-5-15,-2 11 36 0,-5 16-1 0,-6 9 1 16,0-1 0-16,-2 9 215 0,0 12-118 16,-9 3-43-16,0 8 537 0,2 4-553 0,-2 3 0 0,-1 4 0 0,-1 0 0 15,-2 10 0-15,3 12 0 16,3 9 0-16,-2 11 0 0,1 2 0 0,2 4 0 15,2 5 0-15,3 3 0 0,1 3 0 0,0-2 0 16,0 2 0-16,0-1 0 0,1-4 0 16,9-1 0-16,1-2 0 0,4-2 0 0,1-6 0 15,-4-8 0-15,6 0 0 0,-2-6 0 16,1-6 0-16,-2-8 0 0,2-2 0 0,0-4 0 16,-2-4 0-16,0-2 0 0,-2-1-1249 0,-4-2 1191 15,-1 0 16-15,-2 0-303 0,-2-8 157 0,-4-4 75 0,0-4 36 0,0-7-596 16,-10-4 318-16</inkml:trace>
  <inkml:trace contextRef="#ctx0" brushRef="#br0" timeOffset="135820.38">17517 10701 3931 0,'-18'-14'0'0,"7"7"0"0,4 0 0 0,1-3 0 0,4 1 0 0,2-1 0 0,0 3 0 0,12-1 0 0,14 7 0 0,13-2 0 0,4 2 0 16,8 1 0-16,4 0 0 0,7 1 0 15,9 7 0-15,-7 0 0 0,0-3 0 0,-1 3 0 16,-3-4 0-16,-8 1 0 0,0 0 0 0,-7 1 0 0,-9 3 0 16,-6 5-405-16</inkml:trace>
  <inkml:trace contextRef="#ctx0" brushRef="#br0" timeOffset="137544.2">19068 10531 2907 0,'-13'-11'0'0,"3"9"0"0,4 1 0 0,5-1 0 0,-3 2 0 0,4 0 0 0,0 0 0 0,0 0 0 0,0 0 0 0,2 0 0 0,12 0 300 0,7 0-131 0,4 3 250 0,3 2-283 16,2-2-136-16,0 0 0 0,0 1 0 0,2-2 0 15,-5 1 0-15,5 0 0 0,-8-3 0 0,-2 2 0 16,-1-1 0-16,-4-1-184 0,-4 2-69 0,-2 1 141 15,-3 1-1-15,-4 6-1027 0</inkml:trace>
  <inkml:trace contextRef="#ctx0" brushRef="#br0" timeOffset="137709.2">19081 10853 3439 0,'-21'5'0'0,"2"6"0"0,5 2 0 0,2-3 0 0,6-5 0 0,5 2 0 0,1-3 0 0,0 3 0 0,17-2 0 0,9-1 0 0,4-2 216 0,11-2 60 0,-9 0-276 0,6 0 0 16,1 0 0-16,1 0 0 0,-3 0 0 0,-1 0 0 16,-1 0 0-16,1-2-268 0,-4 1-82 0,1-2 195 15,-10 1-853-15,9 2 498 0</inkml:trace>
  <inkml:trace contextRef="#ctx0" brushRef="#br0" timeOffset="138138.01">20558 10338 2081 0,'5'-28'0'0,"3"1"0"0,-5-2 0 0,-1-1 0 0,0-1 0 0,0 1 0 0,-2 2 0 16,0 6 0-16,0 1 0 0,-9 4 0 0,-2 2 459 0,-3 4-210 0,-1 4-106 0,-4 1-53 0,0 4 370 0,-1 2-216 0,1 0-103 15,-2 0-77-15,3 9-64 16,-3 8 0-16,6 1 0 0,-2 4 0 0,2 4 0 16,0 6 0-16,2 4 0 0,3 5 0 0,4-2 0 15,1 15 0-15,1-3 0 0,4 4 0 0,0 11 0 16,0-4 0-16,0-6 0 0,2 17 0 0,5-9 0 16,2-2 0-16,-2 0 0 0,0-10 0 0,1 7 0 15,-3-3 0-15,1-1 0 0,-4 2 0 16,0-1 0-16,-2-4 0 0,0 0 0 0,0-3 0 15,-10 0 0-15,-3-6 0 0,-1-1 0 0,-4-13 0 16,-3 3 0-16,0-3 0 0,-6-6 0 16,1-3 0-16,-4-4 0 0,1-1 0 0,-3-1 0 15,2-4 0-15,-2-5 0 0,2-1 0 0,0-4 0 16,8 0 0-16,2 0 0 0,2-2 0 0,7-9 0 16,3-1-50-16,8-1-108 15,0-3 67-15,14-2-853 0,10 2 458 0,6-1 224 0</inkml:trace>
  <inkml:trace contextRef="#ctx0" brushRef="#br0" timeOffset="138442.84">20817 11322 3768 0,'0'0'0'0,"0"2"0"0,0 7 0 16,0 2 0-16,0 5 0 0,-4 3 0 0,0 3 0 0,4 3 0 0,0-2 0 0,0 6 0 0,0-1 163 0,9 4-163 0,6-3 0 0,4-3 0 0,2-5 0 15,4-5 0-15,2-4 0 0,3-7 0 16,0-5 0-16,-2 0 0 0,2-4 0 0,-3-10 0 16,-2-4 0-16,-4 0 0 0,-11 3 0 0,1-6 0 15,-4-2 0-15,-5-5 0 0,-2 2 0 0,0-2 0 16,-9-1 0-16,-5 3 0 0,-5 1 0 0,-1 5 0 16,-3 3 0-16,-4 4 0 0,1 6 0 0,-4 6 0 15,2 1 0-15,-1 0 0 0,6 1 0 0,2 8 0 16,2 2 0-16,2 1 0 0,5-2 0 0,5 0 0 15,3-1 0-15,4 1 0 16,0 0 0-16,0-5-284 0,4 1-202 0,10-3 224 16,0-3-657-16,4 0 441 0</inkml:trace>
  <inkml:trace contextRef="#ctx0" brushRef="#br0" timeOffset="139197.34">21167 10315 1933 0,'0'-16'0'0,"-1"0"0"0,1 0 0 0,-4-1 0 0,2-4 0 0,-2 0 0 0,1-3 0 0,-1-2 0 0,2 0 0 0,-1 1 0 0,-2 0 107 0,1 5-34 0,-1-2 79 16,-2 3-62-16,0 0-26 0,-4 6 174 0,1 0-100 16,-1 5-49-16,-3 1-16 0,-1 4 188 0,-2 3-112 15,1 0-55-15,-7 9 155 0,2 7-105 16,-2 8-67-16,1 5-77 16,-1 6 0-16,4 1 0 0,7-4 0 0,1 5 0 0,2-3 0 0,6 2 0 0,1-4 0 15,2-2 0-15,0-6 0 0,2-3 0 16,5-3 0-16,5 0 0 0,-1-7 0 0,3-4 0 15,-2-1 0-15,4-6 0 0,0 0 0 16,1-2 0-16,3-9 0 0,-2-6 0 0,-2-2 0 16,2-5 0-16,-4 5 0 0,3-9 0 0,-2 0 0 15,-1 0 0-15,-3-2-8 0,-1-3-66 0,-1 3 26 16,-6 3 53-16,1 6-1 0,-2 0-42 0,-2 4 185 16,0 6-135-16,0 1-12 0,0 5 0 0,-4 3 0 15,-3 0 0-15,-5 2 0 0,5 2 0 16,-2 14 0-16,1 1 0 0,0 8 0 0,3 2 0 0,3 1 0 15,0 0 0-15,2-2 0 16,0 5 0-16,0-9 0 0,0 1 0 0,7-6 0 16,3-1 0-16,0-3 0 0,2-4 0 0,2-5 0 15,0-4 0-15,4 0 0 0,0-2 0 0,-1-7 0 16,6-7 0-16,-5-4 0 0,3 0 0 0,0-2 0 16,-2-3 0-16,0 0 0 0,-3 1 0 0,1 1 0 15,-4 9 0-15,-1-3 0 0,-3 8 0 0,0 1 0 16,-2 2 0-16,-2 4 0 15,2 0 0-15,-3 2 0 0,1 4 0 0,-1 11 0 16,-1 2 0-16,-1 3 0 0,-2 5 0 0,0-1 0 16,0-5 0-16,0 4 0 0,0-4 0 0,0-3 0 15,-2-6 0-15,-1-1 0 0,3-2 0 0,-2-4 0 16,2-2 0-16,0-1 0 0,-2 0 0 0,2 0 0 16,0-10 0-16,0-2 0 0,0-5 0 15,0 0 0-15,7-8 0 0,0 3 0 0,2 1 0 0,4-7 0 16,1 4 0-16,-2 1 0 15,2 7 0-15,1-3 0 0,0 4 0 0,0 4 0 16,2 3 0-16,1 2-258 0,1 5-169 0,1 1 195 16,-2 0 87-16,6 0-722 0,1 3 415 0</inkml:trace>
  <inkml:trace contextRef="#ctx0" brushRef="#br0" timeOffset="139401.54">21964 9970 3346 0,'0'-9'0'0,"0"-3"0"0,-6 5 0 0,-4-1 0 16,-6 3 0-16,0 2 0 0,-4 3 0 0,-4 0 0 0,1 5 0 0,3 11 0 0,-3 5 126 0,2 3 245 0,3 7-283 0,3 3-88 0,2 7 0 0,6-2 0 15,3-3 0-15,1 1 0 0,3 3 0 0,0-5 0 16,5-2 0-16,6-4 0 0,3-2 0 0,4-7 0 16,-1-4 0-16,1-1 0 0,3-6 0 0,-1-5 0 15,1-2 0-15,5-2-939 0,-6 0 395 0,3-4 258 16,-4-6 123-16,6-5-312 0</inkml:trace>
  <inkml:trace contextRef="#ctx0" brushRef="#br0" timeOffset="139578.87">22056 10063 3194 0,'-9'-8'0'0,"2"0"0"0,-3-2 0 0,6 1 0 0,0 4 0 0,1 1 0 0,3 0 0 0,0-3 0 0,5 5 0 0,14 0 0 0,1 0 287 0,5 0-129 16,1 2-6-16,3 0-57 0,2 0-50 15,1 0-45-15,-2 0-242 0,0 0 91 0,-1 0 95 16,-8 0 47-16,1 2-671 0,-5 2 360 0,-6-2 115 16,-4 3-318-16,0-1 216 0,-6-2 135 0,-1-2 67 15</inkml:trace>
  <inkml:trace contextRef="#ctx0" brushRef="#br0" timeOffset="139756.99">22311 9740 2264 0,'-11'-12'0'0,"4"6"0"0,0 2 0 0,-3 3 0 0,2 1 0 16,-1 0 0-16,-1 1 0 0,3 13 0 0,0 6 0 0,-1 4 0 0,-2 7 103 0,1 5 372 0,-2 4-223 0,1 2-107 0,-1 1-53 0,2 0 18 15,2-1-36-15,2-5 9 0,2 2-44 0,1-1-429 16,2-4 214-16,0-4 107 0,0-7-281 0,10-2 203 16,3 0 89-16,8-9 26 0,2-2-843 0,6-7 419 15,4-3 209-15</inkml:trace>
  <inkml:trace contextRef="#ctx0" brushRef="#br0" timeOffset="140358.31">22601 10252 1773 0,'26'-17'0'0,"-4"-2"0"0,1-3 0 0,-6-1 0 0,-2-4 0 0,-3 1 0 0,-5-2 0 0,0 0 0 0,-3 0 0 0,-2 1 0 16,-2-2 239-16,0 8-100 0,0 0-51 0,-9 4 281 0,-2 3-165 0,-3 4-73 16,0 4-52-16,-6 4 174 0,-1 2-107 0,-2 0-54 15,2 12 9-15,-2 4-21 0,0 3-10 0,3 5-32 16,-1 3 43-16,7 1-33 0,-2 5-48 15,5-1 0-15,1 1 0 0,5-1 0 16,3-2 0-16,2 0 0 0,0-8 0 0,0 3 0 16,0-5 0-16,3-1 0 0,9-5 0 0,-1-5 0 15,5-3 0-15,-2-5 0 0,6-1 0 0,0 0 0 16,-1-13 0-16,2-4 0 0,-1-4 0 0,-1-1 0 16,-3-5 0-16,0 2 0 0,-4 0 0 0,-1 4-109 15,-4 1 0-15,-2 0 41 0,-3 8 172 0,-2 1-71 16,0 4-35-16,0 0-1 15,0 4 157-15,-5 3-154 0,-6 0 0 0,1 7 0 16,1 10 0-16,1 2 0 0,3 2 0 0,-2-1 0 16,4 1 0-16,1-1 0 0,2-1 0 0,0-2 0 15,0-6 0-15,0-1 0 0,5-3 0 0,4-3 0 16,2-2 0-16,-1-2 0 0,6 0 0 0,-1-5 0 16,0-5 0-16,1-5 0 0,2 1 0 0,-2 0 0 15,0-2 0-15,-4 6 0 0,0 2 0 0,-4 2 0 16,-3-1 0-16,-1 7 0 15,-1-2 0-15,-1 2 0 0,-2 0 0 0,0 7 0 16,0 6 0-16,-4 3 0 0,-1 0 0 0,-2 4 0 16,1-4 0-16,1 3 0 0,0-4 0 0,3-6 0 15,1 1 0-15,1-2 0 0,0-5 0 0,0-1 0 16,1-2 0-16,11 0 0 0,1-2 0 0,4-10 0 16,0-1 0-16,0-2 0 0,1 2 0 0,1 1 0 15,-3-2 0-15,-3 4 0 0,-4 7 0 0,-4-1 0 16,2 2 0-16,-4 0 0 0,-1 2 0 0,0 0 0 15,-2 10 0-15,0 5 0 16,0 0 0-16,0 4 0 16,-2-1 0-16,-1 2 0 0,3-2 0 0,0-1 0 15,0-1 0-15,0-2 0 0,0-1 0 0,5-6 0 0,4 1 0 0,3-5 0 16,1 1-909-16,-1-2 334 0,2-2 273 0</inkml:trace>
  <inkml:trace contextRef="#ctx0" brushRef="#br0" timeOffset="140638.68">23168 9940 2918 0,'5'-19'0'0,"3"6"0"0,2 0 0 0,0 0 0 0,4 2 0 0,3 3 0 0,5 1 0 0,1 5 0 0,4 0 0 16,1 2 0-16,2 0 601 0,-3 13-281 0,0 5-228 0,-3 4-92 0,-6 4 0 0,-6 1 0 15,-4 4 0-15,-7 1 0 0,-1 0 0 16,-9 5 0-16,-13-4 0 0,-4-6 0 15,-10 5 0-15,9-11 0 0,-5-2 0 0,5-4 0 16,8-8 0-16,-2-1 0 0,8-2 0 0,1-4 0 16,7 0 0-16,1 0 0 0,4 0 0 0,0 0 0 15,9 0 0-15,16 0 0 0,1-2 0 0,8 2 0 16,8-2 0-16,-7 2 0 0,14 0 0 0,-2 0 0 16,1 0 0-16,2 2 0 0,3 4 0 15,-11 4 0-15,9 2 0 0,-7 1 0 0,-4 4-35 0</inkml:trace>
  <inkml:trace contextRef="#ctx0" brushRef="#br0" timeOffset="141422.6">24313 10787 1380 0,'3'-9'0'0,"-1"-1"0"0,0 0 0 0,0-1 0 0,-1 0 0 0,-1-2 0 0,0 0 0 0,0 2 0 0,0-1 0 0,0 1 0 0,0 2 92 0,0-1-27 15,-7-1 154-15,-3 4-91 0,1-1-45 0,-7 1 184 16,0 1-119-16,-3 2-55 0,-6 0-28 0,2 2 260 16,-6 1-143-16,-1 1-62 0,-2 0-46 0,1 1 133 15,-3 9-84-15,0 3-42 0,-1 0 198 0,8 4-279 16,1 2 0-16,8-3 0 0,6 0 0 0,3 1 0 16,8 1 0-16,1 3 0 0,0 2 0 0,13 0 0 15,10-3 0-15,9 4 0 16,2-3 0-16,-2-4 0 0,9 5 0 0,-10-7 0 15,3 2 0-15,-2 0 0 0,-6 0 0 0,-6-2 0 16,-4 0 0-16,-6-1 0 0,-4-3 0 0,-6 2 0 16,0-1 0-16,-9 0 0 0,-13 3 0 0,-6-3 0 15,-2-1 0-15,-11 0 0 0,1-2 0 0,6-3 0 16,-5 0 0-16,0-5 0 0,1 1 0 0,2 0 0 16,2-2 0-16,8 0 0 0,-1 0 0 0,6 0 0 15,1-2 0-15,11 0 0 0,2-1 0 0,3-1 0 16,4 0 0-16,0 0 0 15,8 1-8-15,14 0-1014 0,0 2 492 0,-1-1 236 16</inkml:trace>
  <inkml:trace contextRef="#ctx0" brushRef="#br0" timeOffset="142002.23">24398 10912 3150 0,'0'0'0'0,"0"0"0"0,0 3 0 0,0 0 0 0,0 2 0 0,0 1 0 0,6-2 0 0,7 2 0 0,4-1 0 0,4-1 0 0,1-2 117 0,7-2 65 0,-1 0-71 0,2 0-37 15,2-2 1-15,0-9 5 0,-2 0-32 0,2-4-9 16,-4 0 0-16,-4-1-72 0,-5 4 36 0,-2-2 0 16,-4 0-37-16,-4-1 32 0,-5 1 0 0,-3-1 15 15,-1-2-5-15,0 0 28 0,-3-2-34 0,-10-1 20 16,-2 1-22-16,-4 2 0 0,2 4 0 0,-3 2 0 16,-3 3 0-16,-5 5 0 0,3 3 0 0,-1 0 0 15,-2 6 0-15,6 10 0 16,1 3 0-16,0 6 0 0,6 0 0 0,6 4 0 15,3 1 0-15,2 2 0 0,4 2 0 0,0-2 0 16,0-1 0-16,7 0 0 0,5-5 0 0,1-2 0 16,1-3 0-16,0-2 0 0,2 0 0 0,2-7 0 15,-1 2 0-15,0-5 0 0,0-1 0 0,2-3 0 16,-2-1-68-16,4-2-819 0,-1-1 425 0,2-1 201 16,5 0 117-16,1 0 51 0,2 0 26 0,4-3 0 15</inkml:trace>
  <inkml:trace contextRef="#ctx0" brushRef="#br0" timeOffset="142226.81">25308 10794 3036 0,'1'-16'0'0,"1"0"0"0,-2 1 0 0,-2 0 0 0,-10 1-1 0,2 2 0 0,-5 5 0 0,-2 1 1 16,-1 2 0-16,-5 4 0 0,-1 0 225 0,4 2-84 0,-6 13 391 0,6 4-532 15,0 3 0-15,6 5 0 0,4 1 0 0,2 1 0 16,8 6 0-16,0-4 0 0,0 1 0 0,5 1 0 15,11-5 0-15,1-2 0 0,4-1 0 0,0-5 0 16,2-2 0-16,6-4 0 0,-3-4 0 0,-3-5 0 16,9-1 0-16,-4-4 0 0,-1 0 0 0,-1 0 0 15,-6 0-285-15,4-2-168 0,-1-5 211 0,0-3-568 16,1-2 385-16,-1-1 193 0</inkml:trace>
  <inkml:trace contextRef="#ctx0" brushRef="#br0" timeOffset="142429.57">25745 10701 3163 0,'-9'-8'0'0,"-2"4"0"0,3 1 0 0,2-3 0 0,3 2 0 0,3 2 0 0,0-1 0 0,7 0 0 0,18 2 0 0,3 1 0 0,6 0 499 16,8 0-231-16,-6 0-267 0,15 1-1 0,-4 4 0 0,0-2 0 15,-4-1 0-15,-7 0 0 0,0-1 0 0,-6 4 0 16,-8-4-51-16,-1 3-624 0,-11-2 355 15,2 2 187-15,-8-2-18 0,-2 0-682 0,-2-2 397 16,0 0 200-16,-7 0-127 0</inkml:trace>
  <inkml:trace contextRef="#ctx0" brushRef="#br0" timeOffset="142641.87">26140 10421 2238 0,'-2'-14'0'0,"-6"7"0"0,-4 5 0 0,4 0 0 0,-10 2 0 0,4 0 0 0,-7 15 0 0,0 10 0 0,1 8 0 0,2 3 0 0,0 12 689 0,3 4-326 0,6 1-163 16,1 5-80-16,2-2 201 0,6-2-321 0,0-4 0 16,0 2 0-16,9-9 0 0,8-2 0 0,2-10 0 15,5 0 0-15,3-6 0 0,1-6 0 16,-2-8 0-16,0-4 0 0,-3-5 0 0,0-2 0 0,-4 0-73 16,1 0-431-16,-5 0 239 0,-3-8 78 0,-3-4-480 15,-4-3 305-15,-3-2 166 16,-2-8-429-16</inkml:trace>
  <inkml:trace contextRef="#ctx0" brushRef="#br0" timeOffset="143025.44">25354 10106 2252 0,'-35'-27'0'0,"6"10"0"0,9 8 0 0,5 2 0 0,6 1 0 0,5 0 0 0,4 2 0 0,2 2 0 0,18 0 0 0,13 2 0 0,10 2 338 0,-1 10-149 16,6 3-76-16,0 3-17 0,-3 2-11 0,-3 4-46 16,-12-4-1-16,2 1 31 0,-11 5 1 15,-7-5-22-15,-6 2-10 0,-6-1 23 0,-2 2-22 0,-12-2-1 16,-8-5 130-16,-7 2-56 0,0-4-41 16,0-4-4-16,3-3-67 0,3 0 0 0,10-3 0 0,0-3 0 15,2 0 0-15,6 0 0 16,3 2 0-16,0 1 0 0,17 5 0 0,9 1 0 15,3 0 0-15,2 3 0 0,2-2 0 0,-1 3 0 16,-4 0 0-16,-10-1 0 0,-1 1 0 0,-4-2 0 16,-7 1 0-16,-6 1 0 0,0-1 0 0,-8-1 0 15,-16 3 0-15,-6-4 0 0,-11-1 0 0,-3-2 0 16,-4-2 0-16,6-3 0 0,-11-2 0 16,11-2 0-16,7 0 0 0,1 0 0 0,14 0 0 0,5-2 0 15,4-4 0-15,6-2 0 0,5-5-408 0,5 0-121 16,20 2 244-16</inkml:trace>
  <inkml:trace contextRef="#ctx0" brushRef="#br0" timeOffset="143885.71">27050 10805 2042 0,'-7'-16'0'0,"0"3"0"0,-2 2 0 0,0-3 0 0,2 1 0 0,-2-2 0 0,-2 4 0 0,1 0 0 16,1-1 0-16,-3 6 0 0,3 3 199 0,0-1-86 0,-5 2-38 0,0 2 113 0,2 4-75 0,-7 11-38 15,2 5 73-15,-1 5-59 0,-1 4-27 0,0 0 1 16,2 3 53-16,3 0-39 0,0 2 9 0,5-4 33 15,-1 0-41-15,8-4 0 0,2-5-41 0,0 0 90 16,0-4-81-16,2-4-46 0,6-4 0 0,4-3 0 16,4-2 0-16,2-4 0 0,1 0 0 0,8-4 0 15,-3-11 0-15,0-4 0 16,1-4 0-16,-1 1 0 0,-3-4 0 0,1-5-30 0,-4 1-37 0,2-2 36 16,-3-3-4-16,-1-5-3 15,-4 4 1-15,3-12 26 0,-2 1-33 0,-1-4 54 16,3-3-34-16,-1 0 7 15,4-2-67-15,-5-2 35 0,2 8-3 0,-8 16 32 0,-1 3 51 0,-4 8-25 16,-2 8 1-16,0 2 354 16,0 5-237-16,-2 6-124 0,-9 2 0 0,-6 8 0 0,0 13 0 0,-1 10 0 15,0 7 0-15,5 5 0 16,2 6 0-16,-2 13 0 0,11-10 0 0,-2 18 0 0,4-10 0 0,0-7 0 16,0 4 0-16,4-4 0 15,9-6 0-15,5-5 0 0,1-11 0 0,4 0 0 16,6-9 0-16,-2-7 0 0,3-6 0 0,2-7 0 15,-2-2 0-15,1 0 0 0,2-9 0 0,0-10 0 16,-4-3 0-16,4-9 0 0,-6-1 0 0,-2-3 0 16,3-8 0-16,-3-4 0 0,3-12 0 0,-4 3 0 15,0-8-11-15,-1-1-69 0,-2-3 8 0,-6 9-80 16,2-2 63-16,-7 8 25 0,-5 18 1 0,-2 5 61 16,-3 2-1-16,0 10-43 0,0 7 414 15,-8 4-203-15,-2 5-116 0,-5 2-49 0,1 7 0 16,-2 16 0-16,2 9 0 0,-2 7 0 15,6 7 0-15,-1 2 0 0,2 2 0 0,6 3 0 16,3 0 0-16,0-2 0 0,0-1 0 0,2-3 0 16,5-3 0-16,5-11 0 0,0 3 0 0,6-4 0 15,-2-6 0-15,0-3 0 0,-2-6 0 0,0-3 0 16,1-2 0-16,-2-3 0 0,-2-2 0 0,-2 0-68 16,1-4-8-16,0-1-739 0,-3-2 394 0,1 0 191 15,-4 0 97-15,-3-13-674 0</inkml:trace>
  <inkml:trace contextRef="#ctx0" brushRef="#br0" timeOffset="144048.66">27282 10537 2996 0,'-27'-19'0'0,"13"6"0"0,5 8 0 0,4-1 0 0,2-3 0 0,3 2 0 0,5-2 0 0,21 3 0 0,15 5 0 0,10-1 0 0,14 2 79 0,11 0 538 16,14 6-378-16,-6 3-239 0,5 1 0 0,-10-1 0 0,5 1 0 0,-6-1 0 15,-6 2-629-15,-9 3 238 0,-10 1 224 0,0 3-1204 16</inkml:trace>
  <inkml:trace contextRef="#ctx0" brushRef="#br0" timeOffset="144187.94">28876 10783 372 0,'12'-5'0'0,"10"5"1231"0,-5 5-596 16,-11-5-300-16,-3 0-148 0,-3 2-449 0,0 0 145 0,0 2 77 0</inkml:trace>
  <inkml:trace contextRef="#ctx0" brushRef="#br0" timeOffset="152901.1">3344 13102 3033 0,'-13'0'0'0,"3"0"0"0,8 0 0 0,2 0 0 0,0 0 0 0,-3 0 0 0,3 0 0 0,0 0 0 0,0 0 0 0,3 0 0 0,5 0 308 0,9-1-139 0,0 0 252 0,3-4-421 15,0 1 0-15,1 3 0 0,3-2 0 0,4 1 0 16,-3 1 0-16,0 1 0 0,2 0 0 0</inkml:trace>
  <inkml:trace contextRef="#ctx0" brushRef="#br0" timeOffset="152961.26">3618 13080 398 0,'21'0'0'15,"-1"0"0"-15,-7 0 0 0,-1 0 923 0,0 2-491 0,-4 0-231 0,-3 4-120 0,-2-1-902 0</inkml:trace>
  <inkml:trace contextRef="#ctx0" brushRef="#br0" timeOffset="153049.51">3364 13462 395 0,'-22'0'0'0,"9"10"0"16,5 3 0-16</inkml:trace>
  <inkml:trace contextRef="#ctx0" brushRef="#br0" timeOffset="153133.74">3306 13504 3931 0,'0'4'0'0,"13"-2"0"0,4-2 0 0,10 0 0 0,1 0 0 0,2 0 0 0,3 0 0 16,1 0 0-16,2-2 0 0,2 0 0 0,-6-2 0 0,1 3 0 0,-3 0-242 0,0 1 43 0,-9 0 77 16,3 0-696-16,1 0 390 0,-2 0 194 0,1 1-460 15,-6 4 327-15</inkml:trace>
  <inkml:trace contextRef="#ctx0" brushRef="#br0" timeOffset="153331.28">4757 12851 1812 0,'0'-30'0'0,"3"2"0"16,0 0 0-16,-3-3 0 0,0-1 0 0,0-1 0 0,0-1 0 0,0 8 0 0,0-6 0 0,-6 5 0 0,-3 9 303 0,3-2-133 0,-6 4 58 0,2 5-86 0,-3 1-57 16,0 2-23-1,-1 5 284-15,-2 1-154 0</inkml:trace>
  <inkml:trace contextRef="#ctx0" brushRef="#br0" timeOffset="153562.28">4593 12473 3931 0,'-17'12'0'0,"0"4"0"0,-1 3 0 0,9 1 0 0,-3 7 0 0,2 2 0 16,4 3 0-16,2 6 0 0,4 4 0 0,0 5 0 0,0 4 0 0,0 10 0 0,4 0 0 0,2 4 0 0,2 4 0 0,-1-4 0 15,0 16 0-15,1-10 0 0,-2-3 0 16,0 1 0-16,-1-1 0 0,0-8 0 0,0 9 0 0,-3-5 0 16,-1-13 0-16,1 3 0 15,-2-2 0-15,0-8 0 0,0 4 0 16,-3-11 0-16,-7-2 0 0,-1-4 0 0,-5-3 0 16,2-6 0-16,-5 2 0 0,-1-7 0 0,1-1 0 0,-1-5 0 15,0-2 0-15,-1-3 0 0,2-3 0 0,1-3 0 16,1 0 0-16,4 0 0 0,1-9 0 0,6-6 0 15,1-8-226-15,5 0 33 16,3-2-441-16,9 0 298 0,7 2 150 0,5 1 64 0,4 1-719 16</inkml:trace>
  <inkml:trace contextRef="#ctx0" brushRef="#br0" timeOffset="153855.07">4980 13670 3841 0,'10'0'0'0,"0"5"0"0,-4 7 0 0,-2 2 0 0,-1 5 0 16,-3 8 0-16,0 0 0 0,0 6 0 0,2-1 0 0,4 4 0 0,3-6 90 0,4 4-90 0,0-7 0 0,6-1 0 0,-2-4 0 0,1-10 0 15,5-1 0-15,-4-3 0 0,4-8 0 0,2 0 0 16,-4-4 0-16,-2-15 0 0,-3-3 0 0,-2-6 0 16,-6 0 0-16,-2-2 0 0,-4-2 0 0,-2 0 0 15,0-2 0-15,-8 2 0 0,-2 0 0 0,-8 3 0 16,1 6 0-16,-1 0 0 15,1 10 0-15,-8-3 0 0,7 9 0 0,-4 3 0 0,0 4 0 16,1 0 0-16,6 0 0 0,-2 8 0 0,6 4 0 0,0 1 0 16,5 2 0-16,3-2 0 15,1-3 0-15,2 8 0 0,0-7-179 0,3-1-328 0,9-5 234 16,1-1-758-16,2-4 487 0</inkml:trace>
  <inkml:trace contextRef="#ctx0" brushRef="#br0" timeOffset="154119.16">5358 12742 1798 0,'-5'-15'0'0,"2"2"0"0,-1-1 0 0,0-2 0 0,0-2 0 16,-1 2 0-16,0-2 0 0,0-3 0 0,-2 1 0 0,1 0 0 0,-2-1 83 0,-1 0-37 0,-1 2 78 0,-2 3-44 0,-1 4 0 16,-3 1-43-16,0 4 211 0,-3 5-97 0,-3 2-61 15,-3 4 188-15,1 15-120 0,-1 5-61 16,-3 10 380-16,9-4-427 0,-2 9-13 0,5-5 0 0,4 4 23 16,5-3-60-16</inkml:trace>
  <inkml:trace contextRef="#ctx0" brushRef="#br0" timeOffset="154539.31">4997 12815 3931 0,'7'24'0'0,"4"-5"0"0,1 0 0 0,1-6 0 0,3-2 0 0,3-5 0 0,0-6 0 0,0 0 0 0,4-2 0 0,-4-11 0 0,1-7 0 0,-1-5 0 16,-1-1-20-16,-2-4-42 16,-2 0 25-16,-2-2-56 0,-1 0 19 0,-1 0 9 15,-2 0 28-15,-3 2 41 0,0 2-41 0,-5 8 0 16,2 5 104-16,-2 3-48 0,0 4-27 0,0 3-1 16,0 2 313-16,0 3-219 0,-7 4-85 0,-1 15 0 15,3 5 0-15,0-1 0 0,-2 4 0 0,5 0 0 16,2-2 0-16,0 5 0 0,0-11 0 0,0 1 0 15,2-3 0-15,7-2 0 0,2-7 0 0,-1 0 0 16,2-4 0-16,-1-4 0 0,4 0 0 16,-2-4 0-16,1-12 0 0,4-4 0 15,-6-3 0-15,2 1 0 0,-1-1 0 0,-2 4 0 16,4-1 0-16,-5 1 0 0,1 4 0 0,0 4 0 16,-3 3 0-16,-1 3 0 0,1 3 0 0,2 2 0 15,-1 0 0-15,-4 2 0 0,1 12 0 0,0 6 0 16,-4 1 0-16,0 2 0 0,-2-1 0 0,0 2 0 15,0-4 0-15,0-1 0 16,-2-4 0-16,-3-4 0 0,-2-1 0 0,3-4 0 16,-3-3 0-16,2-3 0 0,-3 0 0 0,2 0 0 15,2-3 0-15,1-12 0 0,3-1 0 0,0-3 0 16,0-5 0-16,0 0 0 0,3-3 0 0,1 2 0 16,7-2 0-16,-5 4 0 0,5-4 0 0,0 9 0 15,-1-1 0-15,1 6-305 0,3 2-32 0,-1 4 141 16,2 3-626-16,4 3 393 15,-1 1 195-15,1 0 99 0</inkml:trace>
  <inkml:trace contextRef="#ctx0" brushRef="#br0" timeOffset="154660.99">5984 12439 369 0,'-8'-9'0'15,"3"2"0"-15,-10-5 358 0,2 5-179 0,2-1-90 0,-1 5-44 0,1 1 807 0,-2 2-411 0,0 0-203 0</inkml:trace>
  <inkml:trace contextRef="#ctx0" brushRef="#br0" timeOffset="154782.9">5841 12430 3931 0,'-16'27'0'0,"-1"10"0"0,5 1 0 0,2 3 0 0,5 0 0 0,0 2 0 0,5-7 0 0,0 3 0 0,2-1 0 0,8-6 0 0,5-2 0 0,1-3 0 0,0-7 0 16,7 2 0-16,-3-7 0 0,-2-6 0 0,4-2 0 16,1-6 0-16,-4-1 0 0,5 0-486 0,-1-1-4 15,-2-13 227-15,-1 0-564 0,-1-6 396 16,-2 3 187-16,-2-7 109 15</inkml:trace>
  <inkml:trace contextRef="#ctx0" brushRef="#br0" timeOffset="154942.53">6084 12492 3595 0,'-11'-7'0'0,"5"4"0"0,0-2 0 0,-1 3 0 0,3 0 0 0,0 0 0 0,4-2 0 0,0 3 0 0,8-1 0 15,7 0 0-15,7 0 78 0,2 1 0 0,4 1 102 0,-1 0-180 16,6 0 0-16,1-2-37 0,-1-1-63 0,1 2 69 0,-4-1 33 0,0 1 1 15,-6 1-628-15,0 0 327 16,-2 0-571-16,-5 0 419 0,-6 0 198 0,-2 0 108 0,-4 0 44 16,-3 0-178-16</inkml:trace>
  <inkml:trace contextRef="#ctx0" brushRef="#br0" timeOffset="155090.93">6349 12191 369 0,'-10'-3'0'32,"-1"1"453"-17</inkml:trace>
  <inkml:trace contextRef="#ctx0" brushRef="#br0" timeOffset="155138.07">6276 12235 3238 0,'-12'27'0'0,"1"12"0"0,0 2 0 16,-3 8 0-16,2 4 0 0,-6 10 0 0,6-11 0 0,2 1 0 0,2 0 0 0,6-3 0 0</inkml:trace>
  <inkml:trace contextRef="#ctx0" brushRef="#br0" timeOffset="155170.15">6166 12843 369 0,'13'36'0'0,"-1"-8"0"0,7-3 0 0,4-10 170 0,2-8-104 0,8-7-61 0</inkml:trace>
  <inkml:trace contextRef="#ctx0" brushRef="#br0" timeOffset="155724.66">6711 12714 2412 0,'15'-27'0'0,"-1"2"0"0,-5-1 0 0,-6-1 0 0,-1-2 0 0,0 4 0 0,-2-6 0 0,0 3 0 0,-5-1 0 0,-2 9 0 16,-5 0 141-16,-1 2-43 16,0 5 281-16,-2 4-170 0,-2 5-87 0,-2 4-42 0,-2 0 36 0,-3 11-43 0,1 12-1 15,2 3-35-15,-4 10 0 0,8 1 118 31,4-3-155-15,1 4 0-16,5 2 0 0,5-6 0 0,2 1 0 0,0-5 0 0,0-6 0 0,4-2 0 0,5-2 0 0,4-5 0 0,0-2 0 16,3-7 0-16,0-3 0 0,3-3 0 0,3 0 0 0,-3-12 0 15,2-6 0-15,-2-4-84 0,0-3-125 0,-3-3 99 0,-2 0-75 16,-2 0 74-16,0-1 37 0,-6 7 78 16,-1 0-51-16,-1 5 10 0,-2 3 359 0,-2 4-180 15,0 3-90-15,0 3-44 0,0 3 321 0,-11 1-329 16,3 7 0-16,-5 12 0 0,5 3 0 0,1 3 0 0,2-1 0 15,-2 8 0-15,6-4 0 16,1-7 0-16,0 1 0 0,0-3 0 16,0-5 0-16,1-3 0 0,9-4 0 0,2-3 0 15,-2-4 0-15,6 0 0 0,-4-10 0 0,8-11 0 16,-4 1 0-16,1-2 0 0,2-2 0 16,-2 1-62-16,-1 2-14 0,-4 0 10 0,1 5 160 0,-3 5-65 0,-3 2-33 15,-2 5 0-15,-3-1-42 0,1 5 173 16,-2 0-119-16,-1 9-8 15,0 11 0-15,0 0 0 0,0 1 0 0,-1 2 0 0,-2-1 0 0,2-1 0 16,1-2 0-16,0-7 0 16,0 0 0-16,0-3 0 0,0-5 0 15,1-2 0-15,8-2 0 0,2 0 0 0,-1-9 0 0,6-10 0 0,-1-1 0 16,-2 0-28-16,1 0 1 0,-1 3 0 16,-2-2 109-16,-4 4-82 0,0 5 0 0,0 3 0 15,-4 2-26-15,-1 2 52 0,1 2-26 0,-2 1 0 16,1 1 0-16,0 13 0 15,-2 1 0-15,0 1 0 0,0 5 0 0,0 0 0 16,0 0 0-16,0-3 0 0,0-3 0 0,1-1 0 16,-1-2 0-16,2-2 0 0,0 0 0 0,0-4 0 0,1-2-69 0,1-1-909 15,2-1 474-15,0-2 234 16,-1 0 117-16</inkml:trace>
  <inkml:trace contextRef="#ctx0" brushRef="#br0" timeOffset="155998.4">7147 12479 3364 0,'2'-19'0'0,"1"3"0"0,8 2 0 0,-4-2 0 0,4 2 0 0,3 3 0 0,5 1 0 0,-1 3 0 0,8 3 0 0,-2 4 0 0,3 0 132 0,1 5 303 15,-2 13-435-15,-1 2 0 0,-3 7 0 0,-5 1 0 16,1 6 0-16,-10 1 0 16,-2 3 0-16,-5 0 0 0,-1-1 0 0,-1 0 0 0,-12-3 0 15,-3-3 0-15,-4-5 0 0,2-6 0 16,0-7 0-16,1-1 0 0,-3-4 0 0,5-5 0 15,3-2 0-15,1-1 0 0,2 0 0 0,5 0 0 16,0 0 0-16,2 0 0 0,2 0 0 0,0-1 0 0,10-1 0 31,5 1 0-31,4 1 0 0,5 0 0 16,-2 0 0-16,8 0 0 0,2 0 0 0,0 0 0 0,6 3 0 0,3 3 0 16,-5-1 0-16,10 0 0 0,-5 4-682 15,0 1-21-15</inkml:trace>
  <inkml:trace contextRef="#ctx0" brushRef="#br0" timeOffset="156521.49">8471 13065 1403 0,'0'-15'0'0,"0"4"0"0,0-2 0 0,-2-1 0 0,-1-1 0 0,-1-2 0 0,-2 2 0 0,-2 0 0 0,1-1 0 0,-2 6 0 0,-1 0 221 16</inkml:trace>
  <inkml:trace contextRef="#ctx0" brushRef="#br0" timeOffset="156570.62">8383 12896 371 0,'-17'-1'0'16,"-4"1"0"-16,-3 0 0 0,1 0 1183 0,1 9-563 0</inkml:trace>
  <inkml:trace contextRef="#ctx0" brushRef="#br0" timeOffset="156740.07">8170 12973 3931 0,'-10'15'0'0,"3"0"0"0,4 2 0 15,3 2 0-15,0 1 0 0,11-1 0 0,9 3 0 0,5-4 0 0,4 0 0 0,2 0 0 0,1-2 0 0,0-1 0 0,1 0 0 0,-8-3 0 0,-5 3 0 0,-1-2 0 0,-7 0 0 0,-4 2 0 16,-5-3 0-16,-3 2 0 0,0-1 0 0,-7-1 0 15,-16 3 0-15,-4 2 0 0,-8-4 0 16,2 0 0-16,-5-2 0 0,-1-4 0 16,2 1 0-16,0-2 0 0,3-3 0 0,4-1 0 15,8-2 0-15,1 0 0 0,4 0 0 0,4 0 0 16,8-4 0-16,5-9-391 0,0-4-135 0,23-5 244 16,10 1 122-16,5-4-458 0</inkml:trace>
  <inkml:trace contextRef="#ctx0" brushRef="#br0" timeOffset="157084.62">8554 13082 2962 0,'6'0'0'0,"-3"0"0"0,3 0 0 0,-5 0 0 0,3 0 0 0,3 2 0 0,-2 4 0 0,2-1 0 0,4 1 0 0,8 1 0 0,2 0 352 0,1 0-157 16,1 0-79-16,3-2 116 0,3-3-158 0,-5-2-74 0,10 0 0 15,-6 0 0-15,1-9 0 0,-5-4 0 16,-4 0-21-16,-1-3-34 0,-4 2 46 0,-1-3 1 0,-9-1-6 15,0 0 26-15,-5 0-22 16,0-3 2-16,-5-3-47 0,-11 3 25 0,0 1 215 16,-5 2-172-16,2 5-13 0,-8-1 0 0,-2 7 0 15,2 4 0-15,-6 3 0 0,1 0 0 0,-1 13 0 16,-4 10 0-16,5 0 0 0,7 7 0 0,0 4 0 16,6 4 0-16,8-7 0 0,1 9 0 0,10-1 0 15,0-1 0-15,3 0 0 0,10-4 0 0,6-2 0 16,6-4 0-16,2-2 0 0,5-4 0 0,1-5 0 15,1-3 0-15,2-3 0 0,0-4 0 0,1-3 0 16,-1-4 0-16,-1 0-634 16,4 0 172-16,-2-6 202 0,6-7-238 0,-4-1 229 15,1-6 117-15</inkml:trace>
  <inkml:trace contextRef="#ctx0" brushRef="#br0" timeOffset="157160.81">9422 12845 845 0,'-19'-10'236'0,"-10"8"-118"0,1 1 290 0,-1 1-185 0</inkml:trace>
  <inkml:trace contextRef="#ctx0" brushRef="#br0" timeOffset="157281.65">9170 12909 3931 0,'-21'30'0'0,"7"2"0"0,5 3 0 0,8 2 0 0,1 5 0 0,0-2 0 0,13-3 0 0,7-1 0 0,1-7 0 0,6 1 0 0,1-7 0 0,2 0 0 0,0-7 0 16,2-3 0-16,-6-6 0 0,5-1 0 0,-3-4 0 15,-8-2-216-15,4 0 32 0,-1 0 74 16,1-2-722-16,-1-10 402 0,-2-2 197 0,3-4 97 0</inkml:trace>
  <inkml:trace contextRef="#ctx0" brushRef="#br0" timeOffset="157473.71">9645 12925 3578 0,'-13'-13'0'0,"0"6"0"0,0 2 0 0,2-3 0 0,3 5 0 0,0-2 0 0,5 4 0 0,3 0 0 0,0-2 0 0,14 3 0 0,11 0 215 0,3 0-77 0,4 0-138 0,2 0 0 16,3 0 0-16,1 0 0 0,2 0 0 0,-3 0 0 15,-2 0 0-15,2 0 0 16,-5 0 0-16,-2 0 0 0,-8 0-189 0,-1 0-120 16,-7 0 163-16,0-2 85 0,-7 2-749 0,-3 0 387 15,-2 0 192-15,-2-4 97 0,0-2-357 0,-2-3 231 16,-7-6 112-16,-5-7-148 0</inkml:trace>
  <inkml:trace contextRef="#ctx0" brushRef="#br0" timeOffset="157550.91">9937 12548 373 0,'-16'-15'0'0,"5"7"249"0,-1 5-125 16,0 1 601-16,4 2-344 0,-4 0-162 0</inkml:trace>
  <inkml:trace contextRef="#ctx0" brushRef="#br0" timeOffset="157642.68">9838 12648 3931 0,'-5'62'0'0,"-1"-7"0"0,1 21 0 0,1-3 0 0,1 4 0 0,3 1 0 0,0-7 0 0,0-13 0 0,7 2 0 0,7-9 0 0,6-9 0 0,-1-14 0 0,2-6 0 16,4-9 0-16,5-7 0 0,-2-6 0 0,3 0-106 15,-4-6-334-15,-2-8 201 0,-3 0 92 0,6-8-427 16</inkml:trace>
  <inkml:trace contextRef="#ctx0" brushRef="#br0" timeOffset="159269.54">10955 13082 2133 0,'0'0'0'0,"0"0"0"0,0 0 0 0,0 0 0 0,0 0 0 0,0 0 0 0,0 0 0 0,0 0 0 0,0-2 0 0,0-3 0 0,0-4 84 0,0-2 51 0,0 1-50 0,0-6-23 0,0 1 26 16,0 1-25-16,0-4 9 16,0 3 4-16,-2 1-39 0,-5-2 0 0,0 3 59 15,-2 1-29-15,-5 1 8 0,2 2-37 0,-3 1 101 0,-4 3-51 16,0 3-25-16,-1 0 248 16,-1 2-261-16,-6 0-12 0,4 12-1 0,0 5 0 0,0 4-17 0,-3 9-20 15,5 3 0-15,1 8 0 16,0 2 0-16,6-1 0 0,2 1 0 0,7 2 0 0,3-6 0 15,2 0 0-15,0-3 0 0,3-1 0 16,11-7 0-16,1-6 0 16,0-7 0-16,1-1 0 0,4-4 0 0,-2-5 0 0,3-5 0 0,2 0 0 0,-3-10 0 15,4-13 0-15,1-9 0 0,-4-3 0 0,1-5 0 16,-1-5 0-16,-2-3 0 0,-1-3 0 0,1-10 0 16,-4 0 0-16,0-1 0 0,-4 3 0 15,1-16 0-15,-3 2-67 0,-2-3 16 0,-3-4-41 16,1-1 29-16,-3 15-20 15,1-10 131-15,-1 27-47 0,-2 7 0 0,0 1-38 0,0 15 365 16,-2 2-313-16,-4 6-15 0,0 7 0 16,1 6 0-16,-1 1 0 0,1 4 0 0,-2 0 0 15,2 2 0-15,0 13 0 0,1 6 0 0,2 7 0 16,2 4 0-16,0 7 0 0,0 12 0 0,0-1 0 16,0 5 0-16,4 10 0 15,-1-3 0-15,1-5 0 0,0 12 0 0,-1-4 0 0,2 0 0 0,-3 2 0 16,1 3 0-16,-1-8 0 0,2 14 0 15,-1-11 0-15,3-12 0 0,-1 3 0 16,0-7 0-16,2-12 0 0,-1 1 0 0,1-8 0 16,-2-8 0-16,2-3 0 0,-4-8 0 0,1-2 0 0,-2-2 0 15,0-4 0-15,0-1 0 16,-2-2 0-16,1 0 0 0,-1 0 0 0,0 0 0 0,0 0 0 16,0 0 0-16,2 0 0 0,0 0 0 0,2-2-356 0,2-4-110 15,1-3-541 1,2-4 485-16,5-5 242 0,-3-7 121 0</inkml:trace>
  <inkml:trace contextRef="#ctx0" brushRef="#br0" timeOffset="159484.29">11266 12916 3481 0,'-7'-9'0'0,"5"6"0"0,-2-1 0 0,4 0 0 0,0 0 0 0,0 1 0 0,10-2 0 0,6 3 0 0,7-1 0 0,7 1 0 0,4-2 194 0,7 0-78 0,1 1 24 0,-1 1-140 0,-4-3 0 16,5 3 0-16,-3-1 0 0,2 0 0 0,-4-1 0 16,-2 0 0-16,-8 0 0 0,3 0 0 0,-9 2 0 15,0 1-455-15,-6-1 61 0,-5 1 203 0,-1-1-708 16,-5-1 435-16,-2 0 214 0,-2-3 106 0,0-3-332 16</inkml:trace>
  <inkml:trace contextRef="#ctx0" brushRef="#br0" timeOffset="159684.84">11675 12450 2499 0,'-14'-12'0'0,"-2"3"0"0,2 4 0 0,0 2 0 0,0 1 0 0,2 2 0 0,1 2 0 0,2 13 0 0,0 9 0 0,4 5 0 0,1 10 170 0,2 6-66 0,1 6 519 16,-1 10-298-16,2 0-144 0,-2 1-152 0,2 2-29 16,-2 1 0-16,2-5 0 0,0 14 0 15,0-13 0-15,0-6 0 0,0 1 0 0,0-1 0 0,0-10 0 16,0 3 0-16,0-12 0 0,0-4 0 15,6-7 0-15,3-3 0 0,3-5-1069 16,-1-6 508-16,4-5 262 0,3-5-539 0</inkml:trace>
  <inkml:trace contextRef="#ctx0" brushRef="#br0" timeOffset="160555.21">12201 13115 2097 0,'4'-22'0'0,"0"6"0"0,-3-6 0 0,-1-4 0 0,0 3 0 0,0-3 0 0,0 6 0 0,-5-3 0 0,-1 4 0 0,-1 2 0 0,0 3 103 0,-3 2 241 0,1 3-154 0,-2 2-76 15,-3 5 171-15,0 2-124 0,-2 0-52 0,-6 1-41 16,1 14 93-16,-2 7-62 0,2 2-31 0,0 7 64 16,1 4-132-16,-1 9 0 0,7-2 0 0,1-1 0 15,3-2 0-15,5-3 0 0,3 2 0 16,2-3 0-16,0-1 0 0,0-6 0 15,2-5 0-15,3 0 0 0,7-7 0 0,-1 0 0 16,0-7 0-16,3-4 0 0,-2-5 0 0,6 0 0 16,-2 0 0-16,3-14 0 0,-2-6 0 0,0-4 0 15,-3-3 0-15,2-1 0 0,-3-1 0 0,-1-2 0 16,-3-1 0-16,0 5 0 0,-3 0 0 0,-2 6 0 16,-2 2 0-16,-1 6 0 0,-1 2 0 0,0 4 0 15,0 3 0-15,0 1 0 0,0 3 0 0,-7 0 0 16,-1 7 0-16,1 11 0 0,-1 5 0 0,3-1 0 15,3 3 0-15,-1 5 0 16,3-4 0-16,0-6 0 0,0 5 0 0,0-6 0 16,5-2 0-16,2-7 0 0,0-1 0 0,3-4 0 15,1-1 0-15,0-4 0 0,3 0 0 0,2-11 0 16,0-6 0-16,0-2 0 0,0-2 0 0,0 0 0 16,2 3 0-16,-4 0 0 0,2-1 0 15,-4 4 0-15,0 2 0 0,-4 7 0 0,-1-2 0 0,-4 7 0 16,1-2 0-16,-2 3 0 0,0 0 0 15,0 4 0-15,-2 10 0 0,0 3 0 16,0 1 0-16,0 0 0 0,-2-1 0 0,2-1 0 16,0-5 0-16,0 0 0 0,0-4 0 0,0 0 0 15,0-5 0-15,3-2 0 0,9 0 0 0,1-6 0 16,1-9 0-16,2-5 0 0,0 4 0 0,-4-1 0 16,2 0 0-16,-1 1 0 0,-2 4 0 0,-3 4 0 15,1 1 0-15,-4 3 0 0,1 3 0 0,-1 1 0 16,0 4 0-16,-3 10 0 0,0 6 0 0,-2 1 0 15,0 8 0-15,0-3 0 16,0-5 0-16,0 1 0 0,0-1 0 0,3-8 0 16,5 2 0-16,-1-7 0 0,7-7 0 0,2-1 0 15,7-1 0-15,1-15 0 0,1-3 0 0,7-9 0 16,-2 0 0-16,0-4-37 0,0-3-148 0,2-6 64 16,0-12 47-16,0 0 0 0,-2-3-99 0,0-7 68 15,-2 2 34-15,-6 11-33 0,1-3 38 16,-4 6 0-16,-6 11 28 0,-6 4 246 0,-3 10-123 0,-3 7-70 15,-1 2-21-15,0 5 683 16,-1 5-542-16,-12 3-135 0,0 0 0 0,-1 14 0 16,0 11 0-16,2 2 0 0,3 8 0 0,0 6 0 15,3 0 0-15,4-1 0 0,2 12 0 0,0-2 0 16,0 2 0-16,0-1 0 0,10-2 0 0,-1-7 0 16,6 9 0-16,0-9 0 0,-4-11 0 0,2 1 0 15,0-4 0-15,-3-7 0 0,-1 0 0 0,0-7 0 16,-3-4 0-16,0 0-7 0,-2-3-63 0,0-2-714 15,-3-1 378-15,1-4 185 16,-2 0 91-16,0 0-558 0,0 0 325 0</inkml:trace>
  <inkml:trace contextRef="#ctx0" brushRef="#br0" timeOffset="160738.72">12656 12900 3504 0,'-26'-11'0'0,"6"5"0"0,8 2 0 0,1 0 0 0,1-2 0 0,6 3 0 0,4-1 0 0,0 0 0 0,23 3 0 0,12-2 0 0,5 3 214 0,9 0-79 0,4 5-57 16,3 8-78-16,10-1 0 0,-6 2 0 0,0-3 0 15,-8-1 0-15,5 3 0 0,-3-5 0 0,1 5 0 16,-5-4 0-16,-3-2 0 0,-9 1-520 0,1 0-8 16,-7 3 133-16</inkml:trace>
  <inkml:trace contextRef="#ctx0" brushRef="#br0" timeOffset="160897.97">13752 13243 3931 0,'0'0'0'0,"0"0"0"0,0 4 0 0,0-4 0 0,0 0 0 0,0 1 0 0,0 4 0 0,1-5 0 0,1 0 0 0,2 0 0 0,1 0 0 0,1 0 0 16,-1 0-14-16,1 0-1429 0</inkml:trace>
  <inkml:trace contextRef="#ctx0" brushRef="#br0" timeOffset="176001.72">14209 12632 3625 0,'-2'0'0'0,"0"0"0"0,0 0 0 0,2 0 0 0,0 0 0 0,0 0 0 0,0 0 0 0,2 0 0 0,8 0 0 0,5 0 0 0,2 0 181 0,9 0-77 16,-2 0-83-16,3 0-21 0,1 0 0 0,2 1 0 16,-5-1 0-16,8 2 0 15,-4-1 0-15,-3 2 0 0,-6 0 0 0,-1 1 0 0,-2-2 0 16,-5 1 0-16,-3 0 0 0,-4 0-62 0,-1 2 16 0,-4 4-947 16,0 2 482-16,0 4 237 0,-8 2-544 15</inkml:trace>
  <inkml:trace contextRef="#ctx0" brushRef="#br0" timeOffset="176175.69">14245 13014 3931 0,'-19'6'0'0,"2"7"0"0,4 0 0 0,4 0 0 0,3-1 0 0,6-1 0 15,0 2 0-15,6-2 0 0,16 1 0 0,8-5 0 0,12-2 0 0,-1-3 0 0,5-2 0 0,0 0 0 0,3 0 0 0,-10 0 0 0,12-2 0 16,-17-6 0-16,4 1 0 0,-8 0 0 0,-4 1 0 0,-10 1-235 15,-2 1-265-15,-3 2 252 0,-6 2-993 16,-3 0 601-16</inkml:trace>
  <inkml:trace contextRef="#ctx0" brushRef="#br0" timeOffset="177530.67">15673 12743 2436 0,'0'-13'0'16,"0"-2"0"-16,0 0 0 0,0-3 0 0,0 1 0 0,0 0 0 0,0-2 0 0,0 2 0 0,0 1 0 0,-2-1 0 0,-2 3 84 0,-1 2 1 0,-5-1 0 16,-1 5-47-16,-3 0 0 0,-1 4 47 0,-2 2-10 15,-5 0-37-15,-2 2 34 0,-5 0 1 0,1 9-35 16,0 5 9-16,-2 2 88 0,3 2-48 0,1 0-25 16,4 2 0-16,7-3 19 0,0 3 10 0,5-2-53 15,6 0 0-15,4 0 55 0,0 5-43 0,6-2-50 16,13 0 0-16,6 0 0 0,3 0 0 15,7 3 0-15,-1 0 0 0,-6-4 0 16,2 3 0-16,-1-1 0 0,-7 3 0 0,-3-1 0 0,-4 1 0 16,-6 0 0-16,-7 0 0 0,0 6 0 15,-2-4 0-15,-6-2 0 0,-9 1 0 16,-5-3 0-16,-5-1 0 0,-3-4 0 0,-2-3 0 16,0-5 0-16,0 0 0 0,0-6 0 0,5-3 0 0,-3-1 0 15,8 0 0-15,-1 0 0 0,6-7 0 16,5-6-85-16,5-6-92 0,5-4-353 15</inkml:trace>
  <inkml:trace contextRef="#ctx0" brushRef="#br0" timeOffset="177565.76">15351 13077 380 0,'30'-27'0'0</inkml:trace>
  <inkml:trace contextRef="#ctx0" brushRef="#br0" timeOffset="177915.44">15818 12746 3475 0,'0'9'0'16,"0"-2"0"-16,0 1 0 0,-2 1 0 0,2 3 0 0,0-3 0 0,2 0 0 0,10 3 0 0,6-3 0 0,0 0 0 0,6-1 194 0,3-4-78 0,-1-2-108 0,4-2 1 16,-1 0 29-16,1-2 9 0,-5-10-47 0,2 2-1 15,-6-5 39-15,-5 1-74 0,1 1 36 0,-6-2 11 16,-3 0 21-16,-2 0-58 0,-4 0 29 0,-2 0-21 16,0-3 0-16,-4 2 59 0,-11-5-29 0,-2 3-19 15,-4-3 20-15,0 3-13 0,-1 0 0 0,1 7 0 16,-5 0 0-16,0 5 0 0,1 5 0 0,-1 1 0 15,0 2 0-15,5 12 0 0,-5 7 0 0,4 3 0 16,1 2 0-16,2 3 0 16,2 3 0-16,5 1 0 0,5 3 0 0,3-3 0 15,4 3 0-15,0-2 0 0,0 0 0 0,8-2 0 16,7-4 0-16,2 1 0 0,2-5 0 0,5-1 0 16,0-4 0-16,6-1 0 0,0-3 0 0,2-6 0 15,3-1-31-15,0-2-151 0,-1-6 74 0,2 0-678 16,-3-3 379-16,6-10 184 0,0-4 93 15,-2-2-569-15,0-2 331 0</inkml:trace>
  <inkml:trace contextRef="#ctx0" brushRef="#br0" timeOffset="178122.5">16565 12606 3011 0,'-14'-5'0'0,"-2"4"0"0,-5-2 0 0,-2 3 0 0,-6 0 0 0,4 6 0 0,1 7 0 0,1 4 0 0,3 5 0 0,1 5 0 0,1 5 128 15,7 0 455-15,6 5-374 0,5 1-209 0,0 0 0 0,2 8 0 0,14-8 0 16,5-2 0-16,0-9 0 0,5 3 0 16,3-4 0-16,1-3 0 0,-1-6 0 0,1-4 0 15,-2-3 0-15,0-6 0 0,-3-4 0 0,5 0 0 16,-3-2 0-16,-3-10-802 0,3-2 349 0,-4-5 207 16,0-1 94-16,0-3-536 0,-3-4 325 15</inkml:trace>
  <inkml:trace contextRef="#ctx0" brushRef="#br0" timeOffset="178193.69">16805 12672 380 0,'-17'-6'0'0,"2"5"0"0</inkml:trace>
  <inkml:trace contextRef="#ctx0" brushRef="#br0" timeOffset="178262.89">16737 12657 3931 0,'-5'0'0'0,"1"0"0"0,4 0 0 0,0 0 0 0,12 0 0 0,8 0 0 0,4 0 0 0,5 0 0 0,-1 0 0 0,2 0 0 0,4 0 0 0,-2 0 0 0,-3 0 0 15,1 0 0-15,-3 0-5 0,-7 0 7 0</inkml:trace>
  <inkml:trace contextRef="#ctx0" brushRef="#br0" timeOffset="178306">17096 12655 380 0,'3'0'0'0,"1"0"0"0,-2 0 0 0,-2 0 104 0,0 0-71 0</inkml:trace>
  <inkml:trace contextRef="#ctx0" brushRef="#br0" timeOffset="178505.39">16981 12350 2584 0,'-9'-15'0'0,"-2"3"0"0,-1 4 0 0,1 3 0 0,1 3 0 0,-1 0 0 0,2 2 0 0,0 0 0 0,4 13 0 0,-2 11 0 0,6 6 113 0,1 11 485 15,0 4-280-15,0 5-139 0,0 3-62 0,0 3-95 0,0 0-22 16,0-1 0-16,1-2 0 0,8-8 0 0,0 7 0 16,2-6 0-16,1-4 0 0,0-3 0 15,1-6 0-15,2-1 0 0,0-3 0 0,-2-11 0 16,2-2 0-16,2-3 0 0,-1-6-229 0,2-4-27 16,-1-3 121-16,3 0-730 0,3-2 414 0,0-3 206 15,-3-5 104-15</inkml:trace>
  <inkml:trace contextRef="#ctx0" brushRef="#br0" timeOffset="178779.57">17529 12734 2707 0,'-7'-13'0'0,"0"0"0"0,-1 2 0 0,0-1 0 0,3 4 0 0,1-3 0 0,1 4 0 0,1-1 0 0,2 3 0 16,0 1 0-16,0 1 120 0,2-1 472 0,10 1-283 0,6-1-136 0,3 2-143 0,4 0-30 15,5-1 0-15,0 2 0 0,4 1 0 0,1-2 0 16,0 2 0-16,3 0 0 0,-5 0 0 0,-1 0 0 16,-2 0 0-16,-3 0 0 0,-7 0-207 0,-1 0-158 15,-2 0 190-15,-8 0-429 0,-1 2 288 0,-3-1 139 16,-3-1 70-16,0 0-587 0,-2 0 329 0</inkml:trace>
  <inkml:trace contextRef="#ctx0" brushRef="#br0" timeOffset="178985.56">17747 12304 2353 0,'-11'-7'0'0,"6"4"0"0,-7 2 0 0,5 1 0 0,1 0 0 0,-1 4 0 0,0 9 0 0,4 9 0 0,1 5 0 0,0 10 0 0,0 5 71 0,1 5 1 0,-1 3-26 15,0 3 652-15,0-1-331 0,-2 5-165 0,3-3-82 16,1-2-118-16,0-1-2 0,0-1 0 16,0-4 0-16,1-3 0 0,3-8 0 0,2-1 0 15,1-9-446-15,3 0 136 0,1-7 169 0,2-4 88 16,2-7-823-16,4-4 419 0,3-3 201 0,8-3-370 16</inkml:trace>
  <inkml:trace contextRef="#ctx0" brushRef="#br0" timeOffset="179267.84">18219 12808 1491 0,'8'-26'0'0,"-3"2"0"0,-1-7 0 0,-3 1 0 0,1-2 0 0,-2 2 0 0,0 1 0 0,0 5 0 0,0 1 0 0,0 1 0 0,-3 5 347 16,-3 7-155-16,-3 0-77 0,1 4 295 0,-5 4-191 16,-2 2-91-16,-4 0-46 0,0 13 239 0,-3 7-142 15,1 5-61-15,-1 4 183 0,1 3-273 0,1 7-28 16,4 1 0-16,2-3 0 0,6-2 0 0,0 5 0 15,4-3 0-15,4 1 0 0,0-3 0 16,0-2 0-16,0-7 0 0,6-1 0 16,4-3 0-16,1-5 0 0,-2-4 0 0,3-4 0 15,-1-5 0-15,4-3 0 0,0-1 0 0,2-3 0 16,0-13 0-16,0-7 0 0,-1-1 0 0,2-5 0 16,-4-4 0-16,2 3 0 0,-4-7-5 0,2 3-84 15,-3 1-36-15,-4 3 44 16,-1 10 1-16</inkml:trace>
  <inkml:trace contextRef="#ctx0" brushRef="#br0" timeOffset="179485.97">18257 12700 3931 0,'0'-6'0'0,"0"5"0"0,0 1 0 0,-6 0 0 0,0 4 0 0,-2 13 0 0,1 5 0 0,2 3 0 0,-1 2 0 0,2 3 0 0,0 3 0 15,2-1 0-15,2-5 0 0,0 2 0 0,0-10 0 16,0 2 0-16,0-9 0 0,2 2 0 0,2-7 0 16,2-1 0-16,0-4 0 0,3-2 0 0,0 0 0 15,6-11 0-15,-2-7 0 0,4 0 0 16,0-1 0-16,2-2 0 0,-4 2 0 0,5-3 0 0,-6 9 0 15,1 0 0-15,-3 1-17 16,-3 6-63-16,-2 3 32 0,-2 1 11 0,1 0 99 16,-2 2-49-16,-2 0-25 0,0 12 1 0,-2 1 141 15,0 3-130-15,0-2 0 0,0-1 0 0,0-3 0 16,0 1 0-16,0-4 0 0,0-1 0 0,0-2 0 16</inkml:trace>
  <inkml:trace contextRef="#ctx0" brushRef="#br0" timeOffset="179683.5">18448 12945 3931 0,'13'-13'0'0,"-1"-5"0"0,0 4 0 0,0-2 0 0,-1 1 0 0,-4 5 0 0,1 2 0 0,0 0 0 0,-6 4 0 0,0 3 0 0,-1-2 0 16,1 3 0-16,0 0 0 16,0 10 0-16,-2 7 0 0,0 3 0 0,0 3 0 0,2 0 0 0,-1-3 0 15,1 3 0-15,4-3 0 0,2-2 0 0,1-6 0 16,2-3 0-16,3-6 0 16,2-3 0-16,5 0 0 0,2-12 0 0,-1-4-8 0,1-5-192 0,1-3 47 15,-1-2-25-15,-3-3 70 0,3-7 36 0,-2 0 0 16,-3-3 9-16,1-4-10 0,-2-6 36 15,0-3-9-15,-2-1 9 0,0 4 0 16,-1 5 0-16,-5 9 77 0,-2 0-34 0,-2 10 1 16</inkml:trace>
  <inkml:trace contextRef="#ctx0" brushRef="#br0" timeOffset="179798.31">18957 12351 3931 0,'0'-3'0'0,"-4"1"0"0,0 2 0 0,-3 0 0 0,1 9 0 0,-1 15 0 0,-1 6 0 0,1 12 0 0,1 3 0 0,3 3 0 0,-1 4 0 0,0 0 0 15,0 4 0-15,2 10 0 0,2-15 0 0,0 5 0 16,0-1 0-16,0-3 0 0,6-7 0 0,2-8 0 15,2-1 0-15,2-8 0 16,-4-8 0-16</inkml:trace>
  <inkml:trace contextRef="#ctx0" brushRef="#br0" timeOffset="179843.94">18989 13191 372 0,'9'0'0'0,"-1"0"0"0,-1-12 0 0,-2-1 0 0,-4-3 166 0</inkml:trace>
  <inkml:trace contextRef="#ctx0" brushRef="#br0" timeOffset="179992.96">18600 12651 3913 0,'-28'0'0'0,"7"0"0"0,6 0 0 0,-2 0 0 0,6-1 0 0,6-1 0 0,3 0 0 0,2 0 0 0,7 0 0 0,18 2 0 0,5 0 18 0,9 2-18 0,4 5 0 16,8 1 0-16,2-2 0 0,-1 1 0 0,2-1 0 16,-1 0 0-16</inkml:trace>
  <inkml:trace contextRef="#ctx0" brushRef="#br0" timeOffset="180034.09">19133 12702 372 0,'36'4'0'0</inkml:trace>
  <inkml:trace contextRef="#ctx0" brushRef="#br0" timeOffset="180574.04">19554 11826 2222 0,'-1'-9'0'0,"-1"6"0"0,2 1 0 0,0 0 0 0,0 1 0 0,0 1 0 0,0 0 0 0,-2 0 0 0,2 11 0 0,0 10 0 0,0 4 233 0,0 6-96 0,0 4-49 0,0 9 342 15,0 1-195-15,0 1-88 0,0 7-58 0,0 4 261 16,0 10-350-16,0 1 0 0,-2 5 0 16,-2 8 0-16,0 15 0 0,-2-7 0 15,-1 2 0-15,0-1 0 0,-3 6 0 0,2-6 0 16,-1 19 0-16,2-13 0 0,2-5 0 0,-2-14 0 16,4 7 0-16,-1-6 0 0,4-6 0 0,0-7 0 15,0-10 0-15,0 1 0 0,0-4 0 0,0-3 0 16,0-5 0-16,-2-10 0 0,-2 2 0 0,1-1 0 15,1-9 0-15,-3 4 0 16,0-5 0-16,1-5 0 0,-1-1 0 16,1-2 0-16,2-7 0 0,-1 1 0 0</inkml:trace>
  <inkml:trace contextRef="#ctx0" brushRef="#br0" timeOffset="180627.19">19404 14211 374 0,'-5'-16'0'0,"-1"-8"-1"15,1-4-188-15</inkml:trace>
  <inkml:trace contextRef="#ctx0" brushRef="#br0" timeOffset="180919.23">18754 12677 389 0,'-5'0'0'0,"-1"0"0"0,4-3 0 0,-2 1 0 0,4 2 581 0,0 0-272 0,0-1-134 0,0 1 237 0,10-2-177 16</inkml:trace>
  <inkml:trace contextRef="#ctx0" brushRef="#br0" timeOffset="180970.36">18792 12661 3931 0,'19'0'0'0,"1"0"0"0,3 0 0 0,-2 0 0 16,1 0 0-16,-4 0 0 0,5 0 0 0,-2 0 0 0,-1 0 0 0,1 0 0 0,0 0 0 0</inkml:trace>
  <inkml:trace contextRef="#ctx0" brushRef="#br0" timeOffset="181007.49">19109 12669 389 0,'15'0'0'0,"0"0"0"0,0 0 0 0</inkml:trace>
  <inkml:trace contextRef="#ctx0" brushRef="#br0" timeOffset="181199.02">19945 13283 375 0,'-6'4'0'0,"4"10"0"0,2 7 541 16,0 0-251-16</inkml:trace>
  <inkml:trace contextRef="#ctx0" brushRef="#br0" timeOffset="181381.11">20009 13666 3931 0,'15'14'0'0,"4"2"0"0,-3-5 0 0,3-5 0 0,1-5 0 0,-6-1 0 0,5 0 0 0,-4-1 0 0,0-12 0 0,0-2 0 0,-3-6 0 0,-3 0 0 0,-2-1 0 15,-1-4 0-15,-5 1 0 16,1 1 0-16,-2-3 0 0,0-1 0 0,-3 5 0 16,-8-6 0-16,-5 4 0 0,0 4 0 0,-3 5 0 15,-4 4 0-15,-4 1 0 0,-5 8 0 0,-1 0 0 16,1 3 0-16,2 0 0 0,8 6 0 0,-1 4 0 16,4-1 0-16,6 0 0 0,4 2 0 0,6-1 0 15,0-1 0-15</inkml:trace>
  <inkml:trace contextRef="#ctx0" brushRef="#br0" timeOffset="181433.11">19905 13453 375 0,'16'2'0'0,"-2"0"0"0,0-2 66 0</inkml:trace>
  <inkml:trace contextRef="#ctx0" brushRef="#br0" timeOffset="182599.03">19992 13410 241 0,'-2'-1'0'0,"0"-1"0"0,-1 0 0 15,-1 0 0-15,0 2 0 0,1-2 0 0,-2 1 0 0,1-2 0 0,3 1 0 0,-3-2 0 0,2 1 112 0,-2-1-38 0,3 0 0 0,-1 1-39 0,0-1 84 16,0 2-33-16,2 0-8 0,-2 1 84 0,2-2-63 16,0 3-30-16,-1 0 128 0,-1 0-70 0,-3 8-50 15,1 9 0-15,1 3 31 0,-1 3-36 16,1 1 1-16,-1 1-27 0,0 8 157 15,4-2-83-15,-2-1-42 0,2 0 103 0,0-2-72 16,0-8-28-16,4 3-8 0,5-2-24 0,2-5-12 16,3-2-1-16,-1-3-165 0,2-2 77 0,0-4 45 15,2 0 0-15,-3-5-480 0,4 0 229 0,-4 0 95 16,2-2 80-16</inkml:trace>
  <inkml:trace contextRef="#ctx0" brushRef="#br0" timeOffset="183566.31">20054 12450 1451 0,'0'-12'0'0,"0"4"0"0,0 2 0 0,0-3 0 0,0-2 0 0,0 0 0 0,0-3 0 0,0 1 0 0,0-2 0 0,0-1 0 0,0-2 103 0,0 2-36 0,0-1 67 0,0-2-48 16,0 0 1-16,0 0-13 0,0 1-9 0,0-1-26 15,-2 2-3-15,-2-2 3 0,-1 4 0 0,-2 0 10 0,-4 2-1 16,2 1-9-16,-1 2 0 15,-4 1 0-15,-1 2 118 0,0 5-49 0,0 0-40 16,-2 2 1-16,0 0 50 0,0 10-41 0,0 7 1 16,2 1 10-16,1 7-50 0,2 1 0 0,3 2 31 15,1 1-31-15,2 3 0 0,4-6 10 0,0 6-9 16,2-4-1-16,0-7 0 0,0 1 0 0,6-3-33 16,4-4 43-16,-1-2-10 15,0-4 0-15,3-1-34 0,-1-4-5 0,3-4 38 0,-2 0-41 0,1 0-9 16,4-1 35-16,1-15-32 0,0-1-4 0,-1-4 38 15,-4 3-2-15,4-9-76 16,-4 3 30-16,-2 0 0 0,1-1 26 0,-5 6-108 16,-3-3 47-16,-1 3 30 0,-1 2 0 0,-2 7 22 15,0-1-14-15,0 4 12 0,0 1 217 0,0 3-103 16,-3 0-53-16,-5 3-26 0,1 0 15 0,-1 10-42 16,0 9 0-16,1 5 0 15,0 2 0-15,2 5 0 0,3-1 0 0,-1 1 0 0,3-6 0 0,0 5 0 16,3-9 0-16,4-2 0 15,4-3 0-15,0-5 0 0,1-3 0 0,2-4 0 16,2-4 0-16,-2 0 0 0,4-2 0 0,-2-18 0 16,3 0 0-16,2-6 0 0,-3-4 0 0,3 0 0 15,0-2-7-15,-1 0-56 0,1 4-7 0,-2 0 52 16,0 6 1-16,-6 6-41 0,-2 1-1 0,-3 10 37 16,0-1 57-16,-3 5-25 0,-1 1-8 0,0 0 76 15,-3 5-48-15,1 12 1 0,-2 4-48 0,0 3 162 16,0 2-145-16,0-1 0 15,-3-2 0-15,-1-2 0 0,-2 0 0 0,3-2 0 16,-2-8 0-16,2 1 0 0,1-5 0 0,0-3 0 16,0-2 0-16,0-2 0 0,-1 0 0 0,-1 0 0 15,0-8 0-15,4-5 0 0,0-6 0 0,0-2 0 16,0-3 0-16,0 5 0 0,2-7 0 0,5 5 0 16,3-1 0-16,1-5 0 0,-3 9 0 0,3-1 0 15,1 0 0-15,-3 2 0 16,0 3 0-16,-2 2 0 0,1 3 0 0,-2-1 0 15,-1 4-124-15,2 1-62 0,2 2 78 0,-2 1 35 16,4-1-652-16,1 3 343 0,0 0 171 0,3 0-585 16,4 0 383-16</inkml:trace>
  <inkml:trace contextRef="#ctx0" brushRef="#br0" timeOffset="183822.73">20734 12040 2038 0,'3'0'0'0,"-1"-5"0"0,-2 0 0 0,0 0 0 0,0-1 0 0,0 1 0 0,-5 1 0 0,-3-1 0 0,1 2 0 0,-5 0 0 0,1 3 73 0,-1 0 360 0,-4 5-187 16,-2 6-109-16,0 6 312 0,-1 1-204 0,3 3-104 15,0 6-50-15,7-5-13 0,-2 8-78 0,8-3 0 16,0 1 0-16,3-1 0 0,0-4 0 0,6 0 0 16,7 2 0-16,3-5 0 0,-4-3 0 0,6 0 0 15,0-4 0-15,-1 0 0 0,0-3 0 0,-2-1 0 16,0-3 0-16,-2-3 0 15,-3 1 0-15,-1-4 0 0,1 0 0 0,1 0-198 16,-2 0 67-16,3-1-584 0,0-5 339 0,-1-8 158 16,7-1-512-16,-4-3 345 0,3-5 173 0</inkml:trace>
  <inkml:trace contextRef="#ctx0" brushRef="#br0" timeOffset="184033.64">20898 12043 2547 0,'-14'-5'0'0,"5"1"0"0,-3 2 0 0,3 0 0 0,2 2 0 0,1 0 0 0,3-1 0 0,1 1 0 0,2 0 0 0,0 0 0 0,9 0 431 16,7 0-196-16,11-3-98 0,-1 2-39 0,4-1 247 16,2-2-207-16,0 0-138 0,0 0 0 0,0 1 0 15,-8 0 0-15,8 0 0 0,-11 0 0 0,1 3 0 16,-5 0 0-16,-6 0 0 0,-1 0-430 0,-2 0 124 16,-5 0 91-16,-1 0-291 0,0 0 216 15,0 0 126-15,-2 0 52 0,0 0-406 0,0 0 239 0,-6-1 120 16,1-6 60-16,-2-10-268 15,-4-4 154-15</inkml:trace>
  <inkml:trace contextRef="#ctx0" brushRef="#br0" timeOffset="184194.31">21149 11817 1625 0,'-12'-18'0'0,"1"1"0"0,1 4 0 0,-4 6 0 0,5 3 0 0,0 0 0 0,-1 4 0 0,0 0 0 0,1 0 0 0,1 8 0 0,3 6 92 0,-1 9 332 0,3 4-183 0,-1 2-105 16,0 5 316-16,2 9-206 0,-1-1-103 0,0-1-52 15,1-3 272-15,-1 10-245 0,1-6-118 16,0-1 0-16,0-5 0 0,2 1 0 15,0 0 0-15,0-3 0 0,0-3 0 0,2-5 0 16,7-6 0-16,3 2-668 0,1-6 262 0,2-5 209 16,2-1-757-16,7-5 458 0</inkml:trace>
  <inkml:trace contextRef="#ctx0" brushRef="#br0" timeOffset="184882.5">21511 12224 1892 0,'5'-22'0'0,"-4"4"0"0,1-2 0 0,-2-8 0 0,0 6 0 0,0-3 0 0,0 0 0 0,0 1 0 0,0 3 0 0,0-2 0 0,-2 3 286 16,-4 3-123-16,0 2-62 0,-1 1-31 0,0 7 73 15,-7 1-56-15,2 4-1 0,-6 2 181 0,-2 0-114 16,-3 14-57-16,2 6-19 0,0 5 163 0,1 3-100 16,3 2-51-16,3 2-48 0,1 0-41 0,5 1 0 15,4-2 0-15,2-3 0 16,2-5 0-16,0 1 0 0,2-4 0 0,5-3 0 15,5-2 0-15,-1-2 0 0,3-5 0 0,0-4 0 16,2-4 0-16,-2 0 0 0,4 0 0 0,0-9 0 16,-1-8 0-16,0-3 0 0,-2 0 0 0,-2 1 0 15,1-6 0-15,-5 7 0 0,0-1-82 0,-4 2 9 16,0 5 0-16,-3 2 66 0,-1 0-32 0,-1 5 0 16,0 1 228-16,0 2-114 0,0 1-57 0,-3 1-22 15,-6 0 39-15,0 11-35 0,2 3 0 0,-3 11 0 16,5-2 0-16,1-1 0 15,0 8 0-15,3-4 0 0,1-4 0 0,0 2 0 16,0-4 0-16,1-3 0 0,7-4 0 0,2-2 0 16,-1-5 0-16,3-2 0 0,2-4 0 0,1 0 0 15,4-7 0-15,-1-10 0 0,3-4 0 0,2-2 0 16,0-1 0-16,-1-1 0 0,0 3 0 0,-1 1 0 16,-3 5 0-16,0 0 0 0,-5 5 0 0,-5 6 0 15,-1 1 0-15,-1 2 0 0,-3 0 0 0,-1 2 0 16,-2 4 0-16,0 11 0 15,0 1 0-15,-2 7 0 0,-7 2 0 0,2-3 0 16,0-1 0-16,2 0 0 0,1-5 0 0,2-3 0 16,1-2 0-16,1-4 0 0,0-2 0 0,0-5 0 15,0 0 0-15,5 0 0 0,12-12 0 16,2-6 0-16,3-3 0 0,1 1 0 0,-1-3 0 0,3 1 0 16,-3 1 0-16,-1 2 0 0,-4 8 0 0,-2 0 0 15,-4 5 0 1,0 0 0-16,-1 6 0 0,-2 0 0 0,-1 0 0 0,-4 12 0 15,-1 4 0-15,0 9 0 16,-2-3 0-16,0 4 0 0,0-1 0 0,0 3 0 0,0-7 0 0,0 0 0 16,-2-3 0-16,2-4 0 0,0-3 0 15,0-1 0-15,0-7 0 0,0 1 0 0,0-2 0 0,0-2 0 16,0 0 0-16,0 0 0 0,0 0-122 16,0 0 20-16,0 0-800 0,7-8 431 15,2-7 207-15,4-7-603 0</inkml:trace>
  <inkml:trace contextRef="#ctx0" brushRef="#br0" timeOffset="185221.27">22164 11966 3381 0,'0'-12'0'0,"0"5"0"0,0-2 0 0,0-3 0 0,0 5 0 0,0-2 0 0,0 0 0 0,5 1 0 0,6 4 0 0,4 1 0 0,4 0 119 16,0 2-41-16,7 1 275 0,-1 0-353 0,0 5 0 0,4 6 0 0,-3 5 0 15,-1-1 0-15,-4 3 0 16,-3 1 0-16,-5-2 0 0,-2 4 0 0,-7 1 0 15,-2 5 0-15,-2-1 0 0,-7 0 0 0,-13 2 0 16,-1 0 0-16,-4-3 0 0,-1-2 0 0,1-5 0 16,7-6 0-16,-1-2 0 0,1-2 0 0,7-4 0 15,0-3 0-15,3-1 0 0,3 0 0 0,3 0 0 16,0 0 0-16,2 0 0 0,0 0 0 0,0 0 0 16,4 0 0-16,11-1 0 0,3-3 0 0,3 1 0 15,0 1 0-15,9-3 0 16,-3 4 0-16,-2-1 0 0,7 2 0 0,-2 0 0 15,0 0 0-15,-1 0 0 0,-1-2 0 0,-2 0 0 16,3 1 0-16,-8-3 0 0,0 1 0 0,-1-2 0 16,-8 4 0-16,0-1 0 0,-3 0 0 0,-3 2 0 15,-3 0 0-15,-1 0-56 0,-2 5-348 0,0 8 173 16</inkml:trace>
  <inkml:trace contextRef="#ctx0" brushRef="#br0" timeOffset="185456.37">22525 12693 3931 0,'-7'0'0'0,"3"0"0"0,4 0 0 15,0 0 0-15,0 0 0 0,0 4 0 0,9 0 0 0,11-1 0 0,2 1 0 0,7 2 0 0,13-1 0 0,3 1 0 0,6-1 0 0,0 1 0 16,1 0 0-16,1 2 0 0,-2-3 0 0,-1 1 0 15,-4-2 0-15,-9-3 0 0,0 0 0 0,-6-1 0 16,0 0 0-16,-8 0 0 0,-2 0 0 0,-8 0 0 16,-3-1 0-16,-5 0 0 0,-5-2 0 0,0-1-629 15,-8 3-67-15</inkml:trace>
  <inkml:trace contextRef="#ctx0" brushRef="#br0" timeOffset="187356.39">24517 12271 2714 0,'3'-17'0'0,"1"0"0"0,-2-2 0 0,1-2 0 0,0 1 0 0,-1-3 0 0,-2 1 0 0,2-6 0 0,-2 3 0 0,0-1 0 0,0 2 140 0,0 0-39 0,0-5-10 0,0 2 13 16,-2-3-32-16,-5 2 0 0,0 1 32 0,0 4-22 15,-2-4-9-15,-1 6-33 16,-1 1 141-16,0 1-70 0,-3 4-65 0,3 0-46 0,-2 5 0 0,2 0 0 16,-2 2 0-16,-1 3 0 0,3-1 0 15,-1 4 0-15,0 1 0 0,1 1 0 16,-1 0 0-16,-1 0 0 0,-1 4 0 0,2 8 0 15,-4 4 0-15,4-2 0 0,-3 2 0 0,-2 7 0 16,6 2 0-16,-1 0 0 16,1 2 0-16,4 5 0 0,-2 1 0 0,4 0 0 0,-1 4 0 0,5 3 0 15,-3 3 0-15,2 0 0 0,0 5 0 0,1 0 0 16,-1 3 0-16,0 1 0 0,0 6 0 0,-3 7 0 16,4-5 0-16,-1 0 0 0,0-1 0 15,0-6 0-15,0 5 0 0,2-3 0 0,0 0 0 16,0-3 0-16,0 1 0 0,0-1 0 15,0-1 0-15,0-1 0 0,0-1 0 0,0-1 0 16,-1-9 0-16,-5 8 0 0,1-8 0 0,-2-3 0 16,-2 0 0-16,0-3 0 0,-6 0 0 0,4-2 0 15,-2-1 0-15,-4-2 0 0,0-1 0 0,0-5 0 16,-1-3 0-16,-3 1 0 0,0-2 0 0,1-1 0 16,2-6 0-16,-1 1 0 0,1-2 0 0,-1-2 0 15,0-3 0-15,2-1 0 16,-2-4 0-16,5 0 0 0,-6 0 0 0,4-2 0 15,0-5 0-15,2-6 0 0,-2 0 0 0,2-5 0 16,2 1 0-16,1 1 0 0,4 1 0 0,0-2 0 16,4 0 0-16,3 0 0 0,0 2 0 15,2-2 0-15,15-2-192 0,4 5 55 0,3-4-406 0,6 3 251 16,1 1 116-16,6 0-721 16</inkml:trace>
  <inkml:trace contextRef="#ctx0" brushRef="#br0" timeOffset="187702.84">24532 13305 2866 0,'2'4'0'0,"0"5"0"0,0 2 0 0,-1 3 0 0,1-1 0 0,-1 0 0 0,2 4 0 0,-1 0 0 0,3 2 0 0,5 4 0 0,-1 0 294 0,4-4-117 15,3 8 86-15,0-5-112 0,3-3-56 16,0 0-28-16,-1-4-49 0,2-6-18 0,0-1 0 15,0-5 0-15,2 0 0 0,-4-3 0 0,1 0 0 16,-5-5 0-16,2-6 0 0,-7-6 0 0,1 1 0 16,-6-6 0-16,-1 0 0 0,-3-4 0 0,0 1 0 15,0-3 0-15,-7 0 0 16,-7 0 0-16,0 2 0 0,-2 1 0 0,-2 4 0 16,-1 3 0-16,2 4 0 0,-2 2 0 15,-2 4 0-15,2 5 0 0,-1-1 0 0,3 4 0 16,1 0 0-16,0 0 0 0,3 11 0 15,4-2 0-15,-1 3 0 0,5-1 0 16,0 2 0-16,4 0 0 0,1-2 0 0,0 3 0 0,0-3 0 0,4-1 0 0,5-3 0 16,5-2-28-16,-2-3-172 15,4 0-904-15,2-2 532 0</inkml:trace>
  <inkml:trace contextRef="#ctx0" brushRef="#br0" timeOffset="188689.07">25007 11932 1977 0,'0'-13'0'0,"0"-2"0"0,0-2 0 0,0-3 0 0,0 5 0 0,-2-8 0 0,-3 3 0 0,-1-2 0 0,-2 4 0 0,2-1 0 0,1 2 124 0,0 0-41 0,-3 5 185 16,2 2-104-16,-3 1-66 0,1 0 171 0,-3 6-115 15,-2 1-56-15,-2 2-29 0,-4 0 64 0,-5 8-51 16,1 11 0-16,-7 7 109 0,1 6-76 0,-2 4-91 16,7 5-24-16,-1 2 0 0,2 4 0 0,5-2 0 15,3 1 0-15,4-1 0 0,4-12 0 0,5 4 0 16,2-5 0-16,0-5 0 16,5-6 0-16,6-1 0 0,2-5 0 0,4-2 0 0,-1-4 0 15,2-3 0-15,-3-4 0 0,7-2 0 16,-3 0 0-16,4-8 0 0,-3-9 0 0,1-5 0 15,0-3 0-15,-4-2 0 0,1-4 0 0,-3 1 0 16,-3-5 0-16,-1 0 0 0,-4 2 0 0,-3 0 0 16,-2 6 0-16,0-5 0 0,-2 11 0 0,0 1 0 15,0 3 0-15,-2 5 0 0,-4 4 0 0,1 2 0 16,-1 3 0-16,1 0 0 0,-2 3 0 0,0 0 0 16,0 12 0-16,-1 6 0 0,0 5 0 0,3 4 0 15,0-3 0-15,5 2 0 16,-1 6 0-16,1-6 0 0,0-3 0 0,1-1 0 15,6-1 0-15,1-6 0 0,-1-2 0 0,1-4 0 16,1-1 0-16,-1-4 0 0,1-3 0 0,2-1 0 16,0 0 0-16,3-9 0 0,1-8 0 0,0-1 0 15,0-4 0-15,0 2 0 16,4-6 0-16,-1 1 0 0,1 3 0 0,-2 1 0 0,-2 7 0 0,0 1 0 16,-2 6 0-16,0 2 0 15,-3 3 0-15,1 2 0 0,-2 0 0 0,-2 14 0 16,-2 7 0-16,-3 4 0 0,-2-1 0 0,0 5 0 15,0-1 0-15,0-6 0 0,-7 2 0 0,2-3 0 16,0-5 0-16,0-6 0 0,2-2 0 0,0-2 0 16,-1-5 0-16,-1-1 0 0,2 0 0 0,-1 0 0 15,0-7 0-15,3-6 0 0,1-6 0 0,0-5 0 16,0-3 0-16,1-3 0 0,7-3 0 0,4-3 0 16,0-3 0-16,2 7 0 0,1-3 0 15,0 6 0-15,0 2 0 0,-3 9 0 16,1-1 0-16,1 4 0 0,0 5 0 0,-2 3 0 15,1 5 0-15,1 2 0 0,1 0-89 0,0 0-73 16,1 8-789-16,1 1 454 0,5 0 229 0,-3 2 103 16</inkml:trace>
  <inkml:trace contextRef="#ctx0" brushRef="#br0" timeOffset="188927.97">25644 11754 2712 0,'0'-6'-1'0,"0"1"0"0,-2-3 0 0,-5 2 1 0,0 1-1 0,-3-1 1 0,2 3 0 0,-5-1 0 0,3 2 0 0,-1 2 0 0,-4 0 622 16,-1 2-292-16,-2 11-144 0,-1 6-101 0,-1 3-85 16,1 6 0-16,2 5 0 0,2 0 0 0,6 1 0 15,2-1 0-15,6 3 0 0,1 0 0 0,0-4 0 16,2-2 0-16,13-1 0 0,-2-7 0 0,6 3 0 16,0-3 0-16,-2-5 0 15,3-4 0-15,-1-2 0 0,2-3 0 0,-3-4 0 16,5-3 0-16,-2-1 0 0,0 0 0 0,-1-1-147 15,2-5-29-15,-1-3-671 0,-2-5 401 0,3-1 203 16,-2-6 101-16,-4-3-573 0</inkml:trace>
  <inkml:trace contextRef="#ctx0" brushRef="#br0" timeOffset="189118.81">25796 11782 3132 0,'-10'-7'0'0,"1"-1"0"0,-2 3 0 0,3 1 0 0,2 0 0 0,5 2 0 0,-1 0 0 0,2 0 0 15,0 1 0-15,11-3 0 0,10 0 305 0,1 1-132 0,1 0-57 0,9-1 89 0,-2 1-205 0,2-1 0 16,-1 2 0-16,2 0 0 0,-7 0 0 0,5 2 0 16,-4 0 0-16,-7 0 0 0,2 0 0 0,-6 4 0 15,-1 2 0-15,-3 0 0 0,-4-2 0 16,1 4-802-16,-6-2 282 0,1 0 212 0,-2-2 124 0,0-2-543 16,-2-2 344-16</inkml:trace>
  <inkml:trace contextRef="#ctx0" brushRef="#br0" timeOffset="189312.17">26087 11523 2366 0,'-13'-20'0'0,"1"6"0"0,-1 3 0 0,0 0 0 0,0 5 0 0,4 2 0 0,-3 2 0 0,3 2 0 0,0 0 0 0,0 0 0 0,2 16 115 0,0 6 440 0,2 6-257 16,-1 4-130-16,1 6 188 0,0 11-283 0,1-4-73 16,1 2 0-16,-1 3 0 15,1 0 0-15,1-8 0 0,-2 10 0 0,4-6 0 16,0-10 0-16,0 3 0 0,0-3 0 0,0-8-111 15,6 2-13-15,4-10 82 0,4-1-973 0,6-6 488 16,3-5 243-16,3-7-210 0,3-1 231 0,1 0 112 16</inkml:trace>
  <inkml:trace contextRef="#ctx0" brushRef="#br0" timeOffset="189959.55">26400 12029 1685 0,'16'-24'-1'0,"-3"2"0"0,-4 0 0 0,-3-3 0 0,0 1 0 0,-3-6 0 0,-1 0 0 0,-1 1 0 0,-1-1 1 15,0 4 0-15,0 3 100 0,0 3-36 0,0 1 318 0,-5 5-172 0,-2 5-85 16,-3-2 268-16,1 8-167 0,-4 0-98 0,-4 3-44 16,-2 4 206-16,-1 13-125 0,1 6-78 0,0 4-87 15,-3 10 0-15,6 0 0 0,1 2 0 0,2 1 0 16,4-4 0-16,1 1 0 0,4 0 0 0,3-2 0 16,1-4 0-16,0-4 0 15,0-5 0-15,1-3 0 0,9-4 0 0,-1-5 0 16,2-3 0-16,3-5 0 0,1-2 0 0,1 0 0 15,4-9 0-15,0-8 0 0,-1-6 0 0,0-1 0 16,-1-5 0-16,1-1 0 0,-2 0 0 0,0 1 0 16,-4 0 0-16,-1 7 0 0,-6 1 0 0,-1 8 0 15,-2 2 0-15,-1 5 0 0,0 3 0 0,0-1 0 16,-2 3 0-16,0 1 0 0,-6 10 0 0,-5 11 0 16,0 1 0-16,0 3 0 15,6-3 0-15,-3 8 0 0,4-1 0 0,2-7 0 16,2 0 0-16,0-1 0 0,0-6 0 0,0-4 0 15,2-1 0-15,4-4 0 0,3-3 0 0,0-3 0 16,4 0 0-16,2-2 0 0,2-13 0 0,1-2 0 16,2-1 0-16,4-3 0 0,0-1 0 0,-1 3 0 15,0-3 0-15,-1 8 0 0,-8 1 0 0,6 3 0 16,-10 2 0-16,3 3 0 16,-4 3 0-16,-2 1 0 0,-1 1 0 0,0 0 0 15,-2 0 0-15,-2 11 0 0,-2 0 0 0,0 4 0 16,0-2 0-16,0 2 0 0,-2-5 0 0,-2 1 0 15,2-3 0-15,-2-4 0 0,4 1 0 0,0-5 0 16,0 1 0-16,0-1 0 0,6 0 0 0,8-10 0 16,4-5 0-16,-1-2 0 0,1 2 0 0,1 0 0 15,0-1 0-15,-4 5 0 0,2 4 0 0,-8 1 0 16,5 4 0-16,-5 2 0 0,0 0 0 0,1 6 0 16,-6 9 0-16,1 7 0 0,-3-2 0 15,-2 10 0-15,0-2 0 0,0 2 0 16,0-2 0-16,0-7 0 0,0 4 0 0,0-6 0 15,0-6 0-15,0-1 0 0,0-6 0 0,0-1 0 16,2-3 0-16,-1-2 0 0,5 0 0 0,0 0 0 16,2-2 0-16,1-7 0 0,-1-2-867 15,5-5 283-15,3-4 272 0</inkml:trace>
  <inkml:trace contextRef="#ctx0" brushRef="#br0" timeOffset="190292.96">27182 11762 3068 0,'-3'-14'0'0,"0"-1"0"0,3 0 0 0,0 1 0 0,0 2 0 0,0-4 0 0,4 5 0 0,10 0 0 0,3 4 0 0,4 0 0 15,-1 5 738-15,8-1-613 0,-2 3-125 0,-3 0 0 0,4 7 0 0,-2 8 0 0,-4-1 0 16,1 9 0-16,-7 1 0 0,-2 1 0 16,-3 1 0-16,-8 2 0 0,-2 3 0 15,0 0 0-15,-12 1 0 0,-6 0 0 0,-4-4 0 16,-2 0 0-16,6-9 0 0,-8 4 0 0,3-10 0 15,5-4 0-15,-3 1 0 0,1-4 0 0,4-5 0 16,2 1 0-16,4-2 0 0,2 0 0 0,2 0 0 16,4 0 0-16,0 0 0 0,2 0 0 0,0 0 0 15,0 0 0-15,8 0 0 0,12 2 0 0,0 1 0 16,8 1 0-16,2 2 0 16,2 0 0-16,0 0 0 0,1-3 0 0,2 3 0 15,0-3 0-15,-3 0 0 0,5-3 0 0,-3 0 0 16,0 0 0-16,-3 0 0 0,-8 0 0 0,1 0 0 15,-4 0 0-15,-8 0 0 0,-1 0 0 0</inkml:trace>
  <inkml:trace contextRef="#ctx0" brushRef="#br0" timeOffset="197013.08">26940 12895 3442 0,'-6'0'0'15,"0"1"0"-15,2-1 0 0,4 0 0 0,0 2 0 0,0 1 0 0,12 0 0 0,12 2 0 0,2-2 0 0,8 1 0 0,3-1 101 0,10 2 251 0,-1-4-316 16,3 4-36-16,-2-3 0 0,-2 0 0 0,-8 1 0 16,5 0 0-16,-3 2 0 0,-3-2 0 0,-6 2 0 15,-8-3 0-15,1 1 0 0,-6-1 0 0,-4-2 0 16,-3 2 0-16,-5-2-188 0,-1 0 25 0,-3 0 84 16,-1 0-622-16,0 0 332 0,0-2 166 0,-1-8 83 15,-7-3-203-15,-3-6 133 0,-4-3 81 0</inkml:trace>
  <inkml:trace contextRef="#ctx0" brushRef="#br0" timeOffset="197201.3">27276 12500 2408 0,'-15'-6'0'0,"1"4"0"0,3 2 0 0,-3 0 0 0,6 4 0 0,-2 10 0 0,-1 11 0 0,5 5 0 0,3 11 0 0,3 7 0 0,0 2 106 15,0 13 564-15,0 0-317 0,2-6-149 0,2 14-87 0,0-5-44 0,1 0-73 16,2-16 0-16,-1 5 0 0,2-3 0 0,-1-5 0 15,2-2 0-15,1-11 0 0,1 0 0 0,0-4 0 16,1-10-102-16,2 1-232 0,2-8 186 0,2-3 92 16,3-7-949-16,5-3 484 0,1 0 233 15</inkml:trace>
  <inkml:trace contextRef="#ctx0" brushRef="#br0" timeOffset="198053.22">27815 13115 2434 0,'2'-24'0'0,"-2"-5"0"0,0 2 0 15,0-5 0-15,0 0 0 0,0 1 0 0,0 7 0 0,-8 3 0 0,1-1 0 0,0 8 0 0,-3 6 202 0,-1 2-83 0,-3 6 108 0,-4 0-99 0,0 14-46 0,-2 10 0 16,-2 9 233-16,-1 6-140 0,7-3-59 0,-7 16-65 16,7-4-51-16,3 1 0 0,2 2 0 0,5-4 0 15,4-10 0-15,2 4 0 0,0-5 0 16,0-4 0-16,8-6 0 0,3-7 0 0,2-3 0 0,3-6 0 15,-2-6 0-15,4-4 0 0,3 0 0 0,-3-13 0 16,1-9 0-16,-2-2 0 0,1-5 0 0,-1-3 0 16,-2-2 0-16,-2 1 0 15,1-1 0-15,-6 2-77 0,0 4 13 0,-4 7 87 16,-1 1-29-16,-2 10-1 0,-1 1-40 0,0 3 225 16,0 4-178-16,0 2 0 0,-6 0 0 0,-4 12 0 15,0 13 0-15,3 0 0 0,-2 1 0 0,2 3 0 16,3-3 0-16,4-1 0 0,-1-2 0 0,1 0 0 15,0-6 0-15,0-2 0 0,3-7 0 0,5-1 0 16,-1-5 0-16,6-2 0 16,-1 0 0-16,5-11 0 0,-1-6 0 0,2-6 0 15,0 2 0-15,1-1 0 16,0 0 0-16,-1 0 0 0,0 6 0 0,-2 0 0 16,0 6 0-16,-6 2 0 0,1 5 0 0,-4 0 0 0,0 3 0 0,0 0 0 15,-5 14 0-15,-1 8 0 0,-1 3 0 0,0 1 0 16,0-2 0-16,0-5 0 0,0 1 0 15,0-2 0-15,0-11 0 0,-1 3 0 16,1-6 0-16,0-4 0 0,1 0 0 0,14-12 0 0,-1-10 0 0,5-1 0 16,1-3 0-16,0-2-52 15,0-1-92-15,2 1 53 0,-4 4 27 0,0 3 0 16,-3 6 233-16,-3 5-112 0,-2 1-43 0,0 6-25 16,-2 3 197-16,0 0-186 0,-6 3 0 0,0 13 0 15,1 9 0-15,-3-2 0 0,0 1 0 0,0-3 0 16,0 2 0-16,0 2 0 0,0-9 0 0,2-1 0 15,3-5 0-15,5-3 0 0,0-4 0 0,7-3 0 16,1 0 0-16,5-3 0 0,2-11 0 0,-3 0-35 16,6-5-72-16,-3-3-226 0,7-8 153 0,-2-4 71 15,3-8 36-15,1-8-223 16,-4-5 130-16,-2 2 55 0,5-18-158 0,-1 6 117 16,-2 1 57-16,-2 3 28 0,-5 11 1 0,0 0-10 15,-4 0 39-15,-2 7 344 0,-6 9-172 0,-4 2-86 16,-2 9-44-16,-3 2 228 0,-2 9-120 0,0 3-72 15,0 3 42-15,0 4 576 0,-10 2-302 0,0 5-167 16,-2 20-190-16,-3 9 0 0,3 3 0 16,-1 6 0-16,3-3 0 0,0 15 0 15,-1-3 0-15,4 12 0 0,0-5 0 0,2 4 0 16,3-6 0-16,2 20 0 0,0-10 0 0,0-5 0 16,2-9 0-16,5 1 0 0,1-11 0 0,5 0 0 15,-1-7 0-15,3-8 0 0,-2-7 0 0,1-4 0 16,2-2 0-16,-1-8 0 0,0-2 0 0,-1 1 0 15,-1-6-710-15,-5 0 298 0,3 0 179 0,-2 0-549 16,-1-9 373-16</inkml:trace>
  <inkml:trace contextRef="#ctx0" brushRef="#br0" timeOffset="198253.56">28404 12839 3081 0,'-30'-16'0'0,"7"7"0"0,5 6 0 0,7 1 0 0,3 1 0 0,4-1 0 0,4-1 0 0,0 3 0 0,5 0 0 0,24 0 0 0,10 0 733 15,7 6-616-15,5 2-117 0,5 2 0 0,9-4 0 16,-12 0 0-16,19 2 0 0,-10-4 0 0,3-2 0 16,-2-2 0-16,-1 0 0 0,-6 0-7 0,1 0-250 15,-5 0 146-15</inkml:trace>
  <inkml:trace contextRef="#ctx0" brushRef="#br0" timeOffset="200893.42">28203 12254 808 0,'-3'-2'0'0,"0"-1"0"0,0 1 0 0,-1-1 0 0,4 1 0 0,-3-1 0 0,3 1 0 0,0 0 0 0,0-1 0 0,0 0 0 0,0 0 84 0,0-1-45 0,0 0 42 0,0-2 1 16,0 1-43-16,0-3-1 0,3 2 91 0,4-1-50 15,-4 1 0-15,4 1 50 0,-1 1-46 0,1 0 1 16,1 1-36-16,-1-1 34 0,3 2-1 0,-1 0-42 16,0 2 0-16,3 0 61 0,-1 0-21 0,1 2-9 15,0 7 24-15,0 1-27 0,1 1 0 0,-3 2-29 16,3 2 43-16,-4 1-10 0,-1-1-33 15,0 0-41-15,1 3 42 0,-6-1 0 0,-1-2 9 0,0 3-50 16,-2 2-1-16,0-4 42 16,-6 1-1-16,-6 5-42 0,-4-4 50 0,-7 3-33 15,2 1 54-15,-4-3 1 0,-3 0-49 0,5-5 12 16,2-3 90-16,0 0-45 0,5-3-1 0,2-3 151 16,3-4-94-16,2 0-46 0,3-1-54 0,4 0-32 15,1 0 0-15,1 0 0 0,0 0 0 0,0 0 0 16,0 0 0-16,1 0 0 0,14 0 0 0,2 0 0 15,6 0 0-15,-1 0 0 0,-1 0 0 0,6 0 0 16,1 0 0-16,-3 0 0 16,4 0 0-16,-6 0 0 0,10 0 0 0,-6 0 0 15,1 0 0-15,-8 0 0 0,2 0 0 0,-4-1 0 16,-1 0 0-16,-6-4 0 0,0 0 0 0,-1 1 0 16,-4 0 0-16,1 1 0 0,-2-1-568 0,3 0 235 15,0 0 147-15,4 0-576 0,3 0 361 0,6 2 172 16</inkml:trace>
  <inkml:trace contextRef="#ctx0" brushRef="#br0" timeOffset="201340.96">29661 12685 1698 0,'-14'-16'0'0,"7"6"0"0,2 8 0 0,-1-4 0 0,-1-1 0 0,-1 2 0 15,-3-1 0-15,0 1 0 0,-3 3 0 0,0 0 0 0,-4-1 167 0,-2 3-69 0,-7 0 232 0,3 8-146 0,-2 5-73 16,-2 2 172-16,4 0-112 0,-1 3-72 0,8-6-29 0,0 5 283 15,4 0-156-15,6-3-80 0,3 2-64 16,4 0-53-16,0 2 0 0,2-1 0 0,10 4 0 0,6-1 0 16,-3-1 0-16,10 4 0 0,0-5 0 15,0 3 0-15,1-2 0 0,-5 0 0 0,-1-5 0 16,0 1 0-16,-7 0 0 0,-1 0 0 0,-6 0 0 16,-4-1 0-16,-2 1 0 0,0-2 0 0,-8 2 0 15,-12 2 0-15,-4-5 0 0,-4 5 0 0,-2-5 0 16,-1 0 0-16,-1-3 0 0,0-1 0 0,2-3 0 15,4-2 0-15,1 0 0 0,4-3 0 0,7 0 0 16,4 0 0-16,1 0 0 16,6-4 0-16,3-10 0 0,0-4-142 0,13-2-356 15,17-5 229-15,0 1-722 0,2 3 466 0,11-5 248 16</inkml:trace>
  <inkml:trace contextRef="#ctx0" brushRef="#br0" timeOffset="201667.91">29668 12892 2559 0,'2'-2'0'0,"-1"2"0"0,2 0 0 0,-3 0 0 0,0 0 0 0,0 0 0 0,0 2 0 0,0 6 0 0,3-3 0 0,4 2 0 0,3 0 104 0,3 2 448 0,6-3-257 0,6-1-129 15,0-1-28-15,1-4-50 0,-4 0-59 0,10 0-29 16,-7-4-29-16,3-5-20 0,-3-5 44 0,-8 5-217 16,1-3 141-16,-2-4 55 0,-7 1 32 0,-4 2-130 15,-3-5 26-15,-2 2 54 0,0-1-35 0,-5 0 32 16,-13-4-44-16,2 2 26 0,-5 3 200 0,-4 1-83 15,3 5-45-15,-6 1 7 0,1 6 347 16,-1 3-179-16,0 0-59 0,-1 1-43 16,3 12-80-16,-2 4 0 0,5 5 0 0,0 1 0 15,2 4 0-15,4 1 0 0,4 2 0 0,4 2 0 16,4-3 0-16,5 4 0 0,0-1 0 0,3-3 0 16,11 0 0-16,6-3 0 0,3-2 0 0,5-3 0 15,4-2 0-15,5-4 0 0,3-1 0 0,-5-7 0 16,3-3 0-16,-1-1-533 0,-1-3 41 0,-1 0 216 15,1 0-288-15,0-2 263 0</inkml:trace>
  <inkml:trace contextRef="#ctx0" brushRef="#br0" timeOffset="201865.76">30318 12783 3044 0,'-2'-11'0'0,"-12"9"0"0,-7 2 0 0,-4 0 0 15,-1 2 0-15,-2 9 0 0,0 8 0 0,1 2 0 0,2 3 0 0,4 6 0 0,6 2 239 0,0 4 409 0,11-2-648 0,1 1 0 16,3-3 0-16,0 0 0 0,13-4 0 0,7-4 0 16,2 0 0-16,5-8 0 0,1-3 0 0,4-5 0 15,2-4 0-15,-2-3 0 0,-2-1 0 0,-2 0 0 16,-3-1-153-16,-3-3-422 0,2-5 274 0,-1-1 80 16,-2-5-656-16</inkml:trace>
  <inkml:trace contextRef="#ctx0" brushRef="#br0" timeOffset="202044.25">30504 12824 3163 0,'-5'-9'0'0,"0"3"0"16,0 5 0-16,1-4 0 0,3 4 0 0,-1-1 0 0,2 2 0 0,0 0 0 0,7 0 0 0,14 0 0 0,3 0 509 0,4 0-250 0,4 2-259 0,1 2 0 0,5-2 0 16,1-1 0-16,-4 1 0 0,3-2 0 0,2 0-43 15,-7 0 23-15,-5 0-566 0,-2 0 308 0,-5 0 158 16,-9 0 79-16,-4-2-805 0,-3 1 403 0,-5-5 193 15,0-2 110-15,-7-4-345 16</inkml:trace>
  <inkml:trace contextRef="#ctx0" brushRef="#br0" timeOffset="202210.36">30785 12490 2352 0,'-18'-23'0'0,"6"13"0"0,-3 0 0 0,7 7 0 0,-5 2 0 0,3 1 0 0,1 7 0 0,-1 16 0 0,-1 5 0 0,2 14 0 0,-4 3 695 0,3 6-333 0,-3 12-162 16,3 0-80-16,1-1 82 0,4 0-202 0,5-11 0 0,0 6 0 15,0-4 0-15,11-6 0 0,2-7 0 16,4-5 0-16,4-5 0 0,0-4 0 16,2-3 0-16,6-5 0 0,-2-7 0 0,3-2-1 15,3-6-1312-15,1-1 642 0</inkml:trace>
  <inkml:trace contextRef="#ctx0" brushRef="#br0" timeOffset="203105.77">31640 12971 1405 0,'0'-7'0'0,"0"1"0"0,0-2 0 0,2-3 0 0,4 0 0 0,-1 1 0 0,0-1 0 0,-2 0 0 0,-1-1 0 0,2 0 0 0,-1-1 81 0,-1 1 133 0,-2-2-89 16,0 4-43-16,0-4 48 0,0 3-51 0,-2-2 1 16,-7 1-43-16,-1 4 60 0,-1 0-29 0,-3 2 8 15,-4 5 120-15,-4-2-79 0,-3 3-40 0,0 10 0 16,-10 11 111-16,7 4-66 0,-7 10-47 0,7 2 118 16,3 0-78-16,4 6-39 0,9 2 0 0,3-9 69 15,4 12-145-15,5-14 0 0,0 3 0 0,3-5 0 16,6-4 0-16,5-8 0 0,9 3 0 15,2-9 0-15,1-7 0 0,2-6 0 16,4-1 0-16,0 0 0 0,-1-11 0 0,6-11 0 16,-2-4 0-16,-3-7 0 0,-2 0 0 0,-5-1 0 15,3-10 0-15,-5-3 0 0,-6-1 0 0,1-2-28 16,-1-10-59-16,-4 5 6 0,2-16 9 0,-2-1 1 16,-1-1 33-16,0 0 1 0,-4 9-36 0,-6 15-9 15,-2 13 44-15,0 8 1 0,0 4 188 0,0 9-94 16,-7 7-47-16,-1 5 357 0,-5 3-308 0,-2 14-59 15,1 17 0-15,1 8 0 16,-2 8 0-16,1 11 0 0,-4 14 0 0,2 1 0 16,4 2 0-16,0 2 0 0,1 3 0 0,6 0 0 15,3-3 0-15,2-6 0 0,0-5 0 0,2-15 0 16,6-1 0-16,7-11 0 0,0-1 0 0,7-9 0 16,3-7 0-16,-1-9 0 0,5-6 0 0,-1-7 0 15,1 0 0-15,1-3 0 0,2-14 0 16,7-8 0-16,-4-7 0 0,-2-5 0 0,6-12 0 15,-6-5 0-15,-1-9-26 0,-2-8-104 16,-5-6 30-16,3-13-186 0,-3 1 124 0,-2 0 63 16,-2 14 30-16,-7 0-57 15,-5 18 35-15,-6 3 10 0,-3 16 501 0,0 5-229 0,0 12-114 0,-5 6-57 16,-2 5 442-16,-6 9-462 0,-2 1 0 0,0 7 0 16,-2 23 0-16,1 12 0 0,1 8 0 0,2 15 0 15,2 2 0-15,3-1 0 0,4 2 0 0,3 0 0 16,-2-8 0-16,3 12 0 0,0-9 0 0,0-8 0 15,8 1 0-15,2-3 0 16,2-12 0-16,1-1 0 0,4-6 0 0,-1-8 0 16,-2-8 0-16,2-2 0 0,-5-7 0 0,3 1 0 15,-4-5 0-15,-3-3 0 0,1-2 0 0,-1 0-594 16,-7 0 137-16,3 0 215 0,-3-10-652 0</inkml:trace>
  <inkml:trace contextRef="#ctx0" brushRef="#br0" timeOffset="203271.4">31936 12791 3931 0,'-38'-26'0'0,"16"16"0"0,16 8 0 0,4 2 0 0,2-2 0 0,0 1 0 0,8-2 0 0,14-1 0 0,9 1 0 0,15 0 0 0,20 2 0 16,7 1 0-16,21 0 0 0,-3 0 0 0,4 7 0 16,0 0 0-16,0 0 0 0,-10-2 0 0,3 3 0 15,-9 1 0-15,-5 0 0 0,-7 5 0 0,-15 1 0 16,0 6-68-16</inkml:trace>
  <inkml:trace contextRef="#ctx0" brushRef="#br0" timeOffset="203400.41">33160 13100 376 0,'-21'-35'0'0,"19"31"0"0,6 4 0 0,24-2 0 0,-2-3 1727 0,-2 1-845 0,-2 4-422 0,-8 0-212 0</inkml:trace>
  <inkml:trace contextRef="#ctx0" brushRef="#br0" timeOffset="204858.84">3139 14779 376 0,'-3'-2'0'0,"-1"2"0"0,3 0 0 0,-1 0 801 0,2 0-386 0,-4 0-189 16,4 0-94-16,0 0 550 0</inkml:trace>
  <inkml:trace contextRef="#ctx0" brushRef="#br0" timeOffset="204985.19">3125 14772 3931 0,'11'0'0'0,"1"0"0"0,4 0 0 0,3 0 0 0,4 0 0 0,4 0 0 0,3 0 0 0,0 0 0 0,4 0 0 0,0 0 0 0,-1 0 0 0,4 0 0 0,-5 0 0 0,2 0 0 16,-2 2 0-16,-2-1 0 0,-6 3 0 0,-1-2 0 16,-3 0 0-16,-4 1 0 0,-4-3 0 0,0 0 0 15,-6 0 0-15,0 0 0 0,-2 0-17 0,-2 0-395 16,1 0 187-16,-3 0-695 0,0 0 446 0,-8 3 218 16</inkml:trace>
  <inkml:trace contextRef="#ctx0" brushRef="#br0" timeOffset="205218.36">3214 15197 3931 0,'-8'15'0'0,"-1"-1"0"0,6-4 0 0,1-5 0 0,2 3 0 0,0-2 0 0,2 1 0 0,18 1 0 0,9 3 0 0,2 0 0 15,11-2 0-15,-1 3 0 0,0-5 0 0,0 1 0 0,6 0 0 0,-1-1 0 16,-2-1 0-16,-8-4 0 0,4-2 0 0,-3 0 0 15,-6 0 0-15,-2 0 0 0,-10-2 0 0,-2-4 0 16,-6 0 0-16,-3 1 0 0,-3 1 0 0,-2-3 0 16,-3 2 0-16,0 0 0 0,0 1 0 0,-11 1 0 15,1 0 0-15,-1 3 0 0,-1 0-45 0</inkml:trace>
  <inkml:trace contextRef="#ctx0" brushRef="#br0" timeOffset="-210441.62">28767 4060 477 0,'-2'0'0'0</inkml:trace>
  <inkml:trace contextRef="#ctx0" brushRef="#br0" timeOffset="-209624.55">28756 4058 1457 0,'0'0'0'16,"-2"0"0"-16,1 0 0 0,1 0 0 0,0 0 0 0,0 0 0 0,0 0 0 0,0 0 0 0,0 0 0 0,0 0 0 0,0 0 102 0,0 0 12 0,0 0-66 0,0 0 88 15,0 0-44-15,0 0 1 0,0 0-46 0,0 0 56 16,0 0-12-16,0 0-43 0,0 0 0 15,0 0 19-15,0 0 12 0,0 0-19 0,0 0 41 16,0 0 0-16,0 0-53 0,0 0-1 0,0 0 44 16,0 0-31-16,0 0-12 0,0 0 34 0,0 0 0 15,0 0-34-15,0 0 0 16,0 0-48-16,0 0 48 0,0 0 0 0,0 0-1 0,0 0-35 0,0 0-1 16,0 0 49-16,0 0-95 0,0 0 39 0,0 0-20 15,0 0 54-15,0 0-40 16,0 0-3-16,0 0 21 0,0 0 19 0,0 0-22 15,0 0 11-15,0 0-6 0,0 0-1 0,0 0 7 16,0 0-2-16,1 0 3 0,1 0-30 0,0 0 18 16,2 2 11-16,1 0 71 0,0 2-36 0,1-1-59 15,2 1 0-15,-1 0 0 0,3-2 0 0,1 0 0 16,0-1 0-16,2-1 0 0,0 2 0 0,2-2 0 16,0 0 0-16,0 0 0 0,0 0 0 0,2 0 0 15,1 0 0-15,-1 0 0 16,3 0 0-16,1 0 0 0,4 0 0 0,-2 0 0 15,-2 0 0-15,2 0 0 0,2 0 0 0,-4 0 0 16,2 0 0-16,3 0 0 0,-7 0 0 0,4 0 0 16,0 0 0-16,5 3 0 0,-4-3 0 0,5 0 0 15,-3 0 0-15,4 0 0 0,3 0 0 0,0 0 0 16,1 0 0-16,-1 0 0 0,0 0 0 0,2 0 0 16,0-3 0-16,-1 3 0 0,-1-2 0 15,-1 2 0-15,4-1 0 0,-11-1 0 16,10 2 0-16,3 0 0 0,-12 0 0 0,7-2 0 15,5 2 0-15,-3 0 0 0,0 0 0 0,5 0 0 16,3-2 0-16,-1 2 0 0,4 0 0 0,3 0 0 16,-3 0 0-16,3-2 0 0,-1 1 0 0,-3 1 0 15,-2-3 0-15,-6 3 0 0,1 0 0 16,-2 0 0-16,-1 0 0 0,-1 0 0 0,-1 0 0 0,-1 0 0 16,1 0 0-16,1 0 0 0,1 0 0 15,7 0 0-15,-7 0 0 0,4 0 0 16,5 0 0-16,-4 0 0 0,5 0 0 0,-2 0 0 15,2 0 0-15,-5 0 0 0,12 0 0 0,-5 0 0 16,0-2 0-16,0 1 0 0,2-1 0 0,-11 0 0 16,12 0 0-16,-14 0 0 0,5 0 0 0,-5 0 0 15,9 0 0-15,-10 2 0 0,5-3 0 0,3 0 0 16,-1 3 0-16,3 0 0 0,-2 0 0 16,-4-1 0-16,10 1 0 0,-5 0 0 0,1 0 0 0,-10 0 0 15,1 0 0-15,-2 0 0 16,-4 0 0-16,0 0 0 0,-4 0 0 0,-6 0 0 15,1 0 0-15,-2 0 0 0,-3 0 0 0,0 0 0 16,-1 0 0-16,-2 0 0 0,-3 0 0 0,3 0 0 16,-4 0 0-16,-2 0 0 0,1 0 0 0,-2 0 0 15,-1 0 0-15,-1 0 0 0,-2 0 0 0,1-2 0 16,-1 2 0-16,-1-1 0 0,-1-2 0 16,0 1 0-16,2 2 0 0,-2 0 0 0,0 0 0 0</inkml:trace>
  <inkml:trace contextRef="#ctx0" brushRef="#br0" timeOffset="-209586.95">32488 4036 477 0,'-27'16'0'0</inkml:trace>
  <inkml:trace contextRef="#ctx0" brushRef="#br0" timeOffset="-208197.81">28868 4088 501 0,'-5'0'0'0,"0"0"0"0,2 0 0 0,-1 0 0 0,1 0 0 0,0-1 0 0,-2-2 0 0,3 3 0 0,-3 0 0 0,5 0 0 0,-5 0 80 0,4 0-8 0,1 0-40 16,-2 0 1-16,0 0 46 0,2 0 0 0,-2 0-31 15,1 0 48-15,-1 0 1 0,2 0-53 0,-2 0 0 16,0 0 85-16,2 0-30 0,-1 0-12 0,1 0-41 16,-3 0 122-16,3 0-62 0,0-2-30 0,0 2 12 15,0 0 22-15,0-1-32 0,0-1 0 0,0-5 55 16,0-3-44-16,8 0 11 0,2-3-38 16,7 1-17-16,-1-8 1 0,1 4-1 15,3-1 38-15,-2 0 12 0,4-5-50 0,0-1 1 16,1 2 46-16,0-1 1 0,0-1-47 0,0 1 10 15,1-3 36-15,1 2-46 0,2 1-1 0,-2-3 23 16,0 1-23-16,0 3 12 0,-2-5-6 0,5 2-6 16,-3-1 1-16,0 0-1 0,1-2 0 0,-1 2-45 15,1-1 0-15,-1 0 0 16,0 1 0-16,-5 1 0 0,5-2 0 0,-2 1 0 0,2 1 0 0,-3 2 0 16,1-3 0-16,2 0 0 0,0 3 0 0,3-2 0 15,-1-1 0-15,0 2 0 16,2 1 0-16,0-2 0 0,1 1 0 0,-3-2 0 15,3 1 0-15,1 0 0 0,3-3 0 0,-2 4 0 16,-4 0 0-16,0-2 0 0,2 2 0 0,0-1 0 16,-3-1 0-16,1 3 0 0,0-2 0 0,0 1 0 15,2 1 0-15,0 2 0 0,0-3 0 0,-2 2 0 16,0 0 0-16,2 1 0 0,0-2 0 0,-2 3 0 16,2-2 0-16,0 0 0 0,0-2 0 15,1 3 0-15,1-3 0 0,3-1 0 16,-3 1 0-16,0 1 0 0,-4 2 0 0,2-4 0 15,-2 2 0-15,-1 0 0 0,-1-1 0 0,3 2 0 16,-5 1 0-16,3 0 0 0,-3 1 0 0,-1-2 0 16,5 1 0-16,-3 0 0 0,0-1 0 0,-3 1 0 15,3 1 0-15,0 0 0 0,1-2 0 0,1 3 0 16,-2-3 0-16,5 0 0 0,0-1 0 0,0 1 0 16,0 2 0-16,0-1 0 0,0 1 0 0,0 0 0 15,-2 2 0-15,2 0 0 16,2 1 0-16,-2-2 0 0,0 2 0 0,3-1 0 15,-1-2 0-15,0-1 0 0,-1 3 0 0,1-1 0 16,-2-2 0-16,0 1 0 0,-2 1 0 0,0-1 0 16,1 2 0-16,-3-2 0 0,1 0 0 0,-1 2 0 15,-3 0 0-15,-2 3 0 0,2 0 0 0,0-1 0 16,-2 1 0-16,5 2 0 0,-3-1 0 0,4 0 0 16,-5 0 0-16,6-2 0 0,-3 1 0 15,3-1 0-15,-1 0 0 0,0 0 0 16,-1 0 0-16,-4 3 0 0,5-4 0 0,-9 7 0 15,-1-3 0-15,-1 3 0 0,-9 2 0 0,2 1 0 16,-2-1 0-16,-3 2 0 0,-1-1 0 0,1 0 0 16,-3 2 0-16,1 0 0 0,0 3 0 0,-2-3 0 15,0 2 0-15,0-1 0 0,0 2 0 0,0 1 0 16,0 0 0-16,0-3 0 16,0 3 0-16,0 0 0 0,0 0 0 0,0 0 0 15,0 0 0-15,0 0-723 0,0 0 324 0,0 10 177 16,-2 2 89-16,-8 0-456 0,3 3 277 0,-3 0 133 15,4 1-346-15,-3 0 240 0,4-1 120 0,2-12 48 16,3-3-47-16</inkml:trace>
  <inkml:trace contextRef="#ctx0" brushRef="#br0" timeOffset="-207302.46">32351 1392 1254 0,'-8'0'0'0,"3"0"0"0,-4 0 0 0,9-4 0 0,-3 0 0 0,1-3 0 0,2 1 0 0,0 2 0 0,0-1 0 0,0 2 0 0,0 2 158 0,0 0-57 0,0 1 1 0,0-4 170 16,0 4-119-16,0 0-54 0,0 0 0 0,0 0-23 16,0 0-31-16,0 0 12 0,0 4 57 15,0 1-34-15,0 2 0 0,0 5-34 0,0-1 82 0,0 4-30 16,0-3-12-16,0 4-10 0,-3 1-1 0,2 0-30 16,-1-1 1-16,-1 2 57 15,-3-2-10-15,5 0-48 0,-3 4 45 0,1-1-1 16,-2-1-32-16,3 0-12 0,-2 2 33 0,0-1-37 15,4 2-41-15,-1-3 0 0,-1 1 0 0,2 0 0 16,-2 1 0-16,2-1 0 0,-3-1 0 0,3 1 0 16,-2 1 0-16,0-2 0 0,-1 1 0 0,1 0 0 15,2-2 0-15,-1 0 0 0,-1-1 0 16,2 1 0-16,-2 1 0 0,2-1 0 0,0-3 0 0,-2 2 0 16,2 0 0-16,0 2 0 15,-4-3 0-15,4-1 0 0,-2 2 0 0,2-4 0 16,-1 3 0-16,-1 0 0 0,2 0 0 0,-5 1 0 15,3-2 0-15,2 1 0 0,0 0 0 0,-2 2 0 16,2-2 0-16,0 0 0 0,0 2 0 0,0-1 0 16,0-1 0-16,0-1 0 0,0 1 0 0,0 0 0 15,2 0 0-15,-2 1 0 0,2-2 0 0,1 3 0 16,-1-1 0-16,-2 0 0 0,0 0 0 0,2 0 0 16,-2 2 0-16,0-2 0 15,0-1 0-15,0 2 0 0,0 1 0 0,0-2 0 16,1 1 0-16,-1 0 0 0,2-1 0 0,-2 1 0 15,3 2 0-15,-2 0 0 0,1 3 0 0,2-4 0 16,-3-1 0-16,1 5 0 0,1-3 0 0,-1 0 0 16,0 1 0-16,-2-1 0 0,1-1 0 0,-1 0 0 15,0 1 0-15,0-3 0 0,0 2 0 0,0 0 0 16,0 0 0-16,0 0 0 0,0-2 0 16,0 1 0-16,-1 0 0 0,-1 0 0 15,0 2 0-15,-1-2 0 0,1 0 0 0,1 1 0 16,1 0 0-16,-2-3 0 0,2 3 0 0,-2 2 0 15,2-4 0-15,-2 3 0 0,2 0 0 0,0-3 0 16,0 5 0-16,0-2 0 0,0 0 0 0,-1-1 0 16,-2 3 0-16,1-2 0 0,1 1 0 0,-3 1 0 15,-1-1 0-15,0-1 0 0,0 2 0 0,0 2 0 16,-1-5 0-16,-1 6 0 0,3 0 0 0,-2-4 0 16,1 6 0-16,3-6 0 0,-3 3 0 15,4 0 0-15,1-3 0 0,0 3 0 16,0 0 0-16,0-2 0 0,0-2 0 0,0-2 0 15,0 3 0-15,1-4 0 0,2 3 0 0,-1-1 0 16,0-3 0-16,-1 3 0 0,-1-1 0 0,0-1 0 16,0 1 0-16,2-1 0 0,-2 1 0 0,0 1 0 15,2-3 0-15,-1 1 0 0,1-1 0 0,1-4 0 16,-1 1 0-16,-2-3 0 0,2-2 0 0,1 1 0 16,-1-5 0-16,0 1 0 15,-1-2 0-15,-1 0 0 0,2-2 0 0,-2 0 0 16,0 0 0-16,0 0 0 0,0 0 0 0,0 0 0 15,0 0 0-15,0 0 0 0,0 0 0 0,0-2 0 16,-5 0 0-16,-4-3 0 0,-4 0-1257 0,-14 2 581 16</inkml:trace>
  <inkml:trace contextRef="#ctx0" brushRef="#br0" timeOffset="-205808.98">29210 3537 2361 0,'0'-12'-2'0,"4"3"1"0,3-3 1 0,3 3 0 16,2-2 0-16,1 1 0 0,-1 2 0 0,4-3 0 0,0 2 0 0,0 2 0 0,0 3 162 0,0 0-56 0,-3 3 0 0,2 1 111 0,-5 0-84 0,6 0-29 15,-5 9 98-15,2 3-76 0,0 3-38 0,-1 6 0 16,1-1 28-16,-1 1-21 15,3 8-65-15,-3-2-30 0,3 2 0 0,0 1 0 0,-2-1 0 16,3 0 0-16,-2-1 0 0,-2 3 0 0,-1-2 0 16,-2 0 0-16,-1-1 0 0,-5-2 0 0,0 2 0 15,-1-1 0-15,-2 2 0 0,0-6 0 0,-6 0 0 16,-2-1 0-16,-3-3 0 16,1-2 0-16,1-2 0 0,2-6 0 0,-2-1 0 15,3-4 0-15,2-1 0 0,-2-3 0 0,2 0 0 16,1 0 0-16,-2 0 0 0,3 0 0 0,1-3 0 15,-1-3 0-15,2 0 0 0,0-1 0 0,0 2 0 16,0-1 0-16,8 0-30 0,5 4-642 0,6 0 311 16</inkml:trace>
  <inkml:trace contextRef="#ctx0" brushRef="#br0" timeOffset="-204672.68">30050 3525 749 0,'0'-9'0'0,"0"-5"0"0,0 3 0 0,0 0 0 0,0 2 0 0,-3-3 0 0,3 3 0 0,-2-2 0 0,-4-1 0 0,1 3 0 0,0-3 38 0,0 5 17 0,-2-3-6 0,-2 3-11 15,0-2 1-15,2 3 57 0,-3 1-1 0,2 1-51 16,-2 2 66-16,1 1-64 0,-3 1-1 0,-4 0 0 15,3 0 42-15,-4 5-42 0,1 6 12 0,-6 6-12 16,2 1 53-16,2 1 0 0,-1 4-52 0,3 0 78 16,4-3-28-16,-2 6-11 0,5-6-39 0,4 2 55 15,1-3 1-15,1 1-57 0,3-2 7 0,0-4-7 16,0-1 1-16,0-3-1 16,7-1-43-16,-2-2 1 0,4-3 53 0,0 0-10 15,3-4-66-15,1 0 32 0,-1 0 1 0,1-2 32 16,0-5-72-16,-1-5 13 0,5-1-1 0,-6-2-55 15,-2 0 44-15,4-2 1 0,-3-2-22 0,4-2 20 16,-3-3-1-16,1-1 21 0,-1 2-95 0,-4 0 39 16,5-6 2-16,-7 9 30 0,1-1-46 0,-3 4 18 15,-2 7 0-15,0-2 105 0,-1 5-32 0,0 3-10 16,0 2-29-16,0 0 182 0,0 2-85 16,-5 0-35-16,-3 6 2 0,5 7 22 15,-4 2 0-15,7 2-30 0,0 1 16 0,-2 3 33 16,2-2-60-16,0 1 42 0,0 0-33 0,2-4 12 15,3-1-11-15,2 0 14 0,-1-4-77 0,-1-3 25 16,2-2 0-16,0-1-29 0,0-3 0 0,0-2 52 16,2 0 2-16,1 0-32 0,3-7 28 0,-3-7-11 15,2-1 16-15,3-1-16 16,-5 0 6-16,3 0-11 0,-4 2-31 0,-3-1 38 16,1 6 2-16,-2 2-19 0,-2 2 18 0,0 2 1 15,-1 1-1-15,0 2 45 0,1 0-43 0,1 0 1 16,-3 6-1-16,4 8-11 0,-3-2 10 0,-2 5-4 15,3 0-4-15,-3 3 9 0,0-3-2 0,0-2 4 16,0 1-18-16,0-6 17 0,0-2-1 0,0 0 0 16,0-6-34-16,0-1 28 0,0 2 3 0,0-3 71 15,0 0-34-15,0-7 3 16,2-9 171-16,6-1-90 0,2-6-50 0,2-1-15 0,3 0 18 16,2-3-22-16,-1 4-17 0,1-2 27 15,-4 2-64-15,1 5 15 0,2-1 29 0,-6 2-34 16,3 3-12-16,-6 3 0 0,0 4 0 0,-2 0-213 15,-1 2 111-15,3 5 36 0,-2-3 39 0,-1 3-582 16,3 0 287-16,-2 6 116 0,6 3-447 0,-2 4 292 16,2 2 164-16,2 2 75 0</inkml:trace>
  <inkml:trace contextRef="#ctx0" brushRef="#br0" timeOffset="-204431.89">30634 3395 1673 0,'-4'-11'0'15,"-2"1"0"-15,1 3 0 0,-2-4 0 0,-2 1 0 0,-3 5 0 0,-2 1 0 0,-1 2 0 0,-3 2 0 0,-1 0 0 0,-4 0 205 0,3 14-79 0,5-1 257 0,-2 3-174 16,1 5-82-16,6 1-40 0,3 2 193 0,3 2-117 16,4-4-48-16,0 6 10 0,0-3-40 0,2-2 0 15,8 0-40-15,2-2-57 0,3-6 40 0,0 2-12 16,3-4 30-16,1-2-339 0,2-1 170 0,4-5 84 15,-3-2-563-15,0-3 301 0,6 0 82 0,-1 0 97 16,-2 0-452-16,-4-3 264 0,-2-8 120 0,6-2-276 16</inkml:trace>
  <inkml:trace contextRef="#ctx0" brushRef="#br0" timeOffset="-204254.22">30716 3364 2039 0,'-12'-4'0'0,"3"2"0"0,1 0 0 0,5 1 0 0,3-4 0 0,0 1 0 0,11 1 0 0,10-1 0 0,2 0 0 0,5 3 0 0,4-2 98 0,4 0 0 0,-1 3 96 0,-1 0-80 16,-4 0-34-16,-2 0 0 0,-5 0-278 0,2 0 122 15,-8 0 71-15,1 0-444 16,-2 6 246-16,-7-3 125 0,-2 1 54 0,-5 0-531 16,1-4 207-16,-3 1 161 0,0-1 46 0</inkml:trace>
  <inkml:trace contextRef="#ctx0" brushRef="#br0" timeOffset="-204079.75">30959 3153 1490 0,'-11'-7'0'0,"1"3"0"0,1 1 0 0,0 2 0 0,-1 0 0 0,-1 1 0 0,2 0 0 0,-1 2 0 0,-1 12 0 0,1 3 0 0,-1 6 118 0,0 1-36 0,3 4 289 16,1 2-151-16,0 4-93 0,-1 0-41 0,3 1 51 0,2 1-45 15,1 0-1-15,2-2-265 0,0-1 103 0,0-1 59 16,2-4 28-16,8-2-482 0,5-5 256 0,-2-3 94 15,10-4-307-15,-3-7 135 0</inkml:trace>
  <inkml:trace contextRef="#ctx0" brushRef="#br0" timeOffset="-203448.27">31163 3493 1248 0,'2'-19'0'0,"1"0"0"0,-3-1 0 0,2-3 0 0,-2 2 0 0,0 3 0 0,0 0 0 0,0 4 0 0,-5 1 0 0,-2 4 0 0,-4 3 126 0,-1 2-41 0,-3 2 52 16,0 2-47-16,-3 0 1 0,1 7-34 0,-6 7 73 0,7 3-42 16,-3 2 0-16,2 1-42 0,4 2 59 15,4-1-18-15,-2 7-12 0,6-7 59 0,3 1-44 0,-1 1 0 16,3-4-44-16,0-2 45 16,0-5-45-16,0 0-1 0,7-5-62 0,0 1 30 15,5-4 1-15,-1-4 43 0,3 0-106 0,0-2 48 16,2-8-1-16,5-4 48 0,-5-1-91 0,-1-2 26 15,2 0-9-15,-7-4-166 0,3 4 100 0,-5-2 28 16,1 4 4-16,-4 4-30 0,-2 1 22 0,0 2 0 16,-3 2 215-16,0 2-82 0,0 1-48 0,0 3 5 15,-8 0 135-15,1 0-79 16,-3 7-27-16,-3 5 0 0,8 3 73 0,-2 1-54 16,2 1 1-16,2 1-3 0,1-1-1 0,-4 1-26 15,6-3 53-15,0-5-149 0,0 1 50 0,0-4 0 16,0-4-91-16,4 1 63 0,-2-4 21 0,10 0-5 15,-5 0-34-15,13-5 30 0,-7-7-17 0,-1 1 45 16,6-2-47-16,-3-2 1 0,0 3 22 0,-2 0-17 16,-6 4 20-16,3 2 7 0,-6 1-9 0,-1 3 52 15,-3 0-44-15,3 0 0 0,-3 2 67 16,0 0-30-16,0 2 6 0,0 11-36 16,0-2 163-16,-3 4-76 0,0-1-32 0,3 1-1 15,-2-2 30-15,2 0-6 0,0-4-28 0,0 1-111 16,0-5 50-16,0-1 0 0,0-2 61 0,9-2-92 15,10 0 35-15,-3-8 0 0,0-2-58 0,-2-5 41 16,3 2-14-16,-4-3 51 0,-2 1-79 0,-1 3 32 16,-1 3-5-16,-7 0 0 0,3 5 180 0,-5 0-72 15,0 3-35-15,0-1 325 0,0 2-159 0,0 0-186 16,0 0-11-16,0 5 0 16,0 8 0-16,0 1 0 0,0 1 0 0,0 0 0 15,0 0 0-15,0 1 0 0,0-2 0 0,0-2 0 16,0 1 0-16,2-2 0 0,1-3-344 0,1 2 14 15,-1-1 111-15,2 0-639 0,3 1 406 0,-3 1 204 16</inkml:trace>
  <inkml:trace contextRef="#ctx0" brushRef="#br0" timeOffset="-202905.95">31518 3425 1377 0,'-1'-9'0'0,"-6"2"0"0,5 1 0 0,-1-3 0 0,1 0 0 0,2 0 0 0,0 2 0 0,0-6 0 0,0 2 0 0,2 1 0 0,8-1 193 0,3 0-63 0,4 1-48 0,-1 1 179 16,8 2-107-16,-6 1-55 0,5 2 110 0,-6 2-70 15,3 2-53-15,0 0 0 0,-1 0 24 0,-1 6-32 16,-3 6-1-16,0 0-20 0,-5 4 33 0,-1 4 0 15,-5 5-45-15,-1 0-3 0,-3 2 4 0,0 1 10 16,-3 2-10-16,-14 0-31 0,2 1 30 0,-5-4 1 16,-3 0-1-16,1-2-42 0,-3-6 42 15,0 0 1-15,-1-5-5 0,3-5-4 16,4-2 5-16,-1-4-29 0,8-3-13 0,1 0 0 16,1 0 0-16,3 0 0 0,5 0 0 0,2-3 0 15,0-4 0-15,2 2 0 0,18-4 0 0,5 2 0 16,5 1 0-16,4 2 0 0,10 1 0 0,-2 2 0 15,6-2 0-15,-1 3 0 0,-4 0 0 0,9 0 0 16,-6 4 0-16,0 3 0 0,-2 3 0 0,-5-1 0 16,-6 1-53-16,-1 3-123 0,-6 4 22 0,-1-1-739 15,-13 2 424-15,-10-12 212 16</inkml:trace>
  <inkml:trace contextRef="#ctx0" brushRef="#br0" timeOffset="-199800.61">32619 2530 844 0,'0'0'0'0,"0"-3"0"0,0 2 0 0,0-4 0 0,0 4 0 0,0-3 0 0,0 0 0 0,0-1 0 0,0-1 0 0,0 1 0 0,0-2 45 0,0 1 0 0,-3-2 107 0,3 1-53 16,-5-2 0-16,1-1 45 0,1 0-55 0,0-1 0 15,-2 0-44-15,0-1 66 0,0 0-33 16,3-3 12-16,-3 1-45 0,2 2 32 0,1-3 1 16,0-1-33-16,2 1 54 0,0 1 12 0,0-2-66 15,0 0 0-15,0 0 34 0,2 2 0 0,3-4-34 16,2 4 45-16,5-2-45 0,-1-1 0 0,6-2 0 15,1 3-30-15,-4 2-1 0,4-1 42 0,0 3 2 16,1-4-13-16,2 5 0 0,-4 0 0 16,3-1-3-16,1 3 14 0,-4 2-11 0,1-2-13 15,-1 4 63-15,-2 1-53 0,3 3 3 16,-1-1 44-16,-1 2-44 0,0 0 0 0,0 0 0 16,1 0-32-16,1 8 32 0,1 5 11 0,-1-2-69 15,-3 1 29-15,2 4-1 0,-4-1 22 0,5 6-37 16,-6-4 0-16,5 3 0 0,-7 1 0 0,3 1 0 15,-7-2 0-15,1-1 0 0,0 2 0 0,-5 1 0 16,2 1 0-16,-4 1 0 0,0-1 0 0,0 2 0 16,-4-4 0-16,-8 5 0 15,2-3 0-15,-7 1 0 0,0 0 0 0,-4-1 0 16,-2 0 0-16,-4-3 0 0,-1 1 0 0,-4 0 0 16,1-3 0-16,-1 0 0 0,-3-3 0 0,1 1 0 15,-1-4 0-15,2-1 0 0,1-2 0 0,-1-2 0 16,8-2 0-16,-1 1 0 0,1-3 0 0,6-2 0 15,4 1 0-15,3 0 0 0,1-2 0 0,4 1 0 16,2-1 0-16,0 0 0 0,3 0 0 16,2 0 0-16,0 0 0 0,0 0 0 0,0 0 0 15,0 0 0-15,0 0 0 0,0 0 0 16,0 3 0-16,0-1 0 0,7-1 0 0,10 3 0 16,3 0 0-16,3-2 0 0,9 2 0 0,0-3 0 15,3 1 0-15,1 0 0 0,11-1 0 0,-14-1 0 16,17 4 0-16,-10-3 0 0,5 0 0 0,-2 2 0 15,2 0 0-15,-5 0 0 0,5-2 0 0,-3 3 0 16,-7-2 0-16,5 2 0 0,-2-3 0 0,-10 3 0 16,6 0 0-16,-8-2 0 15,-4 0 0-15,0 0 0 0,-2-1 0 0,-5-1 0 16,-2 0 0-16,-5 0 0 0,1 0 0 0,0 0 0 16,-2 0 0-16,0 0 0 0,0 0 0 0,-1 0 0 15,-1 0 0-15,0 0 0 0,0 0 0 0,-3 0 0 16,5 0 0-16,-4 0 0 0,2-1 0 0,-4-1 0 15,1 0 0-15,0 0 0 0,-2 2 0 0,0-1 0 16,0-2 0-16,0 3 0 16,-2 0 0-16,-16 0-353 0,-12 19 28 0</inkml:trace>
  <inkml:trace contextRef="#ctx0" brushRef="#br0" timeOffset="-198997.01">30989 4346 1854 0,'-2'-4'0'0,"2"2"0"0,-2-1 0 0,2 2 0 0,0 0 0 0,0 1 0 0,0-3 0 0,0 1 0 0,0 2 0 0,0 0 0 0,0 0 81 16,0 0 340-16,0 0-193 0,0 0-92 0,0 0 209 0,0 0-150 15,0 0-75-15,0 0-26 0,0 0 107 0,0 0-78 16,0 0-39-16,0 0-35 0,0 0-49 16,0 0 0-16,0 0 0 0,0 0 0 0,0 0 0 15,0 0 0-15,0 0 0 0,0 0 0 0,0 5 0 16,0-3 0-16,-2 7 0 0,2-2 0 0,-1 0 0 16,-1 4 0-16,0-1 0 0,-1 1 0 0,3 3 0 15,-2-3 0-15,2 4 0 0,-3-2 0 16,1 3 0-16,-2 0 0 0,2 0 0 0,0 1 0 0,1 0 0 15,-1 1 0-15,-3 1 0 0,5 1 0 0,-2-1 0 16,0 1 0-16,-3 1 0 0,4 2 0 0,-1-1 0 16,-1 0 0-16,-2 6 0 0,3-7 0 15,1 1 0-15,-1 2 0 0,0 1 0 16,-3-4 0-16,5 2 0 0,-5 0 0 0,3-1 0 16,-1 1 0-16,0-4 0 0,-2 1 0 0,3-3 0 15,-1 1 0-15,1-3 0 0,-1-1 0 0,3-3 0 16,0-1 0-16,0-1 0 0,0-1 0 0,0-3 0 15,0 1 0-15,0-4 0 0,0 0 0 0,0-1 0 16,0-1 0-16,0 0 0 0,0 0 0 16,0 0 0-16,0 0 0 0,0 0 0 15,0 0 0-15,0 0 0 0,0 0 0 0,0 0 0 16,0 0 0-16,0 0 0 0,0 0 0 0,0-1 0 16,0-1 0-16,0 2 0 0,0 0 0 0,-2 8 0 15</inkml:trace>
  <inkml:trace contextRef="#ctx0" brushRef="#br0" timeOffset="-195622.93">29914 1569 2761 0,'12'-6'0'0,"3"0"0"0,8 2 0 0,0 2 0 0,7-2 0 0,0 2 0 0,7 1 0 0,0-2 0 0,6 3 0 0,0 0 0 0,-1 0 103 0,9 0 49 0,-9 0-54 15,-5 3 0-15,1-2-53 16,0 1-38-16,-9-2 49 0,2 2-11 0,-7-2-82 16,-4 0 42-16,-2 0-1 0,-3 0 41 0,-4 0-248 15,-4 0 118-15,-2 0 26 0,-3 0-156 0,0 0 78 16,0 0 70-16,-2 0-22 16,0 0-429-16,0 0 236 0,-9 0 119 0,-7 2 59 0,2 6-409 0</inkml:trace>
  <inkml:trace contextRef="#ctx0" brushRef="#br0" timeOffset="-195151.02">30031 1595 2196 0,'-14'-14'0'0,"1"7"0"0,3 3 0 0,1 3 0 0,2-2 0 0,2 1 0 0,1 2 0 0,-1 0 0 0,3 0 0 0,-3 14 0 0,3 0 188 0,-2 7-70 0,1 1-35 16,-1 3 123-16,1 7-85 0,-1 0-37 0,1 3 165 15,-2 1-101-15,0 0-50 0,-3 0 12 16,3 1 37-16,-2-2-49 0,2 2-13 16,0-3-85-16,2 1 0 0,-4-3 0 0,4-3 0 15,1-2 0-15,-4-3 0 0,2-3 0 0,1 0 0 16,-2-4 0-16,0-3 0 0,0-3 0 0,3-3 0 16,-3-1 0-16,3-4 0 0,-3-2 0 0,2 2 0 15,-2-3 0-15,-3 0 0 0,-2 0 0 0,1 0 0 16,-2-6 0-16,3-5 0 15,-3 0 0-15,-1-2 0 0,1-3 0 0,1-2 0 0,-3-3 0 16,1-1 0-16,-2-3 0 0,0 1 0 16,-2-1 0-16,2 5 0 0,5 4 0 0,-3 1 0 15,3 5 0-15,-1-2 0 0,2 6 0 0,1 1 0 16,0 3 0-16,1 0 0 0,0 2 0 0,-2 0 0 16,0 2 0-16,0 7 0 0,-2 2 0 0,3 4 0 15,-3 0 0-15,2 2 0 0,-4 2 0 0,5-1 0 16,1 0 0-16,-3 1 0 0,1 1 0 15,-2-3 0-15,3 2 0 0,-4 0 0 0,1-3 0 16,1 2 0-16,-2-1 0 0,3-5-113 16,-1 2-45-16,2-4-430 0,5 0 257 0,-2-2 148 15,4-1 68-15,0 3-243 0,4-5 155 0,14 0 77 16,8-1 28-16</inkml:trace>
  <inkml:trace contextRef="#ctx0" brushRef="#br0" timeOffset="-194684.77">30222 1846 1933 0,'0'-16'0'0,"0"11"0"0,0 2 0 0,0 1 0 0,0-1 0 0,0 2 0 0,0-1 0 0,0 2 0 0,-1 0 0 0,1 0 0 0,-2 0 125 0,-5 8-39 0,2 7 34 0,0 0-23 16,-1 3-13-16,-1 1-36 0,-1 0 80 0,-1 1-40 15,-1 0 1-15,0-4-29 0,0 1 51 0,-3-4-31 16,3-2 0-16,0-2 65 16,0-3-48-16,4 0 11 0,0-4-60 0,1 0 133 15,0-2-66-15,-1 0-34 0,4 0-54 0,2 0-27 16,0 0 0-16,0 0 0 0,0-2 0 0,2 0 0 16,9-1 0-16,5 0 0 0,3 2 0 0,3 1 0 15,-2 0 0-15,2 0 0 0,-1 0 0 0,-1 6 0 16,-2 1 0-16,-2 2 0 15,-2 1 0-15,-2 1 0 0,-2 0 0 0,-2-2 0 0,-4 5 0 16,1-1 0-16,-3-2 0 0,-2 2 0 16,0-1 0-16,0 0 0 0,-2 0 0 0,-10 0 0 15,-3-3 0-15,-2 0 0 0,-6 0 0 0,5-1 0 16,-7-2 0-16,0-1 0 0,3-2 0 0,-6-1 0 16,3 1 0-16,3-3 0 0,-8 0 0 0,7 0 0 15,-2 0 0-15,2 0 0 0,-2 0 0 16,8-3 0-16,-1-3 0 0,4-4 0 0,3-2 0 0,1 1 0 15,10-1-469-15,0-4 150 16,0 2 135-16,13-7-595 0,7 1 366 0,7 2 182 16,1-4-483-16</inkml:trace>
  <inkml:trace contextRef="#ctx0" brushRef="#br0" timeOffset="-194502.27">30179 1898 2336 0,'-3'0'0'0,"-1"0"0"0,2 0 0 0,2 0 0 0,0-9 0 0,0 0 0 0,6-1 0 16,9-1 0-16,6 0 0 0,1 3 0 0,8-1 106 0,-2 3 169 0,2 1-113 0,0 2-57 0,-3 2 175 16,-4 1-103-16,2 0-71 0,-2 0 0 0,-4 0-228 15,-1 1 85-15,-3 5 42 0,-2-2-407 0,-1 2 219 16,-2-1 115-16,-3-1 58 0,-1 2-760 0,-4-2 376 16,1 2 96-16,-1 0 131 0</inkml:trace>
  <inkml:trace contextRef="#ctx0" brushRef="#br0" timeOffset="-182023.77">4848 14400 2858 0,'-15'0'0'0,"-1"0"0"0,-1 0 0 0,-1 1 0 0,6 2 0 0,-1 1 0 0,1-2 0 0,4-1 0 0,6-1 0 0,-1 3 0 0,3-3 161 0,0 1-51 0,4-1 190 0,12 0-130 15,7 1-65-15,3-1-33 16,3 0 83-16,2 0-155 0,3 3 0 0,3-3 0 0,4 0 0 16,1 0 0-16,-1 0 0 15,-3 0 0-15,11 0 0 0,-7 0 0 0,-6 0 0 0,3 0 0 16,-4 0 0-16,0 0 0 0,-4 0 0 0,-1 0 0 15,-7-3 0-15,-2 2 0 0,-1-3 0 0,-4-1 0 16,-4-1 0-16,-3 0 0 0,-3 1 0 0,-1 2-18 16,-4-4-84-16,-1 2-481 0,-1-3 276 15,-14 3 134-15,1-1-641 0,-7 1 387 0,-4 0 194 16,3 2 86-16</inkml:trace>
  <inkml:trace contextRef="#ctx0" brushRef="#br0" timeOffset="-181596.59">4927 14348 2852 0,'-14'0'0'0,"3"5"0"0,0 3 0 0,0-3 0 0,3 1 0 0,1-1 0 0,2 4 0 0,1-2 0 0,3 6 0 0,1 2 0 16,0 1 192-16,0 7 344 0,5 3-248 0,2-1-225 0,4 5-63 0,1 0 0 0,0 6 0 0,0 3 0 15,1 1 0 1,-3-6 0-16,3 14 0 0,-6-5 0 0,3 2 0 0,-5-1 0 0,-1-8 0 0,0 10 0 15,-1-10 0-15,-1 0 0 0,-2-4 0 0,0-2 0 0,0-9 0 16,0-3 0-16,0-5 0 0,0-4 0 16,0-2 0-16,0-2 0 0,-5-5 0 0,-3 0 0 15,-3 0 0-15,0-2 0 0,-2-8 0 0,-2-7 0 16,0 5 0 0,-4-9 0-16,1 2 0 0,4 4 0 0,-2 0 0 0,2 0 0 0,-2 4 0 0,6 2 0 0,0 3 0 15,0 2 0-15,1 2 0 0,4 0 0 0,-4 2 0 16,4 0 0-16,1 0 0 0,-1 4 0 15,-1 7 0-15,4 4 0 16,-3 4 0-16,-1 5 0 0,0-1 0 16,1 6 0-16,-2-4 0 0,1 4 0 0,-2-7 0 0,1 10 0 0,2-4 0 15,-3-2 0-15,0-1 0 0,2-3 0 0,1-1 0 16,-1-3 0-16,4-2 0 0,-1-3 0 16,1-4 0-16,2 1-436 0,0-4 30 15,0-4 185-15,0-2-527 0,2 0 353 0,9 0 177 0,6-15-199 16,0-10 179-16,9-6 104 0</inkml:trace>
  <inkml:trace contextRef="#ctx0" brushRef="#br0" timeOffset="-181211.54">5201 14669 2907 0,'2'-6'0'0,"0"1"0"0,-2 1 0 0,0 2 0 15,0-2 0-15,0 4 0 0,0 0 0 0,0 13 0 0,-2 2 0 0,0 2 0 0,-1 4 419 0,1-1-191 0,-1 3-84 0,-2-1 61 0,2-1-177 16,-2-1-28-16,2-2 0 0,-1-4 0 0,1-2 0 16,-1 0 0-16,2-6 0 0,1 0 0 15,-2-4 0-15,3-1 0 0,0 2 0 0,0-3 0 0,0 0 0 0,0 0 0 32,3 0 0-32,7 0 0 0,5 0 0 0,0 0 0 0,5 0 0 15,-1 0 0-15,2 0 0 0,2 6 0 0,1 1 0 16,1 2 0-16,-5 2 0 0,1 5 0 0,-2 1 0 0,-6 0 0 15,-2 3 0-15,0 4 0 0,-6 3 0 0,-2-2 0 16,0 1 0-16,-3 0 0 0,0-2 0 0,-13 4 0 16,-1-3 0-16,-4-2 0 0,0-5 0 0,-2 1 0 15,0-5 0-15,-6-2 0 16,2-2 0-16,-1-3 0 0,-1-3 0 0,-1-2 0 16,2-2 0-16,-5 0 0 0,2 0 0 0,1-11 0 15,3-10 0-15,3-4 0 0,4-9 0 16,2-7 0-16,9 0-743 0,4 0 79 0,2-2 312 0,0 1 157 15</inkml:trace>
  <inkml:trace contextRef="#ctx0" brushRef="#br0" timeOffset="-181072.38">5157 14727 3931 0,'6'-7'0'0,"1"5"0"16,3-2 0-16,-2-2 0 0,7 2 0 0,5 0 0 0,2-2 0 0,4 3 0 0,4-1 0 0,5 1 0 0,1 1 0 0,0 0 0 0,2 2 0 0,-1 0 0 15,2 0 0-15,5 0 0 0,-9 0 0 0,3 0 0 0,-1 4-406 0,-1-1-144 16</inkml:trace>
  <inkml:trace contextRef="#ctx0" brushRef="#br0" timeOffset="-178695.16">4027 14754 2282 0,'-10'-9'0'0,"3"3"0"0,1-4 0 0,-1 1 0 0,2 1 0 0,-1 0 0 0,2-2 0 0,3 0 0 0,-4-1 0 0,5-1 0 16,-1-1 123-16,1-1-43 0,0 1 0 0,0 3-33 0,0-6 118 0,0 4-63 15,0 0-33-15,4 1 1 0,1 2 112 0,1-1-62 16,3 1-46-16,-1-1 87 0,1 3-61 0,4 1-32 15,-2 0 1-15,1 3 23 0,3-1-54 0,-3 2-29 16,6 0-9-16,-3 2 0 0,2 0 0 16,-1 0 0-16,1 0 0 0,-2 0 0 15,0 8 0-15,-2 1 0 0,-1 0 0 0,0 5 0 16,-3-1 0-16,0 2 0 0,-2 3 0 0,-1 1 0 16,1 7 0-16,-6-3 0 0,-1 7 0 0,0-2 0 15,0 5 0-15,-1-2 0 0,-10 3 0 0,0 2 0 16,-2-1 0-16,0 1 0 0,-4-2 0 15,-2 0 0-15,0-3 0 0,2-1 0 0,-5-2 0 0,1-3 0 16,1-3 0-16,1-2 0 0,3-5 0 0,-4 0 0 16,3-4 0-16,2-2 0 0,0-3 0 15,2 0 0-15,2-2 0 0,2-3 0 16,-1 1 0-16,3-2 0 0,1 0 0 0,4 0 0 16,0 0 0-16,2 0 0 0,-1 0 0 0,1 0 0 15,0 0 0-15,0 0 0 0,9 0 0 0,6 0 0 16,4 0 0-16,3-2 0 0,2 1 0 15,3-1 0-15,1 2 0 0,2 0 0 0,2 0 0 0,0 0 0 16,1 0 0-16,-1 0 0 0,0 2 0 16,-1 3 0-16,-3-1 0 0,-1 1 0 0,-2 1 0 0,-5-2 0 15,2 2 0-15,-3-3 0 16,-3 1 0-16,-2-1 0 0,-3-1 0 0,-1 0 0 16,-3-2 0-16,-1 0 0 0,-5 0 0 0,1 0 0 15,0 0 0-15,0 0 0 0,-1 0 0 0,-1 0 0 16,0-5 0-16,0-3 0 0,0-2 0 0,0 2 0 15,0-4 0-15,0 2 0 0,0 2 0 0,0-2 0 16,0 4-696-16</inkml:trace>
  <inkml:trace contextRef="#ctx0" brushRef="#br0" timeOffset="-176745.95">6187 14814 3670 0,'-3'0'0'0,"-1"0"0"0,-2 0 0 0,2 0 0 0,2 0 0 0,2 0 0 0,-2 1 0 0,2-1 0 0,0 1 0 0,0 2 0 0,2-3 160 0,9 0-59 0,6 0-101 0,3 0 0 16,3-3 0-16,2-2 0 15,3-1 0-15,2 3 0 0,0-1 0 0,0 0 0 16,0 3 0-16,1 1 0 0,-1 0 0 0,3 0 0 0,-3 0 0 16,5 0 0-16,-2 0 0 0,2 0 0 15,-5 0 0-15,0 0 0 0,-3 0 0 0,-6 0 0 16,2 0 0-16,-5 0 0 0,-6 0 0 15,-1 0 0-15,-4 0 0 16,-2 0 0-16,-4 0 0 0,2 0 0 0,-2-3 0 0,-1 3 0 16,0-1 0-16,0-5 0 0,0 2 0 0,0 0 0 0,0-1 0 15,0 0 0-15,-1-1 0 0,1 1 0 16,-3-1 0-16,3 2 0 0,0-1 0 0,0 0 0 0,0 4 0 16,0-3 0-16,0 2 0 0,0 0 0 0</inkml:trace>
  <inkml:trace contextRef="#ctx0" brushRef="#br0" timeOffset="-172857.28">7906 14470 2055 0,'0'0'0'0,"0"0"0"0,0 0 0 0,2 0 0 0,2-4 0 0,1-2 0 0,1-2 0 0,-1-1 0 0,0 0 0 0,0-4 0 0,2-2 95 0,-5 0-28 0,2-2 41 15,-1 0-35-15,-1-1 0 0,0-2 1 0,0-1-9 16,1-1-26-16,-3 1-1 0,0-1 1 0,0 0 11 15,0 0-2-15,-3 2-10 16,-3 2-34-16,-1-3 34 0,0 2 1 0,-2 0-49 16,-2 3 34-16,-1-2-10 0,1 1-14 15,-1 2 37-15,0 1-9 0,-2 0 14 0,1 2-22 0,-3 3 55 0,4 2-5 16,-4 2-41-16,4 1-6 0,0 0 68 16,-3 2-33-16,2 0-1 0,1 2 16 0,2 0 0 0,-1 0-34 15,1 0 9-15,0 10 52 16,1 1-30-16,1 1-43 0,1 8-27 0,0-4 0 15,1 7 0-15,1 5 0 0,0 4 0 0,2 8 0 16,1 1 0-16,0 2 0 0,2 8 0 0,0 2 0 16,0 10 0-16,0-1 0 0,5 2 0 0,3 0 0 15,1-4 0-15,1 17 0 0,0-6 0 0,0 3 0 16,-2-3 0-16,-1-3 0 0,1-12 0 0,0 15 0 16,-3-18 0-16,1 5 0 0,-3-3 0 0,-1-1 0 15,-2-3 0 1,0 0 0-16,0-5 0 0,0-2 0 0,-7-11 0 0,-2 3 0 0,-3-8 0 15,-1 1 0-15,0-13 0 0,-2 1 0 16,0-3 0-16,-2-5 0 0,-1-3 0 0,-3-1 0 16,2-3 0-16,-4-2 0 0,-1 0 0 0,1-2 0 15,6-3 0-15,-3-7 0 0,3 1 0 16,3 0 0-16,-2-1 0 0,5 1 0 0,3 2 0 0,0-3 0 16,6 3 0-16,2-4-100 0,0 2-788 15,10-7 424-15,12 2 204 0,8-4-619 0,8 0 420 0</inkml:trace>
  <inkml:trace contextRef="#ctx0" brushRef="#br0" timeOffset="-172546.54">8110 15250 3773 0,'7'0'0'16,"-4"4"0"-16,0 6 0 0,-3 3 0 0,0 2 0 0,0 6 0 0,0 3 0 0,0 0 0 0,0 8 0 0,1-2 0 0,6 1 158 0,6-3-158 0,1-2 0 0,0-5 0 15,7-1 0-15,-2-3 0 0,0-8 0 0,0-1 0 16,2-7 0-16,-5-1 0 0,3 0 0 0,-2-7 0 16,0-11 0-16,-4-4 0 0,-3-3 0 15,-7 1 0-15,1-10 0 0,-4 2 0 0,0-3 0 0,0 2 0 16,-12-1 0-16,-2 4 0 0,-4 2 0 0,2 5 0 16,-7 4 0-16,2 4 0 0,-3 7 0 0,3 1 0 15,-3 6 0-15,1 1 0 0,3 0 0 0,1 0 0 16,3 4 0-16,5 2 0 0,1 5 0 15,5-2 0-15,2 2 0 0,3 0 0 16,0 2-804-16,0-6 263 0,4 2 256 0,9-3 124 16,3-6-276-16,-2 0 200 0,3 0 99 0</inkml:trace>
  <inkml:trace contextRef="#ctx0" brushRef="#br0" timeOffset="-171649.64">8574 14224 1853 0,'0'-13'0'0,"0"-1"0"0,0-1 0 0,0-2 0 16,0 0 0-16,0-3 0 0,-2-1 0 0,0 0 0 0,0-2 0 0,-3-3 0 0,2 8 99 0,-5-3-31 0,-2 2 130 0,1 5-81 0,-2-1-31 15,-1 4 151-15,0 1-100 0,-4 6-50 16,0 2-25-16,-3 2 0 0,0 0 134 0,-3 6-84 0,2 11-38 0,2 2 0 16,1 5 45-16,1 6-41 0,2 2 8 0,3 3-49 15,4-1 72-15,0-1-69 16,6 0-40-16,1-3 0 0,0-7 0 0,0 1 0 0,0-3 0 0,1-3 0 15,7-2 0-15,-2-3 0 16,-1-4 0-16,3-1 0 0,-3-3 0 0,3-1 0 16,-1 0 0-16,-1-4 0 0,0 0 0 0,2 0 0 15,-1 0 0-15,-1 0 0 0,3-6 0 0,-4 1 0 16,1-3 0-16,2 0 0 0,-3 1 0 0,2-2 0 16,3 1 0-16,-4-2 0 0,1 0 0 0,2-4 0 15,0 1 0-15,0-2 0 16,0 0 0-16,-2-2 0 0,1-1 0 0,0 3 0 15,-5 3 0-15,1 1 0 0,-2-1-12 0,0 3-4 16,-1 0 44-16,1 1-28 0,-2 2 0 0,0 1 0 16,0-1 0-16,0 2 0 0,0 0 0 0,0 3 0 15,0 0 0-15,0-2 0 0,0 1 0 0,0 0 0 16,0 2 0-16,0 0 0 0,0 0 0 0,0 0 0 16,0 0 0-16,0 0 0 0,0 0 0 0,0 0 0 15,0 0 0-15,0 9 0 0,-2 2 0 0,1 7 0 16,1 1 0-16,0 5 0 15,0 2 0-15,0-2 0 0,0 3 0 0,0-3 0 0,7-3 0 16,-1 0 0-16,3 0 0 0,0-4 0 16,3-2 0-16,-3-4 0 0,0-4 0 0,3 1 0 15,1-5 0-15,-2-3 0 0,-1 0 0 0,3 0 0 16,2-8 0-16,0-10 0 0,0-2 0 0,0-5 0 16,2-1 0-16,0-3 0 0,1-5 0 0,-1 4 0 15,1 0 0-15,-2 4 0 0,-2 8 0 0,-2-1 0 16,0 4 0-16,-4 7 0 15,-1 0 0-15,-2 4 0 0,4 1 0 0,-4 3 0 16,2 0 0-16,-1 4 0 0,0 9 0 0,-2 5 0 16,-1 6 0-16,-1 0 0 0,0 6 0 0,-2 0 0 15,0 0 0-15,0-3 0 0,0-5 0 0,0-2 0 16,0-1 0-16,0-8 0 0,0 1 0 0,0-6 0 16,0-3 0-16,-2-3 0 0,0 0 0 0,-1 0 0 15,-1-1 0-15,0-13 0 0,4-3 0 16,0-3 0-16,0-8 0 0,0-5 0 15,0-1 0-15,1 1 0 0,8-2 0 0,0 2 0 16,0 3 0-16,-2 10 0 0,3-1 0 0,-1 4 0 16,1 3-19-16,-2 7-129 0,2 2-770 15,3 1 441-15,1 4 219 0,0 0-288 0,4 0 254 0</inkml:trace>
  <inkml:trace contextRef="#ctx0" brushRef="#br0" timeOffset="-171434.7">9369 13896 3738 0,'-7'-6'0'0,"-1"2"0"0,-7-2 0 0,0 1 0 0,3 3 0 0,-4 2 0 0,-1 0 0 0,2 0 0 0,-6 14 0 16,3 7 0-16,1 4 193 0,1 5-193 0,0 7 0 0,7 3 0 0,2-1 0 16,5-3 0-16,2 2 0 0,0 3 0 0,2-5 0 15,12-1 0-15,0-5 0 16,7-6 0-16,0-1 0 0,-1-6 0 0,1-6 0 0,6 0 0 15,-3-9 0-15,-4-2-23 0,9 0-172 16,-7-4-757-16,4-9 458 0,-2-2 229 0,-1-3 114 0,0-3-619 16</inkml:trace>
  <inkml:trace contextRef="#ctx0" brushRef="#br0" timeOffset="-171249.81">9544 13979 3584 0,'-13'-5'0'0,"3"3"0"0,1 0 0 0,0 2 0 0,2-2 0 0,4 2 0 0,3 0 0 0,0 0 0 0,3 0 0 0,15 0 0 0,5 0 141 16,1 0 65-16,2 0-206 0,4 0 0 0,0 0 0 16,0 0 0-16,2 0 0 0,-4 0-65 0,0 0-176 15,-9 0 138-15,0 0 71 0,-4 0-655 0,-4 0 354 16,-2 0 57-16,-4 0 131 0,-1 0-486 0,-3 0 297 16,-1 0 140-16,0-2 83 0,-7-9-243 0</inkml:trace>
  <inkml:trace contextRef="#ctx0" brushRef="#br0" timeOffset="-171092.39">9771 13779 2836 0,'-11'-15'0'15,"5"7"0"-15,-4 3 0 0,1 2 0 0,2 3 0 0,-5 0 0 0,3 4 0 0,2 12 0 0,-2 4 0 0,2 5 0 0,2 7 185 0,-3 9-74 0,1 2 230 0,-3 4-143 0,3 2-85 16,1-1 34-16,3 1-147 0,1-2 0 0,2-3 0 16,0-9-48-16,0 4-144 0,4-7 114 15,5-1 57-15,1-11-692 0,2-1 374 0,4-7 128 0,4-3 111 16,5-9-703-16,1 0 383 0,2-10 192 15</inkml:trace>
  <inkml:trace contextRef="#ctx0" brushRef="#br0" timeOffset="-170500.83">10084 14143 2636 0,'12'-32'0'0,"-3"1"0"0,-5 5 0 0,-2-6 0 0,-2 10 0 0,0-1 0 0,0 5 0 0,-6 0 0 0,-3 6 0 0,0 2 0 0,-5 5 192 15,0 1-78-15,-4 4 229 0,-1 0-154 0,1 5-66 0,-5 16 211 16,2 2-334-16,-1 4 0 0,1 12 0 15,4 0 0-15,4-6 0 0,2 13 0 0,6-12 0 16,2 3 0-16,3-5 0 0,0-2 0 0,0-8 0 16,3 0 0-16,4-3 0 0,4-7 0 0,3-2 0 15,-1-5 0-15,4-5 0 0,3 0 0 0,1-7 0 16,0-13 0-16,3-7 0 0,0-7 0 0,-3 4 0 16,4-9 0-16,-7 1 0 0,-1 6 0 0,-4 0 0 15,-4 7-35-15,-1 6 18 0,-4 3 8 0,-2 5-28 16,-2 4 135-16,0 0-98 0,0 6 0 0,-7 1 0 15,-7 8 0-15,1 11 0 16,-1 4 0-16,4 3 0 0,0 5 0 0,0 1 0 16,5 2 0-16,1-2 0 0,4-5 0 0,0-5 0 15,0-2 0-15,0-7 0 0,4-2 0 0,8-1 0 16,-1-8 0-16,1-2 0 16,4 0 0-16,0-11 0 0,7-9 0 0,0-2 0 0,2-4 0 0,1 0 0 15,-2-2 0-15,-2 3 0 0,1 3 0 0,-8 7 0 16,0 1 0-16,-6 8 0 0,1 1 0 0,-2 2 0 15,-3 3 0-15,-3 0 0 16,0 7 0-16,-2 10 0 0,0 2 0 0,-2 4 0 16,-2 1 0-16,-4-4 0 0,5 1 0 0,-1-3 0 15,2-6 0-15,2-3 0 0,0-1 0 0,0-7 0 16,2-1 0-16,5 0 0 16,7-9 0-16,5-12 0 0,-4-2 0 0,4 2 0 0,-1-3 0 0,0 3 0 15,-6 5 0-15,2 0 0 16,-2 3 0-16,-3 8 0 0,-2 0 0 0,0 3 0 15,-1 2 0-15,-1 0 0 0,-3 11 0 0,0 6 0 16,-2 6 0-16,0 1 0 0,0 1 0 0,0 4 0 16,0-1 0-16,0-6 0 0,0-2 0 0,0-1 0 15,0-8 0-15,0 0 0 0,0-1 0 0,0-5 0 16,0-1 0-16,2-4 0 0,1 0-451 0,2 0-105 16,0 0 259-16,3-2-282 0,-1-15 271 0</inkml:trace>
  <inkml:trace contextRef="#ctx0" brushRef="#br0" timeOffset="-170225.75">10631 13953 3853 0,'5'-13'0'0,"4"2"0"0,-2 1 0 0,0 1 0 0,4 3 0 0,3 0 0 0,5 4 0 0,5 1 0 0,2 1 0 0,4 0 0 0,0 10 78 0,0 6-78 0,-3 4 0 16,-3 4 0-16,-2-3 0 0,-4 7 0 0,-6-2 0 15,-5-2 0-15,-5 8 0 0,-2-2 0 0,-4 2 0 16,-17 4 0-16,-5-6 0 0,-1-6 0 15,-5-2 0-15,0-2 0 0,2-6 0 16,0-4 0-16,7-5 0 0,0-1 0 0,4-2 0 16,6-2 0-16,1 0 0 0,5 0 0 0,3 0 0 15,2 0 0-15,2 0 0 0,0 0 0 0,13 0 0 16,10-2 0-16,3-1 0 16,4 2 0-16,9 1 0 0,2-1 0 0,5 1 0 0,0 0 0 15,4 0 0-15,-1 0 0 16,-1 0-251-16,3 0 75 0,-1 5 76 0</inkml:trace>
  <inkml:trace contextRef="#ctx0" brushRef="#br0" timeOffset="-169656.79">12023 14191 2254 0,'0'-20'0'0,"-2"5"0"0,-4 4 0 0,1-2 0 0,-2 3 0 0,-5 4 0 0,1 5 0 0,-8 1 0 0,-3 0 0 0,-8 21 0 0,-4 8 574 0,-6 19-269 16,-1 8-134-16,-2 6 187 0,1 3-152 0,3 7-143 15,5 3-63-15,8 1 0 0,5 2 0 16,8 2 0-16,8-1 0 0,5-3 0 15,0-8 0-15,9-7 0 0,12-13 0 16,9 3 0-16,7-9 0 0,6-6 0 0,4-9 0 0,3-4 0 16,3-7 0-16,-3-7 0 0,-8-7-183 0,13-2 32 15,-8 0-17-15,-4-4-835 0,-11-7 484 0</inkml:trace>
  <inkml:trace contextRef="#ctx0" brushRef="#br0" timeOffset="-169349.93">12486 14601 3375 0,'-12'-15'0'0,"-1"4"0"0,-1-2 0 0,-2 2 0 0,-1 3 0 0,0 2 0 0,-4 2 0 0,-2 3 0 16,2 1 0-16,-6 0 0 0,1 11 117 0,1 6 161 15,2 1-121-15,11 1-153 0,-2 2-4 0,8 4 0 0,6 1 0 0,0-2 0 0,4 2 0 16,12 0 0-16,2 1 0 0,3-3 0 15,2 0 0-15,-2-1 0 0,0 0 0 0,0-3 0 16,-6-2 0-16,0-1 0 0,-5 1 0 0,-3-1 0 16,-5-2 0-16,-2 1 0 0,0-1 0 0,-17 4 0 15,-4-2 0-15,-5-1 0 0,-2-2 0 0,-6-1 0 16,0-3 0-16,-1-2 0 0,-1 0 0 0,4-7 0 16,2 0 0-16,9-1 0 0,1 0 0 0,5 0 0 15,7-12 0-15,8-11 0 16,2-8 0-16,21 3 0 0,7-9-1187 0</inkml:trace>
  <inkml:trace contextRef="#ctx0" brushRef="#br0" timeOffset="-169050">12518 14765 3289 0,'27'0'0'0,"-4"0"0"0,-4 0 0 0,-5 0 0 0,2 5 0 0,-2 2 0 0,2 2 0 0,0-1 0 0,5 0 0 0,4-2 0 0,-5-4 449 0,8-1-256 0,-1-1-193 15,-1 0 0-15,-1 0 0 16,1-9 0-16,-4 0 0 0,3-7 0 0,-8 4 0 15,-1-3 0-15,-4-1 0 0,-6 1 0 0,-5 0 0 16,-1-2 0-16,0-1 0 0,-9-3 0 0,-10 2 0 16,-2 3 0-16,-2 1 0 0,-6 0 0 0,-1 9 0 15,-4 4 0-15,-7 2 0 0,1 0 0 0,7 15 0 16,-9 8 0-16,16-5 0 0,0 9 0 0,5 1 0 16,8 1 0-16,3 6 0 0,8-2 0 0,2 3 0 15,0-3 0-15,6 1 0 0,9-2 0 0,6-2 0 16,3-6 0-16,6-4 0 0,0-4 0 15,4-4 0-15,2-6 0 0,0-5-121 16,-3-1-246-16,5 0 164 0,3-7-677 0,-3-8 422 16,1-3 211-16,-3 2 96 0,8-10-478 0</inkml:trace>
  <inkml:trace contextRef="#ctx0" brushRef="#br0" timeOffset="-168865.98">13297 14652 3375 0,'0'-18'0'0,"0"5"0"0,-9 5 0 0,-7-1 0 0,-9 9 0 0,3 0 0 0,-8 0 0 0,2 14 0 0,4 5 0 0,-1 3 0 0,6 5 135 0,6 5 286 0,4 1-421 16,3 5 0-16,6 5 0 0,0-5 0 0,4-4 0 16,11 1 0-16,6-5 0 0,5-2 0 0,2-5 0 15,3-6 0-15,6-8 0 0,-2-1 0 0,-1-8 0 16,-2 0 0-16,-2 0-177 0,-3-2-23 0,-5-10 98 16,-3 1-753-16,0-3 414 0,-5-4 203 0,4-7-479 15,-6 1 340-15</inkml:trace>
  <inkml:trace contextRef="#ctx0" brushRef="#br0" timeOffset="-168560.45">13486 14248 3535 0,'-13'-14'0'0,"2"6"0"0,3-2 0 0,-1-2 0 15,5 5 0-15,4-1 0 0,0 1 0 0,1-1 0 0,17 3 0 0,8 4 0 0,1-2 396 0,-1 3-396 0,2 0 0 16,-2 9 0-16,-5 5 0 0,5 5 0 0,-9 3 0 0,-5 1 0 0,-7 1 0 15,-3 2 0-15,-2 1 0 0,-11 1 0 16,-10-2 0-16,-4-1 0 0,-3-2 0 0,0-7 0 16,-2-1 0-16,0-4 0 0,10-5 0 0,-3 1 0 15,5-6 0-15,8-1 0 0,2 0 0 0,3 0 0 16,1 0 0-16,4 0 0 0,0 0 0 16,7 0 0-16,13-1 0 0,7-3 0 15,1 1 0-15,2 1 0 0,4 1 0 0,0-2 0 0,2 1 0 0,0 2 0 16,-3 0 0-16,-2 0 0 15,-1 0 0-15,-6 0 0 0,0 8 0 0,-1 0-50 16,-6 1-72-16,-4 0-1058 0,-4 6 572 0,-3-2 277 16</inkml:trace>
  <inkml:trace contextRef="#ctx0" brushRef="#br0" timeOffset="-168365.95">13791 14669 3931 0,'-16'0'0'0,"9"1"0"0,-2-1 0 0,3 3 0 0,2-3 0 0,2 0 0 0,2 1 0 0,0 3 0 0,8 2 0 0,14 1 0 0,3 0 0 0,5 3 0 0,5-3 0 16,1 1 0-16,4-4 0 0,-3 0 0 0,1-2 0 16,-1-2 0-16,-1 0 0 0,-2 0 0 0,-4 0 0 15,-8-2 0-15,1-4 0 0,-9 1 0 0,-5 3-594 16,-6-1 156-16,-1-3 144 0,-2-1-372 0,-5-2 305 16,-9 0 168-16,-2-9 78 0,0-2-398 0,1-7 238 15,-4-10 120-15</inkml:trace>
  <inkml:trace contextRef="#ctx0" brushRef="#br0" timeOffset="-168210.34">14065 14333 3465 0,'-10'-23'0'0,"3"8"0"0,1 6 0 0,3 1 0 0,-1 5 0 0,2 1 0 0,2 2 0 0,-2 0 0 0,0 22 0 0,2 6 0 0,-2 14 231 0,0 3-89 0,-2 9-49 0,1 12-93 16,-3-6 0-16,2 2 0 0,3 0 0 0,1-8 0 16,0 3 0-16,0-6 0 0,7-6 0 0,2-12 0 15,7-1 0-15,-4-10 0 0,6-1 0 0,0-7 0 16,3-9-564-16,0-3-34 15,3-2 283-15,-2 0 117 0</inkml:trace>
  <inkml:trace contextRef="#ctx0" brushRef="#br0" timeOffset="-167809.63">14499 14686 3931 0,'-10'-6'0'0,"6"4"0"0,2 2 0 0,2 0 0 0,0 0 0 0,0 0 0 0,2 0 0 0,12 0 0 0,10 0 0 0,8 0 0 0,9 0 0 0,0 0 0 0,1 0 0 16,8 0 0-16,-2 0 0 0,-4 0 0 0,0 0 0 15,-8 0 0-15,1 0 0 16,-3 0 0-16,-2 0 0 0,-6 0 0 0,-3 0 0 0,-5 0 0 15,-4 0 0-15,-3 2 0 0,-6-2-316 0,-1 0-154 16,-1 0 217-16,-2 0-663 0,-1 0 431 0,0 0 229 16</inkml:trace>
  <inkml:trace contextRef="#ctx0" brushRef="#br0" timeOffset="-167519.68">15329 14411 3931 0,'4'-5'0'0,"1"-1"0"0,-3 2 0 0,0 1 0 0,0 1 0 0,-2 0 0 0,0 2 0 0,0 0 0 0,0 0 0 0,0 5 0 0,0 16 0 16,0 7 0-16,0 6 0 0,0 7 0 0,0-3 0 15,0 14 0-15,0-2 0 0,0 0 0 0,-2-3 0 16,2-2 0-16,0-7 0 0,0 0 0 0,0-5 0 16,0-8 0-16,0-3 0 31,0-3 0-31,-2-8 0 47,2-2 0-32,-2-4 0 1,-2-3 0-16,1 1 0 0,-3-3 0 0,-2 0-755 0,1 0 254 0,0-12 232 0,1-4 117 0</inkml:trace>
  <inkml:trace contextRef="#ctx0" brushRef="#br0" timeOffset="-167258.49">15528 14111 3931 0,'7'-11'0'0,"8"6"0"0,5 0 0 0,-4 3 0 0,3 2 0 0,5 0 0 0,0 12 0 0,8 8 0 0,-2 8 0 0,0 6 0 0,-1 5 0 32,-3 9 0-32,-3 2 0 47,-5 5 0-47,-2 2 0 15,-5 8 0-15,-6-5 0 0,-5 2 0 0,0-4 0 0,-9 14 0 0,-16-6 0 63,-5-1 0-63,-3-3 0 0,-7-3 0 0,3-13 0 0,-14 9 0 0,6-10 0 0,-2-7 0 0,-1 1 0 15,-3-6 0-15,-11 5 0 32</inkml:trace>
  <inkml:trace contextRef="#ctx0" brushRef="#br0" timeOffset="-166769.21">17044 14608 1614 0,'-18'-25'0'0,"-3"7"0"0,0-2 0 0,-2 1 0 0,-3 2 0 0,-2 4 0 0,-4 3 0 0,-2 1 0 0,2 5 0 0,-2 2 0 0,4 2 101 0,0 0-32 0,7 0 9 16,1 8 185-16,3 5-113 0,6 2-57 0,4 2-28 16,3 7 237-16,6-3-124 0,0 7-75 15,2-2 146-15,12-1-106 0,6 7-53 0,2-4-27 0,0 1 158 16,3-3-96-16,0-3-101 0,-3 2-24 16,-2-2 0-16,-2-2 0 0,-7-5 0 0,-1 3 0 15,-5-2 0-15,-3 2 0 0,-2 0 0 16,-4-1 0-16,-15 1 0 0,-6 0 0 0,-8 3 0 15,-3-2 0-15,-5-4 0 0,-4-1 0 0,4-3 0 16,-12 1 0-16,10-4 0 0,-1-4 0 0,9 0 0 16,1-5 0-16,9 0 0 0,4 0 0 0,7-2-37 15,8-10-81-15,6-6 15 0,8-5-701 0,20-2 375 16,11-5 200-16,3 3-669 0</inkml:trace>
  <inkml:trace contextRef="#ctx0" brushRef="#br0" timeOffset="-166466.36">16937 14800 3034 0,'14'-2'0'0,"3"2"0"0,-8 0 0 0,-2 0 0 0,2 0 0 15,-4 6 0-15,2-2 0 0,2-1 0 0,2 1 0 0,-2 0 0 0,4 0 351 0,0-4-157 0,0 0 17 0,2 0-87 16,2 0-107-16,0-3-17 0,-1-3 0 0,2-6 0 0,-3 0 0 16,-2-1 0-16,-4 1-39 0,-3-2 33 0,-4 0 17 15,-2-4-108-15,0 1 67 0,-8-3 33 16,-8 1 0-16,-2 4-92 0,-10-4 46 0,2 6-35 15,-3 4 222-15,-3 6-84 0,-3 0-35 0,1 3 0 16,-3 3 86-16,4 9-111 0,-1 6 0 0,4 6 0 16,7 0 0-16,9-4 0 0,0 11 0 0,8-1 0 15,6 0 0-15,0 0 0 0,9-1 0 0,9 1 0 16,6 1 0-16,5-5 0 0,6 0 0 0,-1-7 0 16,-1-3 0-16,10 0 0 15,-3-6-531-15,-1-5 105 0,-3 0 195 0,7-5 98 16,-5 0-627-16,8-3 366 0,-2-9 179 0,1-7 89 15</inkml:trace>
  <inkml:trace contextRef="#ctx0" brushRef="#br0" timeOffset="-166290.89">17582 14687 2425 0,'0'-26'0'0,"-7"11"0"0,-14 0 0 0,-4 5 0 0,-3 7 0 0,-2 3 0 0,-2 0 0 0,-2 8 0 0,4 9 0 0,0 3 0 0,6 3 150 0,5 5 592 0,6 2-353 15,5 5-176-15,8 9-201 0,0-5-12 16,2-5 0-16,17 11 0 0,6-9 0 0,3-2 0 15,4-7 0-15,6-4 0 0,-3-8 0 0,14 0 0 16,-6-7 0-16,0-6-439 0,-8-2 10 0,6 0 220 16,-6-2-23-16,-1-10-294 0,-2 1 245 0,-2-4 122 15</inkml:trace>
  <inkml:trace contextRef="#ctx0" brushRef="#br0" timeOffset="-166124.43">17830 14707 3051 0,'-13'-14'0'0,"0"8"0"16,4 1 0-16,3-1 0 0,0 4 0 0,6 1 0 0,0-2 0 0,4 3 0 0,18 0 0 0,5 0 0 0,3 0 199 0,5 0-81 0,4 6 174 0,5-2-133 0,-3 0-61 15,5-1-533-15,-2-3 236 0,-8 0 118 0,4 0 67 0,-4 0-671 16,-6 0 353-16,-8 0 178 0,-3 0 88 0,-7 0-344 16,-3 0 125-16,-8-1 129 0</inkml:trace>
  <inkml:trace contextRef="#ctx0" brushRef="#br0" timeOffset="-165960.99">18207 14404 2245 0,'-14'-27'0'0,"-2"15"0"0,0 0 0 0,-1 4 0 0,0 7 0 0,0 1 0 0,-4 7 0 0,6 14 0 0,3 8 0 0,2 15 0 0,0 5 120 16,1 15 600-16,1-1-342 0,1 5-170 0,3 3 52 16,4 0-260-16,0-14 0 0,0 3 0 0,11-3 0 0,6-7 0 0,6-6 0 15,1-5-476-15,1-11 120 16,1 1 192-16,0-9 100 0,4-5-370 0,-1-6 92 15,1-5 160-15,2-4 14 0</inkml:trace>
  <inkml:trace contextRef="#ctx0" brushRef="#br0" timeOffset="-165345.08">18683 14995 2455 0,'15'-30'0'0,"-3"1"0"0,-2-3 0 0,-2-2 0 0,-3 0 0 0,-1-2 0 0,-2 4 0 0,-2 1 0 0,0 2 0 0,0 7 0 0,-2 2 548 0,-9 6-260 0,0 2-126 0,-6 5 316 15,-1 5-478-15,-5 2 0 0,-2 8 0 0,2 11 0 16,-5 9 0-16,6 4 0 16,-1 7 0-16,4 2 0 0,7 0 0 0,-6 11 0 0,11-4 0 0,3-5 0 0,4-9 0 15,0 4 0-15,0-10 0 16,6 2 0-16,3-11 0 0,6-1 0 0,0-4 0 0,4-8 0 16,0-1 0-16,-1-5 0 0,7-2 0 15,-2-15 0-15,1-5 0 0,0-10 0 16,-3 2 0-16,4-12 0 0,-5 2 0 0,-1-6 0 15,0-3 0-15,-3-6 0 0,2-10 0 0,-2-1 0 16,0-2 0-16,-4-4 0 0,2-4-13 0,-5 13-147 0,-2-1 68 16,-5 11 21-16,-2 17 0 15,0 8 239-15,-3 7-103 0,-10 8-59 0,-1 8 162 0,0 5-168 16,-6 5 0-16,4 18 0 0,1 13 0 0,5-1 0 0,0 18 0 16,1 1 0-16,6 12 0 15,1-2 0-15,2 2 0 0,0-8 0 0,2 15 0 16,7-11 0-16,4-11 0 0,4-1 0 15,4-4 0-15,0-15 0 0,2-1 0 0,0-9 0 0,4-8 0 16,-1-7 0-16,1-6 0 0,1 0 0 16,0-9 0-16,-1-11 0 0,0-2 0 0,1-13 0 15,-2 1 0-15,1-8 0 0,-4-5 0 0,3-15 0 16,-4 1-71-16,3-1-52 0,-3-6 44 0,-2 8-10 16,-4 0 54-16,-5 9-1 0,-7 18-1 0,-2 6 507 15,-2 2-470-15,0 11 0 16,-8 4 0-16,-5 8 0 0,-4 2 0 0,-3 11 0 0,4 14 0 15,2 5 0-15,-2 12 0 0,7 6 0 16,2 3 0-16,2 3 0 0,2 10 0 0,3-8 0 0,0 15 0 16,0-6 0-16,3-4 0 0,2-10 0 0,8 4 0 15,0-14 0-15,2 0 0 0,1-6 0 0,-2-6 0 16,-3-10 0-16,3-4 0 0,-5-5 0 16,-2-5 0-16,-1-2 0 0,-2-3 0 0,-2 0-173 15,-2 0-243-15,0-3 181 0,0-10 104 16,-6-2-534-16,-5-7 314 0,1-2 158 0</inkml:trace>
  <inkml:trace contextRef="#ctx0" brushRef="#br0" timeOffset="-165185.65">18919 14655 3931 0,'-28'-11'0'16,"12"6"0"-16,2 0 0 0,3 2 0 0,5 1 0 0,5 0 0 0,1 1 0 0,3 1 0 0,22 0 0 0,9 0 0 0,12 0 0 0,14 0 0 0,2 3 0 0,7 2 0 0,0 1 0 0,4 0 0 15,1 0 0-15,-5 0 0 0,-15-3 0 16,8 1-361-16,-10 0-94 0,-8 0 255 0,6 5 114 16</inkml:trace>
  <inkml:trace contextRef="#ctx0" brushRef="#br0" timeOffset="-162589.87">20426 14381 2795 0,'-11'0'0'0,"3"0"0"0,2 0 0 0,4 0 0 0,2 0 0 0,0 0 0 0,10 8 0 0,8 3 0 0,3 0 0 0,4 3 0 0,1-5 60 0,5 2 349 15,-3-1-177-15,-1-5-102 0,1 1 155 0,-1-1-265 16,-6-3-20-16,2 2 0 0,-3-4 0 0,-1 2 0 16,-5-2 0-16,2 0 0 0,-7 0-117 15,0 0 58-15,-1 0 57 0,-2 0-709 0,-3 0 314 16,-1 0 194-16,0 0 11 0,-2 0-258 0,0 0 197 15</inkml:trace>
  <inkml:trace contextRef="#ctx0" brushRef="#br0" timeOffset="-162363.28">20456 14786 3926 0,'-19'8'0'0,"2"6"0"0,1-3 0 0,2 1 0 0,7-4 0 0,0 0 0 0,7 0 0 0,0 3 0 0,1-1 0 0,16 0 0 0,5-5 5 0,7 1-5 15,3-2 0-15,1 0 0 0,5-2 0 0,-3 0 0 16,2 0 0-16,-4-2 0 0,-2 2 0 16,-10-2 0-16,4 2 0 0,-4-1 0 0,-8-1 0 0,-1 2 0 15,-7-2 0-15,0 2 0 0,-3-2 0 0,-2 0 0 16,0 0-156-16,0 0 55 16,0 0-345-16,-2 0 205 0,-3 0 102 0,0 0 50 15,0 0-622-15,5-2 341 0,-2-3 166 0</inkml:trace>
  <inkml:trace contextRef="#ctx0" brushRef="#br0" timeOffset="-161699.6">21181 14592 2611 0,'-25'-4'0'0,"1"2"0"0,1-2 0 0,1-1 0 0,3-1 0 0,5-2 0 0,-2-3 0 0,3 0 0 16,8-3 0-16,0-2 0 0,5-5 108 0,0-5-41 0,5-1 242 0,6 0-136 0,5-2-68 0,1 1-34 0,3 2 210 15,0 1-127-15,2 3-102 16,-1 3-52-16,-4 6 0 0,2 4 0 0,-1 3 0 0,-1 3 0 15,3 3 0-15,-2 0 0 0,-1 3 0 0,1 10 0 16,0 6 0-16,-2 2 0 0,-2 3 0 0,-2 6 0 16,-1 4 0-16,-6 2 0 0,0 9 0 0,-3-3 0 15,-2 2 0-15,0-2 0 0,-2 2 0 16,-5-6 0-16,-8 9 0 0,-2-8 0 16,-4 0 0-16,-1-3 0 0,-7-1 0 0,4-8 0 15,-14 1 0-15,2-5 0 0,-2-6 0 0,0-4 0 16,4-4 0-16,-2-3 0 0,3-1 0 0,4-2 0 15,5-2 0-15,4-1 0 0,3 0 0 0,9 0 0 16,2 0 0-16,2 0 0 0,3 0 0 0,2 0 0 16,2 0 0-16,21 0 0 0,7 0 0 0,7-1 0 15,5-4 0-15,1 2 0 16,5 0 0-16,-7 0 0 0,13 2 0 0,-9 1 0 0,-1 0 0 0,-1 1 0 16,-10 5 0-16,5 3 0 15,0 0 0-15,-4 4 0 0,-1-5 0 0,-1 2 0 16,0-3 0-16,0 1 0 0,0-2 0 0,-2-5 0 15,2-1-978-15,2 0 400 0,-1 0 270 0,-1-7 126 16</inkml:trace>
  <inkml:trace contextRef="#ctx0" brushRef="#br0" timeOffset="-161478.33">21916 14194 3822 0,'-7'-23'0'0,"5"14"0"0,2 3 0 0,0-2 0 0,7-3 0 0,7 4 0 0,9-1 0 0,2 4 0 0,5-1 0 0,11 0 0 0,2 4 109 0,6-1-109 16,4 0 0-16,-1 0 0 0,4 2 0 15,1-1 0-15,-3-2 0 0,-2 3 0 0,-10 0 0 0,-1 0 0 16,-2 0 0-16,-7 0 0 16,-9 0 0-16,-2 0 0 0,-10 0-601 0,-2 6 122 15,-4-1 170-15,-5 5 135 0,0 0-581 0,-18 3 359 16,-1-3 170-16</inkml:trace>
  <inkml:trace contextRef="#ctx0" brushRef="#br0" timeOffset="-161132.06">22150 14096 3101 0,'-30'-1'0'0,"10"-2"0"0,-3 3 0 0,4 0 0 0,6 3 0 0,6 9 0 0,2 4 0 15,5 12 0-15,0 1 0 0,3 10 0 0,8 12 196 0,3 10-79 0,-2-1 259 0,-1 1-235 0,-2 3-141 16,0-7 0-16,-2 13 0 0,-2-9 0 0,-1 0 0 15,0-11 0-15,-1 3 0 0,2-12 0 0,-3-2 0 16,-1-5 0-16,1-11 0 0,-2-5 0 0,0-5 0 16,0-6 0-16,0-4 0 0,0-3 0 0,0 0 0 15,-3 0 0-15,-9-8 0 16,1-9 0-16,-5-7 0 0,2-4 0 0,-7-7 0 16,8 5 0-16,-4-1 0 0,2 6 0 0,-2-3 0 15,4 13 0-15,-1 0 0 0,2 6 0 0,3 5 0 16,-2 2 0-16,-1 2 0 0,3 0 0 0,-1 11 0 15,0 7 0-15,1 4 0 0,-1 0 0 0,1 7 0 16,0-1 0-16,2 3 0 0,-3-4 0 0,3 2 0 16,-1-5 0-16,3 0 0 0,-2 1 0 0,6-7 0 15,-1 0 0-15,2-7-75 0,0 0-342 16,0-5 195-16,7-2 92 0,9-4-733 16,3 0 414-16,2-17 196 0</inkml:trace>
  <inkml:trace contextRef="#ctx0" brushRef="#br0" timeOffset="-160781.75">22355 14415 2799 0,'7'-7'0'0,"-3"5"0"0,-1 0 0 0,1 2 0 0,-1 0 0 0,-1 2 0 0,0 8 0 0,-2 6 0 0,0 3 0 0,0 7 0 0,0-2 113 0,-2-1 335 0,-7 6-210 15,4-7-100-15,-2 1 51 0,1-2-183 0,1-3-6 0,-2-7 0 16,2-1 0-16,1-3 0 0,2-3 0 0,1-3 0 15,1-1 0-15,0 0 0 0,0 0 0 0,0 0 0 16,0 0 0-16,5 0 0 0,12 0 0 16,2 0 0-16,2 0 0 0,0 0 0 0,7 0 0 0,-6 0 0 15,2 4 0-15,-5 6 0 0,5 4 0 0,-8 2 0 16,3 3 0-16,-8-2 0 16,-2 3 0-16,-6 3 0 0,-1-1 0 0,-2 2 0 15,0-1 0-15,-12 1 0 0,-6-5 0 0,-4 2 0 16,-2-2 0-16,-5-4 0 0,-1 0 0 0,-3-4 0 15,-1 0 0-15,-2-3 0 0,3-2 0 16,-2-2 0-16,6-3 0 0,1-1 0 0,1 0 0 0,8-5 0 16,-2-13 0-16,8-9 0 0,6-9-352 0,7-8 13 15,0-4 151-15,4-1-912 16</inkml:trace>
  <inkml:trace contextRef="#ctx0" brushRef="#br0" timeOffset="-160666.42">22369 14452 2733 0,'18'-7'0'0,"-2"3"0"0,2 0 0 0,1 3 0 0,1-1 0 0,4 2 0 0,5 0 0 0,1 0 0 0,5 0 0 0,4 2 0 0,1 5 703 0,-2-2-324 16,8 5-263-16,-4-2-230 0,1 2 32 15,-4-4 59-15,3 2 31 0</inkml:trace>
  <inkml:trace contextRef="#ctx0" brushRef="#br0" timeOffset="-159445.89">23116 14805 2756 0,'-12'-3'0'0,"3"1"0"0,0 0 0 0,1 2 0 0,0-2 0 0,3 2 0 0,1 0 0 0,1 0 0 0,1 0 0 0,0 0 0 0,2 0 364 15,0 0-154-15,0 0-91 0,0 0 363 0,9 4-482 16,4 0 0-16,4 0 0 0,1-1 0 0,9 2 0 15,-1-1 0-15,2 2 0 0,4-1 0 0,2 0 0 16,0 0 0-16,8 1 0 0,-9 2 0 0,10-1 0 16,-9-1 0-16,10 3 0 0,-9 0 0 15,8-1 0-15,-9-1 0 0,-1-1 0 16,-1 0 0-16,-2-4 0 0,-9-1 0 0,0-1 0 16,-8 0 0-16,-1 0 0 0,-5 0 0 0,-3 0 0 15,-2 0 0-15,0 0 0 0,-2 0 0 0,0 0 0 16,0 0 0-16,0-1 0 0,0-3 0 0,0-2 0 15,0 1 0-15,0-4 0 0,0 4 0 0,0-2-499 16,0 1-116-16</inkml:trace>
  <inkml:trace contextRef="#ctx0" brushRef="#br0" timeOffset="-152626.43">24444 14004 2577 0,'-2'-6'0'0,"0"0"0"0,2 3 0 0,-2 0 0 0,2 3 0 0,0-3 0 0,0 0 0 0,0 3 0 0,0 0 0 0,0 0 0 0,0 0 64 0,0 0 85 15,0 0-55-15,0 0-20 0,0 0 215 0,0 0-127 16,0 0-62-16,0 0-31 0,-3 0 284 0,-3 9-353 16,2 2 0-16,-2 3 0 0,1 1 0 0,-4 3 0 15,3 6 0-15,1-3 0 0,-2 9 0 16,2 0 0-16,-2 1 0 0,4 2 0 16,-3-1 0-16,3 4 0 0,-1-2 0 0,-3-1 0 0,7 2 0 15,-6-2 0-15,2-1 0 0,-2 3 0 0,2-5 0 16,-1 6 0-16,0 0 0 0,-1 5 0 0,0-5 0 15,-2 11 0-15,1-2 0 0,-1 0 0 16,1 1 0-16,-1 2 0 0,3-8 0 0,-1 8 0 0,1-5 0 16,3-7 0-16,-2 3 0 15,4-3 0-15,0-6 0 0,0 2 0 0,0-9 0 16,1-3 0-16,5-1 0 0,6-5 0 0,0-4 0 16,2-2 0-16,1-7 0 0,2-1 0 0,-1 0 0 15,2 0 0-15,1-11 0 0,0-5 0 0,-1-3 0 16,0-1 0-16,-2-1 0 0,-3 3 0 0,2 0 0 15,-6 1 0-15,0 1 0 0,-2 8 0 0,-4-4 0 16,1 5 0-16,-2-1 0 16,0 3 0-16,-2 0 0 0,0 2 0 0,0-1 0 15,0 3 0-15,0-2 0 0,0 2 0 0,0-3 0 16,-2 2 0-16,-2 0 0 0,1 2 0 0,-1-1 0 16,2 1-214-16,-1 0 56 0,2 0-1043 0</inkml:trace>
  <inkml:trace contextRef="#ctx0" brushRef="#br0" timeOffset="-150299.96">24973 14520 3290 0,'-14'0'0'0,"4"0"0"0,-4 0 0 0,7 0 0 0,-1 0 0 0,5 0 0 0,1 0 0 0,2 0 0 0,0 0 0 0,2 2 0 0,20-2 161 0,4 0-54 16,9 0 266-16,2 0-373 0,9 0 0 0,0 0 0 0,-1 0 0 15,0 0 0-15,-9 0 0 0,5 0 0 0,-4 0 0 16,1 5 0-16,-2 4 0 0,-6-4 0 0,-5-1 0 15,1 3 0-15,-4-1-308 16,-5-2-25-16,-2-1 80 0,-5 1 114 0,-5-2-620 16,-1 0 365-16,-2-2 179 0,-2 0-392 0</inkml:trace>
  <inkml:trace contextRef="#ctx0" brushRef="#br0" timeOffset="-150101.35">25306 14043 2692 0,'-12'-14'0'0,"3"6"0"0,3 3 0 0,1 4 0 0,-2 1 0 0,4 0 0 0,1 15 0 0,2 12 0 0,0 8 0 0,0 14 1 0,0 13 120 0,0 3 304 0,0 6-192 15,0 1-98-15,0-6 189 0,0 19-324 0,0-10 0 16,0-4 0-16,0 0 0 0,0-7 0 0,0-10 0 16,0 3 0-16,0-4 0 0,0-6-55 0,-2-4 33 15,-1-7-730-15,-4-3 386 16,3-2 53-16,-2-5 140 0,2-8-552 0</inkml:trace>
  <inkml:trace contextRef="#ctx0" brushRef="#br0" timeOffset="-149465.81">26379 14476 1792 0,'3'-21'0'0,"-1"6"0"0,2 0 0 0,-1-2 0 0,1-5 0 0,-1-3 0 0,2 0 0 0,0-3 0 0,-5-2 0 0,6 0 0 0,-4 0 119 0,-2 0-41 0,0 5 10 16,0-5-50-16,0 4 39 0,-4-1 0 0,-5 4-39 0,-1-2 0 15,1 5 43-15,-7-3-8 0,4 6-36 0,-4 2 81 16,0 2-40-16,-2 3 0 0,2 5-31 15,-3 2 216-15,-2 2-112 16,2 1-57-16,1 4 216 0,-1 13-137 0,4-2-90 0,-3 10-83 16,6 1 0-16,3 5 0 0,3 3 0 0,4 11 0 15,2 2 0-15,0 5 0 0,0 11 0 0,8-3 0 16,1 2 0-16,2 2 0 0,-1-8 0 16,1 13 0-16,-2-5 0 0,-3 2 0 0,-1-1 0 0,-3 1 0 15,0-9 0-15,-2 11 0 0,0-9 0 0,-4-8 0 16,-5 7 0-16,-2-7 0 0,-2-8 0 0,-6 8 0 15,-2-8 0-15,1-3 0 16,-1-10 0-16,-4-3 0 0,1-2 0 0,0-6 0 16,-1-4 0-16,6-6 0 0,-3-3 0 0,1-2 0 15,2-3 0-15,3-1 0 0,-3 0 0 0,4 0 0 16,0-5 0-16,0-4 0 0,3-1 0 0,3 2 0 16,4 0 0-16,-1 0 0 0,4 1 0 15,2-1 0-15,0 2 0 0,0-1-144 16,13-1-304-16,8 1 206 0,3 1-720 0,2-2 453 0,6 2 240 15</inkml:trace>
  <inkml:trace contextRef="#ctx0" brushRef="#br0" timeOffset="-149167.65">26504 15175 3042 0,'2'8'0'0,"-2"8"0"0,0 0 0 15,0 1 0-15,-2 6 0 0,2 3 0 0,0 2 0 0,0 2 0 0,0 3 0 0,8-4 0 0,6 1 460 0,3-3-211 0,6-3-106 16,1-5-106-16,4-7-37 0,0-3 0 0,2-6 0 16,0-3-28-16,0 0-28 0,-3-13 47 0,-2-6 9 15,-3-6-60-15,-3 0 49 0,-7-2 25 0,-4 0 65 16,-4-1-52-16,-4 4-5 0,0-8-54 0,-4 4 86 16,-9-2-54-16,-5 3 0 0,-1 4 0 0,0 5 0 15,-9-2 0-15,2 9 0 16,-1 2 0-16,-1 8 0 0,-2 1 0 0,5 0 0 15,-3 1 0-15,12 8 0 0,-2 2 0 0,7-1 0 16,4 4 0-16,2 0 0 0,5 2 0 0,0 1 0 16,3-2 0-16,12 1-57 0,5 0-1050 0,-1-3 526 15</inkml:trace>
  <inkml:trace contextRef="#ctx0" brushRef="#br0" timeOffset="-148209.58">26919 14198 1584 0,'0'-9'0'0,"0"0"0"0,0-3 0 0,0-3 0 0,0 1 0 0,0-2 0 0,0 0 0 0,0-3 0 15,0 2 0-15,0-2 0 0,0 3 91 0,-2-4-27 0,-2 5 0 0,-3 0 8 0,-1 1 10 0,-3 1-44 16,0 4 0-16,-4 0 39 0,-2 4 1 16,0 3-41-16,-4 2 129 0,-5 0-69 0,2 6-27 15,-3 13 129-15,-3 8-78 0,2 2-39 0,3 3 8 16,-5 11 51-16,8 0-50 0,4 3-25 0,4-1-1 16,3-1 34-16,9-10-21 0,2 4-9 0,0-6-27 15,0-4-4-15,11-5 0 16,4-6 0-16,4-5-22 0,1-2-9 0,3-6 31 15,4-4 0-15,-3 0-72 0,-1-9 36 0,2-8 9 16,-2-7-84-16,0-1 50 0,-4-3 9 0,3-2 0 16,-1-8-133-16,-6 6 77 0,4-7 19 0,-5 1-2 15,-4 4 15-15,0 0-1 0,-5 6 11 0,-3 8 35 16,0-2-35-16,-2 11 10 0,0 3 140 0,0 0-67 16,0 6-34-16,-8 2-3 0,-1 0 207 0,-4 17-108 15,1 7-48-15,1 4-69 0,2 4 0 0,-1 1 0 16,5 3 0-16,3-1 0 0,2-2 0 0,0-4 0 15,0-7 0-15,2 1 0 16,8-6 0-16,2-4 0 0,0-4 0 0,1-3 0 16,2-6 0-16,0 0 0 0,1-2 0 0,3-13 0 15,-1-4-22-15,-1-3-29 0,3-1 62 0,-5 4-25 16,5-5-14-16,-4 9 13 0,-1-3 98 0,-5 8-47 16,0 4-36-16,0 0 0 0,-1 4 0 0,-1 2 0 15,-3 2 0-15,-1 14 0 0,-3 5 0 0,-1 4 0 16,0 6 0-16,0-2 0 0,0 0 0 0,-7-3 0 15,0-7 0-15,-1 2 0 16,0-6 0-16,3-7 0 0,-2 0 0 0,-1-5 0 16,1-3 0-16,-3 0 0 0,3-1 0 0,1-10 0 15,2-6 0-15,2-6 0 0,2-1 0 0,0-6 0 16,0-2 0-16,6-2 0 0,4 1 0 0,3-1 0 16,2 2 0-16,1 3 0 0,2 3 0 0,-2 5 0 15,1 8 0-15,3 2 0 0,-2 5 0 0,1 5-591 16,-1 1 162-16,0 0 195 0,-1 6 99 0,1 8-693 15,1 1 385-15</inkml:trace>
  <inkml:trace contextRef="#ctx0" brushRef="#br0" timeOffset="-147993.98">27561 14086 2252 0,'0'-18'0'0,"0"4"0"0,-6 1 0 0,-3 4 0 0,-2-1 0 0,0 4 0 0,-1 5 0 0,-1 0 0 0,1 1 0 0,-3 0 0 0,5 11 650 0,-4 7-306 0,5 2-144 0,-2 7 285 16,2 3-485-16,6 2 0 0,1 2 0 0,2 1 0 16,0-1 0-16,0-2 0 0,5-1 0 0,8-4 0 15,0-2 0-15,2-4 0 0,0-4 0 0,2-2 0 16,-2-4 0-16,4-4 0 0,-3-3-250 0,3-2-216 16,-2-2 217-16,4 0-641 0,-2 0 426 0,2-10 213 15</inkml:trace>
  <inkml:trace contextRef="#ctx0" brushRef="#br0" timeOffset="-147823.52">27705 14088 3164 0,'-11'-12'0'0,"6"4"0"0,-2 4 0 16,3-2 0-16,0 0 0 0,4 2 0 0,0 1 0 0,4 1 0 0,12-1 0 0,7 0 0 0,4 2 126 0,3 1 136 0,3 0-112 15,0 0-56-15,4 0-28 0,-4 0-165 0,-1 4 79 0,0-1 23 0,-4 5-514 16,-3-2 274-16,-4 1 137 15,-3-1-670-15,-2 3 382 0,-6-1 95 0,-5 0 128 16,-2-3-390-16</inkml:trace>
  <inkml:trace contextRef="#ctx0" brushRef="#br0" timeOffset="-147624.98">27972 13846 2799 0,'-9'-6'0'0,"0"5"0"0,1 1 0 0,-1 0 0 0,2 0 0 0,-6 11 0 0,6 7 0 0,0 1 0 0,2 8 0 0,1 5 0 0,-2 2 185 0,-2 12-78 0,0 1 172 16,1 2-120-16,0 2-61 0,-1-3-30 0,5-6-6 16,-2 9-24-16,5-14 0 0,0 1-487 0,0-2 243 15,3-6 123-15,2-9 69 0,7-1-648 0,1-5 344 16,2-6 54-16,4-7-398 16,5-2 311-16,-3 0 148 0,7-6 86 0,-3-9-154 15</inkml:trace>
  <inkml:trace contextRef="#ctx0" brushRef="#br0" timeOffset="-147061.02">28179 14357 1599 0,'18'-30'0'0,"-6"0"0"0,1-2 0 0,-3-3 0 0,-3 2 0 0,-3 1 0 0,-2 3 0 0,-2 1 0 0,0 7 0 0,0 0 0 0,-2 6 470 0,-6 1-216 0,0 6-108 15,-4 0 119-15,2 6-104 0,-5 2-66 0,0 0-28 16,-5 7 208-16,5 12-119 0,-5 7-59 0,5 4-19 16,-3 10 129-16,4-1-146 0,3 2-61 0,2-1 0 15,8-6 0-15,-1 4 0 0,2-6 0 16,0-4 0-16,2-7 0 0,5-1 0 15,4-3 0-15,1-6 0 0,0-5 0 0,4-6 0 16,-1 0 0-16,2 0 0 0,-2-16 0 0,5-4 0 16,-3-4-246-16,-1-3 47 0,1-1 83 0,-4 0 19 15,-3 3-29-15,2-5 49 0,-6 12-1 0,-1-4 164 16,-1 11-63-16,-2 1-30 0,-1 4-9 0,-1 1 337 16,0 4-175-16,0 1-61 0,-1 0 127 0,-10 17-123 15,6 2-89-15,-4 3 0 0,5 3 0 0,-1-1 0 16,0-3 0-16,4 2 0 15,1-5 0-15,0-1 0 0,0-6 0 0,0-1 0 16,6-4 0-16,1-5 0 0,4-1 0 0,3-1-12 16,-1-13-122-16,2-5 22 0,2-1 7 0,0-4 5 15,-3 3 24-15,5-5 12 0,-1 3 3 0,-6 4 23 16,4 2 0-16,-5 4 0 0,-5 6 136 0,2 3-62 16,-1 2-38-16,-2 2 250 0,0 0-132 0,-2 6-38 15,-2 11-44-15,-1 3 136 0,0 6-170 0,0-1 0 16,0-5 0-16,0 4 0 15,0-4 0-15,0-3 0 0,0-7 0 0,0-2 0 16,0-2 0-16,0-2 0 0,4-4 0 0,6 0-84 16,-1-8-8-16,-1-5-142 0,5-2 106 0,-3 0 9 15,2-2 32-15,0 0 6 0,-3 2-1 0,0 2 44 16,-3 6 0-16,1-1 91 0,-2 2-55 0,0 5 10 16,0 1 32-16,-1 0-39 0,0 1 0 0,-2 11 214 15,0 3-120-15,-1 0-20 0,-1 4-41 0,2-2 121 16,-2 1-69-16,3-1-10 15,-3 0 15-15,2-2-414 0,-2-4 169 0,3 0 93 16,-1-1-733-16,2-2 366 0,-1-3 185 0,1-1 107 16</inkml:trace>
  <inkml:trace contextRef="#ctx0" brushRef="#br0" timeOffset="-146762.59">28708 14103 2353 0,'6'-21'0'0,"4"5"0"0,3-2 0 0,-2 2 0 0,4 0 0 0,3 6 0 0,2-1 0 0,4 5 0 0,-1 3 0 0,7 3 0 0,-2 0 563 16,2 0-262-16,0 14-132 0,0 5-66 0,-3 2 230 15,0 5-224-15,-4 3-109 0,-5-1 0 0,-6 5 0 16,-9-1 0-16,-3 1 0 0,0 1 0 0,-10-2 0 16,-11-4 0-16,-2-1 0 0,0-6 0 0,0-7 0 15,-5 0 0-15,8-9 0 0,-2-1 0 0,4-4 0 16,5 0 0-16,3 0 0 31,1 0 0-31,6 0 0 0,1-2 0 0,2-2 0 0,0-1 0 0,10-1 0 0,9 0 0 16,4 3 0-16,6 1 0 0,2-2 0 0,14 2 0 15,-7 1 0-15,16-1 0 0,-1 2 0 0,0-2 0 0,11 0 0 16,-4 2 0-16,-4 0-82 0,11 0-102 0</inkml:trace>
  <inkml:trace contextRef="#ctx0" brushRef="#br0" timeOffset="-145953.06">29789 14779 1789 0,'-3'-24'0'0,"-2"0"0"0,-4 0 0 0,-3 4 0 0,0-2 0 0,-6 3 0 0,0 4 0 0,-6 3 0 16,-5 4 0-16,1 1 0 0,-2 7 73 0,0 0 22 0,2 0-27 0,-1 3 0 0,6 6-26 0,5 2 115 15,1 2-63-15,6 6 0 0,5 2 197 0,5 6-125 0,1-1-62 16,1 1-20-16,11 2 74 0,5-2-58 15,4 0-29-15,1 0 0 0,0-1 61 0,3-2-35 16,-1-1-11-16,-3-1 4 0,-2 0-89 0,-3 2-1 16,-7-6 0-16,0-1 0 0,-6 2 0 0,-3-3 0 15,0-3 0-15,-5 2 0 0,-14-1 0 0,-2-4 0 16,-7 1 0-16,1-4 0 0,-1-3 0 0,1-2 0 16,-1-2 0-16,8 0 0 0,0 0 0 0,3 0 0 15,4-6 0-15,4-3 0 0,2-4 0 16,7-4 0-16,0-6 0 0,14-1 0 15,13-4-764-15,4 2 223 0,6 1 249 0,-2 4 115 16</inkml:trace>
  <inkml:trace contextRef="#ctx0" brushRef="#br0" timeOffset="-145625.5">29831 14826 2355 0,'5'0'0'0,"2"0"0"0,1 0 0 0,-3 0 0 0,3 0 0 0,0 0 0 0,1 0 0 0,4 3 0 0,2 0 0 0,8 3 0 0,-3-3 313 0,7 1-140 0,2-1 99 15,-1 0-115-15,0-3-57 0,1 0-30 0,-5 0-76 16,6-3 18-16,-8-2 1 0,-4-4 29 0,1-5-47 16,-8 2 10-16,-2-2 37 0,-3-1-123 0,-4 1 62 15,-2-6 30-15,0 0 0 0,-10 3-97 0,-8-5 1 16,-4 1 48-16,0 0-16 0,-1 3 0 0,-4 3 33 16,2 5 11-16,-5 1 191 0,4 7-90 15,3 0-41-15,1 2 147 0,-2 4-79 0,6 11-45 16,0 7-3-16,3 4-49 0,1 5-22 15,5 3 0-15,0 9 0 0,3-8 0 0,5 10 0 16,1-11 0-16,0 4 0 0,9-5 0 0,7 0 0 16,5-6 0-16,4-2 0 0,5-4 0 0,1-7 0 15,4 0 0-15,3-7 0 0,1-3 0 0,4-4-116 16,-2 0-396-16,1 0 226 0,2-10 122 0,-3 0 61 16,-2-4-634-16,2-7 352 0</inkml:trace>
  <inkml:trace contextRef="#ctx0" brushRef="#br0" timeOffset="-145441.95">30612 14611 2575 0,'-18'-16'0'0,"1"11"0"16,-3 3 0-16,-3 2 0 0,-7 0 0 0,5 13 0 0,1 2 0 0,1 6 0 0,8 1 0 0,-1 5 0 0,2 1 660 0,6 3-309 0,5 3-155 0,3 2-47 0,0-3-149 16,1 1 0-16,12-1 0 0,4-5 0 0,5-2 0 15,3-3 0-15,0-4 0 16,-5-4 0-16,10-1 0 0,-4-2 0 0,-1-6 0 15,-2-1-139-15,1-5 27 0,-2 0-18 0,1 0-834 16,0 0 460-16,-2-2 232 0,-2-9 115 0</inkml:trace>
  <inkml:trace contextRef="#ctx0" brushRef="#br0" timeOffset="-145278.06">30725 14725 3017 0,'-11'-7'0'0,"6"3"0"0,0 2 0 0,1-1 0 0,2 2 0 0,2 0 0 0,0 1 0 0,11 0 0 0,12 0 0 0,3 0 0 0,8 0 123 0,6 0 343 0,0 0-213 16,-5 0-181-16,1 0-72 0,-1 0 0 0,-1 0 0 16,-4 0 0-16,-7 0-260 0,-3 0 67 0,-3 0 117 15,-9 2 59-15,2 3-628 0,-5-1 243 0,-2-3 202 16</inkml:trace>
  <inkml:trace contextRef="#ctx0" brushRef="#br0" timeOffset="-145091.56">30994 14333 3308 0,'-9'-4'0'0,"2"4"0"0,-1 0 0 0,-2 10 0 16,-5 6 0-16,2 5 0 0,1 7 0 0,-1 8 0 0,-2 3 0 0,5-2 0 0,-3 15 141 0,3-2 261 0,1 2-322 0,4 1-80 0,0-2 0 0,5-9 0 16,0 13 0-16,0-10 0 0,7-3 0 0,3-7 0 15,3 1 0-15,5-4 0 16,-2-6-578-16,2-4 187 0,5-2 215 0,2-7-889 15</inkml:trace>
  <inkml:trace contextRef="#ctx0" brushRef="#br0" timeOffset="-144399.91">31485 15023 2135 0,'13'-23'0'16,"-4"1"-1"-16,1 0-1 0,-2-7 0 0,-2-1 0 0,1-1 0 0,-5 3 0 0,1 1 1 0,-1-5 1 0,-2 4 0 0,0 6 90 0,0 1 189 0,-7 2-119 15,-3 6-49-15,-5 2-40 0,-2 5 60 0,-4 5-44 16,-4 1-1-16,2 0 136 0,2 7-80 0,-5 12-56 16,1 4 1-16,2 3 162 0,2 4-242 0,5 3-7 15,2 2 0-15,2-2 0 0,3 3 0 0,7-2 0 16,-1-3 0-16,3-1 0 0,0-5 0 0,0-1 0 16,8-2 0-16,1-2 0 0,4-7 0 0,1-3 0 15,0-1 0-15,5-8 0 0,1-1 0 0,1 0 0 16,0-6 0-16,0-10 0 15,2-3 0-15,0-4 0 0,-4-1 0 0,2-6 0 16,3-6 0-16,-6 1 0 0,2-9 0 0,2-4 0 16,-2-13 0-16,1 2 0 0,-4-5 0 0,5-7-83 15,-1 1-74-15,-5 2 63 0,-5 16 26 0,-3 1-67 16,-4 13 47-16,-1 3 0 0,-3 9 424 0,0 2-183 16,0 9-97-16,0 6-49 0,0 2 154 0,-5 5-161 15,0 2 0-15,-2 0 0 16,-4 8 0-16,1 14 0 0,1 8 0 0,-5 10 0 15,7-1 0-15,-5 13 0 0,1 2 0 0,4 2 0 16,-5 9 0-16,1-3 0 0,2-6 0 0,-1 18 0 16,2-8 0-16,1 0 0 0,4-12 0 0,3 3 0 15,0-1 0-15,3-8 0 0,9-6 0 0,1-9 0 16,7-2 0-16,2-8 0 0,5-4 0 0,-1-8 0 16,6-6 0-16,1-5 0 15,10 0 0-15,-6-14 0 0,-4-2 0 0,11-12 0 16,-5-3 0-16,1-4 0 0,4-14 0 0,1-4 0 15,-5-7 0-15,6-15 0 0,-6-4 0 0,-3-5 0 16,-2-1 0-16,-8 14-58 0,-4 1-53 0,-11 22 35 16,-5 7 0-16,0 4 219 0,-7 11-92 0,0 6-56 15,0 5 10-15,-9 7 122 0,-1 3-127 0,-8 5 0 16,4 0 0-16,-4 15 0 16,-1 13 0-16,3 7 0 0,1 5 0 0,3 5 0 0,4 3 0 15,4 5 0-15,1-1 0 0,3 5 0 16,0 2 0-16,0-2 0 0,3 0 0 0,8-1 0 15,0-3 0-15,1-5 0 0,2-2 0 0,-2-6 0 16,-1-7 0-16,3-6 0 0,-4-4 0 0,2-1 0 16,3-8 0-16,-6-2 0 0,0-3 0 0,-4-4 0 15,2 1-235-15,-4-4-29 0,-1-2 111 0,0 0-385 16,-2 0 247-16</inkml:trace>
  <inkml:trace contextRef="#ctx0" brushRef="#br0" timeOffset="-144234.46">31864 14704 3344 0,'-11'-15'-5'0,"11"13"3"0,0 1 1 0,10-1 1 0,10 0 0 0,5-2 0 0,12 0 0 0,7 3 0 0,18-2 0 0,5 3 0 0,3 0 276 0,8 0 43 16,1 6-319-16,0 4 0 0,-7 1 0 0,-2 0 0 0,-4 4 0 0,-12 1 0 15,1 5 0-15,-7 5-243 16</inkml:trace>
  <inkml:trace contextRef="#ctx0" brushRef="#br0" timeOffset="-144098.09">32944 14995 3931 0,'-4'-24'0'0,"4"18"0"0,2-5 0 0,8-2 0 0,-6 2 0 0,-1 5 0 0,4-3 0 0,1-2 0 0,2-2 0 0,-2 3 0 0,2 0 0 0,2 7 0 0,-2 3 0 0</inkml:trace>
  <inkml:trace contextRef="#ctx0" brushRef="#br0" timeOffset="-138429.97">4109 16488 3119 0,'-5'-4'0'0,"5"4"0"0,0-1 0 0,0 1 0 0,0-3 0 0,2 2 0 0,10-1 0 0,6-6 0 0,3 1 0 0,4-1 0 0,-2 1 201 0,4 0 250 0,3-3-291 0,-8 4-160 15,11-1 0-15,-7 2 0 0,3-1 0 0,-3 2 0 16,1 3 0-16,-6-2 0 0,2 2 0 0,-2 1 0 15,-2 0 0-15,-5 0 0 0,0 0 0 0,-3 0 0 16,-2 0-931-16,-2 0 392 0,1 0 250 0</inkml:trace>
  <inkml:trace contextRef="#ctx0" brushRef="#br0" timeOffset="-138328.71">4264 16707 391 0,'-17'0'0'0,"12"3"0"0,3 7 0 0,2-5 0 16,0-1 847-16</inkml:trace>
  <inkml:trace contextRef="#ctx0" brushRef="#br0" timeOffset="-138275.54">4249 16742 3931 0,'18'2'0'0,"2"-2"0"0,7 0 0 0,-2 0 0 0,5-2 0 0,-2 0 0 0,3-1 0 0,-4 1 0 0,-8 2 0 0,9 0 0 16,-7 0 0-16,1 0 0 0</inkml:trace>
  <inkml:trace contextRef="#ctx0" brushRef="#br0" timeOffset="-138229.42">4630 16755 391 0,'15'7'0'15</inkml:trace>
  <inkml:trace contextRef="#ctx0" brushRef="#br0" timeOffset="-137824.78">4993 16417 3620 0,'-15'-20'0'0,"9"17"0"0,1 0 0 16,1-7 0-16,2-1 0 0,2-1 0 0,0 0 0 0,0-3 0 0,11 1 0 0,4 3 0 0,4-2 169 0,2 6-27 0,-1 1-142 0,6 2 0 0,-5 3 0 0,0 1 0 16,4 1 0-16,-8 13 0 0,3 6 0 0,-4 2 0 15,-4 7 0-15,0-2 0 0,-5 7 0 0,-1 0 0 16,-3 4 0-16,-3 5 0 16,0-10 0-16,0 7 0 0,-3-2 0 15,-10-5 0-15,-4 0 0 0,-3-1 0 0,-5-6 0 0,-8 3 0 16,1-10 0-16,0-3 0 0,-11 0 0 0,13-4 0 15,-9-3 0-15,3-1 0 16,4-4 0-16,7-2 0 0,0-2 0 0,4 0 0 0,12 0 0 0,1 0 0 16,2 0 0-16,4 0 0 0,2 0 0 0,13 0 0 15,9 0 0-15,8 0 0 16,3 0 0-16,10 6 0 0,-3-1 0 0,3 5 0 16,-2-3 0-16,0 1 0 0,-2-1 0 0,5 3 0 0,-5-3 0 15,-4-4 0-15,3-1 0 0,-1 0 0 16,1-1 0-16,-3-1-372 0,0 0 157 0,2 0 88 15,1 0 45-15,-3-6-909 0,2-8 467 0,1-10 249 16</inkml:trace>
  <inkml:trace contextRef="#ctx0" brushRef="#br0" timeOffset="-137604.16">5704 16195 3931 0,'-3'-16'0'0,"3"12"0"0,0 2 0 16,11-2 0-16,6-2 0 0,6 3 0 0,7-2 0 0,4 4 0 0,5-1 0 0,8 2 0 0,15-2 0 0,-4 2 0 0,4 0 0 0,-13 0 0 0,9 0 0 0,-1 0 0 16,-3 0 0-16,-4 0 0 15,-3 0 0-15,-11 0 0 0,0-1 0 0,-10-2 0 16,-3 3 0-16,-7-1 0 0,-7 1 0 0,-4 0 0 16,-3 0-564-16,-2 0 16 0,-14 0-256 0,-9 0 383 0,-7 0 192 15,-11-2 96-15,-1-4-426 16</inkml:trace>
  <inkml:trace contextRef="#ctx0" brushRef="#br0" timeOffset="-137298.62">5918 16104 2786 0,'-30'9'0'0,"2"4"0"0,10-2 0 0,2 4 0 0,4 1 0 0,4 4 0 0,8 4 0 0,0 6 0 0,0 4 0 0,11 7 0 0,2 4 691 0,3 6-327 16,-2 13-274-16,-2-7-90 0,1 15 0 0,-2-4 0 0,-1 0 0 15,-3-4 0-15,-2-13 0 0,0-6 0 0,-2 0 0 16,0-4 0-16,-3-9 0 0,0-9 0 15,0-5 0-15,0-9 0 0,-3 1 0 16,-5-6 0-16,-4-4 0 0,-1 0 0 0,-4 0 0 0,-1-9 0 0,-5-8 0 16,0-6 0-16,-1-3 0 15,-1-3 0-15,2-1 0 0,7 8 0 0,-4-1 0 0,4 5 0 16,1 3 0-16,3 4 0 0,1 4 0 16,2 4 0-16,-1 3 0 0,1 0 0 0,-3 0 0 15,5 13 0-15,-2 6 0 0,1 2 0 16,0 7 0-16,-2-1 0 0,3 6 0 0,-4 0 0 15,4 2 0-15,0-2 0 0,2-3 0 0,3-2 0 16,-1-9-71-16,3 2-198 0,0-10 115 16,0 0-744-16,6-5 434 0,10-6-487 0</inkml:trace>
  <inkml:trace contextRef="#ctx0" brushRef="#br0" timeOffset="-136970.12">6154 16419 2703 0,'2'-6'0'15,"-1"6"0"-15,3 0 0 0,-2 10 0 0,1 3 0 0,-3 3 0 0,0 6 0 0,-5-1 0 0,-2 4 0 0,-4 4 0 0,-1 1 562 0,2-4-262 0,-3-1-131 0,4-5-56 0,1-3-29 0,1-4-84 0,3-3 0 16,0-3 0-16,2-3 0 16,2-3 0-16,0 1 0 0,0-2 0 0,0 0 0 15,10 0 0-15,5 2 0 0,5-2 0 0,-1 1 0 16,9 4 0-16,-5 3 0 0,5 1 0 0,1 2 0 15,-1 1 0-15,-2 8 0 0,0-1 0 0,-1 2 0 16,-3 0 0-16,-4-2 0 0,-3 4 0 0,-5 0 0 16,-2-2 0-16,-8 1 0 15,0-1 0-15,0 0 0 0,-8-2 0 16,-8-1 0-16,-5 2 0 0,-6-2 0 0,-1-3 0 0,-2-2 0 16,-1 0 0-16,-5-4 0 0,5-3 0 0,-4-4 0 15,3-2 0-15,2 0 0 0,2-4 0 0,3-17 0 16,1-10-121-16,9-11-346 0,6-7 214 0</inkml:trace>
  <inkml:trace contextRef="#ctx0" brushRef="#br0" timeOffset="-136828.95">6143 16502 3499 0,'13'-14'0'0,"1"6"0"0,2 2 0 0,-4-1 0 0,4-4 0 0,-2 6 0 0,6 1 0 0,2-2 0 0,2 5 0 0,6-1 0 0,0 0 242 0,2-1-106 0,2 3-82 16,2 0-54-16,0 0 0 0,-1 5-738 0,1 2 337 15,-1 4 215-15,-5 1 112 0</inkml:trace>
  <inkml:trace contextRef="#ctx0" brushRef="#br0" timeOffset="-136629.85">6909 16633 3931 0,'-8'0'0'0,"8"0"0"0,0 0 0 15,0 0 0-15,4 0 0 0,15 2 0 0,7 4 0 0,4-2 0 0,7 1 0 0,5-1 0 0,9-2 0 0,2-1 0 0,0-1 0 0,3 0 0 0,-6 0 0 0,-2-1 0 16,-2-4 0-16,-9-1 0 0,2-1 0 0,-14 4-234 0,1 1-158 16,-6-1 215-16,-9 3-957 0</inkml:trace>
  <inkml:trace contextRef="#ctx0" brushRef="#br0" timeOffset="-136374.21">7843 15893 3872 0,'0'-7'0'0,"0"4"0"0,0 3 0 0,0 10 0 0,-4 9 0 0,-5 13 0 0,0 11 0 16,-1 13 0-16,-4 6 0 0,-1 13 0 0,2 6 59 0,2 15-59 0,2-8 0 0,4-8 0 0,5 20 0 15,0-26 0-15,0 0 0 0,4-15 0 0,6-4 0 16,1-16 0-16,4-2 0 0,0-8 0 0,-2-12 0 16,0-6 0-16,3-4 0 0,-2-7 0 0,2 0 0 15,3-7 0-15,-5-11 0 16,5-4 0-16,-4-6 0 0,1 0 0 0,0-3 0 16,0-4-46-16,-2 1-22 0,1-2-907 0,0 5 468 15</inkml:trace>
  <inkml:trace contextRef="#ctx0" brushRef="#br0" timeOffset="-136134.54">8176 16417 3931 0,'-9'-5'0'0,"9"2"0"0,0 3 0 0,0 0 0 0,0 0 0 0,3 0 0 0,13 3 0 0,9 4 0 0,3 2 0 0,4-1 0 0,14 1 0 0,5-2 0 15,-1 1 0-15,3-1 0 0,-2-5 0 0,-8 1 0 16,10-1 0-16,-8-2 0 0,-2 0 0 0,-8 0 0 16,-2 0 0-16,-5 0 0 15,0 0-19-15,-10-2-238 0,-4-1 133 0,-5 3-100 16,-3-1-632-16,-4 0 401 0,-2-3-394 16</inkml:trace>
  <inkml:trace contextRef="#ctx0" brushRef="#br0" timeOffset="-135965.08">8652 15976 3931 0,'-6'-8'0'0,"4"4"0"0,-1 3 0 0,-2-1 0 0,3-1 0 0,-3 3 0 0,4 11 0 0,1 14 0 0,0 15 0 0,0 6 0 0,1 19 0 0,2 2 0 0,1 2 0 0,1 7 0 15,-3 0 0-15,-1 8 0 0,1-2 0 0,0 0 0 16,0-2 0-16,-2-13-193 15</inkml:trace>
  <inkml:trace contextRef="#ctx0" brushRef="#br0" timeOffset="-135230.15">9555 15690 2046 0,'-13'-20'0'0,"4"8"0"0,1 8 0 0,2 0 0 0,1 3 0 0,1 1 0 0,0 0 0 0,3 9 0 0,1 17 0 0,0 10 1 0,0 9 251 15,0 14-108-15,0 4-54 16,1-1 365-16,3 23-201 0,-2-8-99 0,0 2 204 0,-2 0-184 16,0-1-175-16,0 1 0 0,0 0 0 15,0-1 0-15,0-7 0 0,0-3 0 0,0-15 0 0,0 2-14 16,0-6 6-16,0-9 0 0,0-5-238 0,0-9 142 16,0-5 71-16,0-6-28 15,0-6-719-15,0-4 372 0,0-2-354 0,2-3 362 16,7-15 182-16</inkml:trace>
  <inkml:trace contextRef="#ctx0" brushRef="#br0" timeOffset="-134893.18">9705 16505 2835 0,'4'0'0'0,"1"0"0"0,3 0 0 0,-4 9 0 0,0 7 0 0,1 0 0 0,1 8 0 15,2 1 0-15,-4 0 0 0,3 6 0 0,-4-1 119 0,1-1 416 0,2-2-250 0,-5-7-128 0,1-2-157 16,3-6 0-16,-3-1 0 0,-1-5 0 0,1-3 0 15,0 0 0-15,0-3 0 0,3-8 0 0,4-17 0 16,2-5 0-16,1-1 0 0,4-1 0 16,-3 2 0-16,2 0 0 0,-4 8 0 15,2 3 0-15,0 4 0 0,-2 7 0 0,3 0 0 16,-1 8 0-16,1 0 0 0,2 8 0 0,-2 7 0 16,0 5 0-16,-1 10 0 0,-1 1 0 0,-1 3 0 15,-2-1 0-15,-1 1 0 0,-1-10 0 0,-1 2 0 16,-1-3 0-16,-1-5 0 0,-2-8 0 0,-1 0 0 15,1-3 0-15,-2-3 0 0,0-2 0 0,0-2 0 16,-2 2 0-16,-5-2 0 0,0 0 0 0,1 0 0 16,3 0 0-16,-4-2 0 0,6-4 0 15,1-1 0-15,0-3 0 0,0-1-329 16,10-4-242-16,4-2 267 0,3-1-669 0</inkml:trace>
  <inkml:trace contextRef="#ctx0" brushRef="#br0" timeOffset="-134620.55">10470 15831 3329 0,'-2'-7'0'0,"2"5"0"0,-2 0 0 0,2 2 0 0,0 0 0 0,0 0 0 0,0 7 0 0,0 16 0 0,2 14 0 0,2 10 0 0,-3 20 602 0,1 0-602 0,0-5 0 0,-2 19 0 16,0-8 0-16,2-2 0 15,0 0 0-15,-1 1 0 0,1-9 0 0,3 11 0 0,-3-18 0 16,0 0 0-16,1-5 0 0,-1-11 0 0,0-3 0 0,0-7 0 16,-1-7 0-16,1-2 0 15,-2-5 0-15,0-4 0 0,0-3 0 0,0-1 0 16,0-3 0-16,0 1 0 0,0-3 0 0,0-2-526 16,-3 0 106-16,3-1 195 0,-2 0 94 0,2 0-646 15,0 0 369-15</inkml:trace>
  <inkml:trace contextRef="#ctx0" brushRef="#br0" timeOffset="-134270.18">11037 16397 2289 0,'0'-29'0'0,"0"8"0"0,0 5 0 0,0-3 0 0,0 0 0 0,-6 4 0 0,-3 2 0 0,-2 2 0 0,-3 1 0 0,0 4 0 0,-7 2 491 0,-2 3-227 0,-3 1-113 0,-1 1-56 16,0 13 138-16,-1 3-88 0,3 2-58 0,6 3-25 16,3-1 52-16,5 3-114 0,6 2 0 0,5-1 0 15,0 6 0-15,5-1 0 16,15 1 0-16,2-1 0 0,10 1 0 0,-7-7 0 16,7-1 0-16,-2-1 0 0,-2-2 0 0,-2 1 0 15,-5-5 0-15,-9 2 0 0,2-1 0 0,-5-2 0 16,-7 1 0-16,0 2 0 0,-2 3 0 0,-9-3 0 15,-11 4 0-15,-1-3 0 0,-4-2 0 0,-3 0 0 16,1-3 0-16,3-8 0 0,-8 4 0 0,5-4 0 16,9-4 0-16,-3-2 0 15,5 0 0-15,4 0 0 0,3-9 0 0,5-11 0 16,4-6-154-16,0-3-199 0,15-7 156 0</inkml:trace>
  <inkml:trace contextRef="#ctx0" brushRef="#br0" timeOffset="-133933.65">11075 16519 3292 0,'13'-2'0'0,"6"-1"0"0,-5 3 0 0,-3 0 0 0,1 0 0 0,1 0 0 0,1 5 0 0,0 0 0 0,3 5 0 0,2 0 0 0,3 1 248 0,1 2-104 0,2-5 103 16,-1 0-247-16,2-2 0 0,2-6 0 0,2 0 0 16,0 0 0-16,-3-2 0 0,-3-10 0 0,-7-1 0 15,-2 0 0-15,-4 0 0 0,-5-4 0 0,-4 2 0 16,-2-3 0-16,0-6 0 0,-6 5-10 0,-10-6-56 15,-3 0-75-15,-2 4 211 0,-3 0-69 0,1 6 0 16,0 3 144-16,0 3-145 16,0 5 0-16,-5 2 0 0,3 2 0 0,0 3 0 15,3 15 0-15,2 2 0 0,-1 6 0 0,6 3 0 16,1 3 0-16,7 2 0 0,5 1 0 0,2-1 0 16,0 1 0-16,2-1 0 0,7-2 0 0,7 0 0 15,0-5 0-15,3-3 0 0,2-3 0 0,1-2 0 16,1-4 0-16,3-4 0 15,-3-1 0-15,9-5 0 0,-2-4-312 0,2-1 87 0,0 0 93 0,2 0-432 16,1-1 254-16,6-10 140 0,-4-7-671 16</inkml:trace>
  <inkml:trace contextRef="#ctx0" brushRef="#br0" timeOffset="-133739.1">11923 16387 3800 0,'0'-14'0'0,"-9"3"0"16,-8 4 0-16,-3 3 0 0,-7 2 0 0,3 2 0 0,5 0 0 0,-7 9 0 0,7 6 0 0,3 5 0 0,0 6 131 0,5 4-131 0,5 1 0 0,4 8 0 0,2 3 0 16,0-5 0-16,12 7 0 0,6-6 0 0,1-8 0 0,8-2 0 0,1-4 0 15,0-5 0-15,2-3 0 16,-1-9 0-16,1-4 0 31,-3-3 0-31,-3 0 0 0,-1 0-364 0,0-3-196 0,-3-6 261 0,-3-3 130 0,-2 1-706 0</inkml:trace>
  <inkml:trace contextRef="#ctx0" brushRef="#br0" timeOffset="-133565.15">12095 16409 3931 0,'-10'-7'0'16,"4"2"0"-16,-1-1 0 0,1 1 0 0,3 2 0 0,3 1 0 15,0 0 0-15,5 0 0 0,16 2 0 0,5 0 0 0,2 0 0 0,6 2 0 0,2 5 0 0,3-2 0 0,6 1 0 0,-10-2 0 0,13-3 0 0,-13-1 0 16,3 0 0-16,-2 0 0 0,-7 0-143 0,-8 0-173 0,-1 0 173 15,-10-1-757-15,-2 1 431 0,-5 0 216 16,0-3 107-16,-3 2-412 0,-4-9 265 0</inkml:trace>
  <inkml:trace contextRef="#ctx0" brushRef="#br0" timeOffset="-133379.65">12423 15997 3081 0,'-15'-16'0'0,"4"11"0"0,1 2 0 0,-1 3 0 0,-1 0 0 0,3 14 0 0,2 11 0 0,0 10 0 0,1 6 0 0,0 8 0 0,-1 9 143 15,1 12 564-15,2-3-707 0,1 2 0 0,3-1 0 0,0 3 0 0,0-13 0 16,3 0 0-16,10-4 0 0,1-7 0 16,-3-16 0-16,3 0 0 0,0-12 0 15,1-3 0-15,2-8 0 0,-2-3-178 0,0-5-295 16,0 0 248-16,2-10-23 0,0-11 115 0,-2-2-10 16,-1-4 52-16</inkml:trace>
  <inkml:trace contextRef="#ctx0" brushRef="#br0" timeOffset="-133228.87">12610 16468 3326 0,'0'-16'0'0,"0"8"0"0,0 0 0 0,0 2 0 0,0 0 0 15,3 5 0-15,6 0 0 0,12-2 0 0,3 1 0 0,4 0 0 0,6 2 543 0,8 0-481 0,-3 0-62 0,2 0 0 0,1 0 0 0,-1 2 0 16,-4-2 0-16,11 0 0 0,-13 0 0 0,1 0 0 16,-2 0 0-16,-10 0-483 0,-3 0 131 0,-8 0 191 15,-4 0-796-15,-4 0 459 0,-5 0 230 0,0 0 115 16</inkml:trace>
  <inkml:trace contextRef="#ctx0" brushRef="#br0" timeOffset="-133084.79">12945 15981 3570 0,'-7'-18'0'0,"3"4"0"0,0 7 0 0,3 2 0 0,1 2 0 0,0 3 0 0,0 15 0 0,3 19 0 0,3 12 0 15,1 14 0-15,-1 9 148 0,-4 9 65 0,0 17-213 0,0-9 0 0,0 2 0 0,-1 2 0 16,1-13 0-16,-2 8 0 0,0-2-158 0,0-3-318 15,-3-1 258-15</inkml:trace>
  <inkml:trace contextRef="#ctx0" brushRef="#br0" timeOffset="-132719.84">13471 16272 3640 0,'0'-18'0'16,"0"18"0"-16,13 0 0 0,2 0 0 0,2 0 0 0,3 0 0 0,0 3 0 0,2-1 0 0,7 2 0 0,1-2 0 0,2 2 114 0,3-1 63 0,2 0-177 0,1-2 0 0,-2 1 0 16,-2 0 0-16,-6-1 0 0,1 2 0 0,-8-3-494 15,-3 2 198-15,-7-1 168 0,-2-1-744 0,-5 3 329 16,-4-3 257-16,0 0 123 0</inkml:trace>
  <inkml:trace contextRef="#ctx0" brushRef="#br0" timeOffset="-132562.91">13759 15912 2225 0,'-16'-11'0'0,"4"9"0"0,0 2 0 0,3 3 0 0,-1 13 0 0,3 10 0 0,-1 7 0 0,4 13 0 0,1 0 0 0,-1 7 0 16,0 13 618-16,3-4-290 0,-1-5-135 0,-2 17-82 0,4-6 84 0,0-3-79 0,0-3-38 15,4-9-635-15,8-1 308 0,6-6 139 16,0-6 74-16,3-12-826 0,5-3 419 0</inkml:trace>
  <inkml:trace contextRef="#ctx0" brushRef="#br0" timeOffset="-131793.28">14412 16397 2478 0,'2'-40'0'0,"-2"10"0"0,0-2 0 0,-2 0 0 0,-9 2 0 0,-2 3 0 0,-2 7 0 0,-1 4 0 0,0 6 0 0,-5 4 0 0,-2 6 528 0,-3 0-249 0,2 14-121 0,-4 13-59 15,3 5 160-15,3 10-129 0,-1 2-130 0,6 5 0 16,2 4 0-16,4 4 0 0,4-4 0 0,5 1 0 16,2-11 0-16,0 7 0 0,0-16 0 0,9-3 0 15,0-11 0-15,7-2 0 0,-2-6 0 0,5-6 0 16,2-6 0-16,3-6 0 0,2-20 0 0,1-6 0 15,-4-2 0-15,7-13 0 16,-6 1 0-16,-2-1 0 0,-1-1 0 0,-4 4 0 16,-4 11 0-16,-4 1 0 0,-5 11 0 0,1 6 0 15,-4 2 0-15,1 6 0 0,-2 5 0 0,0 2 0 16,0 0 0-16,-12 18 0 0,3 10 0 0,4 1 0 16,-1 5 0-16,0 1 0 0,2 4 0 0,2-2 0 15,2-2 0-15,0-6 0 0,0-9 0 0,2-3 0 16,4-6 0-16,2-4 0 0,3-7 0 0,3 0 0 15,0-10 0-15,3-14 0 0,0-1 0 16,0-1 0-16,0-5 0 0,-2 2 0 16,0 8 0-16,0-4 0 0,-2 5 0 0,1 4 0 15,-5 8 0-15,-2 2 0 0,2 1 0 0,-1 5 0 16,0 0 0-16,-3 8 0 0,-3 14 0 0,0 3 0 16,-2 6 0-16,0-1 0 0,0 0 0 0,0-3 0 15,0-8 0-15,0-3 0 0,0-3 0 0,1-4 0 16,5-7 0-16,4-2 0 0,1-2 0 0,0-17 0 15,4-5 0-15,-2-2 0 16,-1 1 0-16,-1-1 0 0,-4 7 0 0,1 0 0 16,-4 8 0-16,0 1 0 0,-3 5 0 0,1 3 0 15,0 0 0-15,0 2 0 0,0 12 0 0,-2 12 0 16,2 2 0-16,1 5 0 0,5-1 0 0,3-1 0 16,2 1 0-16,6-6 0 0,2-4 0 0,3-9 0 15,4-7 0-15,4-4 0 0,2 0 0 0,6-17 0 16,-3-6 0-16,2-3 0 0,-1-6 0 0,0-3 0 15,-2-5 0-15,-4-4 0 0,-4-1 0 0,-4-3 0 16,-4-6 0-16,0-1 0 0,-2-11-134 0,-5 15 39 16,-2-3 28-16,-5 3-9 15,-2 14 1-15,-2 8 27 0,-2 3 9 0,0 7 545 16,0 10-478-16,-6 3-28 0,-3 6 0 0,0 2 0 16,1 24 0-16,0 12 0 0,3 6 0 0,3 8 0 15,0 13 0-15,2-8 0 0,0 17 0 0,0-8 0 16,4 2 0-16,8-4 0 0,0-1 0 15,6-11 0-15,0 0 0 0,5-10 0 16,-5-14 0-16,3-3 0 0,-2-9 0 0,-3-1-427 0,2-3 184 16,-9-5 102-16,-2-1-333 0,-5 1 218 15,-2-5 109-15</inkml:trace>
  <inkml:trace contextRef="#ctx0" brushRef="#br0" timeOffset="-131602.84">14906 16222 3931 0,'-17'-17'0'0,"8"7"0"0,0 5 0 0,5-2 0 0,4 0 0 0,0 0 0 0,15 1 0 0,13 4 0 0,11 2 0 0,7 0 0 0,12 0 0 0,13 2 0 0,-2 8 0 0,5-3 0 16,-1 3 0-16,3-5 0 16,0 1 0-16,-3-5 0 0,1 2 0 0,-5-3 0 0,-12 0 0 0,1 0-187 15,-15 0-331 1,-4 6-903-16</inkml:trace>
  <inkml:trace contextRef="#ctx0" brushRef="#br0" timeOffset="-131343.1">16062 15731 3931 0,'0'-15'0'0,"0"12"0"0,0 1 0 0,0 2 0 0,0 0 0 16,0 4 0-16,2 18 0 0,1 13 0 0,3 11 0 0,-5 22 0 0,-1 18 0 0,0 9 0 0,0 6 0 0,0 3 0 0,-5 3 0 16,-2 23 0-16,0-10 0 0,2-17 0 15,1 12 0-15,1-4 0 0,1-2 0 16,2-4-449-16,0-8-84 0,0-19 249 0,0 0 150 0</inkml:trace>
  <inkml:trace contextRef="#ctx0" brushRef="#br0" timeOffset="-130534.77">16685 15454 2393 0,'-7'-25'0'16,"0"11"0"-16,4 6 0 0,1 3 0 0,0 4 0 0,2 1 0 0,-2 0 0 0,2 19 0 0,0 19 0 0,0 13 0 0,0 14 343 0,0 10-154 0,0 21-76 0,2-8-30 0,0 33 503 16,0 12-362-16,-2-9-224 0,0 3 0 0,0 7 0 15,-6-8 0-15,-3 25 0 16,4-13 0-16,-2-7 0 0,4-8 0 0,3-21 0 0,0-17 0 0,0-4 0 15,0-11 0 1,3-20 0-16,-1-3 0 0,0-13-171 16,-2-7-21-16,0-3 93 0,0-9-34 0,0-6 49 0,0-4-385 0,0-3 217 0,-4-2 99 0,2 0-407 15,1-2 262-15,1-9 131 0</inkml:trace>
  <inkml:trace contextRef="#ctx0" brushRef="#br0" timeOffset="-130238.96">17081 17084 3931 0,'-8'0'0'0,"8"6"0"0,-2 20 0 0,0 2 0 0,0 8 0 0,2 6 0 0,0 5 0 0,0 1 0 0,4 2 0 0,11 1 0 16,4-4 0-16,7-4 0 0,4-7 0 0,0-13 0 0,9 5 0 15,2-17 0-15,1-7 0 0,0-4 0 0,-1-9 0 16,-9-12 0-16,7-12-11 0,-10 1-61 0,-10 2 55 15,-6-2 21-15,-8-5-24 0,-5 1-67 0,0-3 38 16,-15 0-80-16,-7 4 499 0,-7-2-359 16,-1 4-11-16,0 8 0 0,-11-1 0 0,2 11 0 15,-5 4 0-15,1 11 0 0,2 0 0 0,5 7 0 16,2 10 0-16,4 1 0 0,6 7 0 0,7 0 0 16,6 3 0-16,8-7-170 0,3 3 17 0,3-1 21 15,15-5-558-15,9-4 326 0</inkml:trace>
  <inkml:trace contextRef="#ctx0" brushRef="#br0" timeOffset="-129270.66">17379 15907 1739 0,'0'-5'0'0,"0"-2"0"0,0-2 0 0,0-5 0 0,2-1 0 0,0-2 0 0,2-3 0 0,0 0 0 0,0-4 0 0,-1 2 0 0,-1 2 92 0,0-3-28 15,0 2 81-15,-2 3-53 0,0 1-18 0,0 1-10 16,-6 3 84-16,-5 2-55 0,-2 5-28 16,-2 2 118-16,-6 4-63 0,-5 0-46 0,-6 21 1 0,0 8-3 15,-4 9 1-15,-8 10-36 16,14-3 111-16,-5 13-60 0,13-11-25 0,-1 6-1 15,8-3 82-15,6-3-53 0,7-11-18 0,2 0-21 16,0-6-52-16,5-10 0 0,11 0 0 0,-2-9 0 16,5-4 0-16,4-7 0 0,3 0 0 0,-2-4 0 15,1-14 0-15,0-6 0 0,-1-3 0 0,-4-6 0 16,3-6 0-16,-7 5 0 0,-2-7-71 0,-5 8-30 16,1-5 49-16,-4 0-6 0,-4 6 44 0,-1 4-19 15,-1 7 15-15,0 6 140 0,0 2-66 0,0 4-33 16,-3 4 0-16,-3 2 95 0,-2 3-113 0,1 5-5 15,-2 16 0-15,0 2 0 0,6 8 0 0,-1 0 0 16,4 3 0-16,0 0 0 0,0-1 0 0,7-3 0 16,9-5 0-16,-3-6 0 15,4-4 0-15,2-3 0 0,-2-7 0 0,4-5 0 16,-3 0 0-16,4-5 0 0,-2-15 0 0,0-2 0 16,-1-4 0-16,-2-2 0 15,0-2 0-15,-2-1 0 0,-4 4 0 0,0 6 0 0,-1 0 0 0,-1 6 0 16,-3 6 0-16,-3 1 0 15,3 2 0-15,0 5 0 0,-1 1 0 0,1 0 0 0,-1 12 0 16,1 9 0-16,-4 4 0 0,-1 0 0 16,2 5 0-16,-1 1 0 0,-2-1 0 0,0-7 0 15,0-1 0-15,0-6 0 0,0-2 0 0,0-3 0 16,0-5 0-16,0-2 0 0,0-4 0 0,-6 0 0 16,-2 0 0-16,3-5 0 0,-1-11 0 0,3-1 0 15,3-7 0-15,0-2 0 16,0-4 0-16,5-3 0 0,6 2 0 15,7 1 0-15,-2 2 0 0,3 1 0 0,2 2 0 16,1 5 0-16,1 4 0 0,1 2 0 0,3 3 0 16,-5 5 0-16,8 2 0 0,-4 3-912 0,1 1 385 0,-6 0-965 15,5 6 1342-15,-8 4 47 0,3 4 37 0,0 2-519 16,-5-2 518-16</inkml:trace>
  <inkml:trace contextRef="#ctx0" brushRef="#br0" timeOffset="-129074">18159 15754 2817 0,'0'-11'0'0,"0"-1"0"0,-8 3 0 0,-3-2 0 15,-2 1 0-15,-2 3 0 0,0 1 0 0,0 2 0 0,0 3 0 0,0 1 0 0,0 0 230 0,-2 7-97 0,2 9 589 0,-2 9-693 0,6 5-29 0,1 3 0 16,4 7 0-16,5 1 0 0,1-6 0 16,0 10 0-16,13-7 0 0,2-8 0 15,9 1 0-15,3-5 0 0,5-2 0 0,9-9 0 0,-4-6 0 0,5-6 0 16,-1-3 0-16,2 0 0 0,-7-1-612 15,11-9 6-15,-6 3 284 0,1-1-692 16</inkml:trace>
  <inkml:trace contextRef="#ctx0" brushRef="#br0" timeOffset="-128728.64">18370 15683 3198 0,'-7'0'0'0,"4"-2"0"0,3 0 0 0,0 2 0 0,0 0 0 0,0 0 0 0,3 0 0 0,13 0 0 0,8 0 0 0,2 0 0 0,6 0 569 0,-2 0-405 0,3 0-164 0,2 0 0 15,-3 0 0-15,2 0 0 0,-2 0 0 16,-2 0 0-16,-4 0 0 16,-4 0-650-16,-3 0 308 0,-8 0 190 0,1 0-731 15,-7 0 424-15,-3 5 200 0,-2-1 116 0,0 1 53 0,-3-3 27 16</inkml:trace>
  <inkml:trace contextRef="#ctx0" brushRef="#br0" timeOffset="-128559.39">18636 15393 2492 0,'-6'-1'0'0,"-1"1"0"0,2 0 0 0,-2 10 0 0,0 11 0 0,0 10 0 0,-1 9 0 0,0 3 0 15,-1 4 0-15,0 3 0 0,2 9 277 0,-2-3-126 0,2 4-56 0,5-4-15 0,2-2-1 16,0-1-42-16,2-13 10 15,11 0-424-15,4-5 207 0,4-9 104 0,1-5-596 0,4-9 349 16,4-6 143-16,1-4 95 0,2-2-569 16,-3 0 304-16</inkml:trace>
  <inkml:trace contextRef="#ctx0" brushRef="#br0" timeOffset="-127948.05">18931 16064 1582 0,'20'-23'0'0,"-1"-1"0"0,-4 4 0 16,0-10 0-16,-2 1 0 0,-3 1 0 0,-3 0 0 0,-3 0 0 0,0 3 0 0,-3-3 0 0,1 6 136 0,-2-1-49 0,0 4 329 0,-3 4-189 15,-5 2-86-15,-4 4 261 0,-2 3-182 0,-1 5-92 0,-4 1-45 16,-4 0-1-16,7 11-35 0,-9 10 61 16,3 3-36-16,3 3 1 0,-2 6 54 0,4 0-127 15,4 5 0-15,2 0 0 0,5-1 0 0,2-1 0 0,4-4 0 16,0-6 0-16,0-2 0 0,8-2 0 0,5-6 0 16,2-5 0-16,2-5 0 0,2-6 0 0,3 0 0 15,-1-8 0-15,0-10 0 0,-1-5 0 16,1-4 0-16,-3-2 0 0,-2-3 0 0,-2-1 0 0,-2 2 0 15,-4 1 0-15,-3 8-48 16,-3-1 94-16,0 5-44 0,-2 8-2 0,0 1-28 16,0 3 56-16,-4 3-28 0,-5 3 0 0,-2 0 0 15,-1 12 0-15,1 8 0 0,4 5 0 0,-1 3 0 16,2 0 0-16,4 2 0 0,2-2 0 0,0-4 0 16,0-2 0-16,4-4 0 0,6-5 0 0,3-3 0 15,1-5 0-15,2-5 0 0,1 0 0 0,3-9 0 16,-4-6 0-16,4-7 0 0,-3 0 0 15,1-2 0-15,-2 1 0 0,-2-2 0 16,-5 8 0-16,0-2 0 0,-2 3 0 0,0 7 0 16,-4 4 0-16,-1-1 0 0,0 5 0 0,0 1 0 15,-1 0 0-15,1 9 0 0,-2 12 0 0,0 3 0 16,0-1 0-16,2 7 0 0,0-2 0 0,0-7 0 16,1 1 0-16,3-6 0 0,-2-4 0 0,2-5 0 15,-1-3 0-15,3-4 0 0,1 0 0 0,-1-4 0 16,-1-13 0-16,0-1 0 0,-1-1 0 15,2-2 0-15,-2 3 0 0,-3 0 0 16,-1 6 0-16,2 0 0 0,-2 5 0 0,-1 3 0 16,-1 0 0-16,0 3 0 0,0 1 0 0,2 0 0 15,2 5 0-15,2 10 0 0,0 4 0 0,3 1 0 16,-2 2 0-16,5-2 0 0,-1 0 0 0,0 0 0 16,1-6 0-16,-1 0 0 0,-2-6 0 0,1-1 0 15,-3-4 0-15,-1-1-248 0,-1 0 51 0,-3-2-598 16,1 0 384-16,-2 0 186 0,1 0 95 0,0-2-577 15</inkml:trace>
  <inkml:trace contextRef="#ctx0" brushRef="#br0" timeOffset="-127680.48">19528 15745 3697 0,'7'-15'0'16,"1"4"0"-16,0-2 0 0,1 5 0 0,-2-2 0 0,7 1 0 0,0 2 0 0,4 1 0 0,6 4 0 0,0 2 0 0,2 0 145 0,-1 4-56 0,0 11-89 15,-3 6 0-15,-3 5 0 0,-4 4 0 0,-2 1 0 16,-6 5 0-16,-5 2 0 0,-2 4 0 0,-4-1 0 0,-14-2 0 16,-8 3 0-16,-3-7 0 0,1-5 0 0,-2-4 0 0,-2-6 0 15,2-6 0-15,2-7 0 0,7-5 0 0,1 0 0 16,1-2 0-16,8 0 0 0,1 0 0 0,4-2 0 16,3-1 0-16,3 1 0 0,0-4 0 0,3 4 0 15,16 1 0-15,6-2 0 0,3 3 0 16,6 0 0-16,7 0 0 0,2 0 0 15,4 6 0-15,3 0 0 0,1-1 0 0,2 1-35 16,4 0-102-16,-2-1 46 16,0 3-678-16</inkml:trace>
  <inkml:trace contextRef="#ctx0" brushRef="#br0" timeOffset="-127159.4">19951 16672 2328 0,'-21'-3'0'0,"4"1"0"0,6 2 0 0,1 0 0 0,5 0 0 0,3 2 0 0,2 3 0 0,0 1 0 0,6 0 0 0,16 3 0 0,9-3 581 0,8-1-272 0,2-1-136 0,4 0-68 15,2-2 148-15,-5-2-99 0,8 0-126 0,-6 0-28 16,-7 0 0-16,0 0 0 0,-3 0 0 16,-9-2-221-16,-1 0 4 0,-7 0 126 0,-6-1 65 15,-1 2-847-15,-9 1 321 0,-1 0 264 0</inkml:trace>
  <inkml:trace contextRef="#ctx0" brushRef="#br0" timeOffset="-126987.35">20031 17038 3931 0,'-6'2'0'0,"5"2"0"0,1-2 0 0,0-2 0 0,0 0 0 0,1 0 0 0,17 0 0 16,10 0 0-16,9-2 0 0,1-2 0 0,6 0 0 0,-3 1 0 0,11-1 0 0,-9 0 0 0,2-1 0 0,-1 3 0 0,-3-4 0 16,-4 3 0-16,1 2-197 0,-4-5-212 0,-9 5 223 15,-4 1-1128-15,-5 0 639 0</inkml:trace>
  <inkml:trace contextRef="#ctx0" brushRef="#br0" timeOffset="-125320.06">21040 16495 2637 0,'-17'-8'0'0,"0"-2"0"0,-2 0 0 0,1-3 0 0,2 3 0 0,2-4 0 0,3 1 0 0,1-3 0 16,6-2 0-16,4 3 0 0,0-2 117 0,4-5-39 0,17 0-1 0,5 5 181 0,2-1-114 15,6 0-54-15,0 5-26 0,3 3 105 0,-1 6-66 16,1 3-23-16,-5 1-16 0,1 0-14 0,-8 15-50 16,-2 1 0-16,-6 3 0 0,-2 11 0 0,-6 1 0 15,-6 9 0-15,-3 2 0 0,-5 2-1 16,-11 4 2-16,-7 2-1 0,-5-1 0 15,-2-2-7-15,-6-2-4 0,-3-3-4 0,0-6 4 16,-3-4 16-16,1-6 34 0,2-6-39 0,4-5 0 16,1-3 0-16,8-4 0 0,4-3 0 0,8-4 0 15,2-1 0-15,4 0 0 0,5 0 0 0,3 0 0 16,0 0 0-16,7-1 0 0,19-7 0 16,5 1 0-16,8-1 0 0,-6 2 0 0,12 1 0 0,-1 2 0 15,0 0 0-15,2 2 0 16,-10 1 0-16,3 0 0 0,-2 0 0 15,0 4 0-15,-4 2 0 0,-1-1 0 0,0-4 0 16,0 3 0-16</inkml:trace>
  <inkml:trace contextRef="#ctx0" brushRef="#br0" timeOffset="-125092.04">21783 16087 3931 0,'7'-3'0'0,"7"-2"0"0,7-1 0 0,6 1 0 0,7 1 0 0,-1 2 0 0,6 0 0 0,16-2 0 0,-5 2 0 0,3 0 0 0,4 0 0 0,-3 1 0 0,0-5 0 16,1-3 0-16,-2 5 0 16,-7-4 0-16,-9 1 0 0,-4 1 0 0,-11 4-574 0,-3 2 243 0,-10 0 157 15,-2 0-599-15,-7 8 369 0,0 3 173 16,-16 2 102-16,-7 0-401 0,-2-5 246 15</inkml:trace>
  <inkml:trace contextRef="#ctx0" brushRef="#br0" timeOffset="-124777.79">22125 16023 2009 0,'-34'-1'0'0,"4"-2"0"0,9 3 0 0,-2 0 0 0,5 3 0 0,4 5 0 0,7 3 0 0,0 7 0 0,4 7 0 0,3 4 0 0,0 4 247 0,1 11-104 15,3-1 399-15,2 4-252 0,2 4-127 16,-5 1-53-16,1 1 149 15,-2 1-111-15,0-1-128 0,-2-2-20 0,0-4 0 0,0-12 0 0,0 1 0 16,0-11 0-16,-2-1 0 16,-2-8 0-16,-1-5 0 0,-1-2 0 0,1-5 0 0,-7-4 0 0,1 0 0 15,-1 0 0-15,-1-13 0 0,-1-3 0 16,-4-9 0-16,4 0 0 0,-2-6 0 0,4-3 0 0,-2 4 0 16,5 8 0-16,-3 0 0 0,5 4 0 15,-1 8 0-15,5 4 0 0,-1 1 0 0,1 2 0 0,-1 3 0 16,-3 0 0-16,0 19 0 0,0 4 0 15,0 3 0-15,-3 3 0 0,-1 5 0 16,0 0 0-16,-1 2 0 0,3-1 0 0,0 0 0 16,2-9 0-16,2 3 0 0,3-8 0 0,2-4-59 15,0-5-125-15,0-3 76 0,0-3-642 0,9-4 361 16</inkml:trace>
  <inkml:trace contextRef="#ctx0" brushRef="#br0" timeOffset="-124459.21">22184 16347 2654 0,'0'0'0'0,"0"0"0"0,-4 8 0 0,-3 5 0 0,-2 5 0 0,-3 0 0 0,1 1 0 0,2-1 0 0,-3 1 0 15,3 0 0-15,0-5 335 0,2-5-148 0,3-2-75 0,3-3-38 0,-1-3 141 0,2 2-80 0,0-3-53 0,0 0 55 16,0 0-137-16,12 0 0 0,4 0 0 15,3-3 0-15,1 0 0 0,3 1 0 16,0 2 0-16,0 0 0 0,2 0 0 0,-6 10 0 16,4 5 0-16,-7 6 0 0,0 4 0 0,-7 1 0 15,-3 3 0-15,-5 1 0 0,-1 0 0 0,0 0 0 16,-12 0 0-16,-8-4 0 0,0 0 0 0,-2-3 0 16,-5-5 0-16,1-2 0 0,-1-3 0 0,-1-5 0 15,1-3 0-15,2-2 0 16,-5-3 0-16,9 0 0 0,-2 0 0 0,3-6 0 15,1-9 0-15,5-5 0 0</inkml:trace>
  <inkml:trace contextRef="#ctx0" brushRef="#br0" timeOffset="-124318.11">22105 16323 3288 0,'11'-7'0'0,"3"-2"0"0,0 3 0 0,7-2 0 0,4 1 0 0,-3 1 0 0,10 1 0 0,-2-1 0 0,2 4 0 0,3 0 0 0,0 2 85 0,0 0-14 0,-1 0-240 0,0 0 104 16,-2 2 51-16,-2 3-843 0</inkml:trace>
  <inkml:trace contextRef="#ctx0" brushRef="#br0" timeOffset="-124124.58">22667 16490 3931 0,'0'0'0'0,"0"0"0"0,0 0 0 0,3 0 0 0,15 0 0 0,3 0 0 0,8 5 0 0,1-1 0 0,2 2 0 0,3-2 0 0,2-2 0 0,0-2 0 16,-1 2 0-16,-1-2 0 0,-3 0 0 0,-7 0 0 0,-1 0-237 16,-6 0 112-16,-2 0 80 0,-5 1-854 15</inkml:trace>
  <inkml:trace contextRef="#ctx0" brushRef="#br0" timeOffset="-123910.09">23458 15824 3931 0,'0'10'0'0,"0"17"0"0,-10 13 0 0,-7 14 0 0,0 0 0 0,-8 24 0 0,3-4 0 0,3 6 0 0,3 1 0 0,4 1 0 0,3 2 0 0,3 1 0 0,6-7 0 0,0-6 0 16,1-18 0-16,13-1 0 0,3-15 0 0,3-4 0 16,5-12 0-16,1-6 0 0,3-9 0 0,-1-5 0 15,-5-2 0-15,7 0 0 0</inkml:trace>
  <inkml:trace contextRef="#ctx0" brushRef="#br0" timeOffset="-122124.58">23874 16393 3639 0,'0'1'0'0,"0"6"0"0,0-2 0 0,12 1 0 0,4 1 0 0,11-2 0 0,8 1 0 0,9-4 0 16,3-1 0-16,5-1 0 0,3 0 279 0,-3 0-266 0,-1 0-13 16,-5 0 0-16,-9 0 0 0,0 0 0 0,-5 3 0 15</inkml:trace>
  <inkml:trace contextRef="#ctx0" brushRef="#br0" timeOffset="-122094.52">24497 16449 376 0,'10'5'0'0,"-2"0"0"0</inkml:trace>
  <inkml:trace contextRef="#ctx0" brushRef="#br0" timeOffset="-121929.16">24209 15907 3820 0,'-4'-6'0'0,"0"2"0"0,4 4 0 0,0 7 0 0,0 26 0 0,2 14 0 0,4 12 0 0,-1 5 0 0,-3 9 0 0,0 6 0 0,-2 4 111 0,0 13-111 0,-4-10 0 16,-1-9 0-16,1 3 0 0,2 0 0 0,2-15-280 16,0 14-75-16</inkml:trace>
  <inkml:trace contextRef="#ctx0" brushRef="#br0" timeOffset="-120378.52">24887 15731 3269 0,'0'25'0'0,"5"3"0"0,-3 4 0 0,0 9 0 0,-1 1 0 0,-1 7 0 0,0 10 0 0,0-6 0 0,-1 15 0 0,-8-5 0 0,1 0 309 0,-1-1-136 0,-4 1-67 0,7-6-32 16,-5 12-74-16,1-9 0 0,3-9 0 0,0 5 0 16,3-8 0-16,0-10 0 0,0 2 0 0,2-6 0 15,2-5 0-15,-2-9 0 0,2-2 0 0,0-4 0 16,0-4 0-16,0-5 0 0,0-1 0 0,0-2 0 16,0-2 0-16</inkml:trace>
  <inkml:trace contextRef="#ctx0" brushRef="#br0" timeOffset="-119989.74">25112 16595 3610 0,'0'27'0'0,"0"1"0"0,0-2 0 0,0-3 0 0,0 1 0 0,0-1 0 0,0-4 0 0,0-4 0 0,0-7 0 0,0 2 0 0,0-6 82 0,0 0 92 0,0-4-109 0,0 0-65 16,0 0 0-16,0 0 0 0,0-5 0 15,0-15 0-15,10 1 0 0,4-3 0 0,2-1 0 0,-2 3 0 16,7-8 0-16,0 4 0 0,-1 6 0 0,-1 1 0 16,-2 6 0-16,2 2 0 0,0 3 0 0,-2 5 0 15,0 1 0-15,-1 0 0 16,0 12 0-16,-4 9 0 0,-1 4 0 0,0 3 0 15,-6 4 0-15,-2-1 0 0,-1 2 0 0,0-1 0 16,-2-3 0-16,0-4 0 0,0-3 0 0,0-1 0 16,0-10 0-16,0 1 0 0,0-6 0 0,0-3 0 15,0-1 0-15,0-2 0 0,0 0 0 0,0 0 0 16,0 0 0-16,0 0 0 16,0 0 0-16,0 0 0 0,0 0 0 0,0 0 0 15,-2-2 0-15,0 0 0 0</inkml:trace>
  <inkml:trace contextRef="#ctx0" brushRef="#br0" timeOffset="-115673.58">25970 15927 2674 0,'-5'0'0'0,"-1"0"0"0,3 0 0 0,-2 0 0 0,-1 0 0 0,5 0 0 0,-3 0 0 0,2 7 0 0,-1 7 0 0,1 6 0 0,2 6 107 0,-2 6 212 0,2 6-131 0,0 5-80 15,0 2-35-15,0 3 96 16,-2 2-65-16,0 4-34 0,-1 0 49 0,-3 3-119 16,2 0 0-16,-2-4 0 0,-1 2 0 0,1-6 0 15,1-6 0-15,-1-3 0 0,0-3 0 0,-1-5 0 16,0-1 0-16,1-11 0 0,0 0 0 0,0-4 0 15,3-5 0-15,-2-2 0 0,4-4-281 0,1-2 134 16,-2-3-290-16,2 0 205 0,0 0 97 0,6-8 49 16,11-12-650-16,5-10 349 0</inkml:trace>
  <inkml:trace contextRef="#ctx0" brushRef="#br0" timeOffset="-115438.4">26296 16034 3043 0,'-4'-10'0'0,"2"8"0"0,2-1 0 0,0 1 0 0,0 0 0 0,2 0 0 0,14 2 0 0,5-1 0 0,6 1 0 0,6 0 0 0,8 0 617 0,-5 0-346 0,10-3-271 0,-4 3 0 16,2 0 0-16,-3 0 0 0,-5 0 0 0,3 0 0 15,-3 0 0-15,-4 0 0 0,-4 0 0 0,-7 0 0 16,2 0 0-16,-3 0 0 0,-10 0-100 0,4 3-262 15,-6-3 187-15,-2 1-13 0,-5 1-290 0,0 0 211 16,-1 3 119-16,0-3 55 0,-10 3-542 0</inkml:trace>
  <inkml:trace contextRef="#ctx0" brushRef="#br0" timeOffset="-115065.16">26408 15979 2850 0,'-20'0'0'0,"0"0"0"0,6 5 0 0,-2 4 0 0,4 0 0 0,4 4 0 0,2 6 0 0,0 6 0 0,6 4 0 0,0 5 0 0,0 7 369 0,0 1-165 0,0 1-84 16,4 0 268-16,3-9-388 0,0 14 0 0,0-6 0 15,-1-1 0-15,-3-4 0 16,0-2 0-16,2-8 0 0,-1 8 0 0,-2-15 0 16,0 0 0-16,-2-2 0 0,0-7 0 0,0-3 0 15,0-3 0-15,0-1 0 0,-7-1 0 0,0-3 0 16,-4 0 0-16,0 0 0 0,-3-7 0 0,2-8 0 15,-6-6 0-15,6 1 0 0,-2-5 0 0,3 7 0 16,2-1 0-16,1 2 0 0,-1 8 0 0,2 0 0 16,2 3 0-16,2 2 0 0,-5 2 0 0,0 2 0 15,1 2 0-15,-4 13 0 0,-1 2 0 0,-2 7 0 16,-1-1 0-16,2 4 0 16,-4 0 0-16,2 3 0 0,-3 2 0 0,2-1 0 15,0-4 0-15,4-2 0 0,2-6 0 0,2-1 0 16,5-6 0-16,1-1 0 0,2-6-344 0,0 1-67 15,2-3 187-15,9-3 93 0,8 0-592 0,7-13 347 16,6-9 169-16,-2-3 85 0</inkml:trace>
  <inkml:trace contextRef="#ctx0" brushRef="#br0" timeOffset="-114746.96">26645 16332 2649 0,'3'-1'0'0,"-1"-1"0"0,-1 2 0 0,-1 0 0 0,0 3 0 0,0 9 0 0,-5 2 0 0,-4 9 0 16,0 0 0-16,1-1 0 0,-3 6 111 0,1-2 292 0,1-1-183 0,2-6-92 0,-1 0-44 16,5-7 146-16,-1 1-124 0,2-6-106 0,0-3 0 15,2-3 0-15,0-1 0 16,0 0 0-16,0 0 0 0,4 0 0 0,9 0 0 16,4 0 0-16,1 0 0 0,3 0 0 0,0 0 0 15,1 0 0-15,1 0 0 0,-2 4 0 0,-4 7 0 16,3 0 0-16,-5 5 0 0,-3 0 0 0,-3 2 0 15,-5 0 0-15,1 1 0 0,-5 0 0 0,0 0 0 16,0-1 0-16,-12 1 0 0,-6 0 0 0,0-4 0 16,-2-4 0-16,-7 4 0 0,3-5 0 0,-4-3 0 15,1 0 0-15,-1-5 0 16,5-2 0-16,-2 0 0 0,3 0 0 0,0-6 0 16,4-10-112-16,5-9-332 0,6-9 194 0,4-8-856 15</inkml:trace>
  <inkml:trace contextRef="#ctx0" brushRef="#br0" timeOffset="-114610.4">26576 16346 3120 0,'5'-12'0'0,"-2"7"0"0,3 1 0 0,2-1 0 0,3-3 0 0,2 2 0 0,6 1 0 0,2-1 0 0,9 2 0 0,0-1 0 0,2 3 434 0,0-1-198 16,1 3-99-16,1 0-133 0,-3 0-47 0,4 6-7 15,-3 6 45-15,0 1-1 0,-1 6-799 0</inkml:trace>
  <inkml:trace contextRef="#ctx0" brushRef="#br0" timeOffset="-113079.06">27231 16406 2280 0,'-11'-5'0'0,"3"2"0"0,7 3 0 0,-2 0 0 0,3 0 0 0,0 0 0 0,0 0 0 0,3 0 0 0,7 0 0 0,10 4 0 0,5-2 91 0,3-2 407 0,6 0-231 16,10 0-114-16,-4 0 151 15,0 0-124-15,13-3-75 0,-8-4-52 0,0 4-53 16,-2 0 0-16,-12 2 0 0,-1 0 0 0,6 1 0 16,-16 0 0-16,0 0 0 0,-5 0-294 0,-5 0 150 15,-1 0 100-15,-6 2-17 0,0 1-568 0,-1 0 275 16,-2 1 158-16,0 0-308 0,0 0 223 0,-10-3 127 15,0 4 58-15,-1-5-359 0</inkml:trace>
  <inkml:trace contextRef="#ctx0" brushRef="#br0" timeOffset="-112839.4">27580 16032 2524 0,'-10'-2'0'0,"0"2"0"0,-1 2 0 16,1 11 0-16,-2 4 0 0,-1 8 0 0,4 5 0 0,0 8 0 0,0 4 0 0,0 2 0 0,6-5 667 0,-1 12-319 0,2-10-156 0,2-7-77 0,0 5-30 16,0-1-85-16,0-1 0 0,0 1 0 15,0-2 0-15,0-3 0 0,2-1 0 16,-1-1 0-16,2-7 0 0,-3 2 0 0,0-5 0 16,0-2 0-16,0-4-115 0,0-4 48 0,0-2-651 15,0-1 344-15,0-3 169 0,0-1 83 0,3-4-425 16,6 0 254-16,0 0 118 0,4-9-357 15</inkml:trace>
  <inkml:trace contextRef="#ctx0" brushRef="#br0" timeOffset="-112436.39">27807 16218 2605 0,'2'-17'0'0,"4"4"0"0,1 0 0 0,8-7 0 0,2 2 0 0,4 3 0 0,2 2 0 0,4 2 0 0,2 2 0 0,0 4 0 0,1 1 342 16,0 4-152-16,-3 0-76 0,-5 3-29 0,5 12 11 0,-8 2-29 0,-2 2-1 0,-4 7-28 16,-6-2 17-16,-2 10-18 15,-2-4 1-15,-3 3-1 0,-4 2-33 0,-13 4 34 16,0-8 9-16,-9 6-56 0,1-4 47 0,4-5-1 16,-15 5-31-16,12-10-6 0,-8-2 0 0,2-2 0 15,-4-1 0-15,5-6 0 0,-1-4 0 16,2-1 0-16,7-3 0 0,-2-3 0 0,7 2 0 0,3-3 0 15,3 0 0-15,1 0 0 0,6 0 0 16,0 0 0-16,0 0 0 0,3 0 0 16,0 0 0-16,0 0 0 0,3 0 0 0,9 3 0 0,6 2 0 15,6-2 0-15,2 3 0 0,7-2 0 16,-1 1 0-16,3-1 0 0,0 0 0 0,0 1 0 16,1-5 0-16,-2 4 0 0,-2-1 0 0,-1-2 0 15,-4-1 0-15,-4 1 0 0,-1-1 0 0,-2 3 0 16,-3-1 0-16,-1-2 0 0,1 1 0 0,-6 2 0 15,3-2-44-15,0 3-35 0,-5-2-719 0,3 0 386 16,1-2 186-16,-1 0 95 0,4 0-596 0</inkml:trace>
  <inkml:trace contextRef="#ctx0" brushRef="#br0" timeOffset="-111561.96">28562 16026 1684 0,'0'-7'0'0,"0"0"0"0,0 1 0 0,0-1 0 0,0-1 0 0,0 1 0 0,0 2 0 0,-2 3 0 0,2 1 0 0,0-2 0 0,0 2 80 15,0-2 255-15,0 3-149 0,0 0-65 0,0 0-46 16,0 0 198-16,0 0-118 0,2 7-59 0,2 4 261 16,0 1-150-16,-2 4-90 0,-1 3-39 0,2 6 89 15,-3 3-167-15,0 0 0 0,0 6 0 0,0 1 0 16,-3 8 0-16,0-3 0 0,1 3 0 0,-1-1 0 15,0 0 0-15,-1 9 0 0,3-3 0 0,-1-1 0 16,2-3 0-16,0 1 0 0,0-7 0 0,0 1 0 16,0-5 0-16,0-2 0 15,2-3 0-15,-1-10 0 0,1 2 0 0,-2-4 0 16,0-3 0-16,0-7 0 0,0 1 0 0,0-2 0 16,0-5 0-16,0 1 0 0,0-2 0 0,0 0 0 15,0 0 0-15,0 0 0 0,0 0 0 0,0 0 0 16,0 0 0-16,0 0 0 0,0 0 0 0,0 0 0 15,0 0 0-15,0 0 0 0,0 0 0 0,-2 0 0 16,1 0-567-16,-1 6 30 16</inkml:trace>
  <inkml:trace contextRef="#ctx0" brushRef="#br0" timeOffset="-109121.39">29001 16477 2432 0,'-13'-9'0'0,"6"8"0"0,2-3 0 16,-1 4 0-16,4 0 0 0,-3 0 0 0,5 0 0 0,-1 0 0 0,1 0 0 0,0 0 0 0,0-1 87 0,0 1 474 0,14-2-262 16,6 1-131-16,7-2 216 0,6 1-384 0,9 0 0 15,-2 1 0-15,3-1 0 0,2 0 0 0,-3-1 0 0,8-1 0 16,-7 0 0-16,-5 1 0 0,1 2 0 0,-4-1 0 15,-9 2 0-15,3 0 0 0,-5 0 0 16,-5 0 0-16,-4 0 0 0,-5 0 0 16,-1 0 0-16,-4 0 0 0,-3 0 0 0,0 0 0 15,0 0 0-15,-2 0 0 0,0 0 0 0,0 0 0 16,0-2 0-16,0-3 0 0,0-1 0 0,2-2 0 16,-2 1 0-16,1 2 0 0,-1 1 0 0,3-1-384 15</inkml:trace>
  <inkml:trace contextRef="#ctx0" brushRef="#br0" timeOffset="-99893.5">30277 15634 1794 0,'-7'-5'0'0,"1"2"0"0,4 2 0 0,2 1 0 0,-3 0 0 0,-2 0 0 0,2 0 0 0,-1 7 0 0,-1 10 0 0,5 7 0 0,-2 7 109 0,2 8-34 0,0 4 206 0,0 4-121 16,0-4-49-16,0 14 127 0,0-3-99 16,0 0-50-16,0 3 1 0,0-3 83 15,0 0-57-15,-3 1-42 0,0-3 132 0,-2 2-82 16,-2-2-43-16,-1 1-10 0,1-2-71 0,-1-4 0 15,0 5 0-15,-2-5 0 0,3-4 0 0,0-8 0 16,-1 5 0-16,1-7 0 0,2-5 0 0,2-4 0 16,1-6 0-16,0-4-378 0,2-3 140 0,0-6 74 15,0-1-241-15,0-4 176 0,6 0 94 0,7-5 48 16,4-16-561-16,6-9 308 0</inkml:trace>
  <inkml:trace contextRef="#ctx0" brushRef="#br0" timeOffset="-99525.95">30355 16537 2232 0,'2'0'0'0,"1"0"0"0,-1 0 0 0,0 9 0 0,-2 5 0 0,0 2 0 0,0 7 0 0,0 0 0 16,2-3 0-16,-1 5 0 0,-1-2 379 0,2 1-160 0,-2-3-94 0,0-4-43 16,0-1 34-16,0-4-38 0,0-1 0 0,0-5-28 0,0-2 36 15,0-3-46-15,0-1 0 0,0 0 122 16,0-7-61-16,0-16-20 0,7-5-19 0,9-9-62 15,-1 2 0-15,5-2 0 0,5 0 0 0,-5 7 0 16,5-4 0-16,0 7 0 0,0 7 0 0,0 2 0 16,-6 9 0-16,2 1 0 0,1 7 0 0,-5 1 0 15,0 0 0-15,-1 17 0 0,-2 3 0 0,-7 3 0 16,0 7 0-16,-3-1 0 0,-3 3 0 0,1-1 0 16,-2-1 0-16,0-6 0 0,0 3 0 0,-5-3 0 15,0-5 0-15,-2-4 0 16,0-4 0-16,5-1 0 0,-5-5 0 0,3-1 0 15,3-2 0-15,-1-2 0 0,0 0 0 0,0 0 0 16,2 0 0-16,0 0 0 0,0 0 0 0,0-3 0 16,0-7-625-16,7 0 171 0,6-3 211 0,-3-3 102 15,4 2-569-15,1-2 334 0,-2-4 169 0,4 2 73 16</inkml:trace>
  <inkml:trace contextRef="#ctx0" brushRef="#br0" timeOffset="-99077.52">31210 15925 2561 0,'0'-9'0'0,"0"5"0"0,-3-2 0 0,3-1 0 0,0 1 0 0,0 0 0 0,0 2 0 0,0 1 0 0,0 0 0 0,0 2 0 0,0 0 182 0,0 1 271 0,0 0-197 0,0 0-113 16,0 0-52-16,0 0 154 0,0 1-245 0,0 10 0 16,3 4 0-16,-1 8 0 15,1 6 0-15,-3 1 0 0,0 12 0 0,0 1 0 16,0-3 0-16,0 14 0 0,-5-6 0 0,0 2 0 15,0-1 0-15,3 2 0 0,-3 1 0 0,2-2 0 16,1 0 0-16,0-3 0 0,1-12 0 0,-1 5 0 16,-1-10 0-16,0-2 0 0,3-5 0 0,0-4 0 15,-2-10 0-15,2-1 0 0,0-3 0 0,0-1 0 16,0-4 0-16,-2 0 0 0,2 0 0 0,0 0 0 16,0 0 0-16,0 0 0 15,0 0 0-15,0 0 0 0,0 0 0 0,0 0 0 16,0 0 0-16,0 0 0 0,0 0 0 0,0 0 0 15,0 0 0-15,2 0 0 0,6 0 0 0</inkml:trace>
  <inkml:trace contextRef="#ctx0" brushRef="#br0" timeOffset="-93885.24">22537 17277 1782 0,'-2'-2'0'0,"-1"0"0"0,1 1 0 0,-1-2 0 0,3 1 0 0,-2 2 0 0,2 0 0 0,0 0 0 0,0 0 0 0,0 0 0 0,0 0 161 16,0 0-41-16,0-3 175 0,0 3-121 0,0 0-60 16,0 0 0-16,0 0 214 0,0 0-124 0,0 0-82 15,0 0 41-15,0 0-55 0,0 0 0 0,0 0-54 16,0 0 30-16,0 0-84 0,5 0 0 0,2 0 0 15,0 0 0-15,3 0 0 0,0 0 0 0,-1 0 0 16,2 0 0-16,2 0 0 0,0 3 0 0,3 2 0 16,-2-2 0-16,3 3 0 0,2 0 0 0,5-1 0 15,-1 1 0-15,4-2 0 16,1 2 0-16,4-3 0 0,9-1 0 0,0-2 0 16,4 0 0-16,0 0 0 0,-5 0 0 0,8 0 0 15,-4 0 0-15,-3 0 0 0,-5 0 0 0,3 0 0 16,1 0 0-16,-4 0 0 0,3 0 0 0,-4 0 0 15,-1 0 0-15,-2 2 0 0,1 1 0 16,-2 2 0-16,-1-2 0 0,-4 1 0 0,-5-2 0 0,0-1 0 16,-5 1 0-16,-1 0 0 15,-3 1 0-15,-3-3 0 0,-2 0 0 0,-2 0 0 16,0 0 0-16,-1 0 0 0,-2 0 0 0,0 0 0 16,-1 0 0-16,1 0 0 0,0 0 0 0,0 0 0 15,0 0 0-15,-1 0 0 0,-1 0 0 0,0 0 0 47,2 0 0-16,1-3 0 1,-1 1 0-32,2-1 0 0,-3-1 0 0,1 0 0 0,0-2 0 0,3 1 0 0,-1 0 0 0,3-4 0 0,0 2-77 0,0 0-576 0,2-1 307 0,-3 3 146 0,4 0-481 0</inkml:trace>
  <inkml:trace contextRef="#ctx0" brushRef="#br0" timeOffset="-92751.74">2875 12010 1479 0,'-9'0'-1'0,"1"1"1"0,1-1-1 0,1 0 1 0,-1 0 0 0,4 0 0 0,-3 0 0 0,1 0 0 0,2 0 0 0,1 0 0 0,-2 0 346 15,2-1-150-15,-1 1-75 0,3-2-27 0,-2 2 359 16,2-3-204-16,-2 3-101 0,2 0 699 16,0 0-847-16,0 0 0 0,0 0 0 0,0 0 0 15,0 0 0-15,0 0 0 0,0 0 0 0,0 0 0 16,0 0 0-16,0 0 0 0,0 0 0 0,0 0 0 15,0 0 0-15,4 0 0 0,1 0 0 0,6 0 0 16,-2 0 0-16,4 3 0 0,0-1 0 16,4-2 0-16,5 0 0 0,4 0 0 15,1 0 0-15,6 0 0 0,2 0 0 0,2 0 0 0,9 0 0 0,-6 0 0 16,7 0 0-16,-2 0 0 0,3-2 0 0,-6 2 0 16,11-3 0-16,-11 3 0 0,-7 0 0 0,8 0 0 15,-6 0 0-15,-2 0 0 0,-2 0 0 0,-3 0 0 16,-5 5 0-16,-6-4 0 0,2 2 0 0,-8-3 0 15,1 1 0-15,-6-1 0 0,-1 0 0 0,1 0 0 16,-6 0 0-16,1 0 0 0,-2 0 0 0,-1 0 0 16,2 0 0-16,-2 0 0 15,0 0 0-15,0-4 0 0,0 1 0 0,0-3 0 16,0 2 0-16,0 0 0 0,0 3 0 16,-7 1 0-16,-5 9 0 0,-2 19 0 0</inkml:trace>
  <inkml:trace contextRef="#ctx0" brushRef="#br0" timeOffset="-89106.99">7505 17429 2585 0,'0'-11'0'0,"0"3"0"0,-3 3 0 0,2 3 0 0,1-2 0 0,-1 3 0 0,1 1 0 0,0 0 0 0,0 0 0 0,0 0 0 0,0 0 76 16,0 0 9-16,0 0-45 0,0 0 1 0,1 3-1 16,0 6 86-16,2 6-44 15,-2 2 10-15,1 7-52 0,-2 7 214 0,0 8-107 0,0 5-53 0,-7 7-27 16,-2 8 95-16,-2 13-162 0,2-7 0 0,-1-1 0 16,7-10 0-16,-1 7 0 0,2-6 0 0,2 1 0 15,0-7 0-15,0-5 0 16,2 0 0-16,2-10 0 0,7-1 0 15,-3-3 0-15,6-3 0 0,-5-9 0 0,2-1 0 0,1-4 0 16,-1-5 0-16,1-1 0 0,-2-4 0 0,3-3 0 16,-1 0 0-16,-1 0 0 0,1-7 0 15,0-6 0-15,3-6 0 0,-2-1 0 0,0 1 0 16,-2-3 0-16,0 1 0 0,1 1 0 0,1-4 0 16,-1 0 0-16,-1 3 0 0,-2 3 0 0,2-2-115 0,1-3-935 15,-3 6 505-15,4-4 253 0,0-1 124 16</inkml:trace>
  <inkml:trace contextRef="#ctx0" brushRef="#br0" timeOffset="-88933.31">7924 17727 3715 0,'0'-4'0'0,"0"1"0"0,2 1 0 0,-2 1 0 16,2-1 0-16,4-1 0 0,5 2 0 0,2-1 0 0,3-2 0 0,6 2 0 0,2-1 201 0,-1-1-186 0,7-2-15 0,-2 3 0 15,0-3 0-15,1 1 0 0,1-1 0 0,-6 2 0 0,6 0 0 16,-7 0-509-16,-3 4 159 0,1-3 195 0,-2 3-1007 16</inkml:trace>
  <inkml:trace contextRef="#ctx0" brushRef="#br0" timeOffset="-88744.3">8205 17927 3931 0,'-17'8'0'0,"8"1"0"0,0-4 0 0,2 0 0 0,4-4 0 0,3 0 0 0,0 2 0 0,1-2 0 0,14 2 0 0,9-1 0 0,-1-1 0 16,2 2 0-16,1-2 0 0,-4 1 0 0,8 0 0 0,-3-2 0 15,-1 2 0-15,-5-2 0 0,1 0 0 0,-1 0 0 16,-2 0-278-16,-4 0-107 0,0-2 211 0,-6 2 107 16,-1 0-915-16,-1 0 462 15,-4 0-815-15</inkml:trace>
  <inkml:trace contextRef="#ctx0" brushRef="#br0" timeOffset="-87613.51">9172 17412 2448 0,'-2'0'0'0,"2"0"0"0,0 0 0 0,-1 0 0 16,1 0 0-16,0 0 0 0,0 0 0 0,8 0 0 0,10 0 0 0,0 2 0 0,8 0 396 0,3 0-178 0,6-2-89 0,6 0-46 0,1 0 1 0,-3 0 274 15,11-2-164-15,-8-2-173 0,3 0-21 16,-1-3 0-16,-1-1 0 0,-10 5 0 0,7 0 0 16,-9-1 0-16,-1 1 0 15,-9 0 0-15,4 0 0 0,-6 2 0 0,-2-3 0 0,-4 2-73 16,-4 0 19-16,-2 2-631 0,-5 0 304 0,0 0 161 16,0-2-455-16,-2 2 318 0,0 0 159 0,-9 0 79 0,-7 2-412 15,-9 3 235-15</inkml:trace>
  <inkml:trace contextRef="#ctx0" brushRef="#br0" timeOffset="-87213.8">9328 17387 2880 0,'-19'0'0'0,"2"0"0"0,2 3 0 0,4 0 0 0,-1 3 0 0,5 3 0 0,-1 1 0 0,5 5 0 0,1 7 0 0,2 4 0 0,0 5 373 0,0 4-158 16,5 10-93-16,3 3 219 0,2 4-341 0,-1 3 0 0,1-3 0 0,-2-2 0 15,0 1 0-15,0 0 0 0,-3-4 0 0,-1-2 0 0,-2-9 0 16,-2 3 0-16,0-3 0 16,0-2 0-16,0-4 0 0,-8-1 0 0,1-11 0 15,-2 1 0-15,-1-6 0 0,-1-6 0 0,4-1 0 16,-6-4 0-16,1-2 0 0,0 0 0 0,-1-12 0 16,1-6 0-16,-4-3 0 0,4-2 0 0,-2 4 0 15,-3-4 0-15,5 6 0 0,0-1 0 0,2 4 0 16,-5 4 0-16,6 5 0 0,0 0 0 15,-1 4 0-15,1-1 0 0,1 2 0 0,0 0 0 0,3 2 0 16,-3 10 0-16,1 4 0 16,2 2 0-16,-2 0 0 0,2 8 0 0,2-5 0 15,-5 5 0-15,2-1 0 0,0-3 0 0,1-2 0 16,-1 5 0-16,2-8 0 0,-3-4 0 0,4-3 0 16,1-1 0-16,-3-3 0 0,5-5 0 0,0 1 0 15,0-2 0-15,0 0-653 0,8-3 243 0,11-13 184 16,3-6-577-16,5-9 372 15</inkml:trace>
  <inkml:trace contextRef="#ctx0" brushRef="#br0" timeOffset="-86859.68">9583 17717 3112 0,'2'-6'0'0,"-2"3"0"0,0 0 0 0,0 1 0 0,0 2 0 0,0 0 0 0,-6 0 0 0,3 12 0 0,-1 3 0 0,-1 2 0 0,-1 2 99 15,0 2 59-15,-2 0-59 0,1-2-30 0,0 1-1 16,-1-4 125-16,2-5-67 0,3 0-119 0,-1-2-7 16,0-3 0-16,4-1 0 0,-2-4 0 0,2-1 0 15,0 0 0-15,0 0 0 0,0 0 0 0,0 0 0 16,4 0 0-16,9 0 0 0,1 0 0 0,4 0 0 16,1 2 0-16,6 5 0 0,-4 4 0 0,-1-2 0 15,4 5 0-15,-4 3 0 0,0 2 0 0,-5 0 0 16,-4-1 0-16,1 7 0 0,-8-5 0 0,2 7 0 15,-5-3 0-15,-1 0 0 0,0 1 0 16,-7 1 0-16,-4-1 0 0,-2-3 0 16,-5-1 0-16,-2 0 0 0,-2-3 0 0,-4 0 0 15,-1-7 0-15,1 0 0 0,-2-3 0 0,1-5 0 16,5 0 0-16,-6-3 0 0,9 0 0 0,-2-3 0 16,2-15 0-16,3-15-283 0,8 2-282 0,5-16 267 15,3-2 130-15,0-4-836 0,7-1 483 0</inkml:trace>
  <inkml:trace contextRef="#ctx0" brushRef="#br0" timeOffset="-86726.68">9523 17788 2984 0,'5'-7'0'0,"5"0"0"0,-4 2 0 0,3-1 0 0,0 2 0 0,1 1 0 0,3 0 0 0,4 1 0 0,1-1 0 16,5 2 0-16,5-2 312 0,-1 3-137 0,1 0-68 0,2 0 36 0,0 0-52 0,-3 0-16 0,7 0-31 15,-5 4-425-15,0 2 200 0,1-2 109 16,-3 1-821-16,0-1 476 0</inkml:trace>
  <inkml:trace contextRef="#ctx0" brushRef="#br0" timeOffset="-86508.25">10222 17891 3931 0,'-6'-1'0'0,"6"1"0"0,0 0 0 0,0 0 0 0,0 0 0 0,11 0 0 0,7-2 0 0,3 2 0 0,6-3 0 0,2 2 0 0,6-3 0 0,0 0 0 0,5 1 0 0,-4 0 0 16,-1 0 0-16,1 1 0 0,-4 0 0 15,-2 0 0-15,-5 0 0 0,-1 2-237 0,-4 0-88 16,-2 0 177-16,-8 0 94 0,2 0-932 0,-4 0 475 16,-3 0 235-16</inkml:trace>
  <inkml:trace contextRef="#ctx0" brushRef="#br0" timeOffset="-86337.84">10512 17431 3837 0,'-16'-6'0'0,"4"5"0"0,1 1 0 0,4 0 0 0,0 0 0 0,2 1 0 0,5 14 0 0,0 4 0 16,0 12 0-16,7 8 0 0,2 6 94 0,2 14-94 0,-3 0 0 0,-1-3 0 0,4 15 0 15,1-10 0-15,-1-1 0 0,0-8 0 0,1 5 0 0,-5-4 0 16,0-1 0-16,-3 2 0 0,-2-3 0 15,0 4-772-15</inkml:trace>
  <inkml:trace contextRef="#ctx0" brushRef="#br0" timeOffset="-85918.35">11070 17816 3397 0,'-18'-2'0'0,"6"0"0"0,9 2 0 0,3 0 0 0,0 0 0 0,0 0 0 0,3 2 0 0,16 2 0 0,4-3 0 0,9 2 0 0,11-3 127 0,1 0 280 0,2 0-407 0,-4 0 0 16,10 0 0-16,-3-3 0 0,-1-2 0 15,0-1 0-15,-3-3 0 0,-7 0 0 0,-3 0 0 0,-1-2 0 16,-4 3-103-16,-9 0-28 0,-3 2 85 16,-6 2-499-16,-4 2 156 0,-7 1 175 0,-1 1 88 15,-5 0-725-15</inkml:trace>
  <inkml:trace contextRef="#ctx0" brushRef="#br0" timeOffset="-85570.48">11266 17935 2441 0,'-39'14'0'0,"3"3"0"0,4 2 0 0,8-2 0 0,7-8 0 0,8-1 0 0,0-1 0 0,9-2 0 0,0 1 0 0,16 0 0 0,9-4 606 16,8-2-274-16,10 0-152 0,1 0 167 0,-1 0-322 15,1 0-25-15,0 0 0 0,-10 0 0 0,-1 4 0 16,-8 2 0-16,-4 4 0 0,-6-2 0 0,-6 6 0 16,-7 2 0-16,-2 5 0 0,-13 3 0 0,-15 2 0 15,-4-1 0-15,2-1 0 0,-10 6 0 16,8-12 0-16,-3-1 0 0,-2-1 0 0,6-1 0 0,7-7 0 15,-1-1 0-15,6-3 0 16,8-1 0-16,4 0 0 0,1-3 0 0,4 0 0 16,2 0 0-16,0 0 0 0,13 0 0 0,14 0 0 15,1 0 0-15,2 1 0 0,4 2 0 0,1 0 0 16,3 0 0-16,6 2 0 0,-3-1 0 0,-8-2 0 16,1 2 0-16,0-3 0 0,-6 1 0 0,-7 0 0 15,-1 0 0-15,-6 0 0 0,0 0 0 0,-5-2 0 16,-4 0 0-16,-1 1 0 0,-3-1 0 0,-1 0-272 15,0 0-192-15,0 0 212 0,-7 0-610 16,-7 0 412-16</inkml:trace>
  <inkml:trace contextRef="#ctx0" brushRef="#br0" timeOffset="-85387.02">11470 16935 3847 0,'-7'-30'0'0,"3"19"0"0,4 10 0 0,0-2 0 0,0 3 0 0,0 0 0 0,0 0 0 0,0 19 0 0,0 7 0 0,0 8 0 0,0 9 84 0,0 6-84 0,0 15 0 15,0-2 0-15,0-8 0 0,4 14 0 0,3-14 0 16,2 7 0-16,-2-4 0 0,-2 9-1007 0,-3-11 516 16</inkml:trace>
  <inkml:trace contextRef="#ctx0" brushRef="#br0" timeOffset="-84807.32">12263 17232 2088 0,'-5'-22'0'0,"-2"4"0"0,3 12 0 0,2 0 0 0,0 1 0 0,2 4 0 0,0-1 0 0,0 2 0 0,0 2 0 0,0 19 0 0,2 4 89 0,5 9 370 0,1 10-215 0,-5 2-102 0,1 5 238 16,-2 13-171-16,0-9-76 0,-2 12-52 16,0-1 1-16,0-1-58 0,-6 4-24 15,-1-3 0-15,1-8 0 0,-3 9 0 0,1-15 0 0,-1 5 0 16,2-5 0-16,-2-2 0 15,4-7 0-15,1-2 0 0,1-2-522 0,-1-7 180 0,4-10 168 16,0-1-552-16,0-11 334 0,0-3 181 0,4-7 87 16,7-2-444-16</inkml:trace>
  <inkml:trace contextRef="#ctx0" brushRef="#br0" timeOffset="-84455.05">12491 17867 2016 0,'2'0'0'0,"0"0"0"0,0 7 0 0,-1 9 0 0,-1 0 0 0,0 7 0 0,0 3 0 0,0 0 0 0,2-1 0 0,-2 9 0 0,0-4 386 16,0-3-174-16,0-4-86 0,0 2 97 0,0-7-82 15,0-4-57-15,2-4 1 0,-2-4 58 0,0-1-52 16,0-5-26-16,2 0 9 0,0 0 131 0,5-10-125 16,5-9-80-16,1 1 0 0,4-3 0 0,-3 2 0 15,9-2 0-15,0 7 0 0,1-2 0 16,0 7 0-16,-1 3 0 0,2 2 0 0,1 4 0 15,-4 0 0-15,1 2 0 0,-4 13 0 16,-1 3 0-16,-2 3 0 0,-5 6 0 16,-4 2 0-16,1 1 0 0,-4 1 0 15,-1-1 0-15,-3-3 0 0,0 5 0 0,0-14 0 0,0 1 0 16,0-8 0-16,0 1 0 0,0-6 0 0,-1-3 0 16,-1 1 0-16,0-4 0 0,-2 0 0 0,0 0 0 0,0 0 0 15,0-2 0-15,1-6 0 0,-1-2 0 0,2 2 0 16,2 0 0-16,0-5 0 0,0 5 0 0,0-5-1005 15,0 4 444-15,2-4 261 0</inkml:trace>
  <inkml:trace contextRef="#ctx0" brushRef="#br0" timeOffset="-83666.54">13426 17403 1543 0,'0'-13'0'0,"0"2"0"16,-2 2 0-16,2-2 0 0,0 4 0 0,0-1 0 0,0 1 0 0,0 2 0 0,0 1 0 0,0 2 0 0,0 0 288 0,0 1-116 0,0 1 151 0,0 0-143 16,0 0-70-16,0 0-37 0,0 0 163 0,-5 0-89 0,-5 10-59 0,-5 7 311 15,0 3-180-15,-2 8-90 16,-2 7-105-16,3-3-24 0,-5 13 0 0,2 0 0 16,4 2 0-16,0 4 0 0,4 1 0 0,3 1 0 15,5 1 0-15,3-1 0 0,0-3 0 16,5-5 0-16,12-1 0 0,2-8 0 0,9 3 0 0,2-10 0 15,0-4 0-15,-2-4 0 0,6-2 0 16,-2-4 0-16,0-2 0 0,0-6 0 0,-4-1 0 0,-1-4-751 16,-5 0 340-16,0-2 177 0,-1 0-576 15,0 0 385-15,-5-6 194 0</inkml:trace>
  <inkml:trace contextRef="#ctx0" brushRef="#br0" timeOffset="-83461.16">13734 17461 3527 0,'0'-12'0'0,"0"9"0"0,2-3 0 0,11-1 0 0,4-2 0 0,6 3 0 0,5 0 0 0,4 3 0 0,7-1 0 0,-1 2 0 0,13 2 382 0,-9 0-360 0,2 0-22 0,-6 0 0 16,1 2 0-16,-2 2 0 0,0-3 0 0,-8 1 0 15,1 0 0-15,-9-2-514 0,0 0 208 0,-10 0 182 16,0 0 76-16,-5 2-452 0,-4 1 152 15,-2 3 155-15,0 2 78 0</inkml:trace>
  <inkml:trace contextRef="#ctx0" brushRef="#br0" timeOffset="-83115.98">13894 17395 2907 0,'-23'8'0'0,"5"1"0"0,2 4 0 0,3-2 0 0,1 2 0 0,5 3 0 0,4 4 0 0,3 7 0 0,0 5 0 0,1 8 0 0,7 2 219 15,2 4 362-15,-1 5-357 0,2-4-224 0,-1 5 0 16,1-7 0-16,-4-9 0 0,3 2 0 0,-3-5 0 16,-3-9 0-16,-2 0 0 0,0-5 0 0,-2-7 0 15,0-4 0-15,0-2 0 0,-2-3 0 0,-9-3 0 16,-3 0 0-16,1-4 0 0,-2-11 0 0,-1-6 0 16,0-1 0-16,1-5 0 0,-2-5 0 0,3-2 0 15,-4 1 0-15,4 0 0 0,0 8 0 0,1 6 0 16,2 2 0-16,-2 6 0 0,5 4 0 15,-4 6 0-15,3 1 0 16,-2 0 0-16,0 12 0 0,0 8 0 0,2 5 0 16,-2 2 0-16,1 2 0 0,1 3 0 0,-3-2 0 0,3 0 0 15,1 0 0-15,1-8 0 0,3 3 0 0,0-4 0 16,2-5 0-16,2-1 0 0,0-5 0 0,0-3-92 16,2-3-86-16,10-2-658 0,4-2 398 0,7 0 201 15,-2-13-584-15</inkml:trace>
  <inkml:trace contextRef="#ctx0" brushRef="#br0" timeOffset="-82776.66">14134 17581 3134 0,'0'-1'0'0,"0"1"0"0,0 0 0 0,-2 4 0 0,-3 4 0 0,-3 8 0 0,-1-2 0 0,1 4 0 0,-3 0 0 0,1 3 0 0,1-3 110 0,0 2-36 0,-1-5 122 0,5-6-78 15,-1 1 88-15,3-3-113 0,1-3-93 0,0-3 0 16,2 2 0-16,0-3 0 0,0 0 0 0,0 0 0 16,0 0 0-16,0 0 0 0,0 0 0 0,7 0 0 15,6 0 0-15,2 1 0 0,0 5 0 0,4 0 0 16,0 3 0-16,3 4 0 0,-3 2 0 0,-2 2 0 16,2 4 0-16,-5 1 0 0,-5 1 0 15,-4-4 0-15,-1 4 0 0,-2 1 0 0,-2 2 0 0,0-2 0 16,-11-3 0-16,-5-1 0 15,2-3 0-15,-9 2 0 0,2-3 0 0,-3-6 0 16,-2-1 0-16,-1-1 0 0,1-2 0 0,-4-2 0 16,0-4 0-16,3 0 0 0,5 0 0 0,-4-7 0 15,9-7 0-15,0-10 0 0,5-6-94 0,9-11-415 16</inkml:trace>
  <inkml:trace contextRef="#ctx0" brushRef="#br0" timeOffset="-82633.43">14093 17602 3635 0,'11'-1'0'0,"-2"1"0"0,3 0 0 0,-5-3 0 0,3 3 0 0,1 0 0 0,4 0 0 0,2 0 0 0,5 0 0 0,1 0 0 0,7 4 214 0,0 4-132 0,2-3-82 16,0 4-120-16,2-3 15 0,-1 1 82 0,3 1 26 16,-1-2-1022-16</inkml:trace>
  <inkml:trace contextRef="#ctx0" brushRef="#br0" timeOffset="-82423.27">14492 17831 3931 0,'-23'-2'0'0,"7"2"0"0,11 0 0 0,5 0 0 15,0 0 0-15,0 0 0 0,0 0 0 0,13 6 0 0,7-1 0 0,5 2 0 0,7-1 0 0,3 0 0 0,3 0 0 16,2-1 0-16,5-1 0 0,-12-2 0 0,13 1 0 15,-12-3 0-15,1 0 0 0,-5 0 0 0,-5 0-241 16,-2 0-70-16,-7 0 174 0,-7 0-33 0,-1 0-665 16,-2 0 398-16,-6-3 200 0,0 1-390 0</inkml:trace>
  <inkml:trace contextRef="#ctx0" brushRef="#br0" timeOffset="-82360.11">14800 17510 385 0</inkml:trace>
  <inkml:trace contextRef="#ctx0" brushRef="#br0" timeOffset="-82264.83">14768 17488 3931 0,'-10'0'0'0,"4"0"0"0,1 0 0 15,-1 5 0-15,4 12 0 0,2 9 0 0,-1 8 0 0,1 6 0 0,-3 15 0 0,1 6 0 0,-2 1 0 0,1 3 0 0,1-4 0 0,2-9 0 0,0 8 0 0,0-5 0 0,0-6 0 0,3-5 0 16,3 4-414-16,-1-9-130 0,-2 8 286 0</inkml:trace>
  <inkml:trace contextRef="#ctx0" brushRef="#br0" timeOffset="-81647.61">15386 17899 1951 0,'-16'-23'0'0,"5"6"0"0,-1 5 0 0,3-2 0 16,4 0 0-16,1 5 0 0,4 2 0 0,0-4 0 0,0 3 0 0,13 1 0 0,10 0 129 0,1 3-46 0,3 1 180 0,0 2-113 0,-3 1 64 15,10 0-93-15,-9 7-41 0,-2 8-1 16,-2 4-40-16,-9 4 75 0,-4 4-27 15,-7 4-11-15,-1 11-37 0,-1-3 40 0,-18 2 0 0,-3 2-40 16,-7-2-30-16,-3-1-10 16,1-3 40-16,-3-1-81 0,0-8 41 15,6-9 0-15,-4 0 49 0,4-9-24 0,5-4 13 0,2-3-31 16,3-3 185-16,6 0-191 0,3 0 0 0,3 0 0 16,5-3 0-16,1-2 0 0,0-2 0 0,16-3 0 0,3 1 0 0,9-1 0 15,2 3 0-15,4 1 0 0,3-2 0 16,7 4 0-16,-8 3 0 0,3-1 0 15,-2 2 0-15,-1 0 0 0,2 0 0 0,-4 0 0 16,0 3 0-16,-4 1 0 0,-2-1 0 0,-8-2 0 16,1 1 0-16,-2 0 0 0,-6-2-83 0,-1 0-370 15,-3 0 207-15,-4 2 104 0,-1-2-327 0,1 0 215 16,-3 0 98-16</inkml:trace>
  <inkml:trace contextRef="#ctx0" brushRef="#br0" timeOffset="-81393.91">15855 17587 3540 0,'2'-10'0'0,"3"7"0"0,4 1 0 0,1 0 0 0,1 2 0 15,2 0 0-15,4 0 0 0,2 14 0 0,3 8 0 0,3 8 0 0,-2 7 391 0,-5 7-391 0,1 5 0 0,-3 1 0 0,-6 4 0 0,-2-1 0 16,-6-2 0-16,-1 1 0 0,-1-2 0 0,-1-2 0 15,-14 1 0-15,-4 0 0 0,-4-2 0 0,-2 2 0 16,-4-4 0-16,-1-3 0 0,-3-2 0 0,-2-4 0 16,-1-8 0-16,6-7 0 0,-2 1 0 0,2-11 0 15,8-1-174-15,1-6-16 0,9-2 76 0,0-2-298 16,6 0 191-16,6-12 91 0</inkml:trace>
  <inkml:trace contextRef="#ctx0" brushRef="#br0" timeOffset="-81229.22">16390 18500 387 0,'-2'-17'0'0,"2"15"1213"16,0 0-607-16,0 2-302 0,-4-2-153 0,1 1 294 0,3 1-208 0,-2-2-100 0,0 2-204 0</inkml:trace>
  <inkml:trace contextRef="#ctx1" brushRef="#br1">19797 8434 0,'0'0'16,"0"0"0</inkml:trace>
  <inkml:trace contextRef="#ctx0" brushRef="#br1" timeOffset="-74261.7">10937 1117 1718 0,'0'-12'0'0,"0"-2"0"0,4-3 0 0,0 1 0 0,-3-3 0 0,4-1 0 0,-1 2 0 0,-3-3 0 0,3-1 0 0,0-1 0 0,-2 3 71 0,-1-1 133 0,1 0-88 0,-2 2-38 16,0 1-1-16,0-2 23 0,0 4-31 0,0-3 10 15,0 4-40-15,-3 0 115 16,-3-1-57-16,1 4-30 0,-5 1 52 15,0 1-31-15,1 2-9 0,-4 2-41 0,0 2 89 0,-4 1-44 16,-2 3-1-16,0 0 65 0,-2 7-59 0,1 4-25 16,1 4 0-16,5-3 22 0,-6 9-85 0,8-2 0 15,-2 10 0-15,5 2 0 0,3 3 0 16,3 8 0-16,3 2 0 0,0 5 0 16,0 14 0-16,7-6 0 0,2 8 0 0,3-3 0 15,1 2 0-15,-2-11 0 0,2 16 0 0,-2-9 0 16,-2-3 0-16,-2-4 0 0,-2 5 0 0,1-4 0 15,-5-2 0-15,-1-2 0 0,0-3 0 0,0-3 0 16,-9-3 0-16,-2-7 0 0,-2-3 0 0,-3-1 0 16,0-7 0-16,0-8 0 0,-2 0 0 0,-1-6 0 15,-4-1 0-15,0-5 0 0,2-3 0 16,-4 0 0-16,2 0 0 0,1-2 0 16,0-10 0-16</inkml:trace>
  <inkml:trace contextRef="#ctx0" brushRef="#br1" timeOffset="-74228.63">10491 2052 384 0,'-9'-18'0'0</inkml:trace>
  <inkml:trace contextRef="#ctx0" brushRef="#br1" timeOffset="-74173.47">10482 1964 384 0,'18'-26'0'0,"5"3"0"0,5-1 0 15</inkml:trace>
  <inkml:trace contextRef="#ctx0" brushRef="#br1" timeOffset="-73887.19">11217 1201 3115 0,'-7'-16'0'0,"-4"-3"0"0,-3 4 0 16,0 5 0-16,-4 4 0 0,0 6 0 0,-7 0 0 0,4 4 0 0,-5 14 0 0,3 2 0 0,1 4 148 0,1 5-55 0,7-1 278 0,4-1-167 15,1 5-204-15,7-3 0 0,2-1 0 0,0-1 0 0,2 0 0 16,7-6 0-16,8 8 0 16,-2-6 0-16,0-1 0 0,3-1 0 0,-2-1 0 15,-5-3 0-15,3 2 0 0,-5-2 0 0,-2 0 0 16,-5 0 0-16,0-1 0 0,-2 2 0 0,-2-3 0 15,-11 1 0-15,-4 1 0 0,-3-4 0 0,-3 0 0 16,2-5 0-16,-7 3 0 0,4-6 0 0,3-1 0 16,-2-2 0-16,0 1 0 0,5-3 0 0,1 0 0 15,2-3 0-15,8-9 0 0,4-6 0 0,3-6-416 16,5-2-150-16,18-6 268 16,0 0 130-16</inkml:trace>
  <inkml:trace contextRef="#ctx0" brushRef="#br1" timeOffset="-73588.23">11234 1397 3562 0,'8'6'0'0,"-5"1"0"0,-1 1 0 0,-2-3 0 0,0 2 0 0,0 0 0 0,0-2 0 0,0 1 0 0,2-2 0 0,3 2 0 0,7-4 355 16,1 2-341-16,4-1-14 0,2-3 0 0,2 0 0 0,5 0 0 0,-1-3 0 16,-1-3 0-16,0-6 0 0,-3 4 0 15,-2-2 0-15,-4 0 0 0,-3 0-12 0,-2-1-109 0,-6 2-72 16,-2-6 41-16,-2-1 75 0,0-3-48 15,-2-1 46-15,-12 2 143 0,0 0-61 0,-7-1 128 16,1 5-84-16,-5 5-43 0,0 1 0 16,-1 6-8-16,3 2 500 0,-6 0-482 0,3 11-14 0,-1 8 0 15,3 3 0-15,4 3 0 16,4 3 0-16,4 0 0 0,5 4 0 16,5-2 0-16,2 0 0 0,0 3 0 0,7-4 0 15,7-1 0-15,2 1 0 0,2-5 0 0,3 0 0 16,-1-1 0-16,1-8 0 0,5 2 0 0</inkml:trace>
  <inkml:trace contextRef="#ctx0" brushRef="#br1" timeOffset="-73528.06">11580 1655 384 0</inkml:trace>
  <inkml:trace contextRef="#ctx0" brushRef="#br1" timeOffset="-73420.27">11755 1278 3931 0,'-19'-1'0'0,"-4"1"0"16,-5 0 0-16,4 1 0 0,3 12 0 0,5 2 0 0,0 1 0 0,2 8 0 0,5-1 0 0,7 3 0 0,2 2 0 0,0 1 0 0,4-3 0 0,10 2 0 16,2-1 0-16,3-1 0 0,1-5 0 0,1-5 0 15,6 3 0-15</inkml:trace>
  <inkml:trace contextRef="#ctx0" brushRef="#br1" timeOffset="-73360.61">11912 1595 384 0</inkml:trace>
  <inkml:trace contextRef="#ctx0" brushRef="#br1" timeOffset="-73216.22">11959 1288 3515 0,'-18'-6'0'0,"-2"5"0"0,6-2 0 0,-2 3 0 16,7-1 0-16,4 1 0 0,-2 0 0 0,7 0 0 0,0 0 0 0,7 0 0 0,13 0 204 0,1 1-74 0,7 6-50 0,2-5-78 0,2 2-2 16,2-3 0-16,-2 1-119 0,0 0-22 0,-2-1 85 15,-8 2 47-15,3-1-674 0,-5-1 360 0,-6 2 162 16,-3-3 105-16,-4 0-815 0,-5 0 417 0</inkml:trace>
  <inkml:trace contextRef="#ctx0" brushRef="#br1" timeOffset="-73049.77">12091 1013 3221 0,'-17'-5'0'0,"-2"4"0"0,2 1 0 0,0 0 0 0,0 5 0 0,4 13 0 0,0 6 0 0,8 6 0 0,-1 7 0 0,1 6 0 0,4 5 355 16,-1 3-158-16,2 3-39 0,-2 0-158 0,2-2 0 0,0 1 0 0,0-3 0 15,2 0 0-15,3-7 0 0,5-6 0 16,3 3-441-16,1-6 122 0,0-6 179 0,6-5 89 0,-4-12-912 16,7-1 455-16,0-10 231 0</inkml:trace>
  <inkml:trace contextRef="#ctx0" brushRef="#br1" timeOffset="-72565.83">12467 1523 2157 0,'5'-20'0'0,"-3"1"-1"0,1-1 1 0,-1 0 0 0,-2-1 0 0,0 1 0 0,0-2 0 16,0-2 0-16,0 0 0 0,0 3 0 0,0 1 141 0,0 2-52 0,0 4-25 0,-3 5 101 0,-8-1-69 0,-3 6-28 0,-2 4-1 15,-5 0 107 1,0 18-68-16,-3 4-24 0,1 7 208 0,-3 6-126 0,5 2-63 16,4 3-32-16,6-5 30 0,1 6-99 15,7-5 0-15,3 3 0 0,0-6 0 0,0-1 0 0,3-8 0 0,8 1 0 16,5-7 0-16,-2-1 0 0,2-8 0 0,3-3 0 15,-1-6 0-15,7 0 0 0,-2-9 0 0,-1-9 0 16,0-7 0-16,1-5 0 16,-2-2 0-16,1-9 0 0,-5 1-416 0,0-1 368 0,-2-7 10 0,0-2 0 15,-2-8-10 1,2-12 10-16,-3-1-58 0,1 1 29 0,-4-1 0 0,-3 22-80 16,-4 8 45-16,-2 3 383 0,0 15-159 15,0 2-80-15,-6 7-41 0,-5 8 1 0,2 6-50 0,-7 0 581 16,1 21-361-16,0 13-172 0,4 7 0 15,0 9 0-15,3 11 0 0,1 10 0 0,1-1 0 16,4 2 0-16,0-2 0 0,2-4 0 0,0-11 0 16,0 5 0-16,6-8 0 0,3-5 0 0,3-11 0 15,2-2 0-15,0-10 0 0,1-3 0 16,2-8 0-16,1-7 0 0,3-6 0 0,2 0 0 16,-1-13 0-16,1-12 0 0,1-10 0 15,-1-7 0-15,-3-5 0 0,5-13 0 0,-4 6-140 16,0-22 46-16,0-1-202 0,2-10 129 0,-6 15 64 15,2-5 33-15,-8 20-10 0,-3 3 8 0,-4 17 0 16,-3 10 34-16,-1 5 521 0</inkml:trace>
  <inkml:trace contextRef="#ctx0" brushRef="#br1" timeOffset="-72421.43">12957 884 3931 0,'-12'0'0'0,"-1"15"0"0,4 12 0 0,-3 12 0 0,7 6 0 0,-3 8 0 0,5 14 0 0,3-5 0 0,0 3 0 0,0-2 0 0,0-9 0 15,5 5 0-15,6-4 0 0,3-8 0 0,0-1 0 0,2-7 0 0,-3-8 0 16,4-2 0-16,-4-9 0 0,0-2 0 15,0-3 0-15,-2-7 0 0,-1-3-222 0,-1 0 25 0,-1-5 68 0,-3 0-372 16,-1 0 231-16,-3-10 105 0,-1-5-665 16,0-10 397-16</inkml:trace>
  <inkml:trace contextRef="#ctx0" brushRef="#br1" timeOffset="-72352.69">12771 1362 377 0,'-32'-4'0'0,"0"3"0"0,2 1 0 0,5-4 0 0</inkml:trace>
  <inkml:trace contextRef="#ctx0" brushRef="#br1" timeOffset="-72281.73">12601 1348 3931 0,'0'0'0'0,"2"0"0"0,25-2 0 0,12 0 0 0,6 0 0 0,5-2 0 0,7 1 0 0,3-1 0 0,10 0 0 0,-18 3 0 0,5-1 0 0,-3 2-291 15,-1 0-264-15,-8 0 249 0</inkml:trace>
  <inkml:trace contextRef="#ctx0" brushRef="#br1" timeOffset="-71797.18">13249 1257 2964 0,'-9'-2'0'0,"7"2"0"0,2 0 0 0,0 0 0 0,0 0 0 0,0 0 0 0,11-3 0 0,7 3 0 0,0-1 0 0,5-1 0 0,3-2 123 0,4 1 135 16,0 1-115-16,2-1-52 0,2 2-26 0,-4-1-350 0</inkml:trace>
  <inkml:trace contextRef="#ctx0" brushRef="#br1" timeOffset="-71762.56">13575 1228 388 0,'21'4'0'0,"-1"1"0"0,-1 3 202 0,-5 2-121 16</inkml:trace>
  <inkml:trace contextRef="#ctx0" brushRef="#br1" timeOffset="-71681.33">13403 1425 388 0,'-14'10'0'16,"7"-3"0"-16,-2-1 0 0</inkml:trace>
  <inkml:trace contextRef="#ctx0" brushRef="#br1" timeOffset="-71613.16">13377 1459 1769 0,'23'0'0'0,"5"0"0"0,2 0 0 0,4 0 0 0,1 0 0 0,1 0 0 0,0 0 0 0,0 0 0 0,-1 0 0 0,-1 5 0 0,0 4-345 0,-4-2 157 0,2 2 75 0</inkml:trace>
  <inkml:trace contextRef="#ctx0" brushRef="#br1" timeOffset="-71297.79">14350 902 1581 0,'6'-48'0'0,"-3"13"0"0,-1 3 0 0,-2 4 0 0,0 4 0 0,-4 6 0 0,-6 3 0 0,-6 7 0 0,2 2 0 0,-9 3 0 0,0 3 251 0,-7 0-111 15,3 15-52-15,-4 5 309 0,0 5-180 0,2 6-89 16,10-6-36-16,0 4 363 16,3 3-209-16,0 12-104 0,5-4-52 0,6 6 14 0,1 2-104 0,4 4 0 15,0 13 0-15,0-6 0 16,6 2 0-16,3-1 0 0,0-5 0 0,4 11 0 16,-2-14 0-16,1 4 0 0,-1 10 0 0,-2-15 0 15,0 4 0-15,-2-1 0 0,-4-2 0 0,-1-4 0 16,-2-1 0-16,0-3 0 0,-3-7 0 0,-9-1 0 15,-3-3 0-15,-2-6 0 0,0-6 0 0,-4-3 0 16,5-8 0-16,-10 0 0 0,3-7 0 0,2 0 0 16,-5-3 0-16,4 0 0 0</inkml:trace>
  <inkml:trace contextRef="#ctx0" brushRef="#br1" timeOffset="-71237.63">13837 2115 379 0,'-7'-33'0'0,"5"-8"0"0,2-4 0 0,11-2 0 0</inkml:trace>
  <inkml:trace contextRef="#ctx0" brushRef="#br1" timeOffset="-71097.16">14455 1469 3931 0,'44'0'0'0,"12"-5"0"0,8-1 0 0,7-3 0 0,8-2 0 0,14 3 0 0,-19 0 0 0,22 0 0 0,-11 1 0 0,-14 4 0 0,6 0 0 0,-8 1 0 16,-1 2 0-16,-13 0 0 0,1 0 0 0,-15 0 0 0,8 0 0 0</inkml:trace>
  <inkml:trace contextRef="#ctx0" brushRef="#br1" timeOffset="-71038.49">15735 1392 379 0,'0'0'0'0,"0"0"0"15,-11 0 0-15</inkml:trace>
  <inkml:trace contextRef="#ctx0" brushRef="#br1" timeOffset="-70917.02">14715 1681 370 0,'-19'-5'0'0</inkml:trace>
  <inkml:trace contextRef="#ctx0" brushRef="#br1" timeOffset="-70810.69">14563 1683 3931 0,'-34'23'0'0,"4"2"0"0,0 7 0 0,3 4 0 0,8-4 0 0,-1 11 0 0,8-9 0 0,5 2 0 0,5-2 0 0,2-5 0 0,0-4 0 0,7 2 0 0,11-6 0 15,0-5 0-15,7-5 0 0,-1-3 0 0,1-5 0 16,5-3 0-16,-2 0 0 16,0-8 0-16,-2-8 0 0</inkml:trace>
  <inkml:trace contextRef="#ctx0" brushRef="#br1" timeOffset="-70561.92">14733 1855 3931 0,'-11'0'0'0,"0"0"0"0,1 9 0 0,1 10 0 0,0 4 0 0,5-3 0 0,2 3 0 0,2 2 0 0,0 0 0 0,2-4 0 0,6-2 0 0,6 1 0 16,3-6 0-16,3-2 0 0,3-5 0 0,0-5 0 16,2-2 0-16,-3 0 0 0,2-2 0 0,1-10 0 15,-4-6 0-15,-7 2 0 0,4-2 0 0,-8-1 0 16,1-1 0-16,-4-3 0 0,-5 1 0 16,-1-5 0-16,-1 2 0 0,0 3 0 0,-9-4 0 15,-6 4 0-15,-3 2 0 0,-3 4 0 0,-2 3 0 16,0 5 0-16,-5 2 0 0,8 5 0 0,-3 1 0 15,0 0 0-15,7 4 0 0,0 5 0 0,7 1 0 16,2 1 0-16,1 5 0 0,6-1 0 0,0 0-91 16</inkml:trace>
  <inkml:trace contextRef="#ctx0" brushRef="#br1" timeOffset="-70308.25">15171 1701 3931 0,'-28'8'0'0,"2"3"0"0,6-4 0 0,4 4 0 0,2 3 0 0,7 1 0 0,7 1 0 0,0 2 0 0,2 4 0 0,14-1 0 0,3 2 0 0,2-2 0 0,4-1 0 0,-7-2 0 16,9 5 0-16,-8-3 0 0,-6-6 0 0,0 2 0 15,-5-1 0-15,-5-1 0 0,-1 2 0 16,-2-5 0-16,0-1 0 0,-14 0 0 15,-4 0 0-15,-3-5 0 0,-5-1 0 0,0 0 0 16,0-4 0-16,-1 0 0 0,1 0 0 0,5 0 0 16</inkml:trace>
  <inkml:trace contextRef="#ctx0" brushRef="#br1" timeOffset="-70145.2">15627 1753 370 0</inkml:trace>
  <inkml:trace contextRef="#ctx0" brushRef="#br1" timeOffset="-70087.54">15533 1665 370 0,'-14'-16'0'15,"0"1"0"-15</inkml:trace>
  <inkml:trace contextRef="#ctx0" brushRef="#br1" timeOffset="-70008.83">15441 1709 3931 0,'0'39'0'0,"0"5"0"0,0 2 0 0,5 1 0 0,-2-7 0 0,6 6 0 0,0-10 0 0,3 1 0 0,1-8 0 0,3-2 0 0</inkml:trace>
  <inkml:trace contextRef="#ctx0" brushRef="#br1" timeOffset="-69946.66">15697 2094 370 0,'11'-27'0'0</inkml:trace>
  <inkml:trace contextRef="#ctx0" brushRef="#br1" timeOffset="-69799.69">15232 757 388 0,'0'26'0'0,"0"4"0"0,7 8 1687 0,-2 3-824 0,3 6-412 0</inkml:trace>
  <inkml:trace contextRef="#ctx0" brushRef="#br1" timeOffset="-69451.03">15271 1885 386 0</inkml:trace>
  <inkml:trace contextRef="#ctx0" brushRef="#br1" timeOffset="-69352.99">15267 1891 3931 0,'11'-6'0'0,"4"3"0"15,7-5 0-15,1 2 0 0,4 2 0 0,4-1 0 0,3 1 0 0,2 1 0 0,1 0 0 0,1 2 0 0,0-1 0 0,-1 2 0 0,0 0 0 0,-3 0 0 16,-2 0 0-16,-4 0 0 0</inkml:trace>
  <inkml:trace contextRef="#ctx0" brushRef="#br1" timeOffset="-69296.84">15806 1858 375 0</inkml:trace>
  <inkml:trace contextRef="#ctx0" brushRef="#br1" timeOffset="-69167.95">15509 1670 375 0,'-4'-8'0'15</inkml:trace>
  <inkml:trace contextRef="#ctx0" brushRef="#br1" timeOffset="-69054.95">15483 1620 3931 0,'-2'8'0'16,"-1"5"0"-16,0 2 0 0,-5 9 0 0,5-1 0 0,-3 5 0 0,3 4 0 0,1 3 0 0,0-2 0 0,2 0 0 0,0 1 0 0,0-4 0 0,0-1 0 0,0 3 0 0,0-7 0 0,2 2 0 16,0-6 0-16</inkml:trace>
  <inkml:trace contextRef="#ctx0" brushRef="#br1" timeOffset="-68486.69">15159 828 3931 0,'0'17'0'0,"0"7"0"0,0 3 0 0,0 4 0 0,0 5 0 15,0 8 0-15,0-5 0 0,2 3 0 0,0 0 0 0,0-2 0 0,0-4 0 0,1 3 0 0,-2-2 0 0,1-1 0 0</inkml:trace>
  <inkml:trace contextRef="#ctx0" brushRef="#br1" timeOffset="-67792.83">16392 1346 3931 0,'-19'23'0'0,"2"5"0"0,1 5 0 0,2 1 0 0,3 3 0 0,4 1 0 0,0 8 0 0,7-12 0 0,0 2 0 0,0 0 0 0,10-7 0 0,1-4 0 0,4-1 0 0,0-7 0 0,3-4 0 15,-2-4 0-15,3-3 0 16,-1-6 0-16,3 0 0 0,0-7 0 0,-1-14 0 15,3-6 0-15,0-11 0 0,-7 8 0 0,5-16 0 16,-1 3 0-16,-4-2 0 0,1 0 0 0,-2-3 0 16,-1-2 0-16,-2-5 0 0,1-8-22 0,-1 1-55 15</inkml:trace>
  <inkml:trace contextRef="#ctx0" brushRef="#br1" timeOffset="-67470.58">16722 931 3931 0,'-9'-4'0'0,"-3"4"0"0,-4 12 0 0,-3 18 0 0,3 8 0 0,0 9 0 0,1 9 0 0,2 15 0 0,2-1 0 0,4 3 0 0,2-2 0 15,3 1 0-15,2-14 0 0,0 12 0 0,2-20 0 16,12 3 0-16,0-6 0 0,0-10 0 0,2-3 0 16,3-8 0-16,1-5 0 0,-2-10 0 0,3-5 0 15,3-6 0-15,0 0 0 0,2-16 0 16,5-11 0-16,-3-6 0 0,2-6 0 0,5-11 0 0,-8 2 0 16,8-15 0-16,-5-2 0 0,-2-1 0 15,0-8 0-15,-1-3 0 0,-2 0 0 16,-7 6 0-16,-3 12 0 0,-6 4 0 0,-5 19 0 15,-2 7 0-15,-2 3 0 0,0 14 0 0,-2-1 0 16,-9 10 0-16,-3 3 0 0,-2 3 0 0,-1 20 0 16,2 5 0-16,0 14 0 0,5 5 0 0,1 14 0 15,6 1 0-15,1-7 0 0,2 14 0 0,0-8 0 16,0-11 0-16,9 5 0 0,4-5 0 16,0-8 0-16,6 4 0 0,-2-11 0 15,-1-4 0-15,2-5 0 0,-3-5 0 0,0-4 0 16,0-4 0-16,-4-5 0 0,-2-2 0 0</inkml:trace>
  <inkml:trace contextRef="#ctx0" brushRef="#br1" timeOffset="-67294.69">16655 1418 3931 0,'0'1'0'0,"9"-1"0"0,19 0 0 0,17 0 0 0,13 0 0 0,13 0 0 0,3 0 0 0,5 0 0 15,-12-1 0-15,15-1 0 0,-11 0 0 0</inkml:trace>
  <inkml:trace contextRef="#ctx0" brushRef="#br1" timeOffset="-63779.62">15128 1580 1022 0,'0'0'0'0,"0"-2"0"0,0-2 0 0,0 0 0 0,0 3 0 0,0-4 0 0,0 1 0 0,0 1 0 0,0-1 0 0,0 2 0 0,0-2 48 0,0 2 88 0,0-2-49 0,0 2-24 16,0-2 0-16,0 3 82 0,1 0-43 15,1-2-37-15,0 3 0 0,3-4 5 0,-2 3 1 16,3-1-33-16,-1 0 25 0,2 0-25 16,1 2 0-16,0 0 0 0,-1 0-13 0,2 0 13 15,1 0 10-15,0 0-17 0,-3 0 7 0,2 0 0 16,-1 0 0-16,-1 4-34 0,-1 3 10 0,1-4 20 15,-3 3 3-15,2 0-69 0,-4 4 31 0,0 1-10 16,-2-1 17-16,0 4-13 0,0 0 31 0,0 1-11 16,-10 1-18-16,1 0-5 0,0 0 26 0,-2 0-23 15,-1-3 23-15,1 0-8 0,-1-4 6 16,3 0 24-16,2-3 3 0,-2-1-27 0,2-1-1 0,2-1 119 16,3-2-55-16,0-1-24 15,2 0 17-15,0 0 206 0,0 0-118 0,0 0-61 16,7-5 52-16,7-3-55 0,2-1-19 0,2 0 48 15,0-3-123-15,1 5 0 0,2-3 0 0,-1 4 0 16,1-3 0-16,-2 3 0 0,1 3 0 16,-2-1 0-16,1 2 0 0,-5 1 0 0,1 1 0 0,0 0-445 15,0 0 61-15,0 1 188 0</inkml:trace>
  <inkml:trace contextRef="#ctx0" brushRef="#br1" timeOffset="-62665.73">14768 995 925 0,'0'-7'0'0,"0"2"0"0,-3-4 0 0,1 0 0 0,-2 2 0 0,1-4 0 0,-1 5 0 0,0-2 0 0,-1 1 0 0,-3-2 0 0,0 4 127 16,1-4-45-16,-4 3 0 0,3 1-34 0,-1 1 34 15,-4 0 1-15,5 1-45 0,-5 0 0 0,2 3 128 16,-1 0-55-16,0 0-41 0,-2 0 0 0,1 4 97 15,-2 6-65-15,0 1-22 0,0 3 68 0,-2 4-55 16,-2 4-27-16,3-1 98 0,0 5-63 0,2 1-22 16,0 2-9-16,5 2 46 0,3-2-39 15,6-2 0-15,0-5-39 0,0 4 134 0,0 0-73 16,8-7-30-16,5-1 50 0,2-3-32 16,2-3-9-16,0-3-71 0,0-1-7 0,-1-4 0 15,2-3 0-15,-2-1-75 0,0 0 21 0,0-1 56 16,0-11-10-16,-4-4-224 0,2 0 107 0,-3-5 68 15,0-1 1-15,-1 0-108 0,-5 1 74 0,1-2 34 16,-1 0-34-16,-1 1-54 0,-2 4 54 0,0-2 16 16,-2 9 1-16,0 0 0 0,0 2 35 0,0 3 101 15,0 3-50-15,0 0-35 0,0 0 9 0,-2 3 165 16,0 0-82-16,-2 0-51 0,1 3-1 16,3 7 40-16,-2 1-9 0,2-1-28 15,-2 2 122-15,2-1-65 0,0 3-6 0,0-4-21 16,0 5 17-16,0-5-38 0,0-1 22 0,0-1-239 15,2 2 103-15,0-5 50 0,3 2 25 0,1-5-370 16,2 3 170-16,-3-4 97 0,2-1 21 0,1 0-437 16,0 0 250-16,-1 0 120 0,1 0 60 0,2 0-169 15</inkml:trace>
  <inkml:trace contextRef="#ctx0" brushRef="#br1" timeOffset="-62019.46">14782 1024 871 0,'-5'0'0'0,"-1"0"0"0,0 0 0 0,0 0 0 0,1 0 0 0,-1 0 0 0,3 0 0 0,-3 3 0 0,0 3 0 0,2 1 0 0,1 1 81 0,-1 3 78 16,2 3-61-16,0 1-30 0,2 0 0 0,0 2 153 15,0-2-82-15,0 3-56 0,2-2 174 0,4-2-110 16,3-2-55-16,3-1 45 0,0-2-41 0,2-3-34 16,-1-3 1-16,1-3 18 15,0 0-43-15,-3 0-1 0,3 0 10 0,-3-3-98 16,2-6 44-16,-5-6 0 0,1 3 45 0,-4-3-201 16,2-2 110-16,-6-1 40 0,1 3-210 0,-2 0 114 15,0-2 19-15,0 2 42 0,-8-3-23 0,1 3 48 16,-4-1-35-16,1 5 92 0,-3 1-40 0,4 2-8 15,-7 3-24-15,4 0 196 0,-2 4-75 0,3 1-49 16,2 0 5-16,-3 0 33 0,3 4-13 0,3 0-25 16,1 8-202-16,3-4 87 0,0 4 49 0,2-1-432 15,0 2 213-15,0-2 112 16,2-1 32-16,5-1-372 0,3 1 221 0</inkml:trace>
  <inkml:trace contextRef="#ctx0" brushRef="#br1" timeOffset="-61710.59">15032 977 1517 0,'-9'-6'0'0,"2"2"0"0,-2 0 0 0,0 3 0 0,-2-2 0 0,3 3 0 0,-1 0 0 0,-2 0 0 0,3 8 0 0,0 3 0 0,-1 3 130 0,4 1-37 0,1-3-9 0,1 4 79 16,3-2-63-16,0 0-31 0,0-1 0 15,1-1 36-15,9-1-39 0,0-2 1 16,1-2 6-16,1 1-36 0,-3-1 1 0,1-2-37 0,-2 1-10 16,-1-2 47-16,-2 2 0 0,-3-2-53 0,0 1 26 15,-2 1 10-15,0 2 16 0,-4-2 70 16,-6 1-35-16,-4 1-21 16,-1-2-18-16,-2 0 53 0,1 0-53 0,-2 0-2 0,0-3-57 0,3-1 34 15,0 0 1-15,3-2-381 0,1 0 192 0,4 0 90 16,0 0 50-16,4 0-596 0,1 0 299 0,2-4 140 15,0-5 85-15</inkml:trace>
  <inkml:trace contextRef="#ctx0" brushRef="#br1" timeOffset="-61468.94">15041 947 2495 0,'-9'0'0'0,"5"0"0"0,-1 0 0 0,3 0 0 0,2-1 0 16,0-1 0-16,0 0 0 0,11 1 0 0,8-1 0 0,3-2 0 0,2 0 105 0,3 3 304 0,1-2-186 0,0 2-92 15,-1-1 57-15,3-2-79 0,-4 2-36 0,0 1 0 0,-5 1-75 0,2 0-1 16,-2 0 51-16,-5 0-322 16,0 0 156-16,-7 0 78 0,0 0 39 0,-4-2-547 15,-1 2 286-15,-1 0 51 0,-2 0 101 0,-1 0-521 16,0 0 297-16,-6 0 148 0,-3 0 65 0</inkml:trace>
  <inkml:trace contextRef="#ctx0" brushRef="#br1" timeOffset="-61127.99">15257 676 1883 0,'0'-3'0'0,"-2"-1"0"0,-3 1 0 0,-1 0 0 0,1 0 0 0,-1 2 0 0,0 0 0 0,2 1 0 0,-1 0 0 0,3 0 0 0,-2 0 352 0,1 2-157 0,1 8-78 16,0-1 107-16,0 7-98 0,2-3-44 0,-2 3 119 16,1 1-81-16,1 2-32 0,-3 2-9 0,1 4 151 15,-2-3-96-15,1 2-48 16,-1 1-72-16,0-3-14 0,-1 9 0 0,1-4 0 16,0-1 0-16,0-1 0 0,0 4 0 0,3-6 0 15,-1 7 0-15,0-10 0 0,2 4 0 0,0-1 0 16,0-3 0-16,0 0 0 0,0-2 0 0,4-1 0 15,1-8 0-15,3 2 0 0,1 0 0 0,-1-3 0 16,4-1 0-16,-1-3 0 0,-1 1 0 0,6-5 0 16,-1 0 0-16,2 0 0 0,-1-5 0 15,3-6 0-15,2-3 0 0,-1-2 0 16,0-1 0-16,-4 0 0 0,3-3 0 0,-6 3-574 16,4-2 54-16,-1 2 241 0,-2 0 121 0</inkml:trace>
  <inkml:trace contextRef="#ctx0" brushRef="#br1" timeOffset="-60389.11">17973 1306 2883 0,'-19'0'0'16,"6"0"0"-16,5 0 0 0,6 3 0 0,0 0 0 0,2 2 0 0,0 0 0 0,12 3 0 0,8-3 0 0,7 1 0 0,5-3 106 0,9-3 232 0,-1 0-150 0,-5 0-74 0,3 0-38 0,-1 0 150 16,1-2-226-16,-4 1 0 0,-2-3 0 15,-2 0-53-15,-5 1 34 0,-4-1-667 0,2 2 358 16,-4 0 183-16,-2 0 92 0,-3 2-995 16</inkml:trace>
  <inkml:trace contextRef="#ctx0" brushRef="#br1" timeOffset="-60190.98">18078 1664 3498 0,'-26'3'0'0,"5"13"0"0,8-1 0 0,4-4 0 0,0-5 0 0,8-3 0 0,1-1 0 0,0 2 0 0,1-2 0 0,13-2 0 0,5 0 387 16,5 0-341-16,-1 0-46 0,7 0 0 0,-4 0 0 15,3 0 0-15,-3-2 0 0,-1 2 0 0,-2 0 0 16,0 0 0-16,0 0-524 0,-1 0 155 0,-1 0 203 15,0 0 103-15,-1 0-559 0,1 0 296 0,3 0 144 16,1 0-423-16</inkml:trace>
  <inkml:trace contextRef="#ctx0" brushRef="#br1" timeOffset="-59712.38">19175 974 1594 0,'2'-33'0'0,"-2"9"0"0,0-9 0 0,0 6 0 0,0-2 0 0,0 2 0 0,-2 7 0 0,-1-4 0 0,-2 2 0 0,0 2 0 0,-1 4 183 0,-1 1-72 0,0 4-27 16,-4-2 219-16,1 4-132 0,-4 4-66 0,1-1-34 0,0 5 294 16,-2-1-154-16,0 2-91 0,0 0-41 0,0 0 289 15,-2 3-202-15,2 6-166 0,0 1 0 0,4 4 0 16,-3 1 0-16,5 2 0 0,-4 2 0 0,3 4 0 15,1-2 0-15,0 7 0 0,1 0 0 0,-1 2 0 16,2 0 0-16,-1 3 0 0,2-3 0 0,4 6 0 16,-2-3 0-16,4 5 0 0,0-1 0 0,0 2 0 15,0 0 0-15,2 5 0 16,5-2 0-16,0 0 0 0,0 2 0 0,-1 1 0 16,-1-3 0-16,2 6 0 0,-4-3 0 0,1 3 0 15,-2-2 0-15,-1-1 0 0,1-4 0 0,-2 6 0 16,0-3 0-16,0-11 0 0,0 2 0 0,-2-3 0 15,-3-5 0-15,0-1 0 0,-4-2 0 0,0-4 0 16,0-4 0-16,-1-1 0 0,-1-1 0 0,-2-4 0 16,-2-3 0-16,0 1 0 0,-2-3 0 0,1-2 0 15,-4 0 0-15,1-2 0 16,-1-1 0-16,-3 0 0 0,2 0 0 0,3 0 0 16,-3-6 0-16,2-3 0 0,5-2 0 0,-2 0 0 15,5 0 0-15,4-2 0 0,1 5 0 0,6-5-580 16,0-2 97-16,4 0 223 0,14-3 110 0,7 0-404 15</inkml:trace>
  <inkml:trace contextRef="#ctx0" brushRef="#br1" timeOffset="-59010.56">19151 1551 2064 0,'-12'0'0'0,"3"0"0"0,1 0 0 0,1 0 0 0,-1 0 0 0,4 0 0 0,2 0 0 0,1 0 0 0,1 0 0 0,0 0 0 0,0 0 100 0,11-2 340 15,9-2-200-15,0 0-92 0,6 1 331 0,2-1-220 16,2 0-111-16,6 4-95 0,3-4-53 0,9 3 0 15,-4-1 0-15,7 0 0 0,1 2 0 0,14-2 0 16,-8 2 0-16,20 0 0 0,-2-2 0 0,16 0 0 16,0 1 0-16,2-1 0 0,-4 0 0 15,23-2 0-15,-8-1 0 0,3 1 0 16,0-2 0-16,0-1 0 0,-15 1 0 0,22 1 0 16,-15-4 0-16,-1 4 0 0,-3-2 0 0,-4-1 0 15,-17 2 0-15,4 1 0 0,-7 2 0 0,-15-4 0 16,0 3 0-16,-4 1 0 0,-14-1 0 0,-4 2 0 15,-8-1 0-15,-5 0 0 0,-7 2 0 0,-5-1 0 16,-4 2 0-16,-5-2 0 0,1 2 0 0,-2 0 0 16,0-2 0-16,-7 0 0 0,-7-1 0 15,-2 3 0-15,-2-3 0 0,-2 2 0 16,-4-3 0-16,-3 3-724 0,-3-1 223 0,-2-1 237 16,-12-2 113-16</inkml:trace>
  <inkml:trace contextRef="#ctx0" brushRef="#br1" timeOffset="-58530.72">19791 463 2908 0,'-10'-14'0'0,"5"7"0"0,1 1 0 0,1 4 0 0,1 0 0 0,2 0 0 0,0 2 0 0,0 7 0 0,0 16 0 0,0 4 0 0,0 6 104 0,0 14 146 0,2 4-106 16,1 4-52-16,-1 7-26 0,0-6 256 15,0 4-277-15,-1-2-45 0,-1 0 0 0,0-3 0 16,0-4 0-16,0-9 0 0,0 5 0 0,0-14 0 16,0-7 0-16,0 2 0 0,0-7 0 0,0-9 0 15,0-2 0-15,0-5 0 0,0-2 0 0,0-1 0 16,0-2 0-16,-1-2 0 0,-3-10 0 0,-3-5 0 15,-1-5 0-15,0-3 0 0,-3-3 0 16,0-2 0-16,-2-4 0 0,-2 1 0 0,-4-7 0 16,0 12 0-16,1-4 0 0,-2 11 0 15,-1-4 0-15,1 13 0 0,-6-2 0 0,5 11 0 16,-1 1 0-16,-1 2 0 0,-1 4 0 0,3 9 0 16,3 5 0-16,2-2 0 0,5 3 0 0,4 2 0 15,1 3 0-15,6-2 0 0,0 0 0 0,0 0 0 16,4-4 0-16,7 1 0 0,5-2 0 0,-2-3 0 15,3 0 0-15,2-3 0 0,0-1 0 0,1-1 0 16,1-3 0-16,-2-3 0 0,3 1 0 0,-1-2 0 16,0 0 0-16,0 0-721 15,0 0 205-15,2 2 238 0,4-4 120 0,1 0-742 16</inkml:trace>
  <inkml:trace contextRef="#ctx0" brushRef="#br1" timeOffset="-58224.94">20229 874 2583 0,'0'-16'0'0,"0"3"0"0,-6 2 0 0,-7-1 0 0,-2 3 0 0,-2 3 0 0,-1 2 0 0,-3 2 0 0,1 2 0 0,0 0 0 0,-1 0 250 0,2 6-96 0,1 6 92 0,1 1-104 16,4 1-52-16,3 2 168 0,3 0-100 0,5 3-108 15,2 1-50-15,0-2 0 0,2 0 0 0,11 3 0 16,0-3 0-16,4 0 0 0,-2-4 0 0,2 4 0 15,-2-2 0-15,-1-1 0 0,-4-3 0 0,-2 4 0 16,-5-3 0-16,-1-1 0 0,-2 2 0 0,0 1 0 16,-5-1 0-16,-8 0 0 0,-6-1 0 15,-4 0 0-15,1-1 0 0,-2-3 0 16,3-2 0-16,-2 1 0 0,1-2 0 0,3-2 0 16,1-2 0-16,4-2 0 0,3 0 0 0,1 0 0 15,4 0-662-15,6-8 224 0,0-7 199 0,12-6-316 16,10-1 249-16,8-7 139 0</inkml:trace>
  <inkml:trace contextRef="#ctx0" brushRef="#br1" timeOffset="-57582.49">20247 971 2802 0,'23'-6'0'0,"-2"3"0"0,-7 3 0 0,-2 0 0 0,-3 0 0 0,-3 0 0 0,-3 3 0 0,-1 10 0 0,-2-1 0 0,0 2 0 0,0 1 412 0,0 1-187 0,0-2-84 0,0 2 210 15,0-1-351-15,0-5 0 0,0 1 0 0,-2-2 0 16,1-4 0-16,1 0 0 0,0-4-573 0,0-1 292 15,-2 0 160-15,2 0-530 0,0-9 247 0,0-8 189 16,0-5 76-16,0-5-155 0,0-3 128 0,3-6 64 16,4-3 22-16,2-10-263 15,0 2 152-15,0-3 76 0,1 2 39 0,-3 11-33 16,2 0 38-16,0 4 71 0,-6 11 62 0,3 3-70 16,-3 8 1-16,1 1 537 0,2 9-293 0,-3 1-133 15,1 0-52-15,2 15 287 0,-2 9-86 0,0 4-105 16,-1 4-23-16,1 9 341 0,-2 1-214 0,-1-1-107 15,-1 4 236-15,0-8-161 0,0 11-96 0,0-13-43 16,0 1 106-16,-3-2-74 0,-1-4-38 16,2-7-79-16,-1-5 17 0,3-7-1 0,0-4 19 15,0-1-176-15,0-6 88 0,0 0 58 16,0-9-10-16,9-9-24 0,5-7 36 0,2 1 0 16,1-3-29-16,1 3-144 0,2-1 39 0,-1 4 60 15,-5 5 3-15,1 5 44 0,-3 3-31 0,-1 3 304 16,-1 3-128-16,-3 2-68 0,-2 3-24 0,-3 14 301 15,0 7-330-15,-2 0 0 0,0 6 0 0,0-1 0 16,0-1 0-16,2-7 0 0,3 2 0 0,2-5 0 16,0-1 0-16,4-6 0 0,3-2 0 0,2-7 0 15,7-2 0-15,-5 0 0 16,10-11 0-16,-3-8 0 0,7-7 0 0,-2-1 0 16,0-3-85-16,-4-1-96 0,8-11 76 0,-2 3-151 15,-4-4 109-15,2-2 55 0,-1-4 27 0,-1 5-53 16,-3 0 45-16,-9 11 0 0,-1 0 35 0,-6 12 0 15,-3 6 0-15,-2 2 312 16,-3 6-152-16,-1 3-80 0,0 4-40 0,-9 2 519 0,-3 19-260 0,3 0-174 16,0 9-87-16,4 0 0 15,1 5 0-15,2 8 0 0,2-4 0 0,0-4 0 16,0 6 0-16,8-3 0 0,2-1 0 0,4 0 0 16,-1-1 0-16,1-2 0 0,0-3 0 0,-3-2 0 15,3-3 0-15,-5-5 0 0,0-2 0 0,1-3 0 16,-4-2 0-16,-1-4-864 0,0-5 337 0,-3-1 243 15,3-2-591-15,-3-2 409 0</inkml:trace>
  <inkml:trace contextRef="#ctx0" brushRef="#br1" timeOffset="-57424.05">20843 801 2987 0,'-32'2'0'0,"7"4"0"0,10-3 0 0,2 0 0 0,8 1 0 0,5-1 0 0,12-1 0 0,24 2 0 0,8-2 0 0,14 2 0 0,-3-2 269 0,20 2-120 0,-3-3-56 16,6 0 31-16,-3 2-43 0,-2-2-1 0,-12 4-645 16,12-2 296-16,-19 5 154 0,3 3 76 0</inkml:trace>
  <inkml:trace contextRef="#ctx0" brushRef="#br1" timeOffset="-56842.26">19312 1724 2281 0,'-7'-9'0'0,"1"4"0"0,0 4 0 0,2-1 0 0,0 2 0 0,-1 0 0 0,1 0 0 0,1 9 0 0,1 12 0 0,0 5 0 0,0 6 168 0,2 10-65 0,0-5 391 0,0 12-232 0,2-8-113 16,4 2-55-16,1-9 119 15,2 11-87-15,-1-10-85 0,1 9-41 0,-1-8 0 16,-3 0 0-16,3 0 0 0,-2-5 0 0,-3-5 0 16,1 1 0-16,-2-6-180 0,1-5-28 0,-1-6 122 15,0-1 63-15,0-5-811 0,0-2 403 0,1-2 197 16,0 0 98-16,3-14-497 0,-1-8 298 0</inkml:trace>
  <inkml:trace contextRef="#ctx0" brushRef="#br1" timeOffset="-56682.92">19374 2085 2571 0,'-6'-14'0'0,"1"7"0"0,0-1 0 0,2 3 0 0,1-1 0 0,2 2 0 0,0 0 0 0,0 1 0 0,12-3 0 0,4 3 0 0,9-2 122 0,-2 4-43 15,1-1 418-15,-4-1-221 0,5 2-124 0,-1 1 27 16,1 0-124-16,-3 0-55 0,1 0 0 0,-2 0-154 15,0 1-9-15,-5 5 100 0,3 0 51 0,-1 0-730 16,0-3 399-16,2 3 83 0,1-1-679 16</inkml:trace>
  <inkml:trace contextRef="#ctx0" brushRef="#br1" timeOffset="-56378.61">20131 1878 2600 0,'0'-11'0'0,"0"3"0"0,-12-2 0 0,-2 3 0 0,-2 2 0 0,-2 1 0 0,-3 2 0 0,-2 2 0 0,0 0 0 0,0 6 0 0,0 5 170 0,2 4-66 0,3 2 309 15,4 1-179-15,3-1-103 0,4 3 127 0,5 0-237 16,2 1-21-16,0-1 0 0,6-2 0 0,10 3 0 16,3-1 0-16,2-2 0 0,-1-1 0 0,1 0 0 15,-3-4 0-15,-2 4 0 0,-1 1 0 0,-4-4 0 16,-3 3 0-16,-7-1 0 0,1 2 0 0,-2-3 0 15,-2 2 0-15,-9-5 0 0,-6 4 0 0,-3-1 0 16,1-6 0-16,-7 2 0 0,7-3 0 0,-3-1 0 16,1 0 0-16,1-5 0 0,2 3 0 15,5-4 0-15,2-1-174 0,1 0 22 16,5 0 35-16,3 0-532 0,2 0 296 0,2-15 163 16,16-3-610-16,9-11 381 0</inkml:trace>
  <inkml:trace contextRef="#ctx0" brushRef="#br1" timeOffset="-56221.18">20191 2046 3259 0,'19'-5'0'0,"0"3"0"0,-8 2 0 0,1 0 0 0,-5 0 0 0,-4 6 0 0,-1 5 0 0,0 4 0 0,-2 3 0 0,0-1 0 0,0 2 217 0,0 1-90 0,0-2 40 16,0 2-64-16,0-2-45 0,-2-2-58 0,2-2-54 16,0-4 0-16,-2-3 46 0,2-2 0 0,0-1-602 15,0-4 320-15,0 0 163 0,0 0-670 0,0-11 389 16,0-8 135-16,0-4-317 0</inkml:trace>
  <inkml:trace contextRef="#ctx0" brushRef="#br1" timeOffset="-55849.51">20356 1630 2057 0,'0'-10'0'0,"0"5"0"0,0 3 0 0,0 2 0 0,0 4 0 0,0 13 0 0,0 5 0 0,0 5 0 0,0 2 0 0,2 5 0 0,0 7 81 0,0 2 65 16,-2-3-55-16,0 2-26 0,0-1 0 0,0-5-140 0,0 5 52 0,0-4 30 15,0-1-209-15,-4-2 120 0,2-4 59 16,1-9-259-16,-1-1 150 0,2-2 15 16,0-12 60-16,0 0-202 0,0-2 110 0,0-4 47 15,0 0 36-15,0 0 56 0,0-1-1 0,0-9-26 16,0 1 231-16,0 1-125 0,2-2-49 16,-1 1 134-16,1 0-92 0,2-2-18 0,1 1-31 15,4 0 30-15,0 1 307 0,3 0-121 0,2-2-96 16,1 1-48-16,0 1-23 0,1 3 9 0,0 3 118 15,-1 3-76-15,-2 0-37 0,0 0-1 0,-4 14 41 0,-1 5-31 16,-4 10-8-16,-2-1-39 16,-2 4 97-16,0 1-49 0,0 2-24 0,-2-4 139 0,0-2-86 15,0-7-39-15,1 1-3 0,1-7-87 16,0-5 28-16,0 1-352 0,0-6 184 16,0-5 97-16,0-1 46 0,0 0 23 0,5-4 10 15,0-11-2-15,3-3 13 0,2-6-1400 0,-3 1 664 16,2-4 334-16,-2-3 155 0</inkml:trace>
  <inkml:trace contextRef="#ctx0" brushRef="#br1" timeOffset="-55562.01">20622 1860 2264 0,'0'-8'0'0,"0"2"0"0,0 2 0 0,1 0 0 0,5-1 0 15,5-3 0-15,4 3 0 0,3-1 0 0,3 0 0 0,8 2 0 0,-8 2 289 0,0 1-131 0,2 1 168 0,-4 0-145 0,-2 3-71 0,-3 7-37 16,-5 1 10-16,-6 4-132 0,-1 0 43 15,-2 3-137-15,0-3 90 0,-13 0 45 16,-2-3-4-16,0-1 20 0,-2-4 0 0,-1 1 29 16,2-4-15-16,5-1 79 0,-4-3-72 0,6 0-14 15,0 0 308-15,4 0-148 0,1 0-175 16,3 0 0-16,1 0 0 0,0 0 0 0,0 0 0 0,10 0 0 16,4 0 0-16,5 0 0 15,-1 0 0-15,5 0 0 0,4 0 0 16,-1 0 0-16,2 0 0 0,-2 0 0 0,-1 0 0 0,3 0 0 0,-2 0 0 0,-3 0 0 15,0 0 0-15,-3 0-138 0,-1 0-966 16,-1 0 538-16,-2 1 264 0</inkml:trace>
  <inkml:trace contextRef="#ctx0" brushRef="#br1" timeOffset="-55388.66">20928 2137 3284 0,'-19'4'0'0,"1"1"0"16,7-3 0-16,2 1 0 0,4-3 0 0,5 0 0 0,0 0 0 0,11 0 0 0,15 0 0 0,1-3 0 0,4 1 376 0,1 1-160 0,4-2-161 0,1 2-55 0,-1-2 0 0,-1 2 0 16,-1 1 0-16,-8 0 0 0,5 0-249 15,-10 0 23-15,0 0 132 0,-7 1-712 0,-3 2 387 0,-3-2 225 16,-2 2-37-16,-4-2-451 0,-1-1 323 0,-1 0 160 16</inkml:trace>
  <inkml:trace contextRef="#ctx0" brushRef="#br1" timeOffset="-55225.61">21233 1915 2829 0,'-11'-12'0'0,"-2"4"0"0,0 2 0 0,0 5 0 0,-1 1 0 0,1 0 0 0,3 10 0 0,-1 5 0 0,4 7 0 0,4 9 0 0,-1 2 208 15,4 12-85-15,0-4 631 0,0 4-737 0,0-4-17 16,7 10 0-16,4-5 0 0,6-1 0 0,3-3 0 16,1-7 0-16,4-5 0 0,9 1 0 0,0-11 0 15,4-5 0-15,3-7 0 0,3-8 0 0,8 0-694 16,0-2 95-16</inkml:trace>
  <inkml:trace contextRef="#ctx0" brushRef="#br1" timeOffset="-51976.72">21911 1344 3006 0,'-2'0'0'0,"2"0"0"0,0 0 0 0,0 0 0 0,0 0 0 0,8 0-4 0,11 0 0 0,3 0 1 0,9 0 1 0,0 0 0 0,3 0 497 0,3 0-228 15,2 0-115-15,-4 0-126 0,-1 0-26 0,-2 0 0 16,-4 0 0-16,0 0 0 0,-8 0 0 0,1 0 0 16,-1 0 0-16,-6 0-282 0,-3 0 22 0,-3 0 148 15,0 0 75-15,-7 0-585 0,1 2 300 0,-2 3 114 16</inkml:trace>
  <inkml:trace contextRef="#ctx0" brushRef="#br1" timeOffset="-51798.24">22070 1640 3931 0,'-29'18'0'0,"7"1"0"0,6-4 0 0,0-1 0 0,7-5 0 0,2-4 0 0,4-1 0 0,3 2 0 0,0-3 0 0,19-1 0 0,7-2 0 0,8 0 0 0,7 0 0 16,1 0 0-16,1-4 0 0,-1-3 0 15,2 1 0-15,-6 0 0 0,6 3 0 0,-7 0 0 16,0-2 0-16,-3 4 0 0,-4-1 0 0,-6 2 0 16,0 0 0-16,-3 0-130 0,-4 3 47 0</inkml:trace>
  <inkml:trace contextRef="#ctx0" brushRef="#br1" timeOffset="-49994.88">22895 1425 2613 0,'-20'-2'0'0,"7"1"0"0,0 1 0 0,6 0 0 0,-2 0 0 0,7 0 0 0,1 1 0 0,1-1 0 0,0 5 0 0,1-3 0 0,15 1 184 16,10 1-73-16,6-3 377 0,8 1-226 0,-1 0-112 16,-4-2-46-16,13 2-85 0,-6-2-19 0,2 2 0 15,-8-2 0-15,1 0 0 0,-1 2 0 0,-3-2 0 16,-3 1-98-16,-7-1-108 0,-2 3 122 0,-4-2-326 16,-6 1 135-16,-3 2 137 0,-5 0 68 0,-3 3-812 15</inkml:trace>
  <inkml:trace contextRef="#ctx0" brushRef="#br1" timeOffset="-49626.96">22872 1726 3646 0,'-29'0'0'0,"7"4"0"0,1-1 0 0,4-1 0 15,7-2 0-15,5 0 0 0,1 0 0 0,4 0 0 0,6 0 0 0,20 0 0 0,2 0 190 0,13 0-95 0,1 0-95 0,-6 0 0 0,5 0 0 16,-1 6 0-16,-6 4 0 15,-4 2 0-15,-9 6 0 0,-5-1 0 0,-5 2 0 16,-6 6 0-16,-5 1 0 0,0 1 0 0,-18 1 0 16,-6-2 0-16,-10 3 0 0,-4-8 0 0,-2 0 0 15,-1-4 0-15,2-3 0 0,5-6 0 0,-1-3 0 16,0-2 0-16,13-3 0 0,-2 0 0 0,6 0 0 16,9 0 0-16,2 0 0 15,5-2 0-15,2 1 0 0,0-7 0 0,18 1 0 0,13-1 0 16,7 1 0-16,3 1 0 0,7 1 0 15,9-1 0-15,-1 2 0 16,2 1 0-16,-1 2 0 0,-2-1 0 0,-5 2 0 0,-1 0 0 0,-12 0 0 16,3 0 0-16,-7 0 0 0,-6 0 0 0,-5 2 0 15,-2 2 0-15,-8-4 0 0,-3 1 0 0,-2 2 0 16,-3-3-29-16,-3 0-397 0,-1 0 194 0,0-3-689 16,0-12 446-16,0-6 219 0</inkml:trace>
  <inkml:trace contextRef="#ctx0" brushRef="#br1" timeOffset="-49430.56">23228 749 3931 0,'-16'-14'0'0,"7"11"0"0,6 1 0 0,-1 2 0 0,4 0 0 0,0 0 0 0,0 0 0 0,0 5 0 0,0 15 0 0,0 6 0 0,0 5 0 0,2 8 0 0,1 2 0 16,-1 4 0-16,0 3 0 15,-2 4 0-15,0 1 0 0,0-2 0 0,0 3 0 16,0-7 0-16,0 3 0 0,0-5 0 0,0-9-448 16,0 5 187-16</inkml:trace>
  <inkml:trace contextRef="#ctx0" brushRef="#br1" timeOffset="-48872.39">23837 824 2138 0,'-6'-21'0'0,"3"9"0"0,-4 2 0 0,2 5 0 0,1-1 0 0,0 4 0 0,3 0 0 0,-3 2 0 0,0 4 0 0,1 18 0 0,1 7 159 0,0 8 359 0,-3 13-244 16,5 0-118-16,0 16-59 0,0 1 336 0,0 2-277 15,0-8-156-15,0 15 0 0,2-10 0 0,3-1 0 16,-3-11 0-16,1 5 0 0,-1 0 0 0,0-3 0 16,-2-2 0-16,0-1 0 0,0-6 0 0,-2-2 0 15,-3-11 0-15,-4 2 0 0,2-12-18 0,0-2-23 16,1-8-725-16,3-5 364 0,-2-5 173 0,2-4-460 16,3 0 325-16,0-17 162 0,0-9 82 0</inkml:trace>
  <inkml:trace contextRef="#ctx0" brushRef="#br1" timeOffset="-48523.13">23980 1440 2796 0,'0'2'0'0,"-2"14"0"0,-6-1 0 0,0 3 0 0,-1 1 0 0,2 5 0 0,1 2 0 0,2-1 0 15,0 5 0-15,3-1 0 0,-1-3 187 0,2-5-74 0,0-2 203 0,0 1-130 0,0-9-78 0,0 0-40 0,2-5-30 0,3-2 0 16,2-4 0-16,3 0-35 15,3-11-8-15,3-9 42 0,0-2-29 0,0-2-8 16,2 1 0-16,-1 2 0 0,4-3 0 0,-3 3 0 16,3 6 0-16,-3 4 0 0,2 1 0 0,-1 5 0 15,-3 3 0-15,0 2 0 0,-2 0 0 0,-2 17 0 16,-3 5 0-16,-5 1 0 0,-2 8 0 0,1 0 0 16,-3-1 0-16,0 0 0 0,0-2 0 0,0-7 0 15,-3 1 0 1,-1-3 0-16,0-6 0 0,3-4 0 0,-3 0 0 0,-1-4 0 15,3-4 0-15,-1-1 0 0,-1 0 0 0,1 0 0 16,-3 0 0-16,2-6 0 0,1-8 0 0,-1 0 0 16,0-4 0-16,2 1 0 0,0-1-294 0,2-1 101 15,0 2 82-15,0 0-669 0,0 3 371 0,5 0 186 16,7-1-306-16</inkml:trace>
  <inkml:trace contextRef="#ctx0" brushRef="#br1" timeOffset="-47989.56">24676 751 1973 0,'-2'-4'0'0,"0"1"0"0,1-1 0 0,-1-1 0 0,0 2 0 0,0 0 0 0,0 0 0 0,1 1 0 0,1 1 0 0,-2-1 0 0,2 2 431 0,0 0-197 0,0 0-98 16,0 0-49-16,0 0 147 15,0 0-89-15,0 0-58 0,0 0-25 0,0 2 54 0,0 4-39 0,0 0 0 16,0 3 56-16,0-2-53 15,0 1-21-15,0 1-59 0,0-1 0 0,0 1 0 16,0 1 0-16,0 2 0 0,0 0 0 0,0 3 0 16,0 2 0-16,0 3 0 0,-4 3 0 0,-1 5 0 15,2 7 0-15,-3 3 0 0,3 7 0 0,-3 5 0 16,3 4 0-16,-3 2 0 0,0 9 0 0,-2-4 0 16,3 1 0-16,-2-1 0 0,-2-4 0 15,2 11 0-15,2-8 0 0,-1-8 0 0,3 4 0 0,-1-6 0 16,-1-5 0-16,4-2 0 15,-1-6 0-15,-2-3 0 0,4-4 0 0,-2-9 0 16,0 0 0-16,2-9 0 0,-1-2 0 0,1-4 0 16,0-2 0-16,0-3 0 0,0-1 0 0,0 0 0 15,0 0 0-15,-2 0 0 0,2 0 0 0,-3 0 0 16,0-1 0-16,3-5 0 0,-1 1-38 16,1-4-360-16,0 0 181 0,0-3 79 0,0 0-721 0,3-3 411 15,8-6 205-15</inkml:trace>
  <inkml:trace contextRef="#ctx0" brushRef="#br1" timeOffset="-47509.87">24789 1473 3071 0,'-9'-3'0'16,"3"2"0"-16,0-1 0 0,4-2 0 0,0 1 0 0,2 2 0 0,0 0 0 0,10-5 0 0,11 2 0 0,3 0 0 0,4-2 96 0,4 3 365 0,9-1-217 0,3 1-185 0,3-2-59 0,5 4 0 16,12-3 0-1,-4 0 0-15,19 0 0 0,7-2 0 0,4 1 0 0,3-2 0 0,6-1 0 0,5-2 0 16,-1 1 0-16,4 1 0 16,0-1 0-16,-4 2 0 15,-5 1 0-15,-16 2 0 0,5 3 0 0,-10-2 0 0,-3 2 0 0,-5 1 0 16,-13 0 0-16,-1 0 0 0,-5 0 0 0,-10 0 0 15,-3-2 0-15,-6 2 0 0,-8 0 0 0,-4-2 0 16,-5 2 0-16,-5-2 0 0,-4 2 0 0,-3 0 0 16,0-2 0-16,-2 1 0 0,0-4 0 0,-7 0 0 15,-4 1 0-15,-3-2 0 0,0 3 0 0,-6 1 0 16,-2 1-56-16,-4 1-900 0,-4 0 460 0,-10 1 230 16</inkml:trace>
  <inkml:trace contextRef="#ctx0" brushRef="#br1" timeOffset="-47206.04">24998 1634 3931 0,'-2'0'0'0,"0"0"0"0,-2 7 0 16,2 8 0-16,2 5 0 0,0 4 0 0,0 7 0 0,0 3 0 0,0 8 0 0,0-1 0 0,2 2 0 0,-1-4 0 0,4 11 0 0,-3-10 0 0,0 2 0 15,1-6 0-15,-3 3 0 0,0-1 0 0,0-3 0 16,0-1 0-16,0-2 0 0,-3-5 0 0,-1-5 0 16,-2-3 0-16,4-6 0 0,-4-1 0 0,4-8 0 15,1 1 0-15,-1-5 0 16,0 0-363-16,2 0 161 0,0-5 81 0,0-9-346 15,0-8 215-15,2-5 98 0,5-5 62 0</inkml:trace>
  <inkml:trace contextRef="#ctx0" brushRef="#br1" timeOffset="-47011.51">25082 1923 3906 0,'0'-8'0'0,"0"5"0"0,0-1 0 0,-5-1 0 0,4 0 0 15,1 2 0-15,0-3 0 0,0 2 0 0,10 1 0 0,7-1 0 0,4 2 25 0,5 0-25 0,-2 1 0 0,0-2 0 0,-2 1 0 0,7 1 0 0,-2-2 0 16,-4 2 0-16,4-2 0 0,-6 2 0 0,0 0 0 16,-1-2 0-16,-5 1 0 0,-4 1 0 0,1-2 0 15,-6 3 0-15,-1-1-251 0,-3 1 66 0,-1 0 19 16,-1 0-778-16,0 0 454 0,0 0 226 0</inkml:trace>
  <inkml:trace contextRef="#ctx0" brushRef="#br1" timeOffset="-46469.04">25888 1752 1905 0,'0'-7'0'0,"0"-1"0"0,0 1 0 0,0-3 0 0,-2 2 0 0,-2-1 0 0,-2 0 0 0,1 3 0 0,-2-1 0 0,-4 2 0 0,-1 0 188 0,-1 4-81 16,-4 1-35-16,0 0 235 0,-5 0-136 0,-1 6-68 15,2 4 248-15,-3 5-163 0,1 2-76 0,6-2-38 16,1 4 220-16,3-2-235 0,6 0-59 0,0 1 0 16,7 0 0-16,0-3 0 0,0 1 0 0,4 1 0 15,5-2 0-15,5 1 0 0,0-2 0 16,2 1 0-16,0-1 0 0,0-1 0 15,-2 0 0-15,-2 0 0 0,-1-2 0 0,-4 0 0 16,-3-2 0-16,-2 2 0 0,-2-2 0 0,0 2 0 16,0-1 0-16,-11 0 0 0,-2 0 0 0,-4 0 0 15,-3-1 0-15,-1-2 0 0,-2 1 0 0,3-1 0 16,-2-3 0-16,0 2 0 0,1-2 0 0,3-1 0 16,-1-1 0-16,4 0 0 0,0-2 0 0,5 0 0 15,3 0 0-15,3 0-756 16,0 0 294-16,4 0 213 0,0 0 106 0,8-6-367 15</inkml:trace>
  <inkml:trace contextRef="#ctx0" brushRef="#br1" timeOffset="-46275.51">25818 1926 3259 0,'6'0'0'0,"-2"0"0"0,-2 0 0 0,0 0 0 0,-2 0 0 0,0 0 0 0,0 6 0 0,0 3 0 0,0 1 0 0,0 2 0 0,0 1 521 15,0 0-370-15,0-3-151 0,0 8 0 0,0-5 0 0,0-2 0 0,0 0 0 16,0-1 0-16,0-5-594 0,0-1 291 0,0 0 169 16,0-2 85-16,0-2-384 0,0 0 223 0,0 0-73 15,0-12-314-15,0-1 280 0,0-9 141 16,0-3-252-16</inkml:trace>
  <inkml:trace contextRef="#ctx0" brushRef="#br1" timeOffset="-45774.14">25968 1559 1292 0,'4'-2'0'0,"2"2"0"0,0 0 0 0,1 0 0 0,-1 2 0 0,1 8 0 0,0 2 0 0,1 3 0 0,0 4 0 0,-5 3 0 0,1 6 120 0,-4 3-43 0,0 0 40 0,0 4-41 16,-6 1-1-16,-3-3-30 0,-4 3 42 16,2-5-26-16,0-3 0 0,5-5 118 0,-2-1-72 0,5-6-27 15,-1-5-8-15,2-2-6 16,2-6 0-16,0-3-30 0,0 0 0 0,9-1-64 15,8-14 27-15,0-3 1 0,4-1-103 0,0-3 70 16,-1 2 34-16,1 3 9 0,3-3-59 0,-7 9 13 16,0-1 28-16,-1 6-16 0,-4 3 29 0,-2 3-40 15,1 0 31 1,-4 0 234-16,-2 13-112 0,0 6-53 0,-3 1-28 0,-2 1 369 0,0 4-189 0,0-5-91 16,3 5 151-16,-1-5-170 0,0 1-107 15,1-5 0-15,4-2 0 0,2-4 0 16,0-3 0-16,3-4 0 0,3-3 0 0,2 0 0 15,3-13 0-15,1-5-309 0,0-5 153 0,1-4 55 16,2-2 67-16,2-11-436 0,-1 1 217 0,0-4 109 16,5-13-82-16,-5 5 95 0,0 4 39 0,0-2 33 15,-7 8 60-15,-3 8 0 0,-3 9-37 16,-4 2 162-16,-5 11-90 0,1 1-32 0,-2 5 1 0,-2 3 518 16,0 2-274-16,0 13-76 0,-6 7-4 15,1 10 361-15,1 2-336 0,-1 4-194 0,2 9 0 16,-1-2 0-16,4-2 0 0,0 6 0 15,0-3 0-15,0-9 0 0,0 5 0 0,2-4 0 16,8-5 0-16,-4-2 0 0,3-4 0 0,-2-5 0 16,2-4 0-16,-2-6 0 0,0 0 0 0,-2-4-453 15,-2-3-59-15,3-3 238 16,-4 0-635-16,1 0 437 0</inkml:trace>
  <inkml:trace contextRef="#ctx0" brushRef="#br1" timeOffset="-45613.7">26382 1777 3110 0,'-23'-6'0'16,"12"4"0"-16,0 0 0 0,7-2 0 0,4 0 0 0,2-2 0 0,22-1 0 0,15 3 0 0,1 0 0 0,13 1 0 0,7-1 223 0,3 3-94 0,-8-2-38 0,5 3-5 0,-3 0-26 0,-5 0 1 16,-6 0-25-16,-2 0-471 15,-11 0 245-15,1 0 108 0,-13 0-873 0</inkml:trace>
  <inkml:trace contextRef="#ctx0" brushRef="#br1" timeOffset="-45159.78">25258 640 2834 0,'-3'0'0'0,"1"0"0"0,-1 2 0 16,2 10 0-16,1 3 0 0,0 6 0 0,0 4 0 0,0 5 0 0,0 4 0 0,0 2 0 0,0 1 364 0,1 8-164 0,2-3-82 0,-1-8 171 0,0 5-163 0,-1 0-126 15,1-2 0-15,0-2 0 0,0-3 0 0,-2-6 0 16,2 0 0-16,-2-5-342 0,1-4 127 0,2-5 126 16,-1-6-724-16,0-2 328 0,2-4 232 0,3 0 92 15,4-7-471-15</inkml:trace>
  <inkml:trace contextRef="#ctx0" brushRef="#br1" timeOffset="-45002.32">25407 849 2350 0,'-4'-8'0'0,"-1"7"0"0,3-2 0 0,-1 3 0 0,3 0 0 0,0 0 0 0,7 0 0 0,13 0 0 0,8 4 0 16,4-3 0-16,4 3 522 0,1-1-234 0,3 0-131 0,-3-1-60 0,1 1-34 15,-4-2-27-15,0 1 0 0,-6 0-489 0,2 2 241 16,-10-3 123-16,1 1 63 0,-4-2-710 0,-7 0 378 16,-1 0 86-16,-7 0-190 0</inkml:trace>
  <inkml:trace contextRef="#ctx0" brushRef="#br1" timeOffset="-44828">25740 637 1872 0,'-16'-13'0'0,"2"8"0"0,2 4 0 0,-1-1 0 0,4 2 0 0,-2 0 0 0,3 2 0 0,4 11 0 0,-1 5 0 0,5 9 0 0,0 2 69 0,0 1 394 0,0 5-214 16,0 2-106-16,0 1-45 0,0 1 145 15,-4 1-104-15,2-1-310 0,-3-1 104 0,2 0 51 16,-1-3 35-16,-1-1-566 0,1-2 292 0,0-3 145 15,4-9 73-15,0-2-732 0,0-3 344 0</inkml:trace>
  <inkml:trace contextRef="#ctx0" brushRef="#br1" timeOffset="-44538.36">26132 800 2701 0,'4'-17'0'0,"-4"8"0"0,0 0 0 0,0 3 0 0,-14 2 0 0,0 2 0 0,-6 2 0 0,0 0 0 0,-4 6 0 0,3 5 0 0,0 4 270 0,6 0-117 0,2 1-58 0,2 2 195 16,5 0-132-16,6-1-60 0,0 1-32 0,0-2 34 15,8 1-100-15,7 0 0 0,7-1 0 0,-1 0 0 16,2-2 0-16,-1-2 0 0,-5 0 0 0,0 0 0 16,-2 0 0-16,-6 1 0 15,-3 1 0-15,-4-2 0 0,-2 3 0 0,-2 1 0 16,-15 0 0-16,-5 1 0 0,-3-2 0 0,-3-2 0 15,-2 1 0-15,6-5 0 0,-8 1 0 0,11-4 0 16,-2-1 0-16,10-2 0 0,2 0-306 0,1-3-28 16,7 0 155-16,3 0-553 0,0-8 348 0,11-11 174 15,15-9 87-15</inkml:trace>
  <inkml:trace contextRef="#ctx0" brushRef="#br1" timeOffset="-43922.5">26209 946 2327 0,'11'0'0'0,"0"1"0"0,-6 10 0 0,-2 0 0 0,-3 3 0 0,0 2 0 0,0 3 0 0,-5-2 0 0,-3 2 0 0,0 1 0 0,1-4 265 0,2-5-115 0,0 0-48 16,4-3-342-16,-1-4 139 0,0 2 68 0,2-6 34 15,0 0-210-15,0 0 132 0,0 0 52 0,2-16-425 16,3-3 239-16,3-3 19 0,3-3 93 16,1-7-346-16,-2 0 209 0,6-11 100 0,-3 1 50 0,2 0-85 15,0-6 86-15,2-1 36 16,1 1 49-16,0 2 0 0,-6 13 0 0,4-1 0 15,-5 12 300-15,-4 4-195 0,3 5-66 0,-3 6 253 16,-1 5-160-16,-1 2-16 0,-3 11-62 0,0 10 426 16,0 9-227-16,-2 4-108 0,0 9-55 0,0-2 202 15,-6-3-119-15,-1 13-73 0,-4-11 86 0,2-4-75 16,2 2-38-16,0-5 0 0,2-8-77 0,0 0 15 16,3-6 0-16,2-8-55 15,0-2 39-15,0-5 1 0,5-4 49 0,9-2-248 16,6-11 112-16,-2-6 62 0,4-3-31 0,3-3-187 15,0-1 75-15,-1 2 77 0,-3-1-105 0,3 4 83 16,-11 6 40-16,3 3 0 0,-9 7 213 0,0 2-81 16,-3 3-46-16,-3 0 140 0,-1 12-93 0,0 11-46 15,-9 4-5-15,2 3 527 0,-1 2-220 16,5 0-142-16,3 0-35 0,0-3 167 0,0-4-124 0,2 0-76 16,7-6-25-16,4-5-42 15,1-3-23-15,6-7-12 0,1-4-103 0,3 0 35 16,1-4 52-16,-3-11-337 0,3-5 188 0,3-5 98 15,-6-1-5-15,6-9-203 0,-5 3 61 0,-1-2 91 16,-2-4 31-16,2-4-149 0,-4 4 94 0,2-10 59 16,-3 7 27-16,-4 7-58 0,-4 2 42 0,-6 12 0 15,-1 3 221-15,0 3-85 0,-2 4-48 0,0 7 446 16,0 3-240-16,-6 0-125 0,1 16-12 0,-2 6 175 16,5 3-57-16,-1 3-84 15,1 4-17-15,-2 3 206 0,4 1-125 0,0 0-76 16,0-3-51-16,0 1-51 0,0-5 0 0,0 1 0 15,0-8 0-15,5 1 0 0,-1-3 0 0,0-4-420 16,1-5 132-16,-1 0 163 0,-3-6 25 0,1 0-779 16,0-3 422-16,-2-2 210 0,0 0 106 0</inkml:trace>
  <inkml:trace contextRef="#ctx0" brushRef="#br1" timeOffset="-43758.51">26675 789 2421 0,'-24'-4'0'0,"14"-2"0"0,3 3 0 0,2 1 0 0,5-2 0 0,0 0 0 0,10 0 0 0,17 1 0 0,3 1 0 0,10 2 0 0,3 0 157 0,2 0 180 15,5 0-151-15,0 3-66 0,0 3-46 0,-4-1-327 0,-9 3 145 16,2 0 72-16,-4 1 36 0,-3 1-669 16,-4-1 347-16,-7 0 177 0</inkml:trace>
  <inkml:trace contextRef="#ctx0" brushRef="#br1" timeOffset="-43152.09">27379 715 3138 0,'-9'-15'0'0,"-2"9"0"0,5 3 0 0,-2 3 0 0,3 0 0 0,1 5 0 0,1 19 0 0,-1 11 0 0,4 10 0 0,0 15 0 0,4 6 131 0,3 5 300 0,2 6-200 0,-2 2-231 15,2 0 0-15,1-5 0 0,-2-3 0 0,-2-4 0 16,0-3 0-16,1-3 0 0,-5-8 0 0,0 2 0 15,-2-1 0-15,0-7 0 0,0-9 0 0,0-2 0 16,-2-12 0-16,-7-2 0 0,6-10 0 0,-3-3 0 16,1-5-186-16,1-4 42 0,1 0-33 0,1-13-524 15,2-12 331-15,0-11 166 0,3-5 84 0</inkml:trace>
  <inkml:trace contextRef="#ctx0" brushRef="#br1" timeOffset="-43002.4">27484 1281 3566 0,'0'-8'0'0,"-5"6"0"0,5 1 0 0,0-2 0 0,0-1 0 0,8 3 0 0,12-1 0 0,12 0 0 0,11 1 0 0,2-4 0 0,6 4 135 0,6-1 95 15,10-2-230-15,-15 1 0 0,4 3 0 0,-3 0 0 0,-3 0 0 0,-15 0 0 16,2 0 0-16,-10 0-64 0,-1 0-97 0,-9 3 99 16,-5-2-934-16,-7-1 375 0</inkml:trace>
  <inkml:trace contextRef="#ctx0" brushRef="#br1" timeOffset="-42823.74">27869 897 2731 0,'-15'-1'0'0,"3"1"0"0,2 3 0 0,-2 13 0 0,1 4 0 0,6 7 0 0,-1 3 0 0,3 13 0 0,0 0 0 0,1 5 0 0,-1 3 729 0,2 2-347 0,-3 2-293 15,1-5-89-15,-2 1 0 0,1-4 0 0,-1 0 0 16,2-2 0-16,1-7 0 0,-1 1 0 0,3-1 0 15,0-5-604-15,0-3 211 0,0-9 214 0,11-4-925 16</inkml:trace>
  <inkml:trace contextRef="#ctx0" brushRef="#br1" timeOffset="-42607.47">28691 957 3105 0,'0'-27'0'0,"0"14"0"0,-20 4 0 0,-20 7 0 0,-4 2 0 15,-15 6 0-15,-12 23 0 0,2 4 0 0,3 11 0 0,6 7 0 0,7 4 151 0,17 2 517 0,1 14-661 0,17-6-7 0,12-1 0 0,6-5 0 0,1-8 0 0,22 5 0 16,16 1 0-16,11-12 0 16,11-6 0-16,25-3 0 0,-7-15 0 0,26-3 0 15,-9-8 0-15,4-8-1 0,-1-2-272 0,3 0 100 16</inkml:trace>
  <inkml:trace contextRef="#ctx0" brushRef="#br1" timeOffset="-41352.25">18501 3878 2983 0,'-14'0'0'0,"3"0"0"0,9 2 0 0,2 5 0 0,0 1 0 0,0-3 0 0,8 1 0 0,7 0 0 16,3-1 0-16,7-3 0 0,7 0 324 0,7-2-147 0,3 0-68 0,3 0 90 0,-2 0-79 0,-7-4-101 16,3-1-19-16,-3-1-158 0,-3 0 24 0,-4 2 87 15,-7 3-295-15,-1 1 201 0,-6 0 86 0,-4 3-980 16,-6 12 507-16</inkml:trace>
  <inkml:trace contextRef="#ctx0" brushRef="#br1" timeOffset="-41180.27">18591 4261 2891 0,'-15'0'0'0,"13"0"0"0,0 2 0 0,0-1 0 0,2-1 0 0,0 5 0 0,9-2 0 0,9-1 0 0,6 0 0 16,2-2 0-16,14 0 119 0,-1 0 316 0,-4 0-199 0,3 0-99 0,0 0-49 0,0 3-276 15,-5-2 108-15,1 1 60 0,0 0-303 0,-1-2 182 16,3 0 89-16,0 0-736 0,0 0 405 0,5-2 102 16</inkml:trace>
  <inkml:trace contextRef="#ctx0" brushRef="#br1" timeOffset="-41009.23">19409 3925 3541 0,'-14'-8'0'0,"10"7"0"16,2-2 0-16,2 3 0 0,0 0 0 0,0-1 0 0,13 0 0 0,10-3 0 0,5 2 0 0,6-3 0 0,3 1 348 0,8 3-306 0,-10-1-42 0,11 0 0 0,-10 2 0 0,3 0 0 15,-1 0 0-15,-2 0 0 0,-5 0 0 0,0 5-266 16,-10 4-85-16,-3 2 205 16,-9 4 88-16,-5 7-1081 0</inkml:trace>
  <inkml:trace contextRef="#ctx0" brushRef="#br1" timeOffset="-40702.74">19480 4163 3172 0,'-30'0'0'0,"3"1"0"0,4-1 0 0,8 0 0 0,6 0 0 0,5-1 0 0,4-6 0 0,2-1 0 0,21-1 0 0,9 4 0 0,9-1 270 0,4 3-115 0,-4 3-48 0,12 0 69 16,-10 7-125-16,-9 6-51 0,1 4 0 0,-7 1 0 15,-10 1 0-15,-4 7 0 0,-10-2 0 0,-4 3 0 16,-4 2 0-16,-16-2 0 0,-10-2 0 0,-10 2 0 15,1-8 0-15,-2-4 0 0,-1-1 0 0,6-7 0 16,1 1 0-16,3-3 0 0,9-5 0 16,5 2 0-16,6-2 0 0,5 0 0 0,5 0 0 0,2 0 0 15,13 0 0-15,15 0 0 16,14 0 0-16,-1 0 0 0,-2 0 0 0,16 0 0 16,-6 0 0-16,-3 0 0 0,2 0 0 0,-11 0 0 15,2 0 0-15,-3 0 0 0,-4 4 0 0,-11-1 0 16,0 2 0-16,-10-2-862 0,-4 1 394 0,-2-2 219 15,-4 0 105-15,-1 0-310 0,-1-2 206 0</inkml:trace>
  <inkml:trace contextRef="#ctx0" brushRef="#br1" timeOffset="-40525.25">19770 3289 3931 0,'-1'-26'0'0,"1"13"0"0,0 2 0 0,0 6 0 0,0 1 0 0,1 4 0 0,3 2 0 0,1 15 0 0,1 9 0 0,-3 4 0 0,-3 4 0 0,0 9 0 0,0 2 0 16,0 6 0-16,-3 2 0 0,-1 0 0 0,2 1 0 15,1 0-218-15,1-1 44 0,0-3 106 0,0 3-968 0,0-3 527 16</inkml:trace>
  <inkml:trace contextRef="#ctx0" brushRef="#br1" timeOffset="-40307.02">20452 3319 3931 0,'0'-32'0'0,"0"18"0"0,0 9 0 0,0 3 0 0,0-1 0 0,0 3 0 0,0 0 0 0,0 14 0 0,2 14 0 0,1 12 0 0,-1 18 0 0,0 5 0 0,0 9 0 15,-2 2 0-15,0-2 0 0,0 2 0 0,-2-1 0 16,-3 1 0-16,-1-9 0 0,-3 14 0 0,-1-10 0 15,-1-3 0-15,2-2 0 0,-1-13 0 0,4-6 0 16,-1-3-624-16,5-7 38 0,-1-11 274 16,3 0-329-16</inkml:trace>
  <inkml:trace contextRef="#ctx0" brushRef="#br1" timeOffset="-40043.88">20597 4064 3261 0,'-2'-6'0'0,"2"4"0"0,0 2 0 0,0 0 0 0,0 0 0 0,0 10 0 0,0 6 0 0,0 4 0 0,0 2 0 0,0 4 0 0,0 3 212 0,0-2-87 0,0 1 188 16,0-8-293-16,0-2-20 15,0-5 0-15,0-3 0 0,2-3 0 0,0-4 0 0,3-3 0 16,6-3 0-16,3-14 0 0,0-1 0 16,4-3 0-16,-2 0 0 0,3 5 0 0,4-5 0 15,-1 7 0-15,-3 7 0 0,4 0 0 0,0 7 0 16,-5 0 0-16,5 4 0 0,-9 16 0 0,0 5 0 15,-5 2 0-15,-2 6 0 0,-5 0 0 0,0 1 0 16,-2 0 0-16,0-4 0 0,0-7 0 0,-9-1 0 16,3-7 0-16,1-2 0 0,-2-5 0 15</inkml:trace>
  <inkml:trace contextRef="#ctx0" brushRef="#br1" timeOffset="-35809.33">21298 3516 1418 0,'0'-3'0'0,"-3"2"0"0,3 0 0 0,-2 1 0 0,2 0 0 0,0 0 0 0,0 0 0 16,0 0 0-16,0 0 0 0,0 0 0 0,0 0 266 0,0 0-113 0,0 0-58 0,0 1 179 0,0 6-123 15,0 1-55-15,2 5 76 0,1 0-67 0,-1 3-32 16,-1 6 8-16,1 4 157 0,0 0-100 16,0 6-50-16,0 2-24 0,0 11 152 15,-1-6-79-15,1 14-54 0,-2-1 0 0,0 6-83 16,0 7 0-16,0-4 0 0,0-4 0 0,0 13 0 16,0-20 0-16,0 5 0 0,0-7 0 0,0-3 0 15,0-9 0-15,0 0 0 0,0-6 0 0,0-5 0 16,0-3 0-16,0-5 0 0,0-5 0 0,0-2 0 15,0-3-339-15,0-4 122 0,0-2 67 16,0-1 55-16,0 0-432 0,0 0 249 0,0-1 118 0</inkml:trace>
  <inkml:trace contextRef="#ctx0" brushRef="#br1" timeOffset="-35209.93">23456 3502 1761 0,'7'-7'0'0,"4"-2"0"0,-1-1 0 0,-1 2 0 0,-2 1 0 0,1-1 0 0,0 3 0 0,-1 2 0 0,-1 0 0 0,-1 1 0 0,-1 1 104 16,1-1-34-16,0 2 10 0,-2 0 123 0,1 0-83 16,0 0-41-16,-2 0 202 0,1 2-122 0,1-1-52 15,-2 4-39-15,1 0 223 0,2-2-127 0,-1 3-63 16,-1 1-32-16,1 1 195 0,-2 0-254 0,5 3-10 16,-3 0 0-16,2 2 0 0,-1 1 0 0,1 3 0 15,-2 2 0-15,1 1 0 0,0 5 0 0,0-2 0 16,-1 4 0-16,-1-2 0 0,1 7 0 0,-2-1 0 15,1 1 0-15,-1 2 0 0,0 1 0 16,0 3 0-16,0 5 0 0,0-4 0 0,-1 3 0 16,1 1 0-16,3-1 0 15,-2-5 0-15,1 8 0 0,0-4 0 0,-1-7 0 0,1 2 0 16,0-2 0-16,-3-7 0 0,4 5 0 0,-3-13 0 16,0 2 0-16,0-2 0 0,-1-6 0 0,-1-2 0 15,0 1 0-15,0-4 0 0,0-3 0 0,0 1 0 16,0-2-36-16,-5-1-43 0,-2-1-437 0,-2-2 240 15,0 0 118-15</inkml:trace>
  <inkml:trace contextRef="#ctx0" brushRef="#br1" timeOffset="-34598.32">21641 4191 1476 0,'-13'0'0'0,"0"0"0"0,-1 0 0 0,1 0 0 0,1 0 0 0,-2 0 0 0,1 0 0 0,1 0 0 0,1 0 0 0,4 0 0 0,4 0 71 0,-2 0 256 16,3 0-145-16,2 0-72 0,0 0-28 0,0 0 95 15,2 0-70-15,10 0-35 0,9 0 178 16,2-2-98-16,6 1-62 0,4-3-27 0,11 0 224 0,1-2-125 16,6 3-63-16,5-1 121 0,12-1-216 0,-1-1-4 15,6-2 0-15,17 1 0 0,-3 0 0 0,-2-2 0 16,23-2 0-16,-4 2 0 0,-3 2 0 0,5-1 0 15,-3 0 0-15,-9 3 0 0,19 0 0 0,-17 0 0 16,-4 4 0-16,-16-5 0 0,5 4 0 0,-17-2 0 16,-1 2 0-16,-6 2 0 15,-8-3 0-15,-13 0 0 0,-7 3 0 0,-8-1-34 16,-7 1-36-16,-5 0 104 0,-5 0-33 0,-3 0-20 16,-1 0 14-16,-9-2-10 0,-10 1-18 0,-5-2 12 15,-2 3-296-15,-2 0 142 0,-2 0 69 0,-2 0-650 16,-3 6 364-16,-6 5 178 0</inkml:trace>
  <inkml:trace contextRef="#ctx0" brushRef="#br1" timeOffset="-33914.16">21981 4421 1622 0,'-5'-8'0'0,"-3"1"0"16,4-1 0-16,-3 2 0 0,3 0 0 0,-3 1 0 0,0 1 0 0,2 1 0 0,-2 0 0 0,-1 2 0 0,-2 1 81 0,-1 0 118 0,-1 0-81 0,-4 1-40 0,2 12 9 16,-2-1 41-16,-2 5-45 0,0 2-1 15,1 3-45-15,1 3 192 0,2 3-88 0,1 2-56 16,4 0 176-16,2 2-112 0,2-2-56 0,5-2-28 16,0-5 115-16,0 4-76 0,9-7-33 0,3-1-78 15,4-5 44-15,0-3-29 0,3-1-8 0,1-6 0 16,1-3 0-16,0-1 0 0,-1 0 0 0,3-6-13 15,-6-6-22-15,0-4 32 0,2-4-229 16,-8 2 121-16,3-1 23 0,-5 0 42 0,-2-2-72 16,-2 2 49-16,-3 2-2 0,0 3 87 15,1 4-11-15,-3 0-39 0,0 5-18 0,0-1 219 16,-3 5-90-16,-4 1-50 0,0 0-12 0,-3 3 72 16,4 12-30-16,1 3-29 0,-1 1 16 0,4-1 87 15,2 3-35-15,0-1-36 0,0-1 2 0,4 0-62 16,8-2 0-16,-1-4 0 0,3-2 0 15,2-3 0-15,0-2 0 0,2-6 0 0,-1 0 0 0,-1 0 0 16,0-3 0-16,-2-6 0 0,-1-4 0 16,1-2 0-16,-7 0 0 0,0 0 0 15,0-2 0-15,-5 3 0 0,-1-4 0 0,-1 1 0 16,0 1 0-16,-1-2 0 0,-10 3 0 0,1 0 0 16,-1 4 0-16,-5-1 0 0,3 3 0 0,-2 4 0 15,-2 1 0-15,2 2 0 0,-1 2 0 0,2 0 0 16,1 0 0-16,3 0 0 0,-1 8 0 0,4-3 0 15,1 2 0-15,3 0-167 0,3 3 50 0,0 1-543 16,0 2 312-16,2-5 146 16,9 2 87-16,8-3-531 0,3 1 305 0,2-4 152 15,6-3 76-15,0 1-412 0</inkml:trace>
  <inkml:trace contextRef="#ctx0" brushRef="#br1" timeOffset="-33605.29">22505 4522 2245 0,'6'-12'0'0,"-4"4"0"0,-1-1 0 0,-1 0 0 0,0 2 0 0,-12 1 0 0,-2 2 0 0,-2 1 0 0,-4 0 0 0,-1 3 0 0,1 0 178 0,-1 0-71 15,0 10 403-15,3 1-237 0,3 0-108 0,2 5-69 0,4-1 232 16,4 0-299-16,5 0-29 0,0 2 0 0,2-1 0 16,8 2 0-16,3-4 0 0,8 3 0 0,-3-1 0 15,-1-5 0-15,3 0 0 0,-2 0 0 0,-1-1 0 16,-4-1 0-16,-3-2 0 0,-1 2 0 0,-4-4 0 15,-3 0 0-15,0 1 0 16,-2 0 0-16,0 0 0 0,-9 1 0 0,-7-2 0 0,0-1 0 0,-3 2 0 16,-1-2 0-16,-1-3 0 15,-2 1 0-15,2 1 0 0,1-3 0 0,3 0 0 16,0 0 0-16,2 0 0 0,2 0 0 0,3 0-117 16,1-5 41-16,4-4-686 0,3-2 363 0,2-2 180 15,0-4 92-15,3-2-619 0,13-5 360 0</inkml:trace>
  <inkml:trace contextRef="#ctx0" brushRef="#br1" timeOffset="-33305.9">22477 4344 2234 0,'5'-12'0'0,"-1"5"0"15,2-4 0-15,2 3 0 0,-3-2 0 0,6-1 0 0,0 0 0 0,6 1 0 0,4 0 0 0,1 4 0 0,3 2 156 0,-1 2 55 0,-1 2-78 0,-1 0-53 0,1 0 0 0,-4 7-9 16,-4 5-34-16,-3 3 0 0,-3 0 9 0,-8 1-123 15,-1 4 57-15,0-3 28 0,-5 1 1 0,-9-3-81 16,-2 0 63 0,-1-4 19-16,-2-1-19 0,0-5 130 0,1 0-80 0,1-4 274 15,8-1-137-15,-3 0-77 0,4 0-28 0,5 0 104 16,-1 0-177-16,4 0 0 0,0-1 0 0,2-5 0 16,9 2 0-16,6-2 0 0,1 2 0 0,3-1 0 15,2 3 0-15,5-2 0 0,-1 3 0 0,-2-2 0 16,0 1 0-16,-2 2 0 0,0 0-134 0,0 0 23 15,0 0 7-15,-2 0-328 16,-3 0 185-16,0 5 105 0,-3 2 43 0,-4 1-675 16,0 2 369-16</inkml:trace>
  <inkml:trace contextRef="#ctx0" brushRef="#br1" timeOffset="-33129.82">22909 4527 2583 0,'-17'0'-1'0,"2"3"1"0,6-3 0 0,-3 0 0 0,5 0 0 0,3 0 0 0,4 0 0 0,0-3 0 0,6 0 0 0,15-2 0 0,2 3 438 16,6-3-201-16,2 3-100 0,6-1 34 0,-2 1-57 0,1 0-44 16,-2 1 1-16,-1-2-229 0,-4 3 98 0,-7 0 48 15,2 0 34-15,-5 0-268 0,-3 0 142 0,-5 0 70 16,-4 4-700-16,-2-2 368 0,-3 0 60 0,-2 0 140 16,0-2-445-16,0 0 287 0</inkml:trace>
  <inkml:trace contextRef="#ctx0" brushRef="#br1" timeOffset="-32923.76">23153 4299 2096 0,'-3'-10'0'0,"-4"5"0"0,5 1 0 0,-1 0 0 0,-3 2 0 0,4 0 0 0,-1 2 0 0,1 0 0 0,-2 8 0 0,4 8 0 0,-1 7 263 0,-1 4-104 0,-2 2-65 0,-1 5 475 16,0 9-266-16,-2-3-133 0,1 5-66 0,3-6 69 15,-1 8-173-15,4-9 0 0,0 0 0 0,0-5 0 16,9-3 0-16,4-7 0 0,6-1 0 0,-3-8 0 15,9-3 0-15,0-7 0 0,-1-4 0 0,1 0 0 16,3-2 0-16,-2-7-22 16,-4-3-302-16,1-3 86 0,0-1 112 0</inkml:trace>
  <inkml:trace contextRef="#ctx0" brushRef="#br1" timeOffset="-31031.6">21671 3446 2988 0,'-10'-1'2'0,"-2"1"0"0,-1 0 0 0,-3 8 0 0,-1 13 0 0,1 1-1 0,-4 9 0 0,0 6 0 15,3 1 0-15,3 2-1 0,3 2 193 0,8-8-78 0,3 4-31 0,0-5 76 0,2 2-62 16,10-5-31-16,6-4 64 0,3-1-50 0,2-5-81 15,0-3 0-15,0-2-38 16,2-4-28-16,-4-3 51 0,-1-3 25 0,1-1-486 16,-4-2 252-16,-1-2 74 0,-3 0-628 0,-1 0 370 15,-3 0 177-15,0-6-361 0,1-5 278 0</inkml:trace>
  <inkml:trace contextRef="#ctx0" brushRef="#br1" timeOffset="-30824.82">21842 3455 2492 0,'0'-7'0'0,"-2"5"0"0,-3 2 0 0,-1 0 0 0,-4 0 0 0,3 9 0 0,1 7 0 0,1 4 0 0,-1 5 0 0,6 1 0 0,-1 4 204 16,1 1 361-16,0 4-265 0,0-1-122 0,0 1-13 16,0-1-138-16,1-1-27 0,1-1 0 0,0-1-162 15,2-7 2-15,-1-1 94 0,1-2 51 0,1-7-309 16,2-2 181-16,-4-5 89 0,5-3-871 15,-1-4 449-15,5 0 219 0,-5-7 111 16,0-11-388-16</inkml:trace>
  <inkml:trace contextRef="#ctx0" brushRef="#br1" timeOffset="-30671.67">21884 3693 2316 0,'0'-16'0'0,"-2"5"0"0,-5 3 0 0,4-1 0 0,-1 3 0 0,2 2 0 0,1 3 0 0,-1-2 0 0,2 2 0 0,0 1 0 0,9 0 185 0,6 0 154 0,4 0-152 0,2 0-75 16,5 0-38-16,-8 0-135 0,7 0 58 0,-1 0 15 15,-1 4 0-15,-3 1-481 16,1-2 252-16,-3 1 126 0,-6 0 73 0,4 0-287 16,-7-2 106-16,0-2 107 0,-4 0-103 0</inkml:trace>
  <inkml:trace contextRef="#ctx0" brushRef="#br1" timeOffset="-30489.08">22063 3457 2316 0,'-9'-11'0'0,"-2"5"0"0,4 1 0 0,-3 2 0 0,4 2 0 0,1 1 0 0,0 0 0 0,3 4 0 0,0 11 0 0,2 3 0 0,0 7 260 0,0 1-113 16,0 3-55-16,0 0 233 0,2 3-145 0,0 1-63 15,-1-2-45-15,-1-1-107 0,0 2 35 0,0-3 1 16,0-2-137-16,0-2 95 0,0-1 34 0,0-3-505 16,0-2 274-16,0-4 119 0,0-5 75 0,0-3-754 15,8-2 386-15,3-5 187 0</inkml:trace>
  <inkml:trace contextRef="#ctx0" brushRef="#br1" timeOffset="-30205.63">22378 3587 2124 0,'0'-18'0'0,"0"8"0"0,0 2 0 0,-7-1 0 0,-4 4 0 0,-3 0 0 0,-2 4 0 0,0 1 0 0,-1 0 0 0,-1 3 0 0,4 9 176 0,-2-1-74 0,3 4-34 16,3 0 359-16,1 0-196 0,4 0-97 0,5 0 186 0,0-1-146 0,0 2-70 15,2-3-33-15,11 0-71 16,2 0 0-16,2-1 0 0,5-1 0 0,-3-1 0 16,0-1 0-16,0 1 0 15,-4-1 0-15,-2 2 0 0,-1-2 0 0,-7 2 0 0,-3 2 0 0,-2 0 0 16,0 3 0-16,-4-1 0 0,-13 1 0 0,2-4 0 16,-6 1 0-16,2-2 0 0,-1-2 0 0,1-3 0 15,3 0 0-15,0-2-176 0,7-2 71 0,-3-2 35 16,5 0-625-16,2 0 320 0,3 0 174 0,2-8-262 15,2-11 214-15</inkml:trace>
  <inkml:trace contextRef="#ctx0" brushRef="#br1" timeOffset="-30023.09">22473 3609 2410 0,'4'3'0'0,"3"6"0"0,-5 2 0 0,0 0 0 0,0 2 0 0,-2 3 0 0,0 0 0 0,0 1 0 0,0-1 0 0,0 2 0 0,-2-3 267 0,2 0-120 15,-2-4-56-15,2 0-143 0,0-3 44 0,-2-2 0 16,2-5-427-16,0 2 231 0,0-3 121 0,0 0-437 16,0-3 269-16,0-8 136 0,0-4-50 0,0-7-135 15,2-2 131-15,4-7 67 0,0-3 33 0,5-7-147 16,-6 4 85-16</inkml:trace>
  <inkml:trace contextRef="#ctx0" brushRef="#br1" timeOffset="-29587.13">22589 3362 1535 0,'10'-21'0'0,"-4"8"0"0,1 4 0 0,-3 9 0 0,2 0 0 0,-2 0 0 0,-3 12 0 0,1 13 0 0,0 1 0 16,0 6 0-16,-2 4 208 0,0 1-77 0,0 8-52 0,0-3 201 0,0-9-121 16,0 5-62-16,0-4-31 0,-2-8 56 0,0 7-48 15,0-15 0-15,1 0-103 0,1-7 33 0,0-3 0 16,0-5 41-16,0 1-171 0,0-4 82 0,0 0 40 16,1-9-1-16,7-6 5 0,3 1 9 0,-1-5-7 15,1 1-86-15,-1 2 45 0,2 3-7 0,-4 4 1 16,1-1-11-16,-4 5 46 0,3 2-18 0,-4 2 161 15,2 1-67-15,-1 4-36 16,-3 11 12-16,0 5 240 0,-2 4-131 0,0 3-65 16,0-1-11-16,1-5 161 0,1 4-105 0,3-5-48 15,2-1-41-15,0-4-6 0,4-4 0 0,3-6 9 16,1-3-188-16,2-2 89 0,4 0 45 0,-1-13-369 16,5-4 202-16,-1-5 76 0,-1-3 56 0,-1-1-508 15,-1-2 258-15,-2-4 129 0,-1 0 65 0,-2-3-200 16,0-9 136-16,-2 4 64 0,-5 5-18 0,-2 1 40 15,-3 8 1-15,-2 1 32 16,-1 7 112-16,-1 7-51 0,0 2-26 0,0 4 473 16,-7 4-249-16,0 1-135 0,0 6-52 0,0 10 518 15,5 4-259-15,0 7-103 0,2 1-73 0,0 2 185 16,0 3-134-16,0-1-63 0,0-2-36 0,2-1 0 16,0-1-26-16,1-6 9 0,1 3-169 0,-1-4 80 15,1-4 40-15,-1-2-560 0,-1-6 301 0,0-2 118 16,0-1 81-16,0-1-755 0,0-4 392 0,-2-1 195 15</inkml:trace>
  <inkml:trace contextRef="#ctx0" brushRef="#br1" timeOffset="-29431.11">22888 3627 2241 0,'-18'-6'0'0,"4"3"0"0,5 2 0 0,2 0 0 0,0 1 0 0,5 0 0 0,2 0 0 0,2 0 0 0,16 0 0 0,3 0 0 0,7 5 241 0,-1 2-102 15,6-1-51-15,-4-1-144 0,1 1 46 0,-5-1 32 16,7-1-9-16,-13 0-483 0,4 0 253 0,-7-3 126 16,0 2 64-16</inkml:trace>
  <inkml:trace contextRef="#ctx0" brushRef="#br1" timeOffset="-29220.58">23141 3472 2256 0,'5'-9'0'0,"2"3"0"0,4 0 0 0,1 1 0 0,1 4 0 0,1 1 0 0,5 1 0 0,-1 16 0 0,-2 6 0 16,-2 7 0-16,-1 7 101 0,-6-3 209 0,-2 11-141 0,-3-5-67 0,-2 1 342 15,-2-1-204-15,-12-2-102 0,1-5-42 0,-4-2-21 16,-2-2-75-16,-1-2 0 0,0-7 0 0,6-8 0 16,-5 2 0-16,1-7 0 0,4-3-45 0,-2-4-154 15,4 0 118-15,-1-2-784 0,5-8 369 0,2-14 234 16,6-1 114-16,0-6-281 0</inkml:trace>
  <inkml:trace contextRef="#ctx0" brushRef="#br1" timeOffset="-28991.45">23245 3358 2077 0,'15'-13'0'0,"2"5"0"0,1-1 0 0,2 2 0 0,1 5 0 0,-4-1 0 0,3 3 0 0,-4 0 0 0,2 0 0 0,-6 12 0 16,0 3 333-16,-5 2-149 0,-5 3-65 0,-2 5-45 0,0-3-9 0,-9 2 1 0,-6-3-30 15,-2-2 4-15,0-6 5 0,1 0-9 16,-2-3 0-16,7-5 126 0,-1-3-63 0,7 1-32 16,0-3 10-16,3 0 42 0,2 0-42 0,0 0 1 15,3-3 20-15,17-4-55 0,0 1-43 0,6-3 0 16,2 1 0-16,2 0 0 0,4-1 0 0,2 4-505 16,-3-1 248-16,2 4 137 0,-3 0 38 0,-3 2-816 15,2 0 431-15</inkml:trace>
  <inkml:trace contextRef="#ctx0" brushRef="#br1" timeOffset="-28761.29">24001 3827 3931 0,'-1'0'0'0,"1"0"0"0,0 0 0 0,3 0 0 0,9 0 0 0,3 0 0 0,6 0 0 0,5 0 0 0,6 0 0 0,6 0 0 0,3 0 0 0,2 0 0 0,-3 0 0 16,-1 0 0-16,1 0 0 0,-8 0 0 0,0 3 0 15,-12-3 0-15,1 2-249 0,-9 1-74 0,-2-1 179 16,-6-2 91-16,-4 2-961 0,0-2 489 0,-11 0 236 16</inkml:trace>
  <inkml:trace contextRef="#ctx0" brushRef="#br1" timeOffset="-28580.79">24261 3561 3140 0,'0'-8'0'0,"-4"6"0"0,3 0 0 0,-4 2 0 0,2 0 0 0,-3 7 0 0,1 11 0 0,1 6 0 0,2 5 0 0,1 10 0 0,-1 4 139 16,-2 2 312-16,1 1-250 0,-2 2-201 0,1-7 0 16,-1 12 0-16,-1-7 0 0,1 3 0 0,1-2 0 15,0-12 0-15,2 8 0 0,2-7 0 16,0-6-292-16,0-10-101 0,0 2 215 0,6-7-917 0,5-5 515 15,4-6 276-15</inkml:trace>
  <inkml:trace contextRef="#ctx0" brushRef="#br1" timeOffset="-28373.6">25014 3628 3545 0,'6'-11'0'0,"-6"6"0"0,0 2 0 0,-20 3 0 0,-18 0 0 0,-9 7 0 0,-12 16 0 0,1 6 0 0,3 6 0 0,14 1 0 0,1 9 273 0,9 2-160 0,12 0-113 16,9 4 0-16,10-3 0 0,3 3 0 0,22-4 0 15,14 0 0-15,21-2 0 0,19-6 0 0,7-9 0 16,4-7 0-16,9-6 0 0,-12-8 0 0,26-5 0 16,-14-4 0-16,-1 0 0 0,-6 0 0 15</inkml:trace>
  <inkml:trace contextRef="#ctx0" brushRef="#br1" timeOffset="-24312.11">25778 3942 2933 0,'4'0'0'0,"4"0"0"0,-2 0 0 0,3-1 0 0,2-2 0 0,1 3 0 0,-2 0 0 0,5 0 0 0,-1 0 0 0,-1 0 0 0,2 0 66 0,-2 0 88 0,0 0-49 16,1 3-39-16,-1-2 1 0,0 0-240 15,-4 2 105-15,1-1 53 0,-1 2-603 0,-3 0 320 16,-1-1 164-16,-1 4 82 0,-2 4-829 0</inkml:trace>
  <inkml:trace contextRef="#ctx0" brushRef="#br1" timeOffset="-24152.76">25768 4225 2268 0,'-16'4'0'0,"9"1"0"0,2 0 0 0,5-4 0 0,0-1 0 0,0 0 0 0,1 0 0 0,13 0 0 0,4-1 0 0,9-4 0 0,-7 0 285 0,10 0-129 16,-2 0-59-16,2 2 229 0,2 0-145 0,-4-1-71 16,-3 1-27-16,1 2-352 0,-4 1 154 0,0 0 76 15,-4 0-632-15,-3 0 355 0,-5 0 185 0</inkml:trace>
  <inkml:trace contextRef="#ctx0" brushRef="#br1" timeOffset="-23886.47">26318 3491 3154 0,'-1'-15'0'0,"-3"11"0"0,3 4 0 0,1 0 0 0,0 0 0 0,0 8 0 0,0 8 0 0,0 7 0 0,0 7 0 0,0 12 0 0,0 2 204 0,0 8-84 0,0 4 230 15,-2 10-247-15,-2-14-103 0,1 16 0 0,-1-16 0 16,1 4 0-16,-3 0 0 0,2-1 0 0,-2-12 0 16,2 10 0-16,-1-10 0 0,-1-7 0 0,2 0 0 15,-1-9 0-15,2-6-781 0,2-2 364 0,-1-8 146 16,0-3 116-16,2-1-535 0,0-7 327 0,0 0 153 16</inkml:trace>
  <inkml:trace contextRef="#ctx0" brushRef="#br1" timeOffset="-23620.97">26365 4182 2172 0,'0'-2'0'16,"0"2"0"-16,0 0 0 0,0 4 0 0,0 3 0 0,0 5 0 0,0 1 0 0,0 0 0 0,1 2 0 0,3 2 0 0,2 1 147 0,0-4 199 0,0 0-155 16,-1 0-76-16,-2-6-39 0,3-1 14 0,-2-1-52 0,2-2-1 15,0-4 1-15,1 0-32 0,2-2-1 0,3-7 42 16,-3-3 37-16,2 0 0 0,-1 1-46 0,0 2-1 15,-2 2 94-15,2 2-38 0,-1 0-9 0,4 3-12 16,-5 2-72-16,3 0 0 0,0 2 0 0,-1 11 0 16,-1 0 0-16,0 6 0 0,-1-1 0 0,-1 4 0 15,-2-1 0-15,-2-1 0 0,1-3 0 0,-2 0 0 16,-1-6 0-16,1 0 0 16,-2-3 0-16,2-1 0 0,0 1 0 0,4-3-330 15,2-1-235-15</inkml:trace>
  <inkml:trace contextRef="#ctx0" brushRef="#br1" timeOffset="-22983.24">27179 3785 2455 0,'-5'-5'0'0,"3"4"0"0,2-2 0 0,0 3 0 0,0 0 0 0,0 6 0 0,0 12 0 0,0 6 0 0,7 6 0 0,0 9 0 0,0 4 276 0,2 8-118 16,1 11-59-16,-5-6 298 0,0 15-184 0,-3-8-87 16,-2-9-43-16,0 6 41 0,0-6-124 0,0-7 0 15,-7 4 0-15,2-13 0 0,-1-1 0 0,-1-4 0 16,2-10 0-16,2 0 0 0,2-10 0 16,-2-3-205-16,2-7-9 0,1 1 78 0,0-4 79 15,1 0-822-15,11-10 425 0,5-8 208 0</inkml:trace>
  <inkml:trace contextRef="#ctx0" brushRef="#br1" timeOffset="-21561.68">27732 4249 1407 0,'0'-13'0'0,"0"5"0"16,0-2 0-16,0-3 0 0,0-3 0 0,0 3 0 0,3-3 0 0,-3-1 0 0,0 2 0 0,0 1 0 0,0 2 123 0,0 2-43 0,0 0 1 16,0 1 47-16,-8 3-45 0,0 3 10 0,-6 1-29 15,0 2 1-15,-4 0-27 0,-5 0 0 0,0 11 44 16,4 0 10-16,-4 8-53 0,8-4-1 0,2 2 133 15,5 1-66-15,1-2-34 0,7 0 130 0,0 2-86 16,0 0-39-16,4 0 1 0,10-3 56 0,-2 1-47 16,6-1 10-16,-4 0-36 0,0-1-22 0,-1 1 0 15,-5-4 0-15,1 1-16 0,-5-2 26 0,-1 3-10 16,-3-2 1-16,0 3-11 0,0-3-28 0,-16 2 0 16,-1 0 0-16,-6 4 0 0,-2-4 0 15,0 1 0-15,-2-3 0 0,-1-1 0 16,6-3 0-16,-1-2 0 0,8-1-103 0,5-3 28 15,0-1 36-15,7 0-335 0,3 0 153 0,0-1 104 16,17-14-2-16,13-7-676 0,4-3 378 0</inkml:trace>
  <inkml:trace contextRef="#ctx0" brushRef="#br1" timeOffset="-21276.42">27804 4285 1992 0,'1'2'0'0,"1"4"0"0,0 0 0 0,0-3 0 0,-1 1 0 0,4-3 0 0,0 2 0 0,5-2 0 0,0-1 0 0,2 0 0 0,2 0 89 15,-2 0 248-15,6 0-139 0,-4 0-85 0,4 0-183 16,-4-1 55-16,0-3 26 0,-1-3 0 0,-3-1-184 16,-3 1 101-16,-3-1 55 0,-3-1 28 0,-1-4-67 15,0 1 48-15,0-1-4 0,-11-2-53 0,-4 0-24 16,-5 0 40-16,3 4-51 0,-4 1 319 0,0 3-130 16,-2 1-49-16,0 4 351 15,1 2-185-15,0 0-56 0,3 6-59 0,0 9 171 16,3 5-118-16,4 2-52 0,2 1-27 0,7 0 57 15,3 4-98-15,0-5-24 0,0 8 0 0,10-6 0 16,8 0 0-16,0-5 0 0,4 2 0 0,6-4-36 16,-3-4 13-16,4-1-652 0,1-5 338 0,1-3 112 15,2-2 104-15,3-2-646 0,-3 0 369 0,2-6 180 16</inkml:trace>
  <inkml:trace contextRef="#ctx0" brushRef="#br1" timeOffset="-21107.97">28300 4203 2671 0,'-20'-5'0'15,"0"2"0"-15,-7 3 0 0,1 0 0 0,-1 3 0 0,2 10 0 0,5 1 0 0,4 3 0 0,2 4 0 0,3 0 0 0,7 1 183 0,3 7 139 0,1-7-142 0,0-2-61 0,1 3-45 0,14-5-21 16,3 1-15-16,1-4 0 0,4-3 1 16,-3-7-395-16,10 1 192 0,-5-4 101 15,3-2 51-15,-4 0-732 0,-2 0 388 0,1-6 80 16</inkml:trace>
  <inkml:trace contextRef="#ctx0" brushRef="#br1" timeOffset="-20952.55">28333 4261 2157 0,'-10'0'0'0,"4"0"0"0,3 0 0 0,3 0 0 0,0 0 0 0,7 0 0 0,12 0 0 0,10 0 0 0,2 0 0 0,2 0 0 0,-1 0 142 0,3 0-51 0,-7 0-17 16,6 0-60-16,-11 0 24 0,-2 0 0 0,-3 2 0 0,-4 2-450 15,-4-2 234-15,1 1 104 0,-7 1-594 0,-1-4 337 16</inkml:trace>
  <inkml:trace contextRef="#ctx0" brushRef="#br1" timeOffset="-20775.43">28547 4052 2349 0,'-7'-6'0'0,"-1"5"0"0,1 1 0 0,0 0 0 0,2 13 0 0,-2 8 0 0,1 5 0 0,1 4 0 0,3 11 0 0,-4-1 0 0,2-2 119 0,-1 13 253 0,2-6-166 0,-4-3-85 16,4-6-41-16,2 2 273 0,1-2-148 0,0-6-88 16,0-2-308-16,0-6 115 0,9-2 57 15,1-6 28-15,2-2-724 0,6-9 371 0,5-3 192 16,-1 0-865-16</inkml:trace>
  <inkml:trace contextRef="#ctx0" brushRef="#br1" timeOffset="-20610.97">28700 4353 2362 0,'0'-1'0'0,"0"-1"0"0,0 2 0 0,0 0 0 0,7-2 0 0,7 0 0 0,3 2 0 0,8-2 0 0,2 2 0 15,1 0 0-15,-3 0 263 0,8 0-118 0,-3 0-53 0,-3 0-6 0,2 0 0 16,-3 0-47-16,-6 4-488 16,1-2 239-16,-5 0 124 0,-5-1 62 0,-3 1-579 15,-2-2 312-15,-5 0 74 0,-1 0 105 0</inkml:trace>
  <inkml:trace contextRef="#ctx0" brushRef="#br1" timeOffset="-20436.5">28970 4090 2171 0,'-12'-9'0'0,"7"5"0"0,0 2 0 0,-2 2 0 0,2 0 0 15,2 9 0-15,2 12 0 0,1 4 0 0,0 5 0 0,0 3 0 0,-2 13 312 0,2-3-137 0,-3 0 223 0,1 2-179 0,-2-4-91 0,-1-5-35 0,3-1 199 0,-2 1-149 16,0-6-143-16,3-2-89 0,1-5 1 0,0-3 73 15,0-3 22-15,0-5-656 0,0-5 344 0,0 1 172 16,3-7 85-16,7-1-912 0,5 0 465 0</inkml:trace>
  <inkml:trace contextRef="#ctx0" brushRef="#br1" timeOffset="-20144.15">29154 4371 2942 0,'0'0'0'0,"0"0"0"0,2 0 0 0,8 0 0 0,7 0 0 0,-2 0 0 0,6 0 0 0,3 0 0 15,1 0 0-15,5 0 0 0,4 0 479 0,1 0-225 0,0 0-108 0,1 0-54 0,-3 0-135 0,-3 0 41 16,-3 0 10-16,-1 0-163 0,-2-1 96 0,-6 1 49 16,-4 0 24-16,-2 0-604 0,-8-2 324 0,-1 0 147 15,-3 0-44-15,0-3-609 0,-3-2 367 0,-7-5 183 16,0-1-326-16</inkml:trace>
  <inkml:trace contextRef="#ctx0" brushRef="#br1" timeOffset="-19431.27">29479 4150 1777 0,'-15'0'0'0,"0"3"0"0,4 11 0 0,-4 7 0 0,3 2 0 0,0 5 0 0,1 3 0 0,2 13 0 0,-1-5 0 0,4 3 0 0,3-1 570 0,1-6-266 15,2 4-123-15,0-2 132 0,0-4-137 0,2-4-68 0,7-6-36 0,1-3-65 16,8-5 10-16,4-3 21 16,2-11 1-16,6-1-268 0,0 0 133 0,8-16 68 15,-5 1 42-15,9-6-321 0,-6-2 165 0,1-3 89 16,-3-3-367-16,-3 1 195 0,-4-1 66 0,-2 0 65 15,-5-4-33-15,-3 0 44 0,-6 3 0 0,-4 2 79 16,-6 7-10-16,-1 2-24 0,0 4 0 0,-13 6 115 16,-5 2-58-16,-7 5-29 0,2 2-9 0,-6 0 378 15,5 7-151-15,1 8-108 0,4 1 387 0,-1 2-224 16,8 1-103-16,3 1-65 16,3 3 129-16,5-2-93 0,1-1-46 0,0-3 44 15,1 0-36-15,10-2-39 0,2-3-54 0,1-6 0 16,5-1 0-16,2-4 0 0,2-1 0 0,2 0 0 15,-3-1 0-15,-3-9 0 0,-1 1-282 0,-1-3 103 16,-1 1 94-16,-9 4-232 0,0-1 118 0,-3 3 85 16,0 1 16-16,-4 3 118 0,0-2-25 0,0 3 1 15,0 0-35-15,0 0 218 0,-7 0-108 0,2 8-65 16,0 1 138-16,0 2-60 16,0 2-53-16,2-1 28 0,3-1 171 0,0-1-55 15,0-2-75-15,0 0-186 0,0-2 63 0,0-5 30 16,5 1 0-16,6-2-207 0,3 0 109 0,1-3 40 15,0-7 36-15,-2 3-257 0,0-1 130 0,-4 2 23 16,0 1 40-16,-2 1 6 0,-5 2 0 0,1 1 35 16,-1 1 160-16,0 0-90 0,-2 0-30 0,0 6 287 15,0 5-156-15,0 1-54 0,-4 3-47 16,4-1 263-16,0 1-138 0,0-2-28 0,0-1-46 0,0-4-173 16,6 0 64-16,8-4 42 15,7-4-283-15,5 0 150 0,3-1 75 0,2-12 24 16,2-1-185-16,2-4 75 0,5-8 64 0,-5 4-298 15,0-4 162-15,-3-4 81 0,1-2 40 0,-6 0-86 16,3-9 69-16,-7 2 28 0,-3 1 1 0,-10 7 61 16,-2 8-32-16,-2-2-10 0,-6 6 10 15,0 6 328-15,0 5-164 0,-9 5-82 0,-4 3 256 16,-1 0-122-16,2 8-94 0,-5 12 417 16,6 5-231-16,-2 5-117 0,5 5-57 0,-1 2 205 15,3 9-301-15,5-11 0 0,1 5 0 0,0-3 0 16,0-2 0-16,1-3 0 0,7-3 0 0,4-4 0 15,-4-6 0-15,7-3 0 0,-5-2-651 0,3-6 239 16,-6 0 207-16,3-4 25 0,-3-3-332 0,-1-1 237 16</inkml:trace>
  <inkml:trace contextRef="#ctx0" brushRef="#br1" timeOffset="-19277.85">30140 4342 2496 0,'-16'-7'0'0,"8"2"0"0,2 4 0 0,5-1 0 0,1 2 0 0,0-2 0 0,12 2 0 16,9 0 0-16,7 0 0 0,1 0 0 0,2 7 247 0,1 1-104 0,0 2-43 0,-1-1-27 0,-1 0-8 15,-2 0-27-15,-9-2-590 0,4 0 295 0,-1-2 147 0,-7-1 84 16</inkml:trace>
  <inkml:trace contextRef="#ctx0" brushRef="#br1" timeOffset="-19077.43">30564 4088 2791 0,'3'-6'0'0,"0"3"0"0,1 1 0 0,-3 2 0 0,1 0 0 0,1 16 0 0,-3 10 0 0,0 13 0 0,0 2 0 0,-8 6 0 0,-2 3 411 0,-2 6-186 0,-1-5 279 16,-4 2-504-16,7-2 0 0,-1-10 0 0,3 13 0 15,2-12 0-15,3-6 0 0,0-2 0 0,3 0 0 16,0-12 0-16,0-1 0 0,0-2-625 0,0-6 240 15,8-5 181-15,4-7 115 0,3-1-923 0</inkml:trace>
  <inkml:trace contextRef="#ctx0" brushRef="#br1" timeOffset="-18906.95">30700 4381 2960 0,'0'-10'0'0,"0"5"0"16,9-2 0-16,12-2 0 0,7-1 0 0,6 2 0 0,11 5 0 0,1 1 0 0,5 2 0 0,4 0 0 0,1 0 289 0,-1 0-125 16,0 2-63-16,-3 4-16 0,-6-1 0 0,-11 1-37 0,-1 1-487 0,-10-1 238 0,-2-1 120 15,-8-1-671-15,-3-1 389 0,-9 0 201 0</inkml:trace>
  <inkml:trace contextRef="#ctx0" brushRef="#br1" timeOffset="-18739.5">31183 4064 3520 0,'-6'-8'0'0,"2"4"0"0,1 4 0 15,1 0 0-15,2 0 0 0,0 14 0 0,0 10 0 0,0 11 0 0,0 7 0 0,0 2 0 0,0 4 411 16,0 3-411-16,0-1 0 0,-6 1 0 0,2-4 0 0,-1 0 0 0,-1-2 0 16,6-2 0-16,0-7 0 0,0 2 0 0,0-3-740 15,6-1 209-15,3-6 284 0</inkml:trace>
  <inkml:trace contextRef="#ctx0" brushRef="#br1" timeOffset="-18477.18">32086 4449 2330 0,'-13'-38'0'0,"1"18"0"0,2 9 0 16,-5-3 0-16,-2 1 0 0,-8 2 0 0,-6 5 0 0,-4 5 0 0,-8 1 0 0,-6 0 0 0,1 15 192 0,3 5 419 0,5 10-286 0,13 1-135 16,-7 11-82-16,13 2 67 0,7 1-175 0,5 3 0 15,9 5 0-15,0-2 0 0,9-1 0 16,15-3 0-16,10-2 0 0,14 1 0 0,2-16 0 16,3-6 0-16,19-1 0 0,-4-13 0 0,7-1 0 15,3-5-20-15,-3-4-323 0,-11 1 95 0,14-1 120 16,-24 0-1180-16</inkml:trace>
  <inkml:trace contextRef="#ctx0" brushRef="#br1" timeOffset="-18338.29">32706 4912 371 0,'5'0'0'0,"33"10"0"15,-6-10 0-15,-19 0 0 0,-11 0 0 0,-1 0 1860 0,-1 0-948 0,-16 0-475 0,-14 0-1644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0" timeString="2020-12-03T14:06:35.66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0-12-03T14:06:37.590"/>
    </inkml:context>
  </inkml:definitions>
  <inkml:trace contextRef="#ctx0" brushRef="#br0">20449 8348 0,'0'0'0,"0"0"16,0 0 0</inkml:trace>
  <inkml:trace contextRef="#ctx1" brushRef="#br0">10626 2582 1417 0,'-2'0'0'0,"0"0"0"0,0 0 0 0,2 0 0 0,0 0 0 0,0 0 0 0,0 0 0 0,0 0 0 16,0 0 0-16,0 0 0 0,0 0 90 0,0 0 68 0,0 0-60 0,0 0-29 0,0 0 9 15,0 0-39-15,0 0 57 0,0 0-29 16,0 0 58-16,0 0-43 0,0 0 10 0,0 0-53 16,0 0 79-16,0 0-39 0,0 0-1 0,0 0-38 0,2 0 9 15,0 0 78-15,0 0-43 0,-1 0-1 0,1 0 33 16,0 0-29-16,0 0-10 0,1 0-35 0,-1 0-2 16,1 0-1-16,-1 0 0 0,3 0 41 0,-1 0-10 0,1 0-31 15,1 0 0-15,-1 0-23 16,2 0 23-16,-2 0 10 0,3 0-40 0,-3 0 30 15,2 0-36-15,0 0-3 16,0 0 0-16,0 0 0 0,2 0 0 16,0 0 0-16,0 0 0 0,0 0 0 0,1 0 0 0,1 0 0 0,-2 0 0 0,1 0 0 15,1 0 0-15,-2 0 0 0,3 0 0 16,-1 0 0-16,1 0 0 0,-1 0 0 0,-1 0 0 16,1 0 0-16,1 0 0 0,-3 0 0 0,5 0 0 15,-3 0 0-15,0 0 0 16,1 0 0-16,-1 0 0 0,0 0 0 0,0 0 0 0,4-1 0 0,-3-2 0 15,1 1 0-15,1 1 0 16,2-1 0-16,-2 2 0 0,4 0 0 0,-3 0 0 0,2-2 0 16,2 2 0-16,-1 0 0 0,1 0 0 15,-1 0 0-15,1 0 0 0,2 0 0 0,-2 0 0 0,2 0 0 16,-2 0 0-16,1 0 0 0,-1 0 0 16,0 0 0-16,-1 0 0 0,1 0 0 0,1 2 0 15,0 0 0-15,2-1 0 0,-3 1 0 0,2 1 0 16,1-2 0-1,-2 1 0-15,3-2 0 0,4 2 0 0,-8-2 0 0,7 0 0 0,-6 0 0 16,7 0 0-16,-1 0 0 0,-1 0 0 16,1 0 0-16,-2 2 0 0,0-2 0 0,6 0 0 0,-3 2 0 15,1-2 0-15,0 1 0 0,-1-1 0 16,3 2 0-16,0-2 0 0,0 0 0 16,2 0 0-16,-2 0 0 0,0 0 0 0,2 0 0 15,-2 0 0-15,0 0 0 0,0 0 0 16,-1 0 0-16,1 0 0 0,0 0 0 0,1-2 0 15,-1 2 0-15,0-1 0 0,-2-1 0 0,-2 2 0 0,8-2 0 16,-4 0 0-16,2 0 0 16,2 1 0-16,0-2 0 0,4 0 0 0,-3-3 0 0,3 3 0 15,-3-3 0-15,-1 2 0 0,0-1 0 0,-1 0 0 16,0 2 0-16,-1 1 0 0,0 0 0 0,-2 0 0 16,0 0 0-16,0 0 0 0,-2 0 0 15,0 1 0-15,0 1 0 0,0 0 0 0,1 0 0 16,-1-3 0-16,2 3 0 0,-2-1 0 0,0 1 0 0,1 0 0 0,-1-1 0 15,-2-3 0 1,3 4 0-16,0-1 0 0,-3 0 0 0,1 1 0 0,-1-3 0 16,-3 3 0-16,0 0 0 0,4 0 0 15,-2 0 0-15,-3 0 0 0,1 0 0 0,1 0 0 16,-1 0 0-16,3 0 0 0,-1 0 0 0,1-4 0 16,2 2 0-16,0 1 0 0,-4-1 0 15,3 0 0-15,-4 0 0 0,-1 0 0 0,-2 1 0 16,-1-1 0-16,-2 0 0 0,-2 2 0 0,-2 0 0 0,-3 0 0 0,1 0 0 15,-2 0 0 1,-1 0 0-16,2 0 0 0,-5 0 0 0,2 0 0 16,-3 0 0-16,4 0 0 0,-4 0 0 15,1 0 0-15,-1 0 0 0,-2 0 0 0,1 0 0 16,-1 0 0-16,0 0 0 0,0 0 0 0,1 0 0 0,-3 0 0 16,0 0 0-16,0 0 0 0,0 0 0 0,0 0 0 0,0 0 0 15,0 0 0-15,0 0 0 0,-5 0 0 16,-6 0 0-16,4 0 0 0,-3 0-571 15,2 4 9-15,5-4 251 0,-4 0-772 16</inkml:trace>
  <inkml:trace contextRef="#ctx1" brushRef="#br0" timeOffset="266.67">14048 2201 3670 0,'0'0'-1'0,"0"0"0"0,1 0 1 0,11 1 0 0,3 5 0 0,4 2 0 15,5-1 0-15,4 2 0 0,4 3 0 0,3 0 0 0,2-1 53 0,-2 2-14 0,1-1-1 0,-1 0 83 0,-1 1-109 0,-2 2-12 0,-2 1 0 16,-2-1 0-16,-7-2 0 0,-1 1 0 16,-4 0 0-16,-5 1 0 0,-3 0 0 0,-6 0 0 15,0 2 0-15,-2 0 0 0,-8 3 0 0,-9 2 0 16,-6-1 0-16,-3 4 0 0,-6 2 0 0,0-2 0 15,-2 2 0-15,-3 1 0 0,-4 1 0 0,-12 6-346 16,0-2-231-16,-5 2 253 0,-2 4 143 0</inkml:trace>
  <inkml:trace contextRef="#ctx1" brushRef="#br0" timeOffset="1356.61">11264 371 2212 0,'-1'-6'0'0,"-1"3"0"0,2 3 0 0,0-4 0 0,-2 4 0 0,2 0 0 0,0 0 1 0,0 0 0 0,0 0 1 0,0 0 0 0,0 0 36 0,0 0 1 16,-2 4 0-16,2 6 112 0,-3 1-56 0,2 3-19 0,-1 1-10 15,0 3 146-15,0 1-87 16,2 1-44-16,-4 1 94 0,3 2-60 0,1 3-43 0,-2 0 76 16,0 3-55-16,2-2-28 0,-2 3 58 15,0 3-123-15,2-2 0 0,-1 3 0 0,-1 0 0 16,0-1 0-16,-3 3 0 0,3 0 0 0,1 0 0 0,-1-1 0 16,2 3 0-16,-4 5 0 15,2-3 0-15,2-3 0 0,-1 8 0 16,-1-3 0-16,2-1 0 0,0 2 0 0,0-1 0 15,0-5 0-15,0 8 0 0,0-9 0 0,0 7 0 16,0-8 0-16,0 3 0 0,0-2 0 0,3 1 0 0,3-3 0 16,-1 2 0-16,2-2 0 0,-2 0 0 0,1-1 0 15,-3-1 0-15,3 1 0 0,-3-2 0 16,2 0 0-16,-1 3 0 0,-3-5 0 0,3 3 0 16,-2-2 0-16,-2 2 0 0,0 1 0 15,0-2 0-15,0 1 0 0,0-3 0 16,0 3 0-16,0-1 0 0,0-4 0 0,0 4 0 15,0-6 0-15,0 2 0 0,0 0 0 0,0 0 0 0,0-3 0 16,0 2 0-16,0-4 0 16,0 7 0-16,0-5 0 0,0 0 0 0,0 3 0 0,0-1 0 15,0-1 0-15,0 2 0 0,0 0 0 0,0-1 0 16,0 1 0-16,0 0 0 0,0-4 0 0,0 8 0 16,0-6 0-16,0 1 0 0,0 1 0 15,0 2 0-15,0-7 0 0,0 8 0 0,0-2 0 16,0 0 0-16,0 0 0 0,0 1 0 15,0-5 0-15,0 6 0 0,0-2 0 0,0 1 0 16,0-2 0-16,0-3 0 0,0 4 0 0,0 0 0 16,2-3 0-16,-2 1 0 0,2 4 0 15,-1-1 0-15,-1 3 0 0,2-2 0 0,-2 0 0 0,0 0 0 0,0 2 0 16,0-6 0-16,0 8 0 16,0 0 0-16,0-2 0 0,0-2 0 0,0-3 0 15,0-2 0-15,0 5 0 0,0-9 0 0,0 9 0 16,0-11 0-16,0-2 0 0</inkml:trace>
  <inkml:trace contextRef="#ctx1" brushRef="#br0" timeOffset="1401.74">11277 3976 375 0,'0'9'0'0,"0"-6"0"0,0 1 886 0,0-4-472 0,0 0-220 0,0-7-116 0,0-19-770 0</inkml:trace>
  <inkml:trace contextRef="#ctx1" brushRef="#br0" timeOffset="1645.39">11219 469 404 0</inkml:trace>
  <inkml:trace contextRef="#ctx1" brushRef="#br0" timeOffset="1736.44">11153 466 1680 0,'-12'15'0'0,"-6"1"0"0,2 5 0 0,-2 5 0 0,-1-3 0 0,1 5 0 0,1 1 0 0,0-2 0 0,2 0 0 0,0 0 0 0,0-3-173 0,6-6 56 0</inkml:trace>
  <inkml:trace contextRef="#ctx1" brushRef="#br0" timeOffset="1757.5">10932 803 404 0</inkml:trace>
  <inkml:trace contextRef="#ctx1" brushRef="#br0" timeOffset="1829.26">11176 434 404 0,'7'-4'0'0</inkml:trace>
  <inkml:trace contextRef="#ctx1" brushRef="#br0" timeOffset="1901.49">11206 418 3931 0,'7'12'0'0,"2"0"0"0,5 0 0 0,3 5 0 0,2 4 0 0,2 0 0 0,1-1 0 0,0 2 0 0,3 1 0 0,0 0 0 0,-1-3 0 0,2 1 0 0,0-3 0 16,1 1 0-16,-3-2-939 0,-6 1 419 0</inkml:trace>
  <inkml:trace contextRef="#ctx1" brushRef="#br0" timeOffset="6276.28">16621 4364 1681 0,'0'0'0'0,"-2"0"0"0,2 0 0 0,0 0 0 0,0 0 0 0,0 0 0 0,0 0 0 0,0 0 0 0,0 0 0 0,0 0 0 0,0 0 126 0,0 0-42 0,0 0 0 16,0 0 35-16,0 0-28 0,2 0-10 0,4 0-38 16,-1 0 138-16,1 2-69 0,1-2-34 15,1 2 78-15,1-2-62 0,4 0-1 16,1 2-50-16,0-2 81 0,5 0-41 0,1 0 10 15,-2 1-50-15,8 2 52 0,-1-3-1 0,3 0-51 16,2 0-9-16,2 0 20 0,0 0-12 0,0 0 26 16,-1 0-26-16,-1 0 1 0,0 0-36 0,-7 1-7 15,1-1 0-15,-3 0 0 0,-2 2 0 0,-3 1 0 16,-2-2 0-16,-3 2 0 0,-4-3 0 0,1 1 0 16,-4-1 0-16,0 1 0 0,-2-1 0 15,-1 0 0-15,-1 0 0 0,0 0 0 16,0 0 0-16,0 0 0 0,0 0 0 0,2 0 0 15,0-6 0-15,0-4 0 0,2 0 0 0,1 2 0 16,-1 0 0-16,2-1 0 0,-2 3 0 0,-1 2-659 16,3 4 153-16,-1 0 231 0</inkml:trace>
  <inkml:trace contextRef="#ctx1" brushRef="#br0" timeOffset="6906.85">16567 5747 1858 0,'-4'0'0'0,"-1"0"0"0,-2 0 0 0,3 0 0 0,3 0 0 0,1 0 0 0,-2 0 0 0,2 0 0 0,0 0 0 0,0 0 0 0,0 0 85 0,3 1 52 16,8 3-49-16,-2-1 10 0,5-1-58 0,2 2 226 15,3-2-113-15,1-2-57 0,8 0 161 0,-1 0-99 16,3 0-64-16,0 0 14 0,0 0-35 0,2 0 1 16,0 0-35-16,1 0-43 0,1 0 16 0,-4 0 1 15,0 0 26-15,-2 0-41 0,-5 0 0 0,-2 0 52 16,0 0-11-16,-1 0-96 0,-6 0 44 0,0 0 26 16,-3 0-108-16,-4 0 61 15,-1 0-3-15,-2 0 72 0,-2 0-12 0,0 0-17 16,0 0-10-16,-2 0 166 0,0 0-73 0,0 0-37 15,0 0-30-15,0 0-22 0,0 0 0 0,0 0 0 16,0 0 0-16,0 0 0 0,0 0 0 0,0 0 0 16,0-2-530-16,0 2 121 0,0 0 199 0</inkml:trace>
  <inkml:trace contextRef="#ctx1" brushRef="#br0" timeOffset="24285.2">11189 1001 1837 0,'0'0'0'0,"0"0"0"15,0 0 0-15,0 0 0 0,0 0 0 0,0 0 0 0,0-2 0 0,0 0 0 0,0 0 0 0,0 2 0 0,0 0 115 0,0 0-38 0,0 0 126 0,0 0-81 0,0 0-41 0,0-3 34 16,0 3-42-16,2 0 0 15,-1 0-33-15,1-2 99 0,3 2-50 0,-3-2 11 16,1-1-60-16,-1 2 54 0,2 0-26 0,-1 1-1 16,-1-3-27-16,2 1 59 0,-2 1-59 0,1 1 0 15,2-3 13-15,-1 3-13 0,-1-1 0 0,3-1 31 16,-1 2-31-16,1-2 0 16,-2 0 0-16,2 0-4 0,-1 0-17 0,1 1-19 15,-1-2 0-15,2 2 0 0,0 0 0 0,-2-3 0 0,2 3 0 0,1-1 0 16,0-1 0-16,-1 2 0 15,2-1 0-15,0 2 0 0,1-2 0 0,0 1 0 16,-1 1 0-16,1-2 0 0,1 0 0 0,-2 2 0 16,1-2 0-16,-1 0 0 0,0 0 0 0,-2 2 0 15,2 0 0-15,-2 0 0 0,2 0 0 0,-4 0 0 16,4 0 0-16,-4 0 0 0,2 0 0 0,1 0 0 16,0 0 0-16,-1 0 0 0,2 0 0 0,-1 0 0 15,3 0 0-15,-2 0 0 0,1 0 0 0,1 0 0 16,-1 0 0-16,0 0 0 0,1 0 0 0,-1 0 0 15,0 0 0-15,0 0 0 16,-1 0 0-16,2 0 0 0,1 0 0 0,-3 0 0 16,-2 2 0-16,3 0 0 0,-1 0 0 0,2 0 0 15,-1 0 0-15,1-1 0 0,-2 1 0 0,3 1 0 16,-1 0 0-16,0-3 0 0,1 2 0 0,-1-1 0 16,-1 3 0-16,4-2 0 0,-3 1 0 0,1-2 0 15,-1 1 0-15,0 0 0 0,-1 0 0 16,3 2 0-16,-2-3 0 0,0 3 0 15,-2-2 0-15,5 1 0 0,-5-2 0 0,2 3 0 16,-2-2 0-16,5 0 0 0,-3 1 0 0,1-1 0 16,-3 2 0-16,2-1 0 0,1 1 0 0,-1 0 0 15,1 0 0-15,0-1 0 0,-3 2 0 0,3 1 0 16,-1-1 0-16,0 0 0 0,1-1 0 0,-1 1 0 16,-2 0 0-16,3 0 0 0,-1 1 0 0,0-2 0 15,1 1 0-15,-2-1 0 0,0-1 0 0,3 4 0 16,-4-4 0-16,3 1 0 0,-3 2 0 15,2-2 0-15,-3-1 0 0,3 3 0 16,-2 0 0-16,1-3 0 0,0 4 0 0,-3-5 0 16,2 5 0-16,-1-2 0 0,0-2 0 0,1 3 0 15,0-2 0-15,1 1 0 0,-3-1 0 0,2 1 0 16,1 0 0-16,1 0 0 0,-5-1 0 0,3 2 0 16,3-1 0-16,-3 0 0 0,0 0 0 0,1 1 0 15,-1-2 0-15,0 2 0 0,-1-2 0 0,1 2 0 16,-1-1 0-16,1 0 0 15,-1-1 0-15,1 2 0 0,-2 0 0 0,1-1 0 16,4 2 0-16,-5-3 0 0,2 0 0 0,1 3 0 16,-1-1 0-16,-2-3 0 0,2 3 0 0,2-3 0 15,-4 3 0-15,0-3 0 0,1 3 0 0,0 0 0 16,1-3 0-16,-4 3 0 0,5-1 0 0,-4 1 0 16,1 1 0-16,-2-1 0 0,1-4 0 0,2 6 0 15,-2-2 0-15,-1-1 0 0,2 1 0 0,-1 2 0 16,0-3 0-16,1 1 0 0,-1 1 0 0,-1-1 0 15,1 1 0-15,0 0 0 0,0 0 0 16,-1-2 0-16,1 1 0 0,-1 1 0 16,3 1 0-16,-2-1 0 0,-3-1 0 0,3 2 0 15,1-1 0-15,-1-1 0 0,2 1 0 0,-3-1 0 16,1 1 0-16,-1-1 0 0,2 1 0 0,0-2 0 16,-2 4 0-16,3-2 0 15,-3-1 0-15,1 1 0 0,0 0 0 0,-1 2 0 0,1-2 0 0,-1 2 0 16,1 0 0-16,-3-1 0 0,6 4 0 0,-6-5 0 15,1 2 0-15,1 2 0 16,1 1 0-16,-2-3 0 0,2 3 0 0,-2-3 0 16,1 3 0-16,-1-2 0 0,1 1 0 0,1-1 0 15,-2-1 0-15,2 2 0 0,-3-3 0 0,3 4 0 16,-3-6 0-16,1 3 0 0,0 0 0 0,0-2 0 16,0 1 0-16,0 1 0 0,-3-1 0 0,3-1 0 15,-2 1 0-15,1-1 0 0,-1 1 0 0,0-3 0 16,2 3 0-16,-2-1 0 0,-1-1 0 15,4 0 0-15,-3 2 0 0,0-3 0 16,-1 0 0-16,3-1 0 0,-2 2 0 0,0-3 0 16,0 3 0-16,-1 0 0 0,1-3 0 0,0 4 0 15,2-2 0-15,-3-1 0 0,2 2 0 0,-1 0 0 16,0-1 0-16,0-1 0 0,0 3 0 0,-1-3 0 16,1 1 0-16,0 0 0 0,0 0 0 0,0 0 0 15,-1 0 0-15,1 0 0 16,0-1 0-16,0 1 0 0,0-1 0 0,0-1 0 0,0 1 0 0,0 2 0 15,-2-2 0-15,2 2 0 16,0-2 0-16,-2 1 0 0,2 1 0 0,-2-3 0 16,1 4 0-16,1-2 0 0,0 0 0 0,0-1 0 15,-2 2 0-15,2 0 0 0,0-2 0 0,-1 1 0 16,-1 0 0-16,2 1 0 0,0-1 0 0,-2-1 0 16,2 2 0-16,-2-1 0 0,0 1 0 0,2 2 0 15,-2-3 0-15,1 1 0 0,-1 1 0 0,0-2 0 16,3 2 0-16,-1-2 0 15,-2-1 0-15,0 1 0 0,2-1 0 0,-2 2 0 16,2 0 0-16,-2-3 0 0,0 4 0 0,0-2 0 16,2 1 0-16,-2-1 0 0,0 1 0 0,1 1 0 15,-1-2 0-15,0 4 0 0,2-2 0 0,-2-1 0 16,0 1 0-16,0-2 0 0,2 3 0 0,-2-2 0 16,2-1 0-16,-2 1 0 0,0-1 0 0,2 0 0 15,-2 1 0-15,0 3 0 0,1-4 0 0,-1-1 0 16,0 2 0-16,0 1 0 15,0-1 0-15,0-1 0 0,2 1 0 0,-2 1 0 16,0-2 0-16,0 0 0 0,0 0 0 0,0 2 0 16,2-4 0-16,-2 1 0 0,0-1 0 0,0 1 0 15,2-2 0-15,-2 1 0 0,2 1 0 0,-2 2 0 16,2-2 0-16,-2 0 0 0,0 2 0 0,2-1 0 16,-2 1 0-16,0-1 0 0,0 1 0 0,0 2 0 15,0-3 0-15,0 1 0 0,2-1 0 16,-2-1 0-16,0 3 0 0,0-7 0 15,2 4 0-15,-2-3 0 0,0 3 0 0,0-3 0 16,0 0 0-16,2 2 0 0,-2-2 0 0,0-1 0 16,0 2 0-16,2 0 0 0,-2-2 0 0,0 2 0 15,0-2 0-15,0 0 0 0,0 0 0 0,0 2 0 16,0-2 0-16,0 0 0 0,0 0 0 0,0 0 0 16,0 0 0-16,0 0 0 0,0 0 0 0,0 0 0 15,0 0 0-15,0 0 0 16,0 0 0-16,0 0 0 0,0 0 0 0,0 0 0 15,0 0 0-15,0 0 0 0,0 0 0 0,0 0 0 16,0 0 0-16,0 0 0 0,0 0 0 0,0 0-173 16,0 0-110-16,0-6 121 0,1-6 61 0</inkml:trace>
  <inkml:trace contextRef="#ctx1" brushRef="#br0" timeOffset="34256.11">11334 909 1225 0,'-2'0'0'0,"2"-1"0"0,-2-1 0 0,2-1 0 0,-2-1 0 0,2 1 0 0,0-1 0 0,0 0 0 0,0 0 0 0,0 2 0 0,0-2 37 0,0 3 1 0,0-2 47 16,0 2-23-16,0-1 9 0,0 2-34 0,0 0 64 16,0 0-32-16,0 0 0 0,-2 0-32 0,1 0 23 15,1 0-22-15,0 0-1 0,-2 0 38 0,2 0-37 16,-2 0-1-16,2 0 39 0,0 0-39 0,0 0 1 15,0 0-1-15,0 0 58 0,-2-2-29 0,2 2 9 16,0 0-38-16,-3-2-41 0,2 1 0 0,-1 1 41 16,0-3 0-16,0 3 27 0,-2 0-26 0,3 0-1 15,-3 0 17-15,0 0-17 0,1 0 0 0,1 0-15 16,0 0 15-16,-3 0-3 16,5 0 3-16,-1 0 9 0,1 0-12 0,0 0 6 15,0 0-5-15,0 0-1 0,0 0 2 0,0 0 8 16,0 0-7-16,0 0 28 0,0 0-28 0,0 0-4 15,0 0 3-15,0 0 46 0,0 0 9 0,0 0-54 16,0 0 34-16,0 0 0 0,0 0-34 0,0 0-12 16,0 0-25-16,0 0 0 0,0 0 0 0,0 0 0 15,0 0 0-15,0 0 0 0,0 0 0 0,0 0 0 16,0 0 0-16,0 0 0 16,0 0 0-16,1 0 0 0,1 0 0 0,1 0 0 15,-3 0 0-15,2 0 0 0,0 0 0 0,-2 0 0 16,2 0 0-16,-1 0 0 0,1 3 0 0,0-3 0 15,0 1 0-15,0 1 0 0,-1 0 0 0,3 0 0 16,-2-2 0-16,2 1 0 0,-3 2 0 0,4-2 0 16,-3 2 0-16,0-2 0 0,1 1 0 0,-1 1 0 15,0-2 0-15,2 3 0 16,-3-2 0-16,3 1 0 0,-2 2 0 0,3-4 0 16,0 4 0-16,-3-1 0 0,3-1 0 0,-1 0 0 15,-1 3 0-15,3-3 0 0,-3 1 0 0,2 2 0 16,1-2 0-16,-3 1 0 0,1-1 0 0,-1-1 0 15,3 3 0-15,-2 2 0 0,0-4 0 0,0 2 0 16,1 0 0-16,-1-1 0 0,1-1 0 0,1 3 0 16,-1-3 0-16,2 1 0 0,0-1 0 0,0 2 0 15,1 0 0-15,0-3 0 16,-3 1 0-16,3 2 0 0,-1-1 0 0,1 1 0 0,-1 0 0 0,1-1 0 16,-1 2 0-16,1 0 0 15,1 0 0-15,-2 1 0 0,3-1 0 0,0 1 0 16,-1-3 0-16,0 1 0 0,3 1 0 0,-3-2 0 15,2 1 0-15,-1 2 0 0,-1-4 0 0,4 3 0 16,-3-1 0-16,1-1 0 0,-4 2 0 0,3 0 0 16,1 0 0-16,-2-1 0 0,1 1 0 15,-1 1 0-15,0 0 0 0,0-4 0 0,1 6 0 16,1-2 0-16,1-1 0 0,-3-2 0 16,2 1 0-16,1 2 0 0,-1-3 0 0,2 0 0 15,-1-1 0-15,-3 0 0 0,2 3 0 0,-1-4 0 16,1 3 0-16,-2-3 0 0,1 6 0 0,-1-6 0 15,0 3 0-15,-1-1 0 0,1 1 0 0,0-2 0 16,-1 3 0-16,0-2 0 0,3 1 0 0,-4-1 0 16,0 1 0-16,5 0 0 0,-4 0 0 0,2 0 0 15,1 1 0-15,-4-2 0 0,2 1 0 0,3 2 0 16,-3-3 0-16,0 3 0 16,1-1 0-16,-3 1 0 0,2-1 0 0,0 1 0 15,2 1 0-15,-4-1 0 0,2-1 0 0,1 1 0 16,-1-1 0-16,0 2 0 0,1-2 0 0,1 0 0 15,-2 0 0-15,0-1 0 0,1 3 0 0,1-4 0 16,-3 1 0-16,4 2 0 0,-3 0 0 0,0-1 0 16,3 0 0-16,-3 3 0 0,0-1 0 0,1-1 0 15,-1 1 0-15,0-1 0 0,1 2 0 16,-1-1 0-16,0-2 0 0,3 1 0 16,-3-1 0-16,0 1 0 0,3-1 0 0,-1 2 0 15,0-4 0-15,-1 2 0 0,-1-1 0 0,0 2 0 16,3-2 0-16,-3 2 0 0,0-2 0 15,-1 1 0-15,2 1 0 0,-3-1 0 0,2 2 0 16,1-3 0-16,-3 2 0 0,3-1 0 0,-3-2 0 0,3 4 0 16,-3-3 0-16,2 0 0 0,0 0 0 0,1 0 0 15,-2 0 0-15,1-1 0 16,1 1 0-16,-1-1 0 0,0 1 0 0,-1-1 0 16,1 1 0-16,-1-1 0 0,1 2 0 0,1 0 0 15,-3-1 0-15,0 2 0 0,1-4 0 0,0 5 0 16,-1-2 0-16,2-2 0 0,-1 1 0 0,0 1 0 15,-1-1 0-15,2 0 0 0,-2 0 0 0,2-1 0 16,-4 3 0-16,2-2 0 0,1 0 0 0,-2-1 0 16,1 2 0-16,-1-1 0 0,3 1 0 15,-4-2 0-15,4 3 0 0,-4-1 0 0,2-1 0 16,-1 2 0-16,4-1 0 0,-5-1 0 16,3 2 0-16,-1-2 0 0,1-1 0 0,-1 2 0 15,1-1 0-15,1 1 0 0,-3-1 0 0,0 0 0 16,1-2 0-16,0 1 0 0,1 1 0 0,-4-1 0 15,3 1 0-15,-1 1 0 0,-1-2 0 0,3 2 0 16,-2-2 0-16,0 1 0 16,-1 1 0-16,0-2 0 0,3 0 0 0,-2-1 0 0,0 2 0 0,-1 0 0 15,0-4 0-15,1 5 0 0,-2-2 0 0,2 1 0 16,-1-3 0-16,-1 3 0 16,2 0 0-16,-3-2 0 0,3 2 0 0,0-1 0 15,-2-1 0-15,-1 2 0 0,3-3 0 0,-1 1 0 16,-1 0 0-16,0-3 0 0,0 3 0 0,0-2 0 15,-1 2 0-15,1-3 0 0,0 2 0 0,-1 0 0 16,1 0 0-16,-2 0 0 0,1 1 0 16,2-1 0-16,-1 2 0 0,-1-1 0 0,-1-1 0 0,2 0 0 15,-1 0 0-15,1 0 0 0,0 0 0 16,0 2 0-16,0-4 0 0,0 3 0 16,1 0 0-16,-1-2 0 0,-1 0 0 0,1 1 0 15,-2-1 0-15,1 0 0 0,2-1 0 0,-3 3 0 16,2-3 0-16,-3 0 0 0,1 2 0 0,2-1 0 15,-2-1 0-15,-1 2 0 0,3-2 0 0,-2 2 0 16,1-2 0-16,0 1 0 0,1 0 0 0,0 0 0 16,-3-1 0-16,3 2 0 0,-2-3 0 0,1 1 0 15,-1 2 0-15,0-1 0 16,0-1 0-16,0-1 0 0,0 2 0 0,0-2 0 16,0 1 0-16,0-1 0 0,-2 0 0 0,0 0 0 15,0 3 0-15,0-3 0 0,0 0 0 0,0 0 0 16,0 0 0-16,0 0 0 0,0 0 0 0,0 0 0 15,0 0 0-15,0 0 0 0,0 0 0 0,0 0 0 16,0 0 0-16,0 0 0 0,0 0 0 0,0 0 0 16,0 0 0-16,0 0 0 15,0 0 0-15,0 0 0 0,0 0 0 0,0 0 0 16,0 0 0-16,0 0 0 0,0 0 0 0,0 0 0 16,0 0 0-16,0 0 0 0,0 0 0 0,0 0 0 15,0 0 0-15,0 0 0 0,0 0 0 0,0 0 0 16,0 0 0-16,0 0 0 0,0 0 0 0,0 0 0 15,0 0-233-15,0 0-241 0,0 0 218 0,0-6 109 16</inkml:trace>
  <inkml:trace contextRef="#ctx1" brushRef="#br0" timeOffset="41285.15">11415 984 872 0,'0'0'0'0,"0"0"0"0,0 0 0 0,0 0 0 0,0 0 0 0,0 0 0 0,0 0 0 0,0 0 0 0,0-1 0 0,0-2 0 0,0 3 67 0,0 0-1 0,0 0-28 0,0 0 44 16,0 0-44-16,0 0 10 0,0 0 53 16,0 0-31-16,0 0 0 0,0 0-32 15,0 0 82-15,0 0-31 0,0 0-10 0,0 0-40 0,0 0 54 16,0 0-27-16,0 0 0 0,0 0-18 16,0 0 35-16,-2 0 0 0,2 0-45 15,-2 4 2-15,-1-3-2 0,2 2 9 0,-1 1-55 16,0-4 46-16,0 5 1 0,0-1-1 0,0-1 3 15,1 1 6-15,1 0-9 0,-2 2 1 0,0-5 7 16,2 4-8-16,0-2 0 0,-2 1 10 0,2 0-40 16,0 0 28-16,0-1-27 0,-2 1 1 0,2-2 31 15,0 1-8-15,0 1-27 0,-1 0 26 0,1 2 1 16,-2-2-1-16,2 0-36 0,0 1 33 0,0 1-5 16,0 0 4-16,-2-1 0 0,2-1-1 0,0 2 2 15,0-1-8-15,0-1-10 16,0 2 14-16,0-2-36 0,0 2-1 0,0-1 40 15,0 0-6-15,0 2-50 0,0-1 47 0,0 0 0 16,0-1 1-16,0 1-5 0,0 0-4 0,0-1 5 16,2 1-11-16,-2-1 40 0,0 0-3 0,2 2-23 15,-2-4-5-15,1 3 41 0,1 0 4 0,-2-1-48 16,2 1 13-16,0 0 4 0,0-1 1 0,-1 0-34 16,1 1 3-16,0 0 24 15,0-1 2-15,0 2-30 0,-2 0 24 0,2 1 3 16,-1-2-10-16,2 0-2 0,-1 3 1 0,0-3 10 15,0 2-15-15,-1-2 50 0,1 1-55 0,0-2 0 16,0 3 0-16,0-2 0 0,0 1 0 0,-1-1 0 16,1 0 0-16,0 1 0 0,0 1 0 0,0-2 0 15,-1 3 0-15,1-2 0 0,3-1 0 0,-3 2 0 16,1 0 0-16,-1-1 0 0,2-2 0 0,-2 2 0 16,1-1 0-16,1-1 0 0,0 4 0 15,0-4 0-15,-2 3 0 0,2-2 0 16,-1 1 0-16,-1 1 0 0,2 1 0 0,-1-4 0 15,1 4 0-15,-2-1 0 0,1-1 0 0,2 1 0 16,-1 2 0-16,-1-3 0 0,1 1 0 0,0-1 0 16,-1 1 0-16,1-1 0 0,1 1 0 0,0-2 0 15,-1 3 0-15,-1-2 0 0,1-1 0 0,1 2 0 16,-1-3 0-16,0 2 0 0,0 1 0 0,0-3 0 16,-1 3 0-16,1 0 0 15,0-1 0-15,-1 1 0 0,1-1 0 0,0 0 0 16,-1 3 0-16,2-3 0 0,-1 1 0 0,-1-1 0 15,1 2 0-15,-1-2 0 0,3 0 0 0,-1 1 0 16,-2 0 0-16,1-2 0 0,1-1 0 0,-1 4 0 16,0-2 0-16,-1 1 0 0,1-2 0 0,-1 2 0 15,2-3 0-15,-1 2 0 0,1-1 0 0,-1 1 0 16,1-2 0-16,-1 2 0 0,1 0 0 0,0-1 0 16,0 2 0-16,1-4 0 0,-2 2 0 0,1 2 0 15,0-2 0-15,2 1 0 16,0-1 0-16,-3 1 0 0,3-1 0 0,-2 1 0 15,2-1 0-15,-2 2 0 0,3-1 0 0,-3 1 0 16,1-1 0-16,2-1 0 0,-3 1 0 0,1-2 0 16,1 3 0-16,-2-2 0 0,2 0 0 0,0 0 0 15,0-1 0-15,-1 0 0 0,2-1 0 0,-2 2 0 16,1 0 0-16,-2-2 0 0,3 1 0 0,0 0 0 16,-3 1 0-16,3-2 0 15,-3 1 0-15,2 1 0 0,2 2 0 0,-4-4 0 16,2 1 0-16,-1 1 0 0,0-3 0 0,1 3 0 15,1 1 0-15,-1-5 0 0,0 4 0 0,2-2 0 16,-2 1 0-16,0-1 0 0,0 2 0 0,2-2 0 16,-2 2 0-16,2-1 0 0,-1-1 0 0,0 0 0 15,-1 2 0-15,2-4 0 0,-1 3 0 0,1 0 0 16,-1 0 0-16,-1-2 0 0,3 0 0 0,-3 1 0 16,0 0 0-16,1 0 0 0,0 0 0 0,1-2 0 15,-2 2 0-15,1-3 0 16,0 2 0-16,-1-1 0 0,0 1 0 0,-1 0 0 15,2 1 0-15,-1 0 0 0,1-2 0 0,-1 2 0 16,1 0 0-16,-1-3 0 0,1 2 0 0,1 0 0 16,1 1 0-16,-3-3 0 0,2 1 0 0,0 1 0 15,0-2 0-15,0 1 0 0,0 0 0 16,1 0 0-16,-1 0 0 0,-2 2 0 0,0-2 0 0,2-1 0 16,-2 3 0-16,0-2 0 0,1 1 0 15,0 0 0-15,-3 0 0 0,4-1 0 16,-1 2 0-16,0-2 0 0,-1-1 0 0,0 3 0 15,1-2 0-15,0 0 0 0,-1 0 0 0,1 0 0 16,-3-2 0-16,3 3 0 0,-2-1 0 0,1 0 0 16,-2-1 0-16,3 3 0 0,-2-3 0 0,0 0 0 15,-1 2 0-15,2-1 0 0,-1-1 0 0,2 2 0 16,-3-2 0-16,1 2 0 0,1-3 0 0,-1 1 0 16,2 1 0-16,-1-2 0 15,0 2 0-15,-1-2 0 0,2 0 0 0,-2 2 0 16,1-1 0-16,-2-1 0 0,3 3 0 0,0-3 0 15,-1 1 0-15,0-1 0 0,1 3 0 0,2-3 0 16,-3 2 0-16,2-2 0 0,3 0 0 0,-5 0 0 16,2 0 0-16,0 1 0 0,0-1 0 0,0 0 0 15,0 0 0-15,-1 0 0 0,1 2 0 0,-1-2 0 16,1 1 0-16,-1-1 0 0,1 3 0 16,0-1 0-16,1-2 0 0,-1 0 0 15,0 0 0-15,3 0 0 0,-3 0 0 0,4 0 0 16,-1 0 0-16,-3 0 0 0,0 0 0 0,3 0 0 15,-1 0 0-15,-4 0 0 0,7 0 0 0,-7 0 0 16,2 0 0-16,-1 0 0 0,0 0 0 0,-1 0 0 16,0 0 0-16,1 0 0 0,0 0 0 0,-1 0 0 15,0 0 0-15,1 0 0 0,0 0 0 0,-1 0 0 16,-1 0 0-16,3-2 0 0,-3-1 0 0,1 2 0 16,1-1 0-16,-1 1 0 0,-2-1 0 15,2-1 0-15,-3 2 0 0,1 1 0 16,0-3 0-16,-1 2 0 0,0 1 0 0,2-2 0 15,-4 2 0-15,3 0 0 0,-1-2 0 0,0 2 0 16,-2 0 0-16,1 0 0 0,1-2 0 0,-2 2 0 16,-1 0 0-16,2 0 0 0,-1-1 0 0,0 1 0 15,0 0 0-15,0 0 0 0,-2 0 0 0,0 0 0 16,0 0 0-16,0 0 0 0,0 0 0 0,0 0 0 16,0 0 0-16,0 0 0 15,0 0 0-15,0 0 0 0,0 0 0 0,0 0 0 16,1 0 0-16,-1-3 0 0,2 3 0 0,-2 0 0 15,0-1 0-15,2 1 0 0,-2 0 0 0,0 0 0 16,0 0 0-16,0 0 0 0,0 0 0 0,0 0 0 0,0 0 0 16,0 0 0-16,0 0-787 0,2 0 223 15</inkml:trace>
  <inkml:trace contextRef="#ctx1" brushRef="#br0" timeOffset="44737.17">17004 2409 1101 0,'-6'0'0'0,"1"0"0"0,-4 0 0 0,4 0 0 0,-1 0 0 0,3 0 0 0,-2 0 0 0,1 0 0 0,1 0 0 0,1 0 0 0,-1 0 85 0,1 0 0 15</inkml:trace>
  <inkml:trace contextRef="#ctx1" brushRef="#br0" timeOffset="45234.42">16944 2405 2672 0,'0'0'0'0,"0"0"0"0,0 0 0 0,0 0 0 0,3 0 0 0,1 0 0 0,4 4 0 0,-1 0 0 0,6 0 0 0,-1 2 0 0,2-3 108 0,4 3-34 0,0-3 116 0,3 1-64 16,5 1-48-16,4-4 85 0,2-1-61 0,9 1-30 15,-2-1-1-15,2 0 33 0,7 0-36 0,-1 0-1 0,-2 0-31 16,2 0-36-16,2 0 0 0,-6 5 0 15,10-1 0-15,-6 0 0 0,2-1 0 0,1 3 0 16,1-3 0-16,2-1 0 0,2 0 0 0,10-2 0 16,-5 0 0-16,6 0 0 0,0 0 0 0,-6 0 0 15,11-5 0-15,-4-1 0 16,1 1 0-16,0-1 0 0,-2 2 0 0,-8 0 0 0,17-2 0 16,-8 2 0-16,-1 3 0 0,-4-3 0 0,0 0 0 15,-8 3 0-15,12-1 0 0,-4-1 0 0,-2 0 0 16,2-1 0-16,6 0 0 0,-10-1 0 0,17-3 0 15,-9 2 0-15,3-1 0 0,-3-3 0 16,4 6 0-16,-8-5 0 0,15 2 0 0,-5 2 0 0,-1-1 0 16,0 1 0-16,0-2 0 0,-5 4 0 0,13-3 0 15,-8 0 0-15,1-2 0 16,-1 5 0-16,0 0 0 0,-9-3 0 0,16 3 0 16,-11-3 0-16,2 2 0 0,1 0 0 15,-2 0 0-15,-8 0 0 0,16 1 0 0,-12-1 0 0,-9 1 0 16,2 2 0-16,-5-1 0 0,-9 2 0 0,8 0 0 15,-13 0 0-15,-1 0 0 0,-3 0 0 16,-4 0 0-16,-6 0 0 0,1 0 0 0,-5 0 0 0,-3 0 0 16,-1 0 0-16,-5 2 0 15,-4-2 0-15,-2 1 0 0,-1 2 0 0,-1-3 0 0,-1 0 0 16,-2 0 0-16,0 0 0 0,0 0 0 16,-7 0 0-16,-4 0 0 0,-1 0 0 0,-2 0 0 15,-1-3 0-15,0-1 0 0,0-3 0 0,2 0-1014 16,0 0 460-16,4-6 248 0,4-5-632 0</inkml:trace>
  <inkml:trace contextRef="#ctx1" brushRef="#br0" timeOffset="45456.03">21526 1928 3032 0,'-3'0'0'0,"3"4"0"0,0 2 0 0,3-3 0 0,15 4 0 0,5-2 0 0,8 5 0 0,7 1 0 0,5 2 0 0,3-1 0 0,3 3 224 0,1 3-83 0,0-1 393 15,-3 1-534-15,-2 1 0 0,-1 2 0 0,-5-2 0 16,-9 0 0-16,0 1 0 0,-7 1 0 0,-7 1 0 0,-7 0 0 16,-4 1 0-16,-5 4 0 0,-9 0 0 15,-21 8 0-15,-3-5 0 0,-8 2 0 16,-12 5 0-16,5-5 0 0,-25 4 0 0,2-4 0 16,-13 2 0-16,2-3-138 0,-5 0-381 0,6-5 232 15</inkml:trace>
  <inkml:trace contextRef="#ctx1" brushRef="#br0" timeOffset="46220.07">19162 383 2356 0,'0'-6'0'0,"-4"2"0"0,4 2 0 0,-2-1 0 0,2 1 0 0,0 2 0 0,-2 0 0 0,2 0 0 0,-2 0 0 0,2 5 0 0,-1 7 74 0,-1 2 188 0,2 6-117 0,-2 3-52 15,0 3 74-15,2 2-64 16,0 2-32-16,0 5 181 0,0 1-112 0,0 8-49 16,0-2-26-16,0 3 47 0,0 5-112 0,0 2 0 15,0 2 0-15,0 10 0 0,0-3 0 0,0 5 0 0,0 1 0 16,0-6 0-16,0 20 0 15,0-5 0-15,0 1 0 0,0 2 0 0,-3 2 0 0,-4 12 0 16,2-4 0-16,1-3 0 0,0-10 0 16,1 10 0-16,-1-4 0 0,2 2 0 0,0-1 0 0,0 0 0 15,0-1 0-15,0-1 0 0,2-2 0 16,-2-2 0-16,0 0 0 0,-1 0 0 0,1-2 0 16,-2 2 0-16,1 2 0 0,-3-7 0 0,0 4 0 15,0-1 0-15,1-1 0 0,-2-2 0 0,1-11 0 16,-2 16 0-16,2-10 0 0,3-3 0 0,-1-10 0 15,1 2 0-15,1-10 0 0,-2 10 0 16,2-11 0-16,0-1 0 0,-2-2 0 0,2-9 0 16,0-5 0-16,-1 1 0 0,-1-5 0 15,0-4 0-15,1-8 0 0,-1-1 0 0,0-4-71 16,0-2-12-16,-4-3 17 0,1-2-285 0,-2 0 156 16,1-4 77-16,-1-10-389 0,0-8 239 0,1-8 114 15,-2-10-492-15,3-5 304 0,-2-15 152 0</inkml:trace>
  <inkml:trace contextRef="#ctx1" brushRef="#br0" timeOffset="46369.37">19296 344 398 0,'-20'0'0'0</inkml:trace>
  <inkml:trace contextRef="#ctx1" brushRef="#br0" timeOffset="46449.58">19222 385 2034 0,'-23'21'0'0,"-1"3"0"0,-2 4 0 0,-4 2 0 0,-2 10 0 0,2-1 0 0,2 0 0 16,5 3 0-16,5-11 0 0,0 4 0 0,3-4-131 0,6-8 72 0,1-2-495 0,3-9 258 16,3-1 117-16,0-10 75 0</inkml:trace>
  <inkml:trace contextRef="#ctx1" brushRef="#br0" timeOffset="46583.44">19085 331 2447 0,'4'-7'0'0,"3"6"0"0,4 1 0 0,3 0 0 0,-2 1 0 0,7 11 0 0,6-1 0 0,2 7 0 0,8 4 0 0,1 0 0 16,3 6 214-16,2 2-87 0,3 6-34 0,-2 1-272 0,8 7 110 15,-4-4 54-15</inkml:trace>
  <inkml:trace contextRef="#ctx1" brushRef="#br0" timeOffset="47803.21">19167 1063 425 0,'0'-8'0'0,"0"2"0"0,0-1 0 0,0 2 0 0,0-1 0 0,0-1 0 0,0 1 0 0,0 0 0 0,0-2 0 0,0 3 0 0,2-2 60 15,-2 0 9-15,0 2-36 0,0 2 0 0,0-3 41 16,0 2 1-16,0 0-37 0,0 3 9 0,0-3 23 16,0 3-1-16,0-3-30 15,0 3 0-15,0-1 42 0,0 2-32 0,-2-3-10 0,0 3 39 16,2 0 0-16,-3 0-39 0,1 0 0 16,0 0 19-16,-2 10-19 0,2 0 0 0,-1 0 44 0,1 1-1 15,0 2-43-15,0 2 10 0,1-1 60 16,1 0-35-16,0 1 0 0,0 0-35 0,0 1 48 15,0-1-11-15,0 0-37 0,0 0 73 16,0 1-36-16,1-1-1 0,1 0-26 0,2 0 32 0,-1 1 1 16,1-4-43-16,-2 4 39 15,2-4-38-15,-3 3 8 0,3-1-9 0,1-1 37 0,-2 0-1 16,3-2-36-16,-1 2 0 0,-1-2 39 16,1 4-9-16,4-5-30 0,-4 1 5 0,0 3-5 15,3-3 0-15,-3 2-17 0,2-1-10 0,-2 0 27 16,2 3 0-16,-3-1-27 0,1 1-1 0,-1-2 38 15,3 4-10-15,-4-1-29 0,1-2 25 0,-1-1-11 16,1 1-2-16,0 0-22 0,1-1 0 0,2-1 0 16,-4 3 0-16,3-5 0 0,-1 4 0 15,-1-5 0-15,3 4 0 0,-2-1 0 16,0-1 0-16,1 2 0 0,-3-2 0 0,1-2 0 16,1 5 0-16,1-2 0 0,-2 0 0 0,0 0 0 15,0 0 0-15,1-2 0 0,-1 3 0 0,1-2 0 16,3 1 0-16,-2-1 0 0,1 1 0 0,0-3 0 15,1 2 0-15,2 0 0 0,-3-2 0 0,2 3 0 16,1-1 0-16,-1-2 0 0,0 2 0 16,1-1 0-16,0-1 0 0,-3 2 0 0,2-1 0 0,1-1 0 15,1 0 0-15,-4-1 0 16,5 4 0-16,-1-5 0 0,0 2 0 0,1 0 0 16,-1-2 0-16,2 2 0 0,0-2 0 0,0 1 0 0,1-1 0 15,0 1 0-15,2 0 0 0,-2 0 0 0,2 1 0 16,-2-3 0-16,0 3 0 0,2-2 0 0,2 2 0 15,-4 0 0-15,4-2 0 0,-2 2 0 16,1-2 0-16,1 3 0 0,0 0 0 16,1-4 0-16,-1 4 0 0,1-2 0 0,2 0 0 15,-2-1 0-15,2 0 0 0,-2 1 0 0,1-3 0 16,1 2 0-16,0-1 0 0,0 0 0 0,0 0 0 16,4 1 0-16,0-3 0 0,-2 1 0 0,-2 0 0 15,6-2 0-15,-3 1 0 0,2-2 0 16,0-1 0-16,-1 1 0 0,-2 0 0 0,0 0 0 0,-4-2 0 15,1 0-118-15,-2 0 13 16,-3 2 38-16,-4-2-4 0,3 0-129 0,-5 0 80 0,-3 0 41 0,-1 0 0 16,-2 0-195-16,0 0 108 15,-1 0 69-15,-2 0-346 0,0 0 202 16,0 0 101-16,0 0-536 0</inkml:trace>
  <inkml:trace contextRef="#ctx1" brushRef="#br0" timeOffset="49650.01">19156 1306 337 0,'0'0'0'0,"0"0"0"0,0-3 0 0,-2 2 0 0,2-1 0 0,0 2 0 0,0-3 0 0,-2 2 0 0,2 1 0 0,0-2 0 0,-1 0 15 0,1 1 31 15,0-2-32-15,-2 2 0 0,0-1 0 0,2-1 36 0,-2 2 5 0,0 1-37 16,2-3 0-16,-1 2 49 0,-2-2-1 16,1 3-44-16,2 0 69 0,-4 0-34 0,4-1 9 15,0 1 35-15,-2 0-28 0,2 0 0 0,0 0-13 16,-1 0 39-16,1 0-29 0,0 0-1 0,-2 0-28 16,2 0 43-16,0 0 10 0,0 0-54 15,0 0 1-15,-2 0 59 0,2 0-30 0,-2 0 0 0,2 0-12 16,-2 0-18-16,-1 1 0 0,1 2-91 15,-2 1 46-15,0-3 0 0,0 2 55 0,0 0-165 16,1-3 67-16,-1 3 40 0,0-3 0 0,1 0-53 16,-1 0 19-16,1 0 26 15,-2 0-22-15,0 0-33 0,1 0 12 0,0-4 0 16,-1-1 7-16,1 0 5 0,-2-1 13 0,0 0 57 16,3 1-45-16,-3 0 2 0,3 1-4 0,-1-2 66 15,0 2-25-15,2 0 0 0,1 1-23 0,-2-1 110 16,1 2-51-16,2-2-21 0,-2 2-1 0,2 1 31 15,0-1-27-15,0 2-1 0,0-3 67 0,0 2-30 16,0 1-1-16,0-2-56 0,0 2 14 0,0-1 1 16,0-2 22-16,2 3-76 15,0-2 26-15,1 1-1 0,-2-1 29 0,1-1-101 16,0 2 51-16,0-2 8 0,0 2 1 0,-2 0-7 16,2-2 0-16,-1 3 3 0,-1-1 47 0,0 1-39 15,0 0 10-15,0 0 81 0,0 0-38 0,0 0 0 16,0 0-37-16,0 0 66 0,0 0-30 0,0 0 14 15,2 0-40-15,0 0 53 0,-2 4 6 0,2 1-36 16,0 1-13-16,-2 1 67 0,1 1-31 0,1-1 21 16,-2 1-15-16,2-2-25 15,-2 4-5-15,0-2 0 0,0-1 0 0,0 0 11 16,0 4-11-16,0-4 16 0,0 3-16 0,0-3 1 16,0 2-1-16,0 0 25 0,-2 1-24 0,0-1-1 15,2 2 0-15,-1-3-30 0,-1 1 30 0,0 1 10 16,2-2-46-16,-2 3 34 0,2-2 2 0,-2-2-88 15,2 4 40-15,-1-3 1 0,-1 3 38 0,0-2-61 16,0 2 26-16,-2-2-15 0,0 2 40 0,0-1-24 0,2 1 19 16,-1 0-12-16,1-2 9 15,0 0-12-15,-2 3 11 0,3-4-2 0,-1 3-28 16,0-3 29-16,0 1 0 0,0-1 3 0,1 1-30 16,-2 0 32-16,1 0-6 0,-2 1-27 0,2-1-1 15,-1 1 21-15,-1 1 4 0,1-2-25 0,-1 3 22 16,0-1-7-16,0-2 6 0,0 3 13 0,0-3-14 15,1 2 0-15,-1-1 18 0,0 2-19 16,1-6 2-16,-1 4-1 0,1-2 0 0,-2-2 3 16,1 5 1-16,1-5-27 0,1 2 24 15,-2 0-1-15,1-1 1 0,-1-1-34 0,2 1-3 16,-1 1 34-16,0-1-5 0,-1 1-28 0,2-3 26 16,0 5 4-16,1-3-24 0,-3 0 21 15,2 2-3-15,-1 0-4 0,1-2 3 0,-2 2 2 16,0-2-3-16,-2 4-6 0,2-4 8 0,1 1 1 15,-3-1 1-15,3 1-16 0,-1-1 15 0,-1-1 0 16,-2 1-3-16,3 1-26 0,-1-3 26 16,1 2 0-16,-1-1-34 0,1 2 37 0,-2-1-6 15,0 2 2-15,1-2-2 0,-1 1-2 0,1 0 0 16,0 0 24-16,-6-1-22 0,4 3 1 0,0-2-6 16,-1 1 51-16,0-2-42 0,1 3-1 0,-2-1-18 15,1-2 18-15,1 2 1 0,-3 0 0 16,3-2-13-16,-3 1 13 0,3-2 1 0,0 1 12 0,-3-2-16 15,0 3 3-15,3-3-2 16,-2 1 25-16,-1-1-24 0,-1 1 1 0,4 1-4 0,-7-2 21 16,3 1-15-16,-2-1-1 0,1 1 33 15,-2-1-31-15,-2 1 4 0,2-1 19 16,-2 1-19-16,2 0-2 0,-2 2 3 0,2-3 35 16,-2 0-35-16,2 3-1 0,-2-2 3 0,3-3 22 15,0 3-22-15,-2 0 0 0,0-3 4 0,2 4 11 16,-2-5-13-16,2 3-1 0,-2 0 24 0,1-1-22 15,0 0 4-15,-2 2 11 0,2-2-13 16,-4-1 1-16,4 3-1 0,-4-4-2 0,0 5 5 16,-1-3-2-16,0 1 0 0,-1 0-30 15,-1 1 28-15,0-1 1 0,-1 2 0 0,1-1-46 32,2-3-1-32,1 3 40 15,1-3-27-15,0 1 22 0,5-2 5 0,0 1-10 0,0-3 10 0,3 1-9 0,1-1 6 0,3 0-57 0,-1 0 25 0,2 0-5 16,2 0 31-16,-2 0-146 0,4 0 67 0,-2 0 29 15,2 0-6-15,0 0-195 0,0 0 111 0,0 0 56 16,0 0 27-16,0 0-106 0,0 0 57 16,0 0 44-16,0 0-376 0</inkml:trace>
  <inkml:trace contextRef="#ctx1" brushRef="#br0" timeOffset="51222.81">17899 2473 871 0,'-1'0'0'0,"-1"-2"0"0,0 1 0 0,2-1 0 0,-2-2 0 0,2 2 0 0,0 0 0 0,0 1 0 0,0-2 0 0,0 2 0 0,0-1 39 0,0 0-12 16,-2 0 11-16,2-1 1 0,-2 2 39 0,2 1-10 16,0-1-28-16,-1 1 28 0,1 0 1 0,0 0-30 15,0 0 11-15,0 0 24 0,0 0 0 0,0 0-34 16,0 0 0-16,0 0-7 0,0 0 17 0,1 0-11 15,3 0 1-15,2 0 55 0,-1 0-28 0,3 0 0 16,0 0 17-16,-1 0-9 16,2 0-36-16,-1 0 45 0,1 0-1 0,-1 1-43 15,-1 0 9-15,1 4-24 0,-1-3 14 0,-1 1 1 16,1 0 0-16,3 0-39 0,-3-1 11 0,2 0 27 16,1 0 1-16,0 0-48 0,-1-1 48 0,0 1-7 15,3 0 15-15,-1 0-38 0,1-2 24 0,-3 1-32 16,0 2 0-16,4-1 3 0,-3-2 28 15,0 3-34-15,-1 1 26 0,3-2-4 0,-1 2 3 0,1 0-41 16,-3-1 6-16,4 1 29 16,-1 1 3-16,1-1-45 0,-1 1 1 0,0 0 33 15,1 0 17-15,1 1-14 0,-2-2 0 0,2 1-7 16,-1 0 7-16,2 0 3 0,-4 1-3 0,2-1-25 16,-1 1 25-16,-1-1 1 0,3 1-1 0,-5 0-10 15,0 2 9-15,0-1-1 0,3-2 1 0,-5 1 42 16,2-1-42-16,-1 1 50 0,1 2-47 15,1-2 0-15,-3-3-1 0,3 4 17 0,-3-1-15 0,2-3 9 16,-2 4-8-16,4-2-12 0,-4 1 13 0,0-1 6 16,1 1-5-16,-2 3-32 15,1-5 32-15,-1 1-2 0,-1 4 1 0,1-4-42 16,0 2 40-16,-1 2-3 0,3-2-27 0,-3-2 0 16,2 1 21-16,0 2-23 0,-2-3 24 0,1 2 1 15,1-4-5-15,-1 4-4 0,2-2 4 0,-3 1 2 16,1 0 1-16,1 0 0 0,-1-1-2 0,0 1 0 15,-1 1-3-15,1-1-9 16,-1 0 12-16,-1 1 1 0,2-2-3 0,0 4 2 16,-1-2-1-16,1-2-8 0,-3 2 8 0,3-1 1 15,0 2-1-15,-2-1-9 0,1 1 7 0,-1-3 2 16,1 3-3-16,-1-1-12 0,1 3 12 0,-2-2 1 16,3-1 0-16,-3 1-11 0,3-1 9 0,-3 2 2 15,3-1-8-15,0-1 7 0,0 2-2 16,1-1 5-16,-2 0-4 0,3-1 1 0,0 0-2 0,-3 0 3 15,3 1-2-15,-3-3 0 0,2 2 1 0,0-1-18 16,-3 2 17-16,1-1 0 0,0 2 0 0,-1-1-36 16,3-1 33-16,-4 3 5 15,1-1-6-15,1 1 2 0,-1-3-3 0,1 4 49 16,1-3-47-16,0 2 1 0,0-3-1 0,1 3 33 16,0-4 1-16,-1 2-30 0,4 1 4 0,-5 0 16 15,2-1-11-15,-1 0-6 0,0 2 12 0,2-2-33 16,-5 2 28-16,1 1-34 0,0 2 30 0,-3-1-2 15,1 1 1-15,0-1 38 0,0 1-37 0,1 2-2 16,-3-2-3-16,0-1 39 16,1 2 0-16,-1-2-33 0,2 0 3 0,0 1 6 15,0 1-4-15,0-3-3 0,0 2 7 0,-1 0-19 16,1 0 23-16,0 0-8 0,0 1-36 0,0 1 1 16,-1-3 33-16,1 4 0 0,0-1-79 0,0-2 29 15,0 2 1-15,-2-1-53 0,0-2 36 0,3 2 1 16,-2-3 29-16,1-1-35 0,0 0 0 0,0 1 28 15,1-5 11-15,-1 2-24 0,2-3 13 0,0 1-25 16,-3-2 0-16,3-1 22 0,-2-1 4 16,1 1-35-16,-2-3-9 0,1 3 39 15,0-2 2-15,0 2-54 0,-2-3 24 0,2 0-4 16,-2 0 19-16,0 0-111 0,0 0 61 0,0 0 29 0,0 0 0 16,0 0-202-16,0 0 106 0,0 0 69 0,0 0 28 15,0 0-148-15,0 0 88 16,0-9 45-16</inkml:trace>
  <inkml:trace contextRef="#ctx1" brushRef="#br0" timeOffset="52391.18">19034 3668 838 0,'-2'0'0'0,"0"1"0"0,1-1 0 0,-1 3 0 0,2-3 0 0,-2 0 0 0,2 0 0 0,0 0 0 0,0 0 0 0,0 0 0 0,0 0 38 0,0 0 99 0,0 0-54 0,0 0 0 15,0 0 80-15,-2 0-63 0,2 0-31 0,-2 0 57 16,2 0-49-16,-2 0 1 0,2 0-41 0,0-3 18 15,0-3-17-15,0-3 9 16,0 0-9-16,0-1-46 0,2-1 46 0,0 0-1 16,2-2 1-16,1 0-15 0,-1 2-11 0,1-3 26 15,-1 1-28-15,1 1-1 0,-2-2 14 0,1 4-17 16,1-2-16-16,-1-2 38 0,0 3-14 0,-1 1-32 16,1-3-5-16,0 2 50 0,0-1-11 0,0-2-44 15,-1 1 42-15,3-2 3 0,-3 1-9 0,3 2-34 16,-2-1 12-16,2-1 0 0,-1 0-24 0,1 4 44 15,-1-2-9-15,-1 2 57 0,4-2-5 0,-2 1-44 16,-1-1-2-16,2 1 52 16,-1-2-21-16,0 2 3 0,2-1-19 0,-1-1 1 15,-2 0 4-15,4 2-8 0,-2-2 21 0,0-2-60 16,2 4 49-16,-1-4-6 0,0 1-40 0,-1 1-1 16,2 0 40-16,-1 0-38 0,0 0 31 0,1 1 1 0,-2-1-12 15,3 2 46-15,-1-3-2 0,-2 4-36 0,3-4 1 16,0 4 10-16,0-1-7 0,1-3-1 0,-2 0-18 15,0 3 24-15,0-2-4 16,1 0 8-16,-1 0-63 0,0 0 27 0,1 2 3 16,-1-3-30-16,0 5 1 0,0-2 36 15,0 0 8-15,0 1-21 0,0 0 16 0,1 0-12 16,1 0 10-16,-2 1 29 0,5-1 0 0,-3 0-28 16,0-1 25-16,2 2-22 0,0 0-1 0,-1-3 8 15,1 6 7-15,-2-6-5 0,-1 6-6 0,2-4-31 16,-2 3 31-16,-1 1 2 0,2-1-1 0,-1 1-21 15,-1 0 19-15,2 1-2 16,1-1 1-16,-1 2-10 0,0-1 9 0,3-2-4 16,0 1 36-16,2-2-33 0,-2 3 1 0,0-3 0 0,1 1 1 15,0 2 1-15,-2-4-1 0,1 3 4 0,-2 0-8 16,1 0 7-16,-1 0-2 0,-3 0-10 0,2 0 10 16,-1 4 0-16,-1-5 0 0,-2 4-6 0,4-1 5 15,-2 0-1-15,-2 1 1 0,2-1 46 0,-1 2 1 16,3-4-43-16,-4 5 25 0,4-3-20 15,-2 0-3-15,0 0 6 0,0 2-7 0,1-1 8 16,-1 1-5-16,-2 0-39 0,1-2 42 16,0 3 0-16,-3-2-3 0,1 3-46 0,1 0 45 15,-1-1-5-15,0 1 5 0,-1 0-7 0,3 0 4 16,-1 0-9-16,-1 0 46 0,2 0-2 0,-1 0-34 16,0 0 0-16,1 0 43 0,0 0-36 0,-3 0-6 15,1 0 29-15,-1 0-18 0,1 0-5 0,-2 0 10 16,0 0-40-16,-1 0 30 0,-1 0 9 0,0 0-5 15,2 0 10-15,-3 0-14 0,3 0 1 0,-2 0 0 16,2 0 45-16,-2 0-46 16,2 0 2-16,-2 0 32 0,1 0-31 0,-1 0 4 15,0 0 40-15,0 0-35 0,0 0-5 0,-2 0 9 16,0 0 39-16,0 0-39 0,0 0 1 0,0 0 1 16,0 0 27-16,0 0-27 0,0 0-4 0,0 0-7 15,0 0 16-15,0 0-4 0,0 0-3 16,0 0-71-16,0 0 33 0,0 0-2 0,0 0-75 0,0 0 43 15,0 0 30-15,0 0-20 16,0 0-417-16,0 0 196 0,0-2 110 0,0 2 24 16</inkml:trace>
  <inkml:trace contextRef="#ctx1" brushRef="#br0" timeOffset="65909.03">20484 963 409 0</inkml:trace>
  <inkml:trace contextRef="#ctx1" brushRef="#br0" timeOffset="66281.48">20516 933 2272 0,'2'-2'0'15,"-2"1"0"-15,1-2 0 0,-1 3 0 0,0 0 0 0,0-1 0 0,0 1 0 0,0 0 0 0,0-2 0 0,0 2 0 0,0 0 120 0,0 0-40 0,0 0 0 0,0 0 8 0,-1 0-47 16,-5 0 10-16,1 0-10 0,-4 0-35 0,-1 2 35 16,0 5 0-16,0 1 40 0,-4 3 11 0,1 0-52 15,-1 3 1-15,0 1 64 16,-4 1-32-16,0 0 0 0,1 2-22 0,-4 6 62 16,-1-2-36-16,-1 2-1 0,-1 3-35 0,-1-2 31 15,1 3 10-15,-6 4-42 0,4-4-27 0,-2 5-13 16,1-3 0-16,-1 1 0 0,3-3 0 0,-5 6 0 15,7-7 0-15,-7 5 0 0,1-2 0 0,3-1 0 16,1-4 0-16,-1 5 0 0,-1-2 0 0,3 0 0 16,0 2 0-16,-2-1 0 0,3-4 0 0,0 2 0 15,3 0 0-15,1-4 0 0,3-1 0 16,2-5 0-16,1-1 0 0,3-1 0 16,3-1 0-16,3-7 0 0,1 2 0 0,1-4 0 15,2-2 0-15,-2-1 0 0,2 0 0 0,0-2 0 16,0 0 0-16,0 0 0 0,0 0 0 0,0 0 0 15,0 0 0-15,0 0 0 0,0 0 0 0,0 0 0 0,0 0 0 16,0 0 0-16,0 0-40 0,0 0-481 0,0 0 240 16,0 0 120-16,0 0 49 15</inkml:trace>
  <inkml:trace contextRef="#ctx1" brushRef="#br0" timeOffset="66724.78">19701 1440 2334 0,'-2'-3'0'0,"2"-1"0"0,0 2 0 0,0 1 0 0,0 1 0 0,0 0 0 0,0 0 0 0,0 8 0 16,0 6 0-16,0 4 0 0,0 6 172 0,-6 1-66 0,-1 5-32 0,-3 1 109 0,0 2-77 0,-4 3-32 15,1 0-1-15,-1-1 14 0,0-3 0 0,0-1-36 0,1-2-10 16,-2-3 46-16,4-1-46 16,0-5 0-16,-1 1 0 0,1-2 101 0,0-4-56 0,1 0 1 15,3 1-69-15,-2-5-18 0,3-1 0 0,0-1 0 16,1 1 0-16,3-2 0 16,0-2 0-16,0-1 0 0,2 1 0 0,0-3 0 15,0 4 0-15,2-5 0 0,12 1 0 0,4-3 0 16,8 0 0-16,6-4 0 0,7-13 0 0,5-4 0 15,3-3 0-15,4-4 0 0,-3-1 0 0,3 4 0 16,0-3 0-16,-5 3 0 0,-4 2 0 0,-10 8 0 16,-2-3 0-16,-10 9 0 0,0 1 0 0,-11 2 0 15,1 2 0-15,-7 2 0 0,-1 1 0 16,0-2 0-16,-2 3 0 0,0 0 0 0,0 0 0 0,-4 0 0 16,-4 0 0-16,3 3-470 0,1 0 138 15,2 1 146-15,2 0-772 0,0 0 459 0,0-3 219 16</inkml:trace>
  <inkml:trace contextRef="#ctx1" brushRef="#br0" timeOffset="67301.5">20826 700 1734 0,'3'-12'0'0,"1"0"0"0,1 1 0 0,-4 0 0 0,1 1 0 0,0 0 0 0,0 3 0 0,-2-1 0 0,0 3 0 16,0 1 0-16,0 3 205 0,0-2-81 0,0 3 167 0,0 0-124 0,0 0-53 0,0 4 17 0,0 10-45 0,-2 8 0 0,-5 2-45 15,-3 6 119-15,1 2-65 0,-2 12-26 16,-1-5-1-16,3 3 132 0,-2 3-79 0,1-5-30 0,1 10 57 16,1-2-148-16,0-3 0 15,3 0 0-15,1-9 0 0,2 2 0 16,2-5 0-16,0-3 0 0,0-9 0 0,0 3 0 16,0-6 0-16,2-4 0 0,3 0 0 0,-1-5 0 0,3-2 0 15,-4-3 0 1,3 1 0-16,-3-5 0 0,4 0 0 0,4 0 0 0,-2 0 0 0,3-12 0 15,2-1 0-15,-1-4 0 0,4-4 0 16,0 3 0-16,-2-3 0 0,0-2 0 0,0 1 0 0,-2 2-647 16,4-4 272-16,-6 8 167 15,0-1 83-15,-1 2-567 0,-1 1 325 0,0-1 153 16,3 3 91-16,-1 0-227 0</inkml:trace>
  <inkml:trace contextRef="#ctx1" brushRef="#br0" timeOffset="67524.67">21123 984 2939 0,'0'0'0'0,"-2"0"0"0,0 0 0 15,-1 0 0-15,-1 0 0 0,1 0 0 0,1 0 0 0,2 0 0 0,0-1 0 0,0 1 0 0,0 0 210 0,0 0-84 0,0 5 448 16,2 4-492-16,1 2-82 0,1 5 0 0,-1 0 0 0,1 3 0 16,-1 2 0-16,1 2 0 0,0 4 0 0,-3-4 0 15,3 1 0-15,1 0 0 0,-2-3 0 16,-1 2 0-16,2-3 0 0,-1 0 0 15,-1-2 0-15,0-3 0 0,0-3 0 0,0-1 0 0,0-1 0 16,-1-4 0-16,-1-1-564 16,0-4 63-16,0-1 221 0,0 0 124 0,2 0-809 0</inkml:trace>
  <inkml:trace contextRef="#ctx1" brushRef="#br0" timeOffset="71329.88">4495 6143 2670 0,'0'0'0'0,"0"0"0"0,-2 0 0 0,2 0 0 0,0 0 0 0,0 0 0 0,0 0 0 0,0 9 0 0,0 6 0 0,0 6 0 16,0 9 201-16,0 2-82 0,0 11-40 0,0 4 0 0,2 13-41 15,0-6 161-15,-2 20-85 0,2-7-39 0,-1-1 81 16,1 0-60-16,0-4-28 0,1-10-31 0,0 5-37 16,2-4 0-16,-2-7 0 0,2-3 0 0,1-5 0 0,-1-2 0 15,1-3 0-15,2-5 0 0,-1-6 0 16,0-2 0-16,1-4 0 0,0-4 0 0,-1-3 0 15,1-3 0-15,-2-2 0 0,1-3 0 0,2-1 0 16,-4 0 0-16,2-1 0 0,0-9 0 0,1-3 0 16,0-4 0-16,-1-1 0 15,0-3 0-15,1-5 0 0,0 1-62 0,0-3-24 0,-1-4-622 16,5 0 326-16,-1-7 177 0,1 0 83 16,1-3-671-16,1-1 378 0,2-6 188 0</inkml:trace>
  <inkml:trace contextRef="#ctx1" brushRef="#br0" timeOffset="71493.63">4848 6459 3931 0,'0'-5'0'0,"0"4"0"0,0-2 0 0,0 3 0 0,0 0 0 0,0 0 0 0,0 0 0 0,0 0 0 0,5 0 0 0,5 0 0 16,4 0 0-16,2 0 0 0,1 0 0 0,0-1 0 0,2-1 0 0,2 2 0 0,-3-2 0 15,5 2 0-15,-4 0 0 0,1 0 0 0,1 0-182 16,-1 0-182-16,0 0 211 0,-6 0 90 15,4 4-1078-15,-6 3 534 0</inkml:trace>
  <inkml:trace contextRef="#ctx1" brushRef="#br0" timeOffset="71678.48">4983 6700 3931 0,'-16'11'0'0,"2"3"0"0,5-5 0 0,0-2 0 0,6-1 0 0,-2-4 0 0,5 1 0 0,0-3 0 0,3 1 0 0,9-1 0 15,3 0 0-15,11 0 0 0,-9 0 0 0,4 0 0 0,3 0 0 16,-4 0 0-16,5 0 0 0,-4 0 0 0,1 0-1704 16,-3 0 1689-16,2 0 26 0,-1 0 9 15,-1 0 16-15,-1 0-144 0,2 0-662 0,0-1 366 16,3-11-539-16</inkml:trace>
  <inkml:trace contextRef="#ctx1" brushRef="#br0" timeOffset="72048.84">5635 6229 3538 0,'6'-8'0'0,"-1"5"0"0,-1 1 0 0,-2 0 0 0,0 2 0 0,-2 0 0 0,0 0 0 0,0 0 0 0,0 4 0 0,0 9 0 0,-2 3 220 0,-5 7-96 0,-5 2-75 16,1 3-49-16,-1 2 0 0,-4 2 0 15,1 0 0-15,-2 0 0 0,0-2 0 0,1-2 0 0,-2-3 0 16,5-7 0-16,-2-1 0 0,5-2 0 0,-3-6 0 15,6 0 0-15,0-3 0 0,4-3 0 0,1-2 0 16,-1 1 0-16,3-2 0 0,0 0 0 16,0 2 0-16,3 0 0 0,5 0 0 15,5 1 0-15,6-1 0 0,4 0 0 0,2 0 0 16,1-2 0-16,5 0 0 0,4 0 0 0,-2 0 0 0,6 0 0 16,-4 0 0-16,2 0 0 0,-2 0 0 15,-2-2 0-15,-2 0 0 0,-1 2 0 16,-4-2 0-16,-3 2 0 0,2 0 0 15,-7 0 0-15,-1-1 0 0,-6 1 0 0,1 0 0 0,-5 0 0 16,-3 0 0-16,0 0 0 0,-2 0-465 16,-2 0 55-16,0 0 187 0,0 0 92 0,0-2-288 0,-7 0 193 0,-5 0 92 15,2-5 48-15</inkml:trace>
  <inkml:trace contextRef="#ctx1" brushRef="#br0" timeOffset="72251.39">5812 6244 3625 0,'-6'-8'0'0,"3"5"0"0,-4-1 0 0,4 2 0 0,1 1 0 0,0-2 0 0,1 1 0 0,1 2 0 0,0 0 0 0,0 6 0 0,0 11 306 0,1 4-306 0,1 6 0 32,2 4 0-32,-1 12 0 0,-1 2 0 0,1 6 0 0,0 3 0 0,-3 1 0 0,0-1 0 31,0 0 0-31,0 0 0 0,0-2 0 0,0-3 0 0,0-5 0 0,0 6 0 0,0-4 0 0,0 1 0 15,-3 0-826-15,-4-4 193 0,4-2 288 0</inkml:trace>
  <inkml:trace contextRef="#ctx1" brushRef="#br0" timeOffset="72874.5">6549 6028 1620 0,'-7'-14'0'0,"3"8"0"0,2 0 0 0,-1 4 0 0,1 1 0 15,0-2 0-15,0 2 0 0,0 1 0 0,2 0 0 0,-1 9 0 0,-1 10 293 0,-1 8-129 0,-1 9-63 0,-3 2-24 0,2 14 229 16,-4 10-136-16,1 2-66 0,-2 5 276 0,1 7-172 15,2 3-77-15,1 1 204 0,0-4-293 0,6-2-42 16,0-9 0-16,0-13 0 16,0 4 0-16,8-6 0 0,3-5 0 0,-2-10 0 0,5-1 0 15,-1-3 0-15,0-12 0 0,0 0 0 0,3-6 0 16,-4-3 0-16,2-5 0 0,-1-2 0 16,-1-3 0-16,0 0 0 0,-1-10 0 0,2-6 0 15,1-5 0-15,-3-1 0 0,1 2-199 0,0-8 42 16,1 3 38-16,3-5-294 0,-2 4 188 0,3-2 94 15,4-3 39-15,-1 6-739 0,0-3 397 0</inkml:trace>
  <inkml:trace contextRef="#ctx1" brushRef="#br0" timeOffset="73086.09">6997 6695 2969 0,'2'0'0'0,"-1"0"0"0,1 0 0 0,-2 0 0 0,0 0 0 0,0 0 0 0,0 0 0 0,0 0 0 0,0 4 0 16,0 3 0-16,0 5 808 0,2 3-654 0,1 1-154 0,0 5 0 15,1 1 0-15,0 4 0 16,2 3 0-16,-3-1 0 0,-1 4 0 0,1-3 0 0,-1 3 0 16,3 1 0-16,-4-1 0 0,3-2 0 0,-1-2 0 0,-2-1 0 15,1-4 0-15,-2 0 0 0,0-4 0 0,0-2 0 16,0-2 0-16,0-6 0 0,0 1 0 0,0-3-15 16,0-1-1201-16,0 0 590 15,2-3 295-15,-1 1 147 0</inkml:trace>
  <inkml:trace contextRef="#ctx1" brushRef="#br0" timeOffset="73277.37">7575 7193 3931 0,'0'0'0'0,"0"0"0"0,0 0 0 0,0 0 0 0,0 0 0 0,0 0 0 16,0 0 0-16,0 0 0 0,0 0 0 0,0 0 0 0,0 0 0 0,0 0 0 0,0 0 0 0,0 0 0 0,0 0 0 0,0 0 0 0,0 0 0 0,-1 5-623 16,-1 3 14-16</inkml:trace>
  <inkml:trace contextRef="#ctx1" brushRef="#br0" timeOffset="77736.81">5040 7707 3931 0,'-6'0'0'0,"4"0"0"0,-2 0 0 0,4 0 0 0,0 2 0 0,2 0 0 0,19 4 0 0,6-4 0 0,6 1 0 0,8-1 0 0,1-2 0 0,1 0 0 0,0 0 0 15,5 0 0-15,-8 0 0 0,7-4 0 16,-4-2 0 0,-6 1 0-16,0 0 0 0,-1 0-24 0,-4 2 42 0,-4-1-12 15,-8 2-6-15,0 0-245 0,-8 0 119 16,1 1 81-16,-7 1-882 0,-2 0 450 0,-3 0 220 0,-1 0 110 15,0 0-572-15</inkml:trace>
  <inkml:trace contextRef="#ctx1" brushRef="#br0" timeOffset="77939.86">5302 7677 3606 0,'-16'11'0'0,"2"3"0"0,3-3 0 0,3 0 0 0,1 3 0 0,6 1 0 0,-2 1 0 0,3 3 0 0,0 0 0 15,0 5 0-15,3 1 203 0,2-1-83 0,1 2-118 0,-2 3-2 0,1-2 0 16,0 4 0-16,-4-11 0 0,3 10 0 0,-3 1-265 16,1-6 59-16,0-2 121 0,-2 0 61 0,3-5-624 15,-3 0 333-15,1-9 41 0,1 0-386 0,0-5 312 0,3-4 156 16,4-2 78-16,3-16-292 16</inkml:trace>
  <inkml:trace contextRef="#ctx1" brushRef="#br0" timeOffset="78792.56">5456 7775 2548 0,'6'-12'0'0,"0"5"0"0,-1 2 0 0,-2 2 0 0,0 1 0 0,3 2 0 0,-1 0 0 0,1 7 0 0,2 5 0 0,1 9 0 0,0 5 699 15,3 12-331-15,-5-3-157 16,4 16-106-16,-1 2-105 0,-2 3 0 0,1 10 0 0,-2-3 0 16,-1-8 0-16,0 16 0 0,-1-6 0 0,1-2 0 15,-2-9 0-15,-1 6 0 0,2-7 0 0,-4 0 0 16,1-6 0-16,0 0 0 0,-2-13 0 15,0 1 0-15,0-10 0 0,0-3 0 0,0-8 0 16,0-1 0-16,0-8 0 0,-4-1-74 0,-3-4-17 16,0 0 36-16,-5-6-290 0,1-14 155 0,-3-5 76 15,-1-12 40-15,0-9-451 0,-1-14 249 0,-1-5-411 16,-1-7 326-16,2-6 162 0,-2 0-629 16,5 11 778-16,-7-9 14 0,5 20 10 0,0 0 26 0,-2 11 0 15,4 15 0-15,0 4 0 0,-1 1 0 0,3 6 145 16,2 7-109-16,1 2-36 15,2 4 583-15,4 1-319 0,0 3-146 0,-1 0-76 0,3 0 584 16,0 2-276-16,0 0 35 0,3 0-166 16,5 0-95-16,6 0-44 0,-1 0 0 0,2 4-80 15,0 1 36-15,0 3 9 0,-2 0-8 16,2 1-51-16,-7 2 25 0,-1 2 1 0,-2 0-147 0,-1 2 81 16,-2 2 45-16,-2 0 1 0,0 2-79 0,0 0 55 15,-4 0-15-15,-5 1 27 0,0 1 38 0,-3 0 0 16,3-3-59-16,0 1 27 0,-1 1 150 0,3-4-69 15,-1 0-26-15,3 0 53 16,1-3-27-16,-2 2-27 0,4-2 25 0,-1 0 101 16,1 2-53-16,0-1-39 0,-1 0 0 0,0-1 62 15,1 1-46-15,-3-1-90 0,3 0 0 0,-2-3 0 16,0 0 0-16,2-2 0 0,-2-1 0 0,3-3 0 16,1-2 0-16,-1-1 0 0,1-1 0 0,0 0 0 15,0 0 0-15,0 0 0 0,1-8 0 0,8-7 0 16,1-2-2-16,3-4-213 15,0 0 63-15,4-3 68 0,3 0 89 0,-1 0 1 16,5-2-58-16,1-2 235 0,3 3-113 0,6-6-45 16,-2 7-19-16,3 0 187 0,1 3-176 0,0 0-17 0,-4 7 0 15,5 0 0-15,-2 5 0 0,-3 0 0 0,-3 8 0 16,-5-1 0-16,-1 2 0 0,-2 0 0 0,-4 3 0 16,-4 8 0-16,-2 1 0 15,-5 4 0-15,-2-2 0 0,-2 5 0 0,-2-2 0 0,0 2 0 0,-2 0 0 16,-8-1 0-16,-1-3 0 15,-2-2 0-15,-1-1 0 16,2-2 0-16,-1-3 0 0,-3-4 0 0,2 0 0 0,0-3 0 0,1 0 0 16,-4-3 0-16,4-7 0 0,-4-5 0 0,6 0 0 15,-1 0 0-15,5 0 0 0,2 3 0 16,-1 1 0-16,4 3 0 16,0 3 0-16,2 1 0 0,0 0 0 0,0 2 0 0,0 2 0 0,10 0 0 0,6 2 0 15,5 11 0-15,0 3 0 16,3 2 0-16,5 5 0 0,-4 4 0 0,9 6 0 15,-4-5 0-15,0 2 0 0,4-4 0 0,-8-3 0 16,6 2 0-16,-2-3 0 0,-2-2 0 0,1 0 0 16,-5-4 0-16,1-1 0 0,-4-3 0 0,2-2-30 15,0 2-97-15,2-4-588 0</inkml:trace>
  <inkml:trace contextRef="#ctx1" brushRef="#br0" timeOffset="78965.2">6897 8462 3931 0,'-5'0'0'0,"3"0"0"0,2 0 0 0,-3 0 0 0,-3 0 0 0,1-1 0 0,4-2 0 0,0 3 0 0,1-1 0 0,-3 1 0 0,3-3 0 0,0 3 0 15,0-1 0-15,0 1 0 0,3 0 0 0</inkml:trace>
  <inkml:trace contextRef="#ctx1" brushRef="#br0" timeOffset="80356.33">4192 7835 2700 0,'-15'-15'0'0,"7"14"0"0,3 1 0 0,3 0 0 0,2 0 0 0,0 0 0 0,0 5 0 0,0 11 0 0,0 9 0 0,0 5 0 0,0 7 266 0,9 5-114 0,0-3 226 16,3 16-174-16,1-1-83 0,-1 8-11 16,0-2-110-16,-3 0 0 0,-2-7 0 0,2 14 0 0,1-6 0 0,-4-9 0 0,1 3 0 15,0-1 0-15,-4-8 0 0,2 4-232 16,-3-11 38-16,-1-1 107 0,2-6 60 0,-1-8-509 16,0-7 242-16,-2-6 127 0,0-3-856 15,2-8 934-15,-1 0 25 0,8-21 1 16,1-18 15-16,5-8 10 0</inkml:trace>
  <inkml:trace contextRef="#ctx1" brushRef="#br0" timeOffset="80595.48">4537 7989 3130 0,'0'-3'0'0,"0"3"0"15,0 0 0-15,-3 15 0 0,1-1 0 0,-1 1 0 0,3 2 0 0,0-2 0 0,0 0 0 0,5 2 0 0,11-4 443 0,1-1-202 16,-1-4-124-16,6-2-117 0,-3-4 0 0,2-2 0 0,-1 0 0 0,0-2 0 15,-3-7 0-15,-2-6 0 0,-4-2 0 16,-4-1-19-16,-6-2 24 0,-1-1-1 0,0-1 6 0,-4-3-10 16,-10 5 0-16,-2-3 0 0,-3 4 0 15,-2 1 0-15,1 5 0 0,-7-3 0 16,5 10 0-16,1 2 0 0,1 2 0 0,0 0 0 0,8 2 0 0,1 0 0 16,1 0 0-16,4 6-101 0,5 7-20 0,1 0 67 15,0 6-966-15,15 3 496 0,5 2 243 16</inkml:trace>
  <inkml:trace contextRef="#ctx1" brushRef="#br0" timeOffset="81104.03">7179 7714 3092 0,'-11'-1'0'0,"7"1"0"0,4 0 0 16,0 0 0-16,0 0 0 0,0 0 0 0,0 0 0 0,4 0 0 0,12 0 0 0,2 0 0 0,6 0 322 0,5-2-143 0,1-2-71 0,0-4 122 15,-1 3-230-15,4-1 0 0,-4 0 0 0,-1 3 0 0,-2-1 0 16,-3 3 0-16,-1 1-545 0,-5 0 292 0,-1 0 141 16,-9 0 74-16,2 5-865 0,-6 2 432 15,-3 4 218-15,0 3 98 0,-5-1-364 0,-12-4 241 16,-8 0 120-16</inkml:trace>
  <inkml:trace contextRef="#ctx1" brushRef="#br0" timeOffset="81363.32">7288 7728 1853 0,'-21'-6'0'0,"0"4"0"0,3 1 0 16,1 1 0-16,4 0 0 0,4 0 0 0,1 0 0 0,2 10 0 0,6 6 0 0,0 7 0 0,0 2 140 0,2 6-42 0,10 8-35 0,-3 0 381 0,2 5-203 0,-1 0-102 0,-1-1-51 15,-3-2 362-15,2 7-210 0,-5-2-102 16,-2-4-101-16,-1-1-37 0,0-7 0 0,0 5 0 0,-11-6 0 15,1-5 0-15,-1-2 0 0,2-5 0 0,0-2 0 16,3-6 0-16,0-1 0 0,3-6 0 16,1 2 0-16,2-4 0 0,0-1 0 0,0 1 0 15,10-1 0-15,5 0 0 0,4 0 0 0,3-2 0 16,2-1 0-16,-3 0 0 0,9 0 0 0,-10 0 0 16,5 0 0-16,-4-1 0 0,-1-2 0 15,-1-1 0-15,-2-2 0 0,-4 5 0 16,-2-1 0-16,3-2-48 0,-2 1-91 0,1-3-794 15,-1-4 453-15,4-4 221 0</inkml:trace>
  <inkml:trace contextRef="#ctx1" brushRef="#br0" timeOffset="81561.07">7552 8002 3720 0,'-9'0'0'0,"8"0"0"0,1 0 0 0,0 0 0 0,0 0 0 0,10 0 0 0,12 0 0 0,4 0 0 0,4-1 0 0,5-4 0 0,-3 2 211 0,2-1-211 0,2 1 0 0,-1 2 0 16,-3-1 0-16,1 2 0 0,-3 0 0 0,-3 0 0 16,-6 0 0-16,0 2 0 0,-4 3-35 0,-5 0-53 15,-2-2-717-15,-2 3 414 0,-1-4 52 0,-2 1 154 16,-2-3-492-16,-1 0 311 0,-2 0 168 0</inkml:trace>
  <inkml:trace contextRef="#ctx1" brushRef="#br0" timeOffset="81759.56">7908 7596 3147 0,'-16'-10'0'0,"0"10"0"0,-3 0 0 0,-1 0 0 0,1 14 0 0,1 8 0 0,6 8 0 0,-2 8 0 0,10 0 0 0,1 14 0 0,3-1 379 0,0 4-171 0,0 1-86 0,7-2-47 16,7 1-75-16,0-5 0 0,4-1 0 0,1-1 0 16,-1-7 0-16,1-4 0 0,-3-5 0 0,4 0 0 15,-1-4 0-15,-3-6 0 16,-3-3 0-16,2-4 0 0,0-3 0 0,-1-6-665 15,0-5 152-15,4-1 240 0,-2 0 104 0,7-7-621 16,0-12 368-16,-2-3 196 0</inkml:trace>
  <inkml:trace contextRef="#ctx1" brushRef="#br0" timeOffset="81920.02">8271 8201 2926 0,'3'-6'0'0,"-1"3"0"0,-2 1 0 0,0 2 0 0,0 0 0 0,0 3 0 0,0 8 0 0,0 5 0 0,0 0 0 0,0 4 0 16,-2 0 227-16,1 6-95 0,-1-4 493 0,-3 0-604 15,1 2-21-15,-1-1 0 0,1-1 0 0,-1-1 0 16,-2-4 0-16,-2 0 0 0,4-5-29 0,-2-2-68 16,1-3 67-16,1-2-831 0,1-2 451 0,1-3 60 15,1 0 162-15</inkml:trace>
  <inkml:trace contextRef="#ctx1" brushRef="#br0" timeOffset="82105.08">8498 7953 3416 0,'0'0'0'0,"0"0"0"0,0 0 0 0,0-2 0 0,0 2 0 0,0-1 0 0,11 1 0 16,4-3 0-16,5 3 0 0,8-1 0 0,1-2 138 0,2 2 226 0,5-1-351 0,2 0-13 0,-2 0 0 0,1 1 0 16,2-2 0-16,-7 2 0 15,-2 1-429-15,-1 0 167 0,-7 0 149 0,-2 0-299 16,-8 0 225-16,-1 0 36 0,-1 0-101 0,-3 0-515 0</inkml:trace>
  <inkml:trace contextRef="#ctx1" brushRef="#br0" timeOffset="82355.72">8839 7624 3395 0,'-17'-2'0'0,"4"2"0"16,1 0 0-16,3 0 0 0,-2 8 0 0,5 7 0 0,1 8 0 0,2 5 0 0,3 4 0 0,0 11 0 0,0-2 186 0,0 12-79 0,0-1 136 0,0 3-243 0,0-1 0 16,0 1 0-16,0-3 0 0,0-1 0 0,2-2 0 15,4-6 0-15,-1-7 0 0,2-2 0 0,0-8 0 16,4-2 0-16,-3-5 0 0,3-3 0 16,3-9 0-16,0-7-183 0,0 0 61 15,4-5-17-15,0-11-627 0,3-6 365 0,0-5 181 16,6-6 92-16,-6 4-299 0,5-10 199 0</inkml:trace>
  <inkml:trace contextRef="#ctx1" brushRef="#br0" timeOffset="82524.67">9095 8019 3478 0,'-2'-6'0'15,"0"2"0"-15,-2 2 0 0,3 1 0 0,1-1 0 0,0 0 0 0,1-2 0 0,10 2 0 0,7-1 0 0,6 0 0 0,1 2 206 0,-3 1 41 0,9 0-247 0,0 0 0 0,-1 0 0 0,2 0 0 16,-6 0 0-16,6 0 0 15,-9 1 0-15,1 4-226 0,-4-5-68 0,-2 1 166 0,-9-1-284 0,1 2 221 16,-7 1-14-16,1-3 101 0,-4 0-91 0,0 0-487 16,0-3 313-16,-7-12-212 0</inkml:trace>
  <inkml:trace contextRef="#ctx1" brushRef="#br0" timeOffset="82682.47">9356 7717 2699 0,'-14'-18'0'0,"2"7"0"0,4 5 0 0,-5 3 0 0,5 1 0 0,1 2 0 0,0 0 0 0,0 2 0 0,6 11 0 0,-1 4 0 0,2 7 636 0,0 2-300 0,0 5-140 0,0 3-132 16,0 3-64-16,0 8 0 0,-1-4 0 0,-2 2 0 16,0-3 0-16,-1 11 0 0,0-6 0 0,1-2 0 0,3 0-777 15,0-9 359-15,0 4 237 16,0-4-512-16,1-5 330 0</inkml:trace>
  <inkml:trace contextRef="#ctx1" brushRef="#br0" timeOffset="83325.82">9884 8198 2725 0,'10'-22'0'0,"1"0"-1"0,-2-5 1 0,-6-1-1 0,-1 0 1 0,-2 2 0 0,2 2 0 0,-2-7 0 0,0 3 0 0,0 2 0 0,-2 5 78 0,-5-1 189 0,0 5-107 0,-4 6-63 15,-3 3-30-15,-2 7 0 0,-5 1-30 0,-5 5-1 16,-1 18-6-16,-5 8 7 0,6 4 0 0,-1 0 50 0,6 6-25 15,7-5 9-15,1 13 4 0,5-8-75 16,6-3 0-16,2 1 0 0,0-3 0 0,2-5 0 16,10-2 0-16,-2-11 0 0,6 2 0 0,1-8 0 0,1-4 0 15,1-6 0-15,2-2 0 0,1-4 0 16,-2-14 0-16,0-7 0 0,-1-4 0 0,-1-4 0 16,1-10 0-16,-1 0 0 15,0-2 0-15,-1-6 0 0,-1-1 0 0,4-7-122 16,-4-10 34-16,1-3 26 0,1-1-69 0,-1 1 47 15,-7 16 23-15,-3 10-17 0,0 2 8 0,-6 17 33 0,-1-1 1 16,0 15 281-16,0 5-140 0,-5 4-80 16,-9 4-25-16,2 11 394 0,-2 11-394 0,5 8 0 15,-4 14 0-15,3 6 0 0,1 14 0 0,2 0 0 16,0 5 0-16,5 1 0 0,1-1 0 0,1-11 0 16,0 14 0-16,0-20 0 15,8 5 0-15,3-10 0 0,3-4 0 0,2-12 0 16,1-4 0-16,-2-10 0 0,4-4 0 0,1-7 0 0,1-6 0 15,2 0 0-15,0-19 0 0,5-11 0 0,-1-6 0 16,-1-7 0-16,4-13-211 0,-5 5-2 16,3-19 93-16,-1 1 41 0,-4-8-82 15,4-10 63-15,-4 6 31 0,-6 15-10 0,-4 7 41 0,-2 5 56 16,-3 18-29-16,-6 8 10 0,-2 5 483 0,0 7-269 16,0 8-121-16,-4 6 163 15,-10 2-257-15,2 17 0 0,-4 15 0 0,5 1 0 0,2 18 0 16,3 2 0-16,2 13 0 0,4-4 0 15,0 0 0-15,0-6 0 0,0 4 0 0,7-2 0 16,5-3 0-16,1-4 0 0,4-5 0 0,-4-8 0 16,5-3 0-16,-2-2 0 0,-1-5 0 0,-2-11 0 15,1-3 0-15,-5-6-123 0,0-2-282 0,-1-5 183 0,-2-1-628 16,-3 0 406-16,-1-5 195 0,0-13 111 16,-2-9-504-16,0-1 303 0</inkml:trace>
  <inkml:trace contextRef="#ctx1" brushRef="#br0" timeOffset="83462">10335 7886 3429 0,'-30'-14'0'0,"0"7"0"0,1 3 0 0,1 2 0 0,5 0 0 0,2 1 0 0,9 1 0 0,3 0 0 0,2 0 0 0,7 0 0 0,3 7 123 0,17 2-47 0,8-1 210 16,11-2-269-16,2 1-17 0,4-4 0 0,-5 0-100 16,17-3-91-16,-6 0 113 0,0 0 57 0,1 0-947 15,-1-7 503-15,-10-3 259 0</inkml:trace>
  <inkml:trace contextRef="#ctx1" brushRef="#br0" timeOffset="83865.39">10893 7475 3712 0,'-12'-14'0'0,"6"9"0"0,4 3 0 0,2-4 0 0,0 4 0 0,0 1 0 0,0-2 0 0,10 1 0 0,5 2 0 0,3 0 0 0,3 0 219 0,6 0-219 0,-1 5 0 15,2 0 0-15,1-1 0 0,-3 1 0 0,4 3 0 16,-3-3 0-16,-6-1 0 0,4 2 0 0,-7-2 0 0,1 1 0 0,-5 0 0 16,-3-2 0-1,-4 0 0-15,-1 1 0 0,-3-2 0 0,0 0 0 0,-1-1 0 0,0 2 0 16,-2-2 0-16,0 1 0 0,0 5 0 16,0 0 0-16,0 3 0 0,0 6 0 15,0 1 0-15,0 7 0 0,0 5 0 16,0 4 0-16,0 10 0 0,0 0 0 0,0 4 0 0,0 4 0 15,0 0 0-15,3 1 0 0,5-1 0 0,1 0 0 16,1-3 0-16,1 3 0 0,2 0 0 0,-2-8 0 16,-1-5 0-16,0 0 0 0,-1-6 0 0,-2-8 0 15,-3-2 0-15,-1-5 0 0,-1-6 0 0,-2-2 0 16,0-4 0-16,0-1 0 0,-7-4 0 0,-11 0 0 16,-2 0 0-16,-4-3 0 0,-6-4 0 0,-4-3 0 15,-5-3 0-15,-14-1 0 0,-9 0 0 16,-2 5 0-16,-7 3 0 0,-5 5 0 0,0 1-1165 15</inkml:trace>
  <inkml:trace contextRef="#ctx1" brushRef="#br0" timeOffset="84424.72">12363 7904 2021 0,'1'-9'0'0,"2"3"0"0,1 1 0 0,-1-3 0 0,3-3 0 0,-1 0 0 0,-1-1 0 0,0 1 0 0,-3-4 0 0,2 2 0 0,-1-2 227 0,-2 1-85 15,0-2-57-15,0 1 18 0,-10 1-33 0,-5 2 0 0,-6-1-32 0,-1 6 153 16,-12 4-82-16,-7 1-35 16,-2 2 169-16,-6 4-103 0,-11 14-51 0,7 3-16 15,-11 9 183-15,8 0-256 0,2 2 0 16,3 4 0-16,12-4 0 0,5 2 0 0,4-1 0 0,9 1 0 16,8-3 0-16,10 4 0 15,3-3 0-15,10-2 0 0,21 2 0 0,9-7 0 0,10-5 0 16,15-3 0-16,5-8 0 15,7-3 0-15,1-6 0 0,4 0 0 0,-4 0 0 16,-2 0 0-16,-4 0 0 0,-13 0 0 0,3-2 0 0,-8 0 0 0,-5 0 0 16,-11 0 0-16,-4 1 0 0,-12-2 0 0,-1 2 0 0,-11 1-536 15,-3 0 8-15,-5 0 245 0,-2 0 120 16</inkml:trace>
  <inkml:trace contextRef="#ctx1" brushRef="#br0" timeOffset="86564.58">13176 7436 3069 0,'-3'0'0'0,"1"0"0"0,0 0 0 0,2 0 0 0,0 0 0 0,-2 0 0 0,2 0 0 0,0 0 0 0,0 0 0 0,0 0 0 0,0 0 91 0,0 0 267 0,2 0-161 0,5 0-80 15,3 0-40-15,0 0-55 0,8 0-22 0,1 0 0 16,5-1 0-16,2-2 0 0,2 2 0 0,2-1 0 15,0 0 0-15,2 0 0 0,-2 1 0 0,2 1 0 16,-2-3 0-16,-5 3 0 0,0-1 0 16,-1 1 0-16,-6 0 0 0,-6 0-4 0,-1 0-93 0,-5 0-660 15,-3 0 365-15,-1 0 177 0,-2 0-238 16,-5 1 208-16,-10 7 105 0,-2-1 41 0</inkml:trace>
  <inkml:trace contextRef="#ctx1" brushRef="#br0" timeOffset="86897.48">13244 7418 2355 0,'-13'3'0'0,"-1"5"0"0,5-1 0 16,0-1 0-16,1 6 0 0,3-1 0 0,1 4 0 0,2 1 0 0,2 5 0 0,0 5 0 0,0 3 286 0,6 3-125 0,1 5-52 0,3 10 332 16,-3 0-202-16,-1 4-101 0,-3 3-50 0,1 2 26 15,-2 1-114-15,-2 1 0 0,0 8 0 0,0-17 0 16,-4 6 0-16,-3-5 0 0,1-9 0 0,-1 1 0 15,-3-6 0-15,3-6 0 0,1-8 0 0,1-3 0 16,1-7 0-16,0-2 0 0,2-4 0 0,0-2 0 16,2-4 0-16,0 0 0 0,0 0 0 0,0 0 0 0,2 0 0 15,11 0 0-15,2 0 0 0,4 0 0 16,4 0 0-16,3 0 0 16,0 0 0-16,0 0 0 0,1 0 0 0,-3 0 0 15,-3-2 0-15,1 2 0 0,-3-2 0 0,-1 2 0 16,0-2 0-16,-3 2 0 0,-4 0 0 0,0 0 0 15,1 0 0-15,-3 0 0 0,0-1-49 0,1 1-28 16,-2-3-437-16,3 2 243 0,0-5 117 0,0-4-746 0,2-5 431 16</inkml:trace>
  <inkml:trace contextRef="#ctx1" brushRef="#br0" timeOffset="87263.28">13877 7871 3539 0,'-8'-4'0'0,"1"0"0"0,-1 0 0 0,-2 1 0 0,-1 1 0 0,2 2 0 0,0 0 0 0,-1 3 0 0,3 12 0 0,-2 6 0 0,3 3 258 0,2 5-124 16,2 2-134-16,2 3 0 0,0 2 0 0,0-2 0 16,4 0 0-16,7-3 0 0,4-1 0 0,2-3 0 15,0-5 0-15,4-1 0 0,2-8 0 16,-7-3 0-16,7-5 0 0,-2-3 0 0,-1-2 0 0,-1 0 0 15,4-12 0-15,-7-10 0 0,-2 4 0 0,0-11 0 16,-2 3 0-16,-5-1 0 0,-3-4 0 0,0-3 0 16,-4 0 0-16,0-5 0 0,0-1 0 15,-8 1 0-15,-1 9 0 0,-6 0 0 32,2 5 0-32,-6-1 0 0,-2 10 0 0,5 6 0 0,-7 0 0 0,2 7 0 0,1 3 0 0,-1 0 0 15,0 0 0-15,4 9 0 0,2 5 0 0,4 0 0 16,0 5 0-16,3 0 0 0,1 5 0 0,3 1-449 15,4 0 104-15,0-2 153 0,0 0-630 0,0 5 397 16,5 0 195-16,7-3 96 0</inkml:trace>
  <inkml:trace contextRef="#ctx1" brushRef="#br0" timeOffset="87492.89">14301 8064 3246 0,'8'0'0'0,"-2"0"0"0,-1 0 0 0,-3 3 0 0,0 0 0 0,0 2 0 0,-1 1 0 0,-1 3 0 0,0 0 0 0,2 5 0 0,-2-1 242 15,0 3 201-15,0-1-443 32,0 4 0-32,-3 3 0 0,-6-4 0 15,-1 2 0-15,0 0 0 0,-1-4 0 0,-2-1 0 0,0 0 0 0,-2-3 0 0,2-2-178 0,-2-3-122 0,5-3 168 0,-1-2 8 0,4-2-390 16,1 0 217-16,2-2 121 0,4-15-609 15</inkml:trace>
  <inkml:trace contextRef="#ctx1" brushRef="#br0" timeOffset="87659.42">14508 7829 3931 0,'4'0'0'0,"1"0"0"0,5 0 0 0,3 0 0 0,0 0 0 0,7 0 0 0,7-2 0 0,3-4 0 0,9-3 0 0,-1 4 0 0,9-4 0 0,0 3 0 0,0-2 0 0,2 2 0 15,-4 2 0-15,-3-2 0 16,8 1 0-16,-6 1 0 0,-11 3 0 16,3-1-134-16,-8 0-216 0,-8 1 202 0,-6 1 88 0,-3 0-1021 15,-10 0 486-15</inkml:trace>
  <inkml:trace contextRef="#ctx1" brushRef="#br0" timeOffset="88002.88">14735 7915 3056 0,'-4'6'0'0,"4"0"0"0,0-2 0 0,2-3 0 0,10 2 0 0,8-2 0 0,1 1 0 0,7 0 0 0,0 4 0 0,1 1 0 0,-1 0 370 16,-2 5-167-16,-6-1-73 0,1 2-52 16,-3 2-113-16,-7 4 36 0,-4 0 0 0,-5 2 36 0,-2 3-148 15,-4 2 70-15,-15 0 39 0,-3-1 0 0,-3-1-30 16,-3-3 44-16,0-4-10 0,-2-4 35 0,2-2 114 15,-1-3-75-15,7-4-76 0,1-2 0 0,4-2 0 16,3 0 0-16,4 0 0 0,2 0 0 0,5 0 0 16,1-2 0-16,2 0 0 0,0-4 0 0,3 2 0 15,15-2 0-15,2 5 0 0,1 0 0 0,9-2 0 16,0 3 0-16,2 0 0 0,2 0 0 0,-1 3 0 16,1 2 0-16,1-2 0 0,-2 4 0 15,-1-2 0-15,0-2 0 0,-2-1 0 0,-8 0 0 16,1-2 0-16,-4 0-58 0,-6 0-19 15,-1 0-926-15,-3 0 484 0,-4 0 231 16,-1-7-581-16</inkml:trace>
  <inkml:trace contextRef="#ctx1" brushRef="#br0" timeOffset="88240.43">14419 7136 3719 0,'0'-3'0'0,"12"1"0"0,14 2 0 0,6-2 0 0,4-2 0 0,7 3 0 0,3-2 0 0,-2 3 0 0,5-3 0 0,5 3 0 0,3 0 125 0,-3 0-38 0,-1 0-87 0,-3 0 0 16,-8 0 0-16,8 0 0 0,-16 0 0 15,-2 0-124-15,-9 0-112 0,-2 0 136 16,-10 0 77-16,-4 6-790 0,-5-5 367 0,-2 5 225 0,-6 1-594 15,-10-2 389-15</inkml:trace>
  <inkml:trace contextRef="#ctx1" brushRef="#br0" timeOffset="88417.22">14748 7093 3410 0,'-7'0'0'0,"5"2"0"0,1 7 0 15,1 3 0-15,0 1 0 0,0 7 0 0,0-1 0 0,1 10 0 0,7-4 0 0,1 6 0 0,0 1 118 0,-1 1 136 0,-2 3-105 0,-1-2-149 0,-1 2-55 0,-3-3-3 16,1 1 48-16,-2-4 23 0,0-5 9 0,0-1-683 16,0-5 349-16,0-6 174 0,0-4 88 0,0-5-910 15,0-4 458-15</inkml:trace>
  <inkml:trace contextRef="#ctx1" brushRef="#br0" timeOffset="88584.66">14922 7146 3588 0,'0'-10'0'0,"0"7"0"0,0 1 0 0,0 0 0 0,0 2 0 0,0 4 0 0,0 10 0 0,0 7 0 0,0 1 0 0,0 9 0 0,0 2 343 15,3 9-343-15,-1-3 0 0,0 1 0 0,0-3 0 0,1 8 0 16,-1-3 0-16,0-7-36 0,2 3-234 16,-3-4 153-16,1-7 86 0,2 4-871 0,-2-10 430 0,1-4 244 15,0-5-688-15</inkml:trace>
  <inkml:trace contextRef="#ctx1" brushRef="#br0" timeOffset="89020.45">15214 7217 3137 0,'0'-2'-5'0,"2"2"3"0,5-2 0 0,5-2 1 0,1 1-1 0,2 1 2 0,5 0-1 0,3-2 1 0,2 3 0 0,7 1 0 0,0 0 142 15,1 0-43-15,3 0-35 0,-2 0 28 16,-3 0-53-16,-2 0-2 0,-5 3 1 0,-1 1 125 0,-3 1-67 16,-4-1-59-16,-5 0-37 0,0-3 0 0,-5 3 0 15,-2-2 0-15,-3 0 0 0,1-2 0 16,-2 0 0-16,0 0 0 0,0 0 0 16,0 0 0-16,0 0 0 0,0 2 0 0,0 3 0 15,0 3 0-15,0 5 0 0,-3 7 0 0,-1 4 0 0,-2 6 0 16,0 9 0-16,2 1 0 0,3 5 0 0,-3 4 0 15,2 1 0-15,2 5 0 0,0-1 0 0,0 0 0 0,0 0 0 16,2-10 0-16,3 11 0 0,1-8 0 16,0-4 0-16,-2-10 0 0,0-1 0 0,-1-5 0 15,-1-1 0 1,0-7 0-16,-2-2 0 0,0-6 0 0,0-1 0 0,0-6 0 16,-2 3 0-16,-7-4 0 0,-7 1 0 0,0 0 0 0,-3-2 0 15,-4-2 0-15,-2 0 0 0,-4 0 0 16,-1 0 0-16,-3 0 0 0,-2 0 0 0,-1 0 0 15,-8 0 0-15,5 1 0 0,-2 10 0 0,10-1-564 16,0 2-66-16,13 1 286 0,-3 2 158 0</inkml:trace>
  <inkml:trace contextRef="#ctx1" brushRef="#br0" timeOffset="89209.57">16167 8184 3931 0,'0'0'0'0,"7"0"0"0,10 2 0 0,-15-2 0 0,-2 0 0 0,2 0 0 0,-2 0 0 16,0 0 0-16,0 0 0 0,0 0 0 0,0 0 0 0,0 2 0 0,0-2 0 0,0 0 0 0,0 0 0 15,2 2-153-15</inkml:trace>
  <inkml:trace contextRef="#ctx1" brushRef="#br0" timeOffset="91834.02">4507 9951 2068 0,'-35'0'0'0,"2"4"0"0,4 3 0 0,1-1 0 0,3-6 0 0,3 0 0 0,2 0 0 0,3-6 0 0,6-7 0 0,-1-4 0 0,9-2 207 16,3-7-85-16,0 0-42 0,5 0 146 16,13-2-86-16,6 0-55 0,4-5-24 0,4 7 151 0,1 1-88 15,-1 11-33-15,3 1 32 0,1 3-43 0,-3 9 0 16,-1-1-13-16,-2 2 1 0,-8 5-21 0,6 16-58 15,-6 1 24-15,-6 8 0 0,-2 2 22 0,-8 11-52 16,-2-5 34-16,-4 13-17 0,0-5-19 16,-2 3 24-16,-8-1-1 0,-5-2-18 15,3-8 33-15,-6-1-14 0,-2-4-5 16,-2-2 0-16,-4-8 0 0,-2-6 0 0,-2-7 0 16,1-2 0-16,1-6 0 0,1-2 0 0,2 0 0 0,4 0 0 0,2-4 0 15,4-2 0 1,7 1 0-16,-2 0 0 0,7 1 0 0,1 1 0 0,0 2 0 15,2-2 0-15,2 1 0 0,15 2 0 0,9 0 0 16,1 0 0-16,6 0 0 0,7 0 0 0,2 5 0 0,-1 3 0 16,1 1 0-1,-2-2 0-15,-2 1 0 0,9 0 0 0,-12-5 0 0,2 3 0 16,-1-4 0-16,-6-2 0 0,-6 0 0 0,4 0-516 16,-3-8 237-16,-2-7 121 0,-4-7-687 0,2-10 404 15,-1-2 192-15</inkml:trace>
  <inkml:trace contextRef="#ctx1" brushRef="#br0" timeOffset="92091.07">5086 9483 2934 0,'0'0'0'0,"0"0"0"0,-1 14 0 0,-3 2 0 0,3 2 0 0,1 4 0 0,0 1 0 0,0-5 0 0,5 3 0 0,8 0 0 0,2-4 344 0,2-2-153 0,1-4-77 15,0-4-29-15,4-3-106 0,-3-4 30 0,2 0-1 0,-3-2 29 16,-1-11-91-16,-4-5 40 0,-1-2 26 15,-5-6 1-15,-4 2-4 0,-3 0 0 16,0 1 38-16,-5-7-10 0,-8 5-43 0,-4 3-7 16,-4 1 0-16,2 4 124 0,-1 9-48 15,-8-2-34-15,10 8-29 0,-5 2 0 0,4 0 0 0,2 0 0 16,5 12 0-16,6 0 0 0,2 3 0 0,4 4 0 16,0 3 0-16,4 1 0 0,14 0 0 0,4 1 0 15,10 2-265-15,4-1 12 0</inkml:trace>
  <inkml:trace contextRef="#ctx1" brushRef="#br0" timeOffset="94361.42">7159 9196 1965 0,'0'-17'0'0,"0"6"0"0,0 0 0 0,0 3 0 0,0 4 0 0,0 1 0 0,0 1 0 0,0 0 0 0,0 2 0 0,0 0 0 0,8 17 129 0,-2 7-51 0,2 12 0 0,0 7 96 16,-1 10-69-16,-1 7-25 0,-1 17 187 0,-1-4-114 16,-1 6-59-16,-3 0-28 0,2 0 135 0,1-12-73 15,-2 16-50-15,2-13 0 16,-1-5 60-16,-1-12-50 0,1 1-57 0,0-11-31 0,2 1 0 15,-3-8 0-15,1-4 0 0,0-9 0 16,1-4 0-16,-2-5 0 0,-1-7 0 16,0-1 0-16,0-4 0 0,0-2 0 0,0 0 0 0,-8-8 0 15,-1-7 0-15,-3-8 0 0,0 1 0 0,-4-6 0 16,0 0 0-16,-2-5 0 0,-3-4 0 16,3 7 0-16,-3-2 0 0,1 5 0 0,0 5 0 15,0 8 0-15,-2 0 0 0,3 8 0 0,-2 5 0 16,3 1 0-16,-5 6 0 15,4 12 0-15,3 8 0 0,1 5 0 0,3 0 0 0,3 3 0 16,6 2 0-16,3 0 0 0,0-3 0 0,0 1 0 16,5-2 0-16,6-4 0 0,5-2 0 15,-2-7 0-15,3 3 0 0,0-7 0 0,0-3 0 16,1-2 0-16,1-5 0 0,1-3 0 0,-2-2 0 16,3 0 0-16,0-2 0 15,-1-13-226-15,4-2-173 0,1-5 171 0,7-4 100 0,-2-5-668 16,2-1 379-16,1-3 190 0,4-7-1138 15,-4-3 1281-15</inkml:trace>
  <inkml:trace contextRef="#ctx1" brushRef="#br0" timeOffset="94600.82">7748 9218 3858 0,'0'-11'0'15,"-4"4"0"-15,0 3 0 0,-1 2 0 0,0 1 0 0,0 1 0 0,-2 7 0 0,1 14 0 0,2 5 0 0,1 8 0 0,1 13 73 0,-1 10-73 0,3 6 0 0,-3 7 0 16,3 5 0-16,0 1 0 0,0 3 0 0,0-2 0 16,0 1 0-16,0-5 0 0,0-3 0 0,4-15 0 15,7 2 0-15,3-3 0 0,0-11 0 0,2-11 0 16,2-1 0-16,1-13 0 0,4-3 0 0,-2-10 0 16,4-5 0-16,0 0 0 0,1-16 0 0,1-11 0 15,1-11 0-15,-3 0 0 0,0-6-147 16,2-5-29-16,3-9 71 0,-2 6-991 0</inkml:trace>
  <inkml:trace contextRef="#ctx1" brushRef="#br0" timeOffset="97007.3">8628 9519 3277 0,'-10'0'0'0,"3"0"0"0,0 0 0 0,4 2 0 0,1-2 0 0,-2 1 0 0,4 2 0 0,0 3 0 0,3 1 0 0,5 0 0 0,8 1 237 0,0-3-90 0,4 1 75 16,0 0-174-16,3 0-48 0,-1-1 0 0,1-1 0 15,-3 0 0-15,2 0 0 0,-1-3 0 16,2 4 0-16,-5-4-35 0,1 1 39 0,-1 0-10 0,-4 1-835 15,2 0 427-15,-2 0 126 16,-5 3-745-16</inkml:trace>
  <inkml:trace contextRef="#ctx1" brushRef="#br0" timeOffset="97169.22">8609 9964 3721 0,'-21'8'0'0,"9"5"0"0,4 0 0 0,1-4 0 16,4-3 0-16,3 0 0 0,0 0 0 0,7-1 0 0,16-1 0 0,3-2 0 0,6-2 210 0,4 0-210 0,-1 0 0 0,1-2 0 0,1 0 0 0,-2-2 0 16,-1 1 0-16,-1 1 0 0,-6 0 0 0,6 0-53 15,-4 2-61-15,-4 0-1091 0,-2 0 521 0</inkml:trace>
  <inkml:trace contextRef="#ctx1" brushRef="#br0" timeOffset="98365.98">10027 9221 1824 0,'-7'0'0'0,"6"0"0"0,-1 0 0 0,0 0 0 0,2 0 0 0,0 0 0 0,0 0 0 0,2 0 0 0,10 0 0 0,-1-3 0 0,1 2 142 16,0-1-52-16,-1 0-26 0,1 0 170 0,1 1-98 16,-4-2-39-16,3 2-34 0,0 1 186 0,-1 0-106 15,1 0-52-15,-1 0 123 0,2 0-78 16,-1 0-53-16,1 0-1 0,0 0 10 16,-2 0-26-16,3 0-1 0,0 1-5 0,2 3-60 0,2-2 0 15,1 2 0-15,6-3 0 0,-1 3 0 16,-2-2 0-16,8-2 0 0,-5 2 0 0,4-2 0 15,-1 0 0-15,2 0 0 0,-7 2 0 16,9 0 0-16,-4 0 0 0,1 2 0 0,-1-1 0 16,0 1 0-16,-1 0 0 0,5 2 0 0,-2-1 0 15,3 1 0-15,3-2 0 0,-1-3 0 0,6 2 0 16,1 0 0-16,-1 0 0 0,3-3 0 0,-3 0 0 0,3 0 0 16,-5 1 0-16,9-1 0 0,-4 0 0 0,-1 0 0 15,1 0 0 1,2 0 0-16,-4 0 0 0,6 0 0 0,0 0 0 0,-5 0 0 0,2 0 0 15,0 0 0-15,-6 0 0 0,10 0 0 16,-4 0 0-16,0 0 0 0,0 2 0 0,2-2 0 16,2 0 0-16,2 0 0 15,0 0 0-15,1 0 0 0,1 0 0 0,0 0 0 0,1 0 0 0,0-2 0 16,1 1 0-16,-1-5 0 16,-1 3 0-16,1 0 0 0,2-1 0 0,1 0 0 0,-2 3 0 0,-3-2 0 15,0 2 0-15,-6-1 0 16,10 1 0-16,-7-2 0 0,0 1 0 0,-3 0 0 0,2 1 0 0,0-3 0 15,0-1 0-15,0 2 0 16,-1-1 0-16,3-1 0 0,-6 1 0 0,-5-2 0 16,3 1 0-16,-4-1 0 0,-3 2 0 0,-5 1 0 15,-2-2 0-15,-5 4 0 0,-3-1 0 16,-1 0 0-16,-4 0 0 0,-5 0 0 0,-3 2 0 0,-1 0 0 16,-4 0-115-16,-1 0 3 15,1 0 42-15,-2 0 8 0,0 0-120 0,-5 0 61 0,-8 0 47 0,-4 0-1 16,-6 0-416-16,1 0 227 15,-8 2 113-15,-10 4-591 0</inkml:trace>
  <inkml:trace contextRef="#ctx1" brushRef="#br0" timeOffset="98895.48">10197 9230 2106 0,'-16'-9'0'0,"4"3"0"0,1 4 0 0,4 2 0 0,0 0 0 0,2 0 0 0,1 2 0 0,1 13 0 0,3 6 0 0,0 7 0 0,0 10 141 16,0 5-51-16,1 7 285 0,9 14-173 16,0-4-81-16,-3 5-42 0,0 0 168 0,-1 3-105 0,1-10-41 15,-6 15 43-15,1-7-52 16,-2-1-27-16,0 3-39 0,0-6-26 0,0-12 0 16,-7 5 0-16,-2-3 0 0,0-3 0 0,2-13 0 0,-5-1 0 15,5-10 0-15,-1-2 0 16,3-10 0-16,-2-4 0 0,2-2 0 0,-2-6 0 15,-1-1 0-15,-2-1 0 0,-1-14 0 16,-1-6 0-16,-2-2 0 0,1-6 0 0,-2-3 0 0,-3-7 0 16,0 1 0-16,-1 3 0 0,5 3 0 0,-4 2 0 15,4 9 0-15,-4 2 0 0,4 4 0 0,-2 9 0 16,2 3 0-16,1 3 0 0,-1 0 0 0,0 20 0 16,-2 5 0-16,3 7 0 0,0 0 0 0,2 6 0 15,3-2 0-15,-2-1 0 0,3 1 0 16,2-3 0-16,1 2 0 0,0-6 0 15,1-4 0-15,0 2 0 0,1-6 0 0,2-2-27 16,-2-6-672-16,1-1 330 0,-1-3 156 0,2-5-606 16,-2-2 390-16</inkml:trace>
  <inkml:trace contextRef="#ctx1" brushRef="#br0" timeOffset="99575.37">10514 9899 1486 0,'-7'-2'0'0,"0"0"0"0,1-3 0 0,-1 2 0 0,1-1 0 0,0 1 0 0,3-1 0 0,-3 2 0 0,5-1 0 0,1 0 0 0,0 0 200 0,0-1-81 0,1 0 213 0,10 1-147 16,5 1-73-16,4 0-28 0,6 0 293 0,0 2-170 16,3 0-84-16,1 2-43 0,0 8 291 0,0 1-157 15,-2 3-173-15,-1 4-41 0,-4 2 0 0,0 2 0 16,-4 3 0-16,-4 1 0 0,-3 4 0 0,-5 1 0 16,-5-2 0-16,-2 2 0 0,0-2 0 0,-9 1 0 15,-9-1 0-15,-3-3 0 0,0-3 0 0,-6-4 0 16,-1-2 0-16,-2-2 0 15,0-2 0-15,-2-3 0 0,2-4 0 0,1-2 0 16,5-2 0-16,-1-2 0 0,3 0 0 0,3 0 0 16,3 0 0-16,6 0 0 0,2 0 0 0,3-2 0 15,3 0 0-15,2-2-213 0,0-5 19 0,13-2 79 16,10-4-699-16,5-2 393 0,8-6 192 0,1 1-493 16,3-3 342-16,-3-1 171 0</inkml:trace>
  <inkml:trace contextRef="#ctx1" brushRef="#br0" timeOffset="99768.9">10914 9958 2288 0,'12'-18'0'0,"-4"1"0"0,-5 2 0 0,-1 4 0 0,-2-3 0 0,0 7 0 0,-2-1 0 0,-10 5 0 0,0 1 0 0,-1 2 0 0,-3 0 409 0,0 10-186 0,-1 6-92 0,0 3 564 16,4 5-510-16,2 2-185 0,3 5 0 0,1 1 0 0,7 4 0 16,0-3 0-16,0 1 0 0,7 0 0 0,10-4 0 15,4-4 0-15,5 0 0 0,2-5 0 16,4-4 0-16,2-2 0 15,-2-3 0-15,0-7 0 0,0-2 0 0,0-1 0 16,-4-2-411-16,-3 0 157 0,5 0 113 0,-7-5-769 0,2-5 436 16</inkml:trace>
  <inkml:trace contextRef="#ctx1" brushRef="#br0" timeOffset="100304.52">11330 9429 3071 0,'-2'-5'0'0,"0"0"0"0,1 4 0 0,-1-4 0 0,0 4 0 0,0-1 0 0,-1 2 0 0,0 0 0 0,-3 0 0 0,3 7 0 0,-5 4 293 0,1 1-133 15,-1 5-62-15,-1 0 37 0,1 2-50 16,-2 1-23-16,1 1-35 0,2-2-33 0,0 2 0 0,-3-1 0 16,2-1 24-16,1 0-404 0,0-2 197 0,-1 0 113 15,0-1 57-15,3 0-774 0,-1-1 387 0,1 0 130 16,0 0 125-16,4 0-484 0</inkml:trace>
  <inkml:trace contextRef="#ctx1" brushRef="#br0" timeOffset="100555.45">11529 9607 3107 0,'0'-1'0'0,"0"-1"0"0,0 2 0 0,-11 0 0 0,-2 0 0 0,-2 6 0 0,-5 8 0 0,4 6 0 0,-1 2 0 0,0 6 0 0,2 4 139 0,0 11 532 15,1-4-657-15,7 3-14 0,4-2 0 0,1 1 0 16,2 6 0-16,0-6 0 0,5-2 0 15,7-7 0-15,4 2 0 0,2-4 0 0,2-3 0 16,1-5 0-16,0-3 0 0,-5-6 0 0,3-2 0 16,0-5 0-16,0-4-137 0,-2-2-767 0,-2 0 433 15,0-6 218-15,0-11-515 0,-4 0 356 16,-3-4 193-16</inkml:trace>
  <inkml:trace contextRef="#ctx1" brushRef="#br0" timeOffset="100724.53">11615 9919 3024 0,'-11'-13'0'0,"-1"4"0"0,2-1 0 0,0 5 0 0,3 1 0 0,3 2 0 0,0 0 0 0,4 1 0 0,0 1 0 0,8 0 0 16,14 0 153-16,3 0-58 0,5 0 124 0,2 0-96 0,5 0-43 0,0 0 0 15,3 0-108-15,-2 0 33 0,-4 0 8 0,-3 0 24 16,-2 1-475-16,-8 1 237 16,-1 0 119-16,-7 0-686 0,-2-2 384 0,-3 2 80 0,-4-2-310 0,-4 0 289 15,0 0 144 1,0-8 63-16</inkml:trace>
  <inkml:trace contextRef="#ctx1" brushRef="#br0" timeOffset="100903.01">11902 9660 2411 0,'-12'-15'0'0,"-1"2"0"0,3 5 0 0,-3 1 0 0,-1 5 0 0,3 2 0 0,2 2 0 16,-1 13 0-16,3 6 0 0,-2 8 0 0,3 6 292 0,-1 9-127 0,3 0-64 0,-2 3 214 0,4 4-130 16,2-3-78-16,0-1 248 0,0 1-355 15,2-6 0-15,5-7 0 0,5 0 0 0,1-5 0 16,3-6 0-16,-4-5 0 15,6-2 0-15,-2-7 0 0,0-3 0 0,2-5-502 16,-1-2 159-16,-1 0 85 0,4-15 124 0,-1-2-641 16,-3-4 360-16,1-4 194 0,0-6 92 0</inkml:trace>
  <inkml:trace contextRef="#ctx1" brushRef="#br0" timeOffset="101113.23">12155 9626 2961 0,'2'-11'0'0,"1"3"0"0,1 3 0 0,0-1 0 0,1 4 0 0,3 1 0 0,1 1 0 0,2 0 0 0,3 7 0 0,2 14 0 0,4 3 220 0,-2 3-83 16,1 12 476-16,-2-2-613 0,-2 3 0 0,-4 3 0 15,-1 0 0-15,-7-2 0 0,-1 12 0 16,-2-6 0-16,-2 0 0 0,-13-1 0 0,-3 0 0 0,-2-11 0 16,-8 9 0-16,2-12 0 0,-1-8 0 15,-5-1 0-15,1-6 0 0,-3-6 0 16,0 0-687-16,-1-7 205 0,-1-4 222 0,1 0 112 15,-3 0-642-15</inkml:trace>
  <inkml:trace contextRef="#ctx1" brushRef="#br0" timeOffset="101894.29">10698 9326 1818 0,'-10'-11'0'0,"-1"7"0"0,-3 3 0 0,1 1 0 0,-4 0 0 0,-3 9 0 0,1 16 0 0,-4 13 0 0,5 5 0 0,-3 15 0 0,3 7 561 0,2 4-262 0,2 4-131 0,5 0 358 15,4-7-235-15,1 17-132 0,4-12-60 16,2-1-89-16,17-5-10 0,7-1 0 0,0-11 0 15,13 8 0-15,5-10-20 0,-1 0-42 0,4 0-825 16,3-1 462-16,3 0 240 0,2 0 4 0</inkml:trace>
  <inkml:trace contextRef="#ctx1" brushRef="#br0" timeOffset="102321.12">12568 9513 2805 0,'-8'-8'0'0,"3"3"0"0,3 4 0 0,0-1 0 0,2 0 0 16,0 2 0-16,2 0 0 0,11 5 0 0,10 16 0 0,5 3 0 0,0 9 297 0,2 2-130 0,0 7-64 15,-2 3 222-15,-2 3-149 0,-3 5-118 0,-6 0-58 16,-4 3 0-16,-6 2 0 0,-3 0 0 0,-4 2 0 15,0-3 0-15,-13-1 0 0,-8-3 0 0,-4-2 0 16,-2-7 0-16,-5-5 0 0,-2-4 0 0,-2-7 0 16,6-10 0-16,-4 0 0 0,1-9 0 0,2-3 0 15,1-6-84-15,8 0 8 0,0 0-258 16,4-14 121-16,6-6 80 0,3-13 44 0,9-10-555 0,0-7 303 16,18-15 151-16</inkml:trace>
  <inkml:trace contextRef="#ctx1" brushRef="#br0" timeOffset="102595.54">12906 9537 2712 0,'17'-6'0'0,"-2"3"0"0,0-3 0 0,0 2 0 0,2 1 0 0,-1 1 0 0,5 2 0 0,2 0 0 0,-1 0 0 0,6 8 0 0,-3 5 240 0,-4 2-102 16,-5 6-50-16,0-1-10 0,-9 3 10 0,-3 6-51 15,-4-3 1-15,0 1-45 0,-13 0 1 16,-8-1 43-16,-5-3-14 0,-5-2-10 15,-2-2 25-15,-3-2-1 0,3-2 306 0,1-2-309 0,5-4-34 16,1 2 0-16,7-4 0 0,9-1 0 0,1-5 0 16,6 4 0-16,3-3 0 0,9-2 0 0,17 0 0 15,12 0 0-15,1 0 0 0,6-2 0 0,-4-3 0 16,16 0 0-16,-6 0 0 0,1-1 0 0,-1 0 0 16,-2 3 0-16,-8 1 0 0,0 0-815 0,-1-2 302 15,-4 3 237-15,-4-1 120 16</inkml:trace>
  <inkml:trace contextRef="#ctx1" brushRef="#br0" timeOffset="103019.57">13644 9245 1582 0,'-9'-3'0'0,"1"-1"0"0,-2-1 0 0,3 4 0 0,0-3 0 0,-1 2 0 0,0 0 0 0,5 0 0 0,1 1 0 0,0 1 0 0,0 0 80 0,2 0 354 0,0 0-199 16,8 0-90-16,7-3 220 0,3 2-164 0,7-1-82 15,1-2 75-15,4 3-80 0,1-3-29 0,2 0-9 16,10 2 176-16,1-2-203 0,4 2-49 0,3 1 0 16,6-2 0-16,10 1 0 0,2 1 0 0,3-1 0 15,9 0 0-15,12 0 0 0,-8 0 0 16,25 0 0-16,-9-3 0 0,2-3 0 0,6 1 0 16,1-3 0-16,5-3 0 0,0 0 0 15,2 0 0-15,-4-2 0 0,2-1 0 0,13 2 0 16,-29 1-83-16,11 0-129 0,-6 0 88 0,-8 1-260 15,-17 7 174-15,1-3 87 0,-18 6 35 0,-7 0-442 16,-15 2 247-16,-4 0 124 0,-11 6 61 16,-9 5-534-16</inkml:trace>
  <inkml:trace contextRef="#ctx1" brushRef="#br0" timeOffset="103389.47">13651 9998 2748 0,'-9'0'0'0,"4"0"0"0,1 0 0 0,4 0 0 0,0 0 0 0,0 0 0 0,15 2 0 0,11-2 0 0,10 0 0 0,6 0 0 0,6 0 166 0,6 0-56 0,3-4 273 16,1 0-174-16,-4 1-86 0,1 1-12 16,-2 0-38-16,-12 2-65 0,8 0-291 0,-15 0 123 15,-1 0 98-15,-4 2 49 0,-9 3-568 16,-5 1 318-16,-2 0 122 0,-5-2 83 15,-4 1-51-15,-4-1-310 0,0 0 191 0,-4-2 86 0,-10-2-367 16,0 0 236-16,-2-2 118 0</inkml:trace>
  <inkml:trace contextRef="#ctx1" brushRef="#br0" timeOffset="103556.93">14110 9644 3011 0,'-15'-7'0'0,"3"7"0"0,1 0 0 0,0 0 0 15,3 12 0-15,1 5 0 0,0 7 0 0,5 6 0 0,2 2 0 0,0 9 0 0,0 1 170 0,0 3-67 0,2 1-33 0,1-4 172 0,4 13-107 16,1-9-50-16,0 2-23 0,-1-4-9 0,2 0-322 16,-1-6 158-16,0 0 70 0,-1-1-264 0,-1-6 171 0,-1-2 85 15,2-7-722-15,-2-1 385 16,0-6 78-16,1-5-339 0,1-5 306 0</inkml:trace>
  <inkml:trace contextRef="#ctx1" brushRef="#br0" timeOffset="103805.6">14857 9545 3738 0,'-13'-12'-1'0,"-1"7"1"0,-4 5 0 15,-3 0 0-15,1 0 0 0,-6 9 0 0,-1 9-1 0,1 8 1 0,0 8 0 16,6 0 0-16,2 7 195 0,5 4-195 0,3 2 0 0,7-5 0 0,3 12 0 0,0-6 0 0,5 2 0 0,11-5 0 15,0 0 0-15,3-10 0 0,8 8 0 0,-7-13 0 0,4 1 0 16,1-5 0-16,0-3 0 0,-3-9-131 16,4 1-321-16,-7-8 225 0,4-1-344 0,-3-5 266 15,-1-1 133-15,-2 0-575 0,0-7 359 0,0-10 175 16</inkml:trace>
  <inkml:trace contextRef="#ctx1" brushRef="#br0" timeOffset="103970.05">15021 9771 3922 0,'-12'-10'0'0,"5"7"0"0,0-1 0 0,-1 2 0 0,5 0 0 0,0 2 0 0,3 0 0 0,0 0 0 16,3 2 0-16,8 9 0 0,3 1 9 0,2 3-9 0,-2 2 0 0,4 4-806 0,-6-1 838 0,2 0 5 0,-3-1 1 16,3 2 9-16,-4-3-10 0,0-1-384 15,-3-2 192-15,1-3-711 0,-1-3 356 16,1-3 233-16,-3-4 100 0</inkml:trace>
  <inkml:trace contextRef="#ctx1" brushRef="#br0" timeOffset="104196.09">15406 9500 3666 0,'0'-10'0'0,"0"7"0"0,0-2 0 0,0 3 0 0,0 2 0 0,-6 0 0 0,1 2 0 16,-1 16 0-16,-2 10 0 0,2 2 0 0,-3 14 236 0,0 3-207 0,-3 5-29 0,0 12 0 0,-4-1 0 15,3-6 0-15,-6 22 0 0,1-6 0 0,-3 5 0 0,-2 0 0 16,0-1 0-16,-4 0 0 16,3-2 0-16,-1-3 0 0,4-6 0 0,6-12 0 0,3 0 0 0,5-12 0 15,2-3 0-15,1-7 0 0,2-9 0 0,2-6 0 16,0-7 0-16,0-1 0 0,0-6-556 16,0-3 253-16,0 0 132 0</inkml:trace>
  <inkml:trace contextRef="#ctx1" brushRef="#br0" timeOffset="104621.16">15791 9324 2480 0,'-14'-7'0'0,"5"5"0"16,2 0 0-16,0 0 0 0,4 2 0 0,1 0 0 0,0 0 0 0,2 0 0 0,0 0 0 0,0 8 0 0,0 8 213 0,0 1-78 0,0 3-10 0,2 7-43 16,0 2 0-16,-2 0-44 0,0 4-251 15,-4-1 135-15,-7 4 53 0,-1-1-492 16,-6-2 278-16,1-1 137 0,1 0 20 0,-2-4-324 0,2-1 123 15,4-9 122-15</inkml:trace>
  <inkml:trace contextRef="#ctx1" brushRef="#br0" timeOffset="104829.64">15839 9590 3406 0,'0'0'0'0,"0"10"0"0,0 3 0 0,-12 6 0 0,-6 0 0 0,0 5 0 0,-1 7 0 16,-4 8-2-16,5-2-1 0,1 5 1 0,4-1 214 0,4 4-87 0,2-6 70 0,5 12-195 0,2-8 0 0,0-1 0 16,11-3 0-16,1-5 0 0,7-3 0 0,1-1 0 15,1-5 0-15,2-4 0 0,-1-6 0 0,-3-8-630 16,2-1 287-16,-1-6 106 0,5 0-659 16,-6-3 429-16,1-12 214 0,-3-2 98 15</inkml:trace>
  <inkml:trace contextRef="#ctx1" brushRef="#br0" timeOffset="105155.98">16025 9890 2843 0,'-11'-17'0'16,"-1"7"0"-16,-2 3 0 0,5 1 0 0,0 2 0 0,0 2 0 0,6 2 0 0,1 0 0 0,2 0 0 0,2 0 0 0,12 0 401 0,6 0-173 0,8 0-99 0,-2 2-46 0,4 0 30 0,4 0-38 16,0 0-16-16,-2 0-220 0,-1 0 86 15,0-2 57-15,-3 0-563 0,-5 0 310 16,-2 0 154-16,-7 0 86 0,-3 0-747 0,-1 0 371 15,-6 0 184-15,-2 0 93 0,-2-2-315 0,0-8 194 16,-6-3 112-16,-4-4 51 0,-3-5-39 0,1-1 64 16,-2-1 37-16,-1-4 26 0,0-1 0 15,-2 7 0-15,-2 1 178 0,2 10-127 0,-1-1-45 0,-3 7-8 16,1 3 659-16,1 2-337 0,-1 4-78 16,4 14-113-16,1 7 527 0,4 3-300 15,3 6-164-15,2 9 367 0,2 1-261 0,4-1-130 16,0 6-47-16,0-9-121 0,0 11 0 0,7-9 0 15,4-9 0-15,1 4 0 0,2-8 0 0,-3-8 0 16,3-1-239-16,-2-4-45 0,1-7 161 0,-3-3 80 16,5-6-914-16,-1 0 454 0,0-10 224 0</inkml:trace>
  <inkml:trace contextRef="#ctx1" brushRef="#br0" timeOffset="105370.16">16373 9624 3200 0,'2'-9'0'0,"0"4"0"0,2 2 0 0,-1 2 0 0,5 1 0 0,0 0 0 16,5 7 0-16,-1 9 0 0,6 6 0 0,-2 2 0 0,1 12 220 0,-4-4-81 0,3 11-56 15,-7-1 206-15,-2 1-289 0,-4 4 0 0,-3-1 0 0,0-4 0 16,-7 10 0-16,-5-7 0 0,-6-4 0 16,-2-3 0-16,3-8 0 0,1-7 0 0,-7 0 0 15,7-7 0-15,-2-5 0 0,1-3 0 0,2-4 0 16,3-4-114-16,1 0-56 0,2 0-638 0,6-12 385 15,3-10 193-15,0-2 95 0</inkml:trace>
  <inkml:trace contextRef="#ctx1" brushRef="#br0" timeOffset="105739.72">16651 9513 3310 0,'0'-8'-3'0,"0"3"1"0,0 0 0 0,0-1 0 0,0 2 2 0,0 2-1 15,0 1 1-15,6 1 0 0,5 0 0 0,6 7 0 0,-1 14 119 0,0 6 393 0,2 10-512 0,-6 4 0 0,-1 6 0 0,-4 6 0 16,0 1 0-16,-6-1 0 0,1-1 0 0,0 3 0 16,-2-1 0-16,0-1 0 0,-10-1 0 0,-3-1 0 15,-4 2 0-15,-5-6 0 0,-2-3 0 0,-1-6 0 16,0-10 0-16,0 1 0 0,-3-7 0 16,-1-3 0-16,1-5 0 0,2-7 0 15,-1-1 0-15,8-4 0 0,-1-2-277 0,1 0-81 16,6-14 164-16,1-10 78 0,7-5-643 0,5-14 362 15,0-5 179-15</inkml:trace>
  <inkml:trace contextRef="#ctx1" brushRef="#br0" timeOffset="106038.37">16765 9352 3157 0,'5'-17'0'0,"0"1"0"0,1 4 0 0,3-3 0 0,0 4 0 0,6 1 0 0,3 3 0 0,0 3 0 0,5 2 0 0,3 2 0 0,-6 0 295 0,5 8-133 0,-4 7-63 16,-5 5 75-16,-1 3-130 0,-6 1-44 0,-3 0 0 16,-4 9 0-16,-2-3 0 0,-2 0 0 0,-15-2 0 15,-4-2 0-15,-1-3 0 0,0-2 0 0,-2-6 0 16,5-6 0-16,-1-2 0 0,-1-1 0 16,10-4 0-16,-1-2 0 0,4 0 0 15,5 0 0-15,-1 0 0 0,4 0 0 0,0 0 0 16,0 0 0-16,9 0 0 0,12 0 0 0,1 0 0 15,5 0 0-15,-3 0 0 0,8 0 0 0,-1 0 0 16,3 0 0-16,0 0 0 0,-2 0 0 16,-6 0 0-16,8 0 0 0,-8 0 0 0,3 2-638 0,-8 1 62 15</inkml:trace>
  <inkml:trace contextRef="#ctx1" brushRef="#br0" timeOffset="107039.89">17952 9647 1505 0,'-3'0'0'16,"1"0"0"-16,2 0 0 0,-2 0 0 0,0-2 0 0,2-3 0 0,-2-6 0 0,2-1 0 0,0-1 0 0,0-1 0 0,-1 2 143 0,-4 2-54 0,-1 0-26 0,-3 0 101 0,0 5-64 15,-4 4-22-15,-2 1 148 0,-8 0-94 0,0 11-48 16,-5 14-23-16,0 4 226 0,-4 8-116 16,2 5-72-16,0 5-31 0,2 2 224 0,4 0-127 15,5-2-65-15,6-6-22 0,3 1-52 0,6-3-26 16,4-3 0-16,0-9 0 0,2-2 0 0,8-6 0 15,7-3 0-15,2-10 0 0,5-2 0 0,2-4 0 16,0-1 0-16,4-20 0 0,2-9 0 0,-4-8 0 16,3-3 0-16,-3-4 0 0,-2-4 0 0,1-2 0 15,-4-3 0-15,-2-9 0 0,-3 5-13 0,-6 0-118 16,0-5 32-16,-1 2 21 0,-2-15-64 0,1 4 52 16,-2-1 27-16,1 5 0 0,-6 14-90 0,1 12 50 15,-2 10 37-15,-2 5 256 16,0 13-113-16,0 3-57 0,-6 7-29 0,-3 4 359 15,-6 12-169-15,0 21-99 0,1 9 28 16,-4 16-110-16,3 8 0 0,-2 9 0 0,-2 20 0 0,3-6 0 16,4 1 0-16,5-15 0 0,5 8 0 0,2-17 0 15,0 10 0-15,13-16 0 0,0-9 0 16,8-2 0-16,1-8 0 0,-1-11 0 16,4-5 0-16,1-10 0 0,0-10 0 15,4-5 0-15,0-5 0 0,0-14 0 0,6-17 0 16,-4-5 0-16,6-14 0 0,-6-3 0 0,-1-6 0 15,1-9-45-15,2-13-239 0,-2-3 124 0,-4-5 61 16,0-2 32-16,-1 3-1 16,-9 21-76-16,-4 16 57 0,-7 9 26 0,-3 5 372 0,-4 17-173 0,0 7-97 0,0 6-34 15,-9 7 301-15,-7 5-172 16,-4 17-71-16,-1 16-56 0,8 8-9 0,0 9 0 16,2 14 0-16,7 2 0 0,0 4 0 0,4-1 0 15,0-8 0-15,2 13 0 0,7-21 0 0,6 5 0 16,4-7 0-16,0-6 0 0,-2-7 0 0,4 0 0 15,-5-7 0-15,1-5 0 0,-4-7 0 0,1-4 0 16,-7-5 0-16,2-3 0 0,-5-3 0 0,-1-2-459 16,-2 0 2-16,-1-2 209 0,0 0 97 0,-4-6-538 15,-7-9 326-15</inkml:trace>
  <inkml:trace contextRef="#ctx1" brushRef="#br0" timeOffset="107213.83">18161 9452 3821 0,'-19'0'0'0,"4"2"0"0,5 0 0 0,3 2 0 0,3-4 0 0,4 2 0 0,6 1 0 0,22-2 0 0,17-1 0 0,13 0 0 0,4 0 110 0,10 0-110 0,6-1 0 16,3-4 0-16,4-5 0 0,13 2 0 0,-25 5 0 0,6 1 0 16,-8 2 0-16,-15 0 0 15,5 0-85-15,-9 13-9 0</inkml:trace>
  <inkml:trace contextRef="#ctx1" brushRef="#br0" timeOffset="114191.69">19924 9275 2722 0,'-17'-3'0'0,"8"3"0"15,2 0 0-15,5 0 0 0,2 0 0 0,0 0 0 0,0 0 0 0,0 0 0 0,2 0 0 0,14 0 0 0,7 0 195 0,7 0-69 0,2 0 361 0,1 0-224 0,1 0-125 0,0 0-138 16,1 0 0-16,-10 0 0 16,10 0 0-16,-10 0 0 0,-2 0 0 0,0 0 0 15,-3 0 0-15,1 0 0 0,-4 0 0 0,-4 3 0 16,-4 1 0-16,1-1 0 0,-3 3 0 0,-5 1 0 16,0 8-1384-16</inkml:trace>
  <inkml:trace contextRef="#ctx1" brushRef="#br0" timeOffset="114372.22">20056 9555 3931 0,'-17'13'0'0,"2"2"0"0,2 1 0 0,3-8 0 0,3 0 0 0,5 1 0 0,2-3 0 0,0 4 0 0,2-3 0 0,19 1 0 0,5-1 0 0,6-3 0 0,3-2 0 16,1-1 0-16,1-1 0 0,-1 0 0 0,0 0 0 15,-4 0 0-15,-5 0 0 0,5 0 0 0,-12 3 0 16,4 0 0-16,-3 0 0 0,-3 0 0 0,0 1 0 15,-2-1-1316-15,0 3 588 0</inkml:trace>
  <inkml:trace contextRef="#ctx1" brushRef="#br0" timeOffset="117918.64">21112 8917 1520 0,'-3'0'0'0,"1"0"0"0,2 0 0 0,-2 0 0 0,1 0 0 0,1 0 0 0,0 0 0 0,0 0 0 0,0-2 0 0,0 0 0 0,0 0 268 16,0 2-115-16,0-1-49 0,0 1-38 0,0 0 115 15,1 0-72-15,1 0-36 0,0 0 0 0,1 0 87 16,1 0-67-16,-3 0-27 0,1 0-1 16,2 0 24-16,-2 0-26 0,-1 0 10 0,3 0 35 15,-2 0-34-15,0 0-1 0,1 0 21 0,-1 0-28 16,0 0 9-16,1 0-38 16,-1 0 47-16,-1 0-46 0,1 0-1 0,-2 0 0 0,0 0-16 15,2 0 10-15,-2 0-31 16,2 0 0-16,-2 0 0 0,2 0 0 0,-1 0 0 0,1 0 0 0,0 0 0 15,0 0 0-15,0 0 0 0,0 0 0 0,-1 0 0 16,1 0 0-16,0 0 0 0,1 0 0 0,-1 0 0 16,-1-3 0-16,1 3 0 15,-2 0 0-15,0 0 0 0,2 0 0 0,-2 0 0 16,0 0 0-16,0 0 0 0,0 0 0 0,0 0 0 16,0 0 0-16,0 0 0 0,2 0 0 0,0 0 0 15,0 0 0-15,-1 0 0 0,1 0 0 0,0 0 0 16,0 0 0-16,0 0 0 0,-1 0 0 0,1 0 0 15,0 0 0-15,-2 0 0 0,2 0 0 16,1 0 0-16,-3 0 0 0,2 0 0 16,-1 0 0-16,1 0 0 0,0 0 0 0,0 0 0 15,0 0 0-15,-1 0 0 0,3 0 0 0,-2 0 0 16,2 0 0-16,-1 0 0 0,2 0 0 0,-2 0 0 16,1 0 0-16,0 0 0 0,-1 0 0 0,1 0 0 0,0 0 0 15,-1 0 0-15,2 0 0 0,0 0 0 16,-1 0 0-16,1 0 0 0,1 3 0 0,-1-3 0 0,4 1 0 15,-2-1 0-15,0 0 0 16,2 0 0-16,-1 0 0 0,0 0 0 0,-3 0 0 16,4 0 0-16,-2 0 0 0,0 0 0 0,-2 0 0 15,1 0 0-15,-1 2 0 0,4-2 0 0,-4 2 0 16,2-2 0-16,-1 2 0 0,4-2 0 0,-1 0 0 16,0 0 0-16,0 0 0 0,3 0 0 0,-1 0 0 15,1 0 0-15,1 0 0 0,-4 0 0 0,3 0 0 16,-3 0 0-16,2 0 0 0,-1 0 0 15,-1 0 0-15,-2 0 0 0,2 0 0 0,-1 0 0 16,0 0 0-16,1 0 0 0,-2 0 0 16,1 0 0-16,1 0 0 0,0 0 0 0,0 1 0 15,0-1 0-15,0 0 0 0,-2 2 0 0,3-2 0 16,-2 0 0-16,1 0 0 0,-1 0 0 0,-1 2 0 16,-1-2 0-16,1 0 0 0,-2 2 0 0,2-2 0 15,-2 2 0-15,1-2 0 0,-3 1 0 0,3-1 0 16,-1 2 0-16,2-2 0 0,-2 3 0 15,1-3 0-15,1 1 0 0,-2-1 0 16,2 2 0-16,0-2 0 0,-2 0 0 0,1 0 0 16,-2 0 0-16,1 0 0 0,0 0 0 0,-2 0 0 15,1 0 0-15,0 0 0 0,-3 0 0 0,3 0 0 16,-2 0 0-16,0 0 0 0,1 0 0 0,-1 0 0 16,3 0 0-16,-2 0 0 0,1 0 0 0,-2 0 0 15,1 0 0-15,1 0 0 0,0 2 0 16,-1-2 0-16,-1 0 0 0,3 0 0 0,-3 0 0 0,1 2 0 15,-1-2 0-15,0 0 0 0,0 0 0 0,-1 0 0 16,1 0 0-16,0 0 0 16,0 0 0-16,0 0 0 0,0 0 0 0,-1 0 0 15,1 0 0-15,0 0 0 0,1 0 0 0,-1 0 0 16,-2 0 0-16,1 0 0 0,1 0 0 0,0 0 0 16,0 0 0-16,0 3 0 0,1-3 0 0,-1 0 0 15,4 0 0-15,-1 0 0 0,2 0 0 0,-2 0 0 16,0 0 0-16,1 0 0 0,-1 1 0 0,4-1 0 15,-4 0 0-15,1 0 0 0,1 0 0 0,-2 0 0 16,2 1 0-16,-2-1 0 16,1 0 0-16,-1 0 0 0,2 2 0 0,0-2 0 15,-2 0 0-15,3 0 0 0,-1 0 0 0,0 0 0 16,1 0 0-16,0 0 0 0,-1 0 0 0,0 0 0 16,0 0 0-16,0 0 0 0,-2 0 0 0,1 0 0 15,1 0 0-15,-1 0 0 0,0 0 0 0,-2 0 0 16,1 0 0-16,0 0 0 0,2 0 0 0,-3 0 0 15,1 0 0-15,2 0 0 0,-1 0 0 16,-1 0 0-16,3 0 0 0,0 0 0 16,-1 0 0-16,0 0 0 0,2 0 0 0,-4 0 0 15,2 0 0-15,-1 0 0 0,2 0 0 0,-4 0 0 16,1 0 0-16,0 0 0 0,-1 0 0 0,2 0 0 16,-3 0 0-16,2 0 0 0,0 0 0 0,-1 0 0 15,1 0 0-15,1 0 0 0,-1 0 0 0,2 0 0 16,-2 0 0-16,1 0 0 0,-1 0 0 15,2 0 0-15,0-2 0 0,-4 2 0 16,3 0 0-16,-2 0 0 0,1 0 0 0,-1-1 0 16,-1 1 0-16,2 0 0 0,-1 0 0 0,-1 0 0 15,1 0 0-15,-1 0 0 0,1 0 0 0,0 0 0 16,1 0 0-16,0 0 0 0,0 0 0 0,1 0 0 16,-1 0 0-16,1 0 0 0,-1 0 0 0,0 0 0 15,0 0 0-15,1 0 0 0,-3 0 0 0,3 0 0 16,-1 0 0-16,0 0 0 0,0 0 0 0,-1 0 0 15,1 0 0-15,1 0 0 0,-1 0 0 16,2 0 0-16,-2 0 0 0,1 0 0 16,-1 0 0-16,2 0 0 0,0 0 0 0,0 0 0 15,-2 0 0-15,1 0 0 0,-1 1 0 0,4-1 0 16,-4 2 0-16,-1-2 0 0,1 2 0 16,1-2 0-16,-1 0 0 0,0 2 0 0,-2-2 0 0,1 0 0 15,0 2 0-15,-1-2 0 0,1 0 0 0,-2 0 0 16,1 2 0-16,-1-2 0 0,3 0 0 0,-3 2 0 15,1-2 0-15,-1 0 0 0,2 0 0 16,-1 0 0-16,1 0 0 0,-2 0 0 16,1 2 0-16,2-2 0 0,-1 0 0 0,-3 0 0 15,3 0 0-15,-2 0 0 0,0 0 0 0,0 0 0 16,-1 0 0-16,1 0 0 0,0 0 0 0,0 0 0 16,-2 0 0-16,2 0 0 15,-2 0 0-15,1 0 0 0,1 0 0 0,0 0 0 0,1 0 0 0,-1 0 0 16,0 0 0-16,-1 0 0 0,1 0 0 0,0 0 0 15,0 0 0-15,0 0 0 0,-1 0 0 0,1 0 0 16,0 0 0-16,-2 0 0 0,0 0 0 16,2 0 0-16,-2 0 0 0,0 0 0 15,0 0 0-15,0 0 0 0,0 0 0 0,0 0 0 16,0 0 0-16,0 0 0 0,0 0 0 0,0 0 0 16,0 0 0-16,0 0 0 0,0 0 0 0,0 0 0 15,0 0 0-15,0 0 0 0,0 0 0 0,0 0 0 16,0 0 0-16,0 0 0 0,0 0 0 0,0 0 0 15,0 0 0-15,0 0 0 0,0 0 0 0,0 0 0 16,0 0 0-16,0 0 0 16,0 0 0-16,0 0 0 0,0 0 0 0,0 0 0 15,0 0 0-15,0 0 0 0,0 0 0 0,0 0 0 16,0 0 0-16,0 0 0 0,0 0 0 0,0 0 0 16,0 0 0-16,0 0 0 0,0 0 0 0,0 0 0 15,0 0 0-15,0 0 0 0,0 0 0 0,0 0 0 16,0 0 0-16,0 0 0 0,0 0 0 0,0 0 0 15,0 0 0-15,0 0 0 16,0 0 0-16,0 0 0 0,0 0 0 0,0 0 0 16,0 0 0-16,0 0 0 0,0 0 0 0,0 0 0 0,0 0 0 15,0 0 0-15,0 0 0 0,0 0 0 16,0 0 0-16,0 0 0 0,0 0 0 0,0 0 0 16,0 0 0-16,0 0 0 0,2 0 0 0,0 0 0 15,1 0 0-15,0 0 0 0,1 0 0 16,-1 0 0-16,3 0 0 0,-1 0 0 0,-1 0 0 0,1 0 0 15,0 0 0-15,0 0 0 16,1 0 0-16,-1 0 0 0,3 0 0 0,-2 0 0 16,-1 0 0-16,3 0 0 0,-1 0 0 0,0 0 0 15,1 0 0-15,2 0 0 0,-3 0 0 0,3 0 0 16,-1 0 0-16,-2 0 0 0,2 0 0 0,1 0 0 16,0 0 0-16,-1 0 0 0,1 2 0 0,-1-2 0 15,2 0 0-15,1 0 0 0,0 1 0 0,-1-1 0 16,3 0 0-16,1 2 0 0,0-2 0 0,1 0 0 15,2 0 0-15,-2 0 0 0,3 0 0 16,2 0 0-16,-3 0 0 0,3 0 0 16,0 0 0-16,-1 0 0 0,3 0 0 0,-2 0 0 15,2 0 0-15,-1 0 0 0,1 0 0 0,-1 0 0 16,5 0 0-16,-7 0 0 0,6 0 0 0,-1 0 0 16,1 0 0-16,1 0 0 0,-2 0 0 0,5 0 0 15,2 0 0-15,1-2 0 0,1 1 0 0,0-1 0 16,-1-2 0-16,3 0 0 0,-3 0 0 15,-1 2 0-15,0 0 0 0,0-1 0 16,2 1 0-16,-2 0 0 0,0 0 0 0,1 1 0 16,2 1 0-16,-1 0 0 0,0-3 0 0,3 3 0 15,6 0 0-15,-1 0 0 0,-1-2 0 0,3 2 0 16,2-1 0-16,-7-1 0 0,14 0 0 0,-8 0 0 16,2 0 0-16,-2-1 0 0,2 1 0 0,-6 0 0 15,10 1 0-15,-4-2 0 0,4 2 0 0,-2 1 0 16,-1 0 0-16,-5 0 0 0,12 0 0 0,-6 0 0 15,0 0 0-15,-1 0 0 0,2 0 0 16,-8 0 0-16,15 0 0 0,-4 1 0 16,0 2 0-16,1-2 0 0,2-1 0 0,-1 2 0 15,-1-2 0-15,0 2 0 0,1 0 0 0,-2-2 0 16,-1 1 0-16,0-1 0 0,3 2 0 0,1 0 0 16,-2 0 0-16,-2 0 0 0,4-1 0 0,-4 1 0 15,3 2 0-15,-1-2 0 16,1 0 0-16,-1 0 0 0,1 1 0 0,1-3 0 0,10 0 0 0,-14 1 0 15,6-1 0-15,-1 0 0 16,1 0 0-16,-1 0 0 0,-4 0 0 0,2 0 0 16,0 0 0-16,-2 0 0 0,2 0 0 0,-2 0 0 15,4 0 0-15,-4 0 0 0,0 0 0 0,-4 0 0 16,3 0 0-16,-4 0 0 0,0 0 0 0,2 1 0 16,-5 1 0-16,2 2 0 0,-6-2 0 0,14 0 0 15,-8-2 0-15,1 0 0 0,-3 2 0 0,-2-2 0 16,-4 0 0-16,-1 0 0 0,-2 0 0 0,-2 0 0 15,-2 0 0-15,-4 0 0 0,-3 0 0 0,-5 0 0 16,-1 0 0-16,-5 0 0 16,-3 0 0-16,-4 0 0 0,-3 0 0 0,-2 0 0 15,-2 0-894-15,-4 0 375 0,-18 5 241 0</inkml:trace>
  <inkml:trace contextRef="#ctx1" brushRef="#br0" timeOffset="118963.13">21247 9106 1206 0,'-6'-9'0'0,"-2"1"0"0,3 2 0 0,-3-3 0 0,3 2 0 0,-2 0 0 0,0 1 0 0,2 0 0 0,-1 2 0 0,3 0 0 0,1 3 146 0,0-1-59 0,2 0-26 0,0 2 89 16,-2 0-57-16,2 0-29 0,0 0 10 0,0 9 106 15,0 3-71-15,-2 0-46 0,0 3 208 16,1 2-117-16,-1 2-50 0,-1 4-39 0,-1 3 195 0,1 0-112 15,-1 1-56-15,2-1 144 0,-1 8-105 16,-1-2-47-16,0 5-24 0,1 5 33 16,-2-1-93-16,1 0 0 0,1 10 0 0,-3-2 0 15,3 1 0-15,-1 1 0 0,2 0 0 0,1-2 0 16,-1 1 0-16,0 1 0 0,2-2 0 0,-3-2 0 16,3 2 0-16,0-8 0 0,-2 10 0 0,2-6 0 15,-2-10 0-15,2 5 0 0,-1-3 0 0,-1-8 0 16,-2 6 0-16,1-5 0 0,-1 0 0 0,-2-2 0 15,-2 1 0-15,3-9 0 0,-3 3 0 0,3-4 0 16,-2-3 0-16,0-1 0 0,4-6 0 16,-1 0 0-16,0-4 0 0,-1 1 0 15,3-4 0-15,-2-1 0 0,3-1 0 0,-4 0 0 16,-2 0 0-16,1 0 0 0,-3 0 0 0,-1-1 0 16,-1-9 0-16,-2-2 0 0,-2 0 0 0,-1-5 0 15,-2-2 0-15,-1 0 0 0,-1-4 0 0,-1 0 0 16,-2 0 0-16,3-1 0 0,-3-1 0 15,4 3 0-15,5 4 0 0,-4 0 0 16,6 4 0-16,1 1 0 0,1 5 0 0,2 1 0 16,5 4 0-16,-3-1 0 0,5 1 0 0,1 3 0 15,-2 0 0-15,2 0 0 0,0 0 0 0,0 0 0 16,-3 15 0-16,1 1 0 0,0 7 0 0,-1-1 0 16,1 6 0-16,-4 3 0 15,3 2 0-15,-1 3 0 0,-1 2 0 0,-2 5 0 0,2-4 0 0,-1-5 0 16,1 5 0-16,-1-1 0 0,0-5 0 0,0 2 0 15,3-7 0-15,-1-3 0 16,-1-3 0-16,1-4 0 0,2-3 0 0,0-5 0 16,1-3 0-16,-2-2 0 0,3-4 0 0,0-1 0 0,0 0 0 15,0 0 0-15,-2 0 0 0,0 0 0 16,0 0 0-16,1-3 0 0,-1-4 0 0,2 0 0 16,0 1 0-16,0-1 0 0,0-2 0 0,3 3 0 15,11-1 0-15</inkml:trace>
  <inkml:trace contextRef="#ctx1" brushRef="#br0" timeOffset="120948.43">21737 9408 1772 0,'-2'-9'0'0,"-1"0"0"0,-1 1 0 0,-1-2 0 0,2 4 0 0,-3-2 0 0,1 0 0 0,-1 2 0 0,-2 2 0 0,-1 3 0 0,-2-1 86 0,-1 2 174 0,-2 0-111 0,-4 11-46 16,-4 10 191-16,-4 5-128 0,1 7-64 0,-1 4-32 16,-1 8 125-16,4 3-69 15,-4 5-49-15,3 7 0 0,5-9 219 0,2 3-138 0,4 3-158 0,3-1 0 16,5 0 0-16,5-3 0 15,0-2 0-15,0-4 0 0,9-4 0 16,2-9 0-16,8 0 0 0,2-2 0 0,-1-6 0 16,3-2 0-16,0-3 0 0,-2-6 0 0,-1 0 0 15,3-4 0-15,-2-4-79 0,-3-1-144 0,-1-4 104 0,-1-2-44 16,0 0-465-16,-1 0 295 0,2 0 148 0,-3-8-509 16,4-1 327-16</inkml:trace>
  <inkml:trace contextRef="#ctx1" brushRef="#br0" timeOffset="121970.87">21849 9662 2055 0,'-9'0'0'0,"2"0"0"0,-1 0 0 0,-2 0 0 0,-1-5 0 16,4 1 0-16,0 0 0 0,0 0 0 0,6 1 0 0,-1 1 0 0,2-2 130 0,0 0-46 0,2 1 0 0,13-2 95 0,7 2-71 0,-1 1 57 16,7 0-69-16,0 0-29 0,1 2 0 15,1 0 5-15,-2 0 0 0,-5 0-25 0,4 9-9 16,-6 1-36-16,-2 3 0 0,-4 2 36 0,-3 2-59 16,-7 2 38-16,-3 1-9 0,-2 5 30 0,0 1 44 15,-12 0 0-15,-6 1-45 0,-3-1-2 0,-4 0 139 16,0-3-67-16,-2-2-41 0,1-5-66 15,1-3 0-15,4-5 0 0,1-1 0 16,3-2 0-16,8-2 0 0,0-1 0 16,2-2 0-16,4 0 0 0,1 0 0 0,2 0 0 0,0 0 0 15,0 0 0-15,12 0 0 0,4 0 0 0,7 0 0 0,0 0 0 16,0 0 0-16,4 2 0 0,-4 5 0 0,7 4 0 16,-6 3 0-16,-4 1 0 0,1 1 0 15,-3 4 0-15,-9-2 0 0,0 3 0 0,-4 1 0 16,-3-1 0-16,-2 1 0 0,0-2 0 0,-13 0 0 0,-6 1 0 15,-1-6 0 1,-4-2 0-16,-3-5 0 0,-1 1 0 0,3-3 0 16,-5-4 0-16,2-2 0 0,4 0 0 0,0 0 0 15,3-1 0-15,1-5 0 0,1-4 0 0,3 0 0 16,3-1 0-16,2-2 0 0,5 3 0 16,1-1 0-16,3 1 0 0,2 1-350 0,0-1-53 0,7 3 182 15,9 1-719-15,3 1 442 16,1 1 235-16</inkml:trace>
  <inkml:trace contextRef="#ctx1" brushRef="#br0" timeOffset="122681">22646 9885 1800 0,'0'-2'0'0,"0"1"0"0,0-1 0 0,0 0 0 0,0-2 0 0,1 1 0 0,1-3 0 0,1-2 0 0,-1 3 0 0,0-3 0 0,-1-1 266 16,1-1-118-16,0 1-55 0,0 1 57 0,0-3-56 0,-2 2-28 0,0-4 50 15,0 1-44-15,0-1 1 0,0 6-36 16,0-6 1-16,-2 0 25 0,-4 2 8 16,3-5-33-16,-5 4 0 0,2-4 41 0,-1 3-41 0,-2 0 0 0,-1 3 47 15,-1 1-9-15,-3 2-38 16,3 1 87-16,-3 4-43 0,-2 0-1 0,0 2 45 15,-2 0-126-15,-3 10 0 0,3 4 0 16,-1 6 0-16,1 2 0 0,-1 4 0 0,1 2 0 16,2 2 0-16,0 2 0 0,4 4 0 0,1 0 0 0,1 0 0 15,2 0 0-15,5 2 0 16,3-4 0-16,0 0 0 0,0-4 0 0,0-4 0 16,2-1 0-16,5-5 0 0,5-3 0 0,-1-2 0 15,1-4 0-15,2-1 0 0,1-7 0 0,0 0 0 16,2-3 0-16,0 0 0 0,4-6 0 0,-3-7 0 15,3-8 0-15,-3 2 0 0,0-3 0 0,-1-1 0 16,-1-2 0-16,-3 8 0 0,-1-6 0 0,-3 2 0 16,0 2 0-16,-4 4 0 0,-2 5 0 15,-1 1 0-15,0 3 0 0,0 1 0 0,-2 3 0 0,0 0 0 16,0 2 0-16,0 0 0 0,0 0 0 0,0 6 0 16,-6 9 0-16,-2 4 0 0,5-1 0 0,-1 5 0 31,2-1 0-31,2 3 0 0,0-2 0 0,0 0 0 0,0-2 0 15,4-2 0-15,6-2 0 0,-1 0 0 0,0-5 0 16,3 1 0-16,-1-2 0 0,-2-4 0 16,6 1 0-16,-4-2 0 0,3-5 0 0,-1 3 0 0,-1-4 0 15,4 0 0-15,0 0-77 0,2 0-373 0,1 0 206 0,-1 0-901 16,5-1 544-16</inkml:trace>
  <inkml:trace contextRef="#ctx1" brushRef="#br0" timeOffset="123793.06">23274 9786 1266 0,'0'0'0'0,"0"-4"0"0,0-2 0 0,0 1 0 0,0-3 0 0,0 1 0 0,0-3 0 0,0-3 0 0,0 2 0 0,0-1 0 0,1-3 37 0,-1 2 29 16,2 2-19-16,-2-3-9 0,0 2 0 0,0 1 31 16,0-1 0-16,-3 3-32 0,-6 2 66 0,-2-3-37 15,-1 4 0-15,-4 3-29 0,2 1 102 16,-6 2-50-16,-2 0-17 0,-2 2 75 0,-1 10-54 15,-1 4-28-15,-1 3 0 0,1 4 85 0,0 2-46 16,-3 10-38-16,6-2 0 0,0 1 21 0,4 4-24 16,4 1 0-16,3-5 133 0,3 3-84 15,4 1-37-15,3-4 0 0,2-2 122 0,0-5-129 0,0-4-68 16,7-1 0-16,9-2 0 0,0-5 0 0,5-2 0 16,2-6 0-16,1-5 0 0,4-2 0 0,2 0 0 15,0-9 0-15,0-8 0 16,-2-5 0-16,-1-3 0 0,-1-4 0 15,-3 2-36-15,-3-3-215 0,-1 0 96 0,-6-1 63 16,-1 4-7-16,-7 4 61 0,1 2 0 0,-5 4 0 0,-1 6 1 16,0 0 212-16,0 5-102 0,0 2-55 0,-7 3-28 15,-5 1 206-15,3 5-84 0,0 10-22 0,-3 8 40 16,5-1-130-16,1 4 0 0,3 1 0 16,3 1 0-16,0-4 0 0,0 7 0 15,5-7 0-15,9-4 0 0,-1-3 0 0,4-2 0 0,1-3 0 16,1-5 0-16,1-3 0 0,0-4 0 15,-3 0 0-15,-1-1 0 0,2-14 0 0,-6 0 0 16,2-5 0-16,-5-2 0 0,-2-1 0 0,-1-1 0 16,-4-1 0-16,0-3 0 0,-2 0 0 0,0-2 0 15,0 0 0-15,0 0 0 0,-8 2 0 0,-3-1 0 16,1 11 0-16,-4-1 0 0,-2 2 0 16,2 6 0-16,-4 6 0 0,2 0 0 0,-1 4 0 15,-1 1 0-15,4 0 0 0,1 6 0 16,2 3 0-16,-1 2 0 0,7 2 0 0,-1 2 0 15,4-2 0-15,2 4 0 0,0-4 0 0,0 2-241 16,10 1 80-16,7-5 63 0,5 0-550 0,2-5 306 16,6-2 142-16,2-4-470 0,4 0 315 15,-2 0 159-15,4-3 80 0,-1-4-174 0</inkml:trace>
  <inkml:trace contextRef="#ctx1" brushRef="#br0" timeOffset="124064.47">23743 9745 2385 0,'11'-13'0'0,"-3"3"0"0,-4 1 0 0,-3-1 0 0,-1 2 0 0,0 3 0 0,-1 0 0 0,-11 1 0 0,1 2 0 0,-2 2 0 0,-1 0 213 16,-2 0-92-16,1 6 481 0,-3 4-281 0,4 5-142 0,0 1-69 16,3 3-110-16,0 1 0 0,6 1 0 0,1 0 0 15,4 0 0-15,0 1 0 0,4 1 0 0,8-6 0 16,6 3 0-16,0-4 0 0,3 0 0 0,-7-3 0 16,6 0 0-16,-3 0 0 0,-4-2 0 0,-2 1 0 15,-3-1 0-15,-3-1 0 16,-3 1 0-16,0-1 0 0,-2 1 0 0,0-2 0 15,-7 3 0-15,-7-2 0 0,-1 0 0 0,-4-1 0 16,1 1 0-16,-3-3 0 0,2 1 0 0,-2-5 0 16,3 1 0-16,-1-3 0 0,0-1 0 0,4 0 0 15,0 0 0-15,0-8 0 0,4-13-564 0,4-5 156 16,3-13 185-16,4-5-651 0,0-7 419 0</inkml:trace>
  <inkml:trace contextRef="#ctx1" brushRef="#br0" timeOffset="124360.88">23672 9397 2666 0,'11'-21'0'0,"0"6"0"0,1 2 0 0,-2 0 0 0,4 2 0 0,1 2 0 0,-1 1 0 0,5 2 0 0,1 5 0 0,0-2 0 0,1 3 515 0,-1 0-230 0,-1 0-128 16,-4 10-60-16,0 1-7 0,-3 3-27 0,-3 2-5 0,-2 2-58 16,-5 0 0-16,-2 3 0 15,0 2 0-15,-6-1 0 0,-8-4 0 0,0-3 0 16,-2 1 0-16,-3-2 0 0,-1-5 0 0,2 0 0 15,1-3 0-15,6-3 0 0,0 0 0 0,3-3 0 16,2 2 0-16,5-2 0 0,-1 0 0 0,2 0 0 16,0 0 0-16,0 0 0 0,3 0 0 0,13 0 0 15,-2 0 0-15,4 0 0 0,-2 0 0 0,5 0 0 16,-3 0 0-16,3 0 0 0,0 3 0 0,-3 0 0 16,3-1 0-16,0-2 0 0,-1 2 0 15,1-2 0-15,-1 2 0 0,0-2 0 16,1 1-878-16,0-1 343 0,-1 3 248 0,-2-1 125 15</inkml:trace>
  <inkml:trace contextRef="#ctx1" brushRef="#br0" timeOffset="124631.19">24076 9720 3280 0,'-18'12'0'0,"4"-1"0"0,5-6 0 0,4-1 0 0,3 2 0 0,2-3 0 0,6 1 0 0,16-2 0 0,5 0 0 0,6-2 0 0,8 2 510 0,1-2-369 15,-6 0-141-15,10 0 0 0,-9 0 0 0,0 0 0 0,-1 0 0 16,-4 0 0-16,-8 0-101 0,1 0 32 16,-7 0 53-16,-2 0-284 0,-5 0 168 0,-4 0 86 15,-2 0-806-15,-2 0 413 0,-1 0 200 16,-2 0 101-16,0-2-395 0,-2-6 247 47</inkml:trace>
  <inkml:trace contextRef="#ctx1" brushRef="#br0" timeOffset="124805.66">24393 9413 2404 0,'-4'-10'0'0,"0"2"0"16,1 1 0-16,-1 1 0 0,1 3 0 0,3 0 0 0,-2 2 0 0,1-2 0 0,1 3 0 0,0 10 0 0,-2 8 510 0,-2 7-236 0,-1 7-118 0,-4 6 174 0,3 12-150 15,-4-1-103-15,3 6-77 0,-4 9 0 0,3-6 0 0,2-5 0 0,3 6 0 0,3-2 0 0,0-5 0 0,0-1 0 0,1-9 0 0,7-1 0 16,5-6 0-16,0-7 0 0,1-7 0 0,0-2 0 0,2-5 0 16,-2-9 0-16,2-3 0 0,-1-2 0 0,0 0 0 15,0-10 0-15,-4-5 0 0,2-7 0 0,-2-2 0 0,-1-1-341 0,-1-3-203 16,0-2 253-16</inkml:trace>
  <inkml:trace contextRef="#ctx1" brushRef="#br0" timeOffset="126845.4">25107 9549 1668 0,'0'-12'0'0,"-1"-4"0"0,-2 0 0 0,-1 0 0 0,-2 3 0 0,-1 0 0 0,-2 2 0 0,1 1 0 0,-3 3 0 0,-3 4 0 0,-2 0 67 0,-1 3 197 15,-4 0-113-15,-4 11-57 0,1 11 240 0,-4 6-139 16,-2 13-84-16,2 0-36 0,0 8 277 0,5 2-157 15,3 5-79-15,4-3-30 0,7-1 117 0,4-2-183 16,5-1-20-16,0-2 0 0,1-1 0 0,12-11 0 16,8 5 0-16,0-11 0 0,1 0 0 0,3-3 0 15,3-5 0-15,-4-2 0 0,2-6 0 0,-5-2 0 16,2-4-348-16,-4-1 42 0,0-4 77 16,-1-2 104-16,-3 0-507 0,0 0 297 15,0 0 149-15,-2-2 75 0,-2-7-230 0,3 0 156 16</inkml:trace>
  <inkml:trace contextRef="#ctx1" brushRef="#br0" timeOffset="127290.43">25009 9797 2720 0,'-15'0'0'0,"1"4"0"0,2 0 0 0,2-2 0 0,2-1 0 0,3 2 0 0,1-3 0 0,2 1 0 0,2 1 0 0,0 3 0 0,11 0 596 0,9-4-284 0,4 3-137 16,-1-2-47-16,4-2-128 0,0 0 0 0,-3 0 0 15,6 0 0-15,-3 0 0 0,-1 0 0 0,-6 0 0 16,2 0 0-16,-2 0 0 0,-2 0 0 0,-2 0 0 16,-3 0-396-16,-4 0 2 0,3 0 200 0,-3 0-772 15,-2 0 469-15</inkml:trace>
  <inkml:trace contextRef="#ctx1" brushRef="#br0" timeOffset="127619.06">25699 9660 3069 0,'0'-9'0'0,"-9"3"0"0,-5-2 0 0,-5 1 0 0,-3 1 0 0,3 4 0 0,-10 1 0 0,7 1 0 16,-3 0 0-16,1 3 0 0,0 9 211 0,6 1-78 0,0 4 341 0,4-2-430 0,5 4-44 15,6-1 0-15,3 3 0 0,0 0 0 0,7 3 0 16,8-3 0-16,6 2 0 0,3-3 0 0,1-1 0 15,-2 1 0-15,2-2 0 0,-2-2 0 0,-6-1 0 16,-2 2 0-16,-5-2 0 0,-1 2 0 0,-7 0 0 16,-2 0 0-16,0 0 0 0,-12 0 0 0,-6-1 0 15,-1 0 0-15,-10-1 0 0,1 0 0 0,0-4 0 16,-1 0 0-16,2-4 0 0,4 1 0 16,0-4 0-16,4-2 0 0,7 1 0 15,1-3 0-15,3 0 0 0,4 0-267 0,4 0 58 16,0-5 90-16,12-14-830 0,10-1 456 0,4-5 218 15,2 1-493-15,-2-4 365 0</inkml:trace>
  <inkml:trace contextRef="#ctx1" brushRef="#br0" timeOffset="128248.05">25683 9882 2270 0,'19'-14'0'0,"1"6"0"0,-6 2 0 0,-1 2 0 0,-2 2 0 16,-3 2 0-16,-4 0 0 0,-3 2 0 0,1 9 0 0,-2 4 0 0,0 4 614 0,0 1-288 0,0 1-144 0,-2 1 1 15,-1 3-63-15,-3-2-47 0,2-3 1 16,2 0-36-16,-1-4-417 0,3-3 209 0,0-3 112 15,0-3-268-15,0-3 181 0,0-4 92 0,0 0-658 16,0-3 348-16,0-15 98 0,5-8 118 0,1-4-155 16,3-11 132-16,-2-3 66 0,1-5-73 0,0-5 60 15,2-1 45-15,2 3 0 0,0 0 91 0,-1 9-28 0,-1 8 0 16,2 2 408-16,-4 9-213 0,1 5-112 0,-5 9-56 16,2 5-27-16,-1 5 322 15,-1 2-97-15,-2 21 384 0,0 6-281 0,-2 14-141 16,0 1-70-16,0 2 267 0,0 4-159 0,-4 0-94 15,1 0-43-15,-1-1 56 0,2-4-49 16,2-7-24-16,0-2 9 0,0-2-146 0,0-14 56 0,0-3 28 16,0-6 0-16,2-5-103 0,2-6 75 0,6 0 23 15,3-14-183-15,1-6 108 0,1-6 2 16,-2-2-51-16,2 1 25 0,0 1 42 16,-2-3 80-16,-3 13-25 0,1-5-22 15,-6 12-11-15,-1 0-27 0,0 3 390 0,-3 4-162 0,4 2-88 16,-3 4-16-16,-2 16 92 0,0 6-25 0,0 6-89 15,0 2-44-15,0 2 0 16,0-2 0-16,0-1 0 0,1-7 0 0,7 6 0 0,3-14 0 0,2 3 0 16,4-8 0-16,2-8 0 0,5-5 0 0,-4 0 0 15,5-5 0-15,-2-11 0 0,-1-6-307 16,3-4 84-16,-1-12 98 0,-3 1 44 0,0-9-47 16,-1-3 45-16,3-10 1 0,-4 10-17 0,0-2 35 0,-1 2 1 15,-7 12 26-15,-1-1 230 16,-4 12-115-16,-3 3-67 0,-1 10-19 0,-2 2 466 15,0 5-239-15,0 4-75 0,-2 2-73 0,-5 8 55 16,-3 16-126-16,5 5 0 0,-3 10 0 0,5 0 0 16,-1 4 0-16,4-1 0 0,0 13 0 0,0-9 0 15,0-1 0-15,0-1 0 0,2-6 0 16,5-2 0-16,2-3 0 0,1-8 0 0,-2-4 0 16,1-3 0-16,-2-4 0 0,-1-6 0 0,0-1-207 15,-3-3-3 1,1-2-523-16,-3-2 347 0,2 0 175 0,-3 0 77 0,0-6-208 0,0-8 152 15,0-1 76-15,-4-10-464 0</inkml:trace>
  <inkml:trace contextRef="#ctx1" brushRef="#br0" timeOffset="128394.45">26305 9852 2497 0,'-30'-15'0'0,"-2"7"0"0,2 4 0 0,0 3 0 0,5-1 0 0,3-1 0 0,7 3 0 0,5 0 0 0,3 0 0 0,7 0 0 0,0 0 217 0,6 6 330 0,16 0-255 0,6 0-127 16,4 1-64-16,6-3 11 0,7 2-112 0,-2-3 0 15,2 0-143-15,-2-3-43 0,-7 1 112 0,3-1 64 16,-4 0-768-16,-2 0 407 0,-3 2 205 0,-7-2-21 16</inkml:trace>
  <inkml:trace contextRef="#ctx1" brushRef="#br0" timeOffset="128625.58">26716 9572 3397 0,'2'-8'0'0,"2"5"0"0,0-1 0 0,1 2 0 0,2 0 0 0,5 2 0 0,-1 0 0 0,4 13 0 0,0 6 0 0,0 6 0 0,0 2 150 0,-2 5 234 0,-1 5-384 15,-5 0 0-15,1 1 0 0,-8 0 0 0,0 6 0 16,0-2 0-16,-7 0 0 0,-6 1 0 16,-5-3 0-16,1-4 0 0,-5 5 0 15,3-11 0-15,-5 0 0 0,2-4 0 0,0-5 0 16,3-6 0-16,-1-1 0 0,3-5-441 0,2-4-104 0,3-4 253 15,2-1 127-15</inkml:trace>
  <inkml:trace contextRef="#ctx1" brushRef="#br0" timeOffset="128998.23">26966 9428 3746 0,'0'-7'0'0,"0"4"0"0,0 2 0 0,0-4 0 0,1 3 0 0,9 2 0 0,3 0 0 0,6 2 0 0,2 14 0 0,-1 3 0 0,7 8 185 0,-8 4-185 0,5 12 0 0,-6-1 0 16,1 4 0-16,-2 4 0 16,-5 3 0-16,-4 0 0 0,-3 1 0 0,-2 1 0 0,-3 2 0 0,-3 8 0 15,-10-6 0-15,-4-8 0 0,-6 5 0 16,-1-5 0-16,-4-2 0 0,-2-6 0 16,-4-5 0-16,1-10 0 0,-8 4 0 0,4-11 0 15,0-3 0-15,-1-5 0 0,4-5 0 0,-5-4 0 16,6-2 0-16,3-2 0 0,6-2-119 0,6-12-307 15,2-8 194-15,9-10-726 0,7-9 465 0</inkml:trace>
  <inkml:trace contextRef="#ctx1" brushRef="#br0" timeOffset="129306.9">27152 9254 3770 0,'0'-21'0'0,"2"9"0"0,11-3 0 0,4-4 0 0,1 4 0 0,4 3 0 0,6 3 0 0,2 1 0 0,0 7 0 0,9-1 0 0,-4 2 113 0,-2 3-65 16,0 12-48-16,-6 4 0 15,-4 6 0-15,-6 3 0 0,-10 4 0 0,-6 1 0 0,-1 7 0 16,-18-3 0-16,-7 1 0 0,-7-4 0 16,-4-6 0-16,4-7 0 0,-5-1 0 0,2-4 0 15,5-5 0-15,5-6 0 0,2-1 0 0,10-2 0 16,3-2 0-16,3 0 0 0,2 0 0 0,5 0 0 15,5 0 0-15,22 0 0 0,10 0 0 0,2-2 0 16,5 2 0-16,3-1 0 0,3 1 0 0,3 0 0 16,0 0 0-16,-3 0 0 0,3 0 0 15,-5 0 0-15,3 3 0 0,0 3 0 16,-4 0 0-16,-3 1 0 0,-12 1 0 0</inkml:trace>
  <inkml:trace contextRef="#ctx1" brushRef="#br0" timeOffset="130306.65">28147 9005 1259 0,'-9'0'0'0,"-2"0"0"0,3 0 0 0,-1 0 0 0,2 0 0 0,-2 0 0 0,4 0 0 0,0 0 0 0,3 0 0 0,0 0 0 0,0 0 109 16,2 0 99-16,0 0-85 0,0 0-44 15,0 0 10-15,0 0 205 0,0 0-129 0,0 0-64 0,0 0-32 16,0 0 243-16,2 0-129 16,7 0-77-16,2 0 253 0,1 0-161 0,1 0-81 15,2 0-40-15,2 0 6 0,3 0-83 0,1 0 0 16,5 0 0-16,-2 0 0 0,5 0 0 0,-6 0 0 15,12 0 0-15,-3 2 0 0,3-1 0 0,6 3 0 16,1-2 0-16,-4 2 0 0,9-3 0 0,-2 1 0 16,0 1 0-16,2 0 0 15,2-1 0-15,-2 0 0 0,5 0 0 0,-1 0 0 0,3 0 0 0,3 0 0 16,7-1 0-16,-12 1 0 0,5 0 0 0,-3-2 0 16,0 2 0-16,-3 0 0 15,-1 0 0-15,2-2 0 0,-5 1 0 0,-1 2 0 16,2-3 0-16,0 0 0 0,-2 0 0 0,-9 2 0 15,9-2 0-15,-7 0 0 0,7 0 0 0,-6 0 0 16,3 0 0-16,-4 0 0 0,11 0 0 0,-8 0 0 16,0 0 0-16,0 0 0 0,5 0 0 0,-9 0 0 15,11 0 0-15,-5 0 0 16,-2-2 0-16,-7-1 0 0,5 2 0 0,-2-1 0 16,-1 0 0-16,2 2 0 0,-4-2 0 0,2 0 0 15,5 2 0-15,-7-2 0 0,15 2 0 0,-3-1 0 16,3-1 0-16,1 2 0 0,1-2 0 0,3 2 0 15,-5-2 0-15,-3 0 0 0,3 2 0 0,-5 0 0 16,-2-2 0-16,7 2 0 0,-7-2 0 0,2 2 0 16,3 0 0-16,-4 0 0 0,-1 0 0 0,4 0 0 15,-5 0 0-15,-3 0 0 0,0 0 0 0,-1 0 0 16,3 0 0-16,-2 0 0 16,-1 0 0-16,-3 0 0 0,1 0 0 0,-3 2 0 15,1-2 0-15,-2 2 0 0,-2 0 0 0,-5-2 0 16,-1 2 0-16,-1-2 0 0,0 2 0 0,-6 0 0 15,1-2 0-15,-1 0 0 0,-1 1 0 0,0-1 0 16,-2 2 0-16,2-2 0 0,-2 0 0 0,0 0 0 16,2 0 0-16,-2 0 0 0,-3 0 0 0,1 2-321 15,-2-2 108-15,-5 0 88 0,3 2 44 0,-6-2-758 16,-2 0 392-16</inkml:trace>
  <inkml:trace contextRef="#ctx1" brushRef="#br0" timeOffset="130998.24">27886 9905 2565 0,'-2'-15'0'0,"0"10"0"0,2 3 0 0,0 1 0 0,0 1 0 0,6-2 0 0,6 0 0 15,5 2 0-15,5 0 0 0,4 0 0 0,6-2 201 0,8 2-82 0,5-2 445 0,3 2-263 0,2-1-121 16,5-1-179-16,-2-1-1 0,1 2 0 0,1-1 0 16,-4 2 0-16,-11 0 0 0,2 0 0 0,-4 0 0 15,-8 0 0-15,-6 0 0 0,-3 0 0 0,-5 0 0 16,-5 0-468-16,-8 0 43 0,1 0 210 0,-4-2-661 15,0-5 418-15,-9-3 201 0</inkml:trace>
  <inkml:trace contextRef="#ctx1" brushRef="#br0" timeOffset="131186.47">28345 9418 3490 0,'-8'-1'0'0,"1"1"0"0,0 4 0 0,5 10 0 0,-4 5 0 0,3 7 0 0,0 9 0 0,-3 7 0 0,3 7 0 0,-1 2 0 0,1 3 156 0,2 0 129 16,-1 3-285-16,0-1 0 0,0 0 0 0,0 2 0 16,0-1 0-16,0 0 0 0,2-5 0 15,0-2 0-15,0-1 0 0,0-6 0 0,0-7-208 0,0-1-248 16,0-2 243-16,0-4 16 0,0-4-539 0</inkml:trace>
  <inkml:trace contextRef="#ctx1" brushRef="#br0" timeOffset="131724.5">28928 9468 1262 0,'8'-31'0'0,"0"2"0"0,-1 6 0 0,0 4 0 0,-2-3 0 0,0 4 0 0,-3 2 0 0,-2 3 0 0,0 4 0 0,0 3 0 0,-7 5 69 0,-3 1-1 0,-7 1 290 0,-3 20-160 15,-3 11-79-15,-2 5 393 0,2 9-241 16,-8 14-116-16,7-1-58 0,1 0 490 0,4 2-352 0,6-8-235 16,2 4 0-16,2 1 0 0,6-1 0 0,3-3 0 15,0-3 0-15,0-6 0 16,9 8 0-16,7-10 0 0,3-2 0 0,6-7 0 16,-3-6 0-16,6-4 0 0,2-4 0 0,0-5 0 15,2-5 0-15,-2-4-987 0,2-6 418 0,0 0 256 16,-2 0-534-16</inkml:trace>
  <inkml:trace contextRef="#ctx1" brushRef="#br0" timeOffset="132341.07">29068 9579 1660 0,'-7'-7'0'0,"-1"1"0"0,3 3 0 0,0-3 0 0,0 0 0 0,1 0 0 0,1 1 0 0,1 2 0 0,2-1 0 0,0 0 0 0,0 0 182 16,9 0-61-16,6 2 54 0,5 1-67 0,5-2-35 15,1 3 0-15,1 0-5 0,-5 3 9 0,3 8-38 16,-5 0-29-16,-2 2 0 0,-3 4 29 0,-3 0 0 15,-5 2-50-15,-5 4 19 0,-2 1 1 0,0 1 30 16,-11-2 26-16,-6 0 0 0,-1-4-17 0,-5 3 129 16,3-3-68-16,-3-4-36 0,5-3 1 15,-1-1 174-15,4-4-95 0,5 1-61 16,3-5-27-16,2 0-22 0,2-3-43 0,3 3 0 16,0-1 0-16,3 4 0 0,12 0 0 0,7 1 0 15,-2 2 0-15,3-2 0 0,7 7 0 16,-2-1 0-16,-4 2 0 0,-2 2 0 0,-6-2 0 0,-4 4 0 15,-3-1 0-15,-5 3 0 0,-4 0 0 0,0 0 0 16,-2-3 0-16,-11 0 0 0,-6 2 0 0,-2-7 0 16,-4-2 0-16,0-4 0 0,0-1 0 15,0-4 0-15,0-2 0 0,2 0 0 0,1 0 0 0,4 0 0 16,0-4 0-16,8-1 0 16,-1-1 0-16,4-2 0 0,2 2-557 0,5-2 74 15,0-1 222-15,1-1 102 0,17 0-387 0</inkml:trace>
  <inkml:trace contextRef="#ctx1" brushRef="#br0" timeOffset="132981.06">29737 9808 1486 0,'2'-3'0'0,"3"-1"0"0,-1-2 0 16,-1 1 0-16,0-1 0 0,-1-2 0 0,2-1 0 0,0-2 0 0,1 1 0 0,-5-1 0 0,7-2 129 0,-5 2-45 0,1-2 19 0,-1-3-33 16,-1 3 1-16,-1 2-23 0,0-3 77 0,0 0-43 0,0 3 0 15,-1-2-43-15,-6 3 67 0,-2-1-24 0,-2 4-9 16,1-1 35-16,-2 4-35 0,-1 2 0 0,-1 2-34 0,-4 0 77 0,-3 2-43 15,0 13-1-15,0 6 0 16,-2 6 0-16,0 1-33 0,5 3 9 0,-3 9 87 0,4-1-48 0,4 1-24 16,3-1 179-16,5-5-203 15,0 4-39-15,5-3 0 0,0-1 0 0,0-4 0 0,0-5 0 16,5-5 0-16,5-1 0 0,5-4 0 16,-3-5 0-1,6-3 0-15,-3-3 0 0,5-4 0 0,0 0 0 0,5-6 0 0,-2-9 0 0,-3-3 0 16,2-5-23-16,0-2-187 0,-3-3 41 15,-3 0 74-15,0-3-98 0,-2 3 78 16,-3 2 37-16,-3 5 1 16,-4 7 160-16,-1-1-56 0,-1 5-33 0,-2 5 412 0,0 0-220 0,0 4-111 0,0 1-32 0,0 0 103 15,-5 11-146-15,-2 8 0 16,2 6 0-16,2 1 0 0,3 1 0 0,0 4 0 16,0 1 0-16,10 0 0 0,3 0 0 0,5 0 0 15,1-2 0-15,7-2 0 0,0-2 0 0,3-2-733 16,3-1 161-16,5 0 266 0</inkml:trace>
  <inkml:trace contextRef="#ctx1" brushRef="#br0" timeOffset="133819.19">30342 9722 1037 0,'2'-9'0'0,"0"-1"0"0,4 1 0 0,-1-4 0 0,2-4 0 0,0 0 0 0,-2 0 0 0,2 2 0 0,-3-1 0 0,-1 0 0 0,-1 5 90 0,-2 0-11 15,0 1-40-15,0 1 114 0,-13 4-58 0,0 2-28 16,-5 2 90-16,-5 1-64 0,-2 0-28 0,-3 7 1 15,0 4 52-15,3 1-39 0,2-1 9 0,3 2 87 16,3 0-68-16,4 2-35 0,4-1 1 0,1-1 33 16,8-2-25-16,0 2-9 0,0 0-33 0,0 0 86 15,15 1-43-15,0-2-1 0,0 0-1 16,3 1-41-16,2 0 0 0,-2 0-1 16,-4 0-46-16,1 0 0 0,-7 3 56 0,-3-2-44 15,-3 5 0-15,-2-2 34 0,0 2 1 0,-9 4 36 16,-4-8-37-16,-9 5-2 0,1-3-25 0,-1-2 53 15,2-2-14-15,0-2-19 0,0-1 16 16,0-3-20-16,2-1-27 0,4-2 0 0,2-2-86 0,3-2 16 16,2 0 54-16,5 0-482 15,-2 0 234-15,4 0 128 0,0-2 36 0,9-11-634 0,9-1 338 0,3-4 184 16,4-1 87-16,1 0-243 16,1-1 165-16</inkml:trace>
  <inkml:trace contextRef="#ctx1" brushRef="#br0" timeOffset="133958.57">30282 9846 2100 0,'15'-11'0'0,"-3"5"0"0,-2 5 0 0,3-2 0 0,-6 2 0 0,0 1 0 0,-4 0 0 16,3 11 0-16,-6 2 0 0,2 4 0 0,-2 1 105 0,0 4 381 0,0-2-224 0,0 2-102 0,0 1-5 0,-2-3-58 0,2-2-29 0,0 0 0 15,0-2-293-15,0-7 141 16,0-2 56-16,0-2-561 0,0-2 314 0,0-3 156 16,0 0 79-16,0-9-673 0,0-11 342 0,2-4 166 15,1-6 84-15</inkml:trace>
  <inkml:trace contextRef="#ctx1" brushRef="#br0" timeOffset="134296.51">30477 9319 2351 0,'3'-12'0'0,"2"2"0"0,1 8 0 0,-3 2 0 0,0 0 0 0,-1 12 0 16,-2 9 0-16,0 9 0 0,0 2 0 0,0 10 0 0,0-2 100 0,0 6 141 0,0-6-92 0,-7 13-59 0,2-9 35 15,0 1-42-15,2-10-1 0,-4 3-43 0,2-3-130 16,2-4 61-16,0-3 34 0,-1-8 0 0,2-2-217 15,2-8 126-15,0-2 72 0,0-5-189 0,0-3 69 16,0 0 70-16,6-1-32 0,8-14 49 0,-2 0-35 16,5-6 10-16,-1 7 186 0,-2-3-76 0,2-1-41 15,1 4 0-15,-2 2 288 0,-3 3-147 0,-1 5-45 16,-1 2-48-16,-1 2 355 16,1 0-181-16,-2 6-77 0,-3 11 129 0,-3 7-193 15,0 2-77-15,-2 6 0 0,0 0 0 0,0 2 0 16,0-2 0-16,0-2 0 0,0-5 0 0,0-1 0 15,0-4 0-15,0-5 0 0,0-5 0 0,1-3 0 16,1-2 0-16,0-4-97 0,2-1-215 0,1 0 155 16,4-9-469-16,-4-8 294 0,2-6 146 0,2-3 74 15,-2-6-539-15,0-9 311 0</inkml:trace>
  <inkml:trace contextRef="#ctx1" brushRef="#br0" timeOffset="134559.84">30760 9278 2510 0,'0'-12'0'0,"2"4"0"0,5 0 0 0,1 0 0 0,7 4 0 0,0-1 0 0,2 5 0 0,1 0 0 0,0 0 0 0,4 3 0 0,-4 8 224 0,-3 2-84 0,0-1-55 16,-5 8 20-16,-2-1-33 0,-6 2 0 0,-2 2-34 16,0-2-64-16,-12 6 27 0,-6-6 0 0,-2-5 3 15,0 0 35-15,0-6-1 0,0 2 10 0,4-7 67 16,4 1-38-16,0-5 0 0,6 2 213 15,2-3-269-15,2 0-21 0,2 0 0 0,0 0 0 0,0 0 0 16,11 0 0-16,12 0 0 0,2 0 0 0,0-3 0 16,5 2 0-16,0-3 0 15,0 1 0-15,-2-1 0 0,-5 2 0 0,4 2 0 16,-4 0-323-16,-4 0 125 0,1 0 36 0</inkml:trace>
  <inkml:trace contextRef="#ctx1" brushRef="#br0" timeOffset="135025.99">30983 9880 2009 0,'-10'-6'0'0,"5"5"0"0,3-1 0 0,2 2 0 0,0 0 0 0,0-3 0 0,12 3 0 0,8-1 0 0,2-1 0 0,10 0 0 0,1 0 147 0,5 1 228 15,-3-3-168-15,0 2-84 0,-8 0-33 0,8 0-19 0,-12 0 1 16,-1 2-34-16,0 0-161 0,-9 0 81 0,-2 0 50 15,-4 0-10-15,-2 0-417 0,-3 0 228 0,0 0 115 16,-2 0-610-16,0 0 271 0,0 0 193 0,0-2 88 16,-7-5-292-16</inkml:trace>
  <inkml:trace contextRef="#ctx1" brushRef="#br0" timeOffset="135201.47">31270 9555 2582 0,'-10'-2'0'0,"3"2"0"0,2 2 0 0,-3 11 0 0,-2 6 0 0,2 7 0 0,-2 10 0 0,3 3 0 0,-3 5 0 0,5 0 0 16,0 5 403-16,0 4-172 0,5-2-101 0,0-1-46 16,0-1 282-16,3-2-231 0,7-4-135 15,2-7 0-15,3 2-19 0,2-8 9 0,1-4 23 16,1-4-651-16,-3-7 338 0,2-1 179 0,1-5 74 16,0-5-891-16,-3-4 450 0,4 0 225 0</inkml:trace>
  <inkml:trace contextRef="#ctx1" brushRef="#br0" timeOffset="136063.76">31733 9846 1435 0,'2'-13'0'0,"2"-1"0"0,-2 2 0 0,0-5 0 0,-2 0 0 0,0-2 0 0,0 0 0 0,0 1 0 0,0 1 0 0,0 3 0 0,-2 3 335 16,-6 4-149-16,0 1-63 0,-4 4-47 0,-1 2 94 16,-6 0-66-16,1 12-32 0,-3 11 20 0,0 4-17 15,-2 11-9-15,3-3-27 0,2 7 128 0,1-1-65 16,4 2-31-16,3-6 213 0,3 5-127 0,2-6-60 15,5-1-28-15,0-6 92 0,0-6-111 0,9-2-50 16,2-4 0-16,6-4 0 0,-1-5 0 16,6-6 0-16,2-2 0 0,-3 0 0 15,4-11 0-15,-2-8 0 0,-1-2 0 0,0-4 0 16,-3-2 0-16,-5-1-231 0,-2 0 66 0,-1 7 78 16,-6-4 38-16,-1 7-35 0,-3 6 28 0,-1-1-20 15,0 6 244-15,0 3-98 0,0 2-49 0,-3 2-24 16,-4 0 152-16,2 13-80 0,-1 4-19 0,4 4-25 15,2 1 88-15,0 1-50 0,0 4-40 0,2-10-23 16,6 5 0-16,5-6 0 0,2 0 0 0,0-5 0 16,5-4 0-16,-1-3 0 0,-1-3 0 0,2-1 0 15,-5 0 0-15,0-1 0 16,-5-10 0-16,0-4 0 0,0-2 0 0,-4-1 0 16,-6-7 0-16,2 2 0 0,-2 0 0 0,0-6 0 15,0 2-8-15,-8 1 1 0,-4 2-13 0,0 6-89 16,-2 0 40-16,-2 5 28 0,2 4-15 0,-1 1 35 15,6 6-8-15,-6 0 6 0,5 2-51 0,-3 0 49 16,5 8-12-16,1 5 10 0,2 3-218 16,3 1 102-16,2 1 43 0,0-2-154 15,0 1 107-15,9-2 54 0,4-4 28 0,5-1-449 16,4-4 228-16,6-3 129 0,-4-3-379 0,2 0 249 16</inkml:trace>
  <inkml:trace contextRef="#ctx1" brushRef="#br0" timeOffset="136300.94">32184 9763 2452 0,'2'-17'0'15,"3"4"0"-15,-3-3 0 0,-2 6 0 0,0-2 0 0,0 7 0 0,-7 1 0 0,-3 3 0 0,-3 1 0 0,3 0 0 0,1 7 211 0,4 7-87 0,-1 2 241 0,1 5-164 0,5 3-80 16,0-1-32-16,0 6 189 0,0-2-188 0,5 0-90 16,8-3 0-16,-1 0 0 0,3-5 0 0,0 5 0 15,-2-7 0-15,-3 0 0 0,-3-2 0 16,-2-2 0-16,-3-3 0 0,-2 3 0 0,-2-2 0 0,-13-2 0 15,-5 0 0-15,1-5 0 0,-2 2 0 16,-2-4 0-16,3-2 0 0,3 0 0 0,2 0 0 0,7 0-347 16,1-2 106-16,3-5 100 15,4-6-205-15,0-2 153 0,7-6 77 0,16-7 39 16,-2-2-643-16</inkml:trace>
  <inkml:trace contextRef="#ctx1" brushRef="#br0" timeOffset="136497.57">32503 9480 2697 0,'8'-15'0'0,"-5"10"0"0,-1 2 0 0,-1 3 0 0,-1 0 0 0,-6 8 0 0,-9 16 0 0,0 15 0 0,-5 1 0 0,0 3 0 0,3 6 700 15,1 2-330-15,6-2-206 0,3-1-164 0,5-6 0 16,2 7 0-16,0-12 0 0,0 1 0 0,7-4 0 16,5 0 0-16,1-10 0 0,7 2 0 0,-5-11 0 15,2-2 0-15,-1-5 0 0,4-4 0 0,-5-4-136 16,-3 0 22-16,-2-3-876 0,-2-8 474 0,-6-4 238 15,1-6 118-15,-3-1-463 0</inkml:trace>
  <inkml:trace contextRef="#ctx1" brushRef="#br0" timeOffset="136639.56">32318 9726 2655 0,'-19'-11'0'0,"8"6"0"0,6 2 0 0,3 2 0 0,2 1 0 0,0 0 0 0,0 0 0 0,9 0 0 0,9 0 0 0,0 5 0 0,6 4 144 0,-1 1-42 16,5-1 68-16,0 2-65 0,1-3-33 0,-5 1 0 15,-5-3-266-15,1 3 127 0,-2-1 48 16,-3-1-622-16,-5 1 340 0,0-2 171 0</inkml:trace>
  <inkml:trace contextRef="#ctx1" brushRef="#br0" timeOffset="136889.46">32749 9563 3363 0,'12'-6'0'0,"1"6"0"0,9 0 0 0,-7 0 0 0,1 0 0 0,-2 11 0 0,-1 6 0 0,-1 5 0 0,1 5 0 0,0 14 0 0,-4 1 406 15,-4 4-244-15,1 2-162 0,-4-9 0 0,0 16 0 16,-2-9 0-16,-2 1 0 0,-11 1 0 0,-2-2 0 16,-2-9 0-16,-5 8 0 0,-1-7 0 0,1-7 0 15,-1-4 0-15,-2-1 0 0,0-9 0 0,-2-1 0 16,1-7 0-16,1-4 0 0,5-2-234 0,0-3 96 15,3 0-11-15,4-10-387 0,4-11 249 16,3-5 125-16,6-9-612 0,0-11 367 0</inkml:trace>
  <inkml:trace contextRef="#ctx1" brushRef="#br0" timeOffset="137168.44">32944 9371 2989 0,'20'-11'0'0,"16"9"0"0,1-4 0 0,-5-2 0 0,-1 4 0 0,-6 3 0 0,-3 1 0 0,-5 0 0 0,-2 5 0 0,-4 6 0 0,-4 6 104 0,-2 8 68 0,-5 2-66 0,0 1-35 15,-10 2-89-15,-10-2 28 0,-5 0 10 0,-3-3 18 16,-2-5-113-16,0-3 57 0,3-6 28 0,9-3-1 16,-4-3 136-16,7-3-58 0,4 1-25 0,4-3 157 15,2 0-219-15,3 0 0 0,2 0 0 0,0-3 0 16,2-4 0-16,10 1 0 0,6-1 0 0,5 0 0 15,-4 2 0-15,7 0 0 0,-4 3 0 0,3 0 0 16,-5 2 0-16,2 0 0 0,-3 0 0 0,0 0-338 16,-4 4 143-16,-2 0-785 15,-3-1 471-15,-2 1 226 0,-1-4 127 0</inkml:trace>
  <inkml:trace contextRef="#ctx1" brushRef="#br0" timeOffset="137804.68">33498 9236 2673 0,'0'-10'0'0,"0"8"0"0,2 0 0 0,0 1 0 0,0-2 0 0,-2 3 0 0,0 0 0 0,0 6 0 0,0 13 0 0,-2 6 0 0,-11 13 232 0,4 8-97 15,-1 12 329-15,-1-5-203 0,-3 15-117 0,4-5-122 16,-3 1-22-16,5 0 0 0,-1-2 0 15,1-7 0-15,0 5 0 0,1-4 0 0,2 0 0 0,3-5 0 16,-1-5 0-16,-2-10 0 16,5 2 0-16,-3-10 0 0,1-7 0 0,2-4 0 15,-1-8 0-15,1-1 0 0,-2-6 0 0,-2-2 0 16,-1 0 0-16,-3-2 0 0,-3-8 0 0,-3-6 0 16,1-5 0-16,-1-4 0 0,-2-3 0 0,1-2 0 15,-2-2 0-15,0 2 0 0,1 4 0 0,-3 4 0 16,3 5 0-16,-1 5 0 0,-1 3 0 0,-2 7 0 15,3 2 0-15,-1 0 0 16,3 4 0-16,-2 13 0 0,4 3 0 0,6 1 0 16,-3 11 0-16,5 0 0 0,4 1 0 0,1 2 0 15,0-4 0-15,1 2 0 0,10-6 0 0,5 0 0 16,2-5 0-16,2-3 0 0,2-8 0 0,6 1 0 16,0-9 0-16,1-3 0 0,2 0 0 0,1-3 0 15,1-11 0-15,-3-4 0 0,2-5 0 0,3-5 0 16,-3-2 0-16,-1-6 0 0,-1-5 0 0,5-12 0 15,-1 1 0-15,3-7 0 0,0-3 0 16,5 2 0-16,-12 10-156 0,0-1 16 16,-13 13 50-16,1 2 26 0,-9 8 275 0,-3 6-125 15,-3 6-71-15,-1 4-22 0,-2 2 152 0,0 7-145 16,-2 3 0-16,-11 0 0 0,1 7 0 0,-4 16 0 16,-1 9 0-16,2 4 0 0,-2 5 0 0,1 4 0 15,4 4 0-15,-3 2 0 0,10 1 0 0,0 0 0 16,5 1 0-16,0-2 0 0,0-10 0 0,2 8 0 15,6-15 0-15,7 1 0 0,0-6 0 0,-2-7 0 16,1-3 0-16,6-1 0 0,-5-6 0 0,-2-4 0 16,-3-3 0-16,-1-3 0 15,-3-1 0-15,-1-1-605 0,-5 0 69 0,0-5 248 16,-5-10-580-16,-18-11 415 0</inkml:trace>
  <inkml:trace contextRef="#ctx1" brushRef="#br0" timeOffset="137931.03">33442 9926 3293 0,'-15'-21'0'0,"7"6"0"0,6 8 0 0,2 0 0 0,0-2 0 0,0 3 0 0,0 1 0 0,10 3 0 0,8 0 0 0,11 2 0 0,7 0 638 15,1 4-638-15,13 7 0 0,15 4 0 0,-5 0 0 16,5 0 0-16,-2-1 0 0</inkml:trace>
  <inkml:trace contextRef="#ctx1" brushRef="#br0" timeOffset="141645.84">6462 11459 3245 0,'0'19'0'0,"0"-3"0"0,0-1 0 0,2-5 0 0,7 3 0 0,3-1 0 0,2-2 0 0,3 3 0 0,5-4 0 0,6 0 0 0,0 0 75 0,2-1 0 16,0-5-28-16,0-3-45 0,0 2-1 0,0-2 37 0</inkml:trace>
  <inkml:trace contextRef="#ctx1" brushRef="#br0" timeOffset="141809.29">6482 12025 3931 0,'-26'22'0'0,"2"-2"0"0,8-8 0 0,6-2 0 0,3-3 0 0,2-4 0 0,5 2 0 0,2-2 0 0,20 1 0 0,8-4 0 0,11 0 0 0,-3 0 0 15,3 0 0-15,3 0 0 0,-7 0 0 0,10 0 0 0,-11 0 0 16,9 0 0-16</inkml:trace>
  <inkml:trace contextRef="#ctx1" brushRef="#br0" timeOffset="142539.54">7687 11307 372 0,'0'0'0'0,"-2"0"0"0</inkml:trace>
  <inkml:trace contextRef="#ctx1" brushRef="#br0" timeOffset="142804.97">7677 11305 1835 0,'0'0'0'16,"0"0"0"-16,0 0 0 0,0 0 0 0,0 0 0 0,0 0 0 0,0 0 0 0,0 0 0 0,0 0 0 0,0 0 0 0,0 0 67 0,0 0-10 0,0 0-20 0,0 0 0 15,0 0 10-15,0 0-36 0,0 0 26 0,0 0 0 16,0 0-36-16,0 0 36 0,0 0 9 0,0 0-8 0,0 0-54 16,0 0 27-16,0 0-21 0,0 0 43 15,0 0-63-15,0 0 25 0,0 0-12 0,0 0-3 16,0 0 33-16,0 0 4 0,0 0-4 0,0 0 14 16,0 0-20-16,0 0 7 0,0 0 24 0,0 0 1 15,0 0-24-15,0 0-1 16,0 0 39-16,0 0-37 0,0 0 7 0,0 0-5 15,0 0-24-15,0 0-4 0,0 0 30 0,0 0-62 16,0 0 27-16,0 0 0 0,0 0 27 0,0 0-34 16,0 0 23-16,0-1 8 0,0-2-51 0,0 3 46 15,0-2-10-15,0 2 8 0,0-1-114 0,0 1 54 16,0-2 19-16</inkml:trace>
  <inkml:trace contextRef="#ctx1" brushRef="#br0" timeOffset="142832.04">7680 11291 372 0,'0'0'0'0</inkml:trace>
  <inkml:trace contextRef="#ctx1" brushRef="#br0" timeOffset="144994.04">7750 11642 908 0,'-6'0'0'0,"0"0"0"0,-1 0 0 0,2-2 0 0,-3 0 0 0,2-1 0 0,1 2 0 0,-2-3 0 0,2 0 0 0,-2 1 0 0,1-1 162 0,2-1-62 0,1-2-31 0,-1 4 0 16,0-5 149-16,3 5-96 0,-3-3-41 0,2 1 0 15,2-1 149-15,0-1-96 0,0 0-38 0,0 2 119 16,0-3-88-16,0 3-45 0,2-3 59 0,3 1-51 16,5-1-17-16,1 2-9 0,1 1 4 0,-2-1-30 15,6 3 0-15,-2 0 1 0,4 2-38 0,2-2 37 16,-1 3 1-16,4 0-1 15,-2 0-61-15,0 4 41 0,4 7-10 0,-4-6-70 16,-1 2 49-16,2 2 24 0,-6 0-128 0,-2 1 60 16,-1 2 33-16,-4-4 2 0,-4 5-21 0,-2-1 26 15,-2 1 15-15,-1 3-26 0,0-1 115 0,-13 4-48 16,-4-3-1-16,-1 2 152 0,-3-4-90 0,0 1-33 16,-3 1-29-16,1-4 182 0,-1 0-94 0,6-3-90 15,0-2-36-15,1 1 0 16,6-5 0-16,3 2 0 0,-1-1 0 15,3-3 0-15,4-1 0 0,2 0 0 0,0 0 0 0,0 2 0 16,0 1 0-16,8 4 0 0,5-2 0 0,5 3 0 16,5-1 0-16,2 2 0 0,1 0 0 0,3 1 0 15,-4 0 0-15,3 5 0 0,-1-3 0 0,0 4 0 16,-3 3 0-16,0-1 0 0,-7 1 0 0,-2 0 0 16,-2 6 0-16,-4-3 0 0,-2-1 0 15,-6 1 0-15,2 2 0 0,-3-3 0 0,0 0 0 0,-15 2 0 16,0-5 0-16,-5-1 0 15,-1-2 0-15,1-3 0 0,-7-1 0 0,2-4 0 16,-2 1 0-16,0-5 0 0,-1 1 0 0,4-4 0 16,-6 0 0-16,4 0 0 0,-1 0 0 0,6 0 0 15,0-4 0-15,0-4 0 0,3 1 0 0,5 0 0 16,4 1 0-16,-1-1 0 0,5 1 0 0,-1-1 0 16,5 1 0-16,1 2 0 0,0-2-157 0,0 3-229 15,3-1 174-15,10 0 78 16,6 1-635-16,5 1 366 0,1-2 182 0,5 2-174 15,2-2 178-15,2-3 80 0</inkml:trace>
  <inkml:trace contextRef="#ctx1" brushRef="#br0" timeOffset="145131.63">8818 11853 378 0,'2'-1'0'0,"3"-4"0"0</inkml:trace>
  <inkml:trace contextRef="#ctx1" brushRef="#br0" timeOffset="145661.07">8868 11787 2698 0,'5'-12'0'0,"1"-1"0"0,-2-2 0 0,0 1 0 0,-2 1 0 0,-1-2 0 0,-1 4 0 0,0-4 0 0,0 1 0 0,0 2 0 0,0-1 77 0,-1 2-1 0,-8-3 59 0,2 1-54 0,-2 2 1 16,-2-2-21-16,-1-1 1 0,-1 1-24 15,-2-2 49-15,-1 2-9 0,-2 0-40 0,-1 0 0 16,3 2 39-16,-2 1 0 0,0 2-30 0,-1 5-10 16,1-1 94-16,-1 2-120 0,-1 2-11 0,4 0 0 15,-2 2 0-15,-6 10 0 0,6 4 0 16,-1 1 0-16,1 3 0 0,-2 5 0 0,7 2 0 0,-4 2 0 16,5 4 0-16,2 2 0 0,1 8 0 0,7-3 0 15,2-2 0-15,0 7 0 16,0-12 0-16,2 7 0 0,7-7 0 0,2 2 0 15,4-7 0-15,1-3 0 0,0-3 0 0,0-6 0 16,0 0 0-16,1-4 0 0,-1-4 0 0,2-2 0 16,-2-5 0-16,3-1 0 0,-1 0 0 0,-1-1 0 15,-1-13 0-15,3-4 0 0,-1-3 0 0,-4-3 0 16,3-3 0-16,-3-2 0 0,1-2 0 0,-3-1 0 16,0 0 0-16,-1 2 0 15,-4 2 0-15,-2 6 0 0,2-1 0 0,-4 6 0 0,-1 4 0 0,0 2 0 16,0 3 0-16,-2 2 0 15,0 5 0-15,0-1 0 0,0 0 0 0,0 2 0 16,0 0 0-16,0 0 0 0,0 8 0 16,0 7 0-16,0 2 0 0,0 1 0 0,0 7 0 0,0-3 0 15,0 6 0-15,2-2 0 0,5 1 0 0,3-4 0 16,-1 3 0-16,2-7 0 16,5 5 0-16,-4-7 0 0,1 2 0 0,1-4 0 0,1-3 0 0,-2 0 0 15,2-2 0-15,-2-5 0 16,-1 1 0-16,-4-5 0 0,2 1 0 0,-1-2 0 15,-1 0 0-15,-1 0 0 0,-1 0 0 0,-2 0 0 16,0 0 0-16,-2 0 0 0,1-2 0 0,-1 1 0 16,2-1 0-16,-1 0-237 0,5 2 59 0,-2 0-1008 15</inkml:trace>
  <inkml:trace contextRef="#ctx1" brushRef="#br0" timeOffset="147066.74">9579 11191 1509 0,'-7'-2'0'0,"2"2"0"0,0 0 0 0,1-2 0 0,1 2 0 0,1-2 0 0,0 2 0 0,2-2 0 0,0-1 0 0,0 2 0 0,0 0 156 0,0-2-59 0,0 2-20 16,4-1 83-16,2 0-61 0,-2 0-31 0,1 2 1 16,-1 0 211-16,1 0-111 0,-1 0-70 15,0 0-30-15,-1 0 208 0,2 0-118 16,-1 0-61-16,-1 0 185 0,1 0-128 0,1 0-57 15,1 0-89-15,-1 0-9 0,3 0 0 0,0 2 0 16,1-2 0-16,1 0 0 0,1 0 0 0,0 0 0 16,1 0 0-16,-3 0 0 0,3 0 0 0,0 0 0 15,-3 0 0-15,2 0 0 0,1 0 0 0,-3 0 0 16,0 0 0-16,1 0 0 0,3 0 0 0,-6 0 0 16,6 0 0-16,-5 0 0 15,8 0 0-15,-3 0 0 0,-1 0 0 0,4 0 0 16,0 0 0-16,3-2 0 0,1-1 0 0,0 0 0 15,1-1 0-15,-2 3 0 0,3-3 0 0,-1 2 0 16,1 0 0-16,-2 0 0 0,3 2 0 0,-2-1 0 16,2 1 0-16,1 0 0 0,0 0 0 0,1 0 0 15,1 0 0-15,-6 0 0 0,9 0 0 0,-8 0 0 16,7 0 0-16,-2 0 0 0,3 0 0 0,1 0 0 16,1 0 0-16,1-2 0 0,4 0 0 15,-2 0 0-15,3 0 0 0,-2 2 0 0,2-2 0 16,-1 2 0-16,1 0 0 0,-2 0 0 15,3 0 0-15,0 0 0 0,-2 0 0 0,-1 0 0 16,1 0 0-16,1 0 0 0,-1 0 0 0,2 0 0 16,-3 0 0-16,5 0 0 0,2 0 0 0,0 0 0 15,-1 0 0-15,3 0 0 0,-5 0 0 0,14 0 0 16,-8 0 0-16,1 0 0 0,-2 0 0 0,-1 0 0 16,-5 0 0-16,9 0 0 0,-6 2 0 15,2 0 0-15,-2 0 0 0,3 2 0 16,-5-3 0-16,8 1 0 0,-2 0 0 0,2 0 0 15,0-2 0-15,1 0 0 0,-4 0 0 0,6 0 0 16,0 0 0-16,-3 0 0 0,-1 0 0 0,2 0 0 16,-5-2 0-16,8 0 0 0,-7-1 0 0,6-3 0 15,2 2 0-15,-1 0 0 0,1 1 0 0,1-1 0 16,1 0 0-16,3 1 0 0,-1-1 0 0,1 0 0 16,-1 2 0-16,1 0 0 0,12 0 0 0,-4-1 0 15,1 1 0-15,-2 0 0 16,-4-1 0-16,13 2 0 0,-5-1 0 0,2 0 0 15,-1 0 0-15,4 1 0 0,2-2 0 0,2 1 0 16,0 0 0-16,0 1 0 0,2-1 0 0,1 2 0 16,0 0 0-16,14-2 0 0,-8 2 0 0,-13 0 0 15,10 0 0-15,-4 0 0 16,0 0 0-16,-2 0 0 0,1 0 0 0,4 0 0 0,-4 0 0 0,-2 0 0 16,-9 0 0-16,12 0 0 15,-9 0 0-15,-3 0 0 0,-1 0 0 0,1 0 0 16,-7 0 0-16,9 0 0 15,-18 2 0-15,6 0 0 0,-6-2 0 0,-1 1 0 16,-8 1 0-16,5 0 0 0,-12-2 0 16,2 3 0-16,-5-3 0 0,-2 0 0 0,-7 0 0 0,0 0 0 15,-2 0 0-15,-10 0 0 0,1 0 0 0,-7 0 0 16,-1 0 0-16,-2 0 0 0,-2 0-708 16,-11 3 213-16,-14 5 228 0</inkml:trace>
  <inkml:trace contextRef="#ctx1" brushRef="#br0" timeOffset="147836.17">9579 11341 1693 0,'-9'-4'0'0,"6"2"0"0,-3 0 0 0,2 0 0 0,2 0 0 0,0-1 0 16,2 3 0-16,0 0 0 0,0 0 0 0,0 11 0 0,0 8 108 0,0 9-40 0,4 4 285 0,0 11-159 15,0 4-78-15,-2 6-40 0,1 7 138 0,-1 12-93 16,-2-3-42-16,0 4 232 0,0 0-137 0,0 0-69 0,0-11 130 16,0 12-151-16,0-20-84 0,0 3 0 15,-2-5 0-15,0-3 0 0,1-10 0 0,-1 0 0 16,-2-3 0-16,0-6 0 0,-2-5 0 0,-1-6 0 15,1-5 0-15,-4-3 0 0,-1-3 0 0,-3-3 0 16,-2-5 0-16,-3 0 0 0,-1-5 0 16,-4-11 0-16,-1-4 0 0,0-3 0 0,2-4 0 0,-6-6 0 15,5 4 0-15,-4-6 0 0,5 6 0 0,3 1 0 16,-1 6 0-16,3 8 0 0,4 1 0 16,0 6 0-16,3 2 0 0,2 4 0 0,3 1 0 15,-3 0 0-15,3 9 0 0,3 7 0 16,1 4 0-16,0 1 0 0,2 5 0 0,0 1 0 15,0-7 0-15,0 6 0 0,0-3 0 0,0 0 0 16,0-3 0-16,0-3 0 0,0-1 0 16,0-1 0-16,0-1 0 0,0-5 0 0,0 2 0 0,0-3 0 15,-6 0 0-15,4-1-181 0,-4-1 30 0,4-3 58 16,1 2-471-16,1-4 264 0,0 2 122 0,0-2 76 16,0-1-577-16,10 0 322 0,4 0 160 15,3 0-331-15</inkml:trace>
  <inkml:trace contextRef="#ctx1" brushRef="#br0" timeOffset="148796.75">10278 12023 1841 0,'0'-15'0'0,"0"1"0"0,0-2 0 0,0-3 0 0,0-2 0 0,0 0 0 0,0-2 0 0,-1 1 0 0,-8 2 0 0,4 0 0 0,-2-2 64 0,-4 4 9 16,-1 1 72-16,-1 0-53 0,-1 6-28 0,-2 0 73 0,-1 4-50 15,0 6-15-15,-2 1-10 0,-4 0-25 0,1 5 158 0,-2 16-79 16,-3 5-40-16,6 4 132 0,-4 15-90 0,4 1-40 16,2 2-1-16,6 2 97 0,1 4-68 15,9-13-26-15,1 11-51 0,2-16-29 16,0 4 0-16,8-7 0 0,8-2 0 0,4-7 0 0,1-4 0 16,4-4 0-16,3-5 0 0,2-7 0 15,0-4 0-15,4 0 0 0,3-13 0 16,0-10 0-16,-3-5 0 0,-4 0 0 0,-2-4 0 15,-6 4-247-15,4-10 109 0,-7 8 28 0,-2-12 79 16,-5 8-6-16,-3 3 0 0,-4 7-9 16,-1 1 79-16,-2 8-35 0,-2 4-1 0,0 3-34 0,0 6 0 0,-6 2 299 15,-5 6-121-15,-2 15-82 16,0 3 171-16,2 4-230 0,1 2 0 16,4-3 0-16,1 6 0 0,3-3 0 0,2 0 0 0,0-3 0 15,4-8 0-15,9-1 0 0,4-3 0 16,2-3 0-16,1-5 0 0,8-5 0 0,-5-2 0 15,5-2 0-15,-1-14 0 0,-2-2 0 16,-4 0 0-16,0-6 0 0,-6 4 0 0,0-8 0 0,-4 2 0 0,-5-1 0 16,-3 1 0-16,0-2 0 0,-3-2 0 0,0 0 0 15,-12 2 0-15,-1-1 0 16,-4 5 0-16,-1 5 0 0,-3 6 0 0,-4 3 0 16,-1 5 0-16,-1 5 0 0,4 0 0 0,-2 2 0 15,6 8 0-15,1 5 0 0,2 0 0 0,5 1 0 16,0 3 0-16,5-2 0 0,4-1 0 0,2 0 0 15,0-2 0-15,9 1-399 0,9-6 115 16,6-2 123-16,6-3 53 0,4-4-167 0,7 0 119 16,-2-2-220-16,5-11 170 0,-1-4 84 0,-6 2 34 15,12-8-40-15,-8 1 45 0,3-1 1 0,-3 1 169 16,-3-3-62-16,-8 5-41 0,0-3 10 16,-7 3-31-16,-8 7 0 0,-8 1 379 0,1 1-190 0,-7 3-104 15,-1 3 686-15,0-1-310 0,-12 4-194 16,-7 2 167-16,-6 0-272 0,0 12-125 0,2 3 0 15,-4 2 0-15,4 3 0 0,2 2 0 0,9 4 0 16,3-8 0-16,5 6 0 0,4 2 0 16,0-1 0-16,2-3 0 0,16 1 0 0,3 0 0 0,4-5 0 15,1-1 0-15,1-2 0 0,0 0 0 16,-3-1 0-16,-5-3 0 0,0 2 0 16,-4-2 0-16,-4 0 0 0,-4 3 0 15,-5-1 0-15,1-2 0 0,-3 3 0 0,-5 0 0 0,-13 2 0 16,-3-4 0-16,-3 1 0 15,-5-1 0-15,-1-1 0 0,0-1 0 0,-2-3 0 0,0-3 0 0,7-1 0 16,-5-1 0-16,9-2 0 16,0 0 0-16,8 0 0 0,1 0 0 0,7 0-751 0,5-9 284 15,0-1 215-15,10-6-701 0,14-3 458 0</inkml:trace>
  <inkml:trace contextRef="#ctx1" brushRef="#br0" timeOffset="149197.49">11298 11832 3931 0,'0'-9'0'0,"0"6"0"0,0 0 0 0,0 0 0 16,-3 1 0-16,1 0 0 0,2 1 0 0,0-1 0 0,2 2 0 0,10 0 0 0,9-2 0 0,6 2 0 0,3 0 0 0,5 0 0 0,8 0 0 0,-1 0 0 0,-3 0 0 16,-3 0 0-16,1 0 0 15,-1 0 0-15,-4 0-77 0,-4 0-170 0,-7 2 141 16,0 1-667-16,-7 1 299 0,-2-1 223 0,-5 0 107 0,-1-1-397 15,-4-2 252-15,-2 0 126 0,0-2 53 16,0-9-83-16,-6-11 78 0,-3 0 39 0,-3-8 0 16,3-4-90-16,-3-2 78 0,3 1 46 0,-2 3 42 15,-2 6 0-15,0 8 0 0,0 2 0 16,-2 7 280-16,0 3-177 0,0 6-70 0,0 0-35 0,-2 11 778 16,2 9-378-16,1 8-129 0,2 10 400 15,0 6-317-15,3 7-157 0,-2 13-79 16,3 0 222-16,4-9-141 0,2 15-85 0,2-17-17 15,0 3-95-15,12-5 0 0,4-6 0 0,2-9 0 16,3-1 0-16,2-7 0 0,2-3 0 0,0-7 0 16,-7-6 0-16,1-3 0 0,0-3-48 0,-4-6-197 15,-3 0 140-15,0 0-30 0,-3 0-327 0,-1-6 217 16,-2-7 104-16,-2-2-418 0,-3-3 260 0,1-10 132 16,-2-1 55-16</inkml:trace>
  <inkml:trace contextRef="#ctx1" brushRef="#br0" timeOffset="149497.29">11302 11204 2217 0,'-21'-8'0'0,"4"6"0"0,2 2 0 0,0 0 0 0,0 0 0 0,2 10 0 0,-1 3 0 0,0 4 0 0,-2 3 0 0,4 2 0 0,-3 6 84 16,0-1-14-16,-2 2 52 0,-2-2-42 0,2 2-1 15,-2-4 51-15,2-2-47 0,4-6 10 0,0 0-56 16,0-3 206-16,7-7-103 0,1 0-51 0,0-3 207 16,5-2-128-16,0 2-168 0,2-2 0 0,12-1 0 15,11-1 0-15,3 3 0 0,4-3 0 0,3 0 0 16,3 0 0-16,1 0 0 0,1 0 0 16,-3 0 0-16,-1 0 0 0,-4 0 0 0,-4 0 0 15,-3 0-86-15,-4 2-66 0,-1 0-737 16,-10-2 416-16,2 1 223 0,-6-1 106 0,-1 0-504 15,-3 0 305-15,-2-1 153 0,0-15-102 0</inkml:trace>
  <inkml:trace contextRef="#ctx1" brushRef="#br0" timeOffset="149629.37">11339 11266 2759 0,'-11'-12'0'0,"2"7"0"0,1 2 0 0,2 0 0 0,1 3 0 0,0 4 0 0,3 15 0 0,2 6 0 0,0 4 0 0,0 13 0 0,0 1 112 0,-4 5 217 0,-1 5-136 16,-2 3-83-16,0 2-37 0,1 8 46 0,3-5-42 15,1-1 1-15,2-6-31 0,0 11-921 0,0-4 456 16</inkml:trace>
  <inkml:trace contextRef="#ctx1" brushRef="#br0" timeOffset="150666.03">12571 11855 1829 0,'-7'-12'0'0,"0"4"0"0,-3-4 0 15,1 1 0-15,-2-2 0 0,-3 0 0 0,-1 0 0 0,0 2 0 0,-3-1 0 0,-1 3 0 0,-4 3 94 0,-1 0 28 0,-2 5-42 0,-1 1 0 0,-1 0-42 16,-2 0 144-16,5 7-63 0,-5 6-45 16,6 1 166-16,7-1-102 0,2 2-50 15,6-3-25-15,5 3 153 0,4 1-95 0,0-2-41 0,7 4 0 16,14-3-11-16,2-2-31 16,2 0 8-16,4 0 2 0,-1 0-10 0,0 1-1 15,-3-1-26-15,-8 0-11 0,0 2 0 0,-4 0 0 16,-7 4 0-16,-4 3 0 0,-2 2 0 0,-6 3 0 15,-13-1 0-15,-4 0 0 0,-3 1 0 0,-4-4 0 16,1-1 0-16,4-3 0 0,4-9 0 0,0 2 0 16,3-5-115-16,6-4 38 0,3-1 37 15,3-2-294-15,3 0 137 0,3-5 92 0,1-14-631 16,12-2 349-16,12-12 175 0,3 1 87 16,-1 4-512-16,10-6 305 0,-9 12 147 0,4-2 74 15,-2 5-77-15,-2 4 94 0,-5 6 38 16,-1 1 258-16,-1 4-138 0,-4 2-51 0,-4 2 213 15,-2 0-131-15,-1 3-76 0,-3 12-24 0,-3 0 592 16,0 3-305-16,-3 0-28 0,1 2-117 0,-2 0 348 16,0-1-228-16,0 0-110 0,0-4-55 0,0 0-127 15,0-6 36-15,0-1-420 0,0-2 223 0,0-3 118 16,0-3 57-16,0 0-407 16,0-2 231-16,0-13 67 0,0-7 69 0,2-5-227 15,0-5 125-15,0-9 63 0,-1-2 31 0,4-6-79 16,1-10 60-16,-3-3 25 0,4-3 0 0,1-2-10 15,5 2 35-15,0 14-9 0,3 1 173 0,-4 13-82 16,4 1-41-16,-5 15 425 0,-2 9-232 0,1 2-87 16,-1 10-62-16,-2 0 236 0,-1 22-134 0,-4 9-6 15,-1 7-38-15,-1 16 317 0,0-2-192 0,0 14-96 16,-1-8-49-16,-5-5 232 0,-1 5-131 0,0-2-79 16,1-8 100-16,2-7-84 15,2-4-43-15,2-5-146 0,0-10 61 0,0-7 16 16,0-3 1-16,2-5-213 0,6-6 119 0,3-1 60 15,1-8 40-15,6-21-42 0,-1 1 2 0,3-11 25 16,1 3-62-16,-2-3-88 0,0 5 23 0,0-2 54 16,-3 4 10-16,1 6-1 15,-4 7 12-15,-1 5 314 0,-7 5-145 0,3 4-67 0,-3 3-21 0,2 2 260 16,-2 16-125-16,-3 10-74 16,0 5-2-16,-2 10 0 0,2-2-91 0,-1 4 0 15,1-8 0-15,2 4 0 0,3-2 0 0,1-4 0 16,3-5 0-16,2-3 0 0,1-7 0 0,0-2 0 15,4-5 0-15,-2-3 0 0,1-5 0 0,0-3 0 16,2 0-148-16,-4 0 64 0,2-7-13 0,0-4-423 16,-2-3 240-16,0-1 122 0,3-6 60 0,0 3-306 15,0 4 174-15,3-1 101 0</inkml:trace>
  <inkml:trace contextRef="#ctx1" brushRef="#br0" timeOffset="150953.9">13191 11692 3380 0,'-16'0'0'0,"0"0"0"0,7 0 0 0,0 0 0 0,2 0 0 0,6 0 0 0,1 0 0 0,0 0 0 0,13 0 0 16,12 4 0-16,5-1 185 0,9-1-74 0,-5 1 144 0,5-2-255 0,9 1 0 0,-7-2 0 16,-1 2 0-16,1-2 0 0,-6 0 0 0,3 0-29 15,-3 0-197-15,-5 0 132 0,-5 0-625 0,-2 0 372 16,-9 0 52-16,0 0 140 16,-3 0-565-16,-8 0 342 0,1 0 170 0</inkml:trace>
  <inkml:trace contextRef="#ctx1" brushRef="#br0" timeOffset="151147.26">13587 11428 2857 0,'-12'-10'0'16,"-2"6"0"-16,1 4 0 0,1 0 0 0,0 8 0 0,-1 13 0 0,3 7 0 0,1 10 0 0,1 2 0 0,3 5 0 0,1 10 404 0,0 7-183 0,2-8-82 0,2 13 171 16,0-16-310-16,0 5 0 0,2-1 0 0,10-6 0 15,4-7 0-15,5 1 0 0,-2-13 0 0,5-2 0 16,-1-3 0-16,1-9 0 0,-5-4 0 0,1-5-152 15,0-4 31-15,-4-3-707 0,-2 0 354 0,-5 0 217 16,-2-2 101-16,1-8-397 0,-6-5 258 0,0-5 129 16</inkml:trace>
  <inkml:trace contextRef="#ctx1" brushRef="#br0" timeOffset="151465.79">13154 11286 2172 0,'-45'-11'0'0,"-1"4"0"15,14 3 0-15,-3 1 0 0,10 2 0 0,3-1 0 0,9 0 0 0,6 2 0 0,3 0 0 0,4 0 0 0,4 0 289 0,16 10-127 0,4 0-61 16,4 5 23-16,1-1-33 0,1 3-10 0,-4 2-44 16,-1 2-51-16,-7-1 26 0,-4 3 0 0,-9 0 35 15,-3 4-87-15,-2-2 38 0,-4 1 1 0,-13-3 86 16,-5-3-24-16,-4-2 10 15,-3-3-33-15,-1-4 200 0,2-5-100 0,7 0-50 0,-1-1 53 0,9-4-141 16,0-1 0-16,5 0 0 0,4 0 0 16,2 0 0-16,2 0 0 0,4 0 0 15,19 0 0-15,5 0 0 0,6 0 0 0,7 0 0 16,1 0 0-16,-7 0 0 0,16 0 0 16,-3 0 0-16,2 0 0 0,-2 0 0 0,1 0-446 15,-8 0-59-15,14 0 239 0,-6 0 114 0,-1 0-416 0</inkml:trace>
  <inkml:trace contextRef="#ctx1" brushRef="#br0" timeOffset="152257.1">16135 11179 673 0,'-2'-5'0'0,"2"-1"0"0,-2 0 0 0,2-1 0 0,-2-1 0 0,2 3 0 0,0-1 0 0,0 0 0 15,0 1 0-15,0 1 0 0,0 2 38 0,0 1 1 0,0-2 234 0,0 2-117 0,0-1-50 0,0 2-38 16,-2 0 223-16,2 0-126 0,0 0-64 16,0 0 230-16,0 0-137 0,0 0-83 0,0 0-36 0,0 0 200 15,6 0-119-15,5 0-58 16,4 0 123-16,0 0-96 0,8 0-43 0,1 0 0 16,4 0 189-16,3 0-271 0,4 2 0 0,8 2 0 15,2-3 0-15,4 1 0 0,7 0 0 0,4 0 0 16,17-1 0-16,0-1 0 0,21 0 0 0,1 0 0 15,7 0 0-15,4-5 0 0,22-1 0 0,-10-1 0 16,9 2 0-16,-1 1 0 0,3-1 0 0,-15 2 0 16,25 1 0-16,-13 2 0 0,-3 0 0 15,-19 0 0-15,10 0 0 0,-7 0 0 0,-2 0 0 16,-10 0 0-16,-7 0 0 0,-17 0 0 16,6 0 0-16,-21 0 0 0,0 0 0 0,-5 0 0 15,-10 0 0-15,-12 0 0 0,-6 0 0 0,-4 0 0 16,-11 0 0-16,-1 0 0 0,-10 0 0 0,-1-6 0 15,-8 2-32-15,-12-1-890 0,-14 4 446 16,-6-1 219-16,-1 2 109 0</inkml:trace>
  <inkml:trace contextRef="#ctx1" brushRef="#br0" timeOffset="152737.71">14265 11829 1884 0,'-7'-12'0'0,"5"9"0"0,2 1 0 0,0 0 0 0,9-1 0 0,16-2 0 0,9 0 0 0,3 0 0 0,7 0 0 0,-3 2 0 0,-4-1 442 0,3 3-207 0,-4 1-99 16,-4 0-49-16,-2 0 79 16,-4 0-64-16,-4 5-23 0,1 3-261 0,2 1 109 0,-9-1 56 15,-1 0 26-15,-2 1-227 0,-3-3 137 0,-1-1 55 16,-3 1-669-16,-3-5 349 0,-1 1 75 0,0-2 120 15</inkml:trace>
  <inkml:trace contextRef="#ctx1" brushRef="#br0" timeOffset="152904.76">14607 11350 3078 0,'-11'-3'1'0,"2"3"-1"0,-1 0 0 0,3 13 0 0,-2 9 0 0,3 4 0 0,2 15 0 0,2 4 0 0,0 7 0 0,0 0 0 0,2 14 197 0,0-2-79 0,0 1 84 15,0-6-73-15,0 10-51 0,2-16-242 0,10 7 100 16,-1-4 51-16,-2-2 34 0,3 3-698 0,-5-1 358 16,-1 6 177-16,-3-2 90 0</inkml:trace>
  <inkml:trace contextRef="#ctx1" brushRef="#br0" timeOffset="153889.26">15919 11683 1413 0,'0'-15'0'16,"0"0"0"-16,0 2 0 0,0-4 0 0,-2-2 0 0,-4 2 0 0,0-1 0 0,-3 2 0 0,0 2 0 0,-5 4 0 0,-1 0 103 0,-4 5-32 0,-2 1 10 0,-10 4 2 0,0 0 0 16,-10 8-44-16,4 6 121 0,0 3-61 0,5 1-21 15,0 2-9-15,4 3 158 16,3-1-94-16,4 0-47 0,12-1 9 0,2 0 102 15,5 1-79-15,2-1-40 0,2 4 22 0,14-5-31 16,7-2 10-16,1 3-71 0,7-3 0 0,-1-2 31 0,1 1 0 16,-2 0-44-16,-6-2 53 15,-2 0-9-15,-5 3 0 0,-5 2 29 0,-8 0 1 16,-1 3-30-16,-2 0 9 0,-11 2-17 0,-8 0-31 16,-4 1 0-16,-6-3 0 0,1-1 0 15,0-1 0-15,0-4 0 0,1-2 0 0,1-3 0 0,9-5 0 16,-2-1 0-16,10-3 0 0,-1-1 0 0,4-2 0 15,5 0-156-15,1 0-252 0,5-9 195 0,16-10 4 16,9-9-661-16,2-1 416 0</inkml:trace>
  <inkml:trace contextRef="#ctx1" brushRef="#br0" timeOffset="154049.23">15933 11844 2412 0,'8'-6'0'0,"-2"3"0"0,-2 1 0 0,-3 1 0 0,-1 1 0 0,0 0 0 0,0 0 0 0,-7 9 0 0,2 5 0 0,-2 2 0 0,0 0 164 0,3 1 108 0,1 0-108 16,-1 0-67-16,4-1-29 0,0 4-68 0,0-3-1 16,0-4 40-16,0 0 9 0,0-1-510 0,2-3 250 15,3-3 125-15,1 0-669 16,1 1 381-16</inkml:trace>
  <inkml:trace contextRef="#ctx1" brushRef="#br0" timeOffset="154424.57">16084 11382 2276 0,'-2'-10'0'0,"0"7"0"0,-2-1 0 0,1 1 0 0,1 1 0 0,0-1 0 0,0 2 0 0,2 1 0 0,-2 0 0 0,2 0 0 15,0 0 93-15,0 4 107 0,0 1-81 0,0 2-40 0,2 1 0 0,0 2-125 0,2 1 37 16,-1 0 0-16,1 0 48 0,-2 1-359 0,0-3 180 16,1 0 99-16,-1 2-592 15,1-4 274-15,-1 0 175 0,-2-2-1 0,1 4-118 16</inkml:trace>
  <inkml:trace contextRef="#ctx1" brushRef="#br0" timeOffset="155157.44">16209 11691 1853 0,'0'0'0'0,"-2"0"0"0,1 0 0 0,-1 0 0 0,0 8 0 0,2 7 0 0,0 0 0 0,0 6 0 0,0 2 0 0,0 5 0 0,0 0 162 0,0 2-61 0,0-2-31 15,0 0 55-15,0-4-33 16,0 3-10-16,0-4 22 0,-2-2-32 0,0-5 0 16,1-1-33-16,-1-3 51 0,-2-5-9 0,4-3-42 15,-2-3 34-15,2 1 0 0,-1-2-24 0,1 0-11 16,0-7 71-16,0-13-35 0,7-3 0 0,4-3-36 15,2-3-118-15,2-1 54 0,4-1 32 0,-3-3 1 16,4 8-30-16,-1-3 31 16,-5 10 11-16,1 1-67 0,-1 3 21 0,-5 7-1 15,1 0 4-15,-1 7 36 0,-2 1-34 0,0 0-2 16,2 5 307-16,-4 12-131 0,-1 8-58 0,-2-1-36 16,-1 6 26-16,1 0-84 0,-2 2 0 0,0-2 0 15,0 0 0-15,0 0 0 0,0-7 0 0,0 1 0 16,0-2 0-16,0 0 0 0,0-5 0 0,0-1-13 15,0-4-82-15,0-3 56 0,0-2-712 0,0-1 357 16,0-2 177-16,0-2 90 0,0-1-491 0,0-1 295 16,0 0 142-16,0 0 71 0,0-13-301 0</inkml:trace>
  <inkml:trace contextRef="#ctx1" brushRef="#br0" timeOffset="155459.37">16602 11405 2446 0,'2'-4'0'0,"0"2"0"0,-2 0 0 0,0 2 0 0,0 0 0 0,0 0 0 0,0 0 0 0,0 0 0 0,0 0 0 0,0 4 0 0,-8 9 123 0,-1 1-42 16,-4 2 10-16,0-1 10 0,-3 2-31 0,2 0 0 15,-3-1 40-15,4-4-35 0,1-3 9 0,3 0-45 16,0-2 221-16,5-2-111 0,0-3-55 0,4-1-27 15,0 2 4-15,0-1-71 0,10 0 0 0,12-2 0 16,7 0 0-16,1 0 0 0,5-2 0 16,8-4 0-16,-2-1 0 0,1-1 0 0,1 0 0 15,-4 1 0-15,8-1 0 0,-6 2 0 16,-7-2 0-16,1 4-232 0,-7 0 74 0,-7 3-18 16,-1-2 76-16,-10 3-10 0,-1 0 36 0,-2 0-1172 15,-5 0 603-15</inkml:trace>
  <inkml:trace contextRef="#ctx1" brushRef="#br0" timeOffset="155633.84">16867 11253 2655 0,'-12'-7'0'0,"5"1"0"0,0 4 0 0,1 0 0 0,3 0 0 0,-2 2 0 0,2 6 0 0,3 14 0 0,0 3 0 0,0 5 0 0,-2 5 292 0,-2 3-127 0,0 2 149 0,-1-1-138 15,-2 9-68-15,2-13-25 0,0 7 55 0,-1-4-138 16,3 1 0-16,1-2-148 0,0-3-24 0,2-5 115 15,0 5 43-15,0-9-739 0,0-2 395 16,0 3 101-16,4-6-685 0</inkml:trace>
  <inkml:trace contextRef="#ctx1" brushRef="#br0" timeOffset="155816.34">16953 11762 2882 0,'0'-4'0'0,"0"2"0"0,-2 0 0 16,0 0 0-16,2 2 0 0,0 0 0 0,0 0 0 0,12 0 0 0,6 0 0 0,7 0 0 0,-1 0 88 0,3 0 141 0,1 0-96 0,2 0-37 16,2 0-10-16,-2 0-452 0,0 0 202 0,-5 0 102 15,-2 0-549-15,0 0 316 0,-4 0 163 0,-2 0 80 16,-7 0-622-16,1 0 317 0,-2 0 151 0,-4-2 88 16</inkml:trace>
  <inkml:trace contextRef="#ctx1" brushRef="#br0" timeOffset="156007.87">17271 11478 2201 0,'-18'-19'0'0,"4"6"0"0,-4 5 0 0,2 3 0 15,-1 3 0-15,2 2 0 0,1 2 0 0,0 17 0 0,2 5 0 0,3 6 0 0,0 10 347 0,5-3-145 0,-2 15-87 0,4-2-38 0,-2 1 430 16,4 3-235-16,0-3-116 0,0-10-102 0,2 9-54 16,8-8 0-16,1-11 0 0,2 4 0 0,2-8 0 0,0-4 0 15,2-2 0-15,0-4 0 0,2-9-128 16,0 0 47-16,-1-6 59 0,3-2-403 0,0 0 215 15,1 0-39-15,-1-10-474 0,2-2 342 0,-2-5 172 16,4-3-404-16</inkml:trace>
  <inkml:trace contextRef="#ctx1" brushRef="#br0" timeOffset="156467.26">17513 11739 2406 0,'-10'-6'0'0,"4"5"0"0,5-2 0 0,-1 2 0 0,2 1 0 0,0 0 0 16,2 0 0-16,11 0 0 0,9 0 0 0,5 0 0 0,3 0 100 0,0-2-32 0,2 0 254 0,-6 2-134 0,10-2-80 15,-8 0-36-15,0 2-62 0,-1 0 26 0,-7 0 1 16,2 0-327-16,-2 0 158 0,-6 0 85 16,-2 0 42-16,-3 0-474 0,-2 2 252 0,-1 2 34 15,-3-1-484-15,0 1 321 0,-3-1 159 0</inkml:trace>
  <inkml:trace contextRef="#ctx1" brushRef="#br0" timeOffset="157239.74">17849 11773 1376 0,'0'-4'0'0,"0"0"0"0,0-1 0 0,-3-1 0 0,2-1 0 0,-1-4 0 0,-2 1 0 0,2-1 0 0,-1 1 0 0,-1-1 0 0,-3 0 97 0,-1 1-30 16,-2 2 0-16,0 2 195 0,-6 1-102 0,2 4-66 15,-11 1 218-15,2 0-137 0,-3 1-69 16,-4 14-34-16,-1 7 301 0,-2 3-172 0,5 6-82 0,6-5-40 15,-1 6 269-15,6 0-325 0,6 2-23 0,3-4 0 16,8-1 0-16,0-2 0 16,0-1 0-16,8-1 0 0,7-7 0 0,5 3 0 15,1-4 0-15,4-6 0 0,1-1 0 0,1-6 0 16,0-3 0-16,7-1 0 0,-6 0 0 0,2-11 0 16,-2-4 0-16,-3-5 0 0,-1-1-71 0,-1-3-13 15,-5 1-154-15,0-4 100 0,-5 1 55 0,-6 7 0 16,1-3 36-16,-6 5 9 0,0 1 203 15,-2 5-102-15,0 5-50 0,0 0-26 0,-10 3 458 0,-3 3-336 16,0 0-109-16,-1 12 0 0,4 8 0 0,-1 3 0 16,8 0 0-16,1 6 0 0,2 0 0 0,0-1 0 15,4 0 0-15,9-8 0 16,6 5 0-16,0-6 0 0,2-6 0 0,2-4 0 16,2-5 0-16,-2-4 0 0,5 0 0 0,-3-1 0 15,1-11 0-15,-4-3 0 0,-1-3 0 0,-6 0 0 16,2-6 0-16,-6 1 0 0,-3-2 0 0,-3 0 0 15,-3-4 0-15,-2 0 0 0,0-4 0 0,-7 3 0 16,-9 3 0-16,-2 2 0 0,-5 4 0 0,1 10 0 16,-8 0 0-16,-1 9 0 15,1 2 0-15,2 0 0 0,2 7 0 0,6 4 0 16,1 7 0-16,2-1 0 0,5 1 0 0,7 1 0 16,3 0 0-16,2 1 0 0,0-3-6 15,15 4-161-15,6-5-331 0,3-6 230 0,4 0 115 0,4-6 48 16,2 1-657-16,3-5 361 0,9 0 182 0,-7 0 90 15</inkml:trace>
  <inkml:trace contextRef="#ctx1" brushRef="#br0" timeOffset="157513.47">18597 11744 3072 0,'10'-16'-1'0,"-8"6"1"0,-2-4 0 0,0 2 0 0,-9 5 0 0,-6-2 0 0,-5 6 0 0,-5 1 0 0,-5 2 0 0,2 0 0 0,-1 0 445 0,3 12-204 0,2 3-67 0,7 1-174 16,0-1 0-16,8 4 0 15,1 8 0-15,8-5 0 0,0 4 0 0,0-3 0 16,11 7 0-16,7-5 0 0,0-3 0 0,3 1 0 16,-2-5 0-16,-3-3 0 0,2 2 0 0,-4-3 0 15,-4-3 0-15,-4-2 0 0,-3 1 0 0,-1-1 0 16,-2-1 0-16,0-1 0 0,-9 0 0 0,-8 1 0 16,-4 0 0-16,-3-1 0 0,-1-3 0 0,1-1 0 15,3 0 0-15,-3-3 0 0,1 0 0 0,4 0 0 16,1-5 0-16,3-7-334 0,4-6-37 15,2-8 166-15,9-3-601 0,0-16 389 0,1-1 189 0,18-13-490 16,0 2 340-16</inkml:trace>
  <inkml:trace contextRef="#ctx1" brushRef="#br0" timeOffset="157765.17">18435 11514 2306 0,'18'-28'0'0,"2"6"0"0,0 1 0 0,-1 1 0 0,2 4 0 0,-1 2 0 0,1 3 0 0,3 1 0 0,3 7 0 0,1-1 0 0,2 3 535 0,0 1-249 0,-4 0-114 0,2 3-73 16,-3 9 130-16,-10 1-96 0,1 3-48 0,-4 2-88 15,-6 0 50-15,-4 3-10 0,-2 3-32 0,-8-3-5 16,-9-2 0-16,-4-1 0 16,3-3 0-16,-10 1 0 0,3-5 0 0,6-4 0 15,-1 1 0-15,8-5 0 0,1 0 0 0,6-2 0 16,1-1 0-16,2 0 0 0,2 0 0 0,2 0 0 16,12 0 0-16,15 0 0 0,-1 0 0 0,4-1 0 15,2-2 0-15,1 1 0 0,5 1 0 0,-4-4 0 16,-1 4 0-16,-3-1 0 0,0 2 0 0,-2 0-329 15,-5 0 107-15,-1 2 97 0,-2 5-741 0,-4 2 415 16,-4 2 206-16,-2-1-516 0</inkml:trace>
  <inkml:trace contextRef="#ctx1" brushRef="#br0" timeOffset="157942.01">19039 11741 2619 0,'-21'3'-1'0,"1"3"0"0,3-4 1 0,6 0 0 0,2-2 0 0,5 0 0 0,0 0 0 0,4 2 0 0,0 0 0 0,15 0 0 0,10 0 172 0,1 1-67 0,5-1 236 0,0 0-142 15,5 0-86-15,1 0-42 0,-1-2 0 0,1 0-34 16,-1 0-312-16,-3 0 165 16,-3 0 69-16,-10 0 39 0,1 0-516 0,-10 0 277 15,0 2 108-15,-5-2 86 0,-4 0-640 0,-2 0 325 16,0 0 162-16,0 0-213 0,-6-4 187 0,-2-9 85 16,-1-4 57-16</inkml:trace>
  <inkml:trace contextRef="#ctx1" brushRef="#br0" timeOffset="158120.04">19331 11529 2064 0,'-8'-20'0'0,"1"4"0"16,-1 6 0-16,1 0 0 0,-1 5 0 0,0 2 0 0,1 3 0 0,-2 0 0 0,-1 6 0 0,-1 16 0 0,0 4 571 0,-1 12-266 0,0 3-135 15,3 4 231-15,-2 4-173 0,6 2-100 0,1-1-64 16,4 0-64-16,0-2 0 0,0-3 0 0,4-7 0 16,9-1 0-16,2-1 0 0,4-6 0 0,3-3 0 15,1-7 0-15,-2-3 0 0,7-4 0 0,-4-3 0 16,1-3-192-16,1-5 6 0,-5 0-879 0,4-2 505 15,0 0 266-15</inkml:trace>
  <inkml:trace contextRef="#ctx1" brushRef="#br0" timeOffset="158265.54">20057 12111 3931 0,'0'0'0'0,"0"0"0"0,0 0 0 0,0 0 0 0,0-2 0 0,-1-3 0 0,-3 2 0 0,0-2 0 0,1-2 0 0,-1-2 0 0,2 2 0 0,-1-1 0 16,0 2 0-16,1-3-445 0,-2 2-24 0</inkml:trace>
  <inkml:trace contextRef="#ctx1" brushRef="#br0" timeOffset="159439.79">20328 11968 1824 0,'-13'-14'0'0,"3"7"0"0,1 2 0 0,2-5 0 0,-3-5 0 0,3 1 0 0,-1-2 0 0,1 0 0 0,2-2 0 0,-2-2 0 0,3-1 101 0,1 1-31 16,-1 1 0-16,1 2 7 15,-1 2-9-15,0 7-30 0,-2 1 128 0,-1 3-64 0,-4 4-32 0,-3 2 10 16,-6 24 83-16,-3 11-62 0,-5 14-31 16,1 4-1-16,3 3 71 0,6-7-42 15,-2 6-35-15,6-5 208 0,7-5-116 0,4-9-59 16,3-2-57-16,0-9-39 0,12 1 0 0,6-7 0 16,5-10 0-16,3-5 0 0,4-6 0 0,4-2 0 15,12-24 0-15,0-14 0 0,-3-3 0 16,2-7 0-16,-7 1 0 0,7-17 0 0,-9 4 0 0,-4-4 0 15,-4-2-215-15,-3 1-3 0,-9 5 93 0,1-15-8 16,-6 6 47-16,-3-1 24 16,-5 6 10-16,1 15 15 0,-4 14-11 0,0 7 10 15,0 8 226-15,-6 9-113 0,-6 7-56 0,1 6-29 16,-7 17 390-16,1 24-188 0,1 12-95 0,0 6-24 16,7 7-73-16,2 8 0 0,5 1 0 0,2 2 0 15,0-1 0-15,7 0 0 0,9-8 0 0,6-6 0 16,2-14 0-16,6 1 0 0,2-8 0 0,4-9 0 15,1-9 0-15,3-7 0 0,-2-13 0 0,11-3 0 16,-5-8 0-16,1-18 0 0,6-14 0 0,-3-5 0 16,-2-7 0-16,9-21 0 15,-2-3 0-15,-3-10 0 0,-3-4-30 0,-4-2-125 16,-11 9 50-16,0-17 38 0,-13 26-46 0,-6 4 38 16,-10 21 0-16,-1 10 37 0,-2 11 170 0,0 7-81 15,-13 12-44-15,-8 9 0 0,-4 15 454 0,0 22-461 16,-1 12 0-16,-1 17 0 0,10-2 0 0,8 7 0 15,5 0 0-15,4 7 0 0,0 2 0 0,13 1 0 16,8-2 0-16,5-5 0 16,5-2 0-16,4-10 0 0,-1-11 0 0,6-4 0 15,1-6 0-15,0-9 0 0,-2-7 0 0,-6-10-79 16,-4-6-132-16,4-1-429 0,-13-6 301 0,-3-2 151 16</inkml:trace>
  <inkml:trace contextRef="#ctx1" brushRef="#br0" timeOffset="159598.56">20900 11623 3931 0,'-32'-3'0'0,"14"3"0"0,13 6 0 0,3-2 0 0,2 4 0 0,16 4 0 0,20 2 0 0,15-2 0 0,20 1 0 0,35-1 0 0,4-4 0 0,12-3 0 0,28-5 0 0,-10 0 0 15,2 0 0-15,-4-3 0 0,-3 3-361 16,-19 0 87-16</inkml:trace>
  <inkml:trace contextRef="#ctx1" brushRef="#br0" timeOffset="168444.74">22636 11509 3442 0,'-7'-3'0'0,"5"1"0"0,2 2 0 0,0 0 0 0,0 0 0 0,0 0 0 0,0 0 0 0,2 0 0 16,9-1 0-16,8-1 0 0,1-1 278 0,5 2-124 0,-2 1-97 0,3-3-57 0,1 3 0 0,1 0 0 15,-5 0 0-15,6 0 0 16,-3 0 0-16,-5 0 0 0,2 0-667 0,-5 3 294 0,0 4 209 16,-6 4 96-16</inkml:trace>
  <inkml:trace contextRef="#ctx1" brushRef="#br0" timeOffset="168606.3">22723 11857 3887 0,'-15'8'0'0,"4"-1"0"0,5-1 0 0,3-4 0 0,-1-2 0 0,4 2 0 16,0 2 0-16,11-1 0 0,13 1 0 0,5 0 0 0,3-4 44 0,1 1-44 0,1-1 0 0,2 0 0 0,-1 0 0 0,-1 0 0 0,0 0-16 15,-6 0-74-15,5 0 59 16,-6 0-955-16,-1-1 498 0,1-5 251 0</inkml:trace>
  <inkml:trace contextRef="#ctx1" brushRef="#br0" timeOffset="168991.33">23348 11335 3062 0,'-9'-18'0'0,"7"12"0"0,2 2 0 0,0-4 0 0,6-2 0 0,10 0 0 0,7 2 0 0,3 1 0 0,3-1 0 0,4 5 0 0,13-1 175 0,-3 4-68 0,0 0-4 16,-1 0-32-16,-9 7-1 0,-1 6-219 0,-4 4 89 0,-8 2 49 16,-6 2 24-16,-8 5-150 0,-6 1 87 0,-2 2 53 15,-21 7 20-15,-5-8-18 0,-4 1 25 0,-4-4 0 16,-1-2 218-16,5-5-140 0,-2-3-51 0,6-3-6 31,9-4 131-31,6-3-182 0,1-1 0 0,7-1 0 0,1-2 0 0,4-1 0 16,6 4 0-16,20 0 0 0,10 2 0 0,-3-3 0 15,13 5 0-15,-5 1 0 0,3 4 0 0,-12 0 0 16,3 3 0-16,-5 2 0 0,-3 2 0 0,-9 3 0 16,-6 1 0-16,-7 2 0 0,-5 4 0 0,0-3 0 15,-12 1 0-15,-10-1 0 0,-6-3 0 0,-7 2 0 16,1-7 0-16,-1-8 0 0,-2 0 0 16,1-2 0-16,1-4 0 0,1-5 0 15,6 0 0-15,7 0 0 0,3 0 0 0,2-5 0 16,7-10 0-16,7-1 0 0,2-5 0 0,6-2-882 15,15 1 270-15</inkml:trace>
  <inkml:trace contextRef="#ctx1" brushRef="#br0" timeOffset="169415.37">24429 11632 2592 0,'11'-9'0'0,"0"-3"-1"0,-4-3 0 0,-1-3 0 0,0-6 0 0,0 0 0 0,-1 0 0 0,2-1 1 0,1-1-1 0,0 0 0 0,-3 4 95 0,1-6 134 0,-4 3-95 0,-2 0-49 16,0 7-23-16,0-2 68 0,-8 4-37 0,-5 2-10 15,-4 6 160-15,-3 6-102 16,-7 2-78-16,-1 2-62 0,-4 18 0 0,-6 12 0 16,1 4 0-16,0 5 0 0,3 6 0 15,2 2 0-15,6-1 0 0,5 5 0 0,6 0 0 16,7-3 0-16,6-3 0 0,2-1 0 0,0-11 0 15,14-1 0-15,4-4 0 0,6-7 0 0,5-6 0 16,1-10 0-16,2-5 0 0,1-2 0 0,1-6 0 0,3-18 0 16,-5-4 0-16,-2-5 0 0,-3-2 0 0,3-8 0 15,-7 3 0-15,0-5 0 0,-7 5 0 0,-2 5 0 16,-5 8 0-16,-4-1 0 0,-3 10 0 16,0 7 0-16,-2 2 0 0,0 2 0 15,0 7 0-15,-9 0 0 0,-2 16 0 0,3 6 0 0,2 7 0 16,2 1 0-16,3 4 0 0,1 3 0 15,0 0 0-15,1 0 0 0,9 0 0 0,3-3 0 16,4-4 0-16,2-3 0 0,2-5 0 0,0-4 0 16,4-3 0-16,0-2 0 0,1-1-210 0,1-3-257 15,1 0 213-15</inkml:trace>
  <inkml:trace contextRef="#ctx1" brushRef="#br0" timeOffset="170247.22">25469 11459 1400 0,'0'-16'0'0,"0"2"0"0,0 1 0 0,0-4 0 0,0 2 0 15,-2 0 0-15,-3 2 0 0,-4 1 0 0,-4 5 0 0,1 1 0 0,-7 4 189 0,-8 2-76 0,-3 0-38 0,-5 12 1 0,3 4-29 0,-13 11 137 16,3 1-73-16,1 3-37 0,0 2 214 16,7 0-125-16,10-8-54 15,1 3-40-15,14-7 230 0,0 1-131 0,9-2-65 0,0-1-33 16,13-3 89-16,15 0-65 0,7-1-28 0,5-5 1 15,5-2-60-15,0-1-7 0,-10-1 0 0,4 1 0 16,-4 0 0-16,-13 1 0 0,1 4 0 0,-9-3 0 16,-3 5 0-16,-10 0 0 0,-1 3 0 0,-3 6 0 15,-18 1 0-15,-11 2 0 0,4-3 0 0,-12 3 0 16,3-4 0-16,5-4 0 0,-4-3 0 0,6-6 0 16,8-3 0-16,-3-3 0 15,8 0 0-15,8-3 0 0,1 0 0 0,7-6-126 16,1-14-65-16,14-9 91 0,14-3-930 0,6-6 495 15,8 1 249-15,1 0-497 0</inkml:trace>
  <inkml:trace contextRef="#ctx1" brushRef="#br0" timeOffset="170879.21">25475 11643 3097 0,'22'-11'0'0,"-5"8"0"0,-8 0 0 0,1 2 0 0,-5 1 0 0,-3 4 0 0,-2 10 0 0,0 3 0 0,0 8 0 0,-5-1 0 0,-1-4 411 0,-3 9-191 0,1-3-91 0,1-8-103 15,3 6 11-15,0-6-26 16,4-5-11-16,0 1-146 0,0-7 55 0,0-2 64 15,0-5 33-15,2 0-720 0,4-5 386 0,7-18 178 16,-4-4 94-16,-1-5-662 0,5-10 340 0,-5-3 170 16,-3-4-76-16,2-6 128 0,-1-12 59 0,2 1 29 15,3-5-1-15,0 1 32 0,2 14-11 0,2 0 288 16,-1 7-139-16,-3 15-69 0,-3 12-35 0,-1 7 256 16,-1 3-154-16,3 11-64 0,-2 1 708 0,-2 15-352 15,2 14-177-15,-3 16-88 0,-3 6 431 16,1 15-264-16,-2-2-128 0,0 2-64 0,0-1 121 15,0-3-222-15,-3-9 0 0,1-1 0 0,0-2 0 16,2-13 0-16,0-3 0 0,0-10 0 16,0-7 0-16,0-4 0 0,0-7 0 0,2-4 0 15,5-2 0-15,6-15 0 0,2-15 0 0,6-8 0 16,1 0-13-16,3 1-183 0,-1 0 60 16,3-1 51-16,-7 12 4 0,3 1 131 15,-7 10-44-15,-1 3 0 0,-3 7 124 0,-3 3-83 0,2 2-38 16,-5 5-16-16,-2 18 277 0,-2 4-270 0,-2 4 0 15,0 6 0-15,0 0 0 16,0-1 0-16,0 1 0 0,0-3 0 0,0-4 0 16,4-9 0-16,5-1 0 0,2-3 0 0,4-8 0 0,2-5 0 15,2-4 0-15,6 0 0 0,-5-13 0 0,2-9 0 16,1-4 0-16,2-10 0 16,-5-2 0-16,3-7 0 0,-1-3 0 15,4-13 0-15,-1-1 0 0,1-6-15 0,2-7-258 0,0-3 108 0,0 1 69 16,-1 7-125-16,-6 20 93 0,-4-1 44 0,-4 19 243 15,-6 9-108-15,-3 8-40 0,0 4-24 0,-2 7 276 16,-2 2-150-16,0 2-75 0,-5 25-48 16,-5 11 380-16,0 4-370 0,3 13 0 15,-2 11 0-15,5 2 0 0,2-8 0 0,2 16 0 16,0-11 0-16,0-8 0 0,7 0 0 0,6-1 0 0,1-12 0 0,2 8 0 16,2-11 0-16,-6-7 0 15,3-2 0-15,0-5 0 0,-3-9 0 16,-2-1 0-16,-2-7 0 0,2-2 0 0,-6-5-470 15,2-1-46-15,-6 0 230 0,0-4 129 0,0-15-608 0,0-7 363 16</inkml:trace>
  <inkml:trace contextRef="#ctx1" brushRef="#br0" timeOffset="171040.25">26223 11318 3586 0,'-35'-9'0'0,"5"5"0"0,0 3 0 0,8 1 0 0,3 0 0 0,10 0 0 0,0 0 0 0,6 0 0 0,3 0 0 0,14 0 0 0,17 3 153 0,9 5 39 15,9-5-192-15,3 1 0 0,18 0 0 0,-6-4 0 0,5 0 0 16,0 0 0-16,3-2 0 0,-14 0 0 16,6 0 0-16,-6 0-256 0,-4 2-96 0,-2 0 195 15,-6 4 97-15,-7 7-1107 0</inkml:trace>
  <inkml:trace contextRef="#ctx1" brushRef="#br0" timeOffset="172002.14">27374 11423 2507 0,'-2'-15'0'0,"0"0"0"0,-1-3 0 0,1-1 0 16,-4 2 0-16,1 0 0 0,0 2 0 0,-2-1 0 0,-1 1 0 0,-3 7 0 0,-2 0 89 0,-3 6 118 0,-6 2-86 0,-4 0-32 16,-6 17 154-16,0 7-103 0,-1 6-51 0,-2 6-26 15,2 2 209-15,9-3-161 0,-1 13-111 0,6-10 0 16,10-5 0-16,1 3 0 0,3-4 0 0,5-7 0 15,0 8 0-15,11-7 0 0,3-3 0 0,7-5 0 16,4-3 0-16,5-7 0 0,4-8 0 0,1 0 0 16,6-4 0-16,-1-13 0 0,-2-7 0 0,-6 1 0 15,7-9 0-15,-13 8 0 0,-1-2-238 0,-5 1 56 16,-5 6 72-16,-4 1 160 0,-5 6-39 0,-3 2-24 16,-2 3 0-16,-1 4 422 0,0 0-323 15,-9 3-86-15,-3 0 0 0,-7 13 0 16,3 7 0-16,0 3 0 0,5-1 0 0,6 0 0 15,-3 9 0-15,5-5 0 0,3 0 0 0,0-7 0 16,6 3 0-16,6-3 0 16,3-4 0-16,4-6 0 0,4-5 0 0,1-4 0 0,0 0 0 0,-1-4 0 15,3-13 0-15,-5 1 0 0,-1-3 0 0,-1-2 0 16,-4-3 0-16,-6 3 0 0,1-10 0 16,-4 2 0-16,-5-1 0 0,-1-2 0 15,0 0 0-15,-5 8 0 0,-13-5 0 0,0 10 0 16,-4 5-15-16,-3 2 30 0,0 7-15 0,3 3 0 15,-3 0 0-15,5 2 0 0,4 0 0 0,7 0 0 16,0 2 0-16,3 2 0 0,6 5 0 0,0 3 0 16,0-4 0-16,12 4 0 0,9-1 0 0,6-2 0 15,8-3 0-15,0-1 0 0,8-4 0 0,-1-1 0 16,-8 0 0-16,4 0 0 0,3-4 0 0,-7-2 0 16,-4 3 0-16,-7 1 0 0,-10 0 0 0,1-1 0 15,-6 2 0-15,-2 1 0 16,-5 0 0-16,-1 0 0 0,0 0 0 0,-11 0 0 15,-12 11 0-15,3 0 0 0,0 4 0 0,2-3 0 16,1 1 0-16,2 0 0 0,5 2 0 0,4-1 0 16,4 1 0-16,2-2 0 0,0 2 0 0,8-2 0 15,12-1 0-15,0 1 0 0,5-5 0 0,-1 2 0 16,-6-3 0-16,2 0 0 0,-5-2 0 16,-8 0 0-16,1 1 0 0,-5 0 0 15,-3-1 0-15,0 3 0 0,-15 1 0 0,-8 1 0 16,-7-1 0-16,0-1 0 0,5-3 0 0,0 1 0 15,2-4 0-15,13 0 0 16,-1-2 0-16,2 1 0 0,6-1 0 0,3 0 0 0,0 0 0 0,8-1 0 16,19-7 0-16,9-7 0 0,6-1 0 0,4-2 0 15,7-2 0-15,11-5 0 0,-8-1 0 0,1-2 0 16,-7 0 0-16,10-10 0 0,-10-1 0 0,0-3 0 16,-3-4 0-16,-1-8 0 15,-6-4 0-15,1-7 0 0,-5 1-125 0,-11 13 46 16,-3 0 9-16,-12 16-135 0,-7 5 75 0,-3 2 50 15,0 7 313-15,-5 4-135 0,-12 8-68 0,-4 7-33 16,-1 2 334-16,-8 0-331 0,8 11 0 16,-1 12 0-16,-4 12 0 0,8 9 0 0,3 5 0 0,3 3 0 15,7 12 0-15,2-2 0 0,4-2 0 0,0-8 0 16,0 4 0-16,5-2 0 16,8-6 0-16,1-3 0 0,2-3 0 0,-2-7 0 15,2-1 0-15,1-6 0 0,-4-9 0 0,-1 0 0 16,-4-6 0-16,-1-6 0 0,-4-1 0 0,-1-4-672 15,-2-2 116-15,0 0 259 0,-11-2-211 0,-3-13 226 16</inkml:trace>
  <inkml:trace contextRef="#ctx1" brushRef="#br0" timeOffset="172148.08">27842 11291 3649 0,'-18'-10'0'0,"9"8"0"0,5 2 0 0,4 0 0 0,0 0 0 0,21 0 0 0,16 10 0 0,10 0 0 0,9 0 0 0,20-1 0 15,-1-1 282-15,17 1-282 0,-7-2 0 0,5-1 0 0,-12-2 0 16,9-2 0-16,-6 0 0 0,-5 2 0 0,-2 0-59 16,-9 3-699-16</inkml:trace>
  <inkml:trace contextRef="#ctx1" brushRef="#br0" timeOffset="173597.97">29616 11654 1277 0,'-6'-16'0'0,"1"1"0"0,1-1 0 0,-3 0 0 0,2-1 0 16,0-4 0-16,-3 2 0 0,3-1 0 0,-2 0 0 0,2 4 0 0,0-1 83 0,-1 2-8 0,1 2 66 0,-2 3-51 0,4 3-26 0,-1 3 14 0,-1 0 9 16,-1 4-49-16,-6 0 0 0,0 15 67 15,-6 15-34-15,-2 6 0 0,3 1-24 0,-2 11 71 0,5-3-41 16,5-10 1-16,2 5 17 0,7-5-19 0,0-4-9 16,0-5-30-16,9-5-13 15,3-5 13-15,3-2 1 0,0-5-27 0,0-6-9 16,2-3 35-16,3 0 1 0,1-11 27 0,1-11-28 15,1-7 11-15,7-8-40 0,-3-4 0 0,4-3 19 16,-4-1 9-16,6-11-185 0,-6 11 91 0,8-15 27 16,-10 6 25-16,-3-4-149 0,-1 0 79 0,-4-1 27 15,-5 8-128-15,-1 1 72 0,-4 12 43 0,-5 11-1 16,0 7-14-16,1 7-1 0,-3 6-8 16,0 5 298-16,0 2-122 0,-10 22-62 15,-4 17-30-15,-2 4 295 0,2 9-132 0,-2 11-80 16,4-3-6-16,5-9 314 0,4 7-175 0,3-3-89 15,0-10 83-15,0 7-208 0,9-10 0 0,4-11 0 16,5 2 0-16,4-9 0 0,-4-7 0 0,7-4 0 16,0-7 0-16,2-6 0 0,2 0 0 0,3-19 0 15,-2-4 0-15,7-13 0 0,-5 0 0 16,1-6 0-16,7-11 0 0,-7 1 0 0,-3 3 0 16,8-19-41-16,-9 3-171 0,-2-3 92 15,-1-3-184-15,-2-1 133 0,-7 14 58 0,-5 2-67 16,-5 22 71-16,-5 13 36 0,1 10 0 0,-3 2 160 15,0 6-72-15,-5 12-22 0,-12 26 1 0,-1 8 333 16,0 6-182-16,3 11-91 0,3-6 614 0,1 21-555 16,5-7-113-16,5-1 0 0,1-2 0 0,0-13 0 15,1 4 0-15,10-3 0 0,3-6 0 0,2-3 0 16,4-5 0-16,-7-8 0 16,7 4 0-16,-2-9 0 0,-3-2 0 0,-2-6 0 15,-3-4-236-15,2-3 53 0,-7-3-892 0,2-2 524 16,-7-5 256-16</inkml:trace>
  <inkml:trace contextRef="#ctx1" brushRef="#br0" timeOffset="173744.91">29999 11375 3931 0,'-3'-8'0'0,"3"6"0"0,0 1 0 0,10-3 0 16,17-2 0-16,9 4 0 0,22-2 0 0,22-2 0 0,8 1 0 0,-4-1 0 0,34-1 0 0,-11 0 0 0,1 1 0 0,4 2 0 0,-4 2 0 0,-20 2 0 15,22 6 0-15,-18 16 0 0</inkml:trace>
  <inkml:trace contextRef="#ctx1" brushRef="#br0" timeOffset="183508.6">3982 13430 2163 0,'-28'-1'0'16,"2"1"0"-16,2 0 0 0,-3 0 0 0,4 0 0 0,6 0 0 0,-3 0 0 0,7 0 0 0,3 0 0 0,1 0 0 0,8 0 73 0,-1 0 340 0,2-2-186 0,2-5-95 0,15-3 73 0,8 1-73 16,3-1-52-16,2 3 0 15,5 0-14-15,0-1 1 0,1 3-29 0,-2 3-51 16,0 2 21-16,-4 0-1 0,-1 0 32 0,-5 11-41 15,-3 2 0-15,-3 4 50 0,-6 5-10 0,-5 3-81 16,-6 3 10-16,-1 4 31 0,-1-1 62 0,-15 4 5 16,-5-4-66-16,0-1 17 0,-3-1 54 0,1-5-70 15,-1-6 0-15,6-3 0 0,0-1 0 0,1-4 0 16,9-5 0-16,3-1 0 0,0-2 0 16,5-1 0-16,0 2 0 0,3 3 0 15,11-1 0-15,10 1 0 0,3 1 0 16,3 4 0-16,3 1 0 0,3 3 0 0,-2 0 0 15,-4 3 0-15,0 3 0 0,-6 1 0 0,-4 3 0 16,-5 1 0-16,-6 0 0 0,-5 3 0 0,-4 2 0 16,0 2 0-16,-10-2 0 0,-10 0 0 0,-8 0 0 15,-4-3 0-15,-3-5 0 0,-1-4 0 0,-8 0 0 16,9-10 0-16,-3-1 0 0,0-4 0 0,4-4 0 16,3 0 0-16,2-3 0 0,5-8 0 15,3-4 0-15,7 0 0 0,5-3 0 16,4-4 0-16,5 1-42 0,0-4-126 15,10 2 71-15,8 0-474 0,7 3 266 0,3 1 124 0,4 1-704 16,3-1 424-16,5-1 211 0</inkml:trace>
  <inkml:trace contextRef="#ctx1" brushRef="#br0" timeOffset="183845.11">4553 13541 2718 0,'-7'0'0'0,"2"0"0"0,4 0 0 0,0 0 0 0,1 0 0 0,0 3 0 0,1 4 0 0,9-1 0 0,4 0 0 15,5 1 0-15,6 2 130 0,-1-1-46 0,-3-4-15 0,9 1 19 0,-3-3-26 0,-2-2 0 16,-3 0-25-16,-1 0-26 16,-3 0 9-16,-4-2 16 0,-1-5 56 0,-6-5-27 15,-2 0-1-15,-3-3-28 0,-2-3 149 0,0 0-80 16,-6-5-38-16,-8 4-67 0,-3-1 0 0,-5 3 0 15,4 2 0-15,-7 0 0 0,0 5 0 0,3 6 0 16,-2 3 0-16,2 1 0 0,2 0 0 0,0 5 0 16,3 9 0-16,7 1 0 15,2 1 0-15,3 5 0 0,5 0 0 0,0 5 0 0,2-4 0 0,10 1 0 16,4 0 0-16,4-3 0 16,-2-3 0-16,9 4-29 0,-1-7-346 0,3 2 169 15,-1-5 84-15,2 1-795 0</inkml:trace>
  <inkml:trace contextRef="#ctx1" brushRef="#br0" timeOffset="184651.23">6437 13266 1903 0,'0'-13'0'0,"0"5"0"0,0 3 0 0,-2 0 0 0,-1 0 0 0,1 3 0 0,-2 1 0 0,2 1 0 0,-6 0 0 0,1 5 0 0,0 16 230 0,-3 6-96 16,-1 12-49-16,1 7 259 0,0 9-145 0,-4 12 235 15,6 3-199-15,-5 5-99 16,6 1-50-16,-1 2 59 0,6-11-145 0,-3 14 0 16,5-8 0-16,0-4 0 0,0-2 0 0,0-7 0 0,2-10 0 15,5 1 0-15,4-7 0 16,-1-13 0-16,3 1 0 0,1-7 0 0,-4-9 0 16,5 0 0-16,-1-7 0 0,-2-4 0 0,2-1 0 0,-1-4 0 15,2 0 0-15,-4-7 0 0,5-8 0 16,-2-6 0-16,2 1 0 0,-3-3 0 0,-1 2 0 15,4-8 0-15,-2 2 0 0,-2-1 0 0,1 1-58 0,0-7-387 16,2-2 195-16,-2-2 111 0,4-2 51 0,-4-3-778 16,4 0 415-16</inkml:trace>
  <inkml:trace contextRef="#ctx1" brushRef="#br0" timeOffset="184803.66">6734 13664 3242 0,'0'-7'0'0,"0"2"0"16,0 4 0-16,0-2 0 0,0 2 0 0,-2-1 0 0,2 2 0 0,0 0 0 0,2 0 0 0,16 0 0 0,5 0 514 0,4 0-339 0,3 0-175 16,3 0 0-16,3 0 0 0,3 0 0 0,5 0 0 0,-3 3-656 15,-7 1 279-15,3 1 203 0,-1 2-370 0,-4 1 290 16,-6 3 77-16</inkml:trace>
  <inkml:trace contextRef="#ctx1" brushRef="#br0" timeOffset="184956.62">6964 13950 3931 0,'-37'13'0'0,"7"0"0"0,8-3 0 0,0-5 0 0,10-1 0 15,5-4 0-15,1 1 0 0,6-1 0 0,0 0 0 0,18 0 0 0,7 0 0 0,5 0 0 0,4-1 0 0,1-5 0 16,2 3 0-16,0-3 0 0,-1 3 0 0,-1 2 0 0,1-1-142 0,-3 0-213 16,-3 2 196-16,-1 0-879 0,-3 0 427 15</inkml:trace>
  <inkml:trace contextRef="#ctx1" brushRef="#br0" timeOffset="187648.62">8448 13612 1170 0,'4'-17'0'0,"1"4"0"0,0 5 0 0,2 0 0 0,-1-5 0 0,-1 0 0 0,4-4 0 0,-4-2 0 0,2-1 0 0,2-5 0 0,2 1 223 0,-2-4-93 15,0 0-47-15,3 0 10 0,-5-1-26 0,3-1-30 16,-6 2 1-16,3-3-1 0,-4 4 28 0,-1 0 9 0,-2-2-36 15,0 0 31-15,0 3 1 0,-2 2-33 0,-8-1 37 16,1 7 9-16,-3-1-46 0,-4 1 1 0,2 6 135 16,-2 0-68-16,0 3-24 0,0 1-10 0,-1 5 119 15,0 1-76-15,0 0-38 16,3 2 70-16,-1 0-45 0,3 0-37 0,1 0 1 16,1 0-2-16,1 7 0 0,2-2-26 0,-1 5-27 15,2 4 27-15,-1 0 1 0,1 5-4 0,-1 4-34 16,1 3 0-16,0 4 0 0,1 1 0 0,1 6 0 15,2 0 0-15,-2 5 0 0,4-1 0 0,0-6 0 16,0 13 0-16,0-5 0 0,0 2 0 0,0 0 0 16,4 0 0-16,0-3 0 15,1 10 0-15,2-6 0 0,-2 3 0 0,0 1 0 16,-3-2 0-16,0 1 0 0,0 1 0 0,0 0 0 16,0-1 0-16,-2-1 0 0,0 1 0 0,0-6 0 15,0 8 0-15,0-6 0 0,0-2 0 0,0-7 0 16,0 1 0-16,-6 1 0 0,3-5 0 0,-3 1 0 15,1-3 0-15,-2-3 0 0,0 0 0 0,1-5 0 16,-4 1 0-16,-1-1 0 0,2-4 0 0,-2 1 0 16,-1-4 0-16,0 2 0 0,0-5 0 0,1-1 0 15,2-4 0-15,-1-2 0 16,1 0 0-16,0-3 0 0,0 0 0 0,0-3 0 16,-2 0 0-16,2 0 0 0,-1 0 0 0,3 0 0 15,-2-6 0-15,3-1 0 0,-2-1 0 0,3-1 0 16,3-1 0-16,-2 1 0 0,4 2 0 0,0-3-89 15,0 2-345-15,2-1 198 0,5 2 100 16,9-3-663-16,4 1 385 0,6-2-339 16,-1-1 358-16,3-1 179 0</inkml:trace>
  <inkml:trace contextRef="#ctx1" brushRef="#br0" timeOffset="187992.52">8554 14406 2307 0,'2'0'0'0,"0"4"0"0,-2 2 0 0,0 4 0 0,0 1 0 0,0 4 0 0,0 3 0 0,0 0 0 0,0 3 0 0,0 6 0 0,0-3 138 0,5-3-40 0,8 6 223 15,1-4-141-15,2 0-72 0,3-4-35 0,2-3 86 16,-1-5-52-16,3-2-40 0,2-3 55 0,-3-3-43 16,0-3 1-16,-1 0-43 0,-2 0 18 0,-2-9-55 15,-2-3 0-15,-4-3 0 0,-2-2 0 0,-2 0 0 16,-5-2 0-16,-2-2 0 0,0-4 0 0,-4 4 0 15,-10-2 0-15,-2 0 0 0,-2 7 0 16,-6-5 0-16,1 6 0 0,1 2 0 16,-4 5 0-16,1 2 0 0,4 5 0 0,-1 1 0 0,1 0 0 15,4 0 0-15,2 4 0 0,6 1 0 16,-1 5 0-16,3-1 0 0,3 0 0 0,4 4 0 16,0-3 0-16,0-1 0 0,0 2 0 0,8-1 0 15,2 0-253-15,2-3-173 0,-1-2 193 0,5-1 99 16,0-3-583-16,2-1 344 0,-2 0 168 0,1 0-420 15,4-1 294-15</inkml:trace>
  <inkml:trace contextRef="#ctx1" brushRef="#br0" timeOffset="188959.34">6876 14310 1795 0,'0'-13'0'0,"0"3"0"0,0 5 0 0,0-1 0 0,0 0 0 0,0 5 0 0,0 0 0 0,0-2 0 0,0 3 0 0,3 0 0 0,-1 4 102 0,-1 13 362 16,4 7-214-16,-4 5-106 0,-1 4-54 0,0 10 461 15,0-3-247-15,0 10-139 0,0-3-99 0,-3 2-66 16,-1-2 0-16,2-2 0 0,-1-7 0 0,3 1 0 16,0-1 0-16,0-7 0 0,0-2 0 15,0-7 0-15,0-1 0 0,0-5 0 16,0-4 0-16,0 0 0 0,0-5-140 0,0-3-159 16,0-3 67-16,6-1 102 0,4 0-621 0,3-5 357 15,9-19 179-15</inkml:trace>
  <inkml:trace contextRef="#ctx1" brushRef="#br0" timeOffset="189555.3">8223 10078 2853 0,'-3'-9'0'0,"-1"6"0"0,2-3 0 0,0 1 0 0,1-1 0 0,1 3 0 0,-2 0 0 0,2 2 0 0,0-1 0 16,0-1 0-16,0 3 370 0,0 0-166 0,0 5-83 0,0 8 262 0,0 3-383 0,2 9 0 16,-1 3 0-16,3 2 0 0,-2 4 0 0,0 3 0 15,-1-1 0-15,1 2 0 0,0-5 0 0,0 1 0 16,1-4 0-16,-3-1 0 0,1-8 0 0,-1-1 0 15,0-6 0-15,0-2 0 0,0-3 0 0,0-3 0 16,0-5 0-16,0 2 0 16,0-3 0-16,0 0 0 0,0 0 0 0,0 0 0 0,0 0 0 15,0 0-96-15,-1 0-70 0,-2-3 54 16,3 3-1075-16</inkml:trace>
  <inkml:trace contextRef="#ctx1" brushRef="#br0" timeOffset="190313.87">8807 13468 1893 0,'-12'0'0'0,"0"0"0"0,3 0 0 0,3 0 0 0,3 1 0 0,-2-1 0 0,3 0 0 0,2 0 0 0,0 0 0 0,2 0 0 0,14 0 378 0,0 0-175 0,7 0-83 0,0 0-41 15,1 0 274-15,3 0-158 0,-3 0-69 0,6 0 27 16,-1 0-57-16,0 0-30 0,1 0 1 16,-2 3-303-16,-5 0 146 0,3 0 60 15,-6 1-488-15,1-1 277 0,-5 2 139 0,-4-4 0 16,-2 3-318-16,-2 1 142 0,-6-3 120 0,0 4-419 16</inkml:trace>
  <inkml:trace contextRef="#ctx1" brushRef="#br0" timeOffset="190644.78">8777 13692 2188 0,'-17'8'0'0,"8"-3"0"0,2 3 0 0,4-5 0 0,3 3 0 0,0-2 0 0,6-1 0 0,12 3 0 0,3 0 0 0,2-2 0 15,7 2 250-15,-1-1-106 0,-3 3-54 0,-7-3-25 0,3 5-34 0,-5-3 16 0,-2 1-9 0,-8-1-36 16,0 2 0-16,-6 3 36 0,-1 0 0 0,-3 2 74 0,-15 1-42 15,-4 0 1-15,0-2-33 0,-5 0 83 16,-1-3-41-16,5-1 9 0,-7 1-51 0,9-4 212 0,4-4-121 0,2 3-129 16,5-3 0-16,2 0 0 0,5-2 0 15,3 1 0-15,0-1 0 0,1 2 0 0,16 0 0 16,4 0 0-16,6 0 0 0,0 0 0 0,4-2 0 16,0 2 0-16,1 0 0 0,2-1 0 0,-2-1 0 15,0 2 0-15,-4 0 0 0,-5 0 0 0,1 0 0 16,-3 0-114-16,-3-2-244 0,-6 1 161 15,-3-1-493-15,1 0 327 0,-3 0 153 0,-3 0 90 0,-1 0-234 16,-1 0 159-16,-2-9-406 16</inkml:trace>
  <inkml:trace contextRef="#ctx1" brushRef="#br0" timeOffset="190864.37">8611 13018 3894 0,'-21'-22'0'0,"13"14"0"0,7 5 0 0,1 2 0 0,0-1 0 0,0 2 0 0,0 0 0 0,12 0 0 0,9 0 0 0,6 0 0 0,6 0 37 0,8 2-37 0,0 4 0 0,4 0 0 0,-8-2 0 16,9 2 0-16,-2-1 0 0,-5-2 0 16,-5 3 0-16,-1-2 0 0,-8 1 0 0,-2 1-194 0,-5-1 113 15,-2 1 59-15,-7-1-664 0,-4-1 278 0,0 2 195 16,-4-2 19-16,-1-3-462 0,0 4 309 0,-10-5 155 15</inkml:trace>
  <inkml:trace contextRef="#ctx1" brushRef="#br0" timeOffset="191030.37">8848 12988 2323 0,'-14'12'0'0,"0"6"0"0,5 7 0 0,2 3 0 0,1 1 0 0,5 1 0 0,-1 6 0 0,2 0 0 0,0 2 0 0,0-3 0 0,-3 1 109 0,3 0 472 0,-2-6-276 0,2-6-134 15,0 0-67-15,0-3-236 0,0-10 85 0,0 1 52 0,0-6-635 16,0-5 335-16,0 1 166 0,0-2 83 0,2-2-560 0,1-12 255 16,-1 0 170-16,3-5 6 0</inkml:trace>
  <inkml:trace contextRef="#ctx1" brushRef="#br0" timeOffset="191166.75">9020 13036 2905 0,'6'0'0'16,"-1"0"0"-16,-3 12 0 0,-2 5 0 0,0 0 0 0,0 9 0 0,0 0 0 0,-6 5 0 0,-1 2 0 0,-2 2 0 0,0 1 141 15,4 0 240-15,4 0-163 0,1-2-94 0,0-2-43 0,0 0-776 0,6 0 367 0,5 1 183 0</inkml:trace>
  <inkml:trace contextRef="#ctx1" brushRef="#br0" timeOffset="200726.54">9850 13618 2208 0,'-21'-12'0'0,"3"4"0"0,-3 5 0 0,2-3 0 0,1 2 0 0,2 1 0 0,5-2 0 0,-1 2 0 0,7 1 0 0,1 0 0 0,4 2 536 15,0-2-245-15,4 0-123 0,17-1-61 0,2-1 59 16,3 2-49-16,3 0-42 0,4 0 77 0,-3 0-52 16,2 2-89-16,-7 0-11 0,-4 2 0 15,0 8 0-15,-4 1 0 0,-4 4 0 0,-6 2 0 16,-6 5 0-16,-1-2 0 0,0 9 0 15,-16-3 0-15,-2 0 0 0,-5-3 0 0,0-1 0 16,3-5 0-16,-2 1 0 0,2-5 0 0,10-6 0 16,1 1 0-16,3-6 0 0,1-1 0 0,4 2 0 15,1-3 0-15,0 2 0 0,13-1 0 0,14 3 0 16,1-2 0-16,-1 3 0 0,5 3 0 0,1 2 0 16,-1 2 0-16,-5 3 0 0,0 1 0 0,-5 2 0 15,-2 3 0-15,-8 1 0 16,-1 0 0-16,-6-1 0 0,-3 8 0 0,-2-4 0 15,0-4 0-15,-14 4 0 0,-2-4 0 0,-9-2 0 16,-2-2 0-16,-4-2 0 0,-2-6 0 0,-4-1 0 16,0-5 0-16,-2-3 0 0,1 0 0 0,-1 0 0 15,1-1 0-15,1-14 0 0,6 0 0 0,0 1 0 16,10-3 0-16,3 2 0 16,6 0 0-16,5 0 0 0,7 4 0 0,0-3 0 0,8 2 0 0,12 2-918 15,7 2 429 1,3 3 221-16,4 1 112 0,1 2-374 0</inkml:trace>
  <inkml:trace contextRef="#ctx1" brushRef="#br0" timeOffset="201006.05">10799 13774 3267 0,'-2'-5'0'0,"-3"0"0"0,4-6 0 0,-3-1 0 0,2-1 0 0,0-4-1 0,2-2-12 0,0-3 1 16,0-1 1-16,0 1 3 0,0 1 103 0,0-1 97 0,0 3-81 0,0 0-35 0,0 1 0 0,-5 6 10 16,-4-1-13-16,-1 3-73 0,-3 3 0 0,-4 3 0 15,-2 2 0-15,-5 2 0 0,-3 4 0 0,-3 14 0 16,-3 7 0-16,-1 7 0 0,0 6 0 16,0 7 0-16,5 2 0 0,2 3 0 0,6 1 0 0,5-2 0 15,5-2 0-15,8-10 0 16,3 3 0-16,0-6 0 0,8-4 0 0,7-7 0 15,4-1 0-15,3-10 0 0,-1-4 0 0,9-3 0 16,-4-5 0-16</inkml:trace>
  <inkml:trace contextRef="#ctx1" brushRef="#br0" timeOffset="201171.65">10615 14045 3931 0,'23'-30'0'0,"6"-11"0"0,-5 0 0 0,-3-5 0 0,-1 2 0 0,-1-2 0 16,-8 8 0-16,1 2 0 0,-8 13 0 0,-2 2 0 0,-1 10 0 0,-1 1 0 0,0 4 0 0,0 5 0 0,0 1 0 0,-10 0 0 15,-1 19 0-15,2 1 0 16,4 6 0-16,1 6 0 0,4 0 0 0,0 4 0 15,0 1 0-15,8 0 0 0,7-4 0 0,5-1 0 16,10-1 0-16,2-5 0 0,2-8 0 0,6-3 0 16,-3-6 0-16,10-3 0 0,0-3 0 0,0-3 0 15,2 1 0-15,2 1-223 0,-3 0 20 0</inkml:trace>
  <inkml:trace contextRef="#ctx1" brushRef="#br0" timeOffset="202298.8">11685 13677 2567 0,'-8'-13'-26'0,"1"0"4"16,0 2 3-16,-5-1 1 0,-1 2 5 0,-1 1 2 0,0 4 1 0,-4 1 3 0,-2 2 1 0,-2 2 1 0,-7 0 91 0,1 14 175 0,0 0-109 0,0 3-53 0,4 2 0 15,7-2 238-15,2 2-151 0,3-1-71 0,9-1 51 16,3 2-166-16,1 0 0 0,13-4 0 16,12 0 0-16,5-2 0 0,4-2 0 0,1-2 0 15,-1 0 0-15,-1-2 0 0,-4-2 0 0,-9 3 0 16,-3-2 0-16,-4 3 0 0,-7-1 0 16,-3 1 0-16,-4 4 0 0,0 4 0 0,-18 2 0 15,-5 3 0-15,-11 3 0 0,2-2 0 16,-10 3 0-16,-1-2 0 0,1-2 0 0,1-3 0 15,10-4 0-15,-3 1 0 0,6-4 0 0,8-7 0 16,6 0 0-16,3-3 0 0,5-2 0 0,6 0 0 16,1-13-309-16,20-14 11 0,8 2-724 0,3-4 488 15,3-1 245-15,-3 8-406 0,12-9 331 0,-9 7 160 16,-3 5 80-16,2 0 32 0,-2 0 92 0,-8 4 0 16,6 3 0-16,-11 5 199 0,0 0-143 15,-8 5-51-15,-1 0 299 0,-3 2-185 16,-3 0-76-16,-2 8-44 0,-2 7 855 0,0 0-327 15,0 4-241-15,-4 1 437 0,-3 1-344 0,-2 0-168 16,4-1-83-16,-1 0-35 0,1-4-88 0,3-3-5 16,0-4 0-16,1-3-323 0,1 0 113 0,-2-4 128 15,2-2-245-15,0-2 180 0,2-17 96 16,5-6 47-16,2-6-604 0,3-9 231 0,-3 0 156 0,4-14-72 16,0-8 125-16,0-1 61 15,3-3 32-15,0 0-69 0,-1 10 39 0,4-13 11 16,-4 21 49-16,0 1 226 0,-3 15-113 0,-3 8-56 15,-4 9 577-15,-1 2-286 0,-2 7-168 0,-1 6-22 16,2 0 291-16,-3 21-125 0,0 7-107 0,0 13 259 16,0 1-193-16,-3 11-97 0,-2 8-48 0,0 1 129 15,-1-9-222-15,1 4 0 0,3 0 0 0,2-8 0 16,0-11 0-16,0 0 0 0,0-10 0 0,2-5 0 16,5-3 0-16,0-9 0 0,0-6 0 0,5-5 0 15,1 0 0-15,3-12 0 16,0-14 0-16,3-9 0 0,-4 7 0 0,2-5 0 15,-1 0 0-15,0 5 0 0,-7 8 0 0,3 1 0 16,-8 9 0-16,-1 3 0 0,1 3 0 0,-1 4 0 16,-1 1 0-16,-2 24 0 0,0 6 0 0,0 9 0 15,0-4 0-15,0 13 0 0,0-5 0 0,2-1 0 16,5-8 0-16,7 2 0 0,1-8 0 0,4-5 0 16,2-4 0-16,1-9 0 0,2-7 0 0,3-4 0 15,1-4 0-15,6-23 0 16,-3-3 0-16,1-8 0 0,-2-5 0 0,1-3 0 15,-3-7 0-15,2-12 0 0,-5-1 0 0,-6-5 0 16,2-5 0-16,0-3-68 0,-2 13-92 0,0-9 64 16,-8 27-1-16,-3 3 50 0,-3 11 3 0,-3 11-9 15,-2 9 506-15,0 4-341 0,0 5-112 0,-12 5 0 16,1 5 0-16,-1 21 0 0,2 4 0 0,1 10 0 16,1 10 0-16,5 3 0 0,1 12 0 0,2-6 0 15,0 15 0-15,0-6 0 0,5-2 0 16,8-13 0-16,3 0 0 0,2-13 0 15,6 6 0-15,-3-16 0 0,4-2 0 0,-3-6 0 16,-3-6 0-16,2-5 0 0,-5-3 0 0,0-4 0 16,-7 2 0-16,-2-5-392 0,-3-1 130 0,-2 0-295 15,-2 0 262-15,0-16 126 0,-4-4 63 16</inkml:trace>
  <inkml:trace contextRef="#ctx1" brushRef="#br0" timeOffset="202470.69">12322 13587 3931 0,'-45'-11'0'0,"7"7"0"0,0 2 0 0,5 0 0 0,12 2 0 0,8-2 0 0,2 2 0 0,6 0 0 0,5 0 0 0,18 0 0 0,19 0 0 0,7 0 0 0,16 0 0 0,-2 0 0 15,22 0 0-15,2 0 0 0,15-5 0 0,-3-6 0 32,-2-5 0-32,-9 5 0 0,16-2 0 0,-24 5-190 0,6 2 112 0,-6 5-526 15</inkml:trace>
  <inkml:trace contextRef="#ctx1" brushRef="#br0" timeOffset="203676.75">13503 13716 2229 0,'-2'-24'-30'0,"-4"4"5"0,-1-1 7 0,-2 0 3 0,1 6-2 0,-3 0 3 0,0 6 2 0,-3 1 2 0,0 7 0 0,-4 1 3 16,-2 0 171-16,-2 14-63 0,-3 16-28 0,0 4 1 0,-1 7 82 15,4 6-47-15,1 2-38 0,5 0 0 0,6-2 186 16,4-1-107-16,6-13 64 0,0 2-76 0,0-5-52 15,9-3-1-15,7-4 26 0,2-9-111 0,5-2 0 16,-2-9 0-16,9-3 0 0,0 0 0 0,0-16 0 16,2-11 0-16,-4-1 0 0,-6-1 0 0,3-4 0 15,-4 0-34-15,-7-2-80 0,-2 6 71 16,-7 6-13-16,-3 0-42 0,0 10 44 0,-2 2-7 16,0 4 149-16,0 2-67 0,-13 5 0 15,0 3-70-15,-4 17 324 0,4 3-171 0,0 5-104 16,5-1 0-16,4 2 0 0,4-2 0 0,0 7 0 15,4-8 0-15,11-4 0 0,4-2 0 0,5-4 0 16,-1-8 0-16,7 0 0 0,0-8 0 0,0 0 0 16,-2-5 0-16,0-12 0 0,-3 1 0 0,-5-5 0 15,-3 0 0-15,-4-2 0 0,-5 5 0 0,-2-6 0 16,-3-3 0-16,-3 2 0 0,0 0 0 0,-1-3 0 16,-13-1 0-16,1 2 0 0,-4 6 0 15,-3 1 0-15,-1 7 0 0,-4 4 0 16,1 5 0-16,2 4 0 0,-6 0 0 0,8 0 0 15,2 7 0-15,5 3 0 0,5-2 0 0,3 1 0 16,5 6 0-16,0-4 0 0,2 2 0 0,18-1 0 16,6-3 0-16,6-6 0 0,8-3 0 0,-1 0 0 15,4 0 0-15,3-3 0 0,-2-9 0 0,-4 3 0 16,9-6 0-16,-14 6 0 0,4 0 0 16,-8-1 0-16,-9 5 0 0,1 1 0 15,-10 2 0-15,-1 0 0 0,-7 0 0 0,-3 2 0 16,0 0 0-16,-2 0 0 0,-11 14 0 0,-6 0 0 15,-3 3 0-15,-3 2 0 0,-2-1 0 0,4 0 0 16,-5 2 0-16,9-7 0 0,2 3 0 0,4-6 0 16,4-1 0-16,1 0 0 0,3-4 0 0,0 1 0 15,3-2 0-15,0 0 0 0,0-1 0 0,3 0 0 16,-2-2 0-16,3 0 0 0,0-1 0 16,-3 3 0-16,1-3 0 0,0 0 0 0,0 0 0 15,-2 0 0-15,0 0 0 0,0 0 0 16,0 0 0-16,2 0 0 0,1 0 0 0,5 0 0 15,2 0 0-15,2 0 0 0,4-3 0 0,-2 1 0 16,2-3 0-16,-1 0 0 0,-6 2 0 0,1 0 0 16,-3 1 0-16,-3 0 0 0,-3 2 0 15,1 0 0-15,0 0 0 0,-2 0 0 0,0 0 0 0,0 0 0 16,-2 4 0-16,-1-1 0 0,-1 1 0 16,2-1 0-16,2-2 0 0,-2 1 0 15,2-2 0-15,0 3 0 0,0-3 0 0,0 0 0 16,0 0 0-16,0 0 0 0,0 0 0 0,0 0 0 15,0 0 0-15,0 0 0 0,0 0 0 0,0 0 0 16,0 0 0-16,0 0 0 0,0 0 0 0,0 0 0 16,0 0 0-16,0 0 0 0,0 0-37 0,0 0-44 15,0 0-1-15,0 0-10 0,0 0-10 0,0 0 59 16,0 0 0-16,0 0 52 0,0 0-1 0,0 0-51 16,0 0-11-16,0 0 144 15,0 0-66-15,0 0-34 0,0 0 81 0,2 0-34 16,0-3-41-16,0 3 23 0,-2-2 2 0,2 1 1 15,-1-2-29-15,1 2-361 0,-2 1 167 0,2-3 91 16,-2 2 43-16,0-1-446 0,2 0 234 0,-2 0 119 16,0 1 47-16,0-2-328 0,0-1 199 0,0 1 100 15,0 0-282-15,0-2 191 0,0 0 84 0,-4-3 59 16</inkml:trace>
  <inkml:trace contextRef="#ctx1" brushRef="#br0" timeOffset="204279.28">14070 13768 1520 0,'2'-3'0'0,"0"2"0"0,0-1 0 0,0-1 0 0,-2 3 0 0,0-1 0 0,0 1 0 0,0 0 0 0,0 0 0 0,-2 0 0 0,-4 0 89 15,-1 4 331-15,-1 3-189 0,-1 4-94 0,0 3-36 0,1-4 287 16,0 4-172-16,3 1-87 0,-1-2 177 0,3 0-131 16,1-2-55-16,2 3-45 15,0-3-51-15,0-1-24 0,0 3 0 0,5-2 0 16,4 0 0-16,3-1 0 0,1 1 0 0,0-2 0 15,2 1 0-15,0 1 0 0,0-2 0 0,0 0 0 16,-1 1 0-16,-2 0 0 0,-2-2 0 0,-2 2 0 16,-3 1 0-16,-1-1 0 0,-2-1 0 0,-2 1 0 15,0-1 0-15,-2 2 0 0,-9-2 0 0,-5 1 0 16,0 1 0-16,-3-3 0 0,0-1 0 0,-1 1 0 16,0-5 0-16,0 2 0 15,3-2 0-15,0-3 0 0,8 2 0 0,0-2 0 16,1 0 0-16,5 0 0 0,2 0 0 0,-1 0 0 15,2 0 0-15,0 0 0 0,8 0 0 0,12 0 0 16,1 0 0-16,4-2 0 0,1-1 0 0,4-7 0 16,2-1 0-16,4-3 0 0,3-3 0 0,-2 1 0 15,3-5 0-15,-6 0 0 0,9-7 0 0,-4 2 0 16,3-6 0-16,-3-1 0 0,-1-6 0 0,-3-4 0 16,3-10 0-16,-6-3 0 15,-3-7 0-15,-4-7-27 0,0-5-75 0,-4-4 19 16,-3 2 10-16,-3 2-132 0,-6 19 71 0,-3 6 40 15,-6 17 170-15,0 7-71 0,0 3-20 0,-11 10 0 16,-4 7 456-16,-2 6-239 0,-6 2-178 0,5 21-24 16,-3 11 0-16,7 8 0 0,0 17 0 15,5 3 0-15,1 7 0 0,2 7 0 0,1 2 0 0,3 5 0 16,2-5 0-16,0 0 0 16,0-9 0-16,2-14 0 0,11 1 0 0,0-7 0 15,0-12 0-15,2-2 0 0,0-9 0 0,-1-6 0 16,-2-6 0-16,0-5 0 0,-1-3 0 0,-2-5 0 15,-2-1-27-15,0 0-218 0,-5-7 107 0,-1-10-264 16,-1-6 181-16,0-3 89 0,-9-4-599 0,-6-5 333 16,-4-11 184-16,-5 1-470 0</inkml:trace>
  <inkml:trace contextRef="#ctx1" brushRef="#br0" timeOffset="204410.34">14463 13729 2633 0,'-60'-11'0'0,"11"7"0"0,-8 3 0 0,7 1 0 0,3 0 0 0,13 0 0 0,11 3 0 0,9 1 0 0,0-1 0 0,10 2 0 0,4 0 245 0,14 1-101 0,22 2 481 0,5-4-341 15,12-2-284-15,12 4 0 0,6-3 0 0,19-3 0 16,-3 0 0-16,3 0 0 16,-9-3 0-16,22-5 0 0,-12-4 0 0,-1 2-613 0,-4 4 88 0,-16 1 220 15</inkml:trace>
  <inkml:trace contextRef="#ctx1" brushRef="#br0" timeOffset="205153.69">15560 13884 2034 0,'-2'-19'0'0,"-2"2"0"0,0 2 0 0,-1-4 0 0,-2 2 0 0,-5 0 0 0,-1 1 0 0,-1 3 0 0,-2 1 0 0,-3 6 0 16,-4 6 152-16,-2 0 85 0,-4 8-96 0,-1 16-49 0,2 6 0 0,3 2 146 0,-3 11-103 0,9 2-45 16,3 1-1-16,5 0 212 15,2-2-129-15,8-8-53 0,1 0-80 0,0-1-39 16,3-7 0-16,7-7 0 0,5-2 0 0,0-8 0 15,0-4 0-15,4-7 0 0,3 0 0 0,1-17 0 16,3-13 0-16,-3-4 0 0,3-13 0 0,-4 1 0 16,1-8 0-16,2-7 0 0,-7 1 0 0,1-1 0 15,2-15 0-15,-3-10 0 0,0 3 0 16,-2-5 0-16,1-1-24 0,-4 14-59 0,-1 0 21 16,-9 21-17-16,-1 12 14 0,-2 5 4 15,0 14 7-15,-11 7 356 0,-4 8-176 0,0 8-126 16,-6 5 0-16,2 22 0 0,1 13 0 0,2 8 0 15,2 18 0-15,2 3 0 0,5 6 0 0,1 6 0 16,3 2 0-16,3-1 0 0,0-3 0 0,1-6 0 16,10-5 0-16,3-17 0 0,4 0 0 0,1-9 0 15,4-4 0-15,1-10 0 0,1-9 0 0,3-6 0 16,0-11 0-16,2-2 0 0,0-6 0 0,4-20 0 16,-2-6 0-16,-2-5 0 15,4-18 0-15,-4 3 0 0,5-23 0 0,2-11 0 16,-5-1 0-16,1-7 0 0,-1 0 0 0,-5 19 0 15,-2-6 0-15,-6 12 0 0,-8 16 0 0,-3 12 0 16,-6 4 0-16,-2 16 0 0,0 2 0 0,0 9 0 16,-12 9 0-16,0 1 0 0,-8 11 0 0,2 19 0 15,-1 15 0-15,3 10 0 0,6 5 0 0,2 5 0 16,5 5 0-16,3 3 0 16,0 0 0-16,0 2 0 0,11-3 0 0,6-8 0 15,-2-12 0-15,7 2 0 0,1-6 0 0,-3-7 0 16,1-9 0-16,0-2 0 0,-5-8 0 0,4-2 0 15,-4-6 0-15,-2-4 0 0,-7-2-92 0,0-6-131 16,-3 1 80-16,-1-2-707 0,-3-1 404 0,0 0 203 16,-12-9-150-16,-1-7 177 0</inkml:trace>
  <inkml:trace contextRef="#ctx1" brushRef="#br0" timeOffset="205307.71">15678 13637 3931 0,'-49'-2'0'0,"1"2"0"0,10 0 0 0,8 0 0 0,4 0 0 0,14 0 0 0,4 0 0 0,8 0 0 0,29 2 0 0,24-2 0 0,39 0 0 16,7 0 0-16,14-5 0 0,24-8 0 0,-6 3 0 0,-6 3 0 0,24-4 0 15,-17 5 0-15,-2 3 0 0,-24 0-519 16,13 3-194-16,-38 0 386 0</inkml:trace>
  <inkml:trace contextRef="#ctx1" brushRef="#br0" timeOffset="207592.39">17501 13526 3117 0,'-16'-11'0'0,"2"11"0"0,5 0 0 0,5 0 0 0,4 0 0 0,0 0 0 0,0 0 0 0,0 0 0 0,15 0 0 0,4 0 0 0,9 0 120 0,1 0 287 0,1 0-185 0,1 0-157 15,0 0-65-15,-5 0 0 0,6 0 0 0,-4 0 0 16,-2 0 0-16,-2 0 0 0,-3 0 0 16,0 6-219-16,-4-2-11 0,0 1 135 0,-6 3 66 0,0-2-926 15,-3 1 448-15,-3 3 239 0,-1-1 115 0</inkml:trace>
  <inkml:trace contextRef="#ctx1" brushRef="#br0" timeOffset="207770.89">17607 13824 3442 0,'-21'15'0'0,"2"-1"0"0,1 2 0 0,2-5 0 0,1-1 0 0,8-4 0 0,1 0 0 0,4 0 0 0,2 0 0 0,2-1 0 15,19 1 217-15,0-5-80 0,7 2-54 0,2-2-31 0,0-1-52 16,2 0 0-16,-2 0 0 0,-4 0 0 0,4 0 0 15,-8 3 0-15,3-2-340 0,-2 1-2 0,-3 1 189 16,-1-2 106-16,0 0-915 0,-2 2 462 0,2-1 231 16</inkml:trace>
  <inkml:trace contextRef="#ctx1" brushRef="#br0" timeOffset="208033.17">18414 13714 3748 0,'-7'0'0'0,"3"0"0"0,4 0 0 0,0 0 0 0,0 0 0 0,0 0 0 0,8 0 0 0,8 0 0 0,7 0 0 0,7 0 0 0,9 0 146 16,1 2-109-16,3 2-37 0,6-2 0 0,1 2 0 15,3-1 0-15,0 1 0 0,-3 0 0 0,-1-2 0 16,-2 2 0-16,-2-2 0 0,-7 0 0 0,1-2 0 15,-3 0 0-15,-2 0 0 0,-4 0 0 0,-8 0 0 16,1 0 0-16,-4 0 0 0,-8-2-421 0,-2 0-93 16,-2 0 238-16,-4-2-286 0,-3 2 267 0</inkml:trace>
  <inkml:trace contextRef="#ctx1" brushRef="#br0" timeOffset="208392.61">18604 13934 3091 0,'-23'0'0'0,"8"0"0"0,5 0 0 0,1 0 0 0,6 0 0 0,3 0 0 0,0 0 0 0,0 0 0 0,13 0 0 0,9 0 0 0,8 2 472 0,4 1-217 16,10-2-142-16,-7 3-113 0,11 3 0 0,-7 3 0 16,-8-1 0-16,1 1 0 0,-2 6 0 0,-9-3 0 15,-1 8 0-15,-11-4 0 0,-3 4 0 0,-7 6 0 16,-1-2 0-16,-12 2 0 0,-11-3 0 0,-11 2 0 15,1-4-17-15,-3-4-21 0,2-7-94 0,-6 2 319 16,3-5-187-16,1-2 0 0,4-6 0 0,8 0 0 16,3 0 0-16,6 0 0 15,4 0 0-15,5 0 0 0,2-2 0 0,4-2 0 0,4-4 0 16,20 0 0-16,7 3 0 0,11 0 0 16,0 1 0-16,5 2 0 0,2-1 0 0,-6 2 0 15,11 1 0-15,-6 0 0 0,-3 0 0 0,-10 0 0 16,5 0 0-16,-4 0 0 0,-6 4 0 0,-7-1 0 15,-3 0 0-15,-3 0 0 0,-6-1-135 0,-2-2-390 16,-3 4 249-16,-2-4 118 0,-2 0 60 0</inkml:trace>
  <inkml:trace contextRef="#ctx1" brushRef="#br0" timeOffset="208795.54">18585 12866 3035 0,'-15'-34'0'0,"10"19"0"0,3 7 0 0,2-1 0 0,0-6 0 0,11 3 0 0,12 0 0 0,7 4 0 0,3 1 0 0,8 1 0 0,10 3 235 16,0 2-89-16,0 1-62 0,-4 0-1 0,-6 14-45 16,-9-2 0-16,-2 8-181 0,-13 0 100 0,-2 10 36 15,-13 0 0-15,-2 9-42 0,-17-1 43 0,-9-2 1 16,-1-6 185-16,-12 5-94 0,3-9-28 0,4-7-91 15,0-2 227-15,8-7-147 0,1-3-47 16,8-4 0-16,4 0 0 0,4-3 0 0,3 0 0 0,4 0 0 16,0 0 0-16,20 0 0 15,7 0 0-15,4 0 0 0,3 4 0 0,2 1 0 16,-2 5 0-16,-2 3 0 0,-6 2 0 0,-3 1 0 16,-10 2 0-16,-4 1 0 0,-3-3 0 0,-6 3 0 15,0-1 0-15,-11 2 0 0,-12-6 0 0,-5 2 0 16,-4-5 0-16,-4 1 0 0,-1-5 0 0,-1-3 0 15,2-2 0-15,-1-2 0 0,3 0 0 0,4 0 0 16,2 0 0-16,9-6 0 0,0-4 0 0,6-1 0 16,7 0 0-16,6-1 0 0,0 3-197 0,16 0-6 15,12 7 82-15,11 2-1213 0</inkml:trace>
  <inkml:trace contextRef="#ctx1" brushRef="#br0" timeOffset="209204.08">19949 13618 3161 0,'-10'-14'0'0,"4"1"0"0,-1-6 0 0,-2-2 0 0,1 0 0 15,1 1 0-15,-1 0 0 0,3-2 0 0,-2-6 0 0,0 8 0 0,2-5 116 0,-3 3-40 0,1 0 1 0,-3 3 27 0,1 1-34 0,-2 7 11 16,-3 4-4-16,-2 3 0 0,-7 4-39 0,-7 6 16 15,-4 18-54-15,-1 8 0 0,-2 5 0 0,0 7 0 16,7 3 0-16,3 1 0 0,6 1 0 16,7-7 0-16,5 10 0 0,7-9 0 0,2-8 0 0,2-2 0 15,12-3 0-15,6-7 0 16,6-7 0-16,6-6 0 0,2-8 0 0,8-2 0 16,-7-10 0-16,-3-11 0 0,5-9 0 0,-7-3 0 15,-3-5 0-15,-4 1 0 0,-9 5 0 0,-5 5 0 16,0-1 0-16,-8 4 0 0,1 5 0 0,-2 10 0 15,0-1 0-15,-3 7 0 0,-9 3 0 0,3 0 0 16,1 9 0-16,0 12 0 0,4 7 0 0,4 4 0 16,0 2 0-16,2 1 0 15,8 3 0-15,7-2 0 0,7 0 0 0,3-10 0 16,8 3 0-16,3-11 0 0,4-4 0 0,2-4 0 16,1-6 0-16,-5 0 0 0,8-4-394 0,-4 1-242 15</inkml:trace>
  <inkml:trace contextRef="#ctx1" brushRef="#br0" timeOffset="209783.28">21295 13324 1457 0,'0'-28'0'0,"0"1"0"0,0 5 0 0,0-2 0 0,-2-4 0 0,-3-2 0 0,-3-1 0 0,1 1 0 0,-7-2 0 0,0 3 0 0,-3-2 81 0,-2 4 198 15,-5 4-120-15,-1 1-60 0,-3 7-21 0,0 6 150 16,-1 2-95-16,1 5-47 0,1 2 0 0,-3 0 163 16,7 0-95-16,-5 12-63 0,5 6 177 0,7 3-115 15,0 5-58-15,3 8-28 0,8 3 101 0,0 12-168 16,5 1 0-16,0 4 0 0,2 10 0 0,8-2 0 15,1-1 0-15,5 19 0 0,-4-8 0 0,-1 6 0 16,1-3 0-16,-3-2 0 0,-2-12 0 0,0 13 0 16,-5-19 0-16,-1 3 0 0,-1-3 0 15,0-5 0-15,-6-2 0 0,-8-3 0 16,-2-3 0-16,-2-5 0 0,-1-4 0 0,-6-5 0 16,-2-4 0-16,-3-3 0 0,0-4 0 0,-5-6 0 15,1-2 0-15,-1-3 0 0,-1-2 0 0,2-4 0 16,1 0 0-16,3 0 0 0,3 0 0 0,6-4 0 15,5-6 0-15,4 2 0 0,6-5 0 0,6 1 0 16,0-3 0-16,11 0-38 0,12-2-63 0,5 0-875 16,4 2 469-16,2 0 234 0,10-4 117 0</inkml:trace>
  <inkml:trace contextRef="#ctx1" brushRef="#br0" timeOffset="210075.58">21290 14058 3315 0,'5'0'0'0,"0"10"0"0,-4 8 0 0,-1-3 0 16,0 7 0-16,-10 3 0 0,5 4 0 0,1-2 0 0,4 3 0 0,0 1 0 0,2-3 365 0,9-2-163 0,8-1-153 0,2-6-49 15,6-3 0-15,1-4 0 0,4-5 0 0,1-7 0 16,1 0 0-16,0-2 0 0,-2-13 0 0,-6-3 0 16,-4-3 0-16,-5-2 0 0,-8 1 0 0,-2-5 0 15,-7 1 0-15,0-2 0 0,-7-2 0 0,-9 0 0 16,-5 2 0-16,-5 3 0 0,-3 4 0 0,-3 5 0 15,-3 2 0-15,-1 7 0 0,-1 5 0 0,2 2 0 16,3 0 0-16,9 0 0 16,0 0 0-16,10 4 0 0,1 1 0 0,7 3 0 0,3 2 0 0,2-1 0 15,2 0 0-15,10-1 0 16,4-1 0-16,3-3-830 0,1-3 383 0,3-1 194 16,4 0 113-16,-3-1-587 0,3-9 344 0</inkml:trace>
  <inkml:trace contextRef="#ctx1" brushRef="#br0" timeOffset="210278.64">21530 13247 3461 0,'-16'-19'0'0,"6"14"0"0,4 3 0 0,4-1 0 0,2 0 0 0,0 0 0 0,8-1 0 0,14-1 0 0,12 4 0 0,2-1 0 0,17 2 223 0,9 0-92 0,0 0-15 16,0 0-116-16,-1 0 0 0,-8-2 0 0,6 2 0 15,-6-2 0-15,-3 2 0 0,-15 0 0 16,-3 0-119-16,-9 0 83 0,-5 0 32 0,-8 6-843 16,-8 4 295-16,-2 3 267 0</inkml:trace>
  <inkml:trace contextRef="#ctx1" brushRef="#br0" timeOffset="210579.34">21701 13379 2245 0,'-28'3'0'0,"7"1"0"0,5 0 0 0,6-1 0 0,4-3 0 0,6 2 0 0,0-2 0 16,11 2 0-16,14 2 0 0,5 2 0 0,5 1 162 0,4 1-52 0,-4 0 206 16,1 5-139-16,-6-3-69 0,-4 5-28 0,-9-5 0 15,-2 5-32-15,-7 0-10 0,-7 2-34 0,-1 4-1 16,-14-2 35-16,-11-2 16 0,-5-1-6 0,-4-1-10 16,-1-2 0-16,-2-2 120 0,2-3-60 0,3-2-30 15,7-3-48-15,2 0-20 0,4-3 0 0,9 0 0 16,2 0 0-16,5 0 0 0,3 0 0 0,0 0 0 15,13 0 0-15,14 0 0 0,3-3 0 0,5 1 0 16,10 1 0-16,-3-2 0 0,1 2 0 16,-2-1 0-16,-6 0 0 0,5 0 0 0,-4 1 0 0,-4-2 0 15,-8 3 0-15,0 0-54 16,-3 0-660-16,-7 0 329 0,-5 0 178 0,0 0-510 16,-5-2 340-16,-3 1 169 0,-1-8 85 0</inkml:trace>
  <inkml:trace contextRef="#ctx1" brushRef="#br0" timeOffset="210784.9">21454 12710 3532 0,'-10'-20'0'0,"8"12"0"0,2 6 0 0,0-1 0 0,7-3 0 0,18 0 0 0,5 2 0 0,13 2 0 0,4 0 0 0,8 0 0 0,10 1 204 16,-3 1-82-16,-7 0-49 0,3 0-73 0,-3 0 0 15,-7 0 0-15,-10 0 0 0,-3 3 0 16,-10 2 0-16,-6 5-511 0,-8 0 230 0,-9 2 160 0,-2 2 79 16,-2-1-915-16,-15 2 439 15,-7-1 245-15</inkml:trace>
  <inkml:trace contextRef="#ctx1" brushRef="#br0" timeOffset="210923.81">21767 12662 2262 0,'-10'0'0'0,"3"0"0"0,1 4 0 0,1 7 0 0,1 2 0 0,1 3 0 0,3 7 0 0,0-1 0 0,0 0 0 0,0 11 0 0,0-4 142 16,0 2-52-16,0 1-193 0,0-8 81 0,1 7 25 15,1-9-282-15,5-1 158 0,-1-5 80 0,3-2 39 16</inkml:trace>
  <inkml:trace contextRef="#ctx1" brushRef="#br0" timeOffset="211059.18">21941 12729 2721 0,'5'-7'0'0,"-2"6"0"0,-1 1 0 0,0 0 0 0,0 1 0 0,-2 14 0 0,0 3 0 0,0 6 0 0,0 5 0 0,0 2 0 0,0 5 241 0,0 8-101 0,0-1-51 0,0 1-358 16,0-4 163-16,0 11 67 0,0-2-955 0</inkml:trace>
  <inkml:trace contextRef="#ctx1" brushRef="#br0" timeOffset="211737.44">23196 13476 1245 0,'-5'-15'0'0,"1"2"0"0,-2 2 0 0,3-1 0 0,-4-1 0 16,4 1 0-16,-3-2 0 0,1 3 0 0,-1 1 0 0,1-1 0 0,-5 2 85 0,1 1 136 0,-4 3-92 16,-4 1-45-16,-4 2 136 0,-6 2-96 0,0 0-43 15,-6 3-1-15,-1 11 102 0,3-1-72 0,0 4-27 16,3 1-10-16,5 1 127 0,7-2-82 0,1 2-40 16,7 0 0-16,6 0-31 0,2-1-10 0,2 3 1 15,14-4 70-15,7-2-35 0,3 0 0 0,6-2-26 16,2-1-36-16,-1-1 26 0,-1-2 0 0,-4-2-27 15,-6 3 0-15,-1-1 36 0,-5 1-8 0,-5-1-43 16,-4 1 1-16,-5 0 21 0,-2 4 16 0,0 0 17 16,-15 4-22-16,-8 1-19 0,-10 4-9 0,-3-2 0 15,-6 0 0-15,9-2 0 16,-7-2 0-16,5-2 0 0,-1-1 0 0,6-5 0 16,7-2 0-16,1-3 0 0,9-1 0 0,2-3-200 15,5 0-47-15,2 0 97 0,4 0 69 0,5 0-664 16,20-5 358-16,11-8 175 0,2 1-229 0,6-6 202 15</inkml:trace>
  <inkml:trace contextRef="#ctx1" brushRef="#br0" timeOffset="211917.56">23364 13607 2844 0,'2'-1'0'0,"-2"1"0"0,0 0 0 0,-2 0 0 0,-9 0 0 0,1 0 0 0,3 7 0 0,3 2 0 0,2 1 0 0,-3 5 0 0,5 0 206 0,0 0 39 0,0 0-103 0,2 1-52 15,5-1-18-15,2 1-417 0,-2-4 191 0,0-4 96 16,2 1-527-16,-4-4 312 16,-1-1 164-16,-1-4 69 0,-1 0-319 0,2 0 59 0,-2-4 131 15,4-16-283-15</inkml:trace>
  <inkml:trace contextRef="#ctx1" brushRef="#br0" timeOffset="212250.19">23589 13021 1843 0,'5'25'0'0,"1"9"0"0,-3 4 0 0,4 3 0 0,-2-2 0 0,3 20 0 0,-1-5 0 0,-2 3 0 0,4-1 0 16,-4 0 0-16,-1-2 114 0,1-1-42 0,-3-3 38 0,0-4-36 0,0-11 0 0,-1 0-12 16,-1-11-16-16,0-10-8 0,2-1-1 0,-2-7 18 15,0-2-18-15,0-4 1 0,3-10 8 0,2-15 134 16,5-2-71-16,-1-5-36 0,4 0 1 0,2-2-36 15,2 2 8-15,0 5-8 0,0 2 60 0,-1 10-30 16,2 0 0-16,-1 4-21 0,-2 7 34 16,0 2 0-16,0 2-43 0,-4 2 113 0,0 14-56 15,-1 6-95-15,-3 6 0 0,-2 0 0 16,-2 4 0-16,1 2 0 0,-2-1 0 0,-1-6 0 16,0 5 0-16,4-12 0 0,-2 1 0 0,3-5 0 15,-3-4 0-15,4-3-349 0,-2-1-11 0,1-6 177 16,1-2 36-16,0 0-289 0,2 0 200 0,-2-2 90 15,4-8 58-15,1-4-560 0</inkml:trace>
  <inkml:trace contextRef="#ctx1" brushRef="#br0" timeOffset="212868.13">24177 13386 1795 0,'-8'-6'0'0,"1"1"0"0,1-1 0 0,2-1 0 0,2-1 0 0,0-1 0 0,2-2 0 0,0-1 0 0,2-1 0 0,10 2 0 0,4-2 127 16,5 1-44-16,-2 5-1 0,7-1 208 0,-5 3-126 15,1 5-54-15,7 0 137 0,-5 0-105 0,-1 4-52 16,-1 7-27-16,-2 4 74 0,-2 2-40 0,-1 5-35 16,-6 3 0-16,-7 3-19 0,-4 2-6 0,0 2 0 15,-11 3-58-15,-14 4 24 0,-5-3 0 0,-4-1 35 16,-3-4-13-16,-3-4 13 0,4-9 8 0,-8 1 85 15,12-9-131-15,-2-3 0 0,4-3 0 0,9-4 0 16,2 0 0-16,6 0 0 0,6 0 0 0,0 0 0 16,6 0 0-16,1-4 0 15,8 0 0-15,15 1 0 0,8-1 0 0,12 1 0 16,0 2 0-16,1 1 0 0,-3 0 0 0,14 0 0 16,-9 0 0-16,3 4 0 0,-2-2 0 0,0 1 0 15,-4-1 0-15,5 2 0 0,-6-2 0 0,-6 2 0 16,-2-3-328-16,2 1 118 0,-8 0-764 0,-2 0 473 15,-5-2 232-15</inkml:trace>
  <inkml:trace contextRef="#ctx1" brushRef="#br0" timeOffset="213023.56">24759 13393 2596 0,'-17'-13'0'0,"7"8"0"0,3 3 0 0,4 0 0 0,3 0 0 0,0 2 0 0,10 0 0 0,15 0 0 16,5 4 0-16,4 2 0 0,1 1 106 0,5 0-34 0,-1 3 206 0,-1-3-125 0,1 1-58 15,-4-1-29-15,0 1-392 0,-5-2 182 0,-4 0 100 16,-1-1-683-16,-8 0 377 0,-8-1 188 16,-3-1 94-16</inkml:trace>
  <inkml:trace contextRef="#ctx1" brushRef="#br0" timeOffset="213188.94">25021 13005 2402 0,'-10'-9'0'0,"-1"6"0"0,1 3 0 0,-1 7 0 0,0 14 0 0,-3 15 0 0,5 7 0 0,-1 7 0 0,1 3 0 0,0 13 0 0,3-3 82 0,3 2 514 0,0-1-280 0,3-10-130 0,0 7-205 15,6-3 29-15,12-5-1 0,7-7 29 16,5-5-804-16,0-8 411 0,16 0 192 0,-3-8-799 16</inkml:trace>
  <inkml:trace contextRef="#ctx1" brushRef="#br0" timeOffset="213929.17">25876 13536 1346 0,'-3'-18'0'0,"-2"2"0"0,2-2 0 0,0 2 0 0,-3-4 0 0,-4 1 0 0,1 2 0 0,-4 5 0 0,-4 0 0 0,-2 3 0 0,-5 5 327 0,-2 2-145 0,-2 2-72 16,-4 6-37-16,-4 15 231 0,4 1-124 0,-4 9-76 15,6 3 100-15,4 4-83 0,5 0-43 0,6-6 1 16,3 5 166-16,5-1-108 0,6-4-50 0,1-4 82 15,0-8-66-15,5 1-33 0,8-6-58 0,4-5-12 16,4-6 0-16,3-4 0 0,-1 0 0 0,5-9-2 16,-3-9-22-16,3-6 25 15,0-10-88-15,-4 0 61 0,-3-4 31 0,-2-3-40 16,-3 2-169-16,5-12 60 0,-6 2 67 0,2-5-48 16,0-8 49-16,-3 2 1 0,1 2-9 0,3-18 40 15,-1 9 7-15,-7 12-1 0,0 5 1 0,-6 16 30 16,-2 11-10-16,-2 8-20 0,0 3 375 0,0 7-168 15,-6 5-92-15,-7 11-30 0,0 21 72 0,-1 14-38 16,4 3-36-16,-2 16 193 16,7-1-190-16,1 4-49 0,4-10 0 0,0 15 0 15,0-11 0-15,6-9 0 0,9 2 0 0,0-5 0 16,2-11 0-16,5-2 0 0,1-9 0 0,1-5 0 16,1-10 0-16,1-7 0 0,-2-6 0 0,5 0 0 15,-2-17 0-15,4-11 0 0,-3-6 0 0,-2-7 0 16,2-6 0-16,4-12 0 0,-3 2-118 0,1-7 18 15,0-6 34-15,0-5-122 16,0-4 66-16,4-15 48 0,-2 12-116 0,-8 17 77 0,-7 13 38 0,-6 12 12 16,-4 10-9-16,-3 4 35 15,-4 14 0-15,0 2 405 0,0 7-202 0,-13 3-111 16,-7 28-42-16,-1 9 474 0,4 8-321 0,-2 15-166 16,4 4 0-16,9-2 0 0,0 19 0 0,3-10 0 15,3 1 0-15,0-3 0 0,3 0 0 0,9-11 0 16,10 12 0-16,-1-10 0 0,2-11 0 0,1-2 0 15,-1-6 0-15,-1-13 0 0,1-3 0 0,-5-10 0 16,0-2 0-16,-7-5 0 16,-2-4-562-16,-3-3 140 0,-5-1 197 0,-1 0 95 15,0-4-443-15,-13-8 269 0,-5-6 133 0,-4 0-420 16,2-9 282-16</inkml:trace>
  <inkml:trace contextRef="#ctx1" brushRef="#br0" timeOffset="214072.56">26040 13292 3203 0,'-30'0'0'0,"9"-2"0"0,6 1 0 0,6-1 0 0,3 2 0 0,6 0 0 0,6-2 0 0,31 0 0 0,16-1 0 0,20 3 0 0,19 0 439 15,6 0-200-15,10 0-189 0,24 0-50 0,-19 3 0 16,7 4 0-16,1 3 0 0,-7 1 0 0,-6 4 0 16,-6 4 0-16,-26 0-1106 0</inkml:trace>
  <inkml:trace contextRef="#ctx1" brushRef="#br0" timeOffset="-211975.2">7985 15551 3640 0,'-20'-2'0'0,"2"2"0"0,7 2 0 0,3 7 0 0,4-5 0 0,4 0 0 16,0-3 0-16,0 2 0 0,0 2 0 0,12 1 0 0,10-2 291 0,6-1-291 0,11 1 0 0,0 1 0 0,2-4 0 0,4-1 0 15,2 0 0-15,-8 0 0 0,14 0 0 0,-7 0 0 16,-2 0 0-1,-1 0 0 1,-8 0 0-16,2 0-217 0,-5 0 89 0,-6 0 36 0,-6 0 56 0,-1 0-943 0,-6 0 471 0,-3 0 226 16</inkml:trace>
  <inkml:trace contextRef="#ctx1" brushRef="#br0" timeOffset="-211809.16">8144 15925 3788 0,'-34'9'-1'0,"9"5"1"0,4-1 0 0,3-5 0 0,8-1 0 0,2-4 0 0,8 1 0 0,0-3 0 0,8 6 0 0,16-4 0 0,9-3 144 0,7 0-144 0,-3 0 0 0,7 0 0 16,-8 0 0-16,3 0 0 0,2 0 0 0,-3 0 0 15,2 3 0-15,-7-1 0 0,-1 1 0 0,-2-1-197 16,-2 3-245-16,-3 3 240 0,-5 1 129 0</inkml:trace>
  <inkml:trace contextRef="#ctx1" brushRef="#br0" timeOffset="-209359.22">9493 15693 1501 0,'-2'0'0'0,"-2"0"0"16,3 0 0-16,-1 0 0 0,2 0 0 0,0 1 0 0,0-1 0 0,0 4 0 0,0-2 0 0,2 3 0 0,7-1 225 0,4 0-94 0,0-1 338 15,4 1-216-15,0 1-99 0,4-4-63 0,0 1 333 16,4 0-193-16,-2-2-98 0,0 1-39 0,5-1 131 16,-2 0-225-16,4 0 0 0,-3 0 0 0,2 0 0 15,1 0 0-15,0 0 0 0,0 0 0 0,-3 0 0 16,1 0 0-16,-7 0 0 0,2 0 0 0,-5-1 0 16,-4-1 0-16,-2 0 0 0,-4 1 0 0,-5 1 0 15,-1-3 0-15,1 3 0 0,-1 0-129 0,-2 0-15 16,0 0 58-16,0 0-143 0,0 0 87 15,0 0 58-15,2-2-525 0,5 2 287 16,4-1 143-16,4-2-558 0</inkml:trace>
  <inkml:trace contextRef="#ctx1" brushRef="#br0" timeOffset="-209136.04">10378 15579 3506 0,'2'3'0'0,"-1"-2"0"0,1 0 0 0,0 2 0 0,3-1 0 0,7-2 0 0,1 0 0 0,10 0 0 0,0 0 0 0,10 0 0 0,1 0 196 0,9 0-80 0,-1 0-40 0,-1 0-39 15,-4 0-37-15,12 0 0 0,-6 0 0 0,3-2 0 16,-5-1 0-16,-7 2 0 0,3 0 0 0,-2 1 0 16,-5-3-154-16,-1 1 81 0,-8 2-630 0,0 0 282 15,-9 0 145-15,-1 0-418 0,-2 0 329 0,-4 0 165 16,-3 0 81-16,-2 0-174 0</inkml:trace>
  <inkml:trace contextRef="#ctx1" brushRef="#br0" timeOffset="-208847.25">10911 15572 1344 0,'-17'2'0'0,"0"3"0"0,4 3 0 0,-2-1 0 0,2 1 0 0,1 2 0 0,1 1 0 15,4 0 0-15,-2 4 0 0,1 4 0 0,-1 1 290 0,0 3-127 0,-3-3-54 0,-1 9-41 0,-4-3 178 0,-2 0-105 0,-3 2-53 16,-3-1 93-16,0-3-63 15,0-2-46-15,-2-1 0 0,3-4 179 0,6-5-108 16,2-2-53-16,4-4 331 0,1-2-287 0,6 0-134 16,1-4 0-16,2 0 0 0,2 0 0 0,0 0 0 15,0 0 0-15,8 0 0 0,11 0 0 0,3 0 0 16,4 1 0-16,2-1 0 0,4 3 0 0,2-1 0 16,0-1 0-16,-1 2 0 0,2-1 0 0,-1 0 0 15,-1-1 0-15,-2 1 0 16,-5-2 0-16,-6 0 0 0,1 0 0 0,-6 0 0 15,-2 0 0-15,-4 0-299 0,-3 0-133 0,-3 0 198 16,-1 0-526-16,-2 0 353 0,0-2 189 0,0-6-395 16,-2-5 288-16</inkml:trace>
  <inkml:trace contextRef="#ctx1" brushRef="#br0" timeOffset="-208662.75">10889 15719 2588 0,'-8'-10'0'0,"0"6"0"0,1 3 0 0,0-2 0 0,0 3 0 0,2 0 0 0,0 4 0 0,3 11 0 0,0 6 0 0,2 1 0 0,0 10 314 0,0 7-139 0,0 3-69 0,0 5 351 16,0-1-210-16,0 4-203 0,0-1-44 0,0 0 0 16,0-5 0-16,0-3 0 0,0-5 0 0,0 2 0 15,0-7 0-15,0 0 0 0,0-8-283 0,-2-3 37 16,-2-4 141-16,1-6-643 0,-2-2 360 0,2-4 175 16,-1-4 89-16,0 0-357 0,2-7 222 0,2-19 103 15</inkml:trace>
  <inkml:trace contextRef="#ctx1" brushRef="#br0" timeOffset="-208288.81">10627 14891 2427 0,'-21'-25'0'0,"9"10"0"0,4 5 0 16,3 1 0-16,0 0 0 0,5 0 2 0,0 0 0 0,0 2-1 0,12-1 1 0,11 1 0 0,1 1 126 0,2 3-45 0,1 1-1 0,-5 0-35 15,3 2-11-15,-5 0 1 0,-3 5-60 0,-4 10 29 16,-6 5 1-16,-4 2-219 0,-3 8 120 0,-3-1 64 16,-11 4 33-16,1-5 63 0,-2 1-95 15,4-10 45-15,-1-1 199 0,6-7-101 0,1-2-53 0,1-1-25 0,4 0 180 16,0-3-82-16,2 1-54 0,13-3 0 16,2 5-41-16,6-1-4 0,-1 3-1 0,-3 1 45 15,7 6-45-15,-8-1 1 0,0 4-1 0,-6 0 3 16,-5 2-3-16,-4-1-7 0,-3 6-29 15,0-3 0-15,-5-1 0 0,-14-1 0 0,-2-2 0 16,-4-5 0-16,-2-5 0 0,-1 1 0 0,-1-6 0 16,1-3 0-16,2-2 0 0,3 0 0 0,1 0 0 15,1-7 0-15,4-4 0 0,6-1 0 0,2-3-105 16,7-3-48-16,2 2-317 0,0 0 210 0,7 5 111 16,13 0 57-16,5 4-580 0,5 6 309 0,2-3 168 15</inkml:trace>
  <inkml:trace contextRef="#ctx1" brushRef="#br0" timeOffset="-207824.44">11723 15429 2219 0,'9'4'0'0,"-2"-3"0"0,-3 2 0 15,-2-3 0-15,-2 0 0 0,0 0 0 0,0-4 0 0,0-6 0 0,-2-2 0 0,-2-2 0 0,1-1 71 0,-1-1-1 0,-3 2 117 0,-2-2-76 0,2 0-27 16,-6 1 75-16,2 0-61 0,-4 2-31 0,-2 1 0 16,-3 2 80-16,-1 4-46 0,-4 0-37 0,-1 6 183 15,-3 0-105-15,-1 4-53 0,-3 14-81 0,2 5-8 16,-4 8 0-16,5 2 0 0,3 7 0 0,6 1 0 16,1 2 0-16,8-3 0 15,0 8 0-15,8-3 0 0,4-4 0 0,0-7 0 0,0 2 0 0,12-4 0 16,4-4 0-16,4-6 0 15,0-2 0-15,6-9 0 0,0-4 0 0,5-5 0 16,-1-2 0-16,-2-2 0 0,0-12 0 0,-1-7 0 16,-3-4 0-16,0-3 0 0,-3-2 0 0,-2-4 0 15,-3 1 0-15,-2-3 0 0,-1 1 0 0,-6 8 0 16,-1 3 0-16,-5 0 0 0,2 14 0 0,-1-1 0 16,-2 4 0-16,0 4 0 0,0 1 0 0,0 2 0 15,0 6 0-15,-2 16 0 16,2 3 0-16,0 3 0 0,0 4 0 0,2-1 0 0,5 4 0 15,6-2 0-15,1-2 0 0,4-4 0 16,3-1 0-16,0-4 0 0,2-4 0 0,4-4 0 16,1-3 0-16,-1-6 0 0,4 1-45 0,0 0-94 15,0-3 61-15,1 3-524 0,6 3 273 0</inkml:trace>
  <inkml:trace contextRef="#ctx1" brushRef="#br0" timeOffset="-206861.79">13270 15483 1060 0,'0'-9'0'0,"0"0"0"0,0 2 0 0,0-5 0 0,0-1 0 0,0-4 0 0,0 1 0 0,-2-2 0 0,2-1 0 0,0 1 0 0,0-1 107 0,-1 2-36 16,-3 0 0-16,-2 1 90 0,-2 2-67 0,1 2-29 0,-2 1 127 0,-3 4-79 15,-1 4-38-15,-2 0 10 0,-2 3 109 16,-4 0-79-16,-1 8-39 0,0 12 144 15,-6 7-92-15,3 3-36 0,-5 13-33 0,3 3 87 16,3 1-55-16,4 3-27 0,2-3 0 0,9-7 182 16,2 10-109-16,7-16-50 0,0 2 31 0,2-4-118 15,14-7 0-15,7-2 0 0,4-6 0 0,3-3 0 16,5-11 0-16,8-3 0 0,-5 0 0 0,-2-7 0 16,7-14 0-16,-4-3 0 0,-3-1 0 0,-2-3 0 15,-2-4 0-15,-7 5 0 0,0-12 0 0,-6 11 0 16,-4-2-156-16,-5 6 65 15,-5 0 7-15,-1 9-8 0,-2 2 235 0,-2 4-85 16,0 2-50-16,0 3 206 0,-9 4-214 0,-3 0 0 16,1 11 0-16,0 8 0 0,-1 3 0 0,7 3 0 15,-1 1 0-15,6-1 0 0,0 5 0 0,0-2 0 16,6-3 0-16,9-3 0 0,1-3 0 0,5-4 0 16,4-2 0-16,0-5 0 0,2-6 0 0,-1-2 0 15,1 0 0-15,-4-5 0 0,3-10 0 0,-6-1 0 16,-1-4 0-16,-4-2 0 15,-2-1 0-15,-5 3 0 0,-1-6 0 0,-5-1 0 16,-2 1 0-16,0-2 0 0,0-1 0 0,-11 0 0 16,-4 1 0-16,-4 3 0 0,-2 5 0 0,-1 3 0 15,1 7 0-15,-7 1 0 0,2 7 0 0,-1 2 0 16,7 0 0-16,-3 0 0 0,4 7 0 0,5 4 0 16,2-1 0-16,1 3 0 0,4 0 0 0,3 2 0 15,2 2 0-15,2 1 0 16,0 0 0-16,0-1 0 0,11-1 0 0,4 0-660 15,6-3 231-15,5 0 201 0,2-4 95 0,6-1-604 16,7-4 350-16,1-4 175 0</inkml:trace>
  <inkml:trace contextRef="#ctx1" brushRef="#br0" timeOffset="-206580.25">14122 15351 2889 0,'7'-17'0'0,"-5"3"0"0,-2 1 0 0,0 0 0 0,-12 3 0 0,-3 3 0 0,0 1 0 0,-4 5 0 0,2-1 0 0,-1 2 0 0,-1 0 197 0,2 5-86 0,2 8 180 0,0 2-127 16,3 4-64-16,2 6 79 0,6-5-179 0,4 10 0 16,0-3 0-16,2 1 0 0,12-2 0 0,7 0 0 15,4-3 0-15,1 0 0 0,-2-5 0 0,2-2 0 16,-6-1 0-16,1-3 0 0,-7 2 0 0,-3-3 0 16,-5-2 0-16,-4 2 0 0,-2-1 0 0,0 1 0 15,-12-2 0-15,-8 2 0 16,-6-1 0-16,-2 0 0 0,-2 0 0 0,-4-4 0 15,2 0 0-15,2-2 0 0,0 0 0 0,7-4 0 16,0 0 0-16,5 0 0 0,6 0 0 0,3-4-34 16,7-7-442-16,2-4 219 0,6-5 111 0,13 0-727 15,5 0 423-15,2-3 207 0</inkml:trace>
  <inkml:trace contextRef="#ctx1" brushRef="#br0" timeOffset="-206055.3">14265 15346 2457 0,'11'-14'0'0,"-6"2"0"0,2 3 0 0,-1-2 0 0,-1-1 0 0,3 5 0 0,0-3 0 0,3 4 0 0,2 3 0 0,4-1 0 0,4 2 190 0,3 2-76 0,2 0 200 0,2 8-130 15,0 5-78-15,1 4-16 0,-3 5-27 0,-5 1 0 16,-3 4-26-16,-4 2-76 0,-9 3 33 0,-3 0 0 16,-2 0 42-16,-5 0-37 0,-13-1 0 0,-4-6 46 15,-4-2 45-15,-2-5-27 0,0 0 0 16,-4-7-26-16,3-4-5 0,8-1-32 15,-3-4 0-15,6 0 0 0,4-2 0 0,3 0 0 16,6 0 0-16,1 0 0 0,2 0 0 0,2 0 0 16,2 0 0-16,16 0 0 0,7 0 0 15,5 2 0-15,3 0 0 0,11-2 0 0,-3 0 0 0,4 0 0 16,-1 0 0-16,-7 0 0 0,12-2 0 0,-6-2 0 16,-2-4 0-16,-1 1 0 0,-1-3 0 15,-3 0 0-15,5-6 0 16,-5 0 0-16,2-6 0 0,-3-4-40 15,-1-4-28-15,-2-7 7 0,0-7-176 0,-4-10 100 0,-3-2 50 16,-4-1 26-16,-5 9-256 0,-5 2 132 0,-1 3 78 0,-6 3 184 16,-3 9-56-16,-1 8 573 15,0 4-314-15,0 6-168 0,-7 5-70 0,-5 3-39 0,0 5 168 0,1 0-171 16,-1 5 0-16,-1 13 0 0,1 10 0 16,3 9 0-16,2 3 0 15,1 6 0-15,4 4 0 0,2 4 0 0,0 1 0 0,0 1 0 16,0-2 0-16,8-3 0 0,1-7 0 15,5 5 0-15,-2-16 0 0,3 1 0 16,-1-4 0-16,-4-9 0 0,2-2 0 0,-1-4 0 0,-2-4 0 16,0-2 0-16,-4-3 0 15,0-5-162-15,-3 1-63 0,0-2 84 0,0 0 53 16,-2 0 22-16,0-7-594 0,0-6 312 0,-6-5 147 16,-3-9-491-16,-6-9 327 0</inkml:trace>
  <inkml:trace contextRef="#ctx1" brushRef="#br0" timeOffset="-205921.6">15005 15330 3509 0,'-37'-14'0'0,"-2"7"0"0,2 3 0 0,0 3 0 0,13-3 0 0,2 2 0 0,10-1 0 0,4 2 0 0,7 1 0 15,1-2 0-15,19 0 251 0,16 0-107 0,8 2-117 0,6 0-27 0,13 0 0 0,4 0 0 16,3 0 0-16,3 0 0 0,3 0 0 0,4 0-34 16,12 4-11-16,-8 2-1023 0</inkml:trace>
  <inkml:trace contextRef="#ctx1" brushRef="#br0" timeOffset="-205337.4">16218 14770 1822 0,'-11'-28'0'0,"4"9"0"0,0 4 0 0,2 1 0 0,0 6 0 0,1 0 1 0,2 4 1 0,1 3 0 0,1 1-1 16,0 1 1-16,0 23 138 0,0 11 260 0,0 7-182 0,0 12-81 0,0 17-54 0,0 1 361 15,-4 21-203-15,-1-3-102 0,-5 2-51 0,2-5 123 16,-3 17-211-16,2-11 0 0,-1-5 0 0,3-13 0 16,-2 7 0-16,0-1 0 0,-1-4 0 15,4-5 0-15,-1-6 0 0,3-13 0 16,1-2 0-16,1-9 0 0,-1-3 0 0,3-6 0 15,0-13 0-15,0-3 0 0,0-6 0 0,0-5-50 16,0-4-342-16,5-2 156 0,4 0 99 0,3-15-270 16,6-6 185-16,0-5 84 0,7-8-528 0,-1-1 315 15</inkml:trace>
  <inkml:trace contextRef="#ctx1" brushRef="#br0" timeOffset="-205055.85">16434 15899 2916 0,'1'0'0'0,"-1"2"0"0,0 9 0 0,-8 10 0 0,-3 1 0 0,2 4 0 0,2 5 0 0,2 2 0 16,5 1 0-16,0 2 0 0,5-2 324 0,11-3-143 0,5-2-63 0,6-5 126 0,6 2-104 0,3-9-132 15,-2-9-8-15,8-2 0 0,-8-6 0 0,4 0 0 16,-2-14-15-16,-6-5-13 0,-5-2 32 0,-7 0-142 16,-9 0 97-16,-1-8 34 0,-6 4 1 15,-2-2 46-15,-4-3 0 0,-11 1-84 16,-5-1-2-16,-3 3 265 0,-3 2-197 0,-3 4-22 15,-1 7 0-15,0 2 0 0,6 9 0 0,-8 0 0 16,5 3 0-16,9 0 0 0,-1 0 0 0,8 0 0 16,-1 8 0-16,7-1 0 0,3 3 0 0,2 1-219 15,0-2-131-15,3-1 126 0,11-3 96 0,4-3-629 16,0-2 359-16,6 0 181 0,-4-2-414 16</inkml:trace>
  <inkml:trace contextRef="#ctx1" brushRef="#br0" timeOffset="-204830.64">16655 15043 3574 0,'-19'-12'0'0,"8"8"0"0,5 3 0 0,5 1 0 0,1 0 0 0,0 0 0 0,0 0 0 0,14 0 0 0,14 1 0 0,13 5 0 0,5 1 247 0,6-1-137 16,13 0-110-16,-5-3 0 0,-9 1 0 0,6 0-165 15,-4-2 132-15,-12-1 44 0,1 1-10 0,-1 3-265 16,-10-4 151-16,-8 1 74 0,-3 3 39 16,-4-3-821-16,-5 2 339 0,-8 0 224 0,-3 2-469 15,0 4 345-15</inkml:trace>
  <inkml:trace contextRef="#ctx1" brushRef="#br0" timeOffset="-204527.81">16813 15210 2646 0,'-20'0'0'0,"8"3"0"0,1-1 0 0,3-1 0 0,6-1 0 0,2 0 0 0,0 0 0 0,19 3 0 15,7 1 0-15,4 2 0 0,6-3 210 0,0 4-87 0,-1 3-43 0,-2-1 32 0,-4 4-38 0,-8-1 9 0,-5 5-46 0,-4-1-37 16,-10 5-1 0,-2 3-53-16,-8-1 46 0,-13-2 55 15,-7 0-10-15,-9 0 0 0,0-3 0 0,-1-5 288 16,4-3-283-16,-2-1 4 0,6-4 12 15,7-3-58-15,2 1 0 0,7-2 0 0,3-1 0 0,6 0 0 16,3 0 0-16,2 0 0 0,2 0 0 0,18 0 0 0,8 0 0 0,5 4 0 16,13-3 0-16,1 2 0 15,5-1 0-15,1-2 0 0,-3 0 0 0,-5 0 0 16,10 0 0-16,-8 0-17 0,-6 0-330 0,-7 0 165 16,0 0 41-16,-6 0-570 0,-4-2 342 0,-5-1 166 15,-4 2 83-15,-7-2-238 0,-1-2 160 0,-5-5 72 16</inkml:trace>
  <inkml:trace contextRef="#ctx1" brushRef="#br0" timeOffset="-204293.18">16717 14560 3931 0,'-25'-24'0'0,"11"12"0"0,6 4 0 0,2 5 0 0,4-3 0 16,2 4 0-16,0-2 0 0,6-1 0 0,17 1 0 0,8 0 0 0,5 2 0 0,13-2 0 0,-1 3 0 0,5 1 0 0,-2 0 0 0,-5 0 0 0,-7 0 0 16,2 0 0-16,-4 0 0 0,-7 5 0 0,-9-1 0 0,-1 2 0 15,-6-1 0-15,-5 3 0 16,-2-1 0-16,-3 3 0 0,-2-3 0 0,-2 3 0 16,0-2-1455-16,-8 1 688 0,-3-4 364 0</inkml:trace>
  <inkml:trace contextRef="#ctx1" brushRef="#br0" timeOffset="-204131.73">16947 14492 2537 0,'-3'9'0'0,"-1"6"0"0,1 1 0 0,-1-3 0 0,-1 4 0 0,1-1 0 0,-3 7 0 0,2 3 0 0,0 1 0 16,-1-3 0-16,-1 6 7 0,2-1 0 15,0-1 31-15,5-7-496 0,0 1 248 0,0-1 134 0,0-3 52 16,0-3 31-16,5-1-663 0,7-8 318 15,1-2 158-15</inkml:trace>
  <inkml:trace contextRef="#ctx1" brushRef="#br0" timeOffset="-203992.22">17124 14575 3195 0,'2'-4'0'0,"-1"4"0"0,1 0 0 0,-2 7 0 0,0 7 0 0,0 5 0 0,2 4 0 0,0 6 0 0,-2 2 0 0,0 6 0 0,2 6 430 0,-2-2-196 15,2 2-162-15,-1-5-72 0,6 2-467 0,-2-4 172 0,4 4 166 0,-3-2-1035 16</inkml:trace>
  <inkml:trace contextRef="#ctx1" brushRef="#br0" timeOffset="-196806.32">18082 15212 2420 0,'-15'-22'0'0,"5"14"0"0,8 5 0 0,2 3 0 0,0 0 0 0,0 0 0 0,0 0 0 0,14 0 0 0,6 4 0 0,12 8 0 0,4-3 318 0,2 2-139 0,3-1-71 0,-8-5 278 15,9 3-164-15,-3-5-97 0,-1 1-43 0,-1-2 9 16,2 0-91-16,-6-2 0 16,-1 0 0-16,-2 0 0 0,-8 0 0 0,3 0-10 15,-4 0-535-15,-5 0 291 0,-2 0 156 0,-3 0 31 16,-2 0-404-16,-1 0 136 0,-4 7 148 0,-3 5-547 16</inkml:trace>
  <inkml:trace contextRef="#ctx1" brushRef="#br0" timeOffset="-196616.89">18358 15616 3597 0,'-8'7'0'0,"7"4"0"0,-1-2 0 0,0-3 0 0,0-5 0 0,2 3 0 0,0-3 0 0,0 0 0 0,2 1 0 0,11 0 0 0,4 0 292 16,-1-2-250-16,4 2-42 0,-2-2 0 0,1 0 0 15,2 0 0-15,-3 0 0 0,1 0 0 0,-2 2 0 16,0-2 0-16,0 0-549 0,0 4 222 0,-2-1 192 15,2 1 8-15,0 2-775 0,-1-1 433 0</inkml:trace>
  <inkml:trace contextRef="#ctx1" brushRef="#br0" timeOffset="-196306.8">19245 15468 3727 0,'-16'0'0'15,"7"0"0"-15,3 0 0 0,3 0 0 0,3 0 0 0,0 0 0 0,0 4 0 0,0-3 0 0,0 0 0 0,9 3 0 0,12 0 204 0,5-3-204 0,6 2 0 0,2-3 0 0,3 0 0 0,1 0 0 16,1 0 0-16,1 0 0 0,-3 0 0 0,6 0 0 16,-6-3 0-16,0-4 0 15,0-1-80-15,-1 1-36 0,-2 0 73 0,-4-1-615 16,0 0 310-16,-4 1 155 0,1-1-601 0,-5 1 368 16</inkml:trace>
  <inkml:trace contextRef="#ctx1" brushRef="#br0" timeOffset="-196135.83">20077 15249 3480 0,'3'0'0'0,"1"0"0"0,1 0 0 0,2 0 0 16,2 0 0-16,4 1 0 0,6 5 0 0,7-1 0 0,6-1 0 0,9 2 0 0,2-1 232 0,2-4-96 0,5 1-53 0,-9-2-83 0,15 0 0 16,-4 0 0-16,1-2 0 0,-2-5-160 0,-5-5 85 15,-10 3-279-15,1-1 192 0,-16 7 100 0,-3 1 50 16,-4 0-825-16,-7 2 332 0,-7 0 223 0</inkml:trace>
  <inkml:trace contextRef="#ctx1" brushRef="#br0" timeOffset="-195884.03">20518 15304 1862 0,'-13'5'0'0,"-1"5"0"0,3-3 0 0,-1 4 0 0,-2 3 0 0,-1 1 0 0,-2 6 0 0,1 3 0 0,-7-1 0 0,-2 4 0 0,-5 5 137 0,-2-3-49 0,-3-2 277 16,-1 1-164-16,-1-1-81 0,4-6 287 0,-1 1-188 15,4-5-91-15,10-4 161 0,-1-2-174 0,12-5-115 16,-1 0 0-16,6-5 0 0,4 3 0 0,0 0 0 16,12 2 0-16,10-1 0 0,8 3 0 15,4 0 0-15,8-1 0 0,-1 1 0 16,3-1 0-16,-2-2 0 0,-4 1 0 0,1 0 0 16,1-1 0-16,-4 1 0 0,-3-2 0 0,-3-3-50 15,-7 2-81-15,-1-2-361 0,-3-1 226 0,-8 2 114 16,1-2 57-16,-5 0-642 0,-3 0 339 0,-2 0 185 15</inkml:trace>
  <inkml:trace contextRef="#ctx1" brushRef="#br0" timeOffset="-195720.91">20498 15513 3088 0,'-10'-1'0'0,"4"1"0"0,-1 1 0 0,1 15 0 0,3 4 0 0,-2 8 0 0,3 8 0 0,2 1 0 0,0 13 0 0,0-1 0 0,0 3 235 0,0 3-99 16,0 1 280-16,0-1-360 0,0 0-56 0,0-5 0 15,0-7 0-15,0-9-69 0,2 0 17 16,0-12-349-16,3-1 215 0,-4-9 112 0,1-4 57 0,0-3-823 16,-2-5 288-16</inkml:trace>
  <inkml:trace contextRef="#ctx1" brushRef="#br0" timeOffset="-195362.27">20188 14626 2473 0,'-12'-19'0'0,"12"16"0"0,0 0 0 0,0 0 0 0,0 2 0 0,9-1 0 0,10 2 0 0,4 0 0 0,3 0 0 0,8 0 0 0,0 0 72 0,0 9 10 0,-4-2-190 0,-8 3 73 16,-2 6 37-16,-6 1 0 0,-7 5-157 0,-7 4 106 15,0 1 39-15,-15 1 78 0,-5-2 0 0,-3-1-40 16,0-2-1-16,7-7 305 0,-1-1-154 15,9-6-91-15,-1-1 143 0,6-1-96 0,3-3-48 0,0 3 9 16,9 1 47-16,15 2-52 16,6-4-26-16,8 9-36 0,-1-4-28 0,-1 0 0 15,1 2 0-15,-1 2 0 0,-7 1 0 0,-13 0 0 16,1-1 0-16,-9 4 0 0,-7-3 0 0,-1 7 0 16,-10-5 0-16,-17 4 0 0,-8-4 0 0,0-3 0 15,-8 0 0-15,9-5 0 0,-3-4 0 0,2-2 0 16,6-4 0-16,1 0 0 0,5 0 0 0,4 0 0 15,6-6-141-15,8-4-48 0,5-1 92 0,0-1-921 16,16 1 490-16</inkml:trace>
  <inkml:trace contextRef="#ctx1" brushRef="#br0" timeOffset="-194970.95">21507 15249 2331 0,'-5'-11'0'0,"-1"2"0"0,-1-5 0 0,0-2 0 0,-5-6 0 0,1 4 0 0,-1-2 0 0,-1 2 0 0,1 1 0 0,-6-5 0 0,1 3 197 0,2 6-80 0,-4 0-39 0,1 5 73 16,-1 5-48-16,-6 3-36 0,2 0 28 0,-4 14-28 16,-3 17-1-16,2 2-27 0,1 9 55 0,3 7-56 15,1 3 0-15,7 2 145 0,5 5-72 0,3-1-37 16,8-13 8-16,0 10-82 0,1-19 0 0,17-1 0 15,3-9 0-15,2-7 0 0,0-10 0 0,9-3 0 16,-2-6 0-16,0-4 0 0,-3-16 0 16,-1-8 0-16,-3-3 0 0,-1-8 0 15,-5 1 0-15,-4-1 0 0,-3 0 0 0,-3 7 0 16,-3-4 0-16,-2 6 0 0,-1 9 0 0,-1 2 0 16,0 10 0-16,0 1 0 0,0 2 0 15,0 5 0-15,0 1 0 0,-1 1 0 0,1 20 0 0,0 0 0 16,0 6 0-16,5 5 0 0,7-1 0 15,2 9 0-15,1-8 0 0,10 5 0 16,-4-10 0-16,5-1 0 0,2-4-16 0,4-4-152 0,2-3 4 0,0-5-854 16,1-3 495-16</inkml:trace>
  <inkml:trace contextRef="#ctx1" brushRef="#br0" timeOffset="-194543.06">22565 14939 3109 0,'-15'-2'0'0,"-3"2"0"0,0 4 0 0,-1 13 0 0,-3 3 0 0,-4 7 0 0,-4 4 0 0,-4 9 0 0,-3 5 0 0,-3 8 0 0,4-2 589 0,4 3-356 16,2 1-233-16,6-10 0 0,-3 5 0 0,5-6 0 15,5-9 0-15,-1 1 0 0,2-5 0 0,2-2 0 16,2-10 0-16,1-3-308 0,0-5 61 0,3-3 143 0,0-4-781 15,-1-4 424-15,1 0 201 0,3-6 116 16,-3-16-475 15,5-7 290-31</inkml:trace>
  <inkml:trace contextRef="#ctx1" brushRef="#br0" timeOffset="-194432.26">21960 15125 3831 0,'0'-34'0'0,"0"19"0"0,0 5 0 0,0 2 0 0,0 4 0 0,0 2 0 0,0 2 0 0,6 3 0 0,13 16 0 0,7 6 0 0,10 9 100 16,7 5-100 15,4 4 0-31,6 4 0 0,1 4 0 0,8-1 0 0,13 7 0 0,-13-18 0 0,8 3 0 0,1-10 0 0,2-5-112 0,-1-5-327 0,-1-4 234 16,-3-2 122-16,1 0-1057 0</inkml:trace>
  <inkml:trace contextRef="#ctx1" brushRef="#br0" timeOffset="-194206.66">23555 15059 2903 0,'-34'-41'0'0,"4"20"0"0,2 17 0 0,2 3 0 0,-4-2 0 0,-1 3 0 0,0 0 0 0,1 12 0 15,-1 8 0-15,1 9 0 0,2 7 310 0,3 7-136 0,5 15-68 0,9 0-34 0,3-3 10 0,7 17-44 16,1-11 208-16,1-8-246 0,17 0 0 0,3-2 0 15,2-11 0-15,13 2 0 16,-1-13 0-16,4-8 0 0,2-7 0 0,0-9 0 0,-6-5-561 0,10 0 105 16,-5-5 133-16,-8-9 143 15,2-3-641-15,-8-4 391 0</inkml:trace>
  <inkml:trace contextRef="#ctx1" brushRef="#br0" timeOffset="-194056.61">23534 15360 3131 0,'-24'-2'0'0,"7"2"0"0,8 0 0 0,1 0 0 0,2 0 0 0,5 0 0 0,1 0 0 0,9 3 0 0,19 1 0 0,12 3 0 0,5-4 124 0,8 1-43 0,-2-4 325 15,6 0-217-15,-1 0-189 0,1 0-525 0,0-2 196 16,-4-9 183-16,-2 3 92 0,-7-4-929 0,-8 3 488 16</inkml:trace>
  <inkml:trace contextRef="#ctx1" brushRef="#br0" timeOffset="-193769.83">24023 15082 3103 0,'-11'-16'0'0,"4"9"0"0,5 3 0 0,2-1 0 0,0-1 0 0,5 5 0 0,17-2 0 0,4 3 0 0,8 4 0 0,10 11 0 0,-3 4 172 16,3 5-67-16,-2 3 111 0,-2 1-90 0,-12-2-34 16,0 4-206-16,-7 2 75 0,-10-1 39 0,-7 0 1 15,-4 1-134-15,-13 1 96 0,-17 0 33 0,-10-1 128 16,-13 3-43-16,-3-8 0 0,-2-1-42 0,9-9 79 15,-7 0-118-15,5-4 0 0,16-6 0 16,1-2 0-16,13-5 0 0,8 3 0 16,3-3 0-16,5 0 0 0,5 0 0 0,1 0 0 15,28-3 0-15,6-2 0 0,16-2 0 0,2-1 0 16,13-1 0-16,-2 2 0 0,-2-2 0 0,-11 8 0 16,4 0 0-16,-4-2 0 0,-12 3 0 0,1 0-419 15,-4 0-74-15,-9 0 218 0,0 3-280 0,-6-3 258 16,-2 0 130-16</inkml:trace>
  <inkml:trace contextRef="#ctx1" brushRef="#br0" timeOffset="-193585.33">24667 14921 3288 0,'4'-17'0'0,"6"7"0"0,6 4 0 0,1 4 0 0,7 2 0 0,0 0 0 0,9 15 0 0,-3 11 0 0,1 10 0 0,0 8 0 0,-1 12 643 0,-4-1-643 0,-5 2 0 16,-5 4 0-16,-2-2 0 0,-8-3 0 0,-1 1 0 15,-5-4 0-15,0-1 0 0,-5-5 0 0,-15-3 0 16,-4-10 0-16,-10 5 0 16,-1-7 0-16,-5-2 0 0,-3-3-506 0,-4 1-42 15,0-4 246-15</inkml:trace>
  <inkml:trace contextRef="#ctx1" brushRef="#br0" timeOffset="-193236.19">25672 15037 3447 0,'0'-21'0'0,"0"20"0"0,0 1 0 0,6 0 0 0,8 0 0 0,0 0 0 0,2 5 0 0,5 1 0 0,6-1 0 0,8 2 0 15,6 1 96-15,8 0 239 0,13 1-282 0,-1-4-53 0,-10 0-195 0,6 0-3 16,-6 0 118-16,-10 3 69 0,2 2-971 0</inkml:trace>
  <inkml:trace contextRef="#ctx1" brushRef="#br0" timeOffset="-193084.12">25794 15463 3719 0,'-26'-26'0'0,"12"20"0"0,14 4 0 0,0 2 0 0,0 0 0 0,6-2 0 0,22 2 0 0,12 0 0 0,8 0 0 0,26-1 0 0,4 1 125 0,16 0-265 16,-5 0 90-16,5 0 43 0,-10 0 11 15,25 0-1052-15</inkml:trace>
  <inkml:trace contextRef="#ctx1" brushRef="#br0" timeOffset="-191956.4">26887 15268 2334 0,'-11'-12'0'0,"3"6"0"0,6 3 0 0,0 1 0 0,-1 0 0 15,3 2 0-15,0-2 0 0,3 0 0 0,15-1 0 0,12-1 0 0,7-2 112 0,5-4-38 0,6 4 492 0,3-4-264 0,3 0-122 0,4 2 129 16,-1-2-255-16,-4 2-54 0,0 1 0 15,-4 1 0-15,-6 3 0 0,2 1 0 16,-8 0 0-16,0 0-9 0,-4-1-162 0,-3 3 105 16,-5 0-709-16,0 0 331 0,-6 0 217 0,-3 0 18 15,-5 9-267-15,-2 0 220 0</inkml:trace>
  <inkml:trace contextRef="#ctx1" brushRef="#br0" timeOffset="-191602.79">27094 15427 2365 0,'-16'0'0'0,"7"0"0"0,4 4 0 0,3-1 0 0,2 1 0 0,0 2 0 0,2 2 0 0,11-1 0 0,6 2 0 0,7 1 0 16,11 1 414-16,3-1-188 0,2-1-94 0,-9 1-39 0,5 1-27 16,-5-1 10-16,-6 2-38 0,-10 0-59 0,0 0 29 15,-9 2 1-15,-6 1-128 0,-2 4 88 0,-12 1 30 16,-17 5 0-16,-4-3 95 0,-6 1-14 0,-5-2-44 15,5-6 190-15,-9 2-100 16,14-4-64-16,0-2-9 0,9-4-53 0,3-2 0 16,9-1 0-16,5-1 0 0,2-3 0 0,3 2 0 15,3-2 0-15,9 0 0 0,19 0 0 0,9 0 0 16,8 0 0-16,15-2 0 0,2-2 0 0,-1-1 0 16,-6 0 0-16,6 0 0 0,-7 1 0 15,-3-1 0-15,-6 4 0 0,-9 0 0 0,-3-2 0 0,-6 2-245 16,-4 1-73-16,-5 0 140 0,-6 0 69 0,-4 0-207 15,-3 0 143-15,0 0 68 0,-2 0 33 0,-3-3-432 16,0-8 232-16,0-1 108 16,0-7-326-16</inkml:trace>
  <inkml:trace contextRef="#ctx1" brushRef="#br0" timeOffset="-191202.18">27202 14476 2336 0,'-16'-33'0'0,"10"16"0"0,2 14 0 0,4-1 0 0,0 0 0 0,6-3 0 0,16-1 0 0,6 2 0 0,8 3 0 0,11 1 0 0,3 2 89 0,3 0 84 0,1 0-58 16,-2 11-42-16,-4 3-128 0,-14-2 46 0,3 5 1 15,-11 4 47-15,-10-3-62 0,-5 7 26 0,-10 0 0 16,-1-4 36-16,-6 4 28 0,-16 1-1 15,-3-3-50-15,-5-2 290 0,0-4-133 16,1-2-68-16,9-4-33 0,1-2 279 0,10-2-351 16,-1-5 0-16,5 1 0 0,3-3 0 0,2 6 0 15,2 1 0-15,20 2 0 0,6 2 0 0,8 4 0 16,0 0 0-16,-5 0 0 0,2 5 0 0,-12-4 0 16,4 6 0-16,-14-4 0 0,-1 2 0 0,-8-1 0 15,-2 0 0-15,-9 0 0 0,-15 1 0 0,-8-5 0 16,-6 0 0-16,-4-3 0 15,2-5 0-15,5-3 0 0,-4-4 0 0,3 0 0 16,2 0 0-16,5 0 0 0,7 0 0 0,4-4 0 16,3-3 0-16,7 2-238 0,5-2 72 0,3 3 54 15,0 1-700-15,19 1 391 0,6 2 191 0</inkml:trace>
  <inkml:trace contextRef="#ctx1" brushRef="#br0" timeOffset="-190773.28">28500 15160 2307 0,'0'-18'0'0,"0"7"0"0,0-2 0 0,2-6 0 0,1-4 0 0,-2 2 0 0,3 2 0 0,-1-5 0 0,0 4 0 0,-2 0 0 0,-1 0 127 15,0 0-34-15,0 3 169 0,-4 2-112 0,-9 3-56 16,-2 5 144-16,-10 3-100 0,-1 4-41 15,-9 0-34-15,-1 14 150 0,-1 10-88 16,-3 4-101-16,1 6-24 0,1 4 0 0,2 1 0 16,5 1 0-16,6 0 0 0,13-6 0 0,-1 3 0 15,8-3 0-15,5 0 0 0,0-3 0 0,5-7 0 16,13-1 0-16,4-9 0 0,3-2 0 0,5-8 0 16,3-4 0-16,-1 0 0 0,0-16 0 0,-2-6 0 15,-4-2 0-15,1-3 0 0,-6-1 0 0,-4 0 0 16,1 2 0-16,-6-1 0 0,-1 8 0 15,-4 1 0-15,-2 6 0 0,-3 3 0 16,1 3 0-16,-2 5 0 0,-1-1 0 0,0 2 0 16,0 0 0-16,0 21 0 0,1 5 0 0,2 4 0 15,4 3 0-15,-2 11 0 0,3-5 0 0,2 1 0 16,4-7 0-16,-1 3 0 0,8-2 0 0,1-5 0 16,-2-6 0-16,7-2 0 0,-1-4 0 0,1-4 0 15,1 0 0-15,0 1 0 0,2-3-518 16,0 3-51-16</inkml:trace>
  <inkml:trace contextRef="#ctx1" brushRef="#br0" timeOffset="-190635.43">29483 15634 372 0,'-4'-8'0'0,"4"7"0"0,-3-1 0 0,2-1 938 0,-3 3-451 0,2-1-225 0,1 1-112 0,1 0-286 15</inkml:trace>
  <inkml:trace contextRef="#ctx1" brushRef="#br0" timeOffset="-189609.67">5293 16716 1328 0,'-3'-25'0'0,"1"3"0"15,0 3 0-15,0 2 0 0,1 0 0 0,-2 0 0 0,1 1 0 0,0 2 0 0,1 5 0 0,1 3 0 0,0 2 410 0,0 3-186 0,0-2-94 16,0 3-46-16,0 4 141 0,0 21-99 0,0 10-44 15,1 11-1-15,3 14 325 0,-1 5-185 0,-3 8-82 16,0 7 95-16,0 13-98 0,-5-3-49 0,-2 1-69 16,-1-3-18-16,5-14 0 0,-1 9 0 0,4-16 0 15,0-10 0-15,0-3 0 0,7-4 0 0,8-13 0 16,5-2 0-16,5-9 0 0,0-6 0 0,7-5 0 16,-2-10 0-16,4-5 0 0,0 0 0 15,-1-9 0-15,-3-9 0 0,4-12 0 16,-6 1 0-16,-5 1 0 0,-1-1 0 0,-1-2 0 0,-6 2 0 15,0 4-72-15,-4-4-10 0,0-1-766 16,-4-2 409-16,-1-7 201 0,2-3 100 0</inkml:trace>
  <inkml:trace contextRef="#ctx1" brushRef="#br0" timeOffset="-189464.27">5691 17033 3015 0,'-5'-6'0'0,"3"3"0"15,1-1 0-15,1 2 0 0,0 0 0 0,0 1 0 0,3-4 0 0,12 3 0 0,5-4 0 0,5 5 0 0,-1-2 301 0,4 0-131 0,4 3 51 0,1 0-96 0,0 0-44 16,12 0-370-16,-3 0 163 0,-1 0 82 16,-3-1 50-16,1 1-817 0,-2 0 424 0,-5 0 213 15</inkml:trace>
  <inkml:trace contextRef="#ctx1" brushRef="#br0" timeOffset="-189295.82">5932 17308 3270 0,'-17'9'0'0,"4"0"0"0,4-3 0 0,4-5 0 0,0 1 0 0,5 0 0 0,2 2 0 0,19-1 0 0,5 0 0 0,6-2 0 0,5 3 195 0,-2-2-80 0,3-1-38 15,3 2-125-15,-2-2 43 0,0-1 9 0,-1 0-553 16,-3 0 293-16,-1 0 147 0,-4 0 73 0,-4 0-755 16,-3 0 376-16,0 0 199 0</inkml:trace>
  <inkml:trace contextRef="#ctx1" brushRef="#br0" timeOffset="-189013.51">6714 16773 2795 0,'6'-3'0'0,"0"1"0"0,2 2 0 0,-5 0 0 0,-1 7 0 0,-2 9 0 0,0 5 0 15,-7 3 0-15,-6 4 0 0,-4 2 0 0,-4 8 163 0,1-2-63 0,-5-5-31 0,3-1 298 0,-3 1-169 0,2-5-81 16,-1-4-39-16,4-3-34 15,4-5-44-15,2 0 0 0,4-7 0 0,2-1 0 16,3-2 0-16,3-2 0 0,2-1 0 0,0 1 0 16,4 2 0-16,17 1 0 0,6-1 0 0,4-2 0 15,10 4 0-15,-4-2 0 0,14-2 0 0,-6 0 0 16,3 0 0-16,-2-2 0 0,1 0 0 0,-3 0 0 16,4 0 0-16,-11 0 0 0,-1 0 0 0,-4 0 0 15,-7 0 0-15,-2 0-395 0,-4 0 180 16,-6 0-750-16,-4 0 464 0,-6 0 231 0</inkml:trace>
  <inkml:trace contextRef="#ctx1" brushRef="#br0" timeOffset="-188824.99">6920 16738 3095 0,'-10'-9'0'0,"6"3"0"0,2 5 0 0,-1-1 0 0,1 2 0 0,2 0 0 0,0 0 0 0,2 18 0 0,7 6 0 0,3 12 0 0,-5 2 90 0,4 13 559 0,-3 5-552 16,-2 10-97-16,-3-2 0 15,-1 1 0-15,0-6 0 0,1 11 0 0,-2-17 0 16,-1 6 0-16,0-3 0 0,-1-3 0 0,-6-11-24 16,-2 8-261-16,3-14 161 0,-1 1-364 0,6-13 135 15,-2-1 159-15,3-11 66 0,0-1-629 0</inkml:trace>
  <inkml:trace contextRef="#ctx1" brushRef="#br0" timeOffset="-188574.29">7462 16504 3931 0,'-5'-17'0'0,"1"14"0"0,3 3 0 0,-3 0 0 0,-2 15 0 0,-2 14 0 0,-3 11 0 0,3 12 0 16,-5 12 0-16,3 14 0 0,-2 17 0 0,4-8 0 0,3 7 0 0,-3 4 0 0,6 2 0 15,2-18 0-15,0 3 0 0,1-13 0 16,8-15 0-16,9-1 0 0,-1-8 0 0,1-14 0 15,2-4 0-15,-7-10 0 0,6-3 0 16,-4-10 0-16,3-3 0 0,-4-4 0 0,3 0 0 16,0-15-757-16,0-6 348 0,1-3 185 0,1-6 94 15,2-6-368-15,3-9 236 0</inkml:trace>
  <inkml:trace contextRef="#ctx1" brushRef="#br0" timeOffset="-188449.95">7795 17348 3885 0,'2'0'0'0,"-2"0"0"0,2 0 0 0,-1 6 0 0,-1 5 0 0,2 3 0 0,0 2 0 0,2 7 0 0,-1 3 0 0,2 4 0 0,-1 4 46 0,-1 3-46 0,3 4 0 0,-3 3 0 16,4-2 0-16,0-9 0 0,0 4 0 0,2 0 0 15,3-4 0-15,-3 2 0 0,2-2-1106 0</inkml:trace>
  <inkml:trace contextRef="#ctx1" brushRef="#br0" timeOffset="-188023.41">8658 17177 2647 0,'-22'-30'0'0,"14"19"0"0,8 10 0 0,0 1 0 16,0 0 0-16,0 0 0 0,4 0 0 0,14 0 0 0,3 0 0 0,2 0 0 0,8 0 512 0,12 0-238 0,0 0-119 0,-6 0-108 0,13 5-10 0,-8 1-1 16,2 0 1-16,-5 4-592 0,-5 0 295 15,0 4 158-15,-4 2 65 0,-11 2-1089 16</inkml:trace>
  <inkml:trace contextRef="#ctx1" brushRef="#br0" timeOffset="-187888.48">8628 17658 3414 0,'-27'-3'0'0,"14"3"0"0,7 0 0 0,5 0 0 0,-1 0 0 0,2 0 0 0,11-2 0 0,19-6 0 0,13-4 0 0,15-2 0 15,-3 3 227-15,17-2 42 0,-1 5-248 0,2 5-21 16,-1 0 0-16,4 3-543 0,1 0 152 0,0 6 210 0</inkml:trace>
  <inkml:trace contextRef="#ctx1" brushRef="#br0" timeOffset="-187292.69">10360 16519 2653 0,'0'-36'0'0,"0"15"0"0,-1 10 0 16,-5 5 0-16,-3 2 0 0,-2 3 0 0,-4 1 0 0,-5 11 0 0,-8 25 0 0,-6 14 0 0,-7 23 260 0,2 10-110 0,-5 11-56 0,3 6 161 0,1-1-112 0,4 2-53 15,1 3-26-15,10-5 158 0,4-5-222 0,12-17 0 16,2 2 0-16,7-11 0 0,2-14 0 0,17 1 0 16,10-10 0-16,-1-14 0 0,16 0 0 0,0-15 0 15,1-9 0-15,6-7 0 0,0-5 0 0,-5-18 0 16,-3-8 0-16,-4-4 0 0,-13-3 0 0,-13 4 0 16,-6-4 0-16,-5 1 0 15,-2-3 0-15,-22 4 0 0,-8 3 0 0,-7-1 0 16,-5 6 0-16,-8 2 0 0,6 5 0 0,-4 6 0 15,4 7 0-15,6 6 0 0,1 2 0 0,2 0 0 16,8 2 0-16,6 7 0 0,4 7 0 0,8-1 0 16,3 0 0-16,6 9 0 0,0 1 0 0,11-1 0 15,12 1 0-15,3-3 0 0,12 4-11 0,-5-8-456 16,15 0 220-16,-4-4-606 0,4-2 408 0,2-3 203 16,1-3 102-16,0-2-454 0,-1-2 283 0</inkml:trace>
  <inkml:trace contextRef="#ctx1" brushRef="#br0" timeOffset="-186912.46">11031 17377 2622 0,'16'-23'0'0,"-4"4"0"0,-3-1 0 0,0-7 0 0,-7 1 0 0,-1 0 0 0,-1 0 0 0,0 2 0 0,0-1 0 0,0 2 0 0,-5 1 166 0,-7 3-63 0,-3 2-33 16,-7 2 302-16,-3 10-157 0,-7 3-93 15,-9 2 139-15,-3 15-261 0,-8 14 0 0,3 9 0 0,8 2 0 16,-12 13 0-16,14 1 0 15,4 0 0-15,10-5 0 0,4 5 0 0,10 2 0 16,6-1 0-16,5-4 0 0,2-2 0 0,16-4 0 16,3-12 0-16,12 3 0 0,3-12 0 0,4-8 0 15,3-11 0-15,2-5 0 0,-4 0 0 0,10-15 0 16,-9-10 0-16,-5-5 0 0,-3-3 0 0,-3-6 0 16,-8 4 0-16,0-11 0 0,-7 6 0 0,-5 9 0 15,-1-1 0-15,-8 7 0 0,0 2 0 0,-2 7 0 16,0 8 0-16,0 1 0 0,-2 6 0 0,-7 1 0 15,-1 1 0-15,3 21 0 16,1 5 0-16,5 5 0 0,-1 7 0 0,2 2 0 16,0-5 0-16,5 16 0 0,6-13 0 0,5 1 0 15,-2-8 0-15,5 0 0 0,1-4 0 0,3-4 0 16,2-8 0-16,-1-5 0 0,1-3 0 0,-5-5 0 16,3 0 0-16,1 0-125 0,3 0-397 0,-4 0 242 15</inkml:trace>
  <inkml:trace contextRef="#ctx1" brushRef="#br0" timeOffset="-186770.08">11870 17705 3931 0,'-9'-15'0'0,"6"13"0"0,1 1 0 0,-2-1 0 0,-3-4 0 0,1 3 0 0,0 0 0 0,2 2 0 0,-1 1 0 0,1 0 0 0,3 0 0 0,1 0 0 0,-2 0 0 0,2 0 0 0,0 0 0 16,2 11 0-16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10:56.1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1872 5903 1027 0,'-7'0'0'0,"-3"1"0"0,2 3 0 0,-1-2 0 0,0 1 0 0,2 0 0 0,-2 1 0 0,2-3 0 0,0-1 0 0,5 2 0 0,-1-2 130 0,1 2-35 16,2-2-9-16,0 0 99 0,0 0-72 0,0 0-36 16,0 0 18-16,0 0-17 0,0 0-10 0,0 0 15 15,0 0-43-15,0 0 1 0,0 0 0 0,0 0 48 16,5 0-10-16,3 0-38 15,0 0 0-15,3 0 33 0,5 0-1 0,-1 0-22 0,2 0-10 16,0 0 23-16,4 0-23 0,0 0 0 16,2 0 34-16,3 0-35 0,-1 0 1 0,-2 0 0 15,2 0 31-15,-3 0-32 0,1 0 11 0,6 0 41 16,-1 0-51-16,-2 0-1 0,1 0 1 0,1 0 18 16,2 0-8-16,4 0-10 0,1 0 0 0,3 0 24 15,4-2-24-15,-3 0-1 0,-2 1-8 0,7-3 9 16,0 1 0-16,2 0-41 15,-3 1 0-15,2-1 41 0,-5 3 10 0,13 0-32 0,-5 0-19 16,3-1 0-16,2 1 0 0,0-1 0 16,-1-4 0-16,8 2 0 0,8-4 0 0,-2-2 0 15,6 0 0-15,5-2 0 0,8-1 0 0,13-4 0 16,-11 2 0-16,-1 0 0 0,-9 4 0 0,3 3 0 16,-12 3 0-16,15-2 0 0,-5 2 0 0,-2 3 0 15,0-3 0-15,3 0 0 0,4 1 0 0,8-3 0 16,-6-1 0-16,5 1 0 0,1-1 0 0,4-4 0 15,-9 4 0-15,25-2 0 0,-10-2 0 0,5 1 0 16,1 1 0-16,0 0 0 16,0-1 0-16,0 2 0 0,-6 3 0 0,6-1 0 15,-3 1 0-15,-6 1 0 0,-8 0 0 0,15 2 0 16,-12 1 0-16,4-1 0 0,-4 1 0 0,-3-4 0 16,-9 4 0-16,15-2 0 0,-19-1 0 0,4 2 0 15,-2-1 0-15,-1 1 0 0,-14 1 0 0,13-1 0 16,-16-1 0-16,-9 3 0 0,0 0 0 15,-8 0 0-15,-8 0 0 0,-3 0 0 0,-10 0 0 0,-1 0 0 16,-7 0 0-16,-5 0 0 16,-5 0 0-16,-3 0 0 0,0 0 0 0,-2 0-385 15,0 0 161-15,0-2 81 0,-9-6 56 0,-4-5-624 16,-1 1 335-16,1-5 167 0,-5-4 84 0</inkml:trace>
  <inkml:trace contextRef="#ctx0" brushRef="#br0" timeOffset="223.52">7476 5250 2926 0,'2'5'0'0,"7"6"0"0,6-2 0 0,2 1 0 0,6 1 0 0,5 2 0 0,4 2 0 16,11 2 0-16,0-1 0 0,4 4 0 0,4-4 150 0,-3 5-55 0,1 0 86 0,-1 1-75 0,-4-1-33 0,1 1 0 15,-2-1-32-15,-7 4-1 0,-4-5 37 0,-2 3-11 16,-7-1-25-16,-5 1-2 0,-8-7-60 0,-6 11 25 0,-4-4 10 15,-14 7-29-15,-16 1 27 16,-14 7 0-16,-9-1-236 0,-11 4 127 0,-9 2 29 0,-22 5 38 0,0-2-733 16,-23 6 363-16,1 0 175 15</inkml:trace>
  <inkml:trace contextRef="#ctx0" brushRef="#br0" timeOffset="1058.45">4274 3396 1488 0,'0'-11'0'0,"0"6"0"0,-2 3 0 0,2-2 0 0,-2 3 0 0,2-1 0 0,0 2 0 0,-2 0 0 0,2 0 0 0,0 9 0 0,0 11 82 0,0 4 0 0,0 5-41 15,0 13 130-15,0-5-54 0,0 16-44 0,0 1 105 0,0 3-68 16,0 9-35-16,0-3 135 0,0-1-75 0,0 17-52 15,-1 11 0-15,-6-1 123 16,3 5-83-16,0-6-31 0,-4 24-10 0,2-3 85 16,2 6-63-16,2-1-32 0,0 1 0 0,1 2-32 15,1 14 0-15,0-5-35 0,0 3-5 0,0 4 0 16,0-1 0-16,0-10 0 0,0 24 0 0,0-18 0 16,-3-3 0-16,3 0 0 0,0-3 0 0,0-11 0 15,-2 6 0-15,2-3 0 0,0-9 0 0,0-1 0 16,-2-7 0-16,2-11 0 0,-3 1 0 0,1-3 0 15,0-5 0-15,2 0 0 0,-2 0 0 16,2-11 0-16,0 7 0 0,0-20 0 16,0 12 0-16,0-6 0 0,0-11 0 0,0-7 0 15,0-5 0-15,0-1 0 0,0-7 0 0,0-5 0 16,0-2-4-16,0-6-213 0,-3-1 96 0,0-5 27 16,-2-2-52-16,2-1 54 0,-4-3 26 0,2-1-244 15,1-2 141-15,-2-2 65 0,-2 0 32 0,1-10-356 16,-3-16 194-16,3-10 88 0,-2-24 59 0,2-3-461 15,2-24 255-15</inkml:trace>
  <inkml:trace contextRef="#ctx0" brushRef="#br0" timeOffset="1289.15">4405 3187 1991 0,'-19'0'-5'0,"0"3"-1"0,6 19 3 0,-2 0 1 16,-2 4-1-16,-1 1 1 0,-7 2 0 0,-2 5 0 0,-8 5 0 0,-11 17 0 0,4-5 90 0,1 2-2 0,10-10-46 0,1 0-124 15,10-10 73-15,0-3 22 0,12-12-1 0,4-5-493 0,4-4 255 0,0-9 128 16</inkml:trace>
  <inkml:trace contextRef="#ctx0" brushRef="#br0" timeOffset="1427.78">4230 3207 2511 0,'4'-5'0'0,"0"3"0"15,0 2 0-15,1 0 0 0,2 2 0 0,-1 5 0 0,4 1 0 0,4 2 0 0,7 5 0 0,2-1 0 0,3 5 180 0,7 5-31 0,2 5-53 0,3 1-27 16,2 3 0-16,10 7-329 0,-11-5 162 0,14 11 65 15,-5-1 38-15</inkml:trace>
  <inkml:trace contextRef="#ctx0" brushRef="#br0" timeOffset="5368.87">6391 5615 1007 0,'0'0'0'0,"0"0"0"0,0 0 0 0,0 0 0 0,0 0 0 0,0 0 0 0,0 0 0 0,0 0 0 0,0 0 0 0,0-1 0 0,1-2 52 0,1 1-12 0,0 2 0 15,1-2 1-15,-3 0 18 0,1 1-8 16,1-3-11-16,0 1 0 0,0-3-7 15,-1 1 8-15,1 3-1 0,0-5-37 0,-1 4 38 16,-1-3-1-16,2 3-28 0,0-3-5 0,-2 2 31 16,0-2 1-16,0 3-46 0,2-1 38 0,-2 0 2 15,0 0-8-15,0 1-13 0,0-1 17 0,0 0-7 16,0 1 6-16,0-2-49 0,0 1 42 0,0 1 7 16,0-1-36-16,0 0-3 0,0 1 32 0,0-1 1 15,0-1-44-15,0 1-2 0,0-2 40 0,0 1-45 16,0-1 41-16,0-2-6 0,0 2 6 0,0-1 2 15,0-1-4-15,0 1-4 0,0-1 3 16,0-1 3-16,0 2-4 0,0-3 2 16,-2 2 22-16,0-1-20 0,0 2-3 0,1-3 26 15,-3 3-24-15,1-2 6 0,1-1-5 0,-1 2 24 16,-2 0-23-16,2-2 3 0,-2 1-2 0,1-1 30 16,1-3-28-16,0 4 1 0,-3-3-1 0,2 1-14 15,-1-1 14-15,0 3-39 0,1-2 38 0,-1 0-1 16,-1-1 1-16,1 4-48 15,1-5 45-15,-2 4-1 0,1-1 1 0,0 0-7 16,-2 0 5-16,0 1-4 0,1 0 3 0,-1 0 18 16,1 3-18-16,-1-2-2 0,1 1-6 0,-1-1 8 15,1 0 0-15,-2 1 4 0,3-1-11 0,-2 1 8 16,1 1-1-16,1-2-19 0,-2 1 18 0,0 0 3 16,-1-1-3-16,0 1-8 0,1 2 8 0,0-6-3 15,-1 4 2-15,0 0 35 0,-1-2-35 0,2 2 0 16,-3 2 1-16,1-4 26 0,0 2-25 0,1 1 6 15,-5-4-22-15,4 4 20 16,1-1-3-16,-3-1-45 0,0 1 44 0,3 1 4 16,-3-1-4-16,1-1-45 0,1 1 43 0,-1 1-5 15,-1 0 3-15,4-1-31 0,-5-1 30 0,4 2-7 16,-2 0 6-16,0-2-3 0,2 2 1 0,-2 1-3 16,-2-3 1-16,5 2 2 0,-4 0-1 0,2 0 10 15,0 0-8-15,-2-2-1 0,3 2 1 0,-3-1 16 16,2 0-16-16,0 0 1 15,0 0 2-15,-5 0-8 0,6-4 6 0,-7 4 0 0,5 0-29 0,0 0 28 16,-5-1 0-16,2 2 0 16,-1-3-38-16,2 2 36 0,-2-1-2 0,1 2-10 15,1 1 7-15,-2-1 3 0,1 3-6 0,-2-3 4 16,5 2-2-16,-6-2 2 0,4 3-5 0,-3 0 26 16,2-1-22-16,0-2 1 0,1 2 37 0,-2 0-36 15,-2-2 3-15,0 2 14 0,0 1-13 0,-1 0-1 16,-1-2 3-16,0 2-3 0,-3-1 3 0,0 1-1 15,0 1 2-15,2-3-23 0,-3 4 21 16,1-2-1-16,1 0 1 0,0 0-41 16,0 1 37-16,-2-2 1 0,1 2-19 0,1-2 17 15,-3 3-4-15,2-3 18 0,-2 1-16 0,1 0 2 16,-1 1-3-16,-2-1 20 0,2 2-18 0,-4 0 0 16,0 1 2-16,2 0 5 0,-1 0-4 0,-3 0-1 15,3 0 3-15,-6 0-13 0,2 0 12 0,2 0-1 16,-1 0-14-16,1 0 13 15,6 0-1-15,-6 0 10 0,3 0-10 0,0 0 1 16,-2 0-2-16,3 0 31 0,1 0-29 0,-5 0 0 16,2 0 0-16,-1 0 35 0,1 0 2 0,-3 0-34 15,5 0 6-15,-6 0 1 0,2 1-4 0,0 3 7 16,0-2-28-16,0 4 22 0,1-2 4 0,-5 1-38 16,4 1-1-16,0-3 33 0,1 3-1 0,4 0-38 15,2-2 34-15,-2 1 2 0,2 0-8 0,4 0 51 16,-4-2-48-16,5 0-2 0,0 1 4 0,0 0 30 15,2 1 1-15,-2 0-26 0,2-2 31 0,-2 1 8 16,2 2-36-16,-3-1-3 16,2 2 5-16,0-3 7 0,-3 4-5 0,3-2-23 15,-2 2 23-15,1-1 0 0,-1 1 0 0,-1-1-42 16,1 2 39-16,-1 1-4 0,1-1 3 0,0 1-27 16,0-3 24-16,1 2-3 0,-2 1 2 0,3 0-2 15,-2-3 2-15,4 0-1 0,1 0 47 0,-3 2-45 16,3-3 0-16,-2 3 52 15,3-2-50-15,-3 1 4 0,3 0-3 0,1 2 3 16,-1-1-1-16,-1 1 6 0,2-1-5 0,-3 2-34 16,4-1 34-16,1 1 1 0,-5 0-2 0,4 1-18 15,3-1 17-15,-6-1 5 0,4 5-6 0,-2-5-4 16,3 4 3-16,-3-3 30 0,4 2-2 0,-3-1-27 16,-1 1 1-16,4-1 34 0,-1 0 1 0,0-1-25 15,0 2-6-15,3 1 21 0,-1-1-19 16,-2 0 7-16,4-1-18 0,-1-1 19 0,1 4-6 0,-1-2 3 15,3-1-29-15,-1 2 27 16,-2 0-1-16,4 0-35 0,0-1 33 0,0 2-2 16,0 0 1-16,0 0 12 0,0 0-12 0,0 1-2 15,0 0 1-15,0 0 18 0,0 0-18 0,0-1-1 16,0 2 6-16,4-4 0 0,-2 2-4 0,-1 0 7 16,1 0-6-16,0-2 3 0,-1 1-3 0,1-3 19 15,2 2-18-15,-1 0 2 0,-1-4-2 0,3 3 4 16,-2-1-4-16,2-1 6 0,0 1-4 0,-2 0-20 15,6-2 18-15,-4 0 0 16,0 4 1-16,1-5-40 0,1 2 37 0,0 1 0 16,3-1-30-16,-2-1 29 0,0 0-1 0,1 1-15 15,0-1 9-15,0-2 5 0,1 3-7 0,-2-2 1 16,4-1 3-16,0-1 1 0,1 1-4 0,2 1 30 16,0-2-26-16,0 1 0 0,4-1-17 0,-1-1 17 15,1 0 0-15,3 1-26 0,-5-2 25 0,4 1 0 16,1 1 1-16,-5-2-24 0,3 0 21 0,-2 2 1 15,2-2-3-15,-2-1-39 16,1 1 36-16,1 0 2 0,3 0-7 0,1-3 5 16,0 1-3-16,1-2 3 0,0 0-41 0,3 0 40 15,-1 0-2-15,0 0 1 0,-2 0-50 0,1 0-1 16,-4 0 42-16,1 0-36 0,-1 0-4 0,0 0 41 16,-4 0-8-16,0 0-15 0,0 0 6 0,-2 0 12 15,-2 0-17-15,0 0 36 0,-5-2-29 0,3 1 5 16,-3 1 41-16,1-2 5 15,-2 0-41-15,-1-1-1 0,0 2 47 0,-1 0 0 16,1-4-35-16,-2 4 29 0,-2-2 5 0,-1 2-35 16,0-2 11-16,1 2 15 0,-1-1-14 0,-2 2-6 15,0 0 10-15,0 0 13 0,0 0-17 0,0 0-4 16,0 0 68-16,0 0-32 0,0-2 5 0,0 2-35 16,0-2 38-16,0 2 0 0,-2-1-21 0,-3 1-47 15,2-3 41-15,-3 3-2 0,0 0 5 0,-2 0-54 16,1-2 53-16,-2 2-5 0,-3 0 1 15,1 0-34-15,-3 0 27 0,2 0 4 16,-2 0-33-16,-4 5-12 0,0 0 38 0,3 1-24 16,-5-1 18-16,4 1 3 0,-5 2-1 0,1-1 17 15,2 1-16-15,-2-2-2 0,1 4 2 0,-2-2 19 16,3 1-18-16,-3 2 0 0,0-2-1 0,-4 4 4 16,10-2-3-16,-9-2 5 0,3 2 2 0,1 0-5 15,1 1 0-15,-2-1 13 0,1-2-13 0,0 3 3 16,0-1-3-16,3-1 18 15,-3-1-17-15,3 0 0 0,1-2 0 0,1 3 40 16,-3-3-38-16,3 1 1 0,3 2-2 0,-3-3 26 16,0 0-23-16,3 3 6 0,-2-3-7 0,2 3 5 15,-1-1-3-15,1 0-10 0,0 1 11 0,-1 0 3 16,3-2-3-16,-2 1 9 0,2 2-9 0,0-1-1 16,-3 2 1-16,5-3-6 0,-1 3 6 0,-1 0-2 15,0 0 1-15,3-1-7 0,-1 2 3 0,-2-2-8 16,4 3 0-16,-1-1 0 0,0-2 0 0,0 0 0 15,1 3 0-15,1-5 0 16,0 0 0-16,0 2 0 0,1-1 0 0,1-1 0 16,0 3 0-16,0-3 0 0,1 0 0 0,0 3 0 15,1-3 0-15,-1 0 0 0,2 5 0 0,0-5 0 16,0 4 0-16,0-2 0 0,0 0 0 0,0 3 0 16,0-1 0-16,0-2 0 0,0 2 0 0,0 0 0 15,0 1 0-15,0-1 0 0,0-1 0 0,2-2 0 16,-1 1 0-16,1 1 0 0,3-1 0 15,-4-2 0-15,3 3 0 0,-1-3 0 16,1 1 0-16,-1-1 0 0,-1 0 0 0,3 3 0 16,-2-3 0-16,0 1 0 0,0-2 0 0,1 3 0 15,-1-4 0-15,-1 2 0 0,0-2 0 0,3 3 0 16,-5-3 0-16,5 1 0 0,-2 1 0 0,0-3 0 16,4 3 0-16,-4-3 0 0,4 2 0 0,-2-1 0 15,2 1 0-15,-1-1 0 16,1-2 0-16,1 3 0 0,-1-2 0 0,3 1 0 0,-2 1 0 15,1-1 0-15,-1-1 0 0,0 1 0 16,0 1 0-16,1-1 0 0,1 0 0 0,0 3 0 16,-4-4 0-16,5 2 0 0,2-1 0 0,-3 0 0 15,3 2 0-15,-3-4 0 0,4 1 0 0,-1 1 0 16,2-1 0-16,-1-1 0 0,2 1 0 0,-1 0 0 16,0-1 0-16,1 1 0 0,3-3 0 0,-1 1 0 15,0 0 0-15,-1 1 0 0,3-3 0 0,-3 2 0 16,4 0 0-16,1 0 0 0,-3-2 0 15,4-1 0-15,-2 1 0 0,0 0 0 16,2 0 0-16,0 0 0 0,0 0 0 0,1-2 0 16,-1 3 0-16,-3-2 0 0,3 1 0 0,-3-1 0 15,2 0 0-15,-2-1 0 0,-2 3 0 0,4-1 0 16,-1-2 0-16,-2 2 0 0,4-2 0 0,-2 0 0 16,0 0 0-16,2 0 0 0,-1 0 0 0,2 0 0 15,0 0 0-15,-1 0 0 0,-1-2 0 0,8-3 0 16,-7 3 0-16,1-4 0 15,1 2 0-15,-1 0 0 0,-2 1 0 0,0-1 0 16,0 0 0-16,1 1 0 0,-3-1 0 0,1 0 0 16,1 1 0-16,-3-4 0 0,4 4 0 0,-3-3 0 15,8-2 0-15,-6 3 0 0,1-2 0 0,4-1 0 16,-1-2 0-16,1 4 0 0,-2-5 0 0,0 2 0 16,-3 1 0-16,7 0 0 0,-5-2 0 0,4 0 0 15,-5 3 0-15,1-2 0 0,-1 2 0 0,4-3 0 16,-7 2 0-16,5 1 0 0,-3-3 0 15,-1 3 0-15,-1-3 0 0,2 1 0 16,-2-1 0-16,0 1 0 0,1-2 0 0,1 2 0 16,-1-2 0-16,1-1 0 0,1 1 0 0,1-2 0 15,-5 1 0-15,2 3 0 0,0-2 0 0,1-2 0 16,-3 1 0-16,4-1 0 0,-3 0 0 0,0 2 0 16,2-4 0-16,-1 1 0 0,-1 1 0 0,2-1 0 15,-2 0 0-15,-2 1 0 0,5-4 0 0,-1 0 0 16,-3 3 0-16,2-2 0 15,-1-2 0-15,-3 4 0 0,6-2 0 0,-3-1 0 16,-1-1 0-16,0 1 0 0,0 3 0 0,-1-1 0 16,1-3 0-16,0 3 0 0,0-1 0 0,-4 3 0 15,3-4 0-15,-5 2 0 0,5-2 0 0,-4 2 0 16,1-2 0-16,-2 0 0 0,2 0 0 0,-3 1 0 16,0 1 0-16,-1 0 0 0,1-3 0 0,-4 4 0 15,4 0 0-15,-2-1 0 0,-2 0 0 0,2 2 0 16,-1-2 0-16,1 0 0 15,-1 0 0-15,0 0 0 0,1-2 0 0,-1 2 0 16,0-2 0-16,-1 2 0 0,1 0 0 0,1-2 0 16,0 0 0-16,-2 1 0 0,2-2 0 0,-1 1 0 15,0 0 0-15,1 1 0 0,-1-2 0 0,1 0 0 16,0 1 0-16,-5 2 0 0,3 2 0 0,-5 2 0 16,1-1 0-16,-1 3 0 0,-1 0 0 0,0 3 0 15,0-1 0-15,2 3 0 0,-4-2 0 16,2 2 0-16,1 3 0 0,-2-3 0 0,1 0 0 15,1 0 0-15,1 0 0 0,0 0 0 16,-1 1 0-16,-1-1 0 0,4 0 0 0,-4 0-91 16,1 3 10-16,-2-1 0 0,1 0-107 0,-2 0 74 15,0 0 37-15,0 2-502 0,0 0 275 0,0 0 131 16,-2 0 67-16</inkml:trace>
  <inkml:trace contextRef="#ctx0" brushRef="#br0" timeOffset="7875.46">6159 3621 1940 0,'7'-8'0'0,"-3"1"0"0,0 1 0 0,-2 4 0 0,1-2 0 0,-2 2 0 0,1 2 0 0,-2 0 0 0,0 0 0 0,0 0 0 0,0 0 255 0,0 4-108 0,0 13-44 16,-8 9-37-16,-9 10 307 0,-4 7-167 0,-12 18-84 15,-3 0 277-15,-7 11-171 0,-10 14-136 16,1-2-92-16,-1 3 0 0,-1 1 0 0,0 1 0 0,4-17 0 16,-4 19 0-16,13-24 0 0,6 1 0 15,7-13 0-15,7-4 0 0,10-15 0 16,1 1 0-16,6-13 0 0,3-4 0 0,1-6 0 15,0-4 0-15,0-8 0 0,1 2 0 0,3-4 0 16,1 0 0-16,4-5 0 0,-2-10 0 0,-2-4 0 16,0 1-80-16,-1-9-44 0,1 2 42 0,-3 1-588 15,-2-4 315-15,2 6 149 0,-2-8 87 16,0 3-555-16,0 1 317 0,0 0 159 0</inkml:trace>
  <inkml:trace contextRef="#ctx0" brushRef="#br0" timeOffset="8158.9">5573 4330 2297 0,'0'-9'0'0,"0"2"0"0,0 0 0 0,0 2 0 0,0-4 0 0,0 3 0 0,-3 1 0 0,1 2 0 0,0-2 0 0,2 3 0 0,0 0 177 0,0 2-59 0,-2 0-44 0,0 9 0 0,-2 12 1117 16,-2 8-1191-16,-3 8 0 0,0-1 0 16,-3 14 0-16,-1-4 0 0,0-1 0 15,-2 3 0-15,2-3 0 0,3-7 0 0,0 2 0 16,0-2 0-16,4-9 0 0,2-5 0 15,1-6 0-15,3-5 0 0,0-4 0 0,0-2 0 0,0-5 0 16,0 0 0 0,7-2 0-16,10 0 0 0,5-11 0 0,-1-8 0 0,5-1 0 0,8-9 0 15,0 2 0-15,-2 0 0 0,11-7 0 16,-6 4 0-16,-1 2 0 0,3 2 0 16,-4 3 0-16,-2 4 0 0,0 1 0 0,2 0-10 0,2 3-1225 15,-3 2 598-15,0 2 298 0,-2 0 141 16</inkml:trace>
  <inkml:trace contextRef="#ctx0" brushRef="#br0" timeOffset="8517.03">6802 3298 3032 0,'0'-9'0'0,"0"4"0"0,0 5 0 0,0-6 0 0,0 3 0 0,-2 1 0 0,0 0 0 0,1 2 0 0,-8 0 0 16,3 19 0-16,-2 10 258 0,-8 12-114 0,-2 15-52 0,-5 10 290 0,-5 19-359 0,1-3-23 15,1-7 0-15,-8 22 0 16,6-7 0-16,3-7 0 0,5-10 0 0,6 3 0 0,5-16 0 15,4 0 0-15,5-9 0 0,0-12 0 0,0-1 0 16,2-11 0-16,10-6 0 0,0-4 0 16,6-6 0-16,0-7 0 0,6-4 0 0,3-2 0 0,-1-15 0 15,6-12 0-15,-5-2 0 0,-2-1 0 0,0-1 0 16,0-1 0-16,-5 2 0 0,9-5 0 0,-8 6-1017 16,2 2 453-16,2 2 262 0</inkml:trace>
  <inkml:trace contextRef="#ctx0" brushRef="#br0" timeOffset="8680.2">7100 4007 3931 0,'0'0'0'0,"0"0"0"0,-4-1 0 0,0-2 0 0,2 2 0 0,1 1 0 0,-1 0 0 0,0 0 0 0,2 0 0 0,-2 15 0 0,1 5 0 0,-3 9 0 0,0 1 0 16,2 2 0-16,-4 3 0 0,2 2 0 0,1 3 0 15,1 0 0-15,-2-3 0 16,4 8 0-16,0-4 0 0,0-1 0 0,0-2 0 15,0 11 0-15</inkml:trace>
  <inkml:trace contextRef="#ctx0" brushRef="#br0" timeOffset="11338.23">11591 3711 2969 0,'-2'0'0'0,"2"0"0"0,0-2 0 0,-2 2 0 0,0 0 0 0,-1 12 0 0,-1 13 0 0,0 11 0 0,-1 6 0 0,-2 16 0 0,4 1 238 0,-6 18-104 0,-2 14-48 16,1-5 294-16,-1 1-256 0,2-12-124 0,-3 7 0 0,3-4 0 15,1-6 0-15,3-6 0 0,3-14 0 0,2 0 0 16,0-13 0-16,0-1 0 0,2-8 0 0,7-10 0 16,2-1 0-16,1-7 0 15,2-7 0-15,4-3 0 0,-2-2 0 0,5-7 0 16,0-17 0-16,-1-2 0 0,3-4 0 0,-2-2 0 15,-1-3 0-15,-1 0 0 0,0 0 0 0,-2 4 0 16,0-2 0-16,-3 6 0 0,4-2-831 0,0-1 294 16,1-1 250-16</inkml:trace>
  <inkml:trace contextRef="#ctx0" brushRef="#br0" timeOffset="11538.79">11994 4122 3931 0,'-12'-4'0'0,"8"3"0"0,4 1 0 0,0 0 0 0,0-3 0 0,0 2 0 0,0-3 0 0,13-6 0 0,10 1 0 0,5 0 0 0,4-3 0 0,5 5 0 16,0 1 0-16,2 2 0 0,0 1 0 16,0 0 0-16,1 3 0 0,-1 0 0 0,-3 0 0 15,-2 0 0-15,-2 0-25 0,-2 6-284 0,-8-2 156 16,-2 2 92-16</inkml:trace>
  <inkml:trace contextRef="#ctx0" brushRef="#br0" timeOffset="11689.41">12203 4269 3931 0,'-26'15'0'0,"7"-3"0"0,0-2 0 0,10-5 0 0,4 1 0 0,3-4 0 0,2 2 0 0,9-2 0 0,17-2 0 0,6 0 0 0,9 0 0 0,-1 0 0 0,3 0 0 16,0-2 0-16,-6 0 0 0,11-2 0 0,-5 1 0 15,-3 3 0-15,-5 0 0 0,10 0-1077 0</inkml:trace>
  <inkml:trace contextRef="#ctx0" brushRef="#br0" timeOffset="12773">13015 4171 2198 0,'-14'0'0'0,"4"0"0"0,-2 0 0 0,1-4 0 0,0-1 0 0,3-3 0 15,-2 0 0-15,7-1 0 0,-1-4 0 0,4 0 0 0,0-2 234 0,0-2-99 0,7-2-49 0,7 2 190 0,3-3-124 16,2 3-57-16,1 2-29 0,1 1 139 16,0 5-84-16,-1 2-33 0,2 2 98 0,-2 2-97 15,-2 3-89-15,-1 0 0 0,0 0 0 0,-4 9 0 16,0 5 0-16,-1 4 0 0,-5 5 0 0,-1 2 0 15,-5 2 0-15,1 6 0 0,-2 0 0 0,-2 3 0 16,-12 6 0-16,-3-6 0 0,-2 2 0 0,0-6 0 16,-7 6 0-16,-1-7 0 0,3-6 0 0,-5 1 0 15,0-5 0-15,-1-6 0 0,0-3 0 16,2-6 0-16,1-1 0 0,6-1 0 16,-1-4 0-16,5 0 0 0,2 0 0 0,6 0 0 15,3 0 0-15,1 0 0 0,3 0 0 0,2 0 0 16,0 0 0-16,2-3 0 0,16 2 0 0,7 0 0 15,5-3 0-15,2 3 0 0,1-1 0 0,5 0 0 16,0 1 0-16,-1-2 0 0,-1 3 0 0,-2 0 0 16,-3 0 0-16,0 0 0 0,-5 0 0 0,-3 0 0 15,-1 0 0-15,-3 3 0 0,-2-2 0 0,-4 3 0 16,-4 1-70-16,1-4-832 0,-3 0 432 0,-1-1 207 16,-1 0 118-16,2-1-585 15,4-18 347-15</inkml:trace>
  <inkml:trace contextRef="#ctx0" brushRef="#br0" timeOffset="13048.92">13702 3618 3057 0,'0'-6'0'0,"0"3"0"0,0 1 0 0,0 1 0 0,0-2 0 0,0 3 0 0,-3 3 0 0,-5 15 0 0,0 8 0 0,-1 12 0 0,2 3 592 0,-5 10-310 16,1 15-282-16,-2 0 0 0,1 6 0 0,3 2 0 15,0 3 0-15,1 1 0 0,4-6 0 0,2 0 0 16,2-8 0-16,0-14 0 0,2 3 0 0,8-4 0 16,3-8 0-16,0-7 0 0,2-2 0 0,0-8 0 15,0-5 0-15,2-6 0 0,-2-3 0 0,2-8 0 16,0-2 0-16,0 0 0 16,2-6 0-16,0-13 0 0,1-2 0 0,1-1 0 15,0-3 0-15,-1-1-228 0,2-1-268 0,-1-4 234 16,2 1-376-16,-3 1 300 0,3 1 150 0,-6 2-621 15</inkml:trace>
  <inkml:trace contextRef="#ctx0" brushRef="#br0" timeOffset="13180.58">14060 4377 3287 0,'3'-7'0'0,"1"5"0"0,-2 0 0 0,-1 0 0 0,-1 2 0 0,0 0 0 0,0 0 0 0,0 0 0 0,0 11 0 0,0-1 0 0,0 3 319 0,0 5-141 0,0 0-71 16,0 4-67-16,0 4-40 0,0 1 0 0,0 1 0 15,0-1 0-15,0 4 0 0,0-1 0 0,0 0 0 16,-1 0 0-16,1 2 0 0,0 1 0 0,0 2-3 15,0 1-305-15</inkml:trace>
  <inkml:trace contextRef="#ctx0" brushRef="#br0" timeOffset="16891.6">10047 5377 2531 0,'-4'0'0'0,"2"0"0"0,1 0 0 0,1 0 0 0,0-3 0 0,-2 3 0 0,2 0 0 0,0 0 0 0,0-1 0 0,0 1 0 0,0 0 421 15,0 0-184-15,0 0-104 0,0 0 237 0,0 9-167 16,0 6-167-16,0 6-36 0,0-1 0 0,0 12 0 0,0 3 0 16,0 10 0-16,0 2 0 0,0 5 0 0,0 2 0 15,0 13 0-15,0-6 0 0,0 1 0 0,0 0 0 16,0 0 0-16,0-9 0 0,0 5 0 0,0-5 0 15,0-3 0-15,0-3 0 0,0-3 0 0,0-9 0 16,0 1 0-16,0-6 0 16,0-6 0-16,0-3 0 0,0-10 0 0,0-1 0 0,0-8 0 15,0 3 0-15,0-5 0 0,0 0-306 16,7-17-100-16,9-13 175 0,4-15 102 0,4-10-656 16,-1-6 374-16,5-6 187 0,-1-4 94 0</inkml:trace>
  <inkml:trace contextRef="#ctx0" brushRef="#br0" timeOffset="17139.78">10357 5693 3258 0,'3'-11'0'0,"2"4"0"0,0 3 0 0,-5 3 0 0,2-1 0 0,-2 2 0 0,0 2 0 0,0 10 0 0,0 6 0 0,0-2 0 0,0 2 207 0,6-2-85 0,3 1 222 16,5-2-344-16,0-1 0 0,5-3 0 0,1-6 0 16,5-5 0-16,-1 0 0 0,-1 0 0 0,6-15 0 15,-8-4 0-15,-1-4 0 0,-3-1 0 0,-4-2 0 16,-8 6 0-16,-1-5 0 0,-3 3 0 0,-1-1 0 15,-1 2 0-15,-12 4 0 0,-4 5 0 0,-7 0 0 16,1 7 0-16,-3 3 0 0,1 2 0 16,0 0 0-16,4 7 0 0,1 5 0 0,3 2 0 0,3 1 0 15,5 0 0-15,3 2 0 16,1 2 0-16,5 2 0 0,0-2-68 0,2 1-63 16,12 3-990-16,1 1 542 0,2-2 263 0</inkml:trace>
  <inkml:trace contextRef="#ctx0" brushRef="#br0" timeOffset="17750.23">11112 5389 2310 0,'-9'0'0'0,"3"0"0"0,4 6 0 0,0-4 0 0,2 3 0 0,0-3 0 0,4 1 0 0,9 0 0 16,9 1 0-16,3-1 0 0,3-2 278 0,4 1-125 0,2 0-57 0,-1-2 282 0,2 1-169 15,1-1-86-15,-3 2 71 0,1-2-83 0,-4 0-36 16,-2 0-71-16,-6 2-42 0,1-2 3 0,-4 0 45 16,-4 0-9-16,-5 2-402 15,-5-2 220-15,1 0 109 0,-4 0 55 0,-1 0-462 16,-1 0 234-16,0 2 25 0,-5-1-494 0</inkml:trace>
  <inkml:trace contextRef="#ctx0" brushRef="#br0" timeOffset="17967.84">11311 5386 2253 0,'-7'1'0'0,"-1"4"0"0,3-4 0 0,-2 1 0 0,6 0 0 0,-3 0 0 0,2 2 0 0,2 2 0 0,0 2 0 0,0 0 0 0,0 5 420 0,0 4-192 0,0 1-94 15,0 2-49-15,0 5 65 0,0-5-46 0,0 10-3 16,0-6-31-16,0 4-1 0,0-7-325 15,0 3 147-15,0-3 83 0,0 2-537 16,0-2 301-16,0-3 136 0,0 1-1366 16,0-4 1416-16,0 0-9 0,0-1 47 0</inkml:trace>
  <inkml:trace contextRef="#ctx0" brushRef="#br0" timeOffset="18229.09">11497 5432 3643 0,'0'0'0'0,"0"0"0"0,0 0 0 0,0 0 0 0,0 6 0 0,0 8 0 0,0 7 0 0,2 4 0 0,1 13 0 0,2 3 0 0,0 10 130 0,1 6 28 16,-1 13-158-16,-1 1 0 16,1 3 0-16,2 4 0 0,-4-4 0 0,1 4 0 0,0-5 0 0,-3-2 0 15,1 1 0-15,0-1 0 0,-2-2 0 0,0-10 0 0,0 2 0 16,0-8 0-16,0-4 0 15,0-14 0-15,-5-3-5 0,1-10-321 0,2-10 146 16,-1-4 69-16,-1-4-374 0,-4-4 223 0,2-8 111 16,3-20 47-16,-1-16-527 0,2-11 298 0,0-13 147 15,1-21-211-15</inkml:trace>
  <inkml:trace contextRef="#ctx0" brushRef="#br0" timeOffset="18872.93">11385 5589 2664 0,'-12'-8'0'0,"5"6"0"16,1 0 0-16,2 2 0 0,3 0 0 0,-1 0 0 0,2 0 0 0,0 0 0 0,0 0 0 0,5 0 0 0,6 4 80 0,3-1 141 0,-1-1-93 15,2 3-45-15,-2 1 0 0,-2-1-243 0,-1 0 108 0,-1 5-378 16,-4 1 234-16,-3 0 116 0,0 6 59 0,-2-2-322 16,0 2 186-16,-4 0 32 0,-1 0-45 15,-2-1 42-15,-2-2 46 0,4-3-1 0,0 0 74 0,-1-1 8 16,1-1-36-16,1 0 172 0,-1-4-86 15,2 0-43-15,1 0 241 0,0-2-138 0,0 0-73 0,2 1-11 0,0 0 216 16,0 0-105-16,0 1-56 0,0 2-3 16,0 1-23-16,0 0 36 15,0-1-26-15,0 2 0 0,0 1-17 0,0-1-50 0,0 1 0 16,0 0 40-16,0-1 0 16,0 2-191-16,0-3 104 0,0 1 40 0,0-1 16 0,-3 0-272 15,-1-1 106-15,0 0 80 0,-1-1-138 0,0-2 97 16,2-3 25-16,1 3 20 15,0-4 38-15,0 0 1 0,0 0-10 0,2 0 45 0,0 0-35 16,0 0-1-16,0-1 1 0,0-5 33 0,2-2-42 0,10-2 9 0,1 0 83 31,1-2-40-31,7-3-7 0,0 0 133 0,2-3-71 16,4-2-36-16,2 0-8 0,3-1 139 0,-1 0-69 0,10-3-40 16,-9 7 190-16,5 1-109 0,-2 0-40 0,-1 5-27 0,0 6 31 15,-6 2-18 1,4 2-9-16,-6 1-28 0,-5 0 45 0,-1 8 1 0,-2 4-46 0,-4 5 71 15,-4 2-41-15,-2 2 1 16,-7-1-31-16,1 3 48 0,-2-3-24 0,0-1 9 16,-2-3-78-16,-7 0 0 0,-3-5 45 0,2-3 1 0,-1-5-40 15,-3 0 9-15,1-3 30 0,-2 0-105 16,0-4 44-16,0-7 30 0,2-4-23 0,-3-4 67 16,2 1-41-16,1 0 9 0,1 1-29 15,3 4 357-15,4 3-160 0,-1 3-72 16,3 2-114-16,2 0 0 0,1 4 0 0,0 1 0 0,0 0 0 15,13 1 0-15,10 15 0 0,3 2 0 0,5 5 0 16,1 1 0-16,3 4 0 0,4 2 0 0,0 0 0 16,2 1 0-16,1-3 0 0,-1 0 0 0,1-2 0 15,-8-3 0-15,9 2 0 0,-6-4-175 16,-5-1 5-16,2-2 75 0,-2 0-1250 0</inkml:trace>
  <inkml:trace contextRef="#ctx0" brushRef="#br0" timeOffset="20302.66">13267 5444 2931 0,'-12'-4'0'0,"6"2"0"0,1 1 0 0,3 1 0 0,2 0 0 0,0 0 0 0,0 0 0 0,4 0 0 0,15 0 0 0,4 0 0 0,8 0 204 0,3 0-87 0,2 0 320 15,1-2-199-15,0-1-234 0,1-2-4 0,-2 1 0 16,0-1 0-16,-6 1 0 0,-6 2 0 0,0-1 0 16,-5 1 0-16,-4-1 0 0,-5 3 0 0,-3 0-411 15,-3 0 142-15,-2 0 93 0,-2 0-704 0,0 8 412 16,-11 2 219-16,-5 0-138 0,-2 0 174 0,-5 1 87 15</inkml:trace>
  <inkml:trace contextRef="#ctx0" brushRef="#br0" timeOffset="20573.39">13387 5455 2242 0,'-14'4'0'0,"2"5"0"0,-2 1 0 0,3 0 0 0,2 2 0 0,1 3 0 0,4 6 0 0,0 5 0 0,4 3 0 0,0 3 0 0,0 5 590 0,0 6-275 0,0-5-130 16,2 10-77-16,0-5 263 15,0 2-251-15,0-2-120 0,0-8 0 0,0 3 0 0,-2-5 0 16,0 0 0-16,0-6 0 0,0 2 0 0,-2-10 0 16,0-5 0-16,-2 1 0 0,4-3 0 0,0-1 0 15,0-1 0-15,0-3 0 0,8 1 0 16,7-3 0-16,2 2 0 0,5-1 0 16,3-2 0-16,3-1 0 0,-5-3 0 0,8 0 0 0,-2 0 0 15,-3 0 0-15,-6 0 0 0,5 0 0 0,-2-1 0 16,-3-3 0-16,1-1 0 0,-4 0 0 0,1 2 0 0,-1-1-282 15,-2-1-251-15,1-1 251 0,0-4-651 16,3-2 448-16</inkml:trace>
  <inkml:trace contextRef="#ctx0" brushRef="#br0" timeOffset="20967.2">13926 5645 3659 0,'-4'-2'0'0,"-5"2"0"0,-3 2 0 0,-1 9 0 0,-2 8 0 0,2 2 0 0,0 3 0 0,3 4 0 0,1 5 0 0,2 0 0 0,5 3 184 0,2-1-96 0,0 1-88 16,2-2 0-16,10-4 0 0,6-1 0 0,2-5 0 15,3-6 0-15,-2-3 0 0,9-1 0 0,-4-7 0 16,2-5 0-16,-2-2 0 0,0 0 0 0,1-9 0 16,-1-10 0-16,-3-2 0 0,-1-4 0 0,1-6 0 15,-4-3 0-15,-3 0 0 0,-2-2 0 0,-1-3 0 16,-6-4 0-16,-3 1 0 0,-2 1 0 0,-2 3 0 15,-2-9 0-15,-9 9 0 16,-2 6-7-16,-6-1 12 0,0 9-3 0,0 7-46 0,-7 2 6 16,5 7 120-16,-5 7-82 0,5-1 0 15,-5 2 0-15,5 3 0 0,-3 13 0 0,2-2 0 16,2 6 0-16,6-2 0 0,2 1 0 0,1 1 0 16,6 2 0-16,1-2 0 0,4-2 0 0,0 1 0 15,2-2 0-15,11 2 0 0,8-2 0 0,-2-4 0 16,4-2 0-16,2-1 0 0,0-1 0 0,-4-4 0 15,8 3 0-15,-3-4 0 0,-1-1 0 0,-4-2-472 16,5 0 2-16,-4 3 207 16,4 1-304-16,1-2 264 0,1 2 133 0</inkml:trace>
  <inkml:trace contextRef="#ctx0" brushRef="#br0" timeOffset="21142.87">14485 5865 2994 0,'0'5'-1'0,"0"4"1"0,0-3 0 0,0 1 0 0,0-1 0 0,0 0 0 0,0 2 0 0,0 0 0 0,0 0 0 0,-2 4 0 0,0-3 363 0,1 2-162 0,-5 2-82 0,1-2 136 16,-3 1-255-16,-2 1 0 0,1 1 0 0,-3-2 0 15,0 0 0-15,-1 0 0 0,1-1 0 0,1-2-223 16,2 1 124-16,-1-5-301 0,4 1 228 0,1-3 74 16,3-1 63-16,2-2-859 0,0 0 428 0</inkml:trace>
  <inkml:trace contextRef="#ctx0" brushRef="#br0" timeOffset="21611.17">14863 5624 3366 0,'0'-9'0'0,"-1"1"0"0,-6 3 0 0,-2 0 0 0,0 0 0 0,-3 4 0 0,3 1 0 0,0 0 0 0,-1 6 0 0,1 11 0 0,0 4 150 0,1 6-56 0,2 3-19 0,0 6 171 15,5-1-246-15,-1 5 0 0,2 3 0 0,0-10 0 16,2 8 0-16,3-6 0 16,7-4 0-16,1 0 0 0,0-5 0 0,0-3 0 15,0-6 0-15,2-3 0 0,2-2 0 0,2-5 0 16,-2-3 0-16,3-4 0 0,-1 0 0 0,4-2 0 16,-1-11 0-16,1-6 0 15,0-2 0-15,-1-6 0 0,-2-2 0 0,0-1 0 0,-6 0 0 0,0-1 0 16,-3-5 0-16,-2-6 0 0,-3 5 0 15,-2-11 0-15,-2 3 0 0,-2 0 0 16,0 1 0-16,-9 2 0 0,-7 11 0 0,-1-4 0 16,-3 10 0-16,-5 4 0 0,1 3 0 0,-3 7 0 15,2 5 0-15,-8 5 0 0,4 1 0 0,-4 0 0 16,1 9 0-16,5 8 0 0,0 2 0 0,4 0 0 16,6 4 0-16,6-1 0 0,6 3 0 0,3 1 0 15,2-3 0-15,0 4 0 16,9-2 0-16,6-1 0 0,5-4 0 0,1 1 0 0,6-4 0 0,-1-4 0 15,4-2 0-15,-1-1 0 0,0-6 0 16,-3-2 0-16,8-2 0 0,-4 0 0 16,0 0 0-16,-2-2 0 0,2-3-102 0,-5-4-66 15,5 0 59-15,-3 3-967 0,1 1 519 0</inkml:trace>
  <inkml:trace contextRef="#ctx0" brushRef="#br0" timeOffset="21801.09">15342 5788 3730 0,'-13'-4'0'0,"9"2"0"0,0 1 0 0,4-4 0 0,0 0 0 0,0 1 0 0,10-2 0 0,10-1 0 0,4 0 0 0,7 1 0 0,0-1 201 0,1 1-201 0,4 0 0 0,-3 2 0 16,0 1 0-16,-1 1 0 0,-3-1 0 0,-6 2-238 15,0 1-35-15,-2 0 154 0,-6 0-301 0,-4 0 229 16,-3 0 113-16,-3 0-865 0,-3 0 459 0</inkml:trace>
  <inkml:trace contextRef="#ctx0" brushRef="#br0" timeOffset="21972.37">15595 5453 2940 0,'-18'-5'0'0,"2"3"0"0,2 2 0 0,-2 0 0 0,7 0 0 0,0 0 0 0,1 3 0 0,4 9 0 0,2 3 0 0,2 4 0 0,0 7 352 0,0 1-158 16,0 2 251-16,0 1-445 0,0 4 0 0,0 2 0 15,2 0 0-15,0 1 0 0,0 2 0 16,1-1-243-16,-2 0 72 0,3 0 103 16,2-3 53-16,1-3-948 0,2 0 493 0,3-6 84 15</inkml:trace>
  <inkml:trace contextRef="#ctx0" brushRef="#br0" timeOffset="22790.98">16027 5991 2139 0,'25'-23'0'0,"-6"1"0"0,-3-4 0 0,0-5 0 0,-4-1 0 0,0 1 0 0,-3-3 0 0,1-3 0 0,-2 2 0 0,-5 1 0 0,-1 2 236 0,-2 8-90 0,0-1 216 15,0 5-163-15,-13 5-81 0,-2 4-41 0,-4 5 126 16,-6 3-74-16,-3 3-51 0,-2 12 0 0,-4 12 88 16,2 5-166-16,2 3 0 0,7 0 0 0,-4 12 0 15,10 0 0-15,6 0 0 0,4 0 0 16,5-1 0-16,2-7 0 0,0 3 0 0,2-4 0 0,7-8 0 15,5-2 0-15,2-8 0 16,2-2 0-16,5-7 0 0,1-5 0 0,-1-3 0 16,2 0 0-16,-3-13 0 0,0-7 0 0,-1-7 0 15,-1-2 0-15,1-10 0 0,-1 2 0 0,-4-4 0 16,-1-4 0-16,2-4 0 0,-2-4-80 0,2-9 16 16,0 2 2-16,-1-6-88 0,4-5 47 0,-4-3 38 15,1 4 1-15,-8 15-36 0,-2 13 33 0,-4 2-1 16,-1 16 186-16,-2 2-73 0,0 11-41 0,0 4 1 15,-10 5 379-15,-3 2-204 0,-4 16-93 0,-1 16-87 16,1 6 0-16,2 9 0 16,-4 15 0-16,6 1 0 0,1-8 0 0,1 22 0 15,2-9 0-15,4-2 0 0,0 0 0 0,3-8 0 16,2 0 0-16,0-3 0 0,0-5 0 0,7-12 0 16,4-1 0-16,0-11 0 0,6 1 0 15,-3-10 0-15,6-8 0 0,1-5 0 0,4-4 0 0,0-3 0 16,1-15 0-16,4-8 0 15,-2-6 0-15,1-6 0 0,1-5 0 0,-2-7 0 0,2-11 0 16,-2 3-16-16,-1 0-79 0,-7 13 34 16,-1-2-55-16,-8 13 31 0,-4 8 9 0,-2 2 412 15,-3 10-223-15,-2 3-113 0,0 6 0 0,-2 3 0 16,-16 2 0-16,1 14 0 0,1 9 0 0,0 8 0 16,0 9 0-16,7-1 0 0,-3 11 0 0,6-2 0 15,5 3 0-15,1-2 0 0,0-2 0 0,1-9 0 16,9 0 0-16,5-1 0 0,3-8 0 0,3-4 0 15,0-8 0-15,-1-6 0 0,7-6 0 0,-1-5 0 16,-1 0 0-16,1-7 0 16,-4-7 0-16,-3-2 0 15,4-8 0-15,-7-2 0 0,3-2 0 0,-1-10 0 0,-5-1 0 0,-1-5 0 16,0-4 0-16,-1-6 0 0,-4-3 0 0,-3-9 0 16,-1 6 0-16,-3 9 0 0,-7-2 0 0,-9 12 0 15,-5 9 0-15,-5 6 0 16,-5 7 0-16,-4 8 0 0,-8 9 0 0,1 2 0 0,3 3 0 0,7 11 0 15,4 2 0-15,8 1 0 16,-1 10 0-16,9-1 0 0,7 1 0 0,5-1 0 16,0 4 0-16,0-2 0 0,11-2 0 0,4 1 0 15,4-5 0-15,1 1 0 0,5-4 0 0,-4-6 0 16,7-1 0-16,-2-2 0 0,-2-7 0 0,-1 0 0 16,2-3 0-16,-3 0-229 0,0 0 75 0,3-6 51 15,-2-4-436-15,-2-2 251 0,-1-4 117 0,4-4-718 16</inkml:trace>
  <inkml:trace contextRef="#ctx0" brushRef="#br0" timeOffset="23192.29">17023 5363 2354 0,'0'-13'0'0,"0"6"0"0,0 0 0 0,0-1 0 0,0 1 0 0,-2-2 0 0,2 4 0 15,0 0 0-15,4 3 0 0,12 0 0 0,3 0 106 0,6 2 334 0,-1 0-202 0,2 0-101 16,-2 2 155-16,8 3-133 0,-2 1-61 0,-1 0 9 0,-3-3-107 15,-3 3 0-15,-3-2 0 0,1-1 0 16,-6 2 0-16,-4-4 0 0,0 1 0 0,-4 0 0 16,-2-2 0-16,-3 2 0 0,0-2 0 0,0 0 0 15,-2 0 0-15,0 0 0 0,0 0 0 0,0 0 0 16,0 2 0-16,0 1 0 0,0 5 0 0,0 1 0 16,0 3 0-16,0 0 0 0,0 6 0 0,-2 6 0 15,2-2 0-15,0 7 0 0,0 0 0 0,0 6 0 16,0 3 0-16,0 4 0 0,0 0 0 0,3-1 0 15,3-3 0-15,-1 11 0 0,1-7 0 0,2-1 0 16,-3 3 0-16,3-4 0 16,-3-4 0-16,1 0 0 0,-2-1 0 0,0-5 0 15,-2 1 0-15,-1-10 0 0,-1-1 0 0,0 0 0 16,0-7 0-16,0-2 0 0,-5-1 0 0,-3-3 0 16,-3-2 0-16,0 1 0 0,-3-4 0 0,-2-1 0 15,0 2 0-15,-4-3 0 0,-2 0 0 0,-3 0 0 16,-2 0 0-16,-1 0 0 0,-5 0 0 0,-7-3 0 15,5 0 0-15,-14-3 0 0,-3 3-5 16</inkml:trace>
  <inkml:trace contextRef="#ctx0" brushRef="#br0" timeOffset="25634.53">18375 5528 1990 0,'2'-10'0'0,"0"-4"0"0,0 1 0 0,-2 1 0 0,1 0 0 0,-1-3 0 0,0 1 0 0,0 1 0 0,0 0 0 0,0 4 0 0,0-1 94 0,-5 3-56 16,-5-1 96-16,-1 3-48 0,-4 3-24 0,-4 1 30 16,-2 1-17-16,-9 0-10 0,0 12-27 0,-7 5 152 15,1 4-76-15,-1 3-39 0,3-1 11 0,-6 8 156 16,12-6-102-16,-1 2-52 0,6 4 36 0,0-1-44 16,9-2 10-16,3 3-62 0,6-3-28 0,5 4 0 15,0-2 0-15,2-1 0 0,15 2 0 0,3-4 0 16,5 0 0-16,3-3 0 0,8 1 0 15,-1-5 0-15,-1-4 0 0,4-4 0 16,-1 1 0-16,-1-4 0 0,-2-3 0 0,-2-3 0 16,-6-3 0-16,0 0 0 0,-3 0 0 0,-3 0 0 15,-2 0 0-15,-4-2 0 0,-2-3-36 0,-1-5-153 16,-2 3 77-16,1-3-714 0,-3-3 393 0,1 0 198 16,1-6 90-16</inkml:trace>
  <inkml:trace contextRef="#ctx0" brushRef="#br0" timeOffset="25866.25">18831 5322 3929 0,'0'-4'0'0,"0"2"0"0,3 1 0 0,6-7 0 0,5 3 0 0,4 1 0 0,3-2 0 0,0 2 0 0,4 1 0 0,3-3 0 0,4 2 2 0,-2 0-2 15,2 3 0-15,-4-2 0 0,4 2 0 0,-4-1 0 16,-5 0 0-16,-3 2 0 0,-2 0 0 0,-6 0 0 16,-3 0-286-16,-2 0 135 0,-5 0 95 0,0 0-920 15,-2 4 470-15,0 1 224 0,-16-1 127 16,3-2-478-16</inkml:trace>
  <inkml:trace contextRef="#ctx0" brushRef="#br0" timeOffset="26123.79">18940 5241 2095 0,'-19'2'0'0,"-3"10"0"0,5-1 0 0,2 2 0 0,2 4 0 0,3 3 0 0,5 7 0 0,3 1 0 0,2 5 0 16,0 7 0-16,0-5 516 0,2 13-245 0,3-4-116 0,1 0 240 0,-4 3-179 15,0-2-89-15,-1-5 29 0,-1 9-156 0,0-9 0 16,0-6 0-16,-7 0 0 16,2-4 0-16,1-11 0 0,-1-1 0 0,2-5 0 0,-1-2 0 0,4-4 0 15,-2-4 0-15,2 0 0 0,0-2 0 0,0 4 0 16,6-5 0-16,7 1 0 0,2 1 0 0,6-2 0 15,0 0 0-15,7 0 0 0,-4 0 0 16,2 0 0-16,3 0 0 0,-5 0 0 16,6 0 0-16,-3-2 0 0,-1 1 0 0,1-2 0 15,-7 0 0-15,2-1-557 0,5-4 9 0,-3-3 255 16,-2-4-616-16,1-5 437 0</inkml:trace>
  <inkml:trace contextRef="#ctx0" brushRef="#br0" timeOffset="26393.26">19365 5696 3134 0,'-7'-14'0'0,"-4"7"0"0,4 3 0 0,-6 1 0 0,0 3 0 0,2 0 0 0,1 0 0 0,2 11 0 0,5 3 0 0,3 3 0 0,0 3 359 0,0-2-161 0,5 5-81 0,9-2 6 15,1-6-123-15,6 4 0 0,-3-9 0 0,3 1 0 16,2-5 0-16,-1-4 0 0,-2-2 0 0,3 0 0 16,0-8 0-16,-10-4 0 0,4-9 0 0,-6-1 0 15,-4 1 0-15,-3-7 0 0,-1 3 0 0,-3-3 0 16,0 0 0-16,-7 0 0 0,-2 5 0 15,-8-4 0-15,-1 5 0 0,-3 3 0 16,-2 4 0-16,-1 7 0 0,1 1 0 0,-3 4 0 16,3 1 0-16,1 2 0 0,1 0 0 0,2 3 0 15,1 9 0-15,2 1 0 0,2 4 0 0,4 4 0 16,3-3 0-16,5 4-37 0,2-1-362 0,0 4 156 16,7-3 104-16,12 1-841 0,6-5 471 0</inkml:trace>
  <inkml:trace contextRef="#ctx0" brushRef="#br0" timeOffset="26552.19">19811 5716 3931 0,'9'2'0'0,"-6"2"0"0,-1 4 0 0,-2 3 0 16,-2-2 0-16,-8 2 0 0,1 4 0 0,-2 1 0 0,-3 1 0 0,0 0 0 0,-3 4 0 0,4-1 0 0,1-3 0 0,1 2 0 0,2-2 0 0,-1-3 0 15,1 0 0-15,3-3 0 0,3-4 0 0,-1-2-255 16,4-1-184-16,0-4 247 0,0 0 108 0</inkml:trace>
  <inkml:trace contextRef="#ctx0" brushRef="#br0" timeOffset="26718.4">19891 5420 3824 0,'3'-3'0'0,"3"0"0"0,6-2 0 0,6-1 0 0,6 0 0 0,8 1 0 0,11-1 0 0,3 0 0 0,0 0 0 0,3 3 0 0,1 2 107 0,-9-2-107 15,7 1 0-15,-10 2 0 0,0 0 0 0,-5 0 0 16,-4 0-30-16,-7 0-47 0,-7 5 53 0,-6-2-862 16,-4 4 459-16,-5 0 229 0,0 1-844 0</inkml:trace>
  <inkml:trace contextRef="#ctx0" brushRef="#br0" timeOffset="26871.59">20174 5378 2601 0,'-16'0'0'0,"2"0"0"0,7 2 0 0,-1 2 0 0,2 4 0 0,2 3 0 0,3 4 0 0,1 4 0 0,0 1 0 0,0 7 0 0,0 0 134 0,0 2 556 16,1 1-331-16,-1 0-212 0,0-2-147 0,0 0 0 0,0-2 0 0,0-5 0 15,0-1 0-15,0-4-197 0,0-5-109 0,0-1 171 16,0-7-899-16,0-3 526 0</inkml:trace>
  <inkml:trace contextRef="#ctx0" brushRef="#br0" timeOffset="27035.58">20255 5440 3557 0,'2'-8'0'0,"0"5"0"0,0 1 0 0,-2 2 0 0,0 0 0 0,0 17 0 0,0 6 0 0,0 3 0 0,0 4 0 15,0 2 0-15,0 5 374 0,0 1-374 0,1 2 0 0,-1-3 0 0,2-1 0 16,0-3 0-16,0-2 0 0,2-3 0 0,1-10 0 16,1-1 0-16,0-5 0 0,-1-5-598 0,3-4 152 15,-1-3 241-15,3 0-865 0,-1-18 517 0</inkml:trace>
  <inkml:trace contextRef="#ctx0" brushRef="#br0" timeOffset="27424.5">20501 5035 2638 0,'4'-12'0'0,"3"3"0"0,0 4 0 0,4 0 0 0,1 4 0 0,7 1 0 0,5 0 0 0,2 0 0 0,5 0 0 0,2 0 0 0,9 1 299 16,-8 4-131-16,9-1-66 0,-10-3 231 0,6 3-153 15,-5 0-71-15,-4-1-7 0,-7 1-102 0,0 2 0 16,-6-3 0-16,-2 1 0 0,-6 0 0 0,-1-1 0 16,-4 1 0-16,-2 2 0 0,0-1 0 0,-2 5 0 15,0 3 0-15,0 3 0 0,-4 1 0 0,-3 7 0 16,0 2 0-16,2 6 0 0,-3 7 0 0,5 2 0 16,-3 5 0-16,5 3 0 0,-1 3 0 15,-3 4 0-15,5 9 0 0,0-4 0 0,0-1 0 0,0 3 0 16,5-11 0-16,4 4 0 15,0-1 0-15,-2-6 0 0,1-11 0 0,0-1 0 16,-3-9 0-16,-1-2 0 16,-2-5 0-16,-1-10 0 0,1-3 0 0,-2-5 0 0,0-1 0 0,0-2 0 15,-11 0 0-15,-3 0 0 0,-9-2 0 0,0-1 0 16,-9-5 0-16,0-2 0 0,-7-2 0 0,-1 0 0 16,-3 4 0-16,-6-1 0 0,-3 5 0 0,-1 4 0 15,2 0 0-15,12 0 0 0,4 13 0 0,10-3 0 16,-3 7 0-16,9 4-1047 0</inkml:trace>
  <inkml:trace contextRef="#ctx0" brushRef="#br0" timeOffset="27629">21665 6143 3931 0,'5'-4'0'0,"13"3"0"15,1 1 0-15,-12-3 0 0,-5 3 0 0,-2-1 0 0,0 1 0 0,0 0 0 0,0 0 0 0,0-3 0 0,0 2 0 0,0-3 0 0,0 0 0 0,0-2 0 0,-5-1 0 0,-1 1 0 16,1 0 0-16,0 3 0 0,-6 1 0 0</inkml:trace>
  <inkml:trace contextRef="#ctx0" brushRef="#br0" timeOffset="30155.98">7954 7877 2497 0,'0'-8'0'0,"0"-2"0"0,0-3 0 0,0 0 0 0,4 0 0 0,6 0 0 0,5-2 0 0,4 0 0 0,-5 1 0 0,11-3 0 0,-3 4 120 0,-5 2-32 15,11-2-9-15,-5 1-42 0,2 5 105 0,-7 2-53 0,3 2 9 16,0 2-21-16,-2 1-10 0,-1 0-30 0,0 4 31 16,-4 8 0-16,2 4-31 15,-3 0 9-15,-2 9-29 0,0-1 21 0,-3 2-1 0,-3 1 0 16,-3 3-60-16,-2 1 39 0,0 1-9 0,0-2-27 15,-13 5 29-15,-2-3-10 0,-4 1 35 16,-2-2 46-16,-1-1-53 0,-4-3-11 0,-3-4 8 0,2-2 59 16,-3-3-83-16,0-2 0 0,-1-5 0 0,3-2 0 15,-2-3 0-15,4-1 0 0,3-2 0 0,0-1 0 16,3-1 0-16,3-1 0 0,6 0 0 0,-1 0 0 16,6 0 0-16,4 0 0 0,-1 0 0 0,3 0 0 15,0 0 0-15,0 0 0 0,5 0 0 0,11 0 0 16,2 0 0-16,7 0 0 15,-6 0 0-15,11 0 0 0,-2 0 0 0,-4 0 0 16,9 0 0-16,-4 0 0 0,-1 0 0 0,2 0 0 16,-2 0 0-16,-3 0 0 0,0 0 0 0,-1 0 0 15,0 0 0-15,-3 0 0 0,0 0 0 16,-3 0 0-16,2 0 0 0,-2 0 0 0,-1-1 0 0,-2-5 0 16,0 0 0-16,-1 1-351 0,0-5-114 0,1-1 213 15,-3-3-611-15,2-4 413 0</inkml:trace>
  <inkml:trace contextRef="#ctx0" brushRef="#br0" timeOffset="30457.21">8659 7653 3329 0,'0'-1'0'0,"-4"1"0"0,-1 0 0 0,-1 0 0 0,0 5 0 0,0 5 0 0,3 2 0 0,3-1 0 0,0 2 0 0,0 3 0 0,9-3 156 16,5-2-50-16,0 0 97 0,5-4-83 0,2 1-103 15,6-3-17-15,-4-5 0 0,-2 0 0 0,8 0 0 16,-7-3 0-16,0-7 0 0,-4-3 0 0,-2 0 0 16,-4-2 0-16,-3-2 0 0,-4 2 0 0,-1-1 0 15,-4-2 0-15,0 2-4 0,0 0-42 0,-11 1 22 16,-2 3 19-16,-4 0-34 0,-3 3 157 0,-3 1-118 16,2 6 0-16,-2 0 0 15,0 2 0-15,2 0 0 0,2 4 0 0,2 4 0 16,7-1 0-16,-1 5 0 0,4-1 0 0,5 2 0 15,0 0 0-15,2 2 0 0,0 0 0 0,2 0 0 16,7 2-311-16,2-2 96 0,4 2-447 0,-1 1 312 16</inkml:trace>
  <inkml:trace contextRef="#ctx0" brushRef="#br0" timeOffset="31954.77">10635 7200 2733 0,'-2'-2'0'0,"2"1"0"0,0-1 0 0,-2 2 0 0,2 0 0 0,0 0 0 0,0 0 0 0,0 0 0 0,0 0 0 0,0 14 0 0,2 10 179 15,1 1-70-15,4 11-26 0,0 11 212 0,-1 3-128 16,-3 5-64-16,-3 13 127 0,0-1-198 0,0 6-32 15,-3 1 0-15,-6 1 0 0,-2-4 0 0,2-2 0 16,0-5 0-16,-1-11 0 0,3 2 0 0,2-9 0 16,-1-8 0-16,2-2 0 0,1-12 0 0,1-7 0 15,2-4 0-15,-3-6 0 0,3-3 0 0,0-4 0 16,0 0 0-16,0 0 0 0,-3-5 0 0,-3-16 0 16,1-3 0-16,-3-2 0 15,-2-5 0-15,-2-5 0 0,-8-4 0 0,2 0 0 16,-5 5 0-16,1 8 0 0,0-2 0 0,-3 13 0 15,-3-1 0-15,1 7 0 0,1 9 0 0,1 1 0 16,0 5 0-16,-2 14 0 0,3 5 0 0,3 5 0 16,5 3 0-16,4 2 0 0,4 3 0 0,7-2 0 15,1 1 0-15,0-2 0 16,9-4 0-16,10 0 0 0,2-5 0 0,2-5 0 0,2-5 0 0,3-2 0 16,-1-5 0-16,-1-2 0 15,-3-6 0-15,1 0 0 0,-2 0 0 0,5-2 0 16,-4-7 0-16,-2-7 0 0,4 1 0 0,0-3-450 15,1-4 8-15,2-1 202 0,4-10-240 0,0 1 220 16,2-7 102-16,3-9-561 0,1-7 341 0</inkml:trace>
  <inkml:trace contextRef="#ctx0" brushRef="#br0" timeOffset="32338.53">11121 7217 2882 0,'4'-17'0'0,"0"7"0"0,-3 5 0 0,1 3 0 0,-2 2 0 0,0 0 0 0,-2 15 0 0,-3 15 0 0,-4 12 0 0,3 6 0 0,-5 14 724 16,3 4-399-16,-1 5-325 0,4 5 0 0,-2 1 0 0,5-1 0 0,2-1 0 16,0-4 0-16,0-6 0 0,7-13 0 0,6 1 0 15,-1-2 0-15,4-8 0 0,-2-9 0 0,4-4 0 16,-4-8 0-16,2-3 0 16,0-4 0-16,2-7 0 0,-1-3 0 0,-1-5 0 15,3 0 0-15,-2 0 0 0,0-7-345 0,4-10 113 16,-3-2 96-16,1-6-599 0,-2-3 338 0,2-2 183 15,2-7-216-15,-6 5 195 0,0-2 98 0,0 0-280 16,-4 3 181-16,-1 2 103 16,-5 9 48-16,-1-2 125 0,-2 2-39 0,-1 8 0 0,1 0 559 15,-2 4-294-15,0 3 1598 0,0 3-1872 0,0 0-14 16,0 0 81-16,0 2 5 0,0 0 14 16,0 15 518-16,2 8-363 0,0 5-233 0,0 3 0 15,-1 4 0-15,1-1 0 0,1 3 0 16,-1-2 0-16,0 1 0 0,1-2 0 15,3-2 0-15,-1 0 0 0,-1-4 0 0,1-2 0 0,2-5 0 0,-4 0 0 16,1-4 0 0,0-3-607-16,-3 1-48 0,1-1 273 0,-2 1 171 0</inkml:trace>
  <inkml:trace contextRef="#ctx0" brushRef="#br0" timeOffset="33451.15">12045 7532 2562 0,'-12'-15'0'0,"6"8"0"0,6 5 0 0,0 0 0 0,0 2 0 0,0 0 0 0,6-2 0 0,10 2 0 0,5 0 0 0,4 0 0 0,5 0 183 0,0 0-77 0,2 0 314 15,-2 0-191-15,2 0-95 0,0 0-47 0,-1 2-73 16,1 2 25-16,0 1 0 0,0 0 0 0,-2 0-176 15,0 1 88-15,-7-1 53 0,1 2-641 0,-3 1 338 16,-2 2 169-16,-3 1-927 0</inkml:trace>
  <inkml:trace contextRef="#ctx0" brushRef="#br0" timeOffset="33616.46">12098 7972 3865 0,'-30'5'0'0,"9"7"0"0,5 1 0 0,6-4 0 0,4-5 0 0,5 0 0 0,1-1 0 0,1 2 0 0,22-2 0 0,11-3 0 0,7 0 66 16,6 0-66-16,3-4 0 0,3-5 0 0,2 1 0 16,-2 0 0-16,1 2 0 0,-3 0 0 0,-2 2-186 15,-8 2-213-15,10 0 215 0,-8 2 111 0,-8 0-1120 16</inkml:trace>
  <inkml:trace contextRef="#ctx0" brushRef="#br0" timeOffset="34300.07">13593 7200 2569 0,'-11'0'0'0,"6"0"0"0,1 0 0 0,2 0 0 0,2 0 0 0,0 0 0 0,0 0 0 0,0 0 0 0,4 0 0 0,10-2 0 0,7 1 118 0,6-6 294 16,-1 2-188-16,4-1-93 0,2 1-46 0,2-1 141 16,1 0-84-16,1 1-118 0,1 0-24 0,2 0 0 15,-4 1 0-15,1 2 0 0,-3 1 0 0,1 1 0 16,0 0 0-16,-1 0 0 0,1 0 0 0,0 0 0 15,2 0 0-15,7 0 0 0,-4 0 0 0,3 0 0 16,3 0 0-16,4 0 0 0,-1-2 0 16,2 0 0-16,-4 0 0 0,2 1 0 0,-4-1 0 0,-6 2 0 15,9 0 0-15,-8 0 0 0,-2 0 0 16,2 0 0-16,4 0 0 0,-6 0 0 0,9 0 0 0,-2 0 0 16,4 0 0-16,0 0 0 15,3 0 0-15,0-2 0 0,1 0 0 0,4-1 0 16,-1-4 0-16,9 1 0 0,-4 1 0 0,-5 1 0 15,16-2 0-15,-6 3 0 16,-1-1 0-16,0 1 0 0,1 2 0 0,-6-2 0 0,13 2 0 0,-6-2 0 16,1 1 0-16,7 0 0 0,-1 0 0 0,1 0 0 15,2 0 0-15,2 1 0 0,2-1 0 0,12 0 0 16,-18 0 0-16,17 0 0 16,6-1 0-16,-7 0 0 0,0 1 0 0,2-1 0 15,-2 1 0-15,-5 1 0 0,20-2 0 0,-11 1 0 16,-2 0 0-16,2 2 0 0,-2-2 0 0,-7 1 0 15,22 1 0-15,-13 0 0 0,-4 0 0 0,-1 0 0 16,-2-2 0-16,-9 2 0 0,6 0 0 0,8 0 0 16,-19 0 0-16,2 0 0 0,-5 0 0 15,-10 0 0-15,2 0 0 0,-6 0 0 0,-7 0 0 16,-10 0 0-16,-3 0 0 0,-8 0 0 16,-3 0 0-16,-6 0 0 0,-10 0 0 0,-4 0 0 15,-1 0 0-15,-2 0 0 0,-2 0 0 0,-6 0 0 16,-14 0-65-16,-6 0-903 0,-6 0 465 0,-6 0 224 15</inkml:trace>
  <inkml:trace contextRef="#ctx0" brushRef="#br0" timeOffset="34957.39">13736 7311 1381 0,'-4'-26'0'0,"1"5"0"16,-1 2 0-16,0 2 0 0,0-2 0 0,-2-1 0 0,1 3 0 0,-1 2 0 0,1 4 0 0,1 1 0 0,0 7 132 0,4-1-48 0,-2 2-23 0,0 0 229 0,2 2-118 0,0 15-71 15,0 9-32-15,0 10 141 0,7 7-86 0,-2 8-43 16,4 6 9-16,2 14 208 0,-1 1-131 0,-1 6-65 16,0 18 274-16,0-7-183 0,-6-10-193 15,3 8 0-15,-5-3 0 0,3-3 0 16,-2-6 0-16,0-1 0 0,0-14 0 0,-1 1 0 16,1-9 0-16,0-9 0 0,-2-3 0 0,0-9 0 15,0-7 0-15,0-4 0 0,0-8 0 0,0-5 0 16,-7-3 0-16,-4-2 0 0,-3 0 0 0,-6-7 0 15,-1-10 0-15,-2-4 0 0,0-5 0 0,0-6 0 16,-5-9 0-16,3-4 0 0,0-3 0 0,4-3 0 16,-2-1 0-16,2 3 0 0,4 14 0 0,2 1 0 15,2 13 0-15,3 6 0 0,3 2 0 0,1 5 0 16,1 5 0-16,-1 3 0 0,0 0 0 0,1 12 0 16,-1 15 0-16,-1-1 0 15,1 8 0-15,-2 2 0 0,3 7 0 0,-1-7 0 16,3 3 0-16,-1 1 0 0,0-3 0 0,1-1 0 15,2-1 0-15,-1 0 0 0,0-4 0 0,0 1-343 16,0 0 132-16,1-2-916 0,-1 1 545 16</inkml:trace>
  <inkml:trace contextRef="#ctx0" brushRef="#br0" timeOffset="37367.87">14104 7801 2299 0,'0'-8'0'0,"2"-1"0"0,2 2 0 0,1 1-1 0,3 0 1 0,0 4 0 0,1 0 0 0,3 2 0 0,-2 0 0 0,3 7 0 0,1 5 236 16,-1 9-99-16,0 2-48 0,-2 3 9 0,2 4-1 16,-1 10-30-16,-5-2 1 0,0 2-28 0,-3 1 39 15,-2-3 11-15,3 9-51 0,-4-12 1 16,-1 5-65-16,0-4 33 0,0-2-1 0,0-10 2 0,-1 1-11 15,-2-6 42-15,1-10 70 0,0-4-37 0,0-2 0 16,2 0-43-16,-2-3 200 0,1 0-230 0,-1-11 0 16,2-14 0-16,0-1 0 0,0-4 0 0,9-4 0 15,5 1 0-15,2-2 0 0,1 4 0 16,2 0 0-16,1 5 0 0,1 2 0 16,2 3 0-16,-1 2 0 0,1 4 0 0,-2 2 0 15,-1 4 0-15,-1 1 0 0,2 2 0 0,-5 4 0 16,2 1 0-16,-4-2 0 0,0 3 0 0,-3 0 0 15,0 0 0-15,-1 0 0 0,-1 0 0 0,-4 4 0 16,1-2-29-16,-1 0-161 0,-2 0 76 0,-1-2-383 16,0 0 229-16,0 2 103 0,-2-2 68 0,0 0-507 15,0 0 283-15,0 0 140 16,0 0 70-16,0 0-482 0</inkml:trace>
  <inkml:trace contextRef="#ctx0" brushRef="#br0" timeOffset="37758.21">14718 7633 3001 0,'-3'-9'0'0,"1"0"0"15,2-2 0-15,0-4 0 0,0 2 0 0,2-1 0 0,10 1 0 0,2 0 0 0,4 4 0 0,2 3 0 0,1 0 259 0,-1 5-111 0,1 1-55 0,0 0 36 0,-3 0-45 0,-1 7 9 16,-4 4-55-16,0 3-77 0,-3 1 38 0,-5 3 1 16,-1 1 38-16,-3 2-86 0,-1-1 39 15,0 1-1-15,-7-2 48 0,-6-2-78 16,0-2 38-16,-4-4-16 0,0-4-6 0,-2-1 7 16,3-3 26-16,-2-3 200 0,5 0-209 0,4 0 0 15,-3 0 0-15,5 0 0 0,4 0 0 0,-1-3 0 16,4 1 0-16,0 1 0 0,0-2 0 0,0 2 0 15,9-3 0-15,8-1 0 0,5 0 0 16,-3 4 0-16,8-3 0 0,-7 2 0 0,4-1 0 16,1 3 0-16,0 0 0 0,-1 0 0 0,-2 0 0 0,5 3 0 15,-6 1 0-15,0 2-93 0,0-1-6 16,0 2-834-16,-2-1 447 0,1 2 224 16,3-5 112-16</inkml:trace>
  <inkml:trace contextRef="#ctx0" brushRef="#br0" timeOffset="37968.55">15372 7499 3158 0,'-13'-6'0'0,"-1"6"0"0,0 0 0 0,-4 2 0 0,-2 11 0 0,3 4 0 0,-2 7 0 0,3 6 0 0,-2 12 0 0,4 4 0 15,0 4 371-15,5 2-167 0,2 4-83 0,3-1-44 0,2 0-77 0,2-4 0 0,0-4 0 0,9-1 0 0,4-5 0 16,3-5 0-16,3 0 0 0,1-4 0 0,1-6 0 15,1-4 0-15,2-7-339 0,-1-6-18 16,7-5 186-16,-2-4-9 0,1 0-311 0,1-15 226 16,5-6 114-16,-7-4 47 0,6-10-574 0</inkml:trace>
  <inkml:trace contextRef="#ctx0" brushRef="#br0" timeOffset="38318.42">15694 7692 2909 0,'-16'-10'0'0,"-3"7"0"0,1 1 0 0,-5 2 0 16,-2 2 0-16,5 13 0 0,1 4 0 0,3 3 0 0,2 6 0 0,5 2 0 0,5 4 207 0,2 2 363 0,2 2-325 0,0-4-245 0,10-1 0 16,4-3 0-16,5-2 0 15,4-5 0-15,2-4 0 0,0-6 0 0,0-6 0 16,5-3 0-16,-4-4 0 0,1 0 0 0,-3-6 0 16,0-10 0-16,-7-1 0 0,4-10 0 0,-6 5 0 15,-3-5 0-15,-1 0 0 0,-4-3 0 0,-3-4 0 16,-1 0 0-16,-3-8-55 0,0 1-10 0,-2-2-18 15,-9 2 45-15,-1 8-9 0,-6 0 9 0,-4 7 211 16,-1 7-98-16,-1 6-51 0,-4 5-20 0,3 6 46 16,-5 2-50-16,4 0 0 0,3 11 0 0,7 3 0 15,-2 1 0-15,7 0 0 16,6 1 0-16,3 3 0 0,2 2 0 0,0 2 0 16,6-4 0-16,6-1 0 0,7 3 0 0,2-5 0 15,1-1 0-15,1-5 0 0,3-1 0 0,-5-3 0 16,3-2 0-16,-1 0 0 0,0-4-707 0,0 0 242 15,2 0 214-15,-4-4 97 0,5-11-703 0</inkml:trace>
  <inkml:trace contextRef="#ctx0" brushRef="#br0" timeOffset="38492.39">16069 7490 3248 0,'5'-18'0'0,"1"5"0"0,1 4 0 0,3-1 0 0,-1 5 0 0,6 2 0 0,2 3 0 0,6 3 0 0,-1 12 0 0,2 7 0 16,1 7 256-16,3 6-114 0,-5 5 143 0,-5 3-285 0,0 2 0 15,-9 2 0-15,-6-4 0 0,-1 11 0 16,-2-5 0-16,-7 0 0 0,-11-4 0 0,-3 0 0 0,2-9 0 16,-10 6 0-16,8-15 0 0,-4 4 0 15,-1-6 0-15,-1 1-277 0,2-5 3 16,2-1 131-16,0-4-935 0</inkml:trace>
  <inkml:trace contextRef="#ctx0" brushRef="#br0" timeOffset="39058.93">16467 7846 2599 0,'-8'0'0'0,"4"0"0"0,3 0 0 0,-1 0 0 0,2 0 0 0,0 0 0 0,5 0 0 0,14 0 0 0,6 0 0 0,5 0 0 0,7 0 184 0,4 0 367 16,3 0-256-16,1 0-128 0,0 0-64 0,-5 0-71 16,12-2-32-16,-7 0 0 0,-1 0 0 0,-10 2 0 15,-1 0 0-15,-7 0 0 0,0 0 0 0,-7 0-275 16,-6 0 46-16,-3 4 133 0,-7 1-823 0,-1 0 439 15,-2 0 194-15,-2-1-358 0</inkml:trace>
  <inkml:trace contextRef="#ctx0" brushRef="#br0" timeOffset="39268.51">16797 7483 2575 0,'-13'0'0'0,"2"7"0"0,1 9 0 0,1 5 0 0,4 3 0 0,1 8 0 0,2 7 0 0,1 6 0 0,1-8 0 0,0 17 0 0,0-5 366 16,0 1-164-16,0-1-81 0,0-4 316 0,0-7-207 0,3 3-230 0,3-1 0 16,-1-3 0-16,2-2 0 15,2-6 0-15,-2-5-582 0,2-1 305 0,0-2 157 16,1-6 80-16,-1-4-851 0,2-5 430 0,5-6 183 16,-2 0-338-1</inkml:trace>
  <inkml:trace contextRef="#ctx0" brushRef="#br0" timeOffset="39585.46">17117 7576 2189 0,'5'-10'0'0,"4"6"0"0,3 3 0 0,-3 1 0 0,0 0 0 0,3 11 0 0,-3 12 0 0,4 6 0 0,1 11 0 0,-5 7 0 0,0 5 409 16,-3 5-186-16,-2 0-92 0,-1 1-46 0,-1-3 135 15,0-2-81-15,0-4-55 0,-2-5 56 0,0-9-51 16,0 1-25-16,0-12 62 0,0-1-94 15,0-10-32-15,0-4 0 0,0-5 0 0,0-2 0 16,0-2 0-16,0-5 0 0,-2-18 0 0,2-6 0 16,0-3 0-16,0-9 0 0,7 2 0 0,5 3 0 0,3-11 0 15,2 7 0-15,3 3 0 16,3 1 0-16,-2 8 0 0,4-2 0 0,5 6 0 16,-1 1 0-16,1 4 0 0,2 6 0 0,-4 4 0 15,-5 3 0-15,1 4 0 0,1 2 0 0,-5 0 0 16,-1 2 0-16,-4 10 0 0,-2-1 0 0,-2 4-111 15,-3-2 5-15,-2 0-459 0,-2-3 262 0,-1 3 132 16,-3-4-555-16,0 1 348 0,0-1 170 0</inkml:trace>
  <inkml:trace contextRef="#ctx0" brushRef="#br0" timeOffset="39830.21">17908 7278 3268 0,'-3'-14'0'0,"-1"8"0"0,2 2 0 0,-1-1 0 0,1 1 0 0,0 2 0 0,2 0 0 0,-2 0 0 0,2 2 0 0,0 0 0 0,0 2 181 0,0 11-72 0,0 3 140 15,0 2-125-15,0 2-124 0,0 7 0 0,0-3 0 16,0 3 0-16,0-3 0 0,0 8 0 0,0-3-15 15,-2-4-44-15,-1 4-756 16,-1-8 426-16,-2 1 222 0,2 1-17 0,-1-3-782 0</inkml:trace>
  <inkml:trace contextRef="#ctx0" brushRef="#br0" timeOffset="40458.28">18216 7345 2884 0,'-7'-10'0'0,"2"4"0"0,1-5 0 0,2 1 0 0,2 1 0 0,0 0 0 0,0-2 0 0,2 0 0 0,13 1 0 0,2 3 0 0,4-1 90 0,-3 6 92 15,3 0-63-15,0 2-46 0,-1 0 1 0,-3 2 31 0,-2 11-34 0,-1 3 0 16,-7 2-25-16,-3 2-46 0,-4 7 1 0,0-3 36 15,-8 3 42-15,-7-3 1 16,-7 2-61-16,-1-3-19 0,-3-2 0 0,-2-5 0 0,-3-2 0 16,5-4 0-16,4-5 0 0,-2-1 0 0,3-4 0 15,6 0 0-15,3 0 0 0,5 0 0 16,1 0 0-16,5 0 0 0,1 0 0 0,0-2 0 16,5-1 0-16,16-1 0 0,1 1 0 0,8 1 0 15,0 1 0-15,2-2 0 0,0 3 0 0,-2 0 0 16,2 0 0-16,-2 3 0 0,-2 4 0 15,-1 1 0-15,-1 1 0 0,-1 0 0 0,-5 1-20 0,2 1-867 16,-1-1 424-16,0 1 213 0,-1-2-661 0</inkml:trace>
  <inkml:trace contextRef="#ctx0" brushRef="#br0" timeOffset="40693.21">18799 7397 3473 0,'0'-13'0'0,"-7"4"0"0,-1 1 0 0,-4 5 0 0,-4 0 0 0,1 3 0 0,-2 0 0 0,0 6 0 0,0 11 0 0,-2 9 0 0,1 10 133 0,4 3 192 16,2 7-325-16,0 6 0 0,3 12 0 0,3-4 0 15,3 2 0-15,3-2 0 0,0-9 0 0,0 5 0 16,1-6 0-16,12-3 0 0,3-5 0 0,0-8 0 16,3 0 0-16,2-8 0 0,-1-3 0 0,-1-8 0 15,2-4 0-15,-1-5-593 0,1-6 153 0,2 0 193 16,1-6 109-16,-1-11-275 0,1-3 188 15,-1-7 92-15,5-7 47 0,-8 0-520 0,3-13 289 0</inkml:trace>
  <inkml:trace contextRef="#ctx0" brushRef="#br0" timeOffset="41024.61">19077 7697 2664 0,'0'-20'0'0,"0"5"0"0,-9 2 0 0,-6 5 0 0,-2 6 0 0,-1 2 0 0,-7 2 0 0,4 15 0 0,-2 7 0 0,1 11 0 0,3 1 117 15,7 4 396-15,3 3-238 0,6 1-119 0,3-7 50 16,0 12-206-16,1-14 0 0,11 0 0 0,5-3 0 15,2-4 0-15,-1-7 0 0,8-3 0 0,1-8 0 16,1-7 0-16,0-3 0 0,1 0 0 0,-1-13 0 16,-2-7 0-16,-2-5 0 15,-1-1 0-15,-4-2 0 0,-4-2-61 0,-2-4-159 16,-2 0 97-16,-2-9 43 0,-3 4-1 0,-3-5 46 16,-3-3-2-16,0 6-9 0,-3-11 9 0,-6 15 50 15,-6 4-25-15,-2 5 0 0,-6 7 306 0,3 9-152 16,-8 3-80-16,-1 8-15 0,5 1 139 0,3 0-186 15,3 9 0-15,0 4 0 0,7 2 0 0,4 3 0 16,3 3 0-16,4 4 0 16,0 0 0-16,2-3 0 0,13 3 0 0,2 0 0 15,3-1 0-15,3-3 0 0,2-5 0 0,-3-5 0 16,7 2 0-16,-4-3 0 0,-4-7-14 0,7-1-283 16,-7-2 127-16,1 0-731 0,3 0 433 0,-2-8 215 15,-2-6 108-15</inkml:trace>
  <inkml:trace contextRef="#ctx0" brushRef="#br0" timeOffset="41191.56">19455 7551 3023 0,'4'-19'0'0,"-3"7"0"0,5-6 0 0,-2 9 0 0,-1 1 0 0,4 5 0 0,2 1 0 0,2 2 0 0,6 0 0 0,1 15 0 0,3 7 205 16,6 8-84-16,-5 4 461 0,-2 6-582 0,-2 3 0 16,-7-3 0-16,-2 15 0 0,-6-2 0 0,-3 0 0 15,-5-1 0-15,-13 1 0 0,-3-2 0 0,-4-2 0 16,-5-4 0-16,0-3 0 0,-4-1 0 0,1-8 0 15,1-3-167-15,-6 2 22 0,3-4-65 0</inkml:trace>
  <inkml:trace contextRef="#ctx0" brushRef="#br0" timeOffset="42183.02">20385 7768 1864 0,'-18'-15'0'0,"4"5"0"0,-2-1 0 0,0-1 0 0,-2-1 0 0,2 2 0 0,-5 0 0 0,0 1 0 0,1 3 0 0,-1 3 0 0,0 2 309 0,3 0-127 0,1 2-78 0,2 0 98 16,1 14-83-16,2 6-41 0,3 6 0 0,-2 2 92 15,8 7-71-15,1 1-31 0,2 1-1 16,0-4 93-16,0 2-62 0,0-9-21 0,4-1-10 16,3-2-3-16,1-4 0 15,1-6-28-15,0-1-11 0,1-7-25 0,3-3 0 0,3-2 0 16,2-4 0-16,3-17 0 0,3-10 0 0,0-8-12 16,3-6-28-16,3-10 18 0,-6-1 26 0,1-4-290 15,-5-3 141-15,-3 3 41 0,4-15 47 16,-6 6-81-16,-3-7 55 0,-3 1 11 0,0-6 35 0,-4 3-8 15,-1 6 9-15,-1 19 39 0,-3 14 0 0,0 10-39 16,-5 7 0-16,-4 11 366 16,-6 5-174-16,0 6-64 0,-3 20-53 0,-3 19 376 15,3 13-308-15,6 4-107 0,-4 23 0 0,5 16 0 16,2-4 0-16,4 5 0 0,0 3 0 0,3-12 0 16,2 23 0-16,0-23 0 0,0-15 0 0,9-1 0 15,3-5 0-15,1-16 0 0,4-1 0 0,1-13 0 16,-2-6 0-16,1-13 0 0,2-6 0 0,3-9 0 15,3-2 0-15,3-23 0 0,1-10 0 0,1-9 0 16,3-14 0-16,-6 2 0 0,8-24 0 0,-1-6 0 16,-6 2 0-16,-4-1 0 0,-5 13 0 0,-2 3-189 15,-8 16 63-15,-5 10 45 16,-2 3 1-16,-2 16 318 0,0 1-145 0,-2 12-61 16,-9 3 81-16,-3 6-113 0,-4 4 0 15,1 20 0-15,1 9 0 0,-2 8 0 0,4 7 0 0,4 7 0 16,2 10 0-16,8-5 0 0,0-6 0 15,0 3 0-15,9-2 0 0,9-4 0 16,3-7 0-16,2-4 0 0,2-10 0 0,3-4 0 16,1-7 0-16,1-6 0 0,0-7 0 0,-2-6 0 15,-2 0 0-15,4-5 0 0,-6-9 0 0,-1-5 0 16,-2-1 0-16,-3-5 0 0,-1-5 0 0,-2-2 0 16,1-8 0-16,-6-4 0 0,1-5 0 0,-6-4 0 15,0-5 0-15,-5-9 0 0,0 7 0 0,0 7 0 16,-10-1 0-16,-8 8 0 0,-1 13 0 0,-5-2 0 15,-4 12 0-15,-2 6 0 0,-6 7 0 0,-2 8 0 16,1 2 0-16,-1 0 0 16,3 13 0-16,5 6 0 0,3 1 0 0,6 3 0 15,11 0 0-15,0 7 0 0,9-2 0 0,1 2 0 16,1 2 0-16,12-2 0 0,8 0 0 0,4-4 0 16,2 2 0-16,3-8 0 0,5-4 0 0,0-1 0 15,1-4 0-15,-2-5 0 0,-1-2 0 16,1-4 0-16,-2 0 0 0,-4 0 0 0,-1 0-54 0,1 0-66 15,-4 0-1106-15</inkml:trace>
  <inkml:trace contextRef="#ctx0" brushRef="#br0" timeOffset="42428.35">21500 7409 3931 0,'-14'-8'0'0,"7"6"0"0,7 0 0 0,0 2 0 0,0-2 0 0,0 2 0 0,12 0 0 0,11 0 0 0,0 0 0 0,6 0 0 16,6 0 0-16,4 0 0 0,5 0 0 0,-3 2 0 0,1 4 0 0,-6 0 0 15,3 1 0-15,-4-2 0 0,-1 3 0 0,-6-2 0 16,-7 1 0-16,0 1 0 0,-8 1-429 15,-8 4-177-15</inkml:trace>
  <inkml:trace contextRef="#ctx0" brushRef="#br0" timeOffset="42583.16">21558 7812 3931 0,'-21'4'0'0,"12"9"0"0,6-7 0 0,3-5 0 0,0 3 0 0,0 5 0 15,12-2 0-15,11-4 0 0,2 1 0 0,5 0 0 0,13-2 0 0,0 0 0 0,2-2 0 16,1 0 0-16,-2 0 0 0,-8 1 0 0,6 1 0 0,-5 1 0 16,-3 5 0-16</inkml:trace>
  <inkml:trace contextRef="#ctx0" brushRef="#br0" timeOffset="45752.35">22534 7085 2082 0,'-2'-1'0'0,"0"-1"0"0,2 1 0 0,0 1 0 0,0 0 0 0,0 0 0 0,0-3 0 0,0 1 0 0,4 2 0 0,5-2 0 0,3 0 64 0,2 2 234 0,-1-2-120 0,2 0-74 0,2-1 166 16,0 1-115-16,-2-2-58 0,2 1-30 15,-1 0 11-15,2 1 231 0,-4-1-134 0,4 1-121 16,-1 2-54-16,-3 0 0 0,4 0 0 15,-4 0 0-15,4 0 0 0,0 0 0 16,1 0 0-16,6 0 0 0,-5 0 0 0,10-1 0 0,0 1 0 16,4-3 0-16,2 1 0 0,1-2 0 0,1 3 0 15,1-1 0-15,1 0 0 0,-1 0 0 16,0 0 0-16,-1 0 0 0,2 2 0 0,4 0 0 16,-4 0 0-16,2 0 0 0,0 0 0 0,4 0 0 15,-3 0 0-15,10 0 0 0,-3 0 0 0,-1 0 0 0,4 0 0 16,-1 0 0-16,4 0 0 15,1 0 0-15,-1 0 0 0,10 0 0 0,-6-1 0 0,2-3 0 16,-11 0 0-16,5 0 0 16,-2 2 0-16,1 1 0 0,-2-4 0 0,1 4 0 15,-1-1 0-15,-1 1 0 0,2-2 0 0,11 1 0 0,-5 1 0 16,0-2 0-16,-10 0 0 0,7 0 0 0,-2-2 0 16,-1 2 0-16,-2-2 0 0,0 4 0 15,-8-3 0-15,10 2 0 0,-4 1 0 16,0-3 0-16,-1 0 0 0,-6 2 0 0,8-1 0 0,-4 1 0 15,-2-1 0-15,-3 2 0 16,3-1 0-16,-6 0 0 0,10 2 0 0,-4-2 0 16,0-1 0-16,2 2 0 0,4 0 0 0,1-1 0 0,-3-1 0 15,4 2 0-15,-5-1 0 0,0 0 0 0,6 0 0 16,-6 0 0-16,3 0 0 0,-2 0 0 16,4 0 0-16,-1-1 0 0,1 1 0 0,1 0 0 0,-1 1 0 15,0-2 0-15,-3 1 0 16,3 2 0-16,-3 0 0 0,1 0 0 15,2 0 0-15,-2 0 0 0,1 0 0 0,1 0 0 0,2 0 0 16,1 0 0-16,-3 0 0 16,-2 0 0-16,2 0 0 0,2 0 0 0,-1 0 0 0,-1 2 0 0,3-2 0 15,1 3 0-15,8-2 0 0,-3 1 0 16,-1-2 0-16,-3 2 0 0,9 0 0 0,-14-2 0 16,7 1 0-16,5 3 0 0,-10-2 0 0,4 0 0 15,10 0 0-15,-7 0 0 0,3 0 0 0,-2-1 0 16,-1-1 0-16,-4 3 0 0,11-1 0 0,-7-2 0 15,2 0 0-15,2 1 0 0,0-1 0 16,-3 1 0-16,12-1 0 0,-10 0 0 0,2 0 0 16,-4 0 0-16,0 3 0 0,-11-1 0 0,16 0 0 0,-6 0 0 15,3-1 0-15,3 4 0 0,-1-2 0 16,-9-1 0-16,17 2 0 0,-6-3 0 0,-1 2 0 16,5-2 0-16,2-1 0 0,1 2 0 0,3-2 0 15,-6 0 0-15,2 0 0 0,-3 0 0 16,2 0 0-16,-14 0 0 0,14 0 0 15,-7 0 0-15,-2 1 0 0,-4 2 0 0,-11-3 0 16,5 1 0-16,-2 1 0 0,-6 1 0 16,5-1 0-16,-2 2 0 0,1-1 0 0,-1-1 0 15,2 1 0-15,1 1 0 0,0-2 0 0,-2 2 0 16,-10-2 0-16,9-1 0 0,-5 4 0 0,-3-4 0 16,-1 1 0-16,-1 0 0 0,-3 0 0 0,9-2 0 15,-11 2 0-15,12 0 0 0,-7-2 0 0,-5 0 0 0,7 0 0 16,-4 0 0-16,-3 0 0 0,-5 0 0 15,4 0 0-15,-4 1 0 0,-12-1 0 0,3 3 0 16,-2-2 0-16,-3 1 0 16,-11-2 0-16,0 2 0 0,2-2 0 0,-5 0 0 0,2 0 0 15,-4 0 0-15,-11 0 0 0,-14 0 0 16,-5 0 0-16,-13 0-167 0,-9 0-25 0</inkml:trace>
  <inkml:trace contextRef="#ctx0" brushRef="#br0" timeOffset="46543.63">22287 7218 2069 0,'-3'-14'0'0,"0"0"0"0,3 3 0 0,-2-1 0 0,2 1 0 0,0 4 0 0,0 1 0 0,0 3 0 0,0 1 0 0,0 2 0 0,0 0 178 0,2 8-60 0,6 13 281 16,-2 7-181-16,1 10-90 0,0 4-45 16,0 9 0-16,0 3-35 0,-2 4 322 15,3 10-166-15,0 0-171 0,-3-1-33 0,1 5 0 16,-1-8 0-16,-1 13 0 0,-2-10 0 0,0-3 0 15,-1-11 0-15,1 3 0 16,-2-11 0-16,0 9 0 0,0-11 0 0,0-7 0 0,-3 0 0 0,-3-6 0 16,-1-8 0-16,-2 1 0 0,-5-8 0 15,3-4 0-15,-4-1 0 16,-2-7 0-16,0-3 0 0,-1 0 0 0,-7 0 0 0,1-7 0 16,-1-8 0-16,0-4 0 0,0-8 0 0,-3-2 0 0,1-3 0 0,8 4 0 15,-1-2 0-15,4 9 0 0,2 2 0 16,0 2 0-16,7 10 0 0,0-3 0 15,2 6 0-15,1 3 0 0,3 1 0 0,-3 0 0 16,0 13 0-16,-1 11 0 0,1 7 0 16,-3 1 0-16,-1 8 0 0,-1 2 0 0,1 0 0 15,-2-3 0-15,3-5 0 0,0 1 0 0,-1-1 0 16,-2-2 0-16,3-4 0 0,2-7 0 16,-3-2 0-16,3 2 0 0,0-8 0 0,2-4 0 0,-1 0 0 15,2-3-428-15,0-1 193 0,1 2-423 16,1-4 314-16,0-1 153 0</inkml:trace>
  <inkml:trace contextRef="#ctx0" brushRef="#br0" timeOffset="47520.21">22976 7865 934 0,'-1'0'0'0,"1"0"0"0,-2 2 0 16,0-2 0-16,0 2 0 0,2-2 0 0,-2 0 0 0,2 0 0 0,0 0 0 0,0 0 0 0,0 0 67 0,0 0-29 0,0 0 165 15,0 0-83-15,-1 0-31 0,1 0 127 0,0 0-89 16,0-2-45-16,-2-6 0 0,2 1 83 0,0-3-54 16,0-1-42-16,0 0 40 0,0-2-36 0,0-2 0 0,0 0 5 15,0-1-31-15,0 0-10 0,0-3 0 16,0 0 1-16,-2 0 25 0,0 1 0 0,-1 0-43 16,-2-2 18-16,-1 3-1 0,-1 2 1 0,-2 1-1 15,-1 4 46-15,-1 2 9 0,-3 2-54 0,0 2 92 16,-4 3-47-16,2 1 1 0,-7 1-47 0,5 11 89 15,-8 4-49 1,3 5 0-16,0 4-64 0,-3 10-13 0,4-3 0 0,3 1 0 16,-4 12 0-16,5-3 0 0,0 2 0 0,2 2 0 0,6-5 0 15,-1 7 0-15,5-4 0 16,3-9 0-16,3 3 0 0,0-3 0 0,0-2 0 16,5-4 0-16,8-6 0 0,3-2 0 0,-2-6 0 0,5-4 0 15,1-6 0-15,7-3 0 0,-5-2 0 0,3-2 0 16,0-11 0-16,0-7 0 0,-2-5 0 0,2-3 0 15,-4-4 0-15,-1-1 0 0,2-6 0 16,-4 2 0-16,-4 3 0 16,2-9 0-16,-7 10 0 0,0-3 0 0,-4 6 0 0,-3 9 0 0,1 4 0 15,-3 0 0-15,0 8 0 0,0-1 0 16,0 8 0-16,-6 1 0 0,-2 1 0 0,1 7 0 16,-2 10 0-16,1 8 0 0,2-1 0 0,4 5 0 15,1 2 0-15,1 1 0 0,0-2 0 0,0 0 0 16,7 0 0-16,3-2 0 0,1-5 0 15,2 6 0-15,-1-12 0 0,0 2 0 0,2-2 0 16,-3-2 0-16,-4-5 0 16,5-1 0-16,-3-2 0 0,-2-3 0 0,1-2 0 0,-3-2 0 0,3 0-418 15,-2 0 57-15,3 0 162 0,-2-3 81 16,1-11 40-16,0-1-606 0,1-5 314 0,1-9 172 16,1-8-436-16,-6-2 298 0</inkml:trace>
  <inkml:trace contextRef="#ctx0" brushRef="#br0" timeOffset="47805.01">23151 7502 2175 0,'0'-27'0'0,"0"6"0"0,0 2 0 16,2 0 0-16,0 4 0 0,4 2 0 0,3 2 0 0,2 2 0 0,6 2 0 0,2 2 0 0,6 3 65 0,-2 2 0 0,2 0 230 0,-2 0-129 0,-4 10-55 16,1 1 20-16,-5 4-48 0,-2 2 1 0,-6 1-91 0,-5 3 10 0,-2 4 34 15,0-1 1-15,-14-2 45 16,-4-1 0-16,-3-1-45 0,0-4 222 0,-8-1-117 0,5-4-65 15,4-4-78-15,-1-1 0 16,3-4 0-16,6 0 0 0,2-2 0 0,2 0 0 0,5 0 0 16,-1 0 0-16,4 0 0 0,0 0 0 15,2 0 0-15,13-2 0 0,3-2 0 0,5-1 0 16,0 1 0-16,0 2 0 0,-1-2 0 16,2 3 0-16,1-1 0 0,-2 2 0 0,-1 0 0 0,0 0 0 15,-2 0 0-15,0 0 0 0,1 2-450 16,-2 3 64-16,-1-1-511 0,1 1 420 0,-1 1 224 0,0 1-434 15</inkml:trace>
  <inkml:trace contextRef="#ctx0" brushRef="#br0" timeOffset="48068.27">23730 7461 2839 0,'0'-11'0'0,"-4"3"0"15,-6-2 0-15,0 3 0 0,-4 3 0 0,1 3 0 0,-2 1 0 0,-2 0 0 0,0 5 0 0,-3 10 0 0,1 8 117 0,-2 5-40 16,-1 8 487-16,3-2-253 0,-2 14-288 0,4 1-23 0,2 4 0 16,4-1 0-16,2 4 0 0,4-4 0 0,5 1 0 15,0-5 0-15,0-3 0 0,8-2 0 16,5-4 0-16,3-5 0 0,2 1 0 0,5-5 0 16,-1-3 0-16,3-3 0 0,1-8 0 0,-5-5 0 15,7-2 0-15,-7-7-15 0,2-2-400 0,-2 0 188 16,0-3 95-16,-2-7 38 0,-2-3-650 0,-3-2 353 15,0-2-373 1,1-4 364-16,-5 1 171 0</inkml:trace>
  <inkml:trace contextRef="#ctx0" brushRef="#br0" timeOffset="48295.41">23899 7529 3525 0,'-11'-14'0'0,"3"5"0"0,0 2 0 0,1-1 0 0,1 3 0 0,3 4 0 0,1-1 0 0,-1 2 0 0,3 3 0 0,0 19 0 0,0 4 122 0,0 12-46 0,0 3 132 0,0 4-208 16,3 4 0-16,-3 2 0 0,0-1 0 0,0-1 0 15,2 0 0-15,-2-1 0 0,0-1 0 0,2-6 0 0,-1-6 0 16,-1 3 0-16,2-5 0 0,0-5 0 16,0-6 0-16,0-6 0 0,0-5 0 15,3-1-571-15,1-5 14 0,4-5 259 0,-1 0 130 16,2-7-617-16,1-12 364 0,-2-7 196 0</inkml:trace>
  <inkml:trace contextRef="#ctx0" brushRef="#br0" timeOffset="48468.03">23966 7833 3158 0,'-9'-12'0'0,"2"5"0"0,-2 0 0 0,2 1 0 0,2 0 0 0,0 3 0 0,5-1 0 0,0 0 0 0,3 0 0 0,16 2 0 0,1 1 436 15,7-1-190-15,1 1-155 0,6 1-91 0,-1 0 0 0,5 0 0 0,-2 0 0 16,1 0 0-1,-3 0-12-15,-2 0-87 0,-4 3 68 0,-1 0 34 0,-7 0-686 0,-1 0 370 16,-8-1 97-16,1 0 115 0,-5-2-724 16,-3 0 395-16,-3 0-201 0</inkml:trace>
  <inkml:trace contextRef="#ctx0" brushRef="#br0" timeOffset="48659.73">24271 7493 2941 0,'-15'-15'0'0,"3"5"0"0,-2 3 0 0,2 2 0 16,1 1 0-16,0 2 0 0,1 2 0 0,4 0 0 0,-1 7 0 0,5 11 0 0,0 3 109 0,1 8-35 0,-1 3 438 0,0 9-237 16,-3 2-255-16,2-2-20 0,-1 12 0 0,-1-5 0 15,1-2 0-15,-2 1 0 0,1 1 0 16,-1-10 0-16,-2 9-141 0,4-11 40 0,-1 4 69 0,3-5 35 16,1-5-740-16,1-5 306 15,0-1 211-15,0-5-545 0,0-4 364 0,7-2 182 0</inkml:trace>
  <inkml:trace contextRef="#ctx0" brushRef="#br0" timeOffset="49264.38">24672 7863 1725 0,'0'-19'-1'0,"0"2"0"0,0 0 0 0,-1-1 0 0,-5 1 1 0,1 3 0 0,-4 1 0 0,0 0 0 0,2 4 0 0,0 2 0 0,-2 1 366 16,0 2-169-16,0 2-80 0,-3-1 243 16,2 3-161-16,-3 0-81 0,-1 10-31 0,0 8-10 0,-2 3 91 15,3 1-66-15,0 6-32 0,0 4 221 0,2 0-233 0,1 3-58 16,4 1 0-16,3 0 0 0,3-3 0 16,0 2 0-16,0-3 0 0,2-5 0 0,7-1 0 0,4-3 0 15,0-5 0 1,4-2 0-16,0-5 0 0,4-3 0 0,0-4 0 0,-1-4 0 15,4 0 0-15,-4-8 0 0,4-10 0 0,-6-2-14 16,2 2-316-16,-2-5 146 0,-3 0 74 0,-2 1 34 16,3-6 10-16,-6 3 29 0,0-1 0 15,-4 7 0-15,-1-1-1 0,-3 6 149 0,0 0-70 0,-2 2-39 16,0 3 397-16,0 3-192 16,-5 5-38-16,-4-1-169 0,-4 2 0 0,3 0 0 15,-2 15 0-15,3 2 0 0,0 3 0 0,1 3 0 0,6 4 0 0,0-1 0 16,2 1 0-1,0 0 0-15,2-9 0 0,6 5 0 0,3-3 0 0,1-3 0 16,4-2 0-16,-1-5 0 0,2-4 0 16,2-4 0-16,-3-2 0 0,2 0 0 0,-2-2 0 0,1-7 0 15,-2-7 0-15,1 1 0 0,-4-2 0 16,2-1 0-16,-5-3 0 0,2-3 0 0,-1-1 0 0,-4 1 0 16,-3-7 0-16,1 1 0 0,-2 2 0 15,-2 2 0-15,0 5 0 0,-4 1 0 16,-7 4 0-16,-3 2 0 0,-1 3 0 0,-3 3 0 0,1 6 0 15,-2 0 0 1,2 2 0-16,0 0 0 0,2 0 0 0,2 8 0 0,-1 1 0 16,5 4 0-16,0 1 0 0,4 1 0 0,3-2-130 15,2 2-16-15,0-2-622 0,0-1 356 0,4-1 192 0,7 0-221 16,6-4 202-16,-2-2 101 16,11-3 51-16,-5-2 15 0,5 0 10 0</inkml:trace>
  <inkml:trace contextRef="#ctx0" brushRef="#br0" timeOffset="49537.38">25217 7836 2883 0,'13'-11'0'0,"-7"2"0"0,0 0 0 0,-4 0 0 0,-2 1 0 0,0 1 0 0,-10 1 0 0,-4 3 0 0,0-2 0 0,-2 4 0 0,1-2 390 0,-1 3-181 16,2 0-86-16,2 0-43 0,1 9 166 0,5 0-246 0,2 1 0 0,2 4 0 16,2 3 0-1,0 1 0-15,6 5 0 0,5-3 0 0,0-1 0 0,6 6 0 0,-2-4 0 16,1 1 0-1,-4-1 0-15,0-3 0 0,-3 1 0 0,-2 0 0 0,-3 0 0 16,-2-1 0-16,-2 0 0 0,0 0 0 16,-9-1 0-16,-4-4 0 0,-4 0 0 0,-4-3 0 0,1-1 0 15,-1-3 0-15,0-3 0 0,1 2 0 0,1-5 0 16,2 0 0-16,4 0 0 0,2 0-265 16,1 0 46-16,4-6 89 0,4-3-593 0,2-6 343 0,2-3 172 15,14-3 85 1,4-1-623-16,4-3 359 0</inkml:trace>
  <inkml:trace contextRef="#ctx0" brushRef="#br0" timeOffset="49893.86">25400 7842 3114 0,'14'-11'0'0,"-6"4"0"0,3-1 0 0,-5 2 0 16,-5 3 0-16,1 0 0 0,-2 2 0 0,0 1 0 0,0 0 0 0,-10 4 0 0,-6 13 356 0,5 1-151 0,-4 9 51 0,7-1-256 0,1 3 0 0,5-2 0 15,2 3 0-15,0-5 0 0,0 7 0 16,11-8 0-16,3-1 0 0,4-4 0 15,3-3 0-15,0-7 0 0,4-2 0 0,0-4 0 0,2-3 0 16,-3 0 0-16,0-6 0 0,-3-7 0 16,5-6 0-16,-5 0 0 0,-2 1 0 15,-4-7 0-15,-2 5 0 0,2-13 0 0,-6 4 0 0,-1-4-28 16,-8-6-63-16,4-4 26 0,-4 4-8 0,0-10-17 16,-12 6 27-16,-2 4-1 0,-5 10 182 15,-6-1-77-15,-2 8-48 0,-3 5 9 0,-1 5-39 0,-3 6 394 16,0 3-357-1,0 3 0-15,10 0 0 0,2 0 0 0,6 5 0 0,7 3 0 0,2 7 0 16,4 0 0-16,3 0 0 16,3 2 0-16,13 4 0 0,4-3 0 0,4 0 0 0,2-4 0 0,2 1 0 15,0-1 0-15,-1-3 0 0,3-2 0 0,-4-1-140 16,1-1-7-16,-7-2 13 0,2-2-809 16,-1 0 453-16,-2-3 226 15</inkml:trace>
  <inkml:trace contextRef="#ctx0" brushRef="#br0" timeOffset="50144.34">25963 7532 3262 0,'-2'-7'0'0,"-2"2"0"0,3-1 0 0,-1 2 0 0,2 2 0 0,0 0 0 0,0 2 0 0,11 0 0 0,4 8 0 0,3 9 0 0,3 3 235 0,4 10 199 0,-3 2-434 15,0 4 0-15,-2-3 0 0,4 14 0 16,-5-2 0-16,-2-3 0 0,-3 1 0 0,-2 2 0 0,-6-6 0 15,-3 8 0-15,-3-4 0 0,0 1 0 0,-3-2 0 16,-15 0 0-16,2-4 0 16,-9 2 0-16,-3-5 0 0,-2-3 0 0,-2-1 0 0,-1-3 0 0,1-8 0 15,-4 1 0 1,0-6 0-16,6-4 0 0,8-4-93 0,-3-3-278 0,6-4 159 0,4 0 87 0,2-4-801 16,9-14 445-16,2-10 223 15</inkml:trace>
  <inkml:trace contextRef="#ctx0" brushRef="#br0" timeOffset="50504.63">26260 7279 3232 0,'6'-32'-2'0,"3"7"1"0,4 7 0 0,2-4 0 0,2-1 1 0,-2 4 0 15,2 4 0-15,-1 1 0 0,7 5 0 0,-2 3 0 0,1 5 332 0,3 1-152 0,-3 0-71 0,-1 6-37 0,-2 9-61 16,2 2-11-16,-9 3 0 0,3 6 0 0,-5 1 0 16,-6 1 0-16,-4 1 0 0,0-1 0 0,-8 3 0 15,-11-2 0-15,-1-3 0 0,-3 0 0 0,-4-5 0 16,2-7 0-16,2-4 0 0,3-1 0 0,0-3 0 16,4-4 0-16,4 0 0 0,1-2 0 15,6 0 0-15,0 0 0 0,4 0 0 0,-1 0 0 16,2 0 0-16,0 0 0 0,10 0 0 0,6 0 0 15,8 0 0-15,1 0 0 0,4 0 0 16,1 0 0-16,3 0 0 0,3 0 0 0,-1 0 0 0,3 0 0 16,-4 1 0-16,-2 2 0 0,-4-3 0 15,2 0 0-15,-10 0 0 0,3 0 0 0,-6 0 0 16,-5 0 0-16,-3 0 0 0,-5 0 0 0,1 1-1460 16</inkml:trace>
  <inkml:trace contextRef="#ctx0" brushRef="#br0" timeOffset="51911.84">26896 7874 3397 0,'-9'0'0'0,"0"0"0"0,1 0 0 16,2 0 0-16,3-2 0 0,1 1 0 0,2 1 0 0,0-2 0 0,0 0 0 0,5-4 0 0,20 2 430 0,3 1-326 0,11-1-104 0,5 0 0 16,-3 2 0-16,14 0 0 0,-1 0 0 0,0 2 0 15,-1 0 0-15,0 0 0 0,-9 0 0 0,11 6 0 16,-7-3 0-16,-11 0 0 0,1 1 0 0,-1-3 0 0,-9 1 0 16,-3 0 0-16,-2-2 0 15,-6 2 0-15,-5-2 0 0,-4 0-431 0,-3 0-152 16,-1 0 279-16,-4 0 133 0</inkml:trace>
  <inkml:trace contextRef="#ctx0" brushRef="#br0" timeOffset="52077.9">27466 7485 3931 0,'-12'-5'0'0,"3"3"0"0,3 2 0 0,1 2 0 0,1 11 0 0,2 9 0 0,2 14 0 0,0 8 0 0,0 6 0 0,2 14 0 0,-2-4 0 0,0 21 0 16,0-6 0-16,0 1 0 0,-8-2 0 15,0 1 0-15,5-9 0 0,-2 13 0 0,3-9 0 16,-2-4 0-16,-1-5-200 0,-1 1 85 0</inkml:trace>
  <inkml:trace contextRef="#ctx0" brushRef="#br0" timeOffset="57630.99">28369 7395 2767 0,'-2'-1'2'0,"-2"-2"-1"15,1 2 1-15,-4 1-1 0,-1 0 2 0,-2 4 0 0,-3 14-1 0,-2 8 1 0,-2 8-1 0,2 2 0 0,2 7 138 0,3 6-42 0,1 3 197 0,4-1-129 16,5 2-65-16,0-1 216 0,0-3-291 15,1-10-26-15,10 11 0 0,2-11 0 0,1-7 0 0,2 2 0 16,3-4 0-16,-1-2 0 0,-1-4 0 16,5-1 0-16,-3-4 0 0,-3-4 0 0,2-4 0 15,0-2 0-15,-3-3 0 0,3-2-199 16,-6-4 48-16,3 0-736 0,1 0 416 0,-2-4 222 16,3-13 105-16</inkml:trace>
  <inkml:trace contextRef="#ctx0" brushRef="#br0" timeOffset="57810.48">28548 7795 3554 0,'-8'0'0'0,"3"0"0"0,0 0 0 0,3 0 0 0,-1 0 0 0,3 0 0 0,0 0 0 0,7 0 0 0,14 0 0 0,2 3 0 0,4-2 224 0,1 3-84 0,4 0-127 16,1-1-13-16,-3 3 0 0,2-3 0 0,0-2 0 15,1-1 0-15,-3 0 0 0,0 0 0 0,-2 0-23 16,-6 0-286-16,2 0 173 0,-3 1 95 0,1-1-1011 15,-5 3 507-15,-3-3 254 0</inkml:trace>
  <inkml:trace contextRef="#ctx0" brushRef="#br0" timeOffset="58295.78">29446 7739 2118 0,'3'0'0'0,"-1"-6"0"0,0-5 0 15,4-4 0-15,-4 2 0 0,3-4 0 0,-2 0 0 0,1-2 0 0,-2 2 0 0,2 0 0 0,-2 1 94 0,-2 1-33 0,0 0 28 0,0 1-27 16,-5 3 1-16,-3 2 16 0,-4 2-9 0,-3 1-33 16,-3 3 0-16,-3 3 111 0,-2 0-55 0,2 10-19 15,-7 7-9-15,6 3 139 0,0 5-83 0,2 1-42 16,3 3 150-16,4 3-87 0,3 0-76 0,3-1-66 15,4 1 0-15,3-2 0 0,0-1 0 0,0-4 0 16,0-3 0-16,3-1 0 0,9-5 0 0,1-3 0 16,-1-2 0-16,4-5 0 0,1-2 0 0,1-4 0 15,1 0 0-15,4-4 0 0,0-9 0 16,-4-6 0-16,5-2 0 0,-3 1 0 16,-4-3 0-16,1 0-188 0,-3-1 36 0,-5 7 5 15,-2-2 59-15,-3 8 26 0,-3 1-1 0,-2 0 99 16,0 4-36-16,0 3-10 0,0 1 370 0,0 2-198 15,-10 0-100-15,2 5-50 0,-2 8 66 16,2 3-78-16,2 1 0 0,1 1 0 0,3 3 0 0,1-1 0 16,1 2 0-16,0-2 0 0,0-3 0 15,5 1 0-15,4-1 0 0,2-3 0 0,2-3 0 0,4-3 0 16,0 0 0-16,2-2 0 16,2-2-9-16,5-2-132 0,-1-2-628 0,3 0 356 15,-3 0 193-15,5-4-432 0,0-8 308 0,0-4 153 16,0-5 77-16,-1-4-353 0,4-6 219 0</inkml:trace>
  <inkml:trace contextRef="#ctx0" brushRef="#br0" timeOffset="58557.99">30052 7598 2356 0,'9'-28'0'0,"-3"7"0"0,-5 1 0 0,-1 2 0 16,0 6 0-16,0 3 0 0,-11 1 0 0,-1 4 0 0,-4 2 0 0,-4 2 0 0,3 0 168 0,-8 2-65 0,1 10 392 0,3 2-228 0,2-1-107 15,4 2-65-15,1 2 123 0,7 0-149 0,2 3-69 16,5-2 0-16,0 0 0 0,0 1 0 0,4 2 0 15,11-1 0-15,6-3 0 0,-2-2 0 0,4 4 0 16,-3-4 0-16,1-2 0 0,-5 3 0 0,0-1 0 16,-6 0 0-16,-3-1 0 0,-5 1 0 0,-2 1 0 15,0 1 0-15,-9 0 0 16,-9-1 0-16,-6 2 0 0,-5-6 0 0,-1-1 0 16,0 0 0-16,0-3 0 0,7-4 0 0,-4 0 0 15,2-2 0-15,8 0 0 0,4-2 0 0,3 0-30 16,3 0-335-16,5-2 168 0,2-12-682 0,2-4 420 15,23-7 212-15,3-1 104 0</inkml:trace>
  <inkml:trace contextRef="#ctx0" brushRef="#br0" timeOffset="58738.44">30159 7685 2672 0,'17'-4'0'0,"-6"2"0"0,2 2 0 0,-4 0 0 0,-4 0 0 0,2 6 0 0,-4 5 0 0,-1 4 0 0,1 3 0 0,-3 7 0 0,0 1 662 0,-3 1-312 0,-4-1-157 16,0-2-139-16,-3 4-54 0,2-7 0 0,3 2 0 15,-2-5 0-15,4-3 0 0,1-5 0 0,2-3-22 16,0-3-693-16,-1-2 377 0,1-1 187 0,0-1 84 16,0-1-615-16,1-16 327 15,4-8 159-15,4-1 80 0,-1-6-173 0,2-9 126 0,0 4 54 0</inkml:trace>
  <inkml:trace contextRef="#ctx0" brushRef="#br0" timeOffset="58900.78">30374 7375 1620 0,'11'-19'0'0,"-4"6"0"0,2 3 0 0,-3 3 0 0,-4 3 0 0,4 2 0 0,-4 2 0 0,1 0 0 0,-1 4 0 16,0 8 0-16,-1 8 104 0,-1 3-34 0,0-1 213 0,0 8-128 0,0 0-59 0,-8 2-84 0,0 0 25 15,0 0 0-15,1 0 9 0,0-2-265 16,-3 0 128-16,5-2 64 0,0-3-178 16,0-5 121-16,0 0 70 0,3-4-56 0,2-6-490 15,0-1 244-15,0-8 139 0</inkml:trace>
  <inkml:trace contextRef="#ctx0" brushRef="#br0" timeOffset="59523.84">30499 7686 1662 0,'3'2'0'0,"-1"4"0"0,1 2 0 0,-3-3 0 0,0-1 0 0,2 2 0 15,-1 1 0-15,1 1 0 0,1-1 0 0,4 5 0 0,0-2 207 0,-2 3-85 0,3-1 123 0,-3 3-104 0,0 3-43 16,0-2-35-16,-3 1-2 0,0 0 0 0,-1-2-24 15,1-3 0-15,-2 0-70 16,3-3 31-16,-2-1-1 0,-1-2-155 0,2-2 97 0,0-1 49 0,1-1 34 16,2-2-263-16,0 0 126 0,4 0 13 15,1 0-64-15,1-2 49 0,1-4 36 0,3-2 10 0,-3-1 27 16,4-2 7-16,-4 2 0 16,1-2 0-16,-3 1 21 0,-1-1 8 0,2 2-29 15,-4-3 97-15,-2 1-48 0,0 1-10 0,-1 1-8 16,-1 1 185-16,3 2-96 0,-4-2-31 0,-1 2 251 15,1 2-130-15,0 1-71 0,-2 1-17 16,0 1 209-16,0-2-128 0,0 3-64 0,2 0-33 0,-2 0 56 16,0 0-48-16,1 0-1 15,1 0 2-15,0 0-1 0,-1 0-40 0,1 0 9 16,1 0 32-16,-1-2-1 0,-2 2-40 0,0 0-40 16,0 0 8-16,0 0 32 0,0 0 0 0,0 0-137 15,0 0 69-15,0 0 28 0,0 0 10 0,0 0-187 16,0 0 96-16,0 0 29 0,0 0-38 0,0 0 25 15,0 0 26-15,0 0-16 0,0 0-42 0,0 0 17 16,0 0 26-16,0 0 51 0,2 0-10 16,-2 0-25-16,0 0 4 0,0 0 99 0,0 0-46 0,0 0-18 15,0 0-7-15,0 0 46 0,0 0-28 16,0 0 19-16,0 0-108 0,0 0 41 16,0 0-4-16,0 0 47 0,0 0-384 0,0 0 165 15,0 0 90-15,0 2-197 0,0 1 133 0,0-3 81 16,4 1 35-16,-4-1-47 0,0 0 41 0,0 0 0 15,0 0 33-15,0 0 118 0,0 0-55 0,0 0-26 16,0 0 231-16,0 0-129 0,0 0-74 0,0 0-24 16,0 0 117-16,0 0-17 0,0-1-55 0,-4-2 49 15,4 3 146-15,0-2-70 16,0 2-65-16,0 0-117 0,0 0 27 0,0 0 0 16,0 0 36-16,-2 0-369 0,-3 0 177 0,-2 5 69 15</inkml:trace>
  <inkml:trace contextRef="#ctx0" brushRef="#br0" timeOffset="59979.73">30497 7759 2112 0,'0'-5'0'0,"0"-1"0"0,0 3 0 0,2 0 0 0,-2-1 0 0,0 1 0 0,0 1 0 0,0 1 0 0,0 1 0 0,0 0 0 0,3 0 102 16,2 0 279-16,0 7-172 0,0 7-86 0,0 1 147 0,2 3-121 0,-4 6-56 16,2 1-28-16,-2-1 289 15,-1 2-281-15,0-3-73 0,-2 7 0 0,0-4 0 16,0-5 0-16,0 1 0 0,0-3 0 0,0-6 0 16,0 1 0-16,0-5 0 0,0-3 0 0,0-3 0 15,0-3 0-15,0 0 0 0,0 0 0 0,0 0 0 16,0-3 0-16,0-11 0 0,1-2 0 0,4-5 0 15,2-6 0-15,4 1 0 0,-2-2 0 0,5 1-49 16,-2 2 40-16,-3 6-32 0,5-2 14 0,0 2-4 16,-2 4 168-16,-1 4-117 0,1 4-20 15,-3 3 0-15,2 0 0 0,-2 3 0 0,-3 1 0 0,3 0 0 16,0 9 0-16,-2 3 0 16,-2 5 0-16,0 4 0 0,-3 4 0 0,0-3 0 15,2 3 0-15,-2-4 0 0,0 1 0 0,-1-2 0 16,1 1 0-16,0-6 0 0,1-1 0 0,2-2 0 15,2-2 0-15,-1-2 0 0,1-1 0 0,3-1 0 16,-3-1-118-16,4-3-50 0,0 0-263 0,0-2 197 16,4 0 98-16,-1 0 50 0,2-2-610 15,1-8 320-15,3-8 174 0</inkml:trace>
  <inkml:trace contextRef="#ctx0" brushRef="#br0" timeOffset="60361.04">31057 7765 2545 0,'0'-9'0'16,"0"4"0"-16,0-1 0 0,-2 0 0 0,-1 2 0 0,-2 2 0 0,0 1 0 0,1 1 0 0,-1 0 0 0,-3 1 0 0,5 12 326 0,0 4-145 0,-1 6-71 15,4 1 394-15,-2 1-239 0,2 7-265 0,0-3 0 0,0 2 0 16,0-1 0-16,2-4 0 0,7-3 0 0,5 3 0 16,-2-9 0-16,3 1 0 0,2-6 0 0,3-3 0 15,-5-3 0-15,5-6 0 0,1 0 0 0,-2 0 0 16,2-2 0-16,-3-11 0 0,1 1 0 0,-1-8 0 15,-1-1 0-15,-2-1 0 0,-1-7 0 16,-2 0-69-16,-1-8-67 0,-1-5 54 0,-4-1 0 0,-1-4 45 16,-2-4-125-16,-3 2 63 15,0 5 22-15,-3-3-43 0,-12 12 42 0,-2 5 0 16,-6 5 41-16,-5 7 192 0,-4 7-105 0,2 5-39 16,-6 4-24-16,4 2 336 0,0 2-174 0,6 12-58 15,4-4 200-15,5 7-291 0,3 2 0 0,5 1 0 16,4 1 0-16,5 6 0 0,0-7 0 0,0 6 0 15,7-1 0-15,6 0 0 0,5-6 0 0,2 3 0 16,-3-6 0-16,10 1 0 0,-1-5 0 16,3-3 0-16,1-3 0 0,1-2 0 0,1-4-978 0,3 0 449 15,-3 0 246-15,-2 0 123 0</inkml:trace>
  <inkml:trace contextRef="#ctx0" brushRef="#br0" timeOffset="60600.58">31588 7454 2421 0,'5'-18'0'0,"0"9"0"0,4 2 0 0,-2-1 0 0,-1 3 0 0,0 2 0 0,3 2 0 0,-1 1 0 15,9 0 0-15,-1 17 0 0,3 3 829 0,-1 8-386 0,4 10-208 0,-2-1-232 0,-2 3-3 16,-3 4 0-16,0-3 0 0,-3 10 0 0,-4-7 0 16,0 0 0-16,-6-2 0 0,-1-7 0 0,-1 2 0 15,-1 0 0-15,-14-2 0 0,0-4 0 0,-7-1 0 16,-1-3 0-16,-2-5 0 0,-5-3 0 15,-1-2 0-15,-1-4 0 0,-5-2 0 0,2-3 0 16,-3-3 0-16,4-5 0 0,1 0-149 0,3 0-27 16,3-5 72-16,4-12-753 0,5-5 401 0,8-7 214 15</inkml:trace>
  <inkml:trace contextRef="#ctx0" brushRef="#br0" timeOffset="60880.34">31816 7332 2843 0,'9'-15'0'0,"4"11"0"0,4 2 0 0,4-1 0 0,-3 2 0 0,1 1 0 0,-1 0 0 0,1 1 0 0,4 11 0 0,-2 0 0 0,1 7 482 15,-3-3-222-15,-3 5-111 0,-4-5-56 0,-4 5 11 16,-6 0-104-16,-2 0 0 0,0 3 0 0,-15-4 0 16,-10 0 0-16,-3-4 0 0,-2-2 0 0,1-3 0 15,0-2 0-15,6-4 0 0,2 0 0 0,6-3 0 16,3-2 0-16,6 0 0 15,2 0 0-15,2 0 0 0,2 0 0 0,0 0 0 16,12 0 0-16,13 0 0 0,5 0 0 0,7 0 0 16,5 0 0-16,2 0 0 0,-5 3 0 0,12 1 0 15,-7 0 0-15,-6-1 0 0,2 3 0 0,-5 2-39 16,0-2-154-16,-5-1-759 0,-2-2 456 0,-5 1 229 16</inkml:trace>
  <inkml:trace contextRef="#ctx0" brushRef="#br0" timeOffset="61671">32934 7051 2623 0,'0'-3'0'0,"0"3"0"0,0 0 0 0,0 0 0 0,0 4 0 0,-1 9 0 0,-10 7 0 0,1 5 0 0,-6 5 0 0,2 12 0 0,-2 2 685 0,2 4-323 0,1 4-162 0,-2 1-139 16,2 0-61-16,-2 5 0 0,0 5 0 0,3-5 0 16,2 3 0-16,0-11 0 0,2 6 0 0,3-3 0 15,1-4 0-15,1-2 0 0,3-12 0 0,0-2 0 16,0-6 0-16,0-4 0 0,0-10 0 16,0-1 0-16,0-7 0 0,0-3 0 15,0 0 0-15,0-2 0 0,-8 0 0 0,3-8 0 0,-4-5 0 16,-1-3 0-16,-6-5 0 0,2-2 0 15,-2-3 0-15,-3 0 0 0,1-3 0 0,-3 4 0 16,-1 2 0-16,-2 3 0 0,-2 4 0 0,-1 7 0 16,1 4 0-16,5 2-46 0,-7 3 92 0,3 0-46 15,0 8 0-15,1 7 0 0,0 2 0 0,9 1 0 16,-3 9 0-16,8-3 0 0,1 2 0 0,6 2 0 16,3-1 0-16,0-6 0 0,5 9 0 0,10-6 0 15,7-6 0-15,1 0 0 0,7-8 0 0,3-2 0 16,2-7 0-16,9-1 0 15,-3 0 0-15,-1-3 0 0,0-8 0 0,10-8 0 16,-6 1 0-16,0-3 0 0,-2-5 0 0,-1-3 0 16,-6-3 0-16,4-5 0 0,-4-7 0 0,5-3 0 15,-4-3-56-15,-7 10-87 0,-6 5 43 0,-1-1 36 16,-12 15-55-16,-2-3 41 0,-5 9-1 0,-3 4 41 16,0 3 386-16,0 5-188 0,-14 3-99 0,-2 1 47 15,-3 16-108-15,1 4 0 0,4 6 0 16,-2 4 0-16,2 9 0 0,4-3 0 15,5-3 0-15,2 6 0 0,3-2 0 0,0-1 0 16,4-4 0-16,12 0 0 0,3-6 0 0,2-2 0 16,-1-5 0-16,8-2 0 0,0-7 0 0,2-4 0 15,0-3 0-15,0-4 0 0,2 0 0 0,-4 0 0 16,0-10 0-16,-4-2 0 0,-3-6 0 0,-1-4 0 16,-6-4 0-16,-6-3 0 0,0-7 0 0,-6-4 0 15,-2-3 0-15,0-4 0 0,-10-2 0 0,-7 0 0 16,-6 2 0-16,-5 3 0 15,-2 7-207-15,3 13 53 0,-3 1 48 0,3 8 153 16,6 8-42-16,-2 3 0 0,3 3 348 0,8 1-296 16,5 0-57-16,0 16 0 0,1 1 0 0,6 7 0 15,0 2 0-15,3 2 0 0,11 1 0 0,5-1 0 16,0 0 0-16,4-2 0 0,4-1 0 16,-1-3 0-16,3-3 0 0,-1-4 0 15,-1-2 0-15,3-1 0 0,-2-5 0 0,2 1 0 16,-3-4 0-16,4-1 0 0,-6 0-142 0,-3 2-387 0</inkml:trace>
  <inkml:trace contextRef="#ctx0" brushRef="#br0" timeOffset="65542.52">2713 9878 2582 0,'-17'-2'0'0,"4"-1"0"0,-4-2 0 0,4 2 0 0,6-1 0 0,-1 3 0 0,4-2 0 0,2 2 0 0,2-1 0 0,0-2 0 0,9-2 113 0,11-1-43 0,5-1 1 0,4 3 58 16,1-3-45-16,1 4-1 0,-4 3-34 16,8 1 38-16,-7 0-24 0,-1 0 0 15,-2 5-79-15,-3 8 27 0,-4 2 10 0,-2 6-60 16,-7-1 38-16,-3 7 0 0,-4-1 40 0,-2 3-28 15,0 0-6-15,-12 0 30 0,-4-1-39 0,-3-3 94 16,-2-2-26-16,-2-4-42 0,4-4-19 0,-3-2 251 16,1-3-211-16,6 1-43 0,5-6 0 0,-2 0 0 15,9-3 0-15,-1-1 0 0,3-1 0 0,1 4 0 16,1 3 0-16,9 1 0 0,12 3 0 0,3 2 0 16,-1 2 0-16,6 2 0 15,-2 1 0-15,2 3 0 0,-4 1 0 0,-2 0 0 16,-4 2 0-16,-2 1 0 0,-8 1 0 0,0-1 0 15,-9-3 0-15,-1 3 0 0,0 1 0 0,-12-2 0 16,-7-1 0-16,-3-3 0 0,-8-3 0 0,-3-2 0 16,-2-3 0-16,0-1 0 0,0-3 0 0,-1-3 0 0,-1-4 0 15,4-1 0-15,1 0 0 0,4 0 0 0,4 0 0 16,4-1 0-16,-1-4 0 16,7-5 0-16,4 1 0 0,4-5 0 0,6-3 0 15,0-5-225-15,16-5-294 0,12-4 240 0,4-2 120 16,5-1-811-16,13-7 466 0</inkml:trace>
  <inkml:trace contextRef="#ctx0" brushRef="#br0" timeOffset="65818.27">3254 9976 2945 0,'5'-6'0'0,"-1"4"0"0,-1 1 0 0,-3 1 0 0,0 0 0 0,0 0 0 0,-5 0 0 0,3 0 0 0,2 5 0 0,0 2 0 0,0 1 369 0,7-1-166 0,5 1 202 16,3-3-396-16,4-1-9 0,2-2 0 15,5-2 0-15,-1 0 0 0,0-5 0 0,-3-9 0 16,-4-2 0-16,-4 0 0 0,2-3 0 0,-7 1 0 16,-4-2 0-16,-1 0 0 0,-4 2 0 0,0 1 0 15,-14 0 0-15,-6 0 0 0,1 4 0 0,-4 3 0 16,-4 3 0-16,4 5 0 0,-4 2 0 0,2 0 0 16,4 0 0-16,2 8 0 15,3 3 0-15,4 0 0 0,-1 4 0 0,8 0 0 16,3 2 0-16,2 4 0 0,0 2 0 0,10-5 0 15,8 4 0-15,2 0 0 0,9-2-151 0,1-1-371 16,11 1 241-16</inkml:trace>
  <inkml:trace contextRef="#ctx0" brushRef="#br0" timeOffset="73786.95">16112 9122 2548 0,'-7'0'0'15,"-3"0"0"-15,2 0 0 0,3 0 0 0,1 0 0 0,0 0 0 0,4 0 0 0,-1 0 0 0,1 0 0 0,0 0 0 0,1 3 124 0,12 3-43 0,1 1 314 0,2-2-179 0,3 1-88 0,2 2-36 16,8-2 99-16,-2-1-76 0,3-3-74 16,0 2-41-16,2-2 0 0,0-2 0 15,-2 0 0-15,-2 0 0 0,-1 0 0 0,-6 0 0 16,1 0 0-16,-2 0 0 0,0 0 0 0,-6 0 0 16,-2 0-143-16,-3 0-138 0,-3 0 150 0,-1 0 3 15,-2 0-354-15,-1 0 222 0,-2 3 110 0,0 11 57 16</inkml:trace>
  <inkml:trace contextRef="#ctx0" brushRef="#br0" timeOffset="73970.39">16161 9548 3784 0,'-14'1'0'0,"5"7"0"0,2-2 0 0,3-3 0 0,3-1 0 16,1 0 0-16,0 2 0 0,5 0 0 0,18-1 0 0,2-1 0 0,15-2 147 0,0 0-147 0,9 0 0 0,-3 0 0 0,2 0 0 15,-4-2 0-15,-1-1 0 0,-5 1 0 0,2 2 0 16,-3 0 0-16,-2 0 0 16,-3 0 0-16,-3 0 0 0,-5 0-816 0,5 7 258 15</inkml:trace>
  <inkml:trace contextRef="#ctx0" brushRef="#br0" timeOffset="75419.77">17888 8840 1577 0,'-1'-4'0'0,"1"2"0"0,0 0 0 0,0 2 0 0,-2 0 0 0,2-2 0 0,0 2 0 15,0 0 0-15,0 0 0 0,3 0 0 0,5 0 319 0,-1 0-141 0,3 0-70 0,1 0-35 0,0 0 196 0,1 0-121 16,1 0-54-16,-2 0-29 0,-2 0 66 0,4 0-47 15,-3 0 92-15,3 0-74 0,0 0-32 16,-3 0 0-16,3 0 45 0,-4 0-39 16,3 0 9-16,0 0-48 0,0 0 80 15,1 0-80-15,0 0-37 0,0 0 0 0,2-2 0 16,2 2 0-16,0-2 0 0,0 1 0 0,2-2 0 16,-1 2 0-16,1-1 0 0,0 2 0 0,-2 0 0 15,2 0 0-15,-1 0 0 0,0 0 0 0,0 0 0 16,-1 0 0-16,2 0 0 0,0 0 0 0,2 0 0 15,1-2 0-15,0 2 0 0,5-2 0 0,-1 0 0 0,0 0 0 16,1 1 0-16,3-2 0 0,0 2 0 0,2-1 0 16,0 0 0-16,0 0 0 15,0 0 0-15,1 2 0 0,-1 0 0 16,0 0 0-16,2 0 0 0,0 0 0 0,-1 0 0 16,3 0 0-16,0 0 0 0,2 0 0 0,4 2 0 15,-1-2 0-15,0 0 0 0,3 0 0 0,4 0 0 0,-2 0 0 16,3 0 0-16,-2 0 0 0,0 0 0 0,1 0 0 15,-7 0 0-15,7 0 0 16,-4 0 0-16,0 0 0 0,0 0 0 0,-3 0 0 0,0 0 0 16,10 0 0-16,0 0 0 15,-3 0 0-15,3 0 0 0,1 0 0 0,1 0 0 0,4 0 0 16,-1 0 0-16,12 0 0 0,-8 0 0 16,-4-2 0-16,17 0 0 0,-9 0 0 0,-2 1 0 15,-9 1 0-15,5 0 0 0,1 0 0 0,6 0 0 16,-6 0 0-16,1 0 0 0,3 0 0 0,3 0 0 15,-8 0 0-15,13 0 0 0,-7 0 0 0,3 1 0 16,-2 1 0-16,3 0 0 16,-6 0 0-16,14 0 0 0,-2 0 0 0,-3-2 0 0,0 0 0 15,1 0 0-15,-8 0 0 0,14 0 0 0,-4 0 0 16,-3 0 0-16,2 0 0 0,3 0 0 0,-10 0 0 16,15 0 0-16,-10 0 0 0,0 0 0 0,1 2 0 15,-3-2 0-15,-5 1 0 0,14 2 0 0,-6-2 0 16,-2 1 0-16,-3 2 0 0,0-2 0 0,-5 0 0 15,14 2 0-15,-9-3 0 16,6 1 0-16,1 2 0 0,3-4 0 0,-12 2 0 16,20 0 0-16,-7 0 0 0,-2 0 0 0,3-2 0 15,12 2 0-15,-15-2 0 0,16 0 0 0,-16 0 0 16,18 0 0-16,-18 0 0 0,16 0 0 0,-11 0 0 16,19 0 0-16,-10-2 0 0,-3 0 0 0,1 0 0 15,-13 0 0-15,9 0 0 0,-2 0 0 0,1 0 0 16,-2 0 0-16,-6 2 0 0,-1 0 0 0,-8 0 0 15,10 0 0-15,-10 0 0 0,-1 0 0 0,0 0 0 16,-1 0 0-16,-10 0 0 16,1 0 0-16,-3 0 0 0,-4 0 0 0,-5 0 0 15,-6 0 0-15,-2 0 0 0,-3 2 0 0,-9-2 0 16,0 0 0-16,-8 0 0 0,-2 0 0 0,-6 0 0 16,-3 0 0-16,0 0 0 0,-2 0-175 0,-2 0-214 15,-2 0 166-15,-19 2 97 0,-5 4-845 16,-13 0 466-16</inkml:trace>
  <inkml:trace contextRef="#ctx0" brushRef="#br0" timeOffset="76324.23">17988 8967 1448 0,'-8'-11'0'0,"3"1"0"0,-1 1 0 15,-2-1 0-15,1 3 0 0,2 2 0 0,-1-3 0 0,3 4 0 0,-2 2 0 0,3 1 0 0,0 1 117 0,-1 0-40 0,3 10 225 0,-2 7-132 0,2 8-67 16,0 4-23-16,0 4 230 0,0 13-136 16,0-1-69-16,0 5-34 0,2 2 245 0,-1 5-130 15,1 11-79-15,0-5 165 0,-2 4-179 0,0-1-93 16,0-1 0-16,0-9 0 0,0 13 0 0,0-16 0 16,-4 1 0-16,1 1 0 0,-1-6 0 0,2-10 0 15,-1 0 0-15,-1-3 0 0,-1-6 0 0,2-10 0 16,-1 0 0-16,1-9 0 0,-1-3 0 0,0-5 0 15,-3-1 0-15,-5-2 0 0,-2 0 0 0,-2-5 0 16,-2-10 0-16,-1-2 0 16,-4-4 0-16,1-3 0 0,-3-3 0 0,1-3 0 15,-4-6 0-15,1 3 0 0,1-1 0 0,6 6 0 16,-5 0 0-16,8 7 0 0,-5-4 0 0,6 13 0 16,2-2 0-16,0 5 0 0,5 1 0 0,2 4 0 15,1 3 0-15,2-1 0 0,2 2 0 0,-2 0 0 16,2 0 0-16,-1 7 0 0,-1 8 0 15,0 8 0-15,-1 3 0 0,-3 4 0 16,0 2 0-16,1 2 0 0,0 1 0 0,0-1 0 16,0 0 0-16,0-1 0 0,2-6 0 0,1-4 0 15,0-1 0-15,0-5 0 0,4-4 0 0,-2-3 0 16,2-1 0-16,-2-5 0 0,2-2 0 0,0-1 0 16,0-1 0-16,0 0 0 0,0 0 0 0,0 0 0 15,-2 0 0-15,0 0 0 0,1-3 0 16,-1-1 0-16,0 2 0 0,2 0 0 0,-2 0 0 0,2 2 0 15,0 0 0-15,0 6 0 16,4 13 0-16,11 7 0 0</inkml:trace>
  <inkml:trace contextRef="#ctx0" brushRef="#br0" timeOffset="80347.43">18651 9589 1907 0,'0'0'0'0,"0"0"0"0,0 0 0 0,2 0 0 0,0 0 0 0,0 0 0 0,1-2 0 0,-1-2 0 0,2-1 0 0,-2-1 0 0,1-2 81 0,1-1-43 0,1-3 67 0,-4 2-33 16,1-1 9-16,0-1-43 0,0-1 33 0,-2-2-1 15,0 1-32-15,0 0 0 0,0-1 26 16,0 0-26-16,0-2 0 0,0 0-31 0,0-1 1 15,0 0 30-15,-2-1 9 0,-3 3-34 16,-2 3 1-16,0-1 24 0,0 4 28 0,-3 0-29 16,0 7-5-16,-2-2 2 0,-2 3 81 0,1 0-39 15,-2 2-1-15,-2 0-25 0,2 2 51 0,-2 7-31 16,0 2 0-16,-1 4 0 16,-1 3 1-16,4-1-24 0,-6 9-9 0,2 1 43 0,3 6-43 0,-4 5-22 15,6-1-16-15,2-2 0 0,1 7 0 16,4-6 0-16,1 3 0 0,4-3 0 0,2 1 0 0,0-5 0 15,0-1 0-15,2-5 0 16,9-4 0-16,-2-3 0 0,7-2 0 16,-3-2 0-16,4-6 0 0,-2-1 0 0,2-4 0 0,-1-2 0 15,2-2 0-15,-2 0 0 0,5-13 0 0,-2-3 0 16,-3-2 0-16,4-5 0 0,-4-3 0 0,0-2 0 16,0-3 0-16,-2-2 0 0,0-1 0 0,-2-2 0 15,-1 1 0-15,-4 8 0 0,-1-1 0 0,-2 6 0 16,-2 2 0-16,-2 6 0 15,0 2 0-15,0 5 0 0,0 1 0 0,0 3 0 16,0 0 0-16,-3 3 0 0,-4 0 0 0,0 10 0 16,0 11 0-16,-1 2 0 0,2 8 0 0,0 1 0 15,3 4 0-15,1 1 0 0,2-1 0 0,0 0 0 0,0-3 0 16,5-3 0-16,7-1 0 0,-3-8 0 16,6 1 0-16,-1-4 0 0,0 0 0 15,2-7 0-15,-4-2 0 0,2-4 0 0,-1 0 0 0,1-5 0 16,-4 0 0-16,1 0 0 15,1 0 0-15,-1-8 0 0,2-3 0 16,-1-2-217-16,-1-3 15 0,1 0 82 0,0-8-613 0,1-3 338 16,1-3 183-16,-2-10 87 0,2 0-573 0,-5-8 330 15</inkml:trace>
  <inkml:trace contextRef="#ctx0" brushRef="#br0" timeOffset="80672.48">18915 9121 2328 0,'-9'-15'0'0,"2"6"0"0,-3-3 0 0,3 1 0 0,1 4 0 0,3 0 0 0,-1 3 0 0,2-2 0 0,2 4 0 0,0-2 0 0,0 2 319 0,11 0-144 16,4 2 211-16,2 0-173 0,-1 0-88 0,2 0-43 15,-3 4 148-15,0 3-157 0,-1 2-73 0,-4 2 0 16,-2 0 0-16,-3 1 0 0,-1 4 0 0,-4 1 0 16,0 1 0-16,0 0 0 0,-7 0 0 0,-4-1 0 15,-1-2 0-15,-5-2 0 0,2 0 0 16,2-2 0-16,-1-4 0 0,2-2 0 15,3-1 0-15,0-1 0 0,0-1 0 0,6-1 0 16,-1-1 0-16,2 0 0 0,2 0 0 0,0 0 0 16,0 0 0-16,0 0 0 0,7 3 0 0,9-3 0 15,4 0 0-15,5 0 0 0,-1 0 0 0,4 0 0 0,1 0 0 16,1 0 0-16,2 0 0 0,-2-3 0 16,0 0 0-16,-4 0 0 0,-6-1 0 0,1 2 0 15,-6 0 0-15,-1 1 0 16,-4 1-32-16,-2 0-414 0,0 0 203 0,-6 1-971 15</inkml:trace>
  <inkml:trace contextRef="#ctx0" brushRef="#br0" timeOffset="81450.36">19075 9649 2188 0,'-9'0'0'0,"2"-2"0"0,5 0 0 0,0 1 0 0,0 1 0 0,2 0 0 0,0-2 0 0,11 2 0 0,15-2 0 0,5-1 0 0,10 2 273 0,-2-1-118 0,6-2 312 0,2 0-215 16,-5 2-97-16,8 0-63 16,-5 2 35-16,-4 0-44 0,-7 0 0 0,3 0-44 0,-4 0-260 15,-4 0 124-15,-9 0 68 0,-1 4 34 16,-8-1-473-16,-2-2 254 0,-3-1 98 0,-4 2-303 0,-2-2 118 15,0 0 131-15,-4 0 62 0,-9 0-377 16,-2-6 214-16,-6-7 121 0</inkml:trace>
  <inkml:trace contextRef="#ctx0" brushRef="#br0" timeOffset="81625.17">19409 9292 1948 0,'-10'-14'0'0,"0"5"0"0,0 6 0 0,3 1 0 0,2 0 0 0,-1 2 0 0,0 0 0 0,4 10 0 0,0 12 0 0,2 2 0 0,0 4 551 0,0 7-262 15,0 5-124-15,0 1 308 0,2 2-218 16,0 0-108-16,1-4-45 0,-2 8-101 0,1-3-1 16,2-9 0-16,-2 4-13 0,1-3-35 0,1-2 53 0,0-2-10 15,-1-4-538-15,1-5 291 0,2-3 145 16,0-3 82-16,-1-4-865 0,1-6 425 0,3-1 214 0</inkml:trace>
  <inkml:trace contextRef="#ctx0" brushRef="#br0" timeOffset="82048.17">19703 9384 2338 0,'0'-5'0'0,"0"1"0"0,0 1 0 0,2-3 0 15,3 0 0-15,4-2 0 0,7 0 0 0,0 1 0 0,3 2 0 0,6 1 0 0,-7 0 163 0,10 2-67 0,-1-1 162 0,-1 3-110 0,1 0-55 0,-1 0 18 0,-6 9-27 16,1 2-10-16,0 8-36 0,-8-1-18 0,-2 6 18 16,-5 4 1-16,-4 0 9 0,-2 3-67 0,0 3 29 15,-14 0-1-15,-4 5-44 0,-5-7 37 16,2-3 9-16,-7 1 27 0,3-5-105 0,-5-5 45 0,1-4 5 16,1-1 127-1,5-5-47-15,-7-2-4 0,9-3-50 0,-1 1 223 0,3-4-232 16,5-1 0-16,4 1 0 0,2 0 0 0,5-2 0 15,1 0 0-15,0 0 0 0,2 2 0 16,0 2 0-16,9 0 0 0,7 1 0 0,2-1 0 16,6 2 0-16,3-3 0 0,-2 3 0 0,6-2 0 0,1 0 0 15,0-3 0-15,2 2 0 0,-2-3 0 0,0 0 0 16,-2 0 0-16,0 0 0 0,-4 0 0 0,-4 0 0 16,1 0 0-16,-2 0 0 0,-3-3 0 0,-2 2-77 15,-5-1-271-15,0 0 155 0,0 0-642 0,-3 0 404 16,3 0 195-16,-1 1 100 15</inkml:trace>
  <inkml:trace contextRef="#ctx0" brushRef="#br0" timeOffset="84500.03">20608 9529 1279 0,'0'0'0'0,"0"0"0"0,0-7 0 0,0 3 0 0,3-4 0 0,-1-3 0 0,2-1 0 0,1-1 0 0,0 1 0 0,-1-2 0 0,-1-1 60 0,-1 0 1 0,0 0 64 0,0 0-44 16,0-1-1-16,-2 2-34 0,0-1 93 0,0 0-51 15,-2 2-26-15,-6-1 80 0,-1 1-52 0,-1 3-18 16,-2 0-9-16,-2 2 101 0,-1 5-64 0,-2-1-32 16,-1 4 37-16,-3 0-25 0,-4 0-9 0,3 13-34 15,-2 8 103-15,-3 7-52 0,3 3-26 0,1 4 10 16,1 8 28-16,3-4-32 0,6 4 1 16,5-7 89-16,2 3-61 0,5-5-33 0,1 0-64 15,0-5 0-15,10-6 0 0,1-4 0 16,5-2 0-16,3-4 0 0,2-3 0 0,1-7 0 15,1-3 0-15,3 0 0 0,-3 0 0 0,-3-11 0 16,5-6 0-16,-4-1 0 0,-2-5 0 0,-3-2-135 16,-3 1 7-16,-1 1 24 0,-1-5 21 0,-4 2 12 15,-1 6 0-15,-4-3 26 0,0 6 155 0,-2 6-85 16,0-1-26-16,0 7-1 0,0 1 157 0,-4 2-77 16,-6 2-50-16,-1 4 0 0,0 17 188 0,0 1-216 15,3 2 0-15,3 5 0 16,3-1 0-16,2-1 0 0,0 4 0 15,0-5 0-15,2 1 0 0,7-5 0 0,2-3 0 0,1 0 0 16,0-2 0-16,4-6 0 0,-3-1 0 0,2-3-105 16,-2-6-29-16,3 2 13 0,-4-3-273 0,1 0 179 15,3-4 89-15,-4-6-529 0,2-5 308 0,0-2 147 16,2-7 86-16,-5-4-480 0</inkml:trace>
  <inkml:trace contextRef="#ctx0" brushRef="#br0" timeOffset="84792.93">20843 9160 2596 0,'-7'-11'0'0,"2"2"0"0,0 1 0 0,1 3 0 0,0 0 0 0,4 4 0 0,0-1 0 0,2-2 0 0,14 3 0 0,0 1 0 0,3 0 336 0,1 0-149 0,-2 0-66 0,1 3-47 16,-3 5-67-16,-2 1 0 0,-3 2 30 0,-4 1-80 16,-3 1 50-16,-4 2-10 0,0 0-48 15,-13 3 44-15,-8 0 0 0,-2-1 43 16,3-4 114-16,-10 0-61 0,2-3-24 0,1 1-34 15,5-5 251-15,0-1-265 0,6-3-17 0,2 2 0 16,2-4 0-16,6 0 0 0,3 0 0 0,3 0 0 16,0 0 0-16,0 0 0 0,5 1 0 0,11-1 0 15,2 0 0-15,3 0 0 0,2 0 0 0,0 0 0 16,2 0 0-16,-2 0 0 0,0 1 0 16,-3-1 0-16,1 0 0 0,-4 3 0 0,1 1-583 15,-2-1 197-15,-2 1 174 0,2 3-609 16,-4 1 382-16,1 2 207 0,3-1 97 0</inkml:trace>
  <inkml:trace contextRef="#ctx0" brushRef="#br0" timeOffset="85349.5">21279 9397 2288 0,'-6'-4'0'0,"-1"1"0"0,-7-3 0 0,3 3 0 0,-2 1 0 0,0-1 0 0,-3 3 0 0,0 0 0 0,-1 6 0 0,-2 11 0 0,0 2 339 0,0 5-156 0,3 2-73 16,-2 6 242-16,6 1-159 0,-2 0-77 0,5 1-31 16,3-2 102-16,5 0-109 0,1-2-78 0,0-4 0 15,0-6 0-15,3 3 0 0,8-4 0 16,1-4 0-16,3-4 0 0,2-1 0 0,1-6 0 16,3-4 0-16,5 0 0 0,-1-3 0 15,2-9-193-15,-2-7 28 0,1-2 53 16,-1-3-3-16,-2-1-70 0,-2-3 62 0,-1 2 43 0,-3-2 0 15,-2-1 8-15,-3 5-9 0,-3 2 44 0,-6 1 132 16,1 3-65-16,-4 9-34 0,0-1 0 0,0 4 362 16,0 2-192-16,-7 4-59 0,-4 0 294 0,-5 2-307 15,2 16-94-15,2-2 0 0,-1 6 0 0,3 1 0 16,3 2 0-16,3-2 0 0,2 2 0 0,2-3 0 16,0 1 0-16,2 3 0 0,5-9 0 0,5 2 0 15,3-4 0-15,0-3 0 16,2-3 0-16,0-4 0 0,-1-3 0 0,4-2 0 15,-1 0 0-15,-1-4 0 0,5-10 0 0,-5-4 0 16,-1 2 0-16,1-3 0 0,-6-1 0 0,-1 0 0 16,3-4 0-16,-5 2-3 0,0-1-52 0,-4-1-17 15,-2-1 36-15,-1 2 37 0,-2 3-14 0,0 0-1 16,-2 2 197-16,-9 3-174 0,-2 3-9 0,-3 4 0 16,0 0 0-16,-3 6 0 0,-1 0 0 15,-1 2 0-15,0 0 0 0,3 4 0 16,-2 4 0-16,3 3 0 0,-1 0 0 0,2 2 0 15,2 0 0-15,5 0 0 0,0-1 0 0,8-3 0 16,1 5 0-16,0-5-636 0,0 0 241 0,7-1 170 16,10-1-551-16,6-3 369 0,2 0 185 0,0-4 93 15</inkml:trace>
  <inkml:trace contextRef="#ctx0" brushRef="#br0" timeOffset="85664.81">21879 9440 2909 0,'5'-8'0'0,"-3"-5"0"0,-2 1 0 0,0 0 0 0,0 2 0 0,-7 4 0 0,-2-1 0 0,0 2 0 0,-3 1 0 0,1 2 0 0,-2 2 221 0,2 0-92 0,-4 0 332 15,1 8-250-15,2 5-211 0,2 0 0 16,0 4 0-16,5 0 0 0,3 1 0 0,2 0 0 0,0-1 0 16,0 1 0-16,2 0 0 15,10-2 0-15,-1-1 0 0,1 0 0 0,0-1 0 16,-1-2 0-16,0 0 0 0,-1-1 0 0,-4-3 0 15,-1 1 0-15,-1 1 0 0,-2-3 0 0,-2 1 0 16,0 1 0-16,0-2 0 0,-11 1 0 0,-3-1 0 16,-4 1 0-16,-1-1 0 0,-6-1 0 0,3 0 0 15,1-2 0-15,-2 1 0 0,2-3 0 0,1 2 0 16,3-2 0-16,3 0 0 0,3-1 0 16,2-1 0-16,4 0-84 0,3 0-304 15,2 0 174-15,0 0 88 0,14-9-810 0,9-5 454 16,8-8 223-16</inkml:trace>
  <inkml:trace contextRef="#ctx0" brushRef="#br0" timeOffset="86043.65">22070 9384 3318 0,'9'-9'0'0,"0"0"0"0,-6 1 0 0,-1 4 0 0,-2 2 0 0,0 0 0 0,0 2 0 0,-5 0 0 0,-6 8 0 0,-3 10 0 0,2 5 174 15,1 6 122-15,1 0-153 0,2 3-143 0,5 4 0 16,3-3 0-16,0 2 0 0,0-2 0 15,5-2 0-15,7-6 0 0,3 3 0 0,4-8 0 0,-1-4 0 16,3-4 0-16,0-5 0 0,1-3 0 0,0-4 0 16,5 0 0-16,-4-2 0 0,-3-9 0 0,-1-2 0 15,5-8 0-15,-5-1 0 0,0 0 0 0,-5-7 0 16,4-1 0-16,-6-4 0 0,2-6 0 0,-7 0 0 16,1-5 0-16,-6-3 0 15,-2 2 0-15,0 4-44 0,-2-7-47 0,-9 16-39 16,-8 1 46-16,-1 5 25 0,-7 8-1 0,4 8 336 15,-9 1-152-15,2 9-80 0,2 1-20 0,0 0-24 16,8 0 0-16,-1 11 0 0,4 2 0 0,6 4 0 16,3 0 0-16,5 4 0 0,3 3 0 0,0-3 0 15,3 7 0-15,10-4 0 0,3 1 0 16,0-5 0-16,5 1 0 0,-3-5 0 0,7 2 0 0,-6-8 0 16,2-1 0-16,-1-4 0 15,1 1 0-15,0-6 0 0,-3 0 0 0,-1 0 0 16,0 0 0-16,-2 0 0 0,0 0-559 0</inkml:trace>
  <inkml:trace contextRef="#ctx0" brushRef="#br0" timeOffset="89730.68">22631 9343 2858 0,'0'0'0'0,"0"0"0"0,0 0 0 0,0 0 0 0,9 0 0 0,12 1 0 0,4 1 0 0,0-2 0 0,5 0 0 0,2 0 0 0,-2 0 77 0,-2 0 89 16,1 0-65-16,-5 0-22 0,8 0-9 0,-7 0-118 15,-4 2 43-15,-1 2 0 0,-3-1 43 0,-4 0-321 16,1 0 155-16,-3-1 83 0,-4 1 41 0,0-3-632 16,-2 0 310-16,-3 0 82 0,-1 0-331 0,-1-3 269 15,0-5 134-15</inkml:trace>
  <inkml:trace contextRef="#ctx0" brushRef="#br0" timeOffset="89897.12">22930 9134 2440 0,'-16'-3'0'0,"2"1"0"0,4 2 0 0,-3 0 0 0,4 0 0 0,-3 9 0 0,5 2 0 0,1 4 0 0,3 2 0 0,1 9 0 0,2 3 275 0,0 1-118 0,0 4-60 0,0 3 184 16,0 2-113-16,2 6-69 0,1-1-32 15,1-3-242-15,0 2 106 16,-1-7 53-16,1 3 36 0,0 6-491 0,-1-11 255 0,2 0 126 16,-3-2-607-16,-1-2 348 0,3-7 92 15,0-2 115-15,3-4-175 0</inkml:trace>
  <inkml:trace contextRef="#ctx0" brushRef="#br0" timeOffset="90347.76">23548 9480 1881 0,'2'-15'0'0,"-2"-2"0"0,0-2 0 0,0-5 0 0,0 4 0 0,-4 1 0 0,-2-4 0 0,0 2 0 0,-1 0 0 0,0 7 0 0,-2-1 83 0,-2 7-46 16,1 2 10-16,-6 5 99 0,-2 1-55 0,-3 5 131 0,-4 14-92 0,-5 11-47 16,6-2 10-16,-8 14-56 0,5-4 237 0,4 8-119 15,2-1 204-15,3-2-161 16,7-6-103-16,6 3-95 0,3-2 0 0,2-8 0 16,0-2 0-16,7-4 0 0,7-5 0 0,2-4 0 15,4-4 0-15,0-3 0 0,6-6 0 16,-7-2 0-16,6 0 0 0,0-10 0 0,-4-6 0 0,0-7-23 0,-4-5-56 15,2-2-154-15,-5 0 76 16,1-4 70-16,-3-4 38 0,-2 3 12 0,-3-1-1 16,-3 6 58-16,-2 9-38 0,-1 1 9 0,-1 8 332 15,0 3-174-15,0 1-75 0,-1 7-46 0,-7 1-3 0,-2 0 86 16,3 15-111-16,-3 6 0 0,5 2 0 16,2 4 0-16,1-3 0 0,2 10 0 15,0-3 0-15,0-1 0 0,2-1 0 0,5-2 0 16,2-2 0-16,3-3 0 0,-1-4 0 0,0 1 0 15,1-6 0-15,-1 0 0 0,-2-3-80 0,1-4-54 16,-3-5-487-16,2 1 292 0,-2-2 146 0,3 0-464 16,0-2 309-16,0-13 150 15,4-6-396-15,-5-3 274 0</inkml:trace>
  <inkml:trace contextRef="#ctx0" brushRef="#br0" timeOffset="90629.46">23707 9102 3042 0,'0'-10'0'0,"0"1"0"0,0 6 0 0,0-5 0 0,2 4 0 0,4 3 0 0,5-3 0 0,4 2 0 0,3 1 0 0,3 1 0 0,0 0 38 0,-1 0-1 0,1 7 9 15,-4 3-9-15,0 2 0 0,-5-1-83 16,-5 3 36-16,-1 1-51 0,-5-1 49 0,-1 3 25 0,-1-1 0 16,-14-2 33-16,-2 3 142 0,-1-6-76 15,0-1-37-15,-1-5 261 0,1 1-296 16,3-2-40-16,5 0 0 0,1-1 0 0,4-2 0 0,2-1 0 15,1 0 0-15,2 0 0 0,0 0 0 0,0 0 0 16,14 0 0-16,4 0 0 0,3-1 0 0,0-6 0 16,1 3 0-16,2-2 0 0,1 3 0 15,0-1-425-15,-1 2 36 0,-2 0 139 0,-1 2 111 0,0 0 51 0,-1 0-667 16,-1 0 359 0,2 0 180-16</inkml:trace>
  <inkml:trace contextRef="#ctx0" brushRef="#br0" timeOffset="91278.81">24292 9419 1818 0,'-5'-9'0'0,"1"2"0"0,1-3 0 0,-1-1 0 0,0 0 0 0,1 0 0 0,-3-1 0 0,0 1 0 0,3 2 0 0,-5 0 0 0,1 3 101 0,-2 3-37 0,-2 0 0 0,-3 3-27 0,-3 0 0 15,-3 8-1-15,-4 10 198 0,-2 10-103 16,2 4-47-16,0 4-24 0,1 6 384 0,2 0-204 15,7 0-92-15,-4 9 164 0,13-15-191 0,-1 3-121 16,6-3 0-16,0-5 0 0,2-6 0 16,9 1 0-16,3-9 0 0,4-2 0 0,1-6 0 15,8-5 0-15,-7-4 0 0,10 0 0 16,-4-5 0-16,-1-15-112 0,1-2-51 0,-1-2 89 0,-5-4-181 16,1 0 117-16,-5-3 37 15,-2 2 32-15,-3 1-1 0,-3 5 159 0,-4 0-73 0,-2 6 128 16,-1 6-91-16,-1 1-44 0,0 5-1 0,0 2 374 15,-5 3-180-15,-7 0-123 0,1 16-79 0,-1 7 0 16,5 1 0-16,0 2 0 0,3 5 0 16,4 0 0-16,0-1 0 0,0-2 0 0,0-1 0 0,9-5 0 15,4-3 0-15,2-4 0 0,1-5 0 16,2-3 0-16,-2-5 0 0,5-2 0 16,-1 0 0-16,-1-9 0 0,-3-6 0 0,0-6 0 15,-4 0 0-15,-4 2 0 0,2-7 0 0,-7 0 0 16,1-3 0-16,-2 2 0 0,-2-2 0 0,0-3 0 0,0 1 0 15,-9 1 0-15,-3 2 0 0,3 8 0 16,-4 1 0-16,-1 5 0 16,0 6 0-16,-2 3 0 0,2 3 0 0,0 2 0 0,1 0 0 0,1 5 0 0,1 10-261 15,4 0 72 1,2 3 82-16,3 0 29 0,2 2 25 0,0-5-535 16,2 3 280-16,10-5 136 0,8-2-506 0,8-6 321 0,2-2 160 15,2-3 71-15,2 0-301 0</inkml:trace>
  <inkml:trace contextRef="#ctx0" brushRef="#br0" timeOffset="91530.74">24800 9439 3007 0,'5'-14'0'0,"-2"6"0"0,-3-6 0 0,0 4 0 0,-12 2 0 0,-2 4 0 0,-2 2 0 0,-2-1 0 0,-1 3 0 0,0 0 0 0,2 6 357 0,2 5-151 0,2 3-89 16,4 3 127-16,2-1-244 0,7 6 0 0,0 1 0 15,0-3 0-15,5 4 0 0,8-2 0 16,1 1 0-16,6-3 0 0,-1-1 0 0,-3-2 0 15,3 0 0-15,-2-2 0 0,-4-2 0 0,-2-2 0 16,-5 1 0-16,0-3 0 0,-4 1 0 16,-2-1 0-16,0-2 0 0,-12 3 0 15,-4-5 0-15,-5 1 0 0,-4-2 0 0,3-2 0 16,1-1 0-16,-1-1-56 0,0 0-37 0,3 0-440 16,-1-3 253-16,6-7 122 0,0-5 61 0,4-5-522 15,7-7 292-15,3-6 136 0,0-13 81 0,11-10-257 0</inkml:trace>
  <inkml:trace contextRef="#ctx0" brushRef="#br0" timeOffset="91771.07">24778 9122 3122 0,'11'-16'0'0,"2"4"0"0,2 3 0 0,-2 0 0 0,1 4 0 0,-2 1 0 0,4 2 0 0,-3 0 0 0,2 2 0 0,-2 0 0 0,0 0 122 0,-1 8 96 16,-5 3-91-16,0 0-124 0,-3 2 33 0,-2 0 1 15,-2 0 9-15,0 2-149 0,-2 1 69 0,-9-5 36 16,-5 2 0-16,0-2 83 0,-1-3-14 0,-2-1-10 15,4-2-24-15,6-2 62 0,0 0-99 16,5-1 0-16,0-2 0 0,2 0 0 0,2 0 0 0,0 0 0 16,8 0 0-16,12 0 0 0,-1 0 0 15,8 0 0-15,-3 0 0 0,2 0 0 16,2 0 0-16,0 0-400 0,-3 0-3 0,5 2 196 16,-6 2 32-16,1 3-614 0,-5-1 377 0,2 2 187 15,0-1 85-15,-6-1-456 0</inkml:trace>
  <inkml:trace contextRef="#ctx0" brushRef="#br0" timeOffset="92089.86">25220 9295 2660 0,'-10'0'0'0,"-2"0"0"0,3 0 0 0,-5 0 0 0,2 0 0 0,1 5 0 16,1 2 0-16,1 5 0 0,1 4 0 0,3 7 0 0,3 3 293 0,0 3-128 0,2 6 111 0,0 2-120 0,0 3-50 0,4-2 169 16,7-1-275-16,2-3 0 0,2-2 0 0,1-6 0 15,2-7 0-15,5 2 0 0,-5-10 0 0,5-4 0 0,3-3 0 16,0-4 0-16,1 0 0 0,-1-11 0 15,0-8 0-15,0-4 0 0,-3-3 0 0,0-2 0 0,-5-6 0 16,-1-5 0-16,-7-2-98 0,-1-3-11 16,-5-5 42-16,-2 2 1 0,-2 6-89 0,0-1 63 0,-15 7 28 15,0 7 160-15,-8 5-66 16,-4 9-43-16,-3 7 10 0,-1 6 508 0,-1 1-469 16,4 0-36-16,6 8 0 0,4 4 0 0,3 4 0 15,6 0 0-15,4 5 0 0,5 5 0 0,0-1 0 16,5-5 0-16,12 9 0 0,3-5 0 0,5-2 0 15,5-3 0-15,3-2 0 0,3-3 0 0,8-7 0 16,-11-3-84-16,7-3-294 0,-3-1 139 0,0 0 101 16,0-1-943-16</inkml:trace>
  <inkml:trace contextRef="#ctx0" brushRef="#br0" timeOffset="92543.75">26370 8853 2127 0,'-14'0'0'0,"1"0"0"0,1 0 0 0,3 0 0 0,-1 0 0 0,4 0 0 0,1 0 0 0,3 0 0 0,-1 0 0 0,3 0 0 0,0 0 270 0,0 0-109 0,10 4-67 16,10 1-29-16,8 2 318 0,9-1-174 0,8-2-86 16,10-4-36-16,20 0 309 0,10 0-380 0,4 0-16 15,2-7 0-15,12-1 0 0,-11 1 0 16,28-5 0-16,-9 3 0 0,-3 1 0 0,-4 1 0 16,-3-1 0-16,-16 6 0 0,15-2 0 0,-25 3 0 15,0 1-142-15,-8 0-99 0,-10 0 124 0,-2 0-48 16,-4 0-772-16,-9 0 451 0</inkml:trace>
  <inkml:trace contextRef="#ctx0" brushRef="#br0" timeOffset="92948.33">25876 9358 2884 0,'-16'0'0'0,"0"0"0"0,7 0 0 0,4 0 0 0,3 0 0 0,2 0 0 0,0 2 0 0,7 4 0 0,14-3 0 0,9 0 0 0,11 1 327 0,2 1-146 16,5-4-73-16,-8-1 125 0,15 2-103 0,-10-2-62 15,-2 0-68-15,-8 0-95 0,4 1 28 0,-6-1 60 0,-8 0 17 16,-2 0-554-16,-9 0 290 0,-2 0 144 0,-6 0-745 15,-5 0 373-15,-1 0 228 0,-1 0 109 0,-15-1-187 16,-7-11 148-16</inkml:trace>
  <inkml:trace contextRef="#ctx0" brushRef="#br0" timeOffset="93093.18">26128 9149 2245 0,'-13'-11'0'0,"0"4"0"0,1 3 0 0,3 2 0 16,-1 2 0-16,1 0 0 0,4 13 0 0,-1 9 0 0,4 3 0 0,1 5 0 0,-1 6 278 0,2 7-121 0,-2-2-62 0,-1 5 233 0,2-3-147 15,1-2-64-15,-2 7-45 0,2-4-353 0,0-7 158 16,0 3 79-16,0-3-671 0,3-2 384 0,7-4 179 16,1-5-670-16,3-7 393 0</inkml:trace>
  <inkml:trace contextRef="#ctx0" brushRef="#br0" timeOffset="93455.87">26708 9478 2110 0,'14'-31'0'0,"-3"-3"0"0,-4 2 0 16,-3-1 0-16,-4 3 0 0,0 1 0 0,-3 6 0 0,-7 4 0 0,-5 2 0 0,-4 5 0 0,-5 4 97 0,-3 5 326 0,-1 3-193 15,-4 4-98-15,-3 15 143 0,0 9-124 0,2 3-58 16,3 8-29-16,2 0 85 0,6 4-57 0,10-5-20 16,0 11-29-16,10-13-43 0,2 1 0 0,0-1 0 15,7-6 0-15,5-9 0 0,10 1 0 0,-2-7 0 16,6-6 0-16,1-5 0 0,1-4 0 0,-1-1-28 15,2-15-119-15,0-5 49 0,-5-3-180 0,-2-4 107 16,-1-2 71-16,-4-2 8 0,-4 2 120 0,-6 2-32 16,-4 7 1-16,0 1-33 0,-3 3 167 15,0 7-92-15,-6 0-33 0,-5 8 0 16,-5 2 537-16,-1 1-339 0,1 16-204 0,5 4 0 16,0 6 0-16,5 5 0 0,6 1 0 0,0 2 0 15,0-1 0-15,2-2 0 0,10 0 0 0,4-3 0 16,3-7 0-16,0-2 0 0,3-5 0 0,-3-7 0 15,4-2 0-15,-1-5-327 0,1-1-92 0,-2 0 180 16,-3-7 102-16,0-7-700 0,4-4 406 0</inkml:trace>
  <inkml:trace contextRef="#ctx0" brushRef="#br0" timeOffset="93732.34">26940 9115 2775 0,'-10'-18'0'0,"2"4"0"0,5 5 0 0,-3-2 0 0,5 4 0 16,1 2 0-16,0 0 0 0,5 1 0 0,9 2 0 0,8 2 0 0,-3 0 111 0,6 0 181 0,-6 6-119 16,2 4-73-16,-1-1-33 15,-4 3-74-15,-5 4 43 0,-3-1-1 0,-6 4-119 0,-2-1 55 0,0 3 32 16,-16-2 63-16,0-1 0 0,-3-4-22 0,-4 2-9 16,5-6 213-16,-3 0-248 0,4-3 0 0,6-3 0 15,1 0 0-15,4-3 0 0,0-1 0 0,5 0 0 16,1 0 0-16,0 0 0 0,4 0 0 0,13 0 0 15,4 0 0-15,2 0 0 0,-2 0 0 0,4-1 0 16,-2 1 0-16,5 0 0 0,-4 0-693 0,2 0 205 16,-5 0 226-16,2 0 113 15,-1 4-671-15,-1 5 397 0</inkml:trace>
  <inkml:trace contextRef="#ctx0" brushRef="#br0" timeOffset="94000.07">27502 9206 3471 0,'3'-12'0'0,"-3"5"0"0,0-1 0 0,-13 1 0 16,-8 3 0-16,-1 2 0 0,-5 2 0 0,3 0 0 0,0 2 0 0,-5 11 0 0,5 4 403 0,2 0-346 0,5 1-57 0,7 2 0 0,0 5 0 15,5 0 0-15,5 1 0 0,0 0 0 16,0 0 0-16,7-2 0 0,5-4 0 0,4 3 0 16,4-5 0-16,-6-1 0 0,4-1 0 0,-4-2 0 15,0-2 0-15,-5 0 0 0,-4-1 0 0,-3-2 0 16,-2 2 0-16,0-1 0 0,-2 1 0 0,-12-1 0 15,-9-2 0-15,0 2 0 0,-4-5 0 0,2 2 0 16,3-4 0-16,-6 1 0 0,3-3 0 16,6-1 0-16,0 0 0 0,8 0 0 15,-1 0 0-15,5 0 0 0,5-1-617 0,2-11 221 16,0-5 180-16,15-1-732 0,10-5 447 0</inkml:trace>
  <inkml:trace contextRef="#ctx0" brushRef="#br0" timeOffset="94149.39">27419 9424 3301 0,'20'-3'0'0,"-2"3"0"0,-3 0 0 0,-3 0 0 0,-2 7 0 0,-3 7 0 0,-3 1 0 0,-2 4 0 0,-2 2 0 0,0 1 0 0,0 1 421 0,0-1-212 0,-5-1-209 0,2 0 0 15,-2-5 0-15,1 2 0 0,2-9 0 0,1 0-14 16,1-3-198-16,0-2 133 0,0-4 52 0,0 0-827 16,1-8 445-16,7-10 152 0,-2-5-583 0,4-3 394 15,-2-9 209-15</inkml:trace>
  <inkml:trace contextRef="#ctx0" brushRef="#br0" timeOffset="94456.48">27639 9114 2454 0,'9'-22'0'0,"-5"10"0"0,5 3 0 0,-6 5 0 0,1 4 0 0,1 0 0 0,-3 9 0 0,1 8 0 0,-1 9 0 0,-2 2 0 0,0 4 247 16,0 2-105-16,-6 4-45 0,-4-2 110 0,1 1-87 16,2-3-41-16,-2-4-1 0,4-8 25 0,0 1-25 15,3-6-9-15,0-5-287 0,-1-6 126 0,3-2 64 16,0-4 31-16,0 0-336 0,10-4 180 0,2-8 86 15,-1-5-225-15,0 2 94 0,1-2 86 0,-5 5 6 16,-1 1 220-16,-1 2-74 0,-2 3-38 0,1 4 0 16,-3 1 173-16,0 1-114 15,2 6-43-15,-3 14 478 0,0 5-247 0,0 0-62 16,0 4-83-16,0-3 272 0,0 8-347 0,0-8-29 16,0-5 0-16,0 1 0 0,0-3 0 0,2-8 0 15,2 1 0-15,1-5 0 0,0-3 0 0,3-4 0 16,-2 0-130-16,0 0 42 0,-1-8 7 0,1-5-597 15,-1-6 320-15,3-5 161 0,-2-2 81 16,1-6-441-16,-1-9 264 0,5 1 130 0,-2-3-425 0</inkml:trace>
  <inkml:trace contextRef="#ctx0" brushRef="#br0" timeOffset="94980.59">27862 9177 1980 0,'3'-17'0'16,"1"2"0"-16,2 7 0 0,-4-2 0 0,5 2 0 0,-1 3 0 0,2 1 0 0,1 0 0 0,0 3 0 0,5 1 0 0,-2 0 351 0,1 0-158 0,-1 5-70 0,-2 4-49 15,1 3 92-15,-4 2-65 0,-3 1-34 0,-4 4 1 0,0 0 19 0,-2 1-10 16,-12 1-42-16,2-6-4 0,-5 2 4 0,0-1 1 16,2-3 8-16,0-2 84 0,6-5-46 0,1-1-23 15,2-1 135-15,2-2-194 16,1-1 0-16,3-1 0 0,0 0 0 0,0 0 0 16,11 0 0-16,8 0 0 0,2-3 0 0,3-6-124 15,1 2 64-15,5-3-811 0,0-1 396 0,0 3 220 16,-1-2 101-16,0 1-257 0,1-2 188 0,-6-1 93 15,0 3-385-15,-5 0 239 0,-2-1 112 0,-6 2 69 16,-3 1-12-16,-4 1 36 0,-3 3 71 16,-1-1 429-16,0 2-259 0,0 0-98 15,-13 2-53-15,1 0 691 0,-2 6-365 0,-3 9-189 16,4 2 42-16,-4 9 282 0,2 2-223 0,3 2-111 16,4 6 391-16,1-1-252 0,2 3-158 0,0 0-127 15,5-3 0-15,0 0 0 0,0-4 0 0,7-1 0 16,5-10 0-16,1-2 0 0,5-6 0 0,4-5 0 15,1-6 0-15,0-1 0 0,-3 0 0 0,7-11 0 16,-7-4 0-16,3-3 0 0,-3-5 0 0,-1-2-180 16,-1-2 49-16,-6-6 9 15,2-8-76-15,-7 2 82 0,-1-5 40 0,-5 1 1 16,-1 4-140-16,0-2 94 0,-7 6 43 0,-11 6 80 16,-1 4-37-16,-5 7-9 0,-3 4 9 0,2 7 480 15,3 3-240-15,2 3-121 0,2 1 283 0,8 0-143 16,0 7-125-16,4 6-99 0,6 2 0 0,0 3 0 15,0 1 0-15,8 2 0 0,8 3 0 0,2-3 0 16,2 0 0-16,3-3 0 0,3 0 0 0,-5-5 0 16,11 2 0-16,-7-4-254 0,2-4-105 15,-4-1 106-15,-3-3-1030 0</inkml:trace>
  <inkml:trace contextRef="#ctx0" brushRef="#br0" timeOffset="95796.99">28908 8794 2363 0,'8'-7'0'0,"-1"5"0"0,2 2 0 0,-1 0 0 16,-2 2 0-16,-4 13 0 0,1 9 0 0,-1 7 0 0,-2 12 0 0,0 5 0 0,-7 14 355 0,-6-9-152 0,1 16 394 15,2-16-281-15,-1 5-219 0,4-1-97 0,0-5 0 16,4-4 0-16,1-1 0 0,2-12 0 0,0 1 0 0,0-6 0 15,0-10 0-15,0-3 0 0,0-8 0 0,0-1 0 16,0-6 0 0,0-2 0-16,0 0 0 0,-5-5 0 0,-5-11 0 0,-1-4 0 15,-4-3 0-15,0-4 0 0,-5-3 0 16,3-1 0-16,-4-2 0 0,-3 6 0 0,2 2 0 0,-1 8 0 16,-2 6-48-16,-5 1 3 0,2 10 138 15,1 0-93-15,4 6 0 0,1 11 0 0,9 2 0 0,-1 10 0 16,6 4 0-16,5 0 0 0,3 1 0 0,0 0 0 15,1 0 0-15,16-2 0 0,6-6 0 0,4-3 0 16,13-6 0-16,-1-8 0 16,0-9 0-16,15 0 0 0,-2-4 0 0,1-12 0 15,2-7 0-15,3-7 0 0,-10 2-58 0,9-12-36 16,-12 3 29-16,-5-3-141 0,-2-5 79 0,-4 0 46 16,-11 7 12-16,-1-2 34 0,-8 9 0 0,-12 6 0 15,1 3 299-15,-3 5-150 0,0 6-83 0,-15 4 365 16,-3 5-396-16,-3 2 0 0,-1 5 0 0,3 14 0 15,1 7 0-15,7 8 0 0,0 9 0 0,10 0 0 16,1 1 0-16,0 0 0 0,7-10 0 0,11 13 0 16,2-18 0-16,7-1 0 15,2-4 0-15,3-7 0 0,3-7 0 0,0-5 0 16,0-5 0-16,0 0 0 0,0-5 0 0,-5-10 0 16,-3-6 0-16,-2-3 0 0,1-9 0 0,-7-5 0 15,-4-2 0-15,-2-5 0 0,-5-8 0 0,-6-2 0 16,-2-9 0-16,0 3 0 0,-4-3 0 0,-15 6 0 15,-6 15 0-15,-5-1 0 0,-7 10 0 0,-1 11 0 16,4 9 0-16,-1 4 0 0,5 9 0 0,9 1 0 16,0 0 0-16,7 11 0 15,3 12 0-15,4 4 0 0,7 2 0 0,0 5 0 16,0 7 0-16,7-2 0 0,9 1 0 0,5-5 0 16,11 7 0-16,1-8 0 0,7-2 0 0,4-6 0 15,6-3 0-15,3-5 0 0,12-1 0 0,-7-3 0 16,-8 1 0-16,5 1-693 0</inkml:trace>
  <inkml:trace contextRef="#ctx0" brushRef="#br0" timeOffset="99307.01">23185 10086 2758 0,'-4'0'0'0,"-1"0"0"0,-1 2 0 0,2 0 0 0,0 0 0 0,3-1 0 0,1 2 0 0,0-3 0 0,0 2 0 0,0 1 0 0,0 2 135 0,5-4-47 0,5 3 124 0,1-2-91 16,0 0-39-16,1 0-1 0,-1-2 193 0,3 1-116 15,-4-1-136-15,5 0-22 0,-1 0 0 0,-2 0 0 16,2 0 0-16,1 0 0 0,0 0 0 0,1 0 0 16,2 0 0-16,2 0 0 0,-1 0 0 0,2-1 0 15,1-1 0-15,1 2 0 0,3 0 0 0,2 0 0 16,0-2 0-16,4 2 0 0,2 0 0 15,2 0 0-15,1-2 0 0,7 2 0 0,-3-3 0 16,3 2 0-16,4-3 0 0,1-1 0 16,5 0 0-16,0 2 0 0,1-2 0 0,10 1 0 15,-10 1 0-15,11-2 0 0,-13 1 0 0,4 3 0 16,2-4 0-16,-3 4 0 0,2-1 0 0,1 0 0 16,5 1 0-16,-1-1 0 0,5 0 0 0,2 0 0 15,-10 2 0-15,13 0 0 0,-6 0 0 0,-1 0 0 16,-2 0 0-16,0 0 0 15,-4 0 0-15,16 0 0 0,-8 0 0 0,0 0 0 0,-2 0 0 16,0 0 0-16,-8 0 0 0,16 0 0 16,-11 0 0-16,3 0 0 0,1-2 0 0,1 2 0 15,-8 0 0-15,12 0 0 0,-10 0 0 0,0 0 0 16,-8 0 0-16,2 0 0 0,1 0 0 0,0 4 0 16,1-2 0-16,0-2 0 0,-2 2 0 0,-4-2 0 15,2 0 0-15,1 0 0 0,-3 0 0 0,3 0 0 16,9 0 0-16,-7 0 0 0,18-4 0 0,-2-2 0 15,5 1 0-15,-4 0 0 0,-3 0 0 16,-10-1 0-16,2 3 0 0,-6-3 0 16,-4 2 0-16,-8-1 0 0,2 4 0 0,-12 0 0 15,3-1 0-15,-5 0 0 0,-3 2 0 0,-1-2 0 16,-6 2 0-16,-2 0 0 0,2 0 0 16,0 0 0-16,0 0 0 0,1 0 0 0,0 0 0 15,-1 0 0-15,4 0 0 0,0 0 0 16,-2 0 0-16,-5 0 0 0,5 0 0 0,-2 0 0 0,-1-2 0 0,3 2 0 15,0-2 0-15,2 2 0 16,1 0 0-16,0 0 0 0,2 0 0 0,1 0 0 16,-4-2 0-16,-4 0 0 0,-1 0 0 0,-2 1 0 15,-8-1 0-15,-1 0 0 0,-1 0 0 0,-6 2 0 16,-2-2 0-16,-1 2 0 0,1-2 0 0,-2 1 0 16,0-1 0-16,0 0 0 0,0 0 0 0,0 0 0 15,0 0 0-15,0-2 0 0,0 1 0 0,-2-1 0 16,-5 0 0-16,-4 2 0 0,-6 0 0 0,-6 2 0 15,-2 0 0-15</inkml:trace>
  <inkml:trace contextRef="#ctx0" brushRef="#br0" timeOffset="100933.56">24072 10633 3223 0,'-12'6'0'0,"3"-2"0"0,3-1 0 0,5-1 0 0,1 2 0 0,3-2 0 0,15-2 0 0,7 0 0 0,3 0 0 0,1 0 0 0,1 0 134 0,2-2 154 0,-8-2-115 16,8 0-71-16,-5 3-91 0,-1-1-80 0,-4 0 25 15,-1 2 42-15,0 0 9 0,-1 0-503 0,-5 0 267 16,0 0 134-16,-1 7-358 0,-5 1 158 15,0 3 138-15,-6 4-26 0</inkml:trace>
  <inkml:trace contextRef="#ctx0" brushRef="#br0" timeOffset="101114.11">24162 11119 3370 0,'-21'15'0'0,"0"2"0"0,3 0 0 0,2-6 0 0,6-3 0 0,0-2 0 0,8-3 0 0,2 1 0 0,0 0 0 0,10-1 0 0,12 0 218 0,6-3-80 0,4 1 67 0,1-1-205 16,2 0 0-16,-2 0 0 0,3 0 0 0,-2 0 0 16,0 0 0-16,-2 0-202 0,0 0 49 0,-4 0 96 15,-5 0-833-15,7 0 451 0,-10 0 77 0,2 0 165 16</inkml:trace>
  <inkml:trace contextRef="#ctx0" brushRef="#br0" timeOffset="101808.24">25302 10507 2211 0,'-3'-2'0'0,"0"1"0"0,1-3 0 0,2 3 0 0,0-2 0 0,0 1 0 0,0-2 0 0,0 0 0 0,0 3 0 0,3-4 0 0,8 4 384 0,0-3-173 0,3 2-87 0,2-2-43 15,-2 1 210-15,5 0-132 0,2 0-60 0,4-3-31 16,-1 3 68-16,2 0-49 0,1-3-15 0,3 2-64 16,5-1-8-16,1-2 0 0,0 3 0 0,3-1 0 15,4-1 0-15,1 2 0 0,2 1 0 0,2 0 0 16,2 0 0-16,6 1 0 0,10-1 0 15,-2 0 0-15,2-1 0 0,5 3 0 16,6-3 0-16,4 1 0 0,12-1 0 0,4 0 0 16,1 0 0-16,5 0 0 0,2 0 0 0,-11 1 0 15,22-1 0-15,-7 2 0 0,0 0 0 0,-2 1 0 16,0-2 0-16,0 0 0 0,4 3 0 0,-2 0 0 16,-2 0 0-16,-5 0 0 0,1 0 0 0,-13 0 0 15,19 0 0-15,-10 0 0 0,-1 0 0 0,-9 0 0 16,-1 0 0-16,-11-2 0 0,1 2 0 0,-2-2 0 15,-5 0 0-15,-8 0 0 16,-13 0 0-16,-7 1 0 0,0 0 0 0,-8-4 0 16,-5 3 0-16,-9 0 0 0,0 1 0 0,-3-2 0 0,-4 1 0 15,-4-1 0-15,3 1 0 0,-4 0 0 16,-3 1 0-16,2-1 0 0,-3-1 0 0,-3 2 0 16,0-1 0-16,-1 1 0 0,-1-2 0 0,0-1 0 15,0 0 0-15,-1 2-125 0,-14 0-64 0,1 1 76 16,-9 1-701-16,-3 0 380 0,-9 0 202 15,-6 0 97-15,-19 3-581 0</inkml:trace>
  <inkml:trace contextRef="#ctx0" brushRef="#br0" timeOffset="102306.26">25544 10501 2534 0,'-13'-16'0'0,"2"9"0"0,1 2 0 0,1 1 0 0,0 2 0 0,0 1 0 0,6-2 0 0,-3 3 0 0,5 0 0 0,-2 6 0 0,3 15 398 15,0 6-178-15,0 8-90 0,0 6 184 0,3 5-137 16,-1 6-58-16,5 3-80 0,1 1-39 0,-1 2 0 16,-1 0 0-16,-1 0 0 0,-3-1 0 0,0-1 0 15,-2 1 0-15,0-1 0 0,0-2 0 0,-4-3 0 16,-3-11 0-16,-1 0 0 0,1-5 0 0,-1-13 0 16,0 1 0-16,3-10 0 0,0-1 0 0,-3-7 0 15,-2-5 0-15,0 0 0 0,-4 0 0 0,-1-16 0 16,2 0 0-16,-6-11 0 0,2-1 0 0,-1-10 0 15,-1 1 0-15,4-2 0 16,0 9 0-16,0-2 0 0,3 9 0 0,-2 3 0 16,2 3 0-16,-2 8 0 0,6 2 0 0,-4 6 0 15,1 1 0-15,0 0 0 0,-1 10 0 0,1 10 0 16,-2 7 0-16,-2 8 0 0,0 1 0 0,6 1 0 16,-1-3 0-16,-1 3 0 0,3-1 0 0,3-1 0 15,-1-5 0-15,3-1 0 0,1-3-635 0,2-6 170 16,0 2 203-16,0-3 116 0,0-3-744 0,0 0 426 15</inkml:trace>
  <inkml:trace contextRef="#ctx0" brushRef="#br0" timeOffset="103274.86">25773 10941 1622 0,'-13'-6'0'0,"5"-1"0"0,-1-3 0 0,0-1 0 0,3 1 0 0,0-2 0 0,4 0 0 0,2-1 0 0,0 0 0 0,2 0 0 0,10 0 168 0,5-1-69 0,2 3-30 0,-1 2 159 15,2 1-94-15,4 7-47 0,-4-1 10 0,1 2 60 16,1 0-58-16,-2 3-30 15,0 9 3-15,-4 1-1 0,0 4-21 0,-2 4-10 16,-4 1-49-16,-6 5 49 0,-2 0 0 0,-2 3-1 16,-4 4-40-16,-14 4 16 0,0-4-1 0,-4 1-47 15,-5-1 36-15,1-4 4 0,2-4-4 0,-6-1-26 16,0-4 46-16,4-5-25 0,-1-3 215 0,6-3-94 16,1-1-40-16,3-3-26 0,8-2 142 15,-1-2-101-15,4-1-94 0,4-1 0 0,2 0 0 0,0 0 0 16,0 3 0-16,10-1 0 0,7-1 0 15,4 1 0-15,1 2 0 0,6-3 0 16,-2 4 0-16,2-2 0 0,1 4 0 0,-6-4 0 16,7 2 0-16,-6-1 0 0,2 1 0 0,-5 1 0 15,1-2 0-15,-2-1 0 0,1 3 0 0,-1-2 0 16,-2-1 0-16,-1 2-213 0,0-2-237 0,0 1 195 16,-2-2 113-16,2-1-646 0,2-1 374 0,-1 0 187 15</inkml:trace>
  <inkml:trace contextRef="#ctx0" brushRef="#br0" timeOffset="103676.96">26382 11147 2067 0,'0'-24'0'0,"2"2"0"0,-2-5 0 0,0-1 0 0,0-2 0 0,0 2 0 0,0 0 0 0,0 1 0 0,0 2 0 15,0 6 0-15,-7-1 121 0,-2 5-40 0,-3 7-1 0,-1 2 148 0,-1 4-94 0,-5 2-37 0,-3 5 151 16,-2 16-104-16,-5 11-52 0,5 1-26 15,-1 7 128-15,7-4-67 0,-5 14-49 0,10-6 1 16,2-1 16-16,7-7-95 0,2 1 0 0,2-1 0 16,0-6 0-16,6-4 0 0,3-7 0 0,6-1 0 15,1-6 0-15,5-4 0 0,-2-7 0 0,2-1 0 16,1 0 0-16,-1-11 0 0,-3-8 0 0,0-2 0 16,-1-7 0-16,-4-2 0 0,-1 0 0 0,-1 0 0 15,-4 2 0-15,-3 7 0 16,-3 3 0-16,1 4 0 0,-2 5 0 0,0 2 0 15,0 2 0-15,0 5 0 0,-2 0 0 0,-3 9 0 16,0 11 0-16,1 1 0 0,1 0 0 0,3 8 0 16,0-2 0-16,0 1 0 0,0-1 0 0,5-2 0 15,2-4 0-15,4-1 0 0,3 0 0 0,-2-6 0 16,-2-3 0-16,5-1-141 0,-6-4-195 0,7-2 153 16,-8-4-159-16,4 0 151 0,0 0 76 0,-1-2 37 15,-2-7-488-15,0-5 267 16,1-4 130-16,-1-7 65 0,-3-3-374 0,-2-7 220 15,0-3 98-15</inkml:trace>
  <inkml:trace contextRef="#ctx0" brushRef="#br0" timeOffset="103937.69">26528 10776 1917 0,'-7'-34'0'0,"7"8"0"0,-2 1 0 0,2 2 0 0,0 9 0 0,0 1 0 0,2 1 0 0,11 5 0 0,2 3 0 0,2 2 0 0,1 2 387 0,2 0-173 15,2 3-88-15,-5 7 27 0,-1 2-46 0,-2 2-39 0,-6 2 0 0,-1 2-67 16,-7 1 1-16,0 2 37 15,0-3-61-15,-13 0 26 0,-3-4 0 0,-6 3 36 16,-1-6 103-16,5-1-51 0,-3-2-17 0,2-3-9 16,5-1 202-16,2-2-114 0,3 0-129 0,3-2-25 15,3 0 0-15,0 0 0 0,3 0 0 0,0 0 0 16,3 0 0-16,11 0 0 0,6 0 0 0,7 0 0 16,2 0 0-16,-2 0 0 0,3 0 0 0,0 0 0 15,-5 0 0-15,7 0 0 0,-7 0 0 0,3 0-159 16,-4 0-34-16,1 2-738 15,-5 5 435-15,1 3 234 0,-2 1 110 0</inkml:trace>
  <inkml:trace contextRef="#ctx0" brushRef="#br0" timeOffset="104115.18">26841 11001 3208 0,'-20'2'0'0,"0"3"0"16,5-3 0-16,-1 0 0 0,7 0 0 0,2-2 0 0,3 0 0 0,0 0 0 0,4 2 0 0,4 2 0 0,12 0 183 0,9 0-71 0,3-1 160 0,2-1-116 15,3 2-156-15,-1 0 0 0,3-1 0 0,-1-1 0 16,-1 1 0-16,-8 0-99 0,7 0-102 0,-9 0 120 16,-3 3-606-16,-2-3 343 0,0 1 187 0,-6-1-46 15,0-1-493-15,-4 0 328 0,-5-2 163 0,1 0 84 16</inkml:trace>
  <inkml:trace contextRef="#ctx0" brushRef="#br0" timeOffset="104297.68">27112 10811 2349 0,'-16'-22'0'0,"-1"9"0"0,2-1 0 0,1 5 0 0,0 2 0 0,5 3 0 0,2 2 0 0,1 2 0 0,5 0 0 0,-1 13 0 0,2 12 113 16,0 2 155-16,0 8-113 0,0 7-59 0,0-4 413 15,0 13-240-15,0-4-114 0,0-1-138 0,0 2-17 16,2-3 0-16,-1-8 0 0,1 5 0 0,0-5 0 16,1-1 0-16,2-6 0 0,-4-5-533 0,2-3 248 15,3-5 122-15,-3-2 95 0,1-5-504 16,3-5 267-16,3-3 132 0,1-2-524 15</inkml:trace>
  <inkml:trace contextRef="#ctx0" brushRef="#br0" timeOffset="104619.32">27214 10891 2563 0,'0'-20'0'0,"0"9"0"0,0 0 0 0,6-2 0 0,8-2 0 0,2 5 0 0,8 1 0 0,0 5 0 0,7 0 0 0,-1 4 0 0,3 0 170 0,-3 0-65 0,0 16 97 0,-3 2-86 15,-1 3-39-15,-7 6 1 0,-4 4-111 0,-10 3 36 16,-3 0 10-16,-2 3-65 0,-9 3 46 0,-9-3-1 16,-7-3-86-16,-3 0 66 0,3-11 44 0,-5 1-11 15,0-3-32-15,0-6 44 0,0-4-42 0,3-2-1 16,5-3 325-16,0-3-144 0,3-1-66 0,8 0 220 16,2-2-310-16,0 0 0 0,6 0 0 15,3 0 0-15,0 0 0 0,0 2 0 0,17-1 0 0,5 2 0 16,-1-1 0-16,7 0 0 15,0 1 0-15,2 0 0 0,0-1 0 0,2 1 0 16,-2-3 0-16,2 2 0 0,-2 0 0 0,2-2 0 16,-2 1-442-16,1-1 197 0,-1 2 68 0,0-2-615 15,0 0 376-15,0 0 189 0,-2-2 93 0,0-6-240 16,-1-8 157-16</inkml:trace>
  <inkml:trace contextRef="#ctx0" brushRef="#br0" timeOffset="104982.87">27930 10956 2303 0,'3'-30'0'0,"-3"8"0"0,0-2 0 0,0 4 0 0,-9 6 0 0,-3 2 0 0,-2 4 0 16,-2 5 0-16,-1 3 0 0,-3 0 0 0,-3 13 297 0,3 8-129 0,-1 2-64 0,0 5 275 0,5 5-174 15,-1 1-83-15,7-1-41 0,1 5 133 0,0-5-156 16,7 2-58-16,2-3 0 0,0-4 0 0,0-6 0 16,2 1 0-16,9-4 0 0,1-6 0 0,1-3 0 15,1-3 0-15,2-6 0 16,4-1 0-16,0 0 0 0,-1-9 0 0,4-10-151 15,-5 1 72-15,1-7-216 0,-4 1 132 0,0-4 38 16,-1-3 33-16,-2-1 42 0,-1 3 11 0,-7 0 0 16,1 9 173-16,-5 5-96 0,0-2-34 0,0 8 1 15,0 1 493-15,-2 4-237 0,-9 4-168 0,3 0-93 16,-3 10 0-16,0 12 0 0,6 2 0 0,2 5 0 16,1 5 0-16,2 1 0 0,0 1 0 0,0 0 0 15,5-3 0-15,7-1 0 0,-1-2 0 16,1-7 0-16,6 1 0 0,-6-9 0 15,4-2 0-15,-2-4-175 0,1-2 19 0,-3-6-3 16,4-1-210-16,-4 0 165 0,-1 0 82 0,1-9-466 16,-1-5 274-16,-1-6 128 0,1-6 78 0,-3-4-382 15,-1-8 225-15,-3-3 113 0</inkml:trace>
  <inkml:trace contextRef="#ctx0" brushRef="#br0" timeOffset="105242.38">28115 10703 2246 0,'-3'-22'0'0,"-1"2"0"0,4 5 0 0,0 0 0 0,0 3 0 0,0 3 0 0,9 2 0 0,6 1 0 0,3 5 0 0,4-2 0 0,0 3 132 0,-1 0-47 0,-1 6 90 0,-1 3-68 16,-3 5-34-16,-4-1 10 0,-4 1-73 0,-6 5 1 15,-2 0 28-15,0 2 0 0,-15-3 1 0,-2-1 10 16,-10 2-11-16,3-5 99 0,0-3-49 0,4-4-26 16,-3 1 207-16,1-3-106 0,7-2-86 0,4-2-78 15,4-1 0-15,2 0 0 16,3 0 0-16,2 0 0 0,0 0 0 0,0 3 0 15,9-2 0-15,12 1 0 0,4 0 0 0,-5-2 0 16,12 0 0-16,-4 2 0 0,2 0 0 0,-2 0 0 16,-1-1 0-16,-1 1-258 0,4 1 46 0,-3 2 96 15,-5 1-641-15,6-1 359 0,-8 1 170 0,3 1 99 16,-4 1-577-16</inkml:trace>
  <inkml:trace contextRef="#ctx0" brushRef="#br0" timeOffset="105755.35">28660 10817 2806 0,'-10'-7'0'0,"-2"1"0"0,-1 2 0 0,-1 2 0 0,-3 0 0 0,-1 2 0 0,0 0 0 0,0 6 0 0,-4 11 0 0,4 4 0 0,3 3 158 0,-2 4 113 0,4 4-121 16,1 0-56-16,2 2-27 0,0 0 186 0,7-3-121 16,1-3-132-16,2 4 0 15,0-5 0-15,0-7 0 0,4 1 0 0,7-4 0 16,2-6 0-16,4-1 0 0,0-6 0 0,3-4 0 15,5 0 0-15,-3-6 0 0,1-9 0 0,1-2-15 16,0-3-77-16,-1-3-13 0,-1-2-262 0,-1-1 145 16,-2 1 81-16,-3 1 56 0,-5 5-40 0,-4 2 43 15,-4 6 0-15,-1 0 283 0,-1 5-129 0,-1 1-51 16,0 3-30-16,-6 2 492 0,-5 0-251 0,-3 9-85 16,3 6 22-16,1 2-169 0,3 2 0 0,1 2 0 15,5 1 0-15,1 1 0 0,0-3 0 16,0-1 0-16,3-2 0 0,8-2 0 15,1-5 0-15,6-1 0 0,-2-5 0 0,3-4 0 16,6 0 0-16,-8 0 0 0,3-10 0 0,-3-3 0 16,1-2 0-16,-3-2 0 0,-2-3 0 0,-1 1-58 15,-5-2-12-15,-1-2 3 0,-4 1-10 0,-2-4 38 16,0 1 78-16,0 3-39 0,-10-1 0 16,-2 6 121-16,-1 2-86 0,-5 4-14 0,-2 3-24 0,1 7 101 15,0-2-98-15,0 3 0 16,3 0 0-16,-1 4 0 0,4 6 0 0,2 1 0 15,0 2 0-15,6-2 0 0,1 2 0 0,3 1 0 16,1 1 0-16,0-4 0 0,1 1 0 0,6-1 0 16,6-4 0-16,3 1 0 0,1-5 0 0,2 0-690 15,6-3 325-15,-2 0 153 0,7 0-549 0,0-3 361 16,3-6 180-16,-1-2 91 0,3-2-401 0</inkml:trace>
  <inkml:trace contextRef="#ctx0" brushRef="#br0" timeOffset="106356.49">29166 10875 2582 0,'2'-9'-1'0,"1"1"0"0,-1-1 1 0,-2 2-1 0,0-1 1 0,0 2 0 0,-7 1-1 0,1 1 1 0,-1 2 0 0,-3 0 0 0,5 2 160 0,0 0-60 0,2 0 191 15,-3 8-126-15,3 3-63 0,0 2-21 0,3 0 5 0,0 3 1 16,0 0-48-16,0 0 26 0,3 0 0 0,2 1-16 16,2-2-5-16,2-2-25 0,3 2-19 0,-3-2 0 15,1-2 0-15,0 3 0 0,-3-1 0 16,-2 0 0-16,1 0 0 0,-4 0 0 15,-2 0 0-15,0 3 0 0,-2-4 0 0,-11 3 0 16,-7 1 0-16,0-5 0 0,-2 2 0 0,1-5 0 16,-8 3 0-16,12-6 0 0,-6-1 0 0,5 0 0 15,8-2 0-15,1-2 0 0,2 1 0 0,5-1 0 16,0 0 0-16,2 0 0 0,0 0 0 0,8 0 0 16,14-1 0-16,5-7 0 0,1-1 0 0,2 0 0 15,2-2 0-15,-1-1 0 16,1-1 0-16,1 1 0 0,-5 0-70 0,-1-2 11 15,-2 3-61-15,-6 1 32 0,0 1 0 0,-5 2 49 16,-5 1 89-16,-2 0-45 0,-1 5-9 0,-5-1 202 16,1-1-110-16,-2 2-60 0,0 1-7 0,0 0 57 15,-9 0-78-15,-1 7 0 0,-1 6 0 16,2 2 0-16,1 5 0 0,4-2 0 0,-1 3 0 0,5-1 0 16,0 1 0-16,0-2 0 0,5 0 0 15,9-4 0-15,4-4 0 0,-1-2 0 16,8-4 0-16,0-2 0 0,1-3 0 0,-2 0 0 15,-1-4 0-15,2-10 0 0,0-2 0 0,-2 1 0 16,-4-4 0-16,-1-2 0 0,-1-3 0 0,-1-4 0 16,-7-1 0-16,-2-4 0 0,-4 0 0 0,-3-9 0 15,0 6 0-15,-3-9-14 0,-13 6-57 0,-1 9 1 16,-8-1 31-16,-1 9 48 0,-2 4-10 0,0 6-38 16,-2 6 137-16,0 5-67 0,0 1-35 0,8 0 1 15,3 5 106-15,3 2-103 16,7 5 0-16,6 1 0 0,1 4 0 0,2 0 0 15,2 2 0-15,12 2 0 0,5-3 0 0,2-1 0 16,7 2 0-16,-3-4 0 0,3-2 0 0,2-2 0 16,0 1 0-16,0-5-191 0,0 0 51 0,0-1-18 15,-7-2-734-15,7 2 432 0</inkml:trace>
  <inkml:trace contextRef="#ctx0" brushRef="#br0" timeOffset="107126.51">30489 10374 2776 0,'0'-18'0'0,"0"8"0"0,2 0 0 0,-2 2 0 0,0 1 0 0,0 5 0 0,0 1 0 0,0 1 0 0,0 1 0 0,0 20 0 0,0 13 268 0,0 7-116 0,-2 10-57 0,-5 3 366 15,-3 14-282-15,0-8-179 0,3 2 0 0,2-11 0 16,0 5 0-16,-3-9 0 0,5 7 0 0,1-8 0 16,1-11 0-16,1 1 0 0,0-7 0 0,0-10 0 15,0-1 0-15,0-7 0 0,0-4 0 16,0-3 0-16,0-4 0 0,0 0 0 0,0 0 0 0,-4-9 0 16,-1-6 0-16,-2-6 0 0,-4 0 0 15,-1-3 0-15,-3-2-49 0,-2-1 12 16,-2 1-1-16,-3 1 1 0,-3 4 2 0,-2 7-12 15,-3 5 10-15,-1 3 141 0,1 3-60 0,0 3-39 16,5 3 2-16,5 9 113 0,-1 5-120 0,5 4 0 16,8 2 0-16,-1 1 0 0,9 3 0 0,0-5 0 15,0 8 0-15,7-4 0 0,10-1 0 0,9-5 0 16,4-2 0-16,2-7 0 0,16-4 0 0,-1-7 0 16,3 0 0-16,6-5 0 0,-3-12 0 0,1-5 0 15,6-5 0-15,-5 0 0 0,-4-4-33 16,-9 3-175-16,6-8 85 0,-6 0 33 15,0-3 8-15,-7 2 0 0,-8 5 45 0,-6 3-1 16,-12 11 147-16,-4 5-83 0,-2-3-27 0,-3 7 196 16,-7 7-116-16,-11 2-58 0,-5 5-30 0,1 13 282 15,5 6-273-15,-1 6 0 0,6 2 0 0,5 3 0 16,1 1 0-16,6 2 0 0,0-2 0 0,6-3 0 16,8-1 0-16,9-3 0 0,5-3 0 15,2-8 0-15,4-2 0 0,4-7 0 16,-3-6 0-16,2-3 0 0,2 0 0 0,-5-1 0 15,-2-9 0-15,-4-5 0 0,-3-3 0 0,-2-5 0 16,-3-4 0-16,-4-2 0 0,-5-5 0 0,-1-9 0 16,-10 0 0-16,0-3 0 0,0-2 0 0,-12-3 0 15,-6 2-102-15,-2 4-222 0,-2 15 143 0,-11-4 72 16,1 18 26-16,-11 0 75 0,12 11 0 0,-1 3-29 16,7 2 279-16,1 0-139 0,4 10-80 15,1 8-26-15,8 0 490 0,1 7-487 0,6 2 0 16,4-1 0-16,0 2 0 0,3 2 0 15,10-2 0-15,5 3 0 0,12-2 0 0,0-6 0 16,3-4 0-16,8 1 0 0,2-7 0 0,2-2 0 16,-5-3 0-16,5-2 0 0,-5-3 0 0,16 1 0 15,-4-2 0-15,10-2 0 0,-14 2 0 0,9 2 0 16,-5-4-1093-16,-1 0 465 0,-1-6 295 0</inkml:trace>
  <inkml:trace contextRef="#ctx0" brushRef="#br0" timeOffset="107233.32">31980 10999 1810 0,'-5'-3'0'0,"5"3"0"0,0 0 0 0,0 0 0 0,0 0 0 0,0 0 0 0,0 0 0 0,1 0 0 0,5 0 0 0,1 0 0 0,7-3-16 0</inkml:trace>
  <inkml:trace contextRef="#ctx0" brushRef="#br0" timeOffset="111319.06">3428 11676 1144 0,'0'0'0'0,"0"0"0"0,0 0 0 0,0 0 0 0,0 0 0 0,0 0 0 0,0 0 0 0,0 0 0 0,0 0 0 0,0 0 0 0,0 0 38 0,0 0 80 0,0 0-40 16,0 0 9-16,0 0-49 0,0 0 138 0,0 0-70 15,0 3-33-15,0 9-1 0,0 4 168 0,0 9-105 16,0 5-49-16,0 9 145 0,-4 7-96 0,-1 5-49 15,0 5 144-15,-3 13-100 0,3-3-47 0,2 1 1 16,-1 1 21-16,4-1-33 0,0-7 9 0,0 12-43 16,0-20 118-16,4 2-59 0,9-4-85 0,-5-15-12 15,4 2 0-15,3-6 0 0,-3-11 0 16,2-1 0-16,-2-6 0 0,1-4 0 16,-4-2 0-16,-1-4 0 0,2-3 0 0,0 0 0 15,0 0 0-15,-3-7 0 0,2-7 0 0,-2-1 0 16,2-1 0-16,-2-3 0 0,0-1 0 0,2 0 0 15,1-1-253-15,1-3-167 0,0 2 192 0,0 0-620 16</inkml:trace>
  <inkml:trace contextRef="#ctx0" brushRef="#br0" timeOffset="111331.09">3684 12485 380 0</inkml:trace>
  <inkml:trace contextRef="#ctx0" brushRef="#br0" timeOffset="111511.14">3780 12310 3070 0,'0'-4'0'15,"0"1"0"-15,0 1 0 0,0 1 0 0,0 1 0 0,0 0 0 0,0 3 0 0,0 11 0 0,0 7 0 0,2 3 0 0,0 5 619 0,5 1-377 0,-2 2-242 0,0 2 0 0,4-1 0 0,-5 1 0 0,3-3 0 16,-4 2 0-16,4-5 0 0,-1 0 0 16,-3-5 0-16,1-1 0 0,-1-4 0 0,-1 0 0 15,0-3-360-15,-2-6 22 0,0 0 181 0,0-1-29 16,0-2-545-16,0-2 337 16,0-4 183-16,0 0 86 0,0 0-438 0</inkml:trace>
  <inkml:trace contextRef="#ctx0" brushRef="#br0" timeOffset="111794.17">4079 12139 2767 0,'0'0'0'0,"-3"0"0"0,1 0 0 0,2 0 0 0,0 0 0 0,0 0 0 0,0 0 0 0,0 0 0 0,5 0 0 0,4 0 0 0,3 0 113 0,3 0 439 15,0 0-249-15,3 2-138 0,0 0-134 16,3-2-31-16,-1 1 0 0,-3-1 0 0,3 0 0 16,-4 0 0-16,1 0 0 0,-2 0 0 0,0 0 0 15,-5 0 0-15,1 0 0 0,-2 0-880 0,1 0 430 16,-3 4 122-16,1 4 150 0</inkml:trace>
  <inkml:trace contextRef="#ctx0" brushRef="#br0" timeOffset="111959.26">4178 12373 3618 0,'-16'9'0'0,"2"-2"0"0,5-3 0 0,-1-1 0 0,6-1 0 0,1-2 0 0,3 4 0 0,0-2 0 0,10 2 0 0,15-3 0 0,1 1 191 16,4-2-77-16,1 0-106 0,-5 0-8 0,8 0 0 15,-6 0 0-15,0 0 0 0,-2 0 0 16,-2 0 0-16,-2 3-257 0,3 0-77 0,-3 4 185 0,1 3 93 16</inkml:trace>
  <inkml:trace contextRef="#ctx0" brushRef="#br0" timeOffset="112711.72">5846 12083 2126 0,'0'-12'0'0,"0"3"0"0,0-3 0 0,0-3 0 0,0-3 0 0,0-5 0 0,1-2 0 0,1 2 0 0,0 0 0 16,0-7 0-16,0 2 165 0,-2 0-64 0,0 1-31 0,0 1-1 0,0 2 50 0,0-4-46 0,-6 3 0 16,1 1 4-16,-2 0-40 0,-4 0 1 0,1 6 10 15,0-1 51-15,-7 3-31 0,4 1 0 0,-5 2-30 16,0 5 142-16,0-2-62 0,-3 6-45 15,0 1 66-15,2 0-51 0,-3 3-25 0,4 0-62 0,-2 0-1 16,2 8 0-16,3 4 0 0,-1 3 0 16,3 3 0-16,3 7 0 0,-1 1 0 15,6 6 0-15,1 7 0 0,3 3 0 0,1 2 0 16,0 7 0-16,0 4 0 0,0 1 0 0,0 3 0 16,3 6 0-16,4-3 0 0,1 0 0 0,0-5 0 15,-1 12 0-15,2-3 0 0,-1 2 0 0,0-3 0 16,-3-10 0-16,2 3 0 0,0 8 0 0,-4-16 0 15,1 5 0-15,-2-4 0 0,0 1 0 0,0-1 0 16,-2-2 0-16,0-4 0 0,0-8 0 0,-2 1 0 16,-8-2 0-16,2-5 0 0,-8 0 0 0,2-5 0 15,-8-1 0-15,2-2 0 0,-5-2 0 0,0-2 0 16,-1-2 0-16,-2-2 0 16,2-2 0-16,-2-4 0 0,5-3 0 0,3 0 0 15,-1-3 0-15,5-1 0 0,4-2 0 0,1 2 0 16,3-2 0-16,2 0 0 0,5 0 0 0,-1 0 0 15,2 0 0-15,0 0 0 0,9-7 0 0,12-5 0 16,1 1-994-16,4-4 447 0,10-6 255 0,2 1 126 16,-4-3-619-16</inkml:trace>
  <inkml:trace contextRef="#ctx0" brushRef="#br0" timeOffset="113019.08">5871 12971 3299 0,'8'-9'0'0,"-2"2"0"0,-3 5 0 0,-3-1 0 0,0 3 0 0,0 4 0 0,0 11 0 0,-7 4 0 0,2 7 0 0,3 3 0 0,0 3 245 0,2 1-95 16,0 1 87-16,0 0-237 0,4-1 0 0,8-1 0 0,6-4 0 16,-1-7 0-16,6 3 0 0,2-6 0 15,-2-7 0-15,-3-6 0 0,3-2 0 16,2-3 0-16,-1 0 0 0,-6-8 0 0,2-9 0 16,-6-4 0-16,-2-1 0 0,-5 1 0 0,2-8 0 15,-9 4 0-15,0-4 0 0,0-3 0 0,-3-1 0 16,-10-1 0-16,-4 2 0 0,-2 4 0 0,-4 4 0 15,-2 5 0-15,-4 6 0 0,-1 3 0 16,1 6 0-16,-1 2 0 0,1 2 0 0,9 0 0 0,-1 6 0 16,1 4 0-16,6 1 0 0,3-1 0 0,3 5 0 15,6-4 0-15,2-1-12 16,0-1-148-16,0 4 57 0,7-5-433 0,7-2 250 16,0-2 123-16,4-4 63 0,2 0-725 0,4 0 398 15</inkml:trace>
  <inkml:trace contextRef="#ctx0" brushRef="#br0" timeOffset="113273.54">6086 11735 3518 0,'-20'-9'0'0,"8"5"0"0,1-2 0 0,5 4 0 0,2-3 0 0,4 3 0 0,0 0 0 0,0 1 0 0,17-2 0 0,9 1 0 0,4 1 163 0,4 1-52 16,10 0-42-16,-2 0 1 0,-2 0-70 0,3 0 0 0,-5 1 0 16,-3 4 0-16,1-2 0 0,0-1 0 0,-5 3 0 15,-4-4 0-15,-3 2 0 0,-1-1 0 0,-4 0 0 16,-1-2-232-16,-7 2 43 0,-2-2-331 16,-1 2 216-16,-5-2 123 0,-2 0 77 0,2 0-574 15,-3 0 320-15</inkml:trace>
  <inkml:trace contextRef="#ctx0" brushRef="#br0" timeOffset="113444.23">6336 11707 2621 0,'-23'8'0'0,"4"3"0"0,4-2 0 0,-1 0 0 0,4 1 0 0,5 1 0 0,3 0 0 0,1 5 0 0,3-1 0 0,0 1 0 0,0 2 274 0,0 0-118 0,0 3-50 0,0 0 69 0,2-1-68 15,-1 3-35-15,1-1 0 0,0-1-388 0,0 0 186 16,0-3 79-16,1-1-267 0,-1-1 177 15,2-4 90-15,-3-3-699 0,5 0 367 0,0-4 107 0,3-3 120 16</inkml:trace>
  <inkml:trace contextRef="#ctx0" brushRef="#br0" timeOffset="113763.04">6448 11776 2387 0,'3'-12'0'0,"0"2"0"0,-3 3 0 0,0-1 0 0,0 2 0 0,0 5 0 0,0-2 0 0,0 2 0 0,0 1 0 0,0 0 0 0,0 0 495 0,0 0-220 0,2 0-123 0,2 1-57 16,0 9 254-16,-1 3-171 0,1 2-178 0,-1 4 0 16,1 2 0-16,0 5 0 15,-1-2 0-15,-2 5 0 0,2 0 0 0,-3 2 0 0,0 1 0 16,0 0 0-16,0-1 0 0,0 3 0 0,0-2 0 16,0 0 0-16,0-2 0 0,0-2 0 0,0-3 0 15,0-3 0-15,0-1 0 0,0-2 0 0,1-2 0 16,1-6 0-16,0 0 0 0,-1-2 0 0,-1-5 0 15,0 0 0-15,0-2 0 0,0-2 0 0,0 0 0 16,0 0 0-16,0 0 0 0,0 0 0 0,0 0 0 16,0 0 0-16,-1 0 0 0,-3 0 0 0,3 0 0 15,-2 0 0-15,2 0 0 16,-2 0 0-16,2 0 0 0,-2 0 0 0,3 0 0 16,-2 0 0-16,0 4 0 0,2 3 0 0</inkml:trace>
  <inkml:trace contextRef="#ctx0" brushRef="#br0" timeOffset="115585.33">7340 11932 2476 0,'-2'-2'0'0,"1"1"0"0,1 1 0 0,0 0 0 0,0-3 0 0,0 2 0 0,0-1 0 0,3-2 0 0,9 0 0 0,1-1 0 0,2 1 120 0,0-1 69 0,2 1-65 15,1-2-47-15,2 2-1 0,0 0 150 0,-1 3-94 16,4-1-46-16,-2 0 9 0,0 0 96 0,2 0-77 15,0 0-89-15,0 2-25 0,-1 0 0 0,2 0 0 16,3 0 0-16,-3 0 0 0,5-1 0 0,0 1 0 16,2-4 0-16,1 4 0 0,3-1 0 15,1 0 0-15,6 0 0 0,-1-2 0 16,-4 3 0-16,9-2 0 0,-1 2 0 0,-1 0 0 16,1 0 0-1,2 0 0-15,-3 0 0 0,11 0 0 16,-2 0 0-16,2 2 0 0,0 2 0 0,0-2 0 15,3 5 0 1,9-3 0-16,-8 1 0 0,6-1 0 0,-1 0 0 0,3-1 0 0,-1 0 0 0,10 1 0 0,-2-2 0 0,-5-1 0 16,2 1 0-16,1 1 0 0,-10-3 0 15,17 1 0-15,-5-1 0 0,1 0 0 0,-3 0 0 0,6 0 0 16,-2 0 0-16,3 0 0 0,3 0 0 0,10 0 0 16,-2-1 0-16,-3-2 0 0,-4 1 0 0,20-4 0 15,-6 2 0-15,0-1 0 0,6-1 0 0,0 1 0 16,-8 1 0-16,19-3 0 0,-8 5 0 0,-3-2 0 15,3 2 0-15,-2 0 0 0,-10 0 0 0,19 2 0 16,-10 0 0-16,-2 0 0 0,5 0 0 0,-5 0 0 16,-12 0 0-16,19 0 0 15,-11 0 0-15,0 0 0 0,-1 2 0 0,-2 2 0 16,-16 0 0-16,9-3 0 0,-6 4 0 0,-5-2 0 16,-2 1 0-16,-6 0 0 0,-8 0 0 0,-4-1 0 15,-4 1 0-15,-12 0 0 0,-4 0 0 0,-6-1 0 16,-10 2 0-16,-3-2 0 0,-8-1 0 0,0 1 0 15,-8-3 0-15,-1 2 0 0,0 2-90 0,-17 2-271 16,-8-2 160-16,-10 7-568 0,-6-1 365 0,-8 2 183 16</inkml:trace>
  <inkml:trace contextRef="#ctx0" brushRef="#br0" timeOffset="116230.53">7205 11964 2280 0,'-15'-10'0'0,"4"10"0"0,2 0 0 0,3 0 0 0,3 0 0 0,-2 0 0 0,5 8 0 0,0 8 0 0,0 2 0 0,0 9 0 0,8 9 351 15,3 3-156-15,4 4-79 0,-1 6-31 0,1 3 119 16,-2 16-84-16,-2-2-41 0,-4 2 48 0,-1 6-44 16,-4-8 9-16,0 16 22 0,0-6-38 0,-2-4-67 15,0-3-9-15,0-2 0 0,0-8 0 16,0 3 0-16,0-8 0 0,-2-5 0 0,0-11 0 16,0-9 0-16,1 2 0 0,-2-9 0 0,3-9 0 15,-2-4 0-15,1-3 0 0,1-4 0 0,-4-2 0 16,-4 0 0-16,-3-2 0 0,-1-15 0 0,-4-3 0 15,-1-5 0-15,-5-8 0 16,1-3 0-16,-2-1 0 0,0 1 0 0,3 5 0 0,-2-1 0 0,-1 6 0 16,0 3 0-16,3 7 0 0,3 5 0 15,-2 3 0-15,2 4 0 0,1 2 0 16,2 2 0-16,0 2 0 0,2 11 0 0,1 10 0 16,4-2 0-16,1 6 0 0,-1 4 0 0,7-1 0 15,-5 2 0-15,5 0 0 0,-2-6 0 0,2 7 0 16,-2-6 0-16,1 0 0 0,1-5 0 0,-2-1 0 15,2-2 0-15,-2-2-45 0,2-6-35 0,-2 0-268 16,2-4 155-16,0 1 78 0,0-3-504 0,0-3 295 16,2 0 143-16,9-2 73 15,5 0-440-15,2-9 256 0,2-8 117 0</inkml:trace>
  <inkml:trace contextRef="#ctx0" brushRef="#br0" timeOffset="116789.43">7510 12614 2239 0,'-16'-13'0'0,"3"2"0"0,-2 0 0 0,2-3 0 0,1 2 0 0,-2-6 0 0,5 3 0 0,1 0 0 0,2-1 0 0,4 0 0 0,2 0 356 15,0-2-164-15,10 0-77 0,7 1-39 0,6 0 96 0,1 3-67 0,5 3-25 0,-1 2-9 0,4 4 3 16,-1 3-37-16,-1 2 1 0,-1 0-1 0,-6 0 14 15,6 15-13-15,-5 0-1 0,-3 5-48 0,-4 5 25 16,-4 4-1-16,-4 0 34 0,-5 4-72 0,-4 5 31 16,0 3-2-16,-9 0 33 0,-8-2-96 0,0-6 46 15,-9 9 1-15,7-15 7 16,-8 3 5-16,-1-3 13 0,2-4-20 0,-4-4 215 16,2-7-205-16,0 0-3 0,7-4 0 0,-2-3 0 15,3-2 0-15,4-1 0 0,4-2 0 0,4 0 0 16,0 0 0-16,5 0 0 0,1 0 0 0,2 0 0 15,0 0 0-15,9 0 0 0,12 0 0 16,3 2 0-16,5 1 0 0,1 2 0 0,2-1 0 0,1 1 0 16,1 1 0-16,2 0 0 15,-3-3 0-15,3 3 0 0,-1 0 0 0,-2-1 0 16,1-1 0-16,0 0 0 0,-2 0-117 0,1-1-345 16,-4 1 216-16,1 0-631 0,0-2 420 0,0-2 210 15,2 0 104-15,0 0-235 0,1-8 175 0,3-5 83 16</inkml:trace>
  <inkml:trace contextRef="#ctx0" brushRef="#br0" timeOffset="117164.46">8363 12798 1833 0,'3'-26'0'0,"-1"5"0"0,0-8 0 0,-2 4 0 0,0-3 0 0,0 1 0 0,-4 5 0 0,-7-7 0 0,1 5 0 0,-2 1 0 0,0 7 302 0,-1-3-133 0,-2 6-56 0,0 2-42 16,-2 3 302-16,-3 6-167 0,0 2-85 0,-6 0-42 15,1 15 204-15,2 10-128 0,-4 7-58 0,3 3 32 16,3 7-129-16,4 0 0 15,4-2 0-15,0 11 0 0,7-8 0 0,6-8 0 0,0 5 0 0,2-5 0 16,7 0 0-16,9-7 0 0,0-4 0 16,5-5 0-16,0-6 0 0,-5-3 0 15,5-6 0-15,3-4 0 0,-3 0 0 0,-1-7 0 16,-3-9 0-16,-4-4 0 0,-2-3 0 0,-2-7-114 16,-2 1 37-16,-3 0 1 0,-2-2 95 0,1 3-28 15,-4 6-10-15,-1-3-18 0,0 7 263 0,0 4-139 16,0 5-87-16,-1 1 0 0,-6 4 0 0,2 3 0 15,-3 1 0-15,2 7 0 0,2 10 0 0,4 8 0 16,0-3 0-16,0 10 0 0,0 0 0 0,2 0 0 16,9 0 0-16,3-2 0 15,1 0 0-15,4-4 0 0,0-1 0 0,3-7 0 16,-1 0 0-16,0-9 0 0,-1 0 0 0,1-5-143 16,0-1-35-16,-5-3-511 0,3 0 326 0,-4-3 163 15,0-10 72-15,-1-2-465 0,-1-9 278 0,-1-3 139 16,-1-11-372-16</inkml:trace>
  <inkml:trace contextRef="#ctx0" brushRef="#br0" timeOffset="117447.81">8599 12312 3029 0,'-8'-28'0'0,"1"6"0"0,-1 6 0 0,2 3 0 0,5 2 0 0,0 3 0 0,1 3 0 0,0 1 0 0,4 0 0 15,15 2 0-15,6 0 242 0,0 2-103 0,-2 0-41 0,7 0 13 0,-3 10-38 0,-2-1 1 0,-6 2-142 16,-1 2 52-16,-4 2 37 0,-7 2-10 15,-5 1-135-15,-2 2 82 0,-5-2 39 0,-15 2 132 0,-5-3-36 16,-5 0-9-16,0-5-47 0,-3-1 6 0,2-1-43 16,1-2 0-16,9-4 0 15,-2-2 0-15,4-1 0 0,8 1 0 0,2-2 0 16,2 0 0-16,5 0 0 0,2 0 0 0,0 0 0 16,20 0 0-16,4 0 0 0,6 0 0 0,2 0 0 15,5 0 0-15,1 0 0 0,9-2 0 0,-11 2 0 16,8 0 0-16,-9 0 0 0,2 0-214 15,-1 0-257-15,-1 2 218 0,-4 7 107 0,-3 4-356 0,-4 0 223 16,0 7 125-16</inkml:trace>
  <inkml:trace contextRef="#ctx0" brushRef="#br0" timeOffset="117630.51">8986 12646 3104 0,'-25'4'0'15,"7"1"0"-15,-4 1 0 0,4-5 0 0,7 2 0 0,2-3 0 0,3 0 0 0,6 1 0 0,0 2 0 0,12 0 0 0,12 3 209 0,6 0-86 0,9 1 176 16,1-1-131-16,2-1-140 0,-2-1-28 0,5 0-13 0,-4 0-51 0,-2-4 50 0,-2 1-540 16,-5 1 295-16,-4-2 158 15,-2 2 64-15,-4 0-293 0,-4-1 58 0,-7-1 133 16,-3 3-548-16,-5-3 316 0,-1 0 171 0,-2 0 81 16</inkml:trace>
  <inkml:trace contextRef="#ctx0" brushRef="#br0" timeOffset="117798.1">9259 12414 2493 0,'-13'-16'0'0,"-3"7"0"0,6 7 0 0,-1-2 0 0,2 4 0 0,-1 0 0 16,3 10 0-16,5 11 0 0,0 6 0 0,2 5 0 0,0 10 320 0,0 3-141 0,0 0-70 0,0-4 390 0,2 13-236 0,0-7-195 0,0 0-68 16,0-2 0-16,1-1 0 0,2-8-152 15,-1 7 40-15,-1-5 75 0,1-5 37 0,-2-1-759 0,1-4 399 16,-1-7 154-16,2-1-59 0,-1-3-553 0</inkml:trace>
  <inkml:trace contextRef="#ctx0" brushRef="#br0" timeOffset="118128.73">9466 12533 2735 0,'2'-11'0'0,"6"1"0"0,2 2 0 0,0-6 0 0,6 6 0 0,0-1 0 0,11 3 0 0,1 5 0 0,0 1 0 0,4 0 0 0,-1 1 121 16,-4 17-32-16,0 1-10 0,-3 5 17 0,-7 3-29 0,-5 6 0 16,-7 0-73-16,-5 3 8 0,0 7 36 15,-15-6-1-15,-10 2 22 0,-5 0-22 0,-4-3 0 16,2-8 250-16,-9 5-130 0,4-8-128 0,7-8-29 16,0-2 0-16,2-4 0 0,7-3 0 0,1-5 0 15,6-1 0-15,4-2 0 0,4 0 0 0,1 0 0 16,3 0 0-16,2 0 0 0,0 0 0 0,7 0 0 15,9 0 0-15,3 0 0 0,1 0 0 0,7 0 0 16,-3 0 0-16,4 0 0 0,1 0 0 16,-5 0 0-16,6 3 0 0,-3 1 0 15,-2 1 0-15,2 1 0 0,-3-3 0 0,-3 1-740 16,6 2 226-16,-7-4 238 0,8 0-632 0,2-2 435 16</inkml:trace>
  <inkml:trace contextRef="#ctx0" brushRef="#br0" timeOffset="118505.78">10171 12678 2690 0,'0'-27'0'0,"0"2"0"0,0 0 0 0,-9 3 0 0,0 3 0 0,-5 2 0 0,-1 3 0 0,0 3 0 0,-2 5 0 16,-4 4 0-16,-1 2 461 0,2 5-202 0,-2 13-116 0,-2 8-53 0,6 3 135 0,-3 11-162 16,7-2-63-16,5 0 0 0,-2 13 0 0,8-6 0 15,3 0 0-15,0-1 0 0,0-9 0 0,3 3 0 16,10-7 0-16,1-4 0 0,-2-7 0 0,6-3 0 15,-2-5 0-15,0-4 0 0,2-8 0 16,-1 0 0-16,1-11-343 0,0-9 148 0,-1-8 51 16,-4-2-3-16,1-4 60 0,0-1 24 15,-3-1 2-15,1-8 24 0,-3 13-1 0,0-5-8 16,-4 4 200-16,1 7-96 0,-3 4-47 0,-1 9-25 16,-2 1 547-16,0 2-274 0,0 6-99 0,0 3-160 15,-2 0 0-15,-5 13 0 0,2 9 0 0,5 1 0 16,-2 7 0-16,2 1 0 0,0 0 0 0,0 1 0 15,0-1 0-15,7-7 0 0,5 5 0 0,-1-6 0 16,3-4 0-16,0-4 0 16,-3-1-306-16,1-7-97 0,-1 1 160 0,-2-5 103 15,-1-1-507-15,0-2 304 0,-3 0 154 0,-1-2-365 16,-1-9 263-16,2-8 127 0,-1-5 63 0,-3-4-119 16</inkml:trace>
  <inkml:trace contextRef="#ctx0" brushRef="#br0" timeOffset="118740.43">10337 12450 1841 0,'5'-36'0'0,"1"4"0"0,1 9 0 0,3 0 0 15,1 4 0-15,0 6 0 0,3 3 0 0,0 6 0 0,3 1 0 0,3 3 0 0,3 0 385 0,0 0-174 0,-2 13-87 0,-5-5-44 0,2 5 175 0,-6 1-113 16,-2 1-53-16,-7 0-26 0,-3 2-55 0,0 1-1 16,-11-1 39-16,-13 4 18 0,-3-5-1 0,0-1-26 15,-1-1 1-15,-1-3 98 0,7-5-40 0,1 1-34 16,2-4 121-16,9-1-182 0,3 1-1 0,2-3 0 15,3 0 0-15,2 1 0 0,5-1 0 0,18 2 0 16,4-2 0-16,6 2 0 0,5-2 0 0,11 0 0 16,-3 0 0-16,5 0 0 15,-2 0-537-15,0 2 47 0,2 1 230 0,-3 4 73 16,0 1-405-16</inkml:trace>
  <inkml:trace contextRef="#ctx0" brushRef="#br0" timeOffset="121491.53">11070 12740 1055 0,'3'10'0'0,"-1"-3"0"0,2-2 0 0,-3 0 0 0,3 0 0 0,-2-5 0 0,1 1 0 0,-1-1 0 0,4 0 0 16,-3 0 0-16,4-8 130 0,-2-6-51 0,1 0 114 0,-3-2-77 0,3-3-39 16,-3 1 1-16,2-4 38 0,-3 2-44 0,0-1 1 0,0 1-35 15,-2-1 44-15,0 3 0 16,0-1-34-16,0 1 51 0,-2 3-31 0,-7 3 1 0,2 3-30 0,-2 2 47 15,-5 0 10-15,3 5-57 16,-5 2 83-16,-3 0-41 0,-2 16 0 0,1 4-43 16,-1 6 60-16,-2 3-35 0,0 8 1 0,3 1-26 15,3 0 25-15,4 0 0 0,3-2-14 0,3 1 59 16,1 2-35-16,6-4 0 0,0 1-8 16,0-4 0-16,2-7-17 0,12 4-44 0,-3-4-4 0,2-8 0 15,2 0 0-15,2-6 0 0,0-3 0 0,2-4 0 16,1-4 0-16,-1 0 0 0,6-1 0 0,-3-13-2 15,0-4-10-15,-1-4-134 16,-1-5 77-16,0-2 17 0,-1-1-63 0,-3 0 41 16,0-1 24-16,-4 5 1 0,-4 3 34 0,-2 2-29 15,-2 9 16-15,-2 0-23 0,-1 4 187 0,-1 3-76 16,0 3-40-16,0 2 297 0,-7 0-157 0,-3 17-146 16,3 4-14-16,-2 4 0 0,2 4 0 0,5-1 0 15,2 2 0-15,0 2 0 0,0-2 0 0,10-4 0 16,5 1 0-16,4-4 0 0,4-4 0 0,-1-3 0 15,1-7 0-15,9-1 0 16,-4-8 0-16,2 0 0 0,-2 0 0 0,0-10 0 16,-5-3 0-16,1-5 0 0,-9 3 0 0,0-4-36 15,-1-1 72-15,-7-1-36 0,-4 0 0 0,-1-3 0 16,-2-1 0-16,0 3 0 0,-2-6 0 0,-8 4 0 16,-4 4 0-16,-4-7 0 0,-3 6 0 0,0 5 0 15,-3 1 0-15,3 6 0 0,-7-1 0 0,7 7 0 16,1 1 0-16,-1 2 0 15,2 0 0-15,2 0 0 0,4 7 0 0,2 3 0 16,3 1 0-16,3 2 0 0,0 1 0 0,5 2 0 16,0-1-315-16,3 1 85 0,6 0 96 0,8-1-590 15,4-2 343-15,0-5 162 0,9 1 95 0,0-2-502 16,3-6 294-16</inkml:trace>
  <inkml:trace contextRef="#ctx0" brushRef="#br0" timeOffset="121815.09">11884 12685 2380 0,'11'-14'-1'0,"-5"2"0"0,-2-1 0 0,-2 3 0 0,-2 2 0 0,0 0 0 0,-2 2 1 0,-8 3-1 0,1 1 1 0,-4 2 0 0,1 0 174 0,-2 0-58 0,-2 11 373 0,0 5-225 16,0 3-114-16,2 3-55 0,2 2 159 0,6-4-238 16,1 9-16-16,5-6 0 0,0 4 0 0,4-4 0 15,11-1 0-15,3-5 0 0,5 4 0 0,0-6 0 16,-1-1 0-16,-5-2 0 0,0 1 0 0,-2-2 0 15,-2 3 0-15,-5-1 0 16,-4 0 0-16,-3 2 0 0,-1 0 0 0,0 2 0 16,-13 2 0-16,-4-1 0 0,-4 0 0 0,-3 0 0 15,-3 3 0-15,0-4 0 0,-1-1 0 0,0 1 0 16,-1-3 0-16,3-1 0 0,7-4 0 0,-1 1 0 16,2-3 0-16,7-4 0 0,0 2 0 0,5-4 0 15,2 1 0-15,3-2 0 0,1 0 0 0,0 0 0 16,0 0 0-16,0 0 0 0,5 0-965 0,7 0 454 15,3 0 235-15,2-3 119 16,5-4-576-16</inkml:trace>
  <inkml:trace contextRef="#ctx0" brushRef="#br0" timeOffset="122372.67">12453 12646 2242 0,'-6'-11'0'0,"-1"5"0"0,3 1 0 0,-3-1 0 15,1 2 0-15,0 1 0 0,1 1 0 0,-2-1 0 0,1 3 0 0,0 0 0 0,-2 0 96 0,1 14 274 0,0 6-167 16,-1 6-83-16,0 2 197 0,1 5-132 0,2 1-78 16,1 3-36-16,0 0 149 15,4 3-220-15,0-3 0 0,0 1 0 0,0-4 0 0,4 0 0 0,7-4 0 16,2-1 0-16,0-6 0 16,2-5 0-16,2-2 0 0,0-3 0 0,4-3 0 15,0-5 0-15,1-2 0 0,0-3 0 0,5 0 0 16,-5-10 0-16,5-5 0 0,-4-6 0 0,2-1 0 0,-2-3 0 15,0-2 0-15,-5-4 0 0,-3-1 0 16,2-7 0-16,-7 0 0 16,-3 1 0-16,-1-13 0 0,-5 3 0 0,-1 0 0 0,0 0 0 15,0 6 0-15,-12-5 0 0,-4 18 0 0,-6-2 0 0,-2 7 0 16,-5 8 0-16,-1 3 0 0,-5 11 0 0,-1 2 0 16,-6 2 0-16,7 14 0 0,5 0 0 0,1 7 0 15,5 1 0-15,6 3 0 0,2-1 0 0,9 2 0 16,5 0 0-16,2-3 0 0,0 3 0 15,7-4 0-15,12-1 0 0,0-2 0 16,3-5 0-16,5-2 0 0,1-4 0 0,2-1 0 16,0-4 0-16,0-4 0 0,2-1 0 0,-5 0 0 15,5 0 0-15,-6 0 0 0,-4 0-259 0,-1-1-33 16,0 1 127-16,-3 0-870 0</inkml:trace>
  <inkml:trace contextRef="#ctx0" brushRef="#br0" timeOffset="123952.9">13991 12693 1375 0,'0'0'0'0,"0"0"0"0,0 0 0 0,0 0 0 0,0 0 0 0,0-2 0 0,0-5 0 0,0-5 0 0,2 1 0 0,0 0 0 0,1-4 66 0,-2 0 153 0,1-2-96 0,-2-1-42 15,0 2 73-15,0 0-58 0,0-2-29 0,0 1 10 16,-6 0 32-16,-2 1-35 0,1 0 0 0,-4 1-35 16,-2 4 71-16,-2 2-26 0,-4 2-10 0,-4 3 0 15,-1 4-1-15,-4 0-34 0,0 4 71 0,-4 10-26 16,-2 11-10-16,0 3-35 15,2 7 102-15,-2 7-51 0,4 3-26 0,2 4 10 16,4 3 58-16,5 1-46 0,4 0-57 0,7-1-29 16,6-5 0-16,2-5 0 0,0-3 0 0,12-2 0 15,5-5 0-15,2-3 0 0,5-8 0 0,-4-7 0 16,10-3 0-16,-1-4 0 0,1-7 0 0,2-3 0 16,5-19 0-16,-2-10 0 0,2-8 0 15,0-12 0-15,-5 0-24 0,-3-6-109 0,-3-5 42 0,-6 4 29 16,3-17-5-16,-6-1 56 0,1-14-35 15,-2 1 9-15,-3-3 8 0,-2 6-18 16,4-26 6-16,-2 10 2 0,-1 6 44 0,-3 17-40 16,-6 16 4-16,-1 18 14 0,-2 4 185 0,0 17-95 15,0 7-35-15,-5 7 365 0,-3 10-380 16,-5 1-23-16,-5 33 0 0,0 16 0 0,2 15 0 0,-2 20 0 16,8-7 0-16,-4 26 0 0,5-7 0 0,1 4 0 15,3 3 0-15,1-2 0 0,4-15 0 0,0 5 0 16,2-7 0-16,11-11 0 0,4-4 0 15,3-11 0-15,-1-11 0 0,6-6 0 16,-5-13 0-16,5-3 0 0,1-11 0 0,-1-8 0 16,3-6 0-16,-2-4 0 0,5-21 0 0,-4-7 0 15,-1-8 0-15,6-16 0 0,-7 6 0 0,7-19 0 16,-4-3 0-16,6-16 0 0,-4 2 0 0,-2 0 0 16,-7 14 0-16,-3 1 0 0,-8 21 0 0,-6 9 0 15,-2 14 0-15,-2 1 0 0,0 12 0 0,-12 7 0 16,-3 7 0-16,-8 7 0 0,-5 25 0 0,5 6 0 15,-2 11 0-15,0 11 0 16,10 2 0-16,7 4 0 0,7-1 0 0,1 1 0 16,0-8 0-16,17 10 0 0,8-11 0 0,4-3 0 15,4-11 0-15,4-3 0 0,4-3 0 0,5-9 0 16,-2-9 0-16,5-8 0 0,0-10 0 0,0-1 0 16,-8 0 0-16,8-16 0 0,-8-4 0 0,-4-5 0 15,-3-3 0-15,-4-3 0 0,-9-1 0 0,-2-9 0 16,-10-4 0-16,-7-3 0 15,-2-12 0-15,-3-1 0 0,-17 3 0 0,-10-17 0 16,-5 8 0-16,-4 4 0 0,-7 12 0 0,-4 13 0 16,1 13 0-16,-17 2 0 0,2 18 0 0,1 5 0 15,-1 0 0-15,11 9 0 16,0 10 0-16,10 3 0 16,17-3 0-16,5 7 0 0,10 3 0 15,9 1 0 1,2 3 0-16,9 7 0 0,19-6 0 0,8-1 0 15,8-3 0-15,6-3 0 0,12-2 0 0,-2-9 0 0,4-6 0 0,2-4 0 0,2-6 0 0,-10 0 0 0,15 0 0 0,-18 0 0 16,-1-3 0-16,-16 3-393 0</inkml:trace>
  <inkml:trace contextRef="#ctx0" brushRef="#br0" timeOffset="125407.57">16524 12457 2274 0,'0'0'0'0,"0"0"0"0,0 0 0 0,0 0 0 0,2 0 0 0,1 0 0 16,6 2 0-16,0 1 0 0,5 1 0 0,1-1 0 0,4 1 349 0,2 2-155 0,4-2-78 0,-6 0 285 0,10-1-186 15,-8-1-88-15,2 0-44 0,0-2 31 0,5 0-56 16,-7 0-58-16,1 0-187 0,3 0 61 0,-2 0 82 16,-2 0 42-16,-1 0-729 0,-7 0 389 0,4 0 81 15,-7 0-343-15,-1 6 283 0</inkml:trace>
  <inkml:trace contextRef="#ctx0" brushRef="#br0" timeOffset="125641.34">16683 12821 3625 0,'-17'12'0'0,"2"8"0"0,2-6 0 0,4-4 0 0,3-3 0 0,6 1 0 15,0 0 0-15,4-1 0 0,20 4 0 0,3-4 0 0,5 0 306 0,3-2-306 0,1-2 0 0,3 2 0 16,0-3 0-16,7-2 0 0,-13 0 0 15,4 0-86-15,1 0-261 0,-7 0 193 0,-4 1 106 16,3 5-418-16,-9 0 225 31,0 3 136-15</inkml:trace>
  <inkml:trace contextRef="#ctx0" brushRef="#br0" timeOffset="126942.1">18269 13100 1552 0,'2'0'0'0,"2"0"0"0,0 0 0 0,-2 0 0 0,2 0 0 0,-2 0 0 0,0 0 0 0,-1 0 0 0,1 0 0 0,0 0 0 0,2 0 259 0,-1 0-110 15,1 0-56-15,2-3 39 0,0-7-51 16,1 0-1-16,0-6-42 0,-1 0 105 0,4-8-52 0,-3 3-17 16,-1-4 3-16,-1 0-39 0,0-1-1 0,-2 2 1 15,-1-3-11-15,-2 7 20 0,0-9-9 0,0 5 0 16,-10 0 26-16,1-1-26 0,-4 3 0 0,1 5 21 16,-2-1-22-16,-2 8 1 0,0 3 97 15,-3 4-48-15,-6 3-25 0,0 0 10 16,-4 20 58-16,-4 11-47 0,0 9-27 0,-6 10-56 15,9 2 0-15,5 0 0 0,-2 20 0 0,9-6 0 16,3 2 0-16,2-5 0 0,8 0 0 0,3-11 0 16,2 3 0-16,0-8 0 0,7-12 0 0,8 0 0 15,4-6 0-15,0-8 0 0,5-2 0 16,2-10 0-16,0-5 0 0,5-4 0 0,0-2 0 0,3-15 0 16,3-15 0-16,0-3 0 15,-3-6 0-15,-1-3 0 0,-1-3 0 0,-3-3 0 0,-5 1 0 0,-4 0 0 16,-6 5 0-16,-7 12 0 15,-5 8 0-15,0 2 0 0,-2 8 0 0,0 4 0 16,0 4 0-16,-11 6 0 0,-1 0 0 0,-1 15 0 16,-2 8 0-16,6 4 0 0,0 6 0 0,1 12 0 15,5-6 0-15,3 9 0 0,0-5 0 0,5 1 0 16,8-5 0-16,6-1 0 0,-1-9 0 0,7 0 0 16,1-2 0-16,-1-7 0 15,1-5 0-15,-6-3 0 0,3-5 0 0,-2-2 0 16,-5 0 0-16,0-4 0 0,-5 1 0 0,0 0 0 15,-1-2 0-15,-3 2-811 0,0 0 282 0,1-1 246 16,2 2-685-16</inkml:trace>
  <inkml:trace contextRef="#ctx0" brushRef="#br0" timeOffset="128570.55">19779 12930 1369 0,'6'-16'0'0,"2"2"0"0,1-7 0 0,-1-5 0 0,3 0 0 0,0-5 0 0,-2 1 0 0,3 0 0 0,-3 0 0 0,0 1 0 0,2-2 135 0,-4 1-48 0,-2-2-15 0,1 2 15 15,-1-2-25-15,-3-1 1 0,0 3-25 0,1-2 71 0,-3 3-26 16,0-3-9-16,0 6-36 0,-9-2 94 0,2 9-47 16,-6-2 0-16,1 4 101 15,0 1-79-15,-4 3-34 0,3 1-1 0,-2 5 62 16,0 1-49-16,-2 2 11 0,3 3 104 0,-2 1-81 15,0 0-40-15,0 0 0 0,2 6 91 0,-2 10-158 16,0 6-12-16,4 4 0 0,1 8 0 0,0 4 0 16,4 2 0-16,0-1 0 0,2 13 0 0,3-1 0 15,0 4 0-15,2 9 0 0,0-3 0 0,0-6 0 16,0 17 0-16,0-3 0 0,0 4 0 0,2 3 0 16,0 0 0-16,0-1 0 0,-1 1 0 0,1-7 0 15,0 0 0-15,-2-3 0 0,2-2 0 16,-2-9 0-16,3 4 0 0,-3-5 0 15,0-3 0-15,0-3 0 0,0-9 0 0,0-1 0 16,-5-4 0-16,-2-4 0 0,-4-2 0 0,-3-6 0 16,3-4 0-16,-4 0 0 0,-5-4 0 0,2-2 0 15,-3 1 0-15,-2-6 0 16,0 1 0-16,-3 0 0 0,-1-4 0 0,2-3 0 0,-2-1 0 0,3 0 0 16,3 0 0-16,1 0 0 0,0-5 0 15,5-4 0-15,6-2 0 0,2-1 0 16,5-1 0-16,2-2-32 0,0-2-148 0,12-4 75 15,9 2-759-15,4-3 413 0,5 1 197 0,0-1 113 16,8-2-563-16</inkml:trace>
  <inkml:trace contextRef="#ctx0" brushRef="#br0" timeOffset="128894.64">19903 13625 2873 0,'4'-3'0'0,"-2"3"0"0,-2 0 0 0,0 4 0 0,0 10 0 0,-4 4 0 0,-1 7 0 0,1 0 0 0,2 4 0 0,2-1 0 0,0 4 419 16,0-4-195-16,6 0-93 0,7-1-46 0,4-3 114 0,4-3-199 16,-3-6 0-16,7 0 0 0,-1-7 0 0,1-3 0 15,-1-5 0-15,0 0 0 0,-5-2 0 0,2-7 0 16,-4-7 0-16,-2 0 0 0,-4-1 0 0,-5-1 0 16,-5-3 0-16,1 0 0 15,-2-3 0-15,-2 1 0 0,-10 1 0 0,-4-1 0 16,3 4 0-16,-9-2 0 0,5 8 0 0,-4 2 0 15,0-1 0-15,3 7 0 0,-3 2 0 0,5 1 0 16,-2 2 0-16,3 0 0 0,4 0 0 0,2 0 0 16,2 3 0-16,2 4 0 0,1 1 0 0,4 0 0 15,0-1-279-15,0 1 26 0,0-3 113 0,0-1 50 16,2-1-561-16,3 0 306 0,0-3 153 0,1 0-354 16,1 0 258-16,-2-4 125 15,4-7-235-15</inkml:trace>
  <inkml:trace contextRef="#ctx0" brushRef="#br0" timeOffset="129359.22">20033 12240 2482 0,'-6'-7'0'0,"1"6"0"0,1-2 0 0,2 1 0 0,2 2 0 0,0 0 0 0,0 0 0 0,0 0 0 0,11 0 0 0,14 0 0 0,3 2 284 0,4 2-128 0,5-2-59 0,7 0 271 15,-8-2-166-15,5 2-72 0,6-2-51 0,-13 0 54 16,3 0-133-16,-5 0 0 0,-2 0 0 0,-5 0 0 15,-2 0 0-15,-3 0 0 0,-5 0-199 16,-6 0 32-16,-1 0 102 0,-5 0 61 16,-1 0-665-16,1 0 278 0,-3 0 180 0,-3 0-172 0,-10 3 173 15,-1 2 76-15,-4 2 53 0</inkml:trace>
  <inkml:trace contextRef="#ctx0" brushRef="#br0" timeOffset="129519.47">20253 12220 2215 0,'-12'2'0'0,"2"5"0"0,0 3 0 0,0 0 0 0,1 3 0 0,4 3 0 0,-2 6 0 0,2-3 0 0,3 10 0 0,0-4 0 0,1 4 499 0,1-1-230 0,-2 2-116 15,2-3-48-15,0 4-180 0,0-5 56 0,0-5 29 16,0-1-1-16,2 0-266 0,3-7 157 0,1 2 64 16,0-8-638-16,1-1 316 15,0-4 191-15</inkml:trace>
  <inkml:trace contextRef="#ctx0" brushRef="#br0" timeOffset="129684.58">20353 12282 2624 0,'2'-8'0'0,"-1"6"0"0,1 2 0 0,-2 0 0 16,0 6 0-16,0 9 0 0,0 4 0 0,0 1 0 0,0 7 0 0,0-4 0 0,0 6 664 0,0-2-313 0,-2 1-156 15,2 0-112-15,0-2-69 0,0-3-14 0,0 5 0 16,0-8-574-16,0 3 251 0,0-2 180 0,0-1 91 15,0-1-402-15,0 1 241 0</inkml:trace>
  <inkml:trace contextRef="#ctx0" brushRef="#br0" timeOffset="131684.75">7859 13471 1231 0,'-8'-10'0'0,"0"6"0"0,2 0 0 0,-2 3 0 0,2-3 0 0,1 1 0 0,-1 1 0 0,3-1 0 0,2 2 0 0,-3-1 0 0,4 2 311 0,0 0-136 0,0 0-60 16,0 0 146-16,0 0-111 0,0 0-57 0,0 0-27 15,0 0 109-15,0 0-59 0,0 0-43 16,4 0 228-16,-1 0-132 0,0 0-65 0,1 0-33 16,-1 0 180-16,1 0-111 0,0 0-51 0,1 0-49 15,0 0-40-15,0 0 0 0,1-2 0 16,-1 2 0-16,2-2 0 0,5-1 0 0,-1 3 0 0,2-1 0 16,1-1 0-16,2 0 0 15,1 2 0-15,-2-1 0 0,2-1 0 0,1 2 0 16,-2-2 0-16,3 2 0 0,-3 0 0 0,4 0 0 15,-4 0 0-15,3 0 0 0,0 0 0 0,-2 0 0 16,2 0 0-16,-1 0 0 0,3 0 0 0,0 0 0 16,-1 0 0-16,1 0 0 0,2 0 0 0,3 0 0 15,-2 0 0-15,2 0 0 0,1 2 0 16,5 0 0-16,-2-1 0 0,2 3 0 0,1 0 0 0,1 0 0 16,3-1 0-16,-2 3 0 15,7-2 0-15,-9-1 0 0,11 3 0 0,-5-3 0 16,-4 3 0-16,11-3 0 0,-3 2 0 0,-1-3 0 15,4 0 0-15,2 2 0 0,-4-4 0 0,8 1 0 16,-5 1 0-16,1 1 0 0,-2-2 0 0,-3 3 0 16,-1 1 0-16,5-3 0 0,-2 2 0 0,-2 0 0 15,6 0 0-15,1 0 0 0,5-3 0 0,1 1 0 16,3-2 0-16,6 0 0 0,-4 0 0 16,-7 0 0-16,16 0 0 0,-7 0 0 15,1-2 0-15,4 1 0 0,0-3 0 0,-8 0 0 16,11 0 0-16,-9 0 0 0,0 3 0 0,-7 0 0 15,5-3 0-15,-5 3 0 0,12-1 0 0,-5 2 0 16,0 0 0-16,0 0 0 0,0 0 0 0,-7 0 0 16,16 0 0-16,-8 0 0 0,-1 0 0 0,4 0 0 15,1 0 0-15,-5-2 0 0,14 1 0 0,-8 1 0 16,-3 0 0-16,-1-3 0 0,0 3 0 0,-8 0 0 16,12-2 0-16,-5 1 0 15,3-1 0-15,0 0 0 0,-3 0 0 0,-8-1 0 16,5-1 0-16,-3-2 0 0,-1 2 0 0,-1-2 0 15,-5 3 0-15,-6-1 0 0,10 1 0 0,-7-2 0 16,-2 4 0-16,-2-3 0 0,-7 2 0 0,1-1 0 16,-3 0 0-16,-4 1 0 0,-2 1 0 0,-3-1 0 15,0-2 0-15,-5 2 0 0,-1 0 0 0,-4-2 0 16,-2 3 0-16,-2-1 0 16,-3 0 0-16,-2-2 0 0,-5 3 0 0,1-2 0 15,0 1 0-15,-2-2 0 0,0 1 0 0,-2-3 0 16,-11 1 0-16,0 1 0 0,-4 2 0 0,-5 2 0 15,-5 0 0-15,-5 6 0 0</inkml:trace>
  <inkml:trace contextRef="#ctx0" brushRef="#br0" timeOffset="133628.1">21091 12520 2113 0,'-4'0'0'0,"1"-2"0"0,1 0 0 0,-1 1 0 0,1 1 0 0,2 0 0 0,0 0 0 0,0 0 0 0,0 0 0 0,0-3 0 0,0 3 91 16,7-2-18-16,0 1 137 0,0-1-87 0,0 0-43 16,2 1 0-16,0-2 125 0,-2 2-76 15,2 1-50-15,1-2 62 0,-1 2-52 0,0-2-26 16,1 2 0-16,1 0 100 0,2 0-68 0,3-2-29 15,-4 2 2-15,6-2-68 0,-4 0 0 0,5 2 0 16,-1-1 0-16,0 1 0 0,3-2 0 0,-1 2 0 16,3 0 0-16,0 0 0 0,3 0 0 0,-1 0 0 15,3 0 0-15,-1 0 0 0,3 0 0 0,0 2 0 16,2 1 0-16,3-1 0 16,2 0 0-16,6 0 0 0,1-2 0 0,-5 0 0 15,14 0 0-15,-5 0 0 0,5 0 0 0,2 0 0 16,0 0 0-16,12 0 0 0,-7 0 0 0,2 0 0 15,5-2 0-15,3 2 0 0,-7-2 0 0,15 2 0 16,-7 0 0-16,0 0 0 0,0 0 0 0,-1 0 0 16,-6 0 0-16,19 0 0 0,-10 0 0 0,2 0 0 15,2 0 0-15,0-2 0 0,2-3 0 0,-6 0 0 16,1-2 0-16,-7 1 0 0,-3 3 0 0,-11-1 0 16,-7 2 0-16,5 1 0 15,-13 1 0-15,-3 0 0 0,-5 0 0 0,-7 0 0 16,-2 0 0-16,-6 0 0 0,-3 0 0 0,-1 3 0 15,-4-1 0-15,-2 0 0 0,-1-1 0 0,-3 1 0 16,-1-2 0-16,0 0 0 0,0 0 0 0,0 0 0 16,0 0 0-16,-1 0 0 0,-10 2 0 0,-7 2 0 15,-1 3-27-15,-4 0-244 16,-6 2 98-16,-2 2 55 0,-12 4-825 0,-3 0 453 16</inkml:trace>
  <inkml:trace contextRef="#ctx0" brushRef="#br0" timeOffset="134418.6">20997 12584 1584 0,'-2'-9'0'0,"-1"-2"0"15,1 1 0-15,-3 3 0 0,1-3 0 0,3 5 0 0,-3-2 0 0,2 4 0 0,2 1 0 0,-2 0 0 0,2 0 114 0,0 2 277 0,0 0-167 16,-1 0-99-16,1 0-44 0,0 9 187 0,-2 9-116 16,2 1-58-16,-2 1-19 0,0 9 97 0,0-1-67 15,2 2-35-15,-2 1 1 0,2 1 198 0,0 2-133 16,0 3-136-16,0 5 0 0,0 0 0 0,0-1 0 15,0 6 0-15,0 4 0 0,0 0 0 0,0 2 0 16,0 2 0-16,-1 1 0 0,-4-1 0 0,3-10 0 16,0 11 0-16,2-10 0 0,0-9 0 0,0 2 0 15,0-3 0-15,0-2 0 0,0-4 0 16,0-2 0-16,0-5 0 0,-1-3 0 16,-3 1 0-16,-1-4 0 0,-1-4 0 0,-1-1 0 15,2-3 0-15,-2-2 0 0,0-2 0 0,-1 0 0 16,-2-4 0-16,1-1 0 0,0 0 0 0,-1 0 0 15,-1 0 0-15,0-1 0 0,-1-5 0 0,1-3 0 16,-1-3 0-16,-4-3 0 0,2-6 0 0,0 3 0 16,-2-8 0-16,-2-3 0 0,2-1 0 15,-2-1 0-15,1 2 0 0,3 2 0 0,1 7 0 0,-3-1 0 16,4 5 0-16,0 2 0 16,4 4 0-16,-1 2 0 0,1 0 0 0,3 4 0 15,1 3 0-15,2-1 0 0,0 2 0 0,2 0 0 16,-1 0 0-16,-1 5 0 0,0 14 0 0,0 6 0 15,0 4 0-15,0 1 0 0,2 5 0 0,-1-2 0 16,-1 1 0-16,-1-2 0 0,3-6 0 0,-2 4 0 16,0-7 0-16,1-2 0 0,-3-3 0 15,0-3 0-15,2-5 0 0,-1-1 0 0,-1-3 0 16,2-3 0-16,-1 1 0 0,-4-3 0 16,4-1 0-16,1 0 0 0,-2 0 0 0,2 0 0 15,2 0 0-15,0-1 0 0,2-10-913 0,11-6 418 16,8-4 229-16,2-1-660 0</inkml:trace>
  <inkml:trace contextRef="#ctx0" brushRef="#br0" timeOffset="134985.43">21489 12806 1736 0,'-2'-3'0'0,"2"2"0"0,-1 1 0 0,-1-2 0 0,0 2 0 0,-1 0 0 0,-1 0 0 0,1 0 0 16,-3 0 0-16,1 9 0 0,-4 5 150 0,-3 4-56 0,1 3-28 0,-5 4 169 0,2 2-89 0,-3 4-60 16,-2-1-24-16,-2 1 56 0,0-1-41 0,1 3 0 15,-2-2-31-15,-3-2 118 0,2-4-64 16,1-1-32-16,0-4 192 0,-1-3-112 0,6-5-46 15,0-1 94-15,3-2-196 0,3-5 0 0,1-2 0 16,4 2 0-16,2-4 0 0,3 0 0 0,-1 0 0 16,2 0 0-16,0 0 0 0,0 0 0 0,5 0 0 15,15 0 0-15,7 0 0 16,1 0 0-16,6 0 0 0,1 0 0 0,4-4 0 16,0 4 0-16,7-2 0 0,-4 2 0 0,-6 0 0 15,3 0 0-15,-2 0 0 0,-2 0 0 0,-3 0 0 16,-5 0 0-16,-1 2 0 0,-5-2 0 0,2 4 0 15,-6-4 0-15,-2 0 0 0,-4 0 0 0,-2 0 0 16,-2 0 0-16,-4 0 0 0,-1 0-561 0,0 0 164 16,-2 0 180-16,0-4 90 0,-2 2-505 0,-5-4 288 15,-5-4 159-15,3 0 74 16</inkml:trace>
  <inkml:trace contextRef="#ctx0" brushRef="#br0" timeOffset="135243.87">21555 12872 2522 0,'-16'-10'0'0,"3"5"0"0,1 1 0 0,-4-1 0 0,9 4 0 0,-2-1 0 0,2 2 0 0,2 0 0 0,0 2 0 0,3 13 0 0,0 7 579 0,2 6-271 0,0 5-136 16,0 10-67-16,0-3 140 0,0 14-245 16,0-2 0-16,2 2 0 0,0-1 0 0,-1 0 0 15,3 0 0-15,-2-3 0 0,0-2 0 0,-1-2 0 16,1-1 0-16,-2-7 0 0,0 0 0 0,0-5 0 15,0-8 0-15,0-5 0 0,0-7 0 0,0-2 0 16,0-5 0-16,0-3 0 0,0-3 0 0,0 0 0 16,-5 0 0-16,-1 0 0 0,3-7 0 15,-1-6-667-15,0 0 219 0,3-2 206 16,1-3 103-16,0 1-760 0</inkml:trace>
  <inkml:trace contextRef="#ctx0" brushRef="#br0" timeOffset="135993.29">22112 13257 1586 0,'0'-10'0'0,"0"1"0"0,0-2 0 0,0-1 0 0,0 0 0 0,-1-3 0 0,-3 3 0 0,0-3 0 0,1 1 0 0,-2 3 0 0,0 0 92 0,-1 1-18 0,-1 1 76 0,0 3-57 16,-3-1-28-16,1 4 0 0,-4 0 202 0,-3 3-106 15,2 0-66-15,-4 0 175 0,1 6-117 0,-3 7-58 16,1 3-29-16,2 2 206 0,-4 7-123 0,2-2-56 15,3 4 92-15,0 3-185 0,2 4 0 0,2-1 0 16,3 3 0-16,0 0 0 0,3 2 0 0,3-3 0 16,3 1 0-16,0-4 0 0,0-2 0 0,5-2 0 15,6-4 0-15,3-6 0 16,0-2 0-16,6-5 0 0,-2-3 0 0,4-6 0 16,3-2 0-16,0 0 0 0,-2-11 0 0,2-8 0 15,0-4 0-15,-3 1 0 0,0-6 0 0,1-1 0 16,-4 0 0-16,-1-3 0 0,-2 0 0 0,-2 2 0 15,-2 3 0-15,-6 6 0 0,-1 3-71 16,-3 5 142-16,-2 1-71 0,0 5 0 0,0 3 0 0,0 2 0 16,-4 0 0-16,-3 2 0 0,-7 6 0 15,5 9 0-15,-2 8 0 0,1 0 0 16,3 4 0-16,3 3 0 0,1 4 0 0,3 0 0 16,0-1 0-16,0 2 0 0,2-5 0 0,5-3 0 15,7 0 0-15,-3-8 0 0,1 0 0 0,4-6 0 16,-2-6 0-16,2-2 0 15,0-5 0-15,2 0 0 0,-4 0 0 0,2-7 0 0,-2-7 0 0,2-1 0 16,-5-3 0-16,1-2 0 0,-2-5 0 0,-4 1 0 16,-1-2 0-16,2-4 0 0,-5-4 0 0,-1 0 0 15,-1-3 0-15,0 3 0 0,0 2 0 0,0 7 0 16,-8 1 0-16,-3 2 0 16,0 7 0-16,-2 1 0 0,-2 3 0 0,1 5 0 15,2 0 0-15,-1 4 0 0,3 1 0 0,-1 1 0 16,2 0 0-16,-1 0 0 0,1 3 0 15,1 7 0-15,0-2 0 0,5 5 0 0,-1-1 0 0,4 0 0 16,0 1 0-16,0-2-190 0,0-1 10 16,7-1 74-16,7-1-661 0,2-2 370 0,3-2 180 0,6-3-447 15,0-1 314-15,3 0 156 16,2 0 70-16,2-1-166 0</inkml:trace>
  <inkml:trace contextRef="#ctx0" brushRef="#br0" timeOffset="136279.06">22702 13219 2202 0,'16'-11'0'0,"-9"3"0"0,-2 1 0 0,-3-3 0 0,-2 5 0 0,0-3 0 0,0 3 0 0,-9 1 0 0,-5 0 0 0,0 2 0 0,-2 2 341 16,-2 0-143-16,1 0-85 15,0 11 470-15,0 2-273 0,3 3-137 0,2 1-162 0,3 1-11 16,5 3 0-16,2 0 0 0,2 1 0 16,0 2 0-16,2-1 0 0,9-5 0 0,4 7 0 15,2-4 0-15,0-1 0 0,-2 0 0 0,0-4 0 16,-2 1 0-16,1-2 0 0,-5 0 0 0,-2-4 0 15,-3 0 0-15,-3-1 0 0,1-3 0 0,-2 1 0 16,0-2 0-16,-5 1 0 0,-6-1 0 16,-7-1 0-16,0-1 0 0,-1 2 0 0,-4-3 0 0,-2 1 0 15,6-2 0-15,-8-2 0 16,6 0 0-16,-1 0 0 0,1 0 0 0,2 0 0 16,3-2 0-16,2-11 0 0,7-5-316 0,5-9-193 15,2-10 236-15,2-5-735 0</inkml:trace>
  <inkml:trace contextRef="#ctx0" brushRef="#br0" timeOffset="136580.01">22730 12843 2866 0,'11'-13'0'0,"1"4"0"0,1-3 0 0,2 5 0 0,0-1 0 15,4 5 0-15,1 0 0 0,3 2 0 0,0 1 0 0,3 0 0 0,-3 6 108 0,-1 7 83 0,-7-1-77 0,2 5-39 0,-5 2 9 16,-3 2-64-16,-8 0 17 0,-1 5 0 15,0-3-46-15,-14-1 1 0,-3-5 54 0,-10 4-9 0,3-6 147 16,0-5-74-16,3-1-71 0,-4-3-39 16,4-3 0-16,3-3 0 0,3 0 0 0,4 0 0 0,2 0 0 15,2 0 0-15,4 0 0 16,1 0 0-16,2 0 0 0,0 0 0 0,0 0 0 16,10 0 0-16,6 0 0 0,5 0 0 0,4 0 0 15,-2 0 0-15,4 3 0 0,1 0 0 0,-5-2 0 16,9 1 0-16,-8 0 0 0,-2 0 0 0,1-2 0 15,0 1 0-15,-4 2 0 0,-3 1-154 0,2-2-91 16,-6 2 100-16,1-1-730 0,3 1 419 0</inkml:trace>
  <inkml:trace contextRef="#ctx0" brushRef="#br0" timeOffset="136830.38">23380 13341 2955 0,'-5'0'0'0,"5"0"0"0,0 0 0 0,0 2 0 0,0-2 0 0,0 4 0 0,1-3 0 0,9 3 0 0,5-2 0 0,3 0 0 0,5 1 546 0,5 0-259 0,4-1-144 0,0-1-143 15,4-1 0-15,-1 0 0 0,4 0 0 0,-4 0 0 16,-1 0 0-16,-4 0 0 0,-2 0 0 0,-3 0-250 15,-3 0 16-15,-1 0 130 0,-4 0 71 0,-4 0-372 16,-4 0 86-16,-3 0 146 0,-4 3-622 0</inkml:trace>
  <inkml:trace contextRef="#ctx0" brushRef="#br0" timeOffset="137188.37">23459 13546 3278 0,'-22'0'0'0,"4"0"0"0,6 0 0 16,2 0 0-16,2 0 0 0,5 0 0 0,1 0 0 0,2 0 0 0,2 0 0 0,11 0 0 0,10 4 201 0,1 1-82 0,2 1 135 0,4 1-175 15,0 1-79-15,2 1 0 0,-5 2 0 16,-1 0 0-16,-10 1 0 0,0 1 0 0,-7 2 0 16,-3 0 0-16,-6 3 0 0,0 3 0 0,-11-2 0 15,-10 0 0-15,-6 0 0 0,-2-3 0 0,-4-1 0 16,0-1 0-16,1-4 0 0,-2-1 0 0,4-6 0 15,8 1 0-15,-3-4 0 0,4 0 0 0,9 0 0 16,2 0 0-16,2 0 0 0,7 0 0 0,-1 0 0 16,2 0 0-16,0 0 0 0,9 0 0 0,14 0 0 15,5 0 0-15,4 0 0 16,3 1 0-16,11 2 0 0,-1-3 0 0,-3 0 0 16,-3 0 0-16,2 0 0 0,-4 0 0 0,-3 0 0 15,-2 0 0-15,-11 0 0 0,0 0 0 0,-7 0 0 16,-2 0 0-16,-5-3 0 0,-1 0-103 0,-3-2-810 15,-1-4 442-15,-2-6 218 0,0 1 108 0</inkml:trace>
  <inkml:trace contextRef="#ctx0" brushRef="#br0" timeOffset="137590.54">23670 12832 2812 0,'-12'-11'0'0,"5"4"0"0,-2 2 0 0,-1 2 0 0,-1 0 0 0,2 3 0 0,-5 0 0 16,-1 12 0-16,2 6 0 0,0 7 0 0,-1 6 403 0,5 4-183 0,0 1-91 0,4 4-46 0,1-4 164 0,4 3-210 16,0-4-37-16,0-5 0 0,11-2 0 15,3-5 0-15,6-6 0 0,1-4 0 0,7-6 0 0,0-3 0 16,-1-4 0-16,3 0 0 0,1-9 0 15,-3-11 0-15,-2-1 0 0,-3-4 0 0,-2-3 0 0,-5-1 0 16,-5-2 0-16,-3-2 0 16,-2 0 0-16,-6-1 0 0,0-2-127 0,0 3 47 15,-11 0-10-15,-6 4 16 0,-2 5 10 0,-3 4 26 16,-5 5 1-16,-3 8 166 0,0 5-83 0,-2 2-51 16,2 0 345-16,9 2-340 0,0 8 0 0,7 1 0 15,3 2 0-15,4 2 0 16,5 2 0-16,2 2 0 0,0-1 0 0,11 5 0 0,-2-5 0 0,12 3 0 15,-1-3 0-15,2 0 0 0,3-3 0 0,0-3 0 16,-2 0 0-16,9-3 0 0,-4-1-504 0,3-2-30 16,-3 2 248-16</inkml:trace>
  <inkml:trace contextRef="#ctx0" brushRef="#br0" timeOffset="138501.97">25225 12515 2445 0,'-17'-23'0'0,"2"16"0"0,4 7 0 0,1 0 0 16,1 5 0-16,1 9 0 0,-2 7 0 0,1 14 0 0,0 6 0 0,2 12 0 0,-1 15 91 0,2 3 77 0,4 2-66 0,1 4-33 0,-1 0 9 0,2-2 13 15,0-4-27-15,0-4-1 0,-2-11-26 0,2 2 110 16,-2-14-46-16,-3 5-37 0,1-14 112 16,-4-4-70-16,2-8-35 0,1-6-13 0,-1-6-58 15,-1-5 0-15,-2-6 0 0,1 0 0 0,-1-8 0 16,-1-17 0-16,1 1 0 0,1-6 0 0,-1-1 0 15,-3-4 0-15,0 2 0 16,-2-1 0-16,-4 0 0 0,-3 3 0 0,0 6 0 0,-3 4 0 0,-2 7 0 16,-1 8 0-16,-3 3 0 0,2 3 0 15,-1 12 0-15,3 8 0 0,1 7 0 16,7 5 0-16,3 0 0 0,8 4 0 0,3-1 0 16,4-1 0-16,0 0 0 0,2-3 0 0,13-3 0 15,5-5 0-15,7-4 0 0,10-6 0 0,5-9 0 16,1-4 0-16,6-4 0 0,-1-16 0 0,11-11 0 15,-6-2 0-15,-2-6 0 0,2 1 0 0,-7 0 0 16,6-9 0-16,-19 11 0 0,2-1 0 16,-13 6 0-16,-1 2 0 0,-10 8 0 15,-1 6 0-15,-6 4 0 0,-3 6 0 0,1 1 0 16,-2 1 0-16,0 3 0 0,-5 14 0 0,-3 8 0 16,0 7 0-16,3 0 0 0,5 5 0 0,0 2 0 15,0 1 0-15,11-1 0 0,11 0 0 0,8-6 0 16,5-8 0-16,2-7 0 0,14-1 0 0,-2-11 0 15,3-3 0-15,1 0 0 0,-2-14 0 0,-1-5 0 16,-5-6 0-16,-5 1 0 0,-3-5 0 16,-11 5 0-16,1-8 0 0,-9 0 0 0,-6-4 0 0,-7-5 0 15,-3 0 0-15,-2-2 0 16,-7-4 0-16,-14-2 0 0,-6 1 0 0,-4 6 0 16,-7 3 0-16,-3 15 0 0,-6 4 0 0,-3 11 0 15,-3 7 0-15,2 2 0 0,3 3 0 0,4 13 0 16,12-1 0-16,5 3 0 0,11-1 0 0,5 5 0 15,5 7 0-15,6-2 0 0,0 1 0 0,15 2 0 16,12 2 0-16,1-4 0 0,5-2 0 0,2-3 0 16,-2-6 0-16,11 0 0 0,1-4 0 0,-3-6 0 15,2-6 0-15,1-1 0 16,-6 0 0-16,12 0 0 0,-10-3-270 0,-6 0-181 16</inkml:trace>
  <inkml:trace contextRef="#ctx0" brushRef="#br0" timeOffset="144141.47">5950 14894 2661 0,'-12'-3'0'0,"-2"3"0"0,5 0 0 0,-2 10 0 0,3 0 0 0,0-1 0 0,5-2 0 0,3 3 0 0,0 1 0 0,0 3 0 0,8-4 653 0,7 2-308 0,8-1-154 15,0-1-110-15,2-4-81 16,7 3 0-16,-4-3 0 0,4-3 0 0,-2-1 0 16,0 0 0-16,-5-2 0 0,6 0 0 0,-4 0 0 15,-1 0 0-15,-2 0 0 0,-2 0 0 0,-2 0 0 16,-2 0 0-16,-1 0-60 0,-2 0-260 0,-2 0 153 16,-5 0-847-16,-1 0 478 0,-3 3 254 0</inkml:trace>
  <inkml:trace contextRef="#ctx0" brushRef="#br0" timeOffset="144326.76">6069 15402 3931 0,'-19'16'0'0,"1"9"0"0,2-7 0 0,3-5 0 0,4-1 0 0,3-4 0 0,4 2 0 0,2-1 0 0,2 5 0 0,19-3 0 0,6-1 0 0,3-3 0 16,1 1 0-16,3-2 0 0,1-1 0 15,-3-2 0-15,3 2 0 0,-5-5 0 0,-4 1 0 0,4-1 0 16,-8 0 0-16,3 0 0 0,-5 0 0 15,-2 0 0-15,-8-1 0 0,5-2 0 16,-9 1-915-16,2 0 307 0,-3 1 285 0</inkml:trace>
  <inkml:trace contextRef="#ctx0" brushRef="#br0" timeOffset="145838.04">8490 15366 2255 0,'6'-5'0'0,"-1"-2"0"0,1-4 0 0,-3 0 0 0,3-2 0 0,-3-2 0 0,2-1 0 0,1-2 0 0,-1-3 0 0,2 2 0 0,0-3 94 0,-2-2-19 0,1 3 46 0,-3-3-42 16,-1 3 0-16,-2-3-41 0,0 4 57 0,0-4-19 15,-2 0-9-15,-7 0-30 0,-3 0 132 0,-2 2-66 16,-2 2-33-16,3 4 151 15,-6 3-96-15,1 2-44 0,-3 3 0 0,-2 6-16 16,1 2-65-16,-1 0 0 0,-6 5 0 0,2 15 0 16,3 3 0-16,-4 6 0 0,4 5 0 15,3 0 0-15,-4 11 0 0,4 0 0 0,5 3 0 0,0 3 0 16,5 2 0-16,6 2 0 0,2-4 0 16,3-1 0-16,0-5 0 0,3-10 0 0,11 2 0 0,4-8 0 15,3-4 0-15,0-6 0 16,4-9 0-16,3-5 0 0,-1-5 0 0,1 0 0 0,0-8 0 0,-1-11 0 15,3-11 0-15,-5 2 0 16,-2-5 0-16,-6 3 0 0,2-12 0 0,-4 5 0 16,-6 2 0-16,0 2 0 0,-3 9 0 0,-5 1 0 15,1 4 0-15,-2 8 0 0,0 4 0 16,0 1 0-16,-2 4 0 0,-6 2 0 0,0 0 0 0,1 11 0 16,3 8 0-16,1 8 0 0,3 3 0 0,0 5 0 15,2 7 0-15,8-6 0 0,8 3 0 0,2-6 0 16,3-4 0-16,3-2 0 0,6-2 0 15,5-5 0-15,-1-6 0 0,3-3 0 16,5-7 0-16,-7-3 0 0,14-1 0 0,-6 0-949 16,6 0 333-16,2 0 290 0</inkml:trace>
  <inkml:trace contextRef="#ctx0" brushRef="#br0" timeOffset="146625.07">10100 14816 1198 0,'2'-22'0'0,"-1"2"0"0,3-4 0 0,0-1 0 0,1-6 0 0,0 0 0 0,-2 1 0 0,1-2 0 0,-2 0 0 0,0 0 0 0,-2 2 76 0,0 0 66 15,0 4-51-15,0 0-27 0,-4 2 108 0,-3 2-58 16,-3 4-43-16,-1-1 0 0,-2 4 44 0,-1 2-39 16,-2 3 0-16,-1 3-29 0,-3 3 218 0,0 2-113 15,-1 2-58-15,1 0-28 0,-1 0 244 0,0 6-127 16,4 5-78-16,-3 8 216 0,5-1-199 0,4 7-122 16,-2 3 0-16,3 6 0 0,3 7 0 15,3 1 0-15,2 3 0 0,1 3 0 0,1 5 0 0,0 4 0 16,0 11 0-16,0-3 0 15,1 0 0-15,5 6 0 0,-1 1 0 0,1-6 0 16,4 14 0-16,-1-4 0 0,1-1 0 0,-1-4 0 16,2-7 0-16,-1-7 0 0,-1 0 0 0,0-2 0 15,-4-6 0-15,1-4 0 0,-4-8 0 0,0-1 0 16,-2 0 0-16,0-6 0 0,-2 0 0 0,-9-5 0 16,-5-4 0-16,2-2 0 0,-6-1 0 0,-3-5 0 15,0-2 0-15,-1-7 0 0,-3 3 0 16,2-5 0-16,-6-2 0 0,2 0 0 15,1 0 0-15,1-4 0 0,2-6 0 0,4 0 0 16,2 0 0-16,4 0 0 0,6-1 0 0,2 2 0 16,4-1 0-16,3-2 0 0,0-1 0 0,19-2-705 15,6-1 213-15,9-4 227 0,1-1-572 0,-1 3 390 16,13-7 210-16,-6 1 99 0</inkml:trace>
  <inkml:trace contextRef="#ctx0" brushRef="#br0" timeOffset="146941.94">10112 15616 2755 0,'11'-3'0'0,"-4"2"0"0,-5-2 0 0,-1 3 0 0,-1 0 0 0,0 11 0 0,0 3 0 0,-3 6 0 15,1-2 0-15,0 5 0 0,2 1 226 0,0 3-98 0,0 2 448 0,9-4-330 0,5-1-246 0,4 0 0 16,0-7 0-16,8 4 0 0,-1-8 0 0,2-5 0 0,-1-3 0 16,1-4 0-16,-6-1 0 0,1 0 0 0,-1-6 0 0,-4-6 0 15,-4-6 0-15,-2 0 0 16,-8-1 0-16,2-1 0 0,-5-3 0 0,0-2 0 0,-2 4 0 15,-12-4 0-15,2 4 0 0,-8-1 0 16,-1 3 0-16,1 4 0 0,-1 0 0 0,0 11 0 16,1-1 0-16,-2 3 0 0,2 2 0 0,4 0 0 15,1 3 0-15,2 5 0 0,6 3 0 0,-2 4 0 16,6-2 0-16,1 0 0 0,2 1 0 0,0 1 0 16,0-2 0-16,0-2 0 15,9 1 0-15,-1-3 0 0,1 0-249 0,5-3 50 0,-3-5-268 16,3-1 220-16,2 0 104 0,-2 0 53 15,4-4-532-15,1-16 292 0,1-1-363 16</inkml:trace>
  <inkml:trace contextRef="#ctx0" brushRef="#br0" timeOffset="147151.51">10434 14400 3931 0,'-15'-14'0'0,"4"7"0"0,4 2 0 0,-2-1 0 0,6 1 0 0,3 3 0 0,0-2 0 0,0 2 0 0,8-2 0 0,17 3 0 0,4-1 0 0,11-1 0 0,-5 2 0 16,14-1 0-16,-2-1 0 0,-2-2 0 15,2 0 0-15,-2-1 0 0,-3 1 0 0,-1-1 0 16,-6 2 0-16,-3 0 0 0,-11 2-87 0,-2 0-37 16,-10 2 79-16,2 0-969 0,-7 0 487 0,-2 0 245 0,-2 5 121 15,-8 5-290-15</inkml:trace>
  <inkml:trace contextRef="#ctx0" brushRef="#br0" timeOffset="147315.62">10616 14308 2929 0,'-10'4'0'0,"1"4"0"0,4 1 0 0,-1 1 0 15,3 1 0-15,1 2 0 0,2 3 0 0,0 1 0 0,0 2 0 0,0 3 0 0,2 1 208 0,0 3 60 0,1-7-114 0,3 3-58 0,-3 2-574 16,3-4 254-16,2-1 131 0,-1-5 65 0,1 0-825 15,1-5 446-15,-1-5 232 0,5-1 101 16</inkml:trace>
  <inkml:trace contextRef="#ctx0" brushRef="#br0" timeOffset="147465.65">10789 14351 3455 0,'0'-3'0'0,"0"0"0"0,-2 2 0 0,2-1 0 0,0 2 0 0,0 0 0 0,0 11 0 0,0 4 0 0,2 8 0 0,1 1 0 0,2 4 74 0,-1 5 328 15,-1-2-402-15,3 1 0 0,-1 0 0 0,1 1 0 16,0-3 0-16,-1-1 0 0,1-3-274 0,-2-1-158 16,-3 5 231-16,-1 0 120 0</inkml:trace>
  <inkml:trace contextRef="#ctx0" brushRef="#br0" timeOffset="148448.38">11328 15139 1574 0,'-21'-12'0'0,"-2"3"0"0,3 0 0 0,-2 2 0 0,2-2 0 0,0-3 0 0,5-3 0 0,4-1 0 0,6-1 0 0,5-8 0 0,0-1 198 0,18-8-80 0,10 2-40 0,-2 6 212 15,12-6-131-15,-3 6-60 0,-3 10 179 0,5 4-119 16,-4 4-61-16,-1 6-20 0,-3 2 89 0,-3 0-65 16,-2 11-31-16,-2 9-1 0,-4 3 8 0,-4 5-31 15,-3 0-9-15,-6 5-7 0,-3 2 7 0,-2 9 0 16,-4-2 0-16,-11-6-11 0,-10 12 11 0,-1-6-19 16,-5 0-19-16,-2-3 0 0,-3-3 0 0,2-5 0 15,-8 2 0-15,0-6 0 16,1-7 0-16,2-1 0 0,-3-6 0 0,10-1 0 15,-4-5 0-15,6-2 0 0,10 0 0 16,-1-4 0-16,9 1 0 0,3-2 0 0,5 0 0 16,3 0 0-16,1 0 0 0,0 0 0 0,12 2 0 15,11 2 0-15,4 0 0 0,1 1 0 0,4-2 0 16,0 4 0-16,1-1 0 0,1-1 0 0,-2 1 0 16,-2-1 0-16,0 1 0 0,-2-1 0 15,-3-2 0-15,5 2 0 0,-5-3 0 0,-3-2 0 0,0 2 0 16,3-2 0-16,0 0 0 0,-4 0-72 15,8 0-790-15,-5-8 412 0,5-3 206 0,6-8 103 16,-5-1-599-16</inkml:trace>
  <inkml:trace contextRef="#ctx0" brushRef="#br0" timeOffset="149215.76">12063 15018 2653 0,'-2'-6'0'0,"-8"1"0"0,-5 0 0 0,-2 4 0 0,1 1 0 0,-4 0 0 0,1 0 0 0,1 11 0 0,-5 8 0 0,2 5 0 0,0 8 114 0,-2 2 458 0,4 5-267 16,2 0-124-16,0 9-76 0,6-3-104 0,5 0-1 16,5-1 0-16,1-3 0 15,0-7 0-15,11-1 0 0,8-4 0 0,3-8 0 0,2-5 0 0,4-5 0 16,2-5 0-16,2-6 0 0,0 0 0 0,7-12 0 16,-4-6 0-16,-3-6 0 0,-7-3 0 0,7-6 0 15,-7-2 0-15,-6 5 0 16,-1-3 0-16,-4-1 0 0,-5 0 0 0,-2 4 0 15,-4 7 0-15,-3 0 0 0,0 7 0 0,0 3 0 16,-6 3 0-16,-7 5 0 0,2 2 0 0,-4 3 0 16,0 0 0-16,1 15 0 0,2 5 0 0,0 6 0 15,4 2 0-15,7 2 0 0,1 2 0 0,0 2 0 16,3-2 0-16,13-2 0 0,2-2 0 0,5-4 0 16,1-4 0-16,3-6 0 0,1-4 0 15,2-6 0-15,-3-4 0 0,4 0 0 16,-3-8 0-16,-2-11 0 0,1-4 0 0,-4 0 0 15,-5-4 0-15,-3-2 0 0,-4 2 0 0,-4 3 0 16,-2-11 0-16,-3 5 0 0,-2-2 0 0,0 1 0 16,-14 0 0-16,0 2 0 0,-6 2 0 0,-1 7 0 15,-2 2 0-15,-4 8 0 0,-1 3 0 0,3 6 0 16,-6 1 0-16,4 0 0 0,7 8 0 0,-1 2 0 16,4 4 0-16,4 1 0 15,6 2 0-15,0-2 0 0,7 1 0 0,0 1 0 0,5-1 0 16,13-4 0-16,9-1-34 0,1-4-231 15,7-5 113-15,6-2 57 0,1 0-218 0,-4-2 128 16,11-11 78-16,-6-4 35 0,-2-2-56 0,3-1 45 16,-4-3 0-16,-6 4 81 0,2-6 11 0,-6 3-48 15,-4 1 1-15,-8 4 262 0,-4 2-132 0,-8 4-74 16,-2 2 552-16,-2-1-252 16,-2 5-164-16,-2-1-4 0,-11 4-89 0,-2-1-61 0,-1 3 0 15,-2 0 0-15,1 5 0 0,0 6 0 16,0 0 0-16,3 4 0 0,4 4 0 0,4 0 0 15,2 1 0-15,4 5 0 0,0 0 0 0,8-7 0 16,11 7 0-16,3-5 0 0,4 0 0 0,4-3 0 16,0-1 0-16,0-1 0 0,0-1 0 0,-3-2 0 15,-6-2 0-15,-3 2 0 0,-2-2 0 0,-7 0 0 16,-2-1 0-16,-5 1 0 0,-2-1 0 0,0 0 0 16,-15 4 0-16,-8-3 0 0,-3 1 0 0,-6 0 0 15,-2 0 0-15,-3 1 0 16,0-3 0-16,1 0 0 0,0 0 0 0,4 0 0 15,4-4 0-15,8-1 0 0,6-3 0 0,3 1 0 16,4-2 0-16,7 0 0 0,0 0-75 0,18-2-632 16,8-5 325-16,12-8 177 0</inkml:trace>
  <inkml:trace contextRef="#ctx0" brushRef="#br0" timeOffset="149403.28">13265 15169 3931 0,'2'0'0'0,"-1"0"0"0,1 0 0 0,-2 0 0 0,0 0 0 0,2 0 0 0,5-1 0 16,7-1 0-16,1 0 0 0,7 2 0 0,7-1 0 0,3-2 0 0,7 2 0 0,4-1 0 0,4 0 0 15,2-2 0-15,3-1 0 0,3-2 0 16,-2 2 0-16,1 0 0 0,-2-1 0 0,-2 2 0 0,-13 3 0 16,0 1-179-16,-10 0-263 0,-5 0 62 15,-5 3 178-15,-7 9-776 0</inkml:trace>
  <inkml:trace contextRef="#ctx0" brushRef="#br0" timeOffset="149759.19">13471 15349 2986 0,'-49'7'0'0,"6"3"0"0,11-1 0 0,6-5 0 0,7-2 0 0,5-2 0 0,7 0 0 0,7 0 0 0,0 0 0 0,18 0 0 0,10 0 363 0,9 0-168 15,2 0 141-15,3 0-285 0,1 0-51 0,-7 0 0 0,1 6 0 0,-3 2 0 16,-6 4 0-16,-9 1 0 15,-3 1 0-15,-5 4 0 0,-10 2 0 0,-1 1 0 16,-9 2 0-16,-15-1 0 0,-8 3 0 0,0-9 0 16,-12 5 0-16,3-2 0 0,0-4 0 0,-1-2 0 15,1-2 0-15,7-1 0 0,-1-3 0 0,10-1 0 16,2-3 0-16,11-1 0 0,3-2 0 0,4 0 0 16,3 0 0-16,2 0 0 0,14 0 0 0,12 0 0 15,8 0 0-15,2 0 0 16,8 0 0-16,0 0 0 0,2-2 0 0,2-1 0 15,0-1 0-15,-6-1 0 0,10-1 0 0,-8 0 0 16,-7 2 0-16,2 2 0 0,-1-3 0 0,-2 3 0 16,-6 0 0-16,-6 0 0 0,1 2 0 0,-6-2 0 15,-3 2 0-15,-4-2-761 0,-1 1 366 0,-4-3 178 16,-3-5-402-16,-1-4 290 0,-2-5 146 0,-1-4 62 16,0-8-407-16</inkml:trace>
  <inkml:trace contextRef="#ctx0" brushRef="#br0" timeOffset="150140.78">13854 14336 2407 0,'-30'-16'0'0,"2"8"0"15,-7 6 0-15,-11 2 0 0,3 0 0 0,-4 10 0 0,0 10 0 0,0 8 0 0,-3 10 0 0,6 1 0 0,12 2 592 0,0 3-278 0,8 3-137 0,13-8-60 16,3 10 188-16,8-14-286 0,2 4-19 0,21-4 0 15,7-9 0-15,0-6 0 0,17-2 0 0,-2-9 0 16,5-9 0-16,1 0 0 0,2-8 0 0,-3-12 0 16,-2-6 0-16,-2-4 0 0,-2-4 0 0,-5-2 0 15,-11 4 0-15,1-11 0 0,-13 11 0 0,-4-6 0 16,-10 1 0-16,-2-4 0 0,0 7 0 0,-21-8 0 16,-6 7 0-16,-3 3 0 0,-5 5 0 0,-3 9 0 15,3 9 0-15,-11 4 0 16,3 5 0-16,1 0 0 0,5 10 0 0,5 5 0 15,2 6 0-15,8-1 0 0,7 1 0 0,4 1 0 16,4 5 0-16,7-2 0 0,3 1 0 0,12-2 0 16,8-2 0-16,5-1 0 0,9 0 0 0,1-6 0 15,-3-5 0-15,5-1 0 0,-1-3 0 0,6-1 0 16,-5-1 0-16,-4-3-140 0,-1-1-79 16,1 2 95-16,-3-2-806 0,-1 3 446 0</inkml:trace>
  <inkml:trace contextRef="#ctx0" brushRef="#br0" timeOffset="151241.07">15111 15298 1294 0,'-3'-8'0'0,"-4"2"0"0,2 3 0 0,-1-1 0 0,1 0 0 0,-1-1 0 0,0-2 0 0,0 1 0 0,3-4 0 0,-3 1 0 0,5-1 162 0,-1-1-66 0,0 0-29 0,0 0 0 16,-2 0-13-16,0-3-15 0,0 5 9 0,-1-1-10 15,-3 3 101-15,-2 2-50 16,-4 1-25-16,-3 2 199 0,-2 2-102 0,-7 3-66 15,-2 14-29-15,-4 7 1 0,0 9-29 0,-2 2 1 16,4 10 135-16,2 3 170 0,1 2-152 0,7-2-77 16,3 1 105-16,8-5-220 0,3-8 0 0,6-2 0 15,0-6 0-15,0-8 0 0,11-1 0 0,8-6 0 16,3-6 0-16,7-7 0 0,1 0 0 0,7-14 0 16,1-15 0-16,1-7 0 0,1-6 0 0,5-14 0 15,-4-5 0-15,0 1 0 16,-1-5 0-16,-4 2-17 0,-8 7-83 0,2-17 43 15,-6 9-2-15,-5-4 1 0,-3-3 3 0,-4-4 62 16,-4-2-15-16,-3 3-25 0,0 8-9 0,-5 18 103 16,0 13-43-16,0 6-1 0,-9 3-41 0,0 11 216 15,2 5-101-15,-5 9-50 0,-1 1-15 0,1 9-26 16,0 15 0-16,1 12 0 0,4 7 0 16,2 9 0-16,3 14 0 0,2 0 0 0,0-1 0 15,0 15 0-15,4-9 0 0,6 1 0 16,-1-5 0-16,2-5 0 0,-1-9 0 0,3 1 0 15,-1-5 0-15,0-6 0 0,-3-9 0 0,1-3 0 16,0-5 0-16,-3-5 0 0,0-6 0 0,0-2 0 16,-2-4 0-16,0-3 0 0,1-4-445 0,-1 1 208 15,4-3 100-15,0 0-694 0,0 0 396 0,5-3 189 16</inkml:trace>
  <inkml:trace contextRef="#ctx0" brushRef="#br0" timeOffset="159464.51">15910 14993 2195 0,'-2'-1'0'0,"-3"-4"0"0,0 0 0 0,-3 4 0 0,3-3 0 0,-1 2 0 0,0-1 0 0,1 3 0 0,-1-1 0 0,-1 1 0 0,3 0 118 0,-1 0-39 0,0 0 57 0,3 0-39 15,0 0-34-15,2 0 0 0,-1 0 57 0,1 0-40 16,0 0-1-16,0 0-31 0,0 0 32 0,0 0-1 16,0 0-40-16,0 0-1 0,0 0 41 0,0 0-31 15,0 0-10-15,0 0-21 0,0 0 21 0,0 0 1 16,0 0-1-16,0 0 8 15,0 0-8-15,0 0 1 0,0 0-28 0,0 0 0 0,0 0 28 0,0 0 3 16,0 0-66-16,0 0 23 0,0 0 0 0,0 0-44 16,0 0 34-16,0 0-8 0,0 0 40 0,0 0-102 15,0 0 47-15,0 0 14 16,0 0-15-16,0 0-8 0,0 0 44 0,0 0-13 16,0 0 12-16,0 0-15 0,0 0 10 0,0 0-15 15,0 0 83-15,0 0-33 0,0 0 1 0,0 0 62 16,0 0-44-16,0 0-13 0,0 0-2 15,0 0 41-15,0 0-48 0,0 0-27 0,0 0 0 16,0 0 0-16,0 0 0 0,0 0 0 16,0 0 0-16,0 0 0 0,-2 0 0 0,-2 1 0 15,-1 11 0-15,-2 1 0 0,-2 2 0 0,-2 9 0 16,2-2 0-16,-3 3 0 0,1 4 0 0,2 1 0 16,-1 2 0-16,3 2 0 0,0 1 0 0,1 1 0 15,4 0 0-15,1 0 0 0,1-3 0 0,0-2 0 16,1-2 0-16,9-5 0 0,2 2 0 0,4-4 0 15,-3-7 0-15,4 2 0 0,1-6 0 0,3-2 0 16,-2-3 0-16,-1-5 0 0,2-1 0 0,-1 0 0 16,-1-1 0-16,1-7 0 0,-3-4 0 0,4-3 0 15,-4-5 0-15,-1 2 0 0,-2 0 0 0,3-7 0 16,-4 1 0-16,0-2 0 16,1 0 0-16,1-2 0 0,-1-2 0 0,-3-4 0 15,4 0 0-15,-3 1 0 0,-2-3 0 0,-1 3 0 16,-2-2 0-16,-2 3 0 0,-3 0 0 0,-1 4 0 15,0-2 0-15,0 4 0 0,-9 2 0 0,-3-3 0 16,-2 4 0-16,-2 3 0 0,2 1 0 16,-4 4 0-16,0 1 0 0,-1 1 0 15,-2 7 0-15,-1-2 0 0,-2 4 0 0,3 2 0 16,-4 2 0-16,3 0 0 0,-4 0 0 0,7 2 0 16,-3 10 0-16,3-2 0 0,-1 4 0 0,4 3 0 15,1 0 0-15,2 6 0 0,4 2 0 0,0 0 0 16,6-1 0-16,1 6 0 0,2-4 0 0,0 1 0 15,2-1 0-15,10 1 0 0,0-9 0 16,8 7 0-16,0-6 0 0,4-5 0 0,1-1 0 16,1-3 0-16,-2 0 0 0,8-7 0 0,-4-1 0 15,-1-2 0-15,1 0 0 16,-4 0 0-16,-3 0 0 0,-1-3 0 0,-2-4 0 16,-4 2 0-16,-4 0 0 0,-2 0 0 0,-5 2 0 15,-1-1 0-15,0 3 0 0,0-2 0 0,-2-1 0 16,0 1 0-16,0-1 0 0,-4 0 0 0,-1 0 0 15,-3 3 0-15,0-1 0 0,3 0 0 0,-3 2 0 16,3 0 0-16,-4 0-368 0,2 9-271 0,4 4 300 16,-3 5 151-16</inkml:trace>
  <inkml:trace contextRef="#ctx0" brushRef="#br0" timeOffset="167147.16">15498 15508 2858 0,'-15'0'0'0,"-1"0"0"0,4 0 0 0,0 0 0 0,-1 0 0 0,6 0 0 0,1 0 0 0,0 1 0 0,4-1 0 0,0 0 0 0,2 3 579 0,0 1-254 16,2-1-156-16,14 3-169 0,2 0 0 0,6 1 0 16,3 1 0-16,5 1 0 0,0 0 0 0,5 1 0 15,9-1 0-15,-2-2 0 0,0 3 0 16,-3-3 0-16,10 2 0 0,-6-2 0 0,0-1 0 15,-2-3 0-15,-2-1 0 0,-7 2 0 16,4-4 0-16,-4 0 0 0,-2 0 0 0,-4 0 0 16,-1 0 0-16,-6-4 0 0,0-5 0 0,0-1 0 15,-3 0 0-15,-4 2 0 0,-5 0 0 0,-1 1 0 16,-5 0-131-16,-1 4-185 0,1-3 135 0,-3 3-521 16,-5 0 328-16,-6 3 151 0,-8 0 94 0,1 12-604 15</inkml:trace>
  <inkml:trace contextRef="#ctx0" brushRef="#br0" timeOffset="167473.78">15731 15811 3931 0,'-21'0'0'0,"-2"1"0"0,5-1 0 0,1 0 0 0,7 0 0 0,3 0 0 16,4 0 0-16,0 0 0 0,3 3 0 0,12 0 0 0,14 1 0 0,6 0 0 0,0 1 0 0,3 2 0 15,-1 3 0-15,0 3 0 0,-4 2 0 0,-7-2 0 16,3 5 0-16,-8 2 0 0,-6 1 0 0,-4 0 0 16,-7 7 0-16,-1-1 0 0,-5 3 0 0,-14-1 0 15,-4-1 0-15,-1-2 0 0,-2-5 0 0,3-6 0 16,-7 2 0-16,11-10 0 0,1 1 0 0,7-4 0 16,1-2 0-16,4-2 0 0,3 0 0 0,1 0 0 15,2 0 0-15,5 0 0 0,20 0 0 0,5 0 0 16,9 0 0-16,0-2 0 15,7-2 0-15,2 1 0 0,1 3 0 0,2 0 0 16,-1 0 0-16,3 0 0 0,0 0 0 0,1 0 0 16,-3 3 0-16,-2 1 0 0,-2 2 0 0,-12-1 0 15,4 4-426-15</inkml:trace>
  <inkml:trace contextRef="#ctx0" brushRef="#br0" timeOffset="168375.98">7113 15277 3110 0,'-23'-15'0'0,"2"-2"0"0,-1-2 0 0,-4 1 0 0,5-3 0 0,5 2 0 0,4-1 0 0,4-1 0 0,1-4 0 0,7-1 0 0,0 0 235 16,2 2-94-16,9-1-49 0,8 1 120 0,2 1-73 16,3 3-137-16,2 1-2 0,3 1 0 0,1 7 0 15,2 1 0-15,1 2 0 0,2 4 0 0,-2 2 0 16,0 2 0-16,-1 0 0 0,-2 0 0 16,-7 11 0-16,6 6 0 0,-6 2 0 0,-3 4 0 0,-3 3 0 15,-4 3 0-15,-4 5 0 0,-7 3 0 0,-2 6 0 16,0-2 0-16,-12 1 0 0,-9 4 0 15,-6 0 0-15,-3-2 0 0,-5-1 0 16,-1 1 0-16,-6-7 0 0,1 0 0 0,-3-9 0 16,3 0 0-16,8-11 0 0,-5-2 0 0,3-2 0 15,8-5 0-15,0 1 0 0,5-6 0 0,7-1 0 16,5-1 0-16,-1-1 0 0,9 0 0 0,-1 0 0 16,3 0 0-16,0 0 0 0,0 0 0 0,13 0 0 15,7 0 0-15,7 2 0 0,3 3 0 16,2-2 0-16,9 1 0 0,2 2 0 15,-7-2 0-15,14-1 0 0,-8-1 0 0,-5 2 0 16,1-3 0-16,-1-1 0 0,-4 0 0 0,-1 0 0 16,-3 0 0-16,-6 0 0 0,0 0 0 0,-2-1 0 15,-2-3 0-15,-2 2 0 0,-1-1 0 0,-1 0 0 16,0 2-189-16,4 1 27 0</inkml:trace>
  <inkml:trace contextRef="#ctx0" brushRef="#br0" timeOffset="172435.83">17552 15159 3145 0,'0'-2'0'0,"0"0"0"0,0 2 0 0,0 0 0 0,0 0 0 0,0-1 0 0,6-2 0 0,7 3 0 0,2-2 0 0,6 1 0 0,1-1 210 16,0 2-70-16,7 0 292 0,-1 0-428 0,0 0-4 0,1 0 0 16,1 0 0-16,0 3 0 0,2 3 0 0,-2-1 0 15,0 1 0-15,-2-3 0 0,0 3 0 16,-8 1-135-16,3-2-157 0,-6 3 169 0,-2-1 22 15,-2 4-506-15,-5 1 200 0,-3 2 168 0</inkml:trace>
  <inkml:trace contextRef="#ctx0" brushRef="#br0" timeOffset="172618.59">17723 15594 3931 0,'-26'13'0'0,"5"5"0"0,6-5 0 0,4-4 0 0,3-2 0 0,3-5 0 0,5 2 0 0,0-4 0 0,14 0 0 0,15 0 0 0,3 0 0 0,9 0 0 0,-1 0 0 15,3 0 0-15,-2 0 0 0,-3 0 0 0,-1 0 0 16,1 0 0-16,-5 2 0 0,-1 2 0 0,-2 2 0 16,-5-3 0-16,1 3 0 0,-5-1 0 0,-3 3 0 15,-4-1 0-15,-3 1 0 0,-5 2-674 0,-3 1 304 16,-1 2-684-16</inkml:trace>
  <inkml:trace contextRef="#ctx0" brushRef="#br0" timeOffset="173410.21">19227 15043 1797 0,'-5'-3'0'0,"-1"1"0"0,4 2 0 0,1 0 0 0,1 0 0 0,0 0 0 0,0 5 0 0,0 6 0 0,0 1 0 0,0 5 0 0,0 7 393 16,0 2-173-16,-6 1-87 0,-2 6 103 0,-5 0-94 15,-1 2-36-15,-7 5-12 0,-2-4 79 0,-4-1-64 16,1 0-31-16,-2-4 1 0,6-6 63 16,-5-2-53-16,5-5 0 0,3-4-38 15,0-3-51-15,4-2 0 0,6-5 0 0,3-2 0 16,3 0 0-16,1-2 0 0,2 0 0 0,0 0 0 15,2 0 0-15,16 0 0 0,6 0 0 0,8 2 0 16,8-1 0-16,3 4 0 0,-2-4 0 0,14 1 0 16,-6 1 0-16,3 1 0 0,1-2 0 0,0 1 0 15,-10 2 0-15,8-2 0 0,-16-1 0 0,4 2 0 16,-5-3 0-16,-2 4 0 0,-9-1 0 16,0 0 0-16,-7-2 0 0,-4-1-183 15,-3 3-74-15,-5-4 106 0,-3 1-791 0,-1-1 454 16,0 0 220-16</inkml:trace>
  <inkml:trace contextRef="#ctx0" brushRef="#br0" timeOffset="173604.77">19434 15121 3828 0,'-11'-14'0'0,"1"6"0"0,1 2 0 0,2 4 0 0,1 0 0 0,3 2 0 0,-2 0 0 0,5 12 0 0,0 12 0 0,0 5 0 0,0 7 103 0,2 0-103 0,1 15 0 16,-2 0 0-16,1 3 0 0,0 1 0 0,0-1 0 15,0-1 0-15,0-3 0 0,-2 1 0 0,1-3 0 16,-1-2 0-16,0 1 0 0,0-7 0 0,0 1 0 16,0-4-14-16,2-3-76 15,0-4-994-15,5-10 508 0,3 1 270 0</inkml:trace>
  <inkml:trace contextRef="#ctx0" brushRef="#br0" timeOffset="174060.07">20208 15609 2031 0,'17'-22'0'0,"-8"4"0"0,2-5 0 0,-3-1 0 0,-2-7 0 0,-3 1-4 0,-1 0-13 0,0-4 3 0,0 0 4 0,-2 1 0 0,0-3 77 0,0 0 1 0,-4 4 79 0,-7 3-54 15,-4 4 2-15,0 8 187 0,-8-1-126 0,-3 8-56 16,-2 6-27-16,-6 4 336 0,-5 0-182 0,5 14-81 15,-10 12-54-15,5 1-92 0,2 9 0 0,5 2 0 16,4 5 0-16,5 4 0 16,7 0 0-16,4-1 0 0,8-2 0 0,4-6 0 0,0 1 0 0,6-5 0 15,11-2 0-15,3-8 0 16,4-3 0-16,7-7 0 0,2-7 0 0,1-7 0 0,3 0 0 16,-4-2 0-16,1-15 0 0,-2-4 0 15,-4-5 0-15,-3-3 0 0,-3-1 0 0,-3 1 0 16,-3-4 0-16,-4 3 0 0,-3 5 0 0,-4 4 0 15,-3 2 0-15,0 8 0 0,-2 1 0 0,0 2 0 16,0 5 0-16,0 1 0 0,0 2 0 0,-7 2 0 16,1 13 0-16,3 6 0 0,3 3 0 0,0-2 0 15,0 11 0-15,0-3 0 0,7-2 0 0,7 0 0 16,0-2 0-16,1-5 0 0,8 1 0 0,-2-6 0 16,1-4 0-16,2-3 0 15,-1-4 0-15,1-3 0 0,3-2 0 0,-2 0 0 16,-2 0 0-16,0-2 0 0,-2-2 0 0,-1-2 0 15,-1 1 0-15,-2-3-88 0,0 1-1198 0</inkml:trace>
  <inkml:trace contextRef="#ctx0" brushRef="#br0" timeOffset="175475.3">21874 15154 1961 0,'3'-12'0'0,"2"1"0"0,-1-2 0 0,1-1 0 0,-1-1 0 0,1 2 0 0,-1-4 0 0,-2 2 0 0,-1 0 0 0,1 2 0 0,-2 2 100 0,0-2-54 0,0 2 87 0,-3 2-44 16,-8 3 0-16,-7 3-31 0,-3 2 109 0,-6 1-61 15,-8 0-29-15,-2 9-1 0,-2 6 149 0,3 1-78 16,-8 8-56-16,5 0 156 0,6 0-101 0,4-1-49 15,3-1-21-15,10-2-76 0,-2 9 0 0,13-8 0 16,3 2 0-16,2 1 0 0,7-4 0 0,12 1 0 16,8-3 0-16,8 3 0 0,3-5 0 0,2-3 0 15,1 0 0-15,-7-5 0 0,3 7 0 0,-5-3 0 16,-11 0 0-16,0 3 0 0,-8-1 0 16,-6 4 0-16,-5 3 0 0,-2 0 0 15,-8 4 0-15,-13 0 0 0,-9 5 0 0,2-5 0 16,-9 5 0-16,1-5 0 0,8-6 0 0,-4 2 0 15,0-2 0-15,9-6 0 0,1-2 0 0,3-3 0 16,10-2 0-16,1-5 0 0,4 1 0 0,4-2-240 16,9-2-96-16,19-19 145 0,13-12-489 0,5-9 317 15</inkml:trace>
  <inkml:trace contextRef="#ctx0" brushRef="#br0" timeOffset="175652.79">22091 15205 3178 0,'9'-3'-2'0,"-6"1"1"0,-1 2 0 0,-2 0 1 0,0 5 0 0,-3 6 0 0,-4 5 0 16,2 1 0-16,1 4 0 0,-1 3 0 0,3 2 613 0,0-1-469 0,0 7-144 0,2-7 0 0,0 2 0 15,0-9 0-15,0 3-401 0,0-7 71 0,4-2 182 0,-1-4 97 16,1-2-803-16,1-6 423 16,4 0 212-16,-4-7-16 0,2-16-91 0,1-3 140 15,2-14 70-15,-3 0 36 0</inkml:trace>
  <inkml:trace contextRef="#ctx0" brushRef="#br0" timeOffset="175968.64">22210 14866 2086 0,'5'-34'-20'0,"4"10"3"0,-2 5 3 16,-3 7 3-16,1 5 1 0,2 5 3 0,2 2 2 0,-2 13 0 0,0 11 1 0,-1 9 4 0,-1 10 296 0,0 2-126 16,-4 6 296-16,-1 3-213 0,0 2-104 0,0 1 72 0,0-2-94 0,-8 0-43 0,1-5 0 15,-2-5-83-15,2-8-1 0,0-8 53 0,4-4-19 16,-1-9-71-16,2-6 35 0,0-3 1 0,2-6 41 15,0-1-40-15,0-9 0 16,9-13 0-16,5-3 0 0,1-1 0 0,4-1-11 16,2 1-19-16,-1 2-2 0,1 1 28 0,0 4 11 0,-5 7 63 0,1 0-70 15,-4 8 0 1,4 2 0-16,-6 2 0 0,0 0 0 0,-1 12 0 16,-2 12 0-16,-5 2 0 0,-1 8 0 0,0 2 0 0,-2 7 0 15,0-9 0-15,0 3 0 0,0-1 0 0,2-4 0 16,0-7 0-16,1-3 0 0,4-3 0 0,-2-8 0 15,1-4 0-15,-1-1 0 0,2-6 0 0,2 0-128 16,-2 0-158-16,2-13 122 0,-2-2-594 16,3-10 364-16,1-1 175 0,-2-5-256 0</inkml:trace>
  <inkml:trace contextRef="#ctx0" brushRef="#br0" timeOffset="176142.61">22697 15208 3219 0,'1'-6'0'0,"1"4"0"0,2 1 0 0,0-1 0 0,2 0 0 0,3 2 0 0,4-2 0 16,6-1 0-16,7 3 0 0,4 0 0 0,4 0 140 0,11 0 432 0,-1 0-572 0,-2 0 0 16,11 3 0-16,-4 1 0 0,-2-2 0 15,1 1 0-15,-6 0 0 0,6 2-326 0,-11-2 168 16,0 0 101-16,-7 6-905 0,-8 0 411 0,-1 2 270 31</inkml:trace>
  <inkml:trace contextRef="#ctx0" brushRef="#br0" timeOffset="176476.01">22948 15452 3111 0,'-35'6'0'0,"5"1"0"0,5-4 0 0,2 2 0 0,12-4 0 0,2-1 0 0,5 0 0 0,4 2 0 0,4-2 0 0,21 0 0 0,3 0 212 0,8 0-75 16,8 0 229-16,-3 0-261 0,-4 2-105 0,0 3 0 15,-3 1 0-15,-8 2 0 0,-1 3 0 0,-7 3 0 16,-8 2 0-16,-8 3 0 0,-2 6 0 0,-2-3 0 15,-17 3 0-15,-8 0 0 0,-1-4 0 0,-9 5 0 16,1-7 0-16,4-2 0 0,-3-2 0 0,0-1 0 16,5-1 0-16,8-5 0 0,-1 0 0 0,11-3 0 15,2-3 0-15,2 1 0 0,7-3 0 0,1 1 0 16,0 2 0-16,14-1 0 0,13-1 0 16,3 2 0-16,3-2 0 0,4 1 0 0,2-2 0 15,0 2 0-15,0-2 0 0,0 0 0 16,-6 0 0-16,-1 0 0 0,-2 0 0 0,-10 2 0 15,3-2 0-15,-4 2 0 0,-4-2 0 0,-5 0 0 16,-4 0-223-16,-1 0-29 0,-1 0 110 0,-3-2 49 16,-1-8-585-16,0-7 318 0,0-6 158 0,-3-3-539 15</inkml:trace>
  <inkml:trace contextRef="#ctx0" brushRef="#br0" timeOffset="176827.08">23138 14537 2711 0,'-18'-26'-3'0,"-5"3"1"0,-4 8 1 0,-3 4 1 0,0 4 0 0,-2 4 0 0,0 3 0 0,4 0 0 0,2 8 0 0,6 9 0 0,0 6 238 0,8 3-99 0,3 6-39 0,6 0 172 16,3 4-116-16,0 1-57 0,17 2-30 0,6-4 45 15,1-7-75-15,14 1-39 0,1-8 0 0,2-5 0 16,3-9 0-16,-1-6 0 0,-8-1 0 0,4 0 0 15,0-10 0-15,-7-11 0 0,-6-1 0 0,-6-5-31 16,-4-1-2-16,-7-3-3 0,-7 1 0 0,-2-1 1 16,0-1-7-16,-15 0 148 0,-8 2-56 0,-1 1-1 15,-7 7-41-15,0 7-8 0,-5 4 0 0,1 7 0 16,-1 4 0-16,1 0 0 16,3 7 0-16,7 10 0 0,8 0 0 0,6 4 0 15,7 1 0-15,4 5 0 0,0-1 0 0,18 0 0 16,7-1 0-16,10 3 0 0,-1-8 0 0,12 5 0 15,-2-5 0-15,6-5-211 0,0-1-53 0,4-2 119 16,3-4-877-16,-1 2 494 0</inkml:trace>
  <inkml:trace contextRef="#ctx0" brushRef="#br0" timeOffset="177359.23">24038 14530 2013 0,'-8'-3'0'0,"1"2"0"0,1 1 0 0,1 0 0 0,1 0 0 0,-1 4 0 0,2 9 0 0,1 4 0 0,2 6 0 0,0 5 0 0,0 5 373 0,0 9-157 15,0 9-92-15,2 10 303 0,-2 2-194 0,1 3-96 16,-1 9-48-16,0 4 230 0,0 3-319 0,0 13 0 16,-1-2 0-16,-6-4 0 0,3 2 0 0,0-10 0 15,1 0 0-15,3-9 0 0,0-6 0 0,0-11 0 16,0 1 0-16,0-11 0 0,3 2 0 0,-1-12 0 15,2-2 0-15,-2-9 0 0,-1-4 0 0,1-6 0 16,0-5 0-16,-2-5 0 0,0-2-94 0,0-2-324 16,2 0 178-16,-1-6 104 0,6-11-608 0,0-5 351 15,2-3 175-15,5-3 89 0</inkml:trace>
  <inkml:trace contextRef="#ctx0" brushRef="#br0" timeOffset="177645.72">24257 15758 3503 0,'0'5'0'0,"0"12"0"0,-1-2 0 15,-5 5 0-15,2-2 0 0,0 6 0 0,4 1 0 0,0-3 0 0,6 8 0 0,9-3 0 0,5-4 141 0,3 0 146 0,3-4-287 16,5-4 0-16,0-4 0 0,4-7 0 0,2-4 0 16,6 0 0-16,-5-9 0 0,-8-6 0 0,2-8 0 15,-4 1 0-15,-7-4 0 0,-5 2 0 0,-7-3 0 16,-7 3 0-16,-2-6 0 0,0 3 0 0,-14 0 0 15,-9 4 0-15,-6 2 0 0,-2 4 0 0,-10 1 0 16,1 6 0-16,0 4 0 0,-1 3 0 0,6 3 0 16,-4 0 0-16,7 0 0 0,4 7 0 0,8-1 0 15,4 3 0-15,6-3 0 0,3 1 0 0,5 1 0 16,2-1 0-16,0 2 0 16,5-2-837-16,9 0 334 0,2-5 220 0,2-2 126 15,0 0-676-15</inkml:trace>
  <inkml:trace contextRef="#ctx0" brushRef="#br0" timeOffset="177911.98">24244 14682 2898 0,'-9'-13'0'0,"5"5"0"0,3 6 0 0,1 1 0 0,0-2 0 16,1 0 0-16,16-1 0 0,7-1 0 0,14 1 0 0,2-2 0 0,6 0 479 0,7 2-219 0,2-1-100 0,0 1-26 0,0 1-134 0,-2 0 0 0,-6 2 0 15,0-2 0-15,-10 0 0 16,-1 0 0-16,-6 0 0 0,-9 1 0 0,-1 1 0 16,-8-1 0-16,-3 0 0 0,-6 0-657 0,0 2 239 15,-3 0 204-15,0 0-637 0,-12 0 406 0,0 0 192 16</inkml:trace>
  <inkml:trace contextRef="#ctx0" brushRef="#br0" timeOffset="178102.13">24562 14621 2316 0,'-14'2'0'0,"2"2"0"0,0 3 0 0,5-2 0 0,1 2 0 0,-1 1 0 0,3 1 0 0,1 2 0 0,3 4 0 16,0 0 0-16,0 1 191 0,0 3 217 0,0-1-190 0,0 0-89 0,0 1-45 0,0 1-166 15,0-2 61-15,0 1 40 0,0-2-459 0,0-3 240 16,3-2 120-16,-3-1 59 0,2-1-603 0,0-4 269 16,3 0 177-16,1-3-19 0,5-3-144 0,1 0 151 15</inkml:trace>
  <inkml:trace contextRef="#ctx0" brushRef="#br0" timeOffset="178277.87">24754 14655 3449 0,'0'-3'0'0,"0"-1"0"0,0 4 0 0,-2 0 0 0,2 0 0 0,0 0 0 0,0 7 0 0,0 4 0 0,0 5 0 0,0 4 0 0,2 5 429 15,3 3-376-15,0 0-53 0,-1 4 0 0,0 0 0 0,-1 0 0 0,0-2 0 16,-1 0 0-16,-2-3 0 16,0-1 0-16,0 3 0 0,0-4 0 0,-6 0-33 15,-2-3-30-15,-1 3-1036 0</inkml:trace>
  <inkml:trace contextRef="#ctx0" brushRef="#br0" timeOffset="183687.51">25699 15083 1371 0,'-1'0'0'0,"-2"0"3"0,2 0 1 0,-1 0 1 0,2 0-1 0,0 0 0 0,-2 0-1 0,2 0 0 0,0 0-1 0,0 0 0 0,0 0 196 0,0 0-70 16,0 0-51-16,0 0 219 0,0 0-129 0,0 0-65 0,2 0-22 15,5 0 192-15,4 0-117 0,-1 0-59 0,0 0-29 16,3 0 235-16,-2 0-123 0,5 0-75 16,-4 3 41-16,4-2-53 0,-2 3-26 15,6-1-62-15,-2 0-4 0,0-1 0 0,4 0 0 16,0-2 0-16,-1 0 0 0,0 0 0 0,-3 0 0 16,-1 0 0-16,0 0 0 0,-2 0 0 0,-2 0 0 15,-6 0-14-15,3 0-122 0,-3-2 31 16,-3 0-487-16,2-1 269 0,0 2 142 0,0-1 72 0,-1 0-294 15,2 0 187-15,-1 2 89 0</inkml:trace>
  <inkml:trace contextRef="#ctx0" brushRef="#br0" timeOffset="183957.87">25768 15440 3671 0,'-28'0'0'16,"7"7"0"-16,8 5 0 0,1-5 0 0,7-1 0 0,3-5 0 0,2-1 0 0,0 1 0 0,0 1 0 0,7-2 0 0,16 0 260 0,1 0-260 0,3 0 0 0,1 0 0 15,0-2 0-15,-6 1 0 16,5 0 0 0,-3-3 0-1,0 2 0-15,-1 1 0 0,-4 1 0 0,-2 0 0 0,-4 0 0 0,-2 0 0 0,1 0 0 0,-5 0 0 0,2 0-495 0,-3 0 10 31,0 0 228-15,-1 0 109 0,3 0-343-16,-3 1 226 0</inkml:trace>
  <inkml:trace contextRef="#ctx0" brushRef="#br0" timeOffset="185621.08">26806 14719 1745 0,'2'-15'0'0,"0"9"0"0,0 5 0 16,2-2 0-16,-1 3 0 0,-1 0 0 0,1 0 0 0,2 0 0 0,-3 0 0 0,3 8 0 0,-3 9 82 0,-2 3 10 0,0 11 137 0,0 1-95 0,-14 7-48 0,-4-1 1 15,-2 1 65-15,-1-6-47 0,-8 8-38 0,1-6 179 16,-4-1-103-16,1-2-53 16,0-4-25-16,3-5 311 0,2-3-173 0,5-5-174 15,3-1-29-15,6-7 0 0,5-2 0 0,1-2 0 16,1-1 0-16,5-2 0 0,0 0 0 0,13 0 0 16,13 0 0-16,6 0 0 0,13 0 0 0,-1 0 0 15,8 0 0-15,-3 0 0 0,0 0 0 0,-2 0 0 16,5 0 0-16,-8 0 0 0,0 0 0 0,-8 0 0 15,0 3 0-15,-2 0 0 0,-4 1 0 0,-2 1 0 16,-6-1 0-16,-2-1 0 16,-2 3 0-16,-6-5 0 0,-2 5-39 0,-2-4-667 15,-3 0 334-15,-2-1 167 0,-1-1 83 0,-2 0-577 16,0 0 336-16,0-14 161 0</inkml:trace>
  <inkml:trace contextRef="#ctx0" brushRef="#br0" timeOffset="185803.12">27134 14864 2968 0,'-18'-21'0'0,"5"10"0"0,0-1 0 0,1 6 0 0,3 0 0 0,2 3 0 0,2 2 0 0,-2 1 0 0,3 7 0 0,1 16 0 0,-1 7 119 0,1 7 426 0,-1 5-253 15,-2 7-285-15,0 5-7 0,0 2 0 0,1 2 0 16,0 1 0-16,-2 1 0 0,1-2 0 0,3 2 0 16,1-3 0-16,0-4 0 0,2-3 0 0,0-3 0 15,0-10-395-15,4 1 46 0,8-11 90 0,2 3 125 16,6-12-633-16,3-6 364 0,7-6 182 0,9-6 92 15</inkml:trace>
  <inkml:trace contextRef="#ctx0" brushRef="#br0" timeOffset="186215.04">27840 15389 2231 0,'17'-26'0'0,"-6"0"0"0,-2-7 0 0,4-1 0 0,-5 0 0 0,1 2 0 0,-4 0 0 0,0-2 0 0,0 3 0 0,-3-3 0 0,-2 4 136 15,0-1 199-15,0 3-148 0,-7 7-64 0,-3 1-47 16,-5 4 201-16,-2 4-120 0,-8 4-58 0,2 6-31 16,-7 2 174-16,-2 6-242 0,-7 15 0 0,4 3 0 15,-4 7 0-15,1 5 0 0,2 6 0 0,0 1 0 16,8 3 0-16,4-1 0 0,6 1 0 0,8 1 0 16,2-5 0-16,6 10 0 0,2-9 0 0,0-7 0 15,6 0 0-15,8-4 0 0,6-6 0 0,2-8 0 16,6-5 0-16,2-6 0 0,4-7 0 0,4-3 0 15,5-19 0-15,-4-8 0 16,0-8 0-16,0-3 0 0,-3-4 0 0,-1-1 0 16,-7 2 0-16,-1 2 0 0,-11 11 0 0,-2 1 0 15,-5 9 0-15,-4 6 0 0,-3 1 0 0,-1 7 0 16,3 3 0-16,-4 3 0 0,0 1 0 0,0 0 0 16,-10 20 0-16,4 5 0 0,1 5 0 0,5 3 0 15,0 12 0-15,0-7 0 0,0 13 0 0,9-4 0 16,4-6 0-16,2-5 0 0,1-1 0 0,3-2 0 15,2-7 0-15,-1-4 0 16,1-5 0-16,0-4 0 0,-1-4 0 0,0 2 0 16,5-2 0-16,-2 0-1105 0,1-2 476 0</inkml:trace>
  <inkml:trace contextRef="#ctx0" brushRef="#br0" timeOffset="187679.9">7119 16483 1635 0,'0'-6'0'0,"0"-2"0"0,0 2 0 0,0-1 0 0,0 0 0 0,0-1 0 0,2 3 0 0,1 1 0 0,-1 0 0 16,1 0 0-16,-1 3 75 0,-1 0 0 0,-1-2 132 0,0 3-89 0,0 0-39 0,0 0-1 16,0 0 52-16,0 0-45 0,0 0 9 0,0 0 97 15,0 0-76-15,2 0-39 0,1 11 163 0,-3 4-100 16,0 8-41-16,0 7-34 0,0 12 165 0,0 4-95 16,-6 13-64-16,-4 2-70 0,1-5 0 0,-3 22 0 15,-1-9 0-15,4 5 0 0,0-2 0 16,4 0 0-16,1-8 0 0,4 9 0 0,0-20 0 15,0 0 0-15,4-4 0 0,9-3 0 16,-3-14 0-16,5 0 0 0,2-5 0 0,2-3 0 16,-1-8 0-16,-1-2 0 0,5-5 0 0,-3-2 0 0,-1-5 0 15,-1-2 0-15,-1 0 0 0,1 0 0 16,-2-8 0-16,0-2 0 0,0-5 0 0,-4 0 0 16,1-3 0-16,0 1 0 0,-6 1 0 0,3-1 0 15,-4 0 0-15,1 2 0 0,-2 1 0 0,-1 2 0 16,2-2-37-16,-1-1-451 0,4 2 225 0,0-4 112 15</inkml:trace>
  <inkml:trace contextRef="#ctx0" brushRef="#br0" timeOffset="187876.01">7595 16813 3931 0,'-12'-3'0'0,"8"0"0"0,4 3 0 0,0 0 0 0,0 0 0 0,0 0 0 0,0 0 0 0,0 0 0 0,16-1 0 0,7 1 0 0,4-2 0 0,3 0 0 16,2 2 0-16,3 0 0 0,3 0 0 0,0 0 0 15,-3 0 0-15,-1 0 0 0,-4-1 0 0,-5 1 0 16,-1 0-117-16,-5 0 22 0,-6 3-1242 0</inkml:trace>
  <inkml:trace contextRef="#ctx0" brushRef="#br0" timeOffset="188034.31">7795 17090 3931 0,'-16'3'0'0,"-2"3"0"0,7-6 0 0,1 0 0 0,5 0 0 0,1 0 0 0,4 0 0 0,0 0 0 0,19 0 0 0,9 0 0 0,2 0 0 0,1 0 0 0,3 0 0 0,-1 0 0 16,1 0 0-16,0 0 0 0,-4 0 0 0,-2 0-22 15,0 0-613-15,0 0 334 0,-2 3 168 16</inkml:trace>
  <inkml:trace contextRef="#ctx0" brushRef="#br0" timeOffset="188673.53">8815 17020 2298 0,'-34'-21'0'0,"6"7"0"0,0-1 0 0,4 3 0 0,1-3 0 0,6-2 0 0,4 2 0 0,6 0 0 0,0-2 0 0,7 0 0 0,0-4 101 0,14 4 345 0,6 0-203 0,6 5-102 15,5 0 239-15,0 2-161 0,5 7-116 0,-1 1-103 16,0 2 0-16,-1 0 0 0,-2 12 0 0,-2 3 0 16,-2 5 0-16,-1 5 0 0,-7 2 0 15,-3 0 0-15,-6 5 0 0,-6 1 0 0,-5 9 0 16,0-5 0-16,-12 6 0 0,-11-1 0 0,-9 0 0 16,-2-5 0-16,-5-2 0 0,-3-3 0 0,1-8 0 15,-1-2 0-15,7-7 0 0,-1-4 0 0,2-4 0 16,11-1 0-16,0-5 0 0,7 2 0 15,5-3 0-15,6 0 0 0,1 0 0 16,2 0 0-16,2 0 0 0,0 0 0 0,10 0 0 16,12 0 0-16,2 0 0 0,6 0 0 0,0 0 0 15,5 1 0-15,0 2 0 0,1 0 0 0,-1-1 0 16,-1 4 0-16,0-2 0 0,0-1 0 0,-3 1 0 16,1 0 0-16,-3 0 0 0,-1-1 0 0,-3 1 0 15,-5 0 0-15,2-2-681 0,-3-2 118 0,1 0 262 16,-1 0 131-16,1-10-679 0</inkml:trace>
  <inkml:trace contextRef="#ctx0" brushRef="#br0" timeOffset="189051.58">9503 16397 2767 0,'2'-18'0'0,"-2"11"0"0,0 2 0 0,0 2 0 0,0 3 0 0,-7 22 0 0,0 11 0 0,-2 8 0 0,-2 18 0 0,-1 5 0 0,1 7 844 0,-1 7-524 15,3 3-320-15,1 2 0 0,2-2 0 0,6 2 0 0,0-5 0 16,0-4 0-16,6-7 0 0,6-14 0 16,5-1 0-16,1-7 0 0,2-11 0 0,2-4 0 15,1-5 0-15,-5-8 0 0,5-7 0 16,2-4 0-16,0-6 0 0,0 0 0 0,2-7 0 0,-3-10 0 16,2-4-154-16,3-11-291 0,-3-2 203 0,-2-3-614 15,2-4 409-15,-3-3 195 0,-2 1-391 0,-5 0 302 16,-7 12 151-16,1-3 76 0,-8 11-2 0,0-1 44 15,-2 5 13-15,0 8 59 16,0 0 408-16,0 5-243 0,-5 2-111 0,3 2 955 16,-3 0-523-16,3 2-239 0,2 0-138 0,0 8 932 15,0 10-629-15,0 7-412 0,0 3 0 0,2 3 0 16,5 11 0 0,-2-1 0-16,0-6 0 0,1 4 0 0,1-2 0 0,3-3 0 0,-1-6 0 0,-1-5 0 15,0-3 0-15,-1-3 0 0,0-3-324 16,-1-5 88-16,1 0 126 0,1-3-953 0,-1 0 504 15</inkml:trace>
  <inkml:trace contextRef="#ctx0" brushRef="#br0" timeOffset="189228.06">10197 16869 3931 0,'0'-2'0'0,"0"-1"0"0,0 1 0 0,2-2 0 0,7 3 0 0,10-2 0 0,-1 3 0 16,3 0 0-16,8 0 0 0,3 0 0 0,3 0 0 0,2 0 0 0,0 0 0 0,2 0 0 0,-2 0 0 16,-3 0-55-16,-2 0-250 0,-2 4 171 0,-9-1 86 15,0 4-1160-15</inkml:trace>
  <inkml:trace contextRef="#ctx0" brushRef="#br0" timeOffset="189383.49">10389 17112 3931 0,'-19'4'0'0,"4"0"0"0,2 1 0 0,1-1 0 0,5-4 0 0,3 0 0 0,4 0 0 0,0 2 0 0,3-1 0 0,17 2 0 0,8-2 0 0,-1 1 0 0,5 1 0 15,0 2 0-15,0-2 0 0,1 0 0 0,1 0 0 16,-2 1 0-16,2-1 0 0,-3 3-957 0,3 0 430 16</inkml:trace>
  <inkml:trace contextRef="#ctx0" brushRef="#br0" timeOffset="190123.06">11881 16868 1833 0,'0'-21'0'0,"0"4"0"0,1 0 0 0,3-5 0 0,-2-1 0 0,-2-1 0 0,0 0 0 0,0 3 0 0,0-4 0 0,-7 5 0 0,-5-5 133 15,-5 6-48-15,-2 0-24 0,-6 7 0 0,-5 2 119 16,-3 4-63-16,-10 4-44 0,-3 2 164 0,-2 8-100 16,-3 11-50-16,-9 5-25 0,13 0 195 15,-4 9-114-15,5-1-53 0,8 2 187 0,6-2-179 16,13-4-98-16,6 3 0 0,9 0 0 16,4 0 0-16,7 0 0 0,23 2 0 0,7-5 0 0,17 2 0 15,4-5 0-15,4-5 0 0,4 0 0 16,-3 2 0-16,-10-3 0 0,0 1 0 15,-5 0 0-15,-7 5 0 0,-13-4 0 0,-2 3 0 16,-9-1 0-16,-5 3 0 0,-9-2 0 0,-3 3 0 0,-4-1 0 16,-20 5 0-16,-4-6 0 0,-13 2 0 15,0-4 0-15,-3-6 0 0,-4-1 0 0,2-7 0 16,4-4 0-16,-10-5 0 0,10 0 0 0,7 0 0 16,1-15 0-16,7-5 0 15,8-4 0-15,7-4 0 0,10 0 0 0,2-4 0 0,2-2 0 0,20-2 0 16,3 6 0-16,11-4 0 0,-1 2 0 0,6 2 0 15,1 3 0-15,1-2 0 16,0 3 0-16,0 1 0 0,-5 0 0 0,-6 7 0 16,-4-2 0-16,-5 5 0 0,-7-3 0 0,-2 6 0 15,-5-3 0-15,-5 0 0 0,-3-3 0 0,-1-2 0 16,-1 2 0-16,-14-7 0 0,-2 2 0 0,-4-2 0 16,-1 2 0-16,-5-2 0 0,1 2 0 15,-2 1 0-15,-1 6 0 0,1-2 0 0,2 5 0 16,-1 3 0-16,4 5 0 0,-2 2 0 0,0 2 0 15,4 1 0-15,5 0 0 0,1 4 0 16,4 8 0-16,3 4 0 0,3 7 0 0,5 0 0 16,0 2 0-16,2 1 0 0,10 2 0 0,8-1-117 15,1 0-300-15,6-3 191 0,7 2-596 0,-1-3 392 16,4-2 188-16,9-1 107 0</inkml:trace>
  <inkml:trace contextRef="#ctx0" brushRef="#br0" timeOffset="190532.4">12483 16932 3002 0,'12'-13'0'0,"-7"3"0"0,-1-3 0 0,-2-4 0 0,-2-1 0 0,0-2 0 0,-2 2 0 0,-5-1 0 0,-1 1 0 0,-4 0 0 0,2 2 262 0,-8 2-113 0,0 3-56 16,-5 1 294-16,0 9-349 0,-10-1-38 0,1 2 0 15,-7 13 0-15,3 7 0 0,0 5 0 16,5 4 0-16,-4 10 0 0,3 2 0 15,6 4 0-15,4 2 0 0,4 5 0 0,8 2 0 16,2-1 0-16,8 2 0 0,0-2 0 0,6-6 0 16,12-8 0-16,5-11 0 0,7-2 0 0,2-7 0 15,3-8 0-15,1-7 0 0,2-4 0 0,-2-4 0 16,3-18 0-16,-6-4 0 0,-1-6 0 0,-2-5 0 16,-3-2 0-16,-6 4 0 0,2-12 0 0,-3 6 0 15,-8 7 0-15,0 0 0 0,-6 9 0 0,-3 2 0 16,-1 9 0-16,0 1 0 0,-2 5 0 0,0 5 0 15,0 0 0-15,0 3 0 16,0 0 0-16,-2 9 0 0,-1 13 0 0,3 3 0 16,0 8 0-16,0 5 0 0,0 7 0 0,1-1 0 15,11-2 0-15,-1-1 0 0,4-9 0 0,2 4 0 16,2-7 0-16,1 0 0 0,3-8 0 0,-2-1 0 16,-3-5 0-16,1-1 0 0,0-2 0 15,-2 2 0-15,-4-1 0 0,0-1-1102 0,-5 4 435 0</inkml:trace>
  <inkml:trace contextRef="#ctx0" brushRef="#br0" timeOffset="190675.78">13009 17455 3931 0,'0'-15'0'0,"0"10"0"0,0 1 0 0,0-3 0 0,0 2 0 0,2 4 0 0,0-1 0 0,0 2 0 0,2 0 0 0,-1 0 0 0,3-2 0 16,1 0 0-16,0 0 0 0,5 0 0 0,-3-3 0 0,3 0 0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32:46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21795 4314 2296 0,'0'-3'0'0,"0"3"0"0,0 0 0 0,0 0 0 0,0 0 0 0,0 0 0 0,0 0 0 0,0 0 0 0,0 0 0 0,0 0 0 0,0 0 158 16,0 6-65-16,2 0-28 0,0 1 121 0,0 3-75 16,0 0-36-16,1-1 55 0,-1 0-51 0,2-2 0 15,1 2-42-15,2-2 35 0,-2-3-35 0,2-1 10 16,1-1-10-16,0-2-14 0,-3 0 15 16,3 0-1-16,-5 0 10 0,3-2 41 0,-5-1-24 15,1-4-1-15,0 4-26 0,-2-2-5 0,0 0-32 16,0 1 0-16,0 3 0 0,-5-1 0 15,-1 0 0-15,-1 2 0 0,2 0 0 0,-4 0 0 16,6 0 0-16,-1 2 0 0,2 1 0 0,2 3 0 16,0-2 0-16,0 0 0 0,0-1 0 0,0 0 0 15,2-2 0-15,2-1 0 0,1 0 0 0,2 0 0 16,-4 0 0-16,1 0 0 16,-2 0 0-16,-1-1 0 0,1-2 0 0,-2 1 0 15,0 1 0-15,0 0 0 0,0-2 0 0,-2 3 0 16,-3 0 0-16,-2 0 0 0,-2 0 0 0,4 4 0 15,0-1 0-15,1 1 0 0,2 0 0 0,2 0 0 16,0-2 0-16,0-1 0 0,0 2 0 16,0-3-154-16,0 0 7 0,0 0 61 0,0 0 12 0,0 0-10 15,0 0 23-15,0 0 0 0,0 0 15 0,0 0 219 16,-5 0-105-16,-4 0-53 0,0 0 174 16,0 1-110-16,-1 3-34 0,1 1 99 15,2-3-144-15,-1 1 0 0,5 0 0 0,-2-1 0 16,3-2 0-16,1 2 0 0,-1-2 0 0,2 0 0 15,0 0 0-15,0 0 0 0,0 0 0 0,0 0 0 0,0 0 0 16,0 0 0-16,0 0 0 0,0 0 0 16,0 0 0-16,0 0 0 0,0 0 0 0,0 0 0 15,3 0 0-15,7 0 0 0,1 0 0 0,0-4 0 16,3-2 0-16,1-1 0 16,2-2 0-16,1 2 0 0,1-3 0 0,0-1 0 0,1 1 0 15,1-1 0-15,0 2 0 0,1 0 0 0,-1-3 0 16,6 3 0-16,-3-3 0 0,1 3 0 15,0-4 0-15,2 2 0 0,3-4 0 0,2 1 0 0,0-1 0 16,1-1 0-16,7-4 0 0,-4 4 0 0,9-3 0 16,-5 0 0-16,3 1 0 0,-1-3 0 15,2 2 0-15,-5 2 0 0,12-4 0 16,-6 3 0-16,2-1 0 0,0 1 0 0,2-2 0 16,-1 2 0-16,5-3 0 0,7-2 0 0,-3 3 0 15,1-3 0-15,1 1 0 0,-6-1 0 0,16-3 0 16,-7 0 0-16,0 2 0 0,0-1 0 0,1-1 0 15,-4 2 0-15,12-4 0 0,-6 5 0 0,-3-2 0 16,2-1 0-16,0 2 0 0,-6 3 0 0,12-8 0 16,-8 8 0-16,6-3 0 0,-2 0 0 0,-3 2 0 15,-8 2 0-15,14-4 0 16,-7 3 0-16,-2 3 0 0,1-2 0 0,-12 2 0 16,10-1 0-16,3 1 0 0,-13 3 0 0,4-1 0 15,-5 2 0-15,0-2 0 0,-7 3 0 0,8-2 0 16,-4-1 0-16,-3 4 0 0,2-3 0 15,-3 2 0-15,-7 1 0 0,4-1 0 0,-4 2 0 0,0 0 0 16,-2 2 0-16,-2-1 0 0,-6 3 0 0,3-2 0 16,-5 3 0-16,0-1 0 0,-1 0 0 0,-4 4 0 15,0-1 0-15,-6 0 0 16,0 0 0-16,-3 3 0 0,-2-1 0 0,1 0 0 16,-4 1 0-16,1 1 0 0,-2-3 0 0,-1 3 0 15,-1 0 0-15,0 0 0 0,0 0 0 16,0 0 0-16,0 0 0 0,0 0 0 0,0 0 0 0,0 0 0 15,0 0 0-15,0 0 0 0,0 0 0 0,0 0 0 16,0 0 0-16,0 0 0 0,0 0 0 0,0 0 0 16,0 0 0-16,0 0 0 0,0 0 0 0,0 0 0 15,0 0-18-15,-5 0-133 16,0 0 63-16,1 0-823 0,1 0 437 16,-2 0 209-16,2 0-562 0</inkml:trace>
  <inkml:trace contextRef="#ctx0" brushRef="#br0" timeOffset="656.84">21585 4798 2678 0,'0'-7'0'0,"0"4"0"0,0 1 0 0,0 1 0 0,0-2 0 0,0 3 0 0,0 0 0 0,-2 0 0 0,0 6 0 0,-1 12 0 0,-6 4 147 0,2 6 219 0,0 7-164 16,-7 6-82-16,1 4-42 0,-1 1 131 0,-4 4-78 15,4 2-131-15,-3-2 0 0,-3 3 0 16,4 0 0-16,-3 0 0 0,2-7 0 16,0 1 0-16,1-1 0 0,0-8 0 0,5-3 0 0,-2-2 0 0,2-7 0 15,0 4 0-15,3-11 0 0,0-2 0 0,3-6 0 16,1-3 0-16,2-2-613 0,1-4 286 16,1-2 137-16,0-5-437 0,0-20 295 0,9-11 148 15,5-7 63-15,5-18-452 0,-1-4 268 0</inkml:trace>
  <inkml:trace contextRef="#ctx0" brushRef="#br0" timeOffset="867.63">21507 4870 2058 0,'12'-36'0'16,"-5"12"0"-16,1 0 0 0,-1 9 0 0,-2 4 0 0,-2 4 0 0,1 6 0 0,3-1 0 0,0 2 0 0,5 0 0 0,1 12 105 16,4 7 457-16,0 5-254 0,0 2-139 0,3 10 305 0,-1 2-219 0,2 4-255 15,-3 4 0-15,2-1 0 0,-1 4 0 0,-3-2 0 16,0 0 0-16,-2 2 0 0,-3-8 0 0,3 9 0 0,-3-8 0 15,-1-1 0-15,-1 1 0 0,-2-6 0 16,0 0 0-16,0-5 0 0,-5-3 0 0,0-5-233 16,-1-2-106-16,-1-7 157 0,0-4 33 15,0-3-462-15,-8-1 286 0,-1-6 144 16,-4 0 72-16,-2-2-212 0,0-13 132 0,-6-11 81 0</inkml:trace>
  <inkml:trace contextRef="#ctx0" brushRef="#br0" timeOffset="1026.94">21546 5329 2699 0,'-35'-11'0'0,"3"4"0"0,2 1 0 0,3-1 0 0,8 2 0 0,-2 0 0 15,10 2 0-15,3 0 0 0,2 2 0 0,4-1 0 0,2 2 229 0,2 0 399 0,17-2-286 0,8 2-309 0,1-2-33 0,4 0 0 0,3-1 0 0,3-1 0 16,2 0 0-16,-3 2 0 16,0 0 0-16,-1 0 0 0,1 2 0 0,0 0-277 15,-5 0-124-15,0 0 215 0,1 4-578 0</inkml:trace>
  <inkml:trace contextRef="#ctx0" brushRef="#br0" timeOffset="1959.01">25828 3219 2443 0,'-4'0'0'15,"2"0"0"-15,2 0 0 0,0 4 0 0,0 3 0 0,0 6 0 0,0 4 0 0,2 7 0 0,0-5 0 0,4 12 0 0,-1-3 167 0,-1-1 109 0,-1 5-119 0,-1-2-60 16,0 3-21-16,0 0 109 0,-2-1-74 0,0-3-38 16,0 5-56-16,0-7 19 0,-4-3 11 0,1 3-10 15,-3-4-275-15,1-2 138 0,1-5 68 0,0-4 35 16,2-3-441-16,0-4 225 0,0-2 36 0,0-3-281 15,0 0 211-15,2-12 104 0,-2-6 45 0,2-12-121 16,0 1 91-16,0-11 46 0,0-1-150 16,0-6 98-16,0-3 39 0,0-7 34 0,-5 1 0 0,-4 0 24 15,-3 3 0-15,-1 9 1 16,0 11 149-16,0 1-70 0,0 6-39 0,1 4 397 16,1 6-205-16,4 5-66 0,2 1 444 0,1 7-262 15,4-1-138-15,0 2-68 0,13 1 87 0,9 1-68 16,16 0-49-16,2 0 0 0,10 0 124 0,2 3-81 15,13 4-41-15,-15 1 57 0,5 4-53 0,-9-1-1 16,-8 0-44-16,-2 2-51 0,-6 3 26 0,-12-2 8 16,-2 1-103-16,-5 5 60 0,-10-4 30 0,-1 2 0 15,0 3-9-15,-15-3 18 16,-10 2-9-16,0-4-22 0,-5 2 101 0,-2-3-43 16,-4-4-28-16,4 0-37 0,-1-2 185 0,4-3-163 15,8-1 0-15,1 1 0 0,9-1 0 0,3-4 0 16,3 1 0-16,2 4 0 0,3 1 0 0,3 5 0 15,17 0 0-15,3 3 0 0,3 3 0 0,4 0 0 16,2 3 0-16,0 2 0 0,-2 0 0 0,-2 0 0 16,-3 2 0-16,-5 0 0 0,-4-1 0 15,-6 0 0-15,-3 2 0 0,-4-4 0 16,-3 6 0-16,-4-6 0 0,-14 1 0 0,-7-2 0 16,-5-2 0-16,-4-4 0 0,-11-1 0 0,0-5 0 15,-4-3 0-15,0-1 0 0,0-5 0 0,8 0 0 16,-10 0 0-16,8 0 0 0,8-7 0 0,3-4 0 15,2-7 0-15,9 4 0 0,0-11 0 0,10 3 0 16,5-2-127-16,6-2 49 16,0-2-1081-16,4 1 552 0</inkml:trace>
  <inkml:trace contextRef="#ctx0" brushRef="#br0" timeOffset="2976.48">25107 2816 1556 0,'-1'0'0'0,"-2"-3"0"0,1 0 0 0,0 2 0 0,0 0 0 0,0-2 0 0,2 3 0 0,0 0 0 0,0-2 0 0,0 2 0 0,0 0 85 0,0 0-14 15,0 0 39-15,0 0-36 0,0 0 0 16,0 0-36-16,0 0 160 0,2 0-71 0,4 0-49 0,-2 0 0 16,5 0 110-16,-1 0-75 15,1 0-37-15,0 0 96 0,3 0-72 0,-1 0-31 16,-1 0 23-16,4 0-28 0,1 0 1 0,0 2-18 16,0-2 28-16,0 3-37 0,2-2 0 0,0 0 0 15,2 2-21-15,1 1 30 0,1-1-9 0,6 1-36 16,-4 2 1-16,4-3 34 15,-2 3 1-15,0-1-67 0,8 0 28 0,-5 0 5 0,2 1-113 0,-3 0 56 16,1-3 36-16,-7 2 8 0,2-2-81 0,-2-2 38 16,-3 2 26-16,-4 0-22 0,-3-3 31 15,-1 3-3-15,-4-3 10 0,-3 0 30 16,-1 0-32-16,0 0-11 0,0 0 9 0,-2 0 131 16,0 0-60-16,0 0-26 0,0 0 155 0,0 0-78 15,0 0-48-15,0 0-28 0,0 0-32 0,0 0 0 16,0 0 0-16,0 0 0 0,0 0 0 0,0 0 0 15,0 0 0-15,0 0 0 0,0 0 0 0,0 0 0 16,0 0 0-16,0 0 0 0,0 0 0 16,0 0 0-16,0 0 0 0,0 0 0 0,0 0-36 0,0 0-3 15,0 0 41-15,0 0-13 16,0 0-14-16,0 0 11 0,0 2 54 0,0-1-24 16,0 1 4-16,0 0 27 0,0 2-47 0,0-1 0 15,0-1 0-15,0 4 0 0,0-3 0 0,0 1 0 16,0 1 0-16,-2 1 0 0,-2 0 0 0,1 2 0 15,-3 0 0-15,0 0 0 0,0 6 0 0,-3-1 0 16,-2 3 0-16,-4 5 0 0,-4 4 0 0,-5 7 0 16,-7 6 0-16,-10 13 0 15,-6 5 0-15,-15 19 0 0,-15 21-174 0</inkml:trace>
  <inkml:trace contextRef="#ctx0" brushRef="#br0" timeOffset="4929.87">22552 2065 1722 0,'-18'0'0'0,"2"0"0"0,5 0 0 0,4 0 0 0,0 0 0 0,6-1 0 0,-1 1 0 0,2 0 0 0,0-2 0 0,0 0 0 0,5-3 72 0,9 1 270 0,4-2-156 0,5 0-75 16,2 1-36-16,-1 1 262 0,3 2-149 0,-6 0-66 0,11 2 184 16,-2 0-134-16,0 0-67 15,2 0 88-15,-2 0-193 0,2 0 0 0,3 0 0 16,-3 4 0-16,2 0 0 0,-2-3 0 0,-2 3 0 16,-7-2 0-16,4 1 0 0,-5-2 0 0,-1-1 0 15,-4 0 0-15,-3 0 0 0,-4 0 0 0,-2 0 0 16,0 0 0-16,-1 0 0 0,-1-1 0 0,-1-9 0 15,-3-4 0-15</inkml:trace>
  <inkml:trace contextRef="#ctx0" brushRef="#br0" timeOffset="5159.96">23017 1769 2632 0,'-20'0'0'0,"1"0"0"0,7 0 0 0,0 0 0 0,4 0 0 0,5 0 0 0,3 0 0 0,0 0 0 0,17 2 0 0,9 2 0 0,5 2 103 0,11 0 293 0,-6 2-170 15,10 4-99-15,-4-3-45 0,-3 5 39 0,-5-2-42 16,2 1 0-16,-4 2-68 0,-4 0 27 16,-4 1-1-16,-8-2-58 0,-3 3 30 15,-6-1-1-15,-3-1-4 0,-3 2-4 0,-1-3 0 16,-9 5 0-16,-12-4 0 0,-2 1-80 0,-5-4 29 16,-3 2 4-16,1-4-209 0,0 2 104 0,0-3 71 15,4 0-598-15,3 1 311 0,-3 3 170 0,4 2 80 16,1 0-568-16</inkml:trace>
  <inkml:trace contextRef="#ctx0" brushRef="#br0" timeOffset="5299.3">22875 2478 379 0,'0'3'0'0,"0"-1"0"0,2-2 0 0,4 0 216 0,-5 0-88 15</inkml:trace>
  <inkml:trace contextRef="#ctx0" brushRef="#br0" timeOffset="5735.04">22914 2475 2620 0,'8'-7'0'0,"-3"1"0"0,3-5 0 0,-2 4 0 0,-1-7 0 0,-1 3 0 0,0-3 0 16,-1-1 0-16,0 1 0 0,-1-2 0 0,-2 0 79 0,0 0 60 0,0 1-50 0,-7 3-26 0,-2-3 9 0,0 2 97 16,-4 0-65-16,0 5-33 0,-1 0 115 0,0 5-74 15,-4-1-27-15,2 4-10 0,0 0-8 0,2 0-67 16,-4 0 0-16,4 4 0 0,-2 4 0 0,-2 7 0 15,3 1 0-15,0 2 0 0,-2 3 0 0,2 4 0 16,0 0 0-16,0 2 0 0,1 3 0 0,3-1 0 16,1 2 0-16,0 2 0 15,2-1 0-15,3 3 0 0,1-1 0 0,2-1 0 16,2-3 0-16,0 0 0 0,0-5 0 0,8 4 0 16,4-6 0-16,0-5 0 0,5-2 0 0,2-2 0 15,0-6 0-15,3-1 0 0,2-6 0 0,1-1 0 16,1-1 0-16,-1-14 0 0,-1-6 0 0,-2-6 0 15,1-3 0-15,-1-2 0 0,-3-1 0 0,-1-3 0 16,-4 4 0-16,-2 3 0 0,-6 4 0 0,-1 3 0 16,-1 2 0-16,-3 9 0 0,-1 1 0 15,0 3 0-15,0 5 0 0,0 1 0 16,0-1 0-16,0 2 0 0,0 3 0 0,0 12 0 16,0 6 0-16,0-1 0 0,0 5 0 0,2 1 0 15,2-2 0-15,6 7 0 0,1-5 0 0,0-2 0 16,2 0 0-16,0-4 0 0,1-3 0 0,2-1 0 15,0-3 0-15,0 0 0 0,0-5 0 0,0-4 0 16,1-2 0-16,2-2 0 0,0 0 0 16,4-4 0-16,-3-6 0 0,2-4 0 15,-1 0-104-15,8-6-363 0</inkml:trace>
  <inkml:trace contextRef="#ctx0" brushRef="#br0" timeOffset="9512.54">16002 8584 2300 0,'-7'0'0'0,"4"0"0"0,1 0 0 0,0 2 0 0,0-2 0 0,0 0 0 0,2 2 0 0,0-2 0 0,0 2 0 0,0 0 0 0,0 1 381 0,0 1-161 0,2 0-96 15,4 0-42-15,2 2 229 0,1-1-135 0,2-2-69 0,1 1-24 16,0 0 64-16,1 0-147 0,3 0 0 15,-2-2 0-15,4-1 0 0,-2 2 0 16,3-3 0-16,0 1 0 0,1-1 0 0,5 0 0 16,-1 0 0-16,1 0 0 0,5 0 0 15,0 0 0-15,0 0 0 0,2 0 0 0,2 0 0 16,0 0 0-16,1 0 0 0,1 0 0 0,-3 0 0 16,3 4 0-16,0-2 0 0,-2 0 0 0,-2 0 0 15,-2 2 0-15,-2-4 0 0,-8 2 0 0,1-1 0 0,-1-1 0 16,-6 2 0-16,-3-2 0 0,1 0 0 0,-5 2 0 15,-1-2 0-15,-5 0 0 16,3 0 0-16,-1 0 0 0,-3 0 0 0,0 0 0 16,0 0 0-16,0 0 0 0,0 0 0 0,0 0 0 15,0 0 0-15,0 0 0 0,2 0 0 0,0 0 0 16,-2-2 0-16,1 0 0 0,-1 1 0 16,2 1 0-16,-2 0 0 0,0 0 0 0,2 0-200 0</inkml:trace>
  <inkml:trace contextRef="#ctx0" brushRef="#br0" timeOffset="12370.37">16783 7001 1147 0,'0'-1'0'0,"0"-4"0"0,0 1 0 0,0-1 0 0,0-1 0 0,0 0 0 0,1 0 0 0,-1 2 0 0,0-3 0 0,2 4 0 0,-2-2 205 0,0-3-88 0,2 2-40 0,-2 0 1 16,0-1 58-16,2-2-49 0,0-1-15 0,-2 3 5 15,0-3-1-15,1-1-38 0,-1 0 43 0,0 0-43 16,0 1 9-16,0 0-9 0,0-2 22 0,0 3-22 16,0-3 0-16,0 1 0 0,-1 1 52 0,-5-1-10 15,3 2-42-15,-3-3 0 16,1 3 41-16,-2-2 0 0,4 1-32 0,-5-1 4 0,3 1-13 0,-1 2 0 15,-2-2-15-15,3 3 15 0,-1-3 9 16,-1 2-9-16,0 1-12 0,-2-1 12 16,2 1 0-16,0 1 0 0,0 2-1 0,-2-1 1 15,2 1 0-15,-2 1-3 16,-1 1-36-16,-1 1 30 0,2-2 14 0,-3 0-30 0,3 3 20 16,0 0-4-16,-3 0 35 0,1 0 0 15,2 0-22-15,0 0-7 0,-1 0 32 16,1 0-54-16,0 0-13 0,-1 0 0 0,0 0 0 0,3 0 0 15,-3 0 0-15,3 0 0 0,-2 0 0 16,1 0 0-16,-2 0 0 0,1 7 0 0,0-2 0 16,-1 1 0-16,-1 1 0 0,4-1 0 0,-5 1 0 0,1 2 0 15,2 0 0-15,-1 0 0 0,3-2 0 0,-1 0 0 16,3 3 0-16,-2 1 0 0,-2-1 0 16,2 1 0-16,2 2 0 0,-3-1 0 0,2 2 0 0,-3 3 0 15,2 1 0-15,-2 2 0 16,2-1 0-16,0 1 0 0,3 1 0 0,1 0 0 15,1-3 0-15,2 3 0 0,0-4 0 0,0-1 0 16,0 2 0-16,0-1 0 0,0-4 0 0,3 2 0 16,1-1 0-16,0-2 0 0,-1 1 0 0,1 1 0 15,1 1 0-15,-4 0 0 0,1-2 0 0,0 1 0 16,-2 2 0-16,0-1 0 0,0-1 0 0,0 2 0 16,0-3 0-16,0-2 0 0,2 1 0 0,0-3 0 15,-1 0 0-15,5-1 0 0,-1-2 0 16,4-2 0-16,0 1 0 0,2-5 0 0,1 2 0 15,0-2 0-15,1 0 0 0,2 0 0 16,-2 0 0-16,3 0 0 0,-4-2 0 0,2-3 0 16,-1-1 0-16,1-2 0 0,-2 1 0 0,-1-3 0 15,3 0 0-15,-1-5 0 0,2 1 0 0,0-4 0 16,-1 2 0-16,0-5 0 0,2 3 0 0,-2-3 0 16,2 0 0-16,-4 2 0 0,6-5 0 0,-7 7 0 15,1-2 0-15,2 0 0 0,-3 0 0 16,1 3 0-16,-3 1 0 0,-2 2 0 15,1-1 0-15,-3 3 0 0,0 2 0 0,-2 0 0 16,1-1 0-16,-2 3 0 0,0 2 0 16,-1-2 0-16,1 2 0 0,-2 1 0 0,0 0 0 15,0 0 0-15,0 3 0 0,0-2 0 0,0 2 0 0,0 0 0 16,0 1 0-16,0 0 0 16,0-3 0-16,0 3 0 0,0 0 0 0,0 0 0 0,0 0 0 0,0 0 0 15,0 0 0-15,0 0 0 0,0 0 0 16,0 0 0-16,0 0 0 0,0 0 0 15,0 4 0-15,0 3 0 0,0-1 0 0,0 1 0 16,0-1 0-16,-3 4 0 0,1-2 0 0,-2 0 0 16,-1 2 0-16,0 1 0 0,1 0 0 15,1 0 0-15,-3 3 0 0,3-1 0 0,-1 2 0 0,2-1 0 16,-1 1 0-16,1-3 0 0,2 3 0 0,0-2 0 16,0-1 0-16,0 3 0 0,0-4 0 15,0-3 0-15,0 5 0 0,0-4 0 0,0-1 0 16,0 0 0-16,0-3 0 0,0 2 0 0,0-3 0 15,0 2 0-15,2-3 0 0,-2 1 0 16,0 0 0-16,1 0 0 0,-1-3 0 0,2 4 0 16,-2 0 0-16,0-2 0 0,2 1 0 0,-2 2 0 15,2-1 0-15,-2 2 0 0,0-2 0 0,2 0 0 16,-2 1 0-16,1-1 0 0,1 1 0 16,0 0 0-16,0-2 0 0,0 0 0 0,0-1 0 15,1 1 0-15,2 0 0 0,-2-2 0 16,1 1 0-16,0-1 0 0,1 0 0 0,-1 0 0 15,1 2 0-15,2-3 0 0,-2 4 0 0,1-4 0 16,1 3 0-16,-2-1 0 0,4 0 0 16,-2-1 0-16,-2 0-356 0,3-1 115 0,0 1 102 15,-1-2 50-15,0 2-521 0,2-2 281 0,2 0 136 16,-2 0 83-16,2 0-249 0,0-2 161 0</inkml:trace>
  <inkml:trace contextRef="#ctx0" brushRef="#br0" timeOffset="12923.78">16737 6779 1277 0,'0'0'0'0,"0"0"0"0,-2 0 0 0,2-2 0 0,0-3 0 0,0 1 0 0,0 0 0 0,0-1 0 0,0-2 0 0,0 1 0 0,0-2 82 0,-2 3-1 0,2-3 25 0,0-1-35 15,-1 1 1-15,-1-1 4 0,-2 1-10 0,0-1-27 16,1-2-1-16,-3 3 25 0,1-2-25 16,-2 1 10-16,0 0 13 0,-2 1-23 0,2 1 0 0,-3-1 0 15,-1 2 39-15,4 0 9 16,-7 1-48-16,3 0 0 0,-1 1 39 0,1 0-1 0,-2 2-38 0,3 0 54 16,-2 1-54-1,-1-1 0-15,3 2 1 0,-3 0 0 0,-1 0-1 0,5 0 10 16,-5 0-25-16,0 5 15 0,1 5 0 0,0 0 0 15,-2 2 13-15,1 5-13 0,-2 1 0 0,0 3 1 16,2 2 13-16,-2 3-13 0,2 0 8 16,-2 4 19-16,2 1-28 0,0-1 0 0,1 1-61 0,2 2 29 15,1-2 9-15,1 0 21 0,2-1-98 0,3-2 42 16,1 0 1-16,-2-2 38 16,3-5-158-16,0 2 66 0,2-3 42 0,0-3 6 0,0-2-100 0,0-6 43 15,0 0 34-15,0 0-432 16,0-4 222-16,4-3 109 0,6-2-449 0,3 0 280 15,2-4 130-15</inkml:trace>
  <inkml:trace contextRef="#ctx0" brushRef="#br0" timeOffset="13242.27">16616 6717 1104 0,'0'-6'0'0,"0"1"0"15,0-2 0-15,0-1 0 0,0 1 0 0,-3 1 0 0,-4-1 0 0,-1 1 0 0,1 0 0 0,-1 3 0 0,-1-1 71 0,-2-1 0 0,2 4 72 0,-7 1-57 16,2 0-23-16,-2 0-1 0,-5 11 101 0,1 3-62 0,-3 3-22 16,1 1 134-1,-3 7-87-15,-5 6-44 0,5-1 122 0,-2 4-82 0,4-4-33 0,0 5-9 16,5 0 4-16,3-1 1 0,4 0-47 0,4-3 1 15,2-3-19-15,3 4-10 0,2-6 28 0,0-4 0 16,2-2-169-16,6-3 84 0,5-2 53 16,2-2-385-16,2-5 198 0,0-1 60 0,0-5-361 0,4-2 206 15,-2 0 124-15,-1 0 57 16,5-11-349-16,-2-4 203 0,-7-2 101 0</inkml:trace>
  <inkml:trace contextRef="#ctx0" brushRef="#br0" timeOffset="13488.43">16639 6736 1733 0,'-9'-11'0'0,"0"3"0"0,-3-3 0 0,0 4 0 0,-2-1 0 0,1 5 0 0,-1 1 0 16,-2 0 0-16,2 2 0 0,-2 0 0 0,0 0 94 0,-2 11-27 0,-1 5 36 0,1 4-33 15,-3 5 1-15,0 2-24 0,-1 7 8 0,3 2-17 16,0-1 0-16,3 5 1 0,3-3 26 0,1-1-17 15,5-1-10-15,-1 1-30 0,7-2 30 16,1-2 0-16,0-9-159 0,0 1 89 0,1-3 13 16,7-5 26-16,3-3-348 0,2-5 172 0,2-2 65 0,2-6 47 15,1 0-379-15,3-2 198 0,0-11 100 0,-3-4 50 16</inkml:trace>
  <inkml:trace contextRef="#ctx0" brushRef="#br0" timeOffset="13756.55">16648 6693 1672 0,'-9'-9'0'0,"-1"3"0"0,-3 0 0 0,-1 2 0 0,-2 3 0 0,0-1 0 0,-3 2 0 0,1 0 0 0,-1 6 0 0,-4 9 0 0,3 3 70 0,-1 3 9 16,-2 6 69-16,3 0-54 0,-1 9-29 0,5-6 64 0,-2 6-37 15,6 1-8-15,-2 1-46 0,7-3 84 0,1-1-42 31,4-2-1-31,2-5-106 0,0 3 28 0,0-10 0 0,2-1 37 0,7-2-264 0,0-4 132 16,5-3 76 0,-3-3 7-16,3-5-163 0,0-2 67 0,4 0 58 0,-4-2-19 0,4-12-273 0,0-2 140 15,-1-5 82-15,-2 1-160 16,0-3 121-16,0-1 60 0,0-2-206 0,-2-1 138 0,1-1 63 0,-5-2 33 16,-2-2-39-16</inkml:trace>
  <inkml:trace contextRef="#ctx0" brushRef="#br0" timeOffset="14640.95">16598 6688 1287 0,'-3'-23'0'0,"-4"4"0"0,-5 6 0 0,-3 3 0 0,1 5 0 0,-2 1 0 0,1 4 0 0,-2 0 0 0,-4 4 0 0,2 11 0 0,1 5 140 0,-3 6-41 0,-2 6-35 15,3 4 42-15,-1 5-33 0,-2-1-1 0,5 5-33 16,3-5 41-16,-4 8-8 16,7-5-34-16,2 1 26 0,4-10 1 0,2 2-27 0,3-7 10 15,1 3 42-15,0-9-26 0,0-3 0 16,1-3-66-16,7-3 40 0,3-4 10 0,2-5-10 15,2-3-106-15,0-2 52 16,2 0 28-16,4-6-1 0,-5-7-153 0,7-4 80 0,-2-2 24 0,-3-3 27 16,3-3-215-1,0-2 109-15,-3 2 25 0,3-5-37 0,-2 3 27 0,1-1 34 16,-2 0-37-16,-2 2 34 16,0 3-11-16,0-2 44 0,-2 3-10 0,-5 3 10 0,3 1 0 0,-5-1-1 0,0 3-42 0,-1 3 10 15,-3 4 33-15,-1 0 38 0,0 2 1 16,-2-1-40-16,0 4 102 15,0 1-45-15,0-2-22 0,0 1 1 0,0 3 47 0,-2-1-41 16,-1 0-1-16,1 1 1 16,0-4 104-16,0 3-58 0,0 1-9 0,0-1-1 0,2 1 8 0,0 1-38 15,0-3 24-15,0 2-137 0,0-2 59 16,0 1 30-16,0 1-247 0,0-2 120 0,2 1 64 16,0 1 16-16,0-1-101 0,2 0 35 0,-1-1 51 0,-1 1-6 15,1 0-27-15,-1 0 39 16,-1 0 71-16,1 0 0 0,-2 0 0 0,0-1 0 15,0 3 0-15,0-1 70 0,0 0-73 16,0 1-10-16,0-2-25 0,0 2 372 0,-2-3-173 16,1 3-46-16,-1 0 221 0,-1 0-127 0,1 0-90 0,-1 0-40 15,1 5 43-15,0 4-42 0,0 6 0 0,0 1-33 16,2 5 160-16,-2 4-85 16,1-1 151-16,-1 4-117 0,-2 1-59 0,2 2-20 0,1 1-9 0,-1 2 107 15,-1-4-69-15,3 2-38 16,0-2 0-16,0-6-20 0,0 1-10 15,0-3 0-15,0-1-77 0,0-3 38 0,5-3 0 0,-2-5-10 16,3 1 19-16,-1-3 1 0,1 0-145 16,2-3 64-16,-3-1 49 0,1-2-6 0,1-2-22 0,-2 0-83 15,2 0 39-15,-2 0-4 0,1 0 38 0,-3 0 1 16,1 0-13-16,0-2 42 0,-2 0 11 16,-1 0-14-16,1 2-17 0,0-1 7 0,1 1 9 15,-1 0 0-15,-1 0 11 0,-1 0-10 0,2 0 5 16,0 0-12-16,0 0 40 0,0 0-31 15,0 0 2-15,-1 0 27 0,1 1 1 16,0-1-35-16,-2 0 9 0,0 2 48 0,2-2 3 0,-2 0-48 0,0 0 0 16,0 0 49-16,0 0-17 15,0 0-1-15,0 0 31 16,0 0-25-16,0 0 4 0,0 0-26 0,0 0 28 0,0 0 0 16,0 0-13-16,0 0 11 0,0 0-13 0,2 0-3 15,-1 0 7-15,1 0-6 0,0 0 31 16,1 0-1-16,-1 0 20 0,-1 0-45 0,1 0 3 15,0 0-1-15,0 0 2 0,2 0-27 0,-3 0 2 0,3 0 23 16,0 0-97-16,-1 0 46 0,4-2-3 16,0-3-34-16,0-1 34 0,2-1 15 0,1-1 1 15,1-1 0-15,0 0-196 0,1-1 99 0,-1 0-146 16,-2-1 122-16,1 3 57 0,-1-2 27 0,-1 4-172 16,-3-1 100-16,2 1 41 15,-4 0 35-15,-1 1-88 0</inkml:trace>
  <inkml:trace contextRef="#ctx0" brushRef="#br0" timeOffset="15108.79">16919 7099 1162 0,'-2'0'0'0,"1"0"0"0,1 0 0 0,-2-3 0 0,2 2 0 0,-2 1 0 0,2-2 0 0,0 2 0 0,0 0 0 0,-2 0 0 0,0 0 77 0,-3 9 1 16,-1 5-40-16,-4-1 148 0,-1 4-74 0,-1 1-28 15,-4 4-8-15,2-2 35 0,0-4-37 0,1 3 1 0,-2-2 1 0,4-1 10 16,0-5-48-16,4-2-97 15,2-4 49-15,1-1 24 0,3-1 0 0,1-3-213 16,0 0 114-16,0 0 48 0,5-8 36 0,7-5-381 0,4-7 185 16,0 6 46-16,4-9 65 15,-1 2-195-15,2 3 122 0,-3-1 60 0,1 1-25 0,-2 2 33 16,-2 1 10-16,0 2 43 0,-2 4 53 0,-4 1-26 16,-4 2-10-16,1 5 241 0,-4-1-130 0,0 2-63 15,-2 0-33-15,0 9 0 0,-2 6-42 16,-11 6 47-16,1-1 1 0,-4 3 87 0,0 2-49 15,-1-2 144-15,1-2-82 0,0 5 165 16,3-6-113-16,-1-2-57 0,1-1-29 0,3-2 1 0,3-5-19 16,2-1-10-16,1-6 0 15,2-1-470-15,0 0 1137 0,2-2-707 16,0 0 9-16,6-12-29 0,7-8 0 0,2-1-488 16,3-1 236-16,1 0 118 0,1-3-215 0,-2 3 172 0,1 0 80 0,-1-1 40 15,-1 3-31-15,-2 2 38 16,0 2 72-16,-6 6 0 0,-2 4 0 0,-4 0 0 0,-1 5 0 15,-2 1 141-15,0 4-118 0,-15 11-26 0,-2 4 1 16,-4 0 464-16,-1 3-176 0,-1 1 81 0,5-3-81 16,-5 4-129-16,10-9-60 0,0 4-289 15,5-6 115-15,7-3 57 16</inkml:trace>
  <inkml:trace contextRef="#ctx0" brushRef="#br0" timeOffset="50570.78">31274 8708 1090 0,'-4'-6'0'0,"1"4"0"0,1 1 0 0,0 1 0 16,-1-2 0-16,3 2 0 0,-2-2 0 0,2 2 0 0,0 0 0 0,0 0 0 0,0 0 181 0,0 0-69 0,0 0-35 0,5 0 0 0,6 0 68 0,5 0-56 15,0 0-1-15,1 0-46 0,3 0 157 0,-1 0-78 16,4 0-30-16,-2-2 115 0,0 2-82 0,2 0-41 15,4 0 0-15,-8 0 6 0,5 0 10 16,3 0-57-16,-4 0 58 0,5 0-29 16,0 2 0-16,2 0-29 0,2 0 22 0,0-2-22 0,3 0 0 15,-2 0 0-15,4 0 28 0,-1 0-28 0,-4 0 11 16,1-2-51-16,-3-2 1 0,-2-4 39 0,-2 3 0 16,-3 1-32-16,2-1-11 15,-4-1 43-15,-4 2-211 0,-2 1 98 0,-5 1 33 16,0 0 35-16,-8 0-470 0,4 0 230 0,-4 0 84 15,0 2 68-15,-2 0-522 0,0 0 276 0,0 0 152 16,0 0-354-16,-10 0 248 0</inkml:trace>
  <inkml:trace contextRef="#ctx0" brushRef="#br0" timeOffset="50775.34">31994 8560 1966 0,'-10'-4'0'0,"4"0"0"0,3 2 0 0,3-1 0 0,0-1 0 0,0 3 0 0,0-4 0 0,1 1 0 0,12 3 0 0,1 1 0 0,4 0 85 15,-1 0 278-15,8 0-160 0,-4 0-70 0,0 7 35 16,0 1-63-16,-1 1-32 0,-3 0 0 0,-2 1-36 16,-2 3 15-16,-3-2-10 0,-5 0 0 0,-2 1-129 15,-1 3 65-15,-2-2 32 16,0 0-289-16,-5 0 155 0,-10 0 59 0,-3 2 50 16,-4-1-491-16,-3 0 241 0,2-1 57 0,-7 2-272 15,6 1 220-15,-6 1 108 0,0 0 56 0</inkml:trace>
  <inkml:trace contextRef="#ctx0" brushRef="#br0" timeOffset="51268.94">31720 9174 1340 0,'1'11'0'0,"3"0"0"0,-2-4 0 0,1-3 0 0,0-1 0 0,-3-3 0 0,6 0 0 0,-2 0 0 0,3-3 0 0,1-1 0 0,3-5 163 16,-2 0-50-16,-1-2 61 0,5-3-66 0,-4 1-33 15,1 0 0-15,-3-2 3 0,2 1-36 0,-3-2 0 16,0 1-38-16,-6 1 38 0,2-2 0 0,-2 1 10 16,0 2-34-16,0 0 24 0,-5 2 0 0,-5 1-1 15,-5 3 19-15,0 3-7 0,-5 2-11 16,-5 2 9-16,2 0-9 0,1 6-10 16,2 7 8-16,0 0 48 0,0 7-12 0,2-1-34 0,4 2 48 15,1 1-48-15,3-3 0 0,5 4 10 16,0-3 39-16,5-1-49 0,0-2 0 0,0-2 0 15,0-1 49-15,5-2-38 0,7-4-11 0,3 0 54 16,0-4-27-16,3-4 0 0,1 0-27 0,2 0-35 16,4-6-7-16,-2-6 0 0,-1-2 0 0,-2-2 0 15,0-1 0-15,-7 3 0 0,4-2 0 0,-9 3 0 16,-1 4 0-16,0-2 0 16,-4 5 0-16,0 3 0 0,-1-2 0 0,-2 4 0 0,0 1 0 0,0 0 0 15,0 0 0-15,0 0 0 16,0 11 0-16,-2 1 0 0,-1 6 0 0,3-1 0 15,0 2 0-15,0 1 0 0,0-1 0 0,3 2 0 16,6-3 0-16,-1 0 0 0,7-1 0 0,-5 0 0 16,4-4 0-16,-2 1 0 0,4-4 0 0,-2-1 0 15,-2-3 0-15,-1-3 0 0,5 2 0 0,-6-5 0 16,3 0 0-16,-3 0 0 0,0 0-172 0,0 0 29 16,-3-8-778-16,0-4 440 15,-1 1 219-15</inkml:trace>
  <inkml:trace contextRef="#ctx0" brushRef="#br0" timeOffset="51816.01">31193 8393 1722 0,'-3'-10'0'0,"-1"4"0"0,3 1 0 0,1-1 0 0,0 3 0 0,0 0 0 0,0 1 0 0,0 1 0 0,0 1 0 0,0 0 0 0,1 0 367 0,3 11-162 16,1 4-70-16,-2 4-51 0,2 7 283 0,-3 3-162 15,-2 1-80-15,0 10-41 0,0-5 133 0,0 10-92 16,-5 0-40-16,0 3 125 15,-2 5-210-15,-1 1 0 0,3 1 0 0,-2 1 0 0,-1-2 0 0,3-1 0 16,-3-1 0-16,3-2 0 16,1-7 0-16,1 9 0 0,0-6 0 0,1-3 0 0,0-2 0 0,1-3 0 15,1 0 0-15,-2-4 0 16,2-6 0-16,0-3 0 0,0-2 0 0,0-8 0 16,0-4 0-16,0-1 0 0,0-6 0 0,0-3 0 15,0-1 0-15,-2 0 0 0,2 0 0 0,-3-1 0 16,0-5 0-16,3-5-188 0,0-1 32 0,0 0-622 15,0-4 373-15,6 1 181 0,6-1 90 0,8 0-627 16,0-1 359-16</inkml:trace>
  <inkml:trace contextRef="#ctx0" brushRef="#br0" timeOffset="52416.66">32421 8419 1260 0,'0'-17'0'0,"0"8"0"0,3 1 0 0,2 0 0 0,-1-1 0 0,1-1 0 0,0 3 0 0,1-1 0 0,-3 2 0 0,3 0 0 0,-1 2 338 0,-2 1-149 0,2-1-63 16,-3 2-48-16,2-1 179 0,-2 3-108 0,0 0-55 15,-1 0 130-15,1 0-82 0,0 0-55 0,0 0-1 16,-1 6 104-16,1 0-75 0,1 2-27 0,-1 0 37 15,1 3-43-15,-1 3 1 0,0-1-42 0,-2 2 103 16,4 2-111-16,-2 1-33 0,0 4 0 0,-1 2 0 16,1 0 0-16,0 4 0 0,-1 3 0 0,-1-1 0 15,0 2 0-15,0 6 0 0,0 4 0 16,0 0 0-16,-3-5 0 0,-2 16 0 16,-3-2 0-16,1-3 0 0,2 5 0 0,0 0 0 15,0 0 0-15,-1 0 0 0,6 2 0 0,0-2 0 16,0 1 0-16,0-1 0 0,0-1 0 0,6-2 0 15,-1-2 0-15,2-5 0 0,1-7 0 0,-4 1 0 16,4-8 0-16,-3 4 0 0,-2-11 0 0,2-2 0 16,-5-5 0-16,2-6 0 0,1-2 0 0,-1-3 0 15,0-2 0-15,-2-2 0 0,0 0 0 0,0 0 0 16,0 0 0-16,0-6 0 0,0-3 0 0,0 0 0 16,0-1 0-16,0 1 0 0,0 0 0 0,0 0 0 15,0 3 0-15,0 0 0 16,0 2 0-16,0 2-339 0,0 0-345 0</inkml:trace>
  <inkml:trace contextRef="#ctx0" brushRef="#br0" timeOffset="72799.61">20597 13882 1876 0,'-2'-2'0'0,"-3"0"0"0,2 0 0 0,-1-1 0 0,2 0 0 0,-1 2 0 0,1 0 0 0,0-2 0 0,0 1 0 0,1 2 0 0,-1-2 86 16,-2 2 41-16,0 0-44 0,1 0 0 0,-4 0 88 15,0 0-57-15,0 2-42 0,-2 4 0 0,0 1 150 16,-1 1-92-16,0 3-46 0,0-1 11 0,-1 4 115 16,2 0-86-16,-1 3-42 0,3-2-1 0,2 3 29 15,-1 0-41-15,-2 10-29 0,4-5-40 0,2 4 0 16,1 1 0-16,1 2 0 0,0 2 0 0,0-3 0 16,0 3 0-16,0 1 0 15,3-3 0-15,7-3 0 0,1 3 0 0,0-4 0 16,3-1 0-16,0-1 0 0,4-4 0 0,-2-3 0 15,7 2 0-15,-2-4 0 0,-3-4 0 0,3 0 0 16,2-3 0-16,0-2 0 0,-3-2 0 0,1-3 0 16,-2-1 0-16,1 0 0 0,-3 0 0 0,-1-4 0 15,2-9 0-15,-2-4 0 0,-2-4 0 0,-1-3 0 16,-1-2 0-16,-2-2 0 0,-2-2 0 0,-1 0 0 16,-1-4 0-16,0-1 0 15,-2-1 0-15,-3 0 0 0,1-2 0 0,-2 3 0 16,0-3 0-16,0 3 0 0,-2 0 0 0,-9 4 0 15,0 1 0-15,-4 2 0 0,-2 0 0 0,-2 7 0 16,0 0 0-16,-2 6 0 0,-2 0 0 0,0 4 0 16,-2 3 0-16,1 3 0 0,-1 0 0 0,3 4 0 15,-4 1 0-15,5 0 0 0,-4 0 0 0,5 0 0 16,1 7 0-16,1 1 0 0,2-1 0 0,4 2 0 16,3-3 0-16,2 0 0 0,3 0 0 0,1-1 0 15,1-1-42-15,2 3-148 16,0-5-592-16,0 3 371 0,2-4 187 0,7-1-510 15,5 0 352-15</inkml:trace>
  <inkml:trace contextRef="#ctx0" brushRef="#br0" timeOffset="73320.7">20324 13390 1955 0,'-12'0'0'0,"0"0"0"0,3-2 0 0,-3 0 0 0,3 0 0 0,1 0 0 0,3 0 0 0,-2 1 0 0,0-1 0 0,4 0 0 0,1 0 156 0,2 0-48 15,0 2 355-15,0 0-212 0,0 0-107 0,0 0-52 0,0 0 324 16,0 0-178-16,0 0-130 0,2 0-108 16,3 0 0-16,3 0 0 0,5 0 0 0,0 0 0 0,2 0 0 15,5 0 0-15,0 0 0 16,6 0 0-16,-1 0 0 0,-1 0 0 0,8-2 0 15,0 2 0-15,4-1 0 0,5-2 0 0,-6 2 0 16,5-1 0-16,-2-1 0 16,1 2 0-16,-6-1 0 0,1 0 0 0,-4 2 0 0,-5 0 0 0,-1 0 0 15,-1 0 0-15,-3 0 0 0,-4 0 0 0,-2 0 0 16,-2 0 0-16,-3 0 0 16,0 0 0-16,-2 0 0 0,-2 0 0 0,1 0 0 0,-4 0 0 0,1-2 0 15,-1-2 0-15,0-1 0 16,-2-1 0-16,0 1 0 0,0 1-59 0,0 0-235 15,0 2 128-15,-2-1-597 0,-3 2 362 0,-1-1 172 16,1 0 100-16,-2 2-628 0</inkml:trace>
  <inkml:trace contextRef="#ctx0" brushRef="#br0" timeOffset="73649.2">20820 13101 3028 0,'-7'0'0'0,"1"0"0"0,3 0 0 0,-2 0 0 0,3 0 0 0,2 0 0 0,0 0 0 0,0 0 0 0,7 0 0 15,7 0 0-15,4 0 556 0,-2 1-259 0,5 3-247 0,6 2-50 0,-4 0 0 0,4 1 0 0,-1 2 0 0,-1 1 0 16,-1 1 0-16,5 2 0 0,-6 1 0 0,4-1 0 16,-3 1 0-16,-1 0 0 0,-3-2 0 15,1 6 0-15,-4-7 0 0,0 3 0 0,-2-3 0 16,-2 0 0-16,-4-2 0 0,1-2 0 15,-4 1 0-15,1 0 0 0,-5-3 0 0,1 1 0 0,-1-4 0 16,-2 1 0-16,0 3 0 0,0 2 0 16,-5-1 0-16,-6 3 0 0,-7-1 0 0,-2 3 0 15,-2 0 0-15,-5 1 0 0,-1 1 0 0,-4 0 0 16,2 2 0-16,-4-1 0 0,1 3 0 0,-5 1 0 16,8-2 0-1,-2 2-160-15,2-2-56 0,6-2 96 0,4-2-1103 0,4 0 592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35:08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8336 5826 1485 0,'-6'-6'2'0,"1"0"0"0,1 1 0 0,2-1 0 0,-2-1 0 0,3-1 1 0,0 1-1 0,-2-3 0 0,1 5 0 0,2-4 0 0,0 4 149 0,0 0-54 0,0 1-28 16,0 0 218-16,0 3 415 15,0-1-642-15,0 0-17 0,0-1 0 0,2 2 415 16,2 1-377-16,1-2-37 0,1 2 0 0,-1-2 302 16,1 2-346-16,2 0 0 0,-4 0 0 0,3 0 0 0,-2-3 0 15,1 3 0-15,2-1 0 0,-1-1 0 16,0 2 0-16,1-2 0 15,2 0 0-15,-1 2 0 0,3-1 0 0,-3 1 0 16,2 0 0-16,0 0 0 0,2 0 0 0,-2 0 0 16,3 0 0-16,-1 0 0 0,2 0 0 0,0 0 0 15,-2 0 0-15,4 0 0 0,0 0 0 0,-1 0 0 0,2 0 0 16,0 0 0-16,2 0 0 0,-2 0 0 16,2 0 0-16,1 0 0 0,-2 0 0 0,3 0 0 0,-1-2 0 15,6 2 0-15,-5-3 0 0,3 3 0 16,-1 0 0-16,4-1 0 0,0-1 0 0,2 0 0 0,3 0 0 15,-2-1 0-15,1 3 0 0,0-4 0 0,0 1 0 16,0 2 0-16,0-1 0 0,-1 2 0 0,3 0 0 16,1 0 0-16,-1 0 0 0,1 0 0 0,1 0 0 15,1 0 0-15,0-2 0 0,2 2 0 0,3 0 0 16,1 0 0-16,1 0 0 16,1-2 0-16,-5 1 0 0,8 1 0 0,-4-3 0 15,1 3 0-15,2-1 0 0,-2 1 0 0,-4 0 0 16,10 0 0-16,-4 0 0 0,1 0 0 0,3 0 0 15,-1 0 0-15,1 1 0 0,1 2 0 0,-1 0 0 16,0 1 0-16,4 0 0 0,0-2 0 0,9 0 0 16,-6-2 0-16,4 0 0 0,5 3 0 0,3-3 0 15,-8 0 0-15,12 2 0 0,-5-2 0 16,0 2 0-16,0 0 0 0,0-1 0 16,-7-1 0-16,21 3 0 0,-10-1 0 0,-1 1 0 15,1-1 0-15,1 0 0 0,-8-1 0 0,14 4 0 16,-5-2 0-16,18 0 0 0,-19-1 0 0,9 0 0 15,2-1 0-15,-1 1 0 0,1 2 0 0,7-2 0 16,-2-1 0-16,0-1 0 0,-11 2 0 0,17 0 0 16,-9-2 0-16,0 2 0 0,0 1 0 0,1 0 0 15,-7-3 0-15,15 1 0 0,-20 4 0 0,9-5 0 16,-2 4 0-16,1-4 0 0,2 0 0 16,12 1 0-16,-11 0 0 0,-1 1 0 15,-9 0 0-15,18-2 0 0,-21 0 0 0,22 0 0 16,-10 0 0-16,-13 0 0 0,7 0 0 0,-4 0 0 15,-10 0 0-15,11 0 0 0,-11 0 0 0,0 0 0 16,-3 0 0-16,-10 0 0 0,4 0 0 0,-7 0 0 16,-5 0 0-16,-7 0 0 0,-1 0 0 0,-3-2 0 15,-6 0 0-15,0 1 0 0,-5 0 0 16,-2-2 0-16,-5 2 0 0,0-2 0 16,-5 1 0-16,-2 1 0 0,-1 1 0 0,-2-3 0 15,-1 1 0-15,-3 1 0 0,0 1 0 0,0-2 0 16,-1 2 0-16,-1 0 0 0,0 0 0 0,2-2 0 15,-2 2 0-15,0-2 0 0,0 1 0 0,0-1 0 16,0 0 0-16,0 0 0 0,0 2 0 0,-16 0 0 16,-11 6 0-16</inkml:trace>
  <inkml:trace contextRef="#ctx0" brushRef="#br0" timeOffset="4084.47">17768 2710 2640 0,'4'-6'0'0,"-1"0"0"0,-1 0 0 0,0 0 0 0,2 2 0 0,-3 2 0 0,2 0 0 0,-3 0 0 0,0 0 0 0,0 2 0 0,0-2 364 0,0 2-166 0,0 0-79 0,0 0-39 16,-6 0 184-16,0 0-111 0,1 0-46 0,1 4-101 15,-1 2-6-15,1 1 0 16,0-1 0-16,2 1 0 0,2 3 0 0,0-3 0 0,0 1 0 15,0 2 0-15,0-3 0 0,0-2 0 0,0 3 0 16,2-2 0-16,-1-2 0 0,4-1 0 16,-1-1 0-16,-1 0 0 0,3-2 0 0,-1 0 0 0,1 0 0 15,2-10 0-15,-1-3 0 16,-1-1 0-16,-1-2 0 0,-1-1 0 0,-2 5 0 16,0 0 0-16,0 0 0 0,-2 3 0 0,0 1 0 15,0 5 0-15,-4-1 0 0,-4 2 0 0,-3 1 0 16,2 1 0-16,-3 0 0 0,2 3 0 0,-2 6 0 15,6-2 0-15,-1 1 0 0,3 0 0 0,1 2 0 16,3-3 0-16,0 1 0 0,0-3 0 16,0 1 0-16,1-1 0 0,5-1 0 15,1-4 0-15,0 0 0 0,5 0 0 0,-4 0 0 16,1 0 0-16,3-4 0 0,-5-6 0 0,-2 4 0 16,1-2 0-16,-2 1 0 0,0 1 0 0,-2-2 0 15,-2 3 0-15,0-2 0 0,0 3 0 0,0-1 0 16,0 4 0-16,0-1 0 0,0 0 0 0,0 0 0 15,0 0 0-15,0 2 0 16,-2 0 0-16,0 0 0 0,-2 0 0 0,2 6 0 16,0 2 0-16,2-1 0 0,-2 1 0 0,2 1 0 15,0-2 0-15,0 1 0 0,0-2 0 0,0 0 0 16,0 0 0-16,0-2 0 0,0-2 0 0,0 2 0 16,0-4 0-16,0 2 0 0,0-2 0 0,0 0 0 15,0 2 0-15,0-2 0 0,2 0 0 0,0 1 0 16,0 1-76-16,0 1-463 0,4 1 250 0</inkml:trace>
  <inkml:trace contextRef="#ctx0" brushRef="#br0" timeOffset="7770.33">17757 2707 875 0,'0'0'0'0,"0"0"0"0,0 0 0 0,0 0 0 0,0 0 0 0,0 0 0 0,0 0 0 0,0 0 0 0,0 0 0 0,0 0 0 0,0 0 42 0,0 0 66 15,0 0-34-15,0 0 1 0,0 0 65 0,0 0-38 16,0 0-11-16,0 0 1 0,0 0-1 0,0 3-49 16,0-3 0-16,0 0 57 0,0 0-57 0,0 0 0 15,0 0-1-15,0 0 61 0,0 0-31 16,0 0 11-16,0 0-40 0,0 0 64 0,0 0-32 0,2 0 0 15,-2 0-32-15,0 0 49 0,2 0-11 0,-2 0-38 16,0 0 56-16,0 0-28 0,0 0 0 16,0 0 29-16,0 0-57 0,0 0-1 15,0 0 1-15,0 0-19 0,0 0 19 0,2 0 10 16,-2 0-11-16,0 0-57 0,0 0 29 0,0 0 0 16,0 0-18-16,0 0 16 0,0 0-11 0,0 0 36 15,0 0-37-15,0 0 0 0,0 0 19 0,0 0 4 16,0 0-4-16,2 0 3 0,-1 0-7 0,-1 0 23 15,2 0-11-15,-2 0-5 16,2 0 6-16,0 0-9 0,0 0 9 0,-1 0-4 16,-1 0-23-16,0 0-6 0,0 0 28 0,2 0 0 15,-2 0-52-15,0 0 49 0,0 0-2 0,0 0-28 16,0 0 24-16,2 0 1 0,-2 0-6 0,2 0 45 16,0 0-38-16,-1 0-1 0,2 0-3 0,-1 0 13 15,0 0-24-15,0 0 0 0,0 0 0 0,-1 0 0 16,-1 0 0-16,2 0 0 15,-2 0 0-15,0 0 0 0,0 0 0 0,0 0 0 0,2 0 0 0,0 0 0 16,0 0 0-16,-2 0 0 0,1 0 0 0,1 0 0 16,0 0 0-16,0 2 0 15,0-2 0-15,2 0 0 0,-2 0 0 0,0 0 0 16,0 0 0-16,0 0 0 0,-1 1 0 0,1-1 0 16,0 0 0-16,0 3 0 0,0-3 0 0,0 1 0 15,1-1 0-15,1 2 0 0,2-2 0 0,0 2 0 16,-3-2 0-16,3 0 0 0,-1 2 0 0,3-2 0 15,-2 2 0-15,-1-2 0 0,3 0 0 0,-3 2 0 16,1-2 0-16,0 1 0 16,1-1 0-16,1 0 0 0,-3 0 0 0,3 2 0 15,0-2 0-15,-1 0 0 0,0 0 0 0,3 2 0 16,1-2 0-16,-2 0 0 0,5 0 0 0,-1 0 0 16,2 1 0-16,0 3 0 0,4-4 0 0,-1 0 0 15,3 1 0-15,2 0 0 0,-3 4 0 0,3-4 0 16,-1 2 0-16,5 0 0 0,-1-1 0 0,-2 0 0 15,6 0 0-15,4-2 0 0,-1 0 0 0,11 0 0 16,-3 0 0-16,-1 0 0 0,10 0 0 0,-2-2 0 16,2-4 0-16,3 1 0 15,0 0 0-15,-1-1 0 0,2 1 0 0,-1 2 0 16,0-3 0-16,4 0 0 0,-2 3 0 0,3-5 0 16,8 1 0-16,-2 1 0 0,2-1 0 0,0-1 0 15,-2 2 0-15,-8 1 0 0,12-2 0 0,-6 1 0 16,-9 2 0-16,4 0 0 0,0 0 0 0,-1 3 0 15,-1-1 0-15,-2 2 0 0,-7 0 0 0,0 0 0 16,-4 0 0-16,-6 0 0 16,3 0 0-16,-2 0 0 0,-4 0 0 0,-1 0 0 15,-2 0 0-15,-3 0 0 0,0 0 0 0,-6 0 0 16,2 0 0-16,-5 0 0 0,1 0 0 0,-1 0 0 16,-6 0 0-16,-1 0 0 0,1 0 0 0,-3 0 0 15,-2 0 0-15,-3 0 0 0,3 2 0 0,-6-2 0 16,1 0 0-16,0 0 0 0,-2 0 0 0,0 0 0 15,0 0 0-15,0 0 0 0,0 0 0 0,0 0 0 16,0 0 0-16,-7 1 0 16,-5 3 0-16,-1 0-184 0,1 1-324 0,-1 1 232 15,4-3 117-15,-1 0-392 0,1-2 260 0</inkml:trace>
  <inkml:trace contextRef="#ctx0" brushRef="#br0" timeOffset="8158.89">20332 2369 2516 0,'-8'0'-1'0,"3"0"1"0,1 0 0 0,4 0 0 0,0 0 0 0,0 0 0 0,4 0 0 0,12 0 0 0,7 1 0 0,0 2 0 0,5 5 281 0,2 0-121 0,4 2-49 0,5 1 231 16,0 4-150-16,1-5-77 0,0 4-37 0,-1-3 59 15,-5-1-137-15,3 1 0 0,-2 0 0 16,-2 0 0-16,-4 2 0 0,-4-3 0 0,-2-1 0 15,-2 1 0-15,0 1 0 0,-5-1 0 0,-2-3 0 16,-1 1 0-16,-4-1 0 0,1-2 0 16,-3 1 0-16,-2-3 0 0,-1 1 0 0,0 0 0 15,-2-2 0-15,-1 0 0 0,1 0 0 0,-2-2 0 16,2 0 0-16,-2 1 0 0,0 2 0 0,0-2 0 16,0 1 0-16,0 3 0 0,0 2 0 0,0 2 0 15,-2 0 0-15,-5 2 0 0,-6 5 0 0,-2 2 0 16,-4 0 0-16,-3 3 0 0,-5-1 0 0,-5 6 0 15,-1-1 0-15,-7 2 0 0,-2 0 0 16,0 1 0-16,-6 1 0 16,0-3 0-16,-5 0 0 0,4 1 0 0,4-4 0 0,10-6 0 15,1 1 0-15,2-6 0 0,11-2 0 0,0-1 0 16,7-3 0-16,3-4-805 0,1-1 246 0</inkml:trace>
  <inkml:trace contextRef="#ctx0" brushRef="#br0" timeOffset="9405.35">17659 2674 1009 0,'-4'4'0'0,"0"1"0"0,1 1 0 0,-1-2 0 0,4 1 0 0,-2-1 0 0,1 0 0 0,1 0 0 0,0-2 0 0,0 2 0 0,0-3 39 0,0 1 116 0,0 0-49 0,1-2-38 15,3 0-1-15,0 0 168 0,-1 0-98 0,3 0-50 16,2 0-14-16,1-2 265 0,0-7-149 0,1-3-76 15,3 0 221-15,2-10-148 16,2 2-64-16,2-4 127 0,-1-5-105 0,7-5-53 16,-1 3-26-16,3-6 53 0,1-3-112 0,2-2-6 15,0-1 0-15,2-4 0 0,6-7 0 0,1-1 0 16,-2 7 0-16,14-16 0 0,-2 2 0 0,12-13 0 16,-4 1 0-16,7-4 0 0,6-8 0 0,5 5 0 15,0 1 0-15,0 5-26 16,0 6-20-16,-5 6-58 0,-15 13 19 0,0-4 37 0,-2 5-20 0,-7 4 51 15,-9 10-43-15,0-1 25 0,-7 6-32 16,-1 0 209-16,-5 5-88 0,-2 3-42 16,-5 2 204-16,-2 4-113 0,1-1-74 0,-6 5-29 15,2-4 0-15,-1 4 0 0,-4 1 0 0,4 0 0 16,-6 3 0-16,2-4 0 0,1 4 0 0,-1-2 0 16,-1-1 0-16,-2 4 0 0,1-3 0 0,-3 3 0 15,2-1 0-15,-2 3 0 0,-1-1 0 0,1 2 0 16,-2 0 0-16,0 2 0 0,0 1 0 0,0-1 0 15,0 2 0-15,0 0 0 16,0 0 0-16,-3 0 0 0,-8 0 0 0,-5 0 0 16,-2 13 0-16,-5 2 0 0,-3 3 0 0,-6 7 0 15,-2 1 0-15,-5 4 0 0,-1 1 0 0,-1 1 0 16,0 4 0-16,-1-1 0 0,1-2 0 0,5 1 0 16,5-4 0-16,6-5 0 0,4-3 0 0,6-3 0 15,2-4 0-15,5-4 0 0,5-2 0 0,1-4 0 16,2-2 0-16,0-3 0 0,2 0 0 0,15 0 0 15,3-12-159-15,7-9-163 0,4-6 147 16,1-2-345-16,4-1 241 0,0-5 120 16,0 2 61-16,-4 4-251 0,5-6 159 0,-3 3 77 15,-8 8 36-15,1-1 68 0,-3 4-29 0,-7 7-11 16,0-2 11-16,-4 5 377 0,-4 5-189 0,-1 3-94 16,-1 1 237-16,-1-1-175 0,-1 3-74 0,1 0 54 15,2 6 623-15,-1 6-340 0,1 0-172 0,3 5-43 16,0 4-166-16,2 1 0 0,-1-1 0 0,1 2 0 15,-1 0 0-15,-1-4 0 0,1 2 0 16,0-1 0-16,-3 1 0 0,0-5 0 16,-3-1 0-16,-2-1 0 0,0 1 0 0,-2-5 0 15,-2 0-259-15,0 0-74 0,0 1 154 0,-10-2-701 16,-1 1 426-16,-2-3 208 0</inkml:trace>
  <inkml:trace contextRef="#ctx0" brushRef="#br0" timeOffset="9985.12">16973 3020 2098 0,'-1'-18'0'0,"-6"9"0"0,1 1 0 0,0 5 0 0,0-1 0 0,-1 2 0 0,2 2 0 0,-2 0 0 0,-5 8 0 0,3 16 0 0,-2 5 374 16,-1 8-167-16,4 2-84 0,3 5-42 0,1 2 266 16,4-4-144-16,0 9-87 0,2-4-38 0,11-6 93 15,6 0-65-15,6-5-79 0,-2-8-27 0,7-4 0 16,4-6 0-16,2-9 0 0,7-6 0 15,-2-3 0-15,-7-5 0 0,9-20 0 16,-5-4 0-16,-5-7 0 0,-1-7 0 0,-5-6 0 16,-6 0 0-16,-7-2 0 0,-8 2 0 0,-4-1 0 15,-2-1 0-15,-6 1 0 0,-10 2 0 0,-9 7 0 16,-5 7 0-16,-4 10 0 0,-3 9 0 0,-3 10 0 16,3 3 0-16,-8 2 0 0,11 7 0 0,-1 9 0 15,5 4 0-15,10-4 0 0,-1 9 0 0,9-6 0 16,0 3 0-16,3-2-148 15,7 1-278-15,2-2 168 0,0-2-221 0,2-2 219 16,14-2 111-16,0-6-630 0,8-4 370 0</inkml:trace>
  <inkml:trace contextRef="#ctx0" brushRef="#br0" timeOffset="10372.44">20155 487 2783 0,'3'-24'0'0,"-3"19"0"0,0 3 0 0,0 0 0 0,0 2 0 0,0 0 0 0,0 0 0 0,0 2 0 0,-5 13 0 0,-6 10 0 15,-3 7 126-15,-6 3 436 0,-2 6-260 0,-1 4-144 0,-1 0-158 0,-2 1 0 16,1-3 0-16,1 2 0 0,-1-2 0 0,5-5 0 16,-3 5 0-16,6-10 0 0,2 4 0 0,2-5 0 15,2-2 0-15,3-6 0 0,3-2 0 0,1-3 0 16,1-8 0-16,0-2-265 0,3-4-149 15,0-5 177-15,0 0-388 0,3-10 292 16,7-13 147-16,3-4 73 0,5-9-436 0,3-11 260 16,2-11 124-16,0-3-232 0</inkml:trace>
  <inkml:trace contextRef="#ctx0" brushRef="#br0" timeOffset="10564.91">20052 619 2060 0,'15'-34'0'16,"-4"12"0"-16,0 3 0 0,-2 6 0 0,0 4 0 0,-2 5 0 0,2 3 0 0,3 1 0 0,-1 0 0 0,1 7 0 0,4 13 174 0,1-1 452 0,3 8-293 0,1 1-147 15,0 5-63-15,5 7 306 0,-3-5-429 0,-1 5 0 16,1 1 0-16,-1-3 0 0,-5-5 0 0,6 9 0 16,-8-10 0-16,2 1 0 0,-4 0 0 0,-1-3 0 15,-7-5 0-15,1 1 0 0,-5-5 0 0,-1-2-689 16,0-3 276-16,-5-5 199 0,-11-1 14 0,0-5-462 16,-10-1 312-16,-1-4 154 0,-3 0 79 0,-11 0-356 15,6-8 207-15,-16-10 118 0</inkml:trace>
  <inkml:trace contextRef="#ctx0" brushRef="#br0" timeOffset="10685.23">20004 1055 1998 0,'-48'-24'0'0,"16"9"0"0,0 0 0 0,6-2 0 0,10 6 0 0,2 0 0 0,5 1 0 0,7 2 0 0,2 1 0 0,2 1 0 0,16 1 585 15,8 1-263-15,6 2-146 0,4 0 107 0,2 2-122 16,7 0-60-16,-4 0-10 0,-3 0-16 0,9 0-9 16,-4 6-26-16,0 0-634 0,0 1 316 0,1 0 160 15,-7 2 88-15</inkml:trace>
  <inkml:trace contextRef="#ctx0" brushRef="#br0" timeOffset="11586.37">21730 2555 2538 0,'0'-18'0'0,"0"8"0"0,0 9 0 0,0 1 0 0,0 0 0 0,0 0 0 0,0 0 0 0,0 0 0 0,0 11 0 0,0 7 0 15,0 8 308-15,0 1-139 0,-5 9-64 0,0 7 271 16,-1-2-167-16,1 3-85 0,-1-3-22 0,-2 10-102 0,3-3 0 16,-1 0 0-16,3-3 0 0,-1 0-25 0,0-9 10 15,2 1 22-15,-1-3-500 0,3-4 266 0,-3-10 133 16,1 0 8-16,2-12-378 0,-2 0 217 0,2-6 104 16,-1-2-302-16,-1-6 202 0,2-14 92 0,-2-11-133 15,2-2 122-15,-2-10 61 0,0-3 31 0,-1-6-11 16,-3-5 31-16,1-10 11 0,0 5-1 15,0 1 74-15,1 11-37 0,2 0 0 16,2 9-47-16,0-1 310 0,0 9-150 0,0 3-75 16,9 7 250-16,7 3-99 0,7 4-94 0,7 0 425 15,9 4-238-15,4 4-120 0,4 1-60 0,6 4 221 16,1 0-131-16,-1 3-79 0,-1 0-35 0,-3 6 141 16,-4 7-87-16,-11 1-45 0,-2 6 9 0,-7 4 74 15,-9 2-97-15,-4 1-70 0,-9 1 0 0,-3 2 0 16,0-3 0-16,-13 2 0 15,-7-4 0-15,-7-1 0 0,-3-2 0 0,-4-2 0 16,1-5 0-16,-4-4 0 0,5-4 0 0,2 0 0 16,8-5 0-16,0-2 0 0,9 0 0 0,-1 0 0 15,9 0 0-15,1 0 0 0,4 0 0 0,0 0 0 16,6 0 0-16,16 0 0 0,7 0 0 0,3 0 0 16,1 3 0-16,5 3 0 0,-1 5 0 0,-2 5 0 15,-3 3 0-15,-3 2 0 0,-3 5 0 0,-5 2 0 16,-5 4 0-16,-6 1 0 0,-4 2 0 0,-4 1 0 15,-2-1 0-15,-6-2 0 16,-11 0 0-16,-3-5 0 0,-8-1 0 0,-9-1 0 16,2-8 0-16,-5-3 0 0,5-5 0 0,-12-2 0 15,7-8 0-15,5 0 0 0,-1 0 0 0,3-5 0 16,8-6 0-16,-3-6 0 0,10-1 0 0,4-3 0 16,5-2 0-16,2 5 0 0,5-5 0 0,2 2 0 15,0 2 0-15,4 4 0 0,10 4 0 0,-1 4 0 16,4 5-45-16,6 2-150 0,-3 2 58 15</inkml:trace>
  <inkml:trace contextRef="#ctx0" brushRef="#br0" timeOffset="11725.32">22503 3294 3877 0,'0'-19'0'0,"0"17"0"0,-11-8 0 0,-4-3 0 0,1 6 0 0,3 2 0 0,4 1 0 0,2 0 0 0,0 2 0 0,1 1 0 0,1 1-1147 0</inkml:trace>
  <inkml:trace contextRef="#ctx0" brushRef="#br0" timeOffset="18931.22">4352 7906 2634 0,'-15'-2'0'0,"2"0"0"0,4 2 0 0,-1 0 0 0,0-1 0 0,4-4 0 0,-1 4 0 0,-1-2 0 0,4-3 0 0,1 4 0 0,0 0 270 0,1-3-113 0,0 4-57 0,2-1 251 15,0 0-143-15,0 1-88 0,0-1-37 16,0 0-75-16,0 2-8 0,0-2 0 0,0 2 0 0,0 0 0 16,0 0 0-16,0 0 0 0,0 0 0 0,0 0 0 15,0-2 0-15,0 2 0 0,4-2 0 0,4 0 0 16,-3 0 0-16,5 1 0 0,-3-1 0 0,3-2 0 16,0 3 0-16,-4-4 0 15,4 3 0-15,-1-1 0 0,1 0 0 0,-2 2 0 16,2-1 0-16,-2 0 0 0,-1 0 0 0,3 0 0 15,-3 0 0-15,1 1 0 0,-1-2 0 0,-1 2 0 16,4 0 0-16,-1-2 0 0,1 3 0 0,3-2 0 16,-3 0 0-16,4 0 0 0,-1 0 0 0,3 1 0 15,-2-3 0-15,2 2 0 0,-2 0 0 0,-1 1 0 16,0-2 0-16,-1 3 0 0,3 0 0 16,-4 0 0-16,0 0 0 0,0 0 0 15,2 0 0-15,1 0 0 0,-1 0 0 0,2 0 0 16,0 3 0-16,0-3 0 0,2 1 0 0,1-1 0 15,-1 0 0-15,2 0 0 0,3 0 0 0,-5 0 0 16,4 0 0-16,-2 0 0 0,3 0 0 0,-2 0 0 16,-2 0 0-16,3 0 0 0,1 0 0 0,-3 0 0 15,2 0 0-15,1 0 0 0,-3 0 0 0,3 0 0 16,0 0 0-16,0 0 0 0,0 0 0 0,1 0 0 16,0 0 0-16,-3 0 0 0,2 0 0 15,1 0 0-15,-2 0 0 0,0 0 0 16,-1 0 0-16,3 0 0 0,-3 0 0 0,1 0 0 15,0 0 0-15,-1 0 0 0,1 0 0 0,1 0 0 16,-3 0 0-16,2 0 0 0,0 0 0 0,0 0 0 16,-3 0 0-16,5 0 0 0,-3 0 0 0,3 0 0 15,-1 0 0-15,-3 0 0 0,2 0 0 0,0-1 0 16,-1 1 0-16,1-3 0 16,-2 3 0-16,-1 0 0 0,3 0 0 0,-4 0 0 15,3 0 0-15,-2 0 0 0,0 0 0 0,1-2 0 16,0 2 0-16,2 0 0 0,-1-1 0 0,1 1 0 15,-1 0 0-15,-1 0 0 0,2 0 0 0,-2 0 0 16,-1 0 0-16,-3 0 0 0,3 0 0 0,-2 0 0 16,0 0 0-16,-2 0 0 0,3 0 0 0,-1 0 0 15,2 0 0-15,0 0 0 0,1 0 0 0,2 0 0 16,0 0 0-16,3 0 0 0,1 0 0 0,-1 0 0 16,2 0 0-16,-1 0 0 15,-5 0 0-15,9 0 0 0,-5 0 0 0,1 0 0 16,2 0 0-16,-4 0 0 0,2 1 0 0,3 1 0 15,-2 1 0-15,3-2 0 0,-3 1 0 0,2 0 0 16,-6-2 0-16,6 0 0 0,-1 0 0 0,-3 0 0 16,1 0 0-16,-3 0 0 0,2 0 0 0,-1 0 0 15,0 0 0-15,-1 1 0 0,-1-1 0 0,-2 0 0 16,1 3 0-16,-2-3 0 0,2 1 0 0,-5-1 0 16,2 0 0-16,0 0 0 15,-1 0 0-15,-1 0 0 0,0 0 0 0,-5 0 0 16,-1 0 0-16,1 0 0 0,-4 0 0 0,-1 0 0 15,-3 0 0-15,0 0 0 0,1 0 0 0,-3 0 0 16,0 0 0-16,0 0 0 0,0 0 0 0,0-1 0 16,0-2 0-16,0 0 0 0,0-3 0 0,0 3 0 15,-5-3 0-15,0 0 0 0,-3 3 0 0,1-3 0 16,-3 4 0-16,-1-2 0 0,-5 4 0 16,-4 0 0-16,-4 10 0 0,-10 16 0 15,-4 9 0-15</inkml:trace>
  <inkml:trace contextRef="#ctx0" brushRef="#br0" timeOffset="28174.38">24580 7746 1759 0,'-9'0'0'0,"0"0"0"0,1 0 0 0,2 0 0 0,0-1 0 0,2-1 0 0,2 1 0 0,-2-2 0 0,1 2 0 0,1-2 0 0,2 1 123 0,0 1-34 0,-1 1 241 15,1 0-146-15,0 0-73 0,0 0 48 0,0 0-60 16,0 0-22-16,0 0-9 0,0 0 127 0,0 0-79 15,0 0-39-15,1 0 0 0,6 0 142 0,0 1-95 16,4 1-44-16,1 1-36 0,1-2-44 0,2 2 0 16,2-3 0-16,2 0 0 0,-1 0 0 15,1 0 0-15,4 0 0 0,-1 0 0 0,0 0 0 16,1-3 0-16,0 2 0 0,1-2 0 0,-1 0 0 16,3 0 0-16,-2 2 0 0,5-1 0 0,1 0 0 15,0-2 0-15,4 3 0 0,0-4 0 0,3 4 0 16,0-3 0-16,1 2 0 0,2-1 0 0,-4 2 0 15,2 0 0-15,1-2 0 0,7 1 0 0,-3 2 0 16,1 0 0-16,-1 0 0 0,4 0 0 0,-6 0 0 16,11 0 0-16,-1 0 0 15,2 0 0-15,2-1 0 0,-1-1 0 0,2 0 0 16,7 0 0-16,-2 2 0 0,-1 0 0 0,2 0 0 16,-8 0 0-16,16 0 0 0,-5 0 0 0,-3 0 0 15,3 0 0-15,-1 0 0 0,-3 0 0 0,15 0 0 16,-10 0 0-16,3 0 0 0,0 0 0 0,1 0 0 15,-6 2 0-15,13 0 0 0,-6 0 0 0,6 1 0 16,0 1 0-16,3-3 0 16,2 2 0-16,0-1 0 0,3 0 0 0,-2 1 0 15,15 0 0-15,-11-1 0 0,-6-1 0 0,18 1 0 16,-6 2 0-16,4-2 0 0,3-1 0 0,3 3 0 16,-10 1 0-16,20-1 0 0,-6-1 0 0,-2 0 0 15,5 0 0-15,5 0 0 0,-5-3 0 0,1 2 0 16,-1 0 0-16,-3-1 0 0,9 1 0 0,-4 0 0 15,-3 0 0-15,-3 2 0 0,-1-2 0 0,0 2 0 16,0-1 0-16,-3 2 0 16,-16-2 0-16,17 4 0 0,-25 1 0 0,17-1 0 15,-11 1 0-15,1 1 0 0,-9-1 0 0,0-1 0 16,2 3 0-16,-7-3 0 0,-2 3 0 0,-2-1 0 16,-8-3 0-16,14 4 0 0,-21-3 0 0,5 0 0 15,-6-1 0-15,-5-1 0 0,-7 3 0 0,-2-2 0 16,-5-2 0-16,-4 1 0 0,-3-2 0 0,-5 1 0 15,-2-1 0-15,4 0 0 0,-7-2 0 0,0 2 0 16,-5-3 0-16,0 0 0 0,-5 0 0 16,-1 0 0-16,-2 0 0 0,0 0 0 15,1 0 0-15,-3 0 0 0,0-3 0 0,0-1 0 16,-13-4 0-16,-4 1 0 0,-9 3 0 0,-9 2 0 16,-17 2-39-16,-18 0-123 0,-25 9 68 0</inkml:trace>
  <inkml:trace contextRef="#ctx0" brushRef="#br0" timeOffset="31143.1">23277 5345 1377 0,'0'0'0'0,"0"-2"0"0,0 0 0 0,0 0 0 0,0 0 0 0,0 1 0 0,0 1 0 0,0-2 0 0,0 2 0 0,0 0 0 0,0-3 137 0,0 3-49 15,0 0-25-15,0 0 116 0,0 0-60 0,0-2-45 16,0 2-1-16,0-1 85 0,0-1-60 0,0 0-20 16,0 0 98-16,0 2-68 0,0-1-35 0,0 1-1 15,0 0 24-15,0 0-20 0,0-3-9 0,0 3 75 16,0 0-52-16,0 0-26 15,0 0 1-15,0 0-1 0,0 0-26 0,0 0 1 0,0 0-1 16,0 0-2-16,0 0 3 0,0 0 8 16,0 0-23-16,0 0 15 0,0 0-1 0,0 0 0 15,-2 0-71-15,-1 0 45 0,-7 6-24 16,1 1 20-16,-4 1 0 0,-1 3 5 0,0 2 9 0,-4 1-37 16,-5 4 6-16,3-1 0 0,-4-2 12 0,1 4 27 15,-2-6-30-15,5 1 0 0,-6 1 0 0,3-3 0 16,5-2 0-16,-3 1 0 0,2-1 0 0,2-3 0 15,4-2 0 1,0 0 0-16,4-3 0 0,-1 3 0 0,1-3 0 0,1-2 0 16,0 2 0-16,1-2 0 0,3 0 0 0,1 0 0 15,-3 0 0-15,4 0 0 0,1 0 0 0,-1 0 0 16,2 0 0-16,0 0 0 0,0 0 0 0,0 0 0 16,0 0 0-16,0 0 0 0,0 0 0 0,0 0 0 15,0 1 0-15,0 4 0 0,0-4 0 0,2 3 0 16,3 0 0-16,0-1 0 0,1 1 0 0,1 0 0 15,5 0 0-15,-1-1 0 16,3 4 0-16,2-2 0 0,3-2 0 0,-1 4 0 16,9-1 0-16,-3-3 0 0,3 0 0 0,-1 1 0 15,1 1 0-15,-4-1 0 0,6 2 0 0,-8-2 0 16,3 1 0-16,-2 1 0 0,-3 0 0 0,0-1 0 16,-2 1 0-16,-3 2 0 0,-2-5 0 0,-4 1 0 15,2 0 0-15,-3 0 0 0,-3-4 0 0,-1 3 0 16,-1-3 0-16,0 0 0 0,0 2 0 0,-2-2 0 15,0 0 0-15,0 0 0 0,0 0 0 0,0 0 0 16,0 0 0-16,0 0 0 16,0 0 0-16,-8 0-41 0,1 0-135 0,-7 0 60 15,2 0-772-15,-6 2 430 0,-4 9 209 0</inkml:trace>
  <inkml:trace contextRef="#ctx0" brushRef="#br0" timeOffset="31427.42">22801 5897 3694 0,'-12'-2'0'0,"3"2"0"0,-1 0 0 0,4 0 0 0,4 0 0 0,0 0 0 0,1 0 0 16,1 0 0-16,0 0 0 0,5 0 0 0,12 0 202 0,8 0-167 0,-1 2-35 15,6-1 0-15,3 4 0 0,6 0 0 0,5-1 0 0,-4 2 0 0,2-1 0 16,-7 0 0-16,1 5 0 15,-3-6 0-15,-3 4 0 0,-5-1 0 0,-2 1 0 0,-3-3 0 16,-6 0 0-16,-4 1 0 0,-2-2 0 16,0 0 0-16,-6-2 0 0,0-2 0 0,-1 2 0 15,-1-2 0-15,0 0 0 0,0 0 0 0,0 0 0 16,0 0 0-16,0 0 0 0,-3-2-243 0,-4-3 49 16,2 3-800-16,-4-4 479 0,-4 3 238 0</inkml:trace>
  <inkml:trace contextRef="#ctx0" brushRef="#br0" timeOffset="32155.8">22051 5614 1891 0,'0'-9'0'0,"-2"6"0"15,-2 0 0-15,0-4 0 0,1 4 0 0,-2-1 0 0,0-2 0 0,-1 4 0 0,3-1 0 0,-1 0 0 0,0 0 88 0,-1 1 224 0,0 2-136 16,0 0-68-16,-1 0-34 0,1 0 88 0,-2 4-66 16,-3 5-28-16,2 3 0 0,-1 2 134 0,-1 4-81 15,3 0-30-15,0 1 191 0,-1 2-121 0,5-2-130 0,-2 1-31 16,5 1 0-16,0-1 0 0,0 0 0 0,0-2 0 15,3 1 0-15,6-2 0 16,0 0 0-16,3-1 0 0,1 0 0 0,-1-3 0 16,6 0 0-16,-4-2 0 0,4 0 0 0,-1-3 0 15,-1 0 0-15,2-3 0 0,-2-1 0 0,1-1 0 16,-2-3 0-16,0 0 0 0,-2 0 0 0,5 0 0 16,-4-3 0-16,2-8 0 0,0-3 0 0,1-5 0 15,0 1 0-15,-2-3 0 0,0 2 0 16,0-4 0-16,-4 8 0 0,0-6 0 0,-1 1 0 0,-1-1 0 15,-3 2 0-15,-1-1 0 16,0 0 0-16,-3 1 0 0,-1 0 0 0,-1 2 0 16,0 0 0-16,0 0 0 0,-1 2 0 0,-6-2 0 15,-2 1 0-15,-2 0 0 0,-1 4 0 0,1-1 0 16,0-1 0-16,-4 3 0 0,2 0 0 0,0 2 0 16,0-1 0-16,-3 2 0 0,4 2 0 0,-1 3 0 15,-1-1 0-15,5 2 0 0,-3 0 0 0,1 2 0 16,2 0 0-16,-3 0 0 0,3 0 0 15,-2 0 0-15,-1 8 0 0,1-1 0 16,2 1 0-16,-3 1 0 0,3 0 0 0,-2 3 0 16,3 0 0-16,-1-2 0 0,2 4 0 0,1-1 0 15,3-3 0-15,1 6 0 0,-1-3 0 0,3 2-188 16,0 2 52-16,3 0-864 0</inkml:trace>
  <inkml:trace contextRef="#ctx0" brushRef="#br0" timeOffset="33029.67">28023 5322 2010 0,'0'-4'0'0,"0"2"0"0,2 1 0 0,0-3 0 0,-2 2 0 0,2-2 0 0,-2 2 0 0,0 1 0 0,0-1 0 0,0 2 0 0,0-2 301 16,0 2-132-16,0 0-56 0,0 0 12 0,0 0-43 15,0 0-1-15,-6 4-43 0,-10 9 49 0,-3 0-16 16,-6 4-8-16,-3-1 86 0,-4 1-56 0,-2 2-27 15,-1-2 0 1,1-2 178-16,2-2-108 0,4-2-99 0,3-3-37 0,2-1 0 0,4-1 0 0,-2-2 0 16,7-3 0-16,3 2 0 0,2-1 0 0,3-1 0 15,2-1 0-15,0 0 0 0,4 0 0 0,0 0 0 16,0 3 0-16,0 0 0 16,0 3 0-16,2 0 0 0,6 2 0 0,3 2 0 15,3 0 0-15,4-1 0 0,3 4 0 0,-3-6 0 16,8 4 0-16,-1-1 0 0,2 0 0 0,-3-2 0 15,0-2 0-15,-4 3 0 0,3-3 0 16,-2-3 0-16,0 0 0 0,-4 1 0 0,-2-2 0 0,-2-2 0 16,-2 0 0-16,-3 0 0 0,-3 0 0 0,-4 0-219 15,3 0 23-15,-3 0 60 16,0 0-837-16,-1 0 467 0,0 2 234 0</inkml:trace>
  <inkml:trace contextRef="#ctx0" brushRef="#br0" timeOffset="33243.99">27614 5760 3264 0,'-22'0'0'0,"4"1"0"0,6 1 0 0,2-2 0 0,2 0 0 0,3 0 0 0,5 0 0 0,0 0 0 0,3 4 0 0,12 1 0 0,4 1 246 0,4 0 175 0,0-1-421 16,-2 2 0-16,2 0 0 0,0 1 0 0,0 1 0 15,-3-2 0-15,-1 2 0 0,2-1 0 0,-6 1 0 16,2 1 0-16,-4-3 0 0,0 1-51 15,-3-1-61-15,-3 0 84 0,4-2-474 0,-1 1 143 0,-3-4 161 16,4 1-556-16,1-3 357 0,-1 0 171 0</inkml:trace>
  <inkml:trace contextRef="#ctx0" brushRef="#br0" timeOffset="33478.68">28218 5417 3259 0,'-5'-7'0'15,"2"4"0"-15,2-1 0 0,1 0 0 0,0 0 0 0,0 1 0 0,15-2 0 0,9 4 0 0,3-1 0 0,7 0 0 0,8 0 329 0,-7 2-136 0,14 0-83 16,-1 0-70-16,-3 0-40 0,0 0 0 0,-1 2 0 16,-7 2 0-16,2-1 0 0,-2 3 0 0,-4 1 0 15,-5-5 0-15,-5 3 0 0,-4-2 0 0,-6-1-252 16,-4 1-45-16,-3-3 65 0,-4 1-251 0,-2-1 223 15,0 0 101-15,-12 0 65 0,-6 0-541 0,-5 0 298 16</inkml:trace>
  <inkml:trace contextRef="#ctx0" brushRef="#br0" timeOffset="33653.72">28399 5444 2340 0,'-11'9'0'0,"0"1"0"0,4-3 0 0,2 1 0 0,0 2 0 0,1 0 0 0,4 2 0 0,0-1 0 0,0 2 0 0,0 2 0 0,0-2 340 15,0 2-155-15,0 0 217 0,0-2-182 0,-3 5-91 16,2-3-230-16,-4-1 80 0,2 2 24 0,1-2 0 16,-1 0-524-16,3-3 279 0,-2-2 140 0,2 1 80 15,0-5-311-15,0 0 103 16,0-3 121-16,7-2-126 0</inkml:trace>
  <inkml:trace contextRef="#ctx0" brushRef="#br0" timeOffset="33944.08">28542 5474 2410 0,'4'-6'0'0,"-3"5"0"0,0-1 0 0,2 0 0 0,-1 0 0 0,0 0 0 0,-2 2 0 0,2 0 0 0,-1 0 0 0,1 0 0 0,4 2 108 16,0 7 393-16,-2 0-232 0,-2 3-115 16,5 2-49-16,-4 2 279 0,-1 3-384 0,0 0 0 0,0 1 0 15,0 1 0-15,-2 3 0 0,0 2 0 0,0 1 0 16,-2 1 0-16,-4 1 0 0,-1 0 0 0,-2 0 0 15,3 2 0-15,-2-2 0 0,3 1 0 0,-1-2 0 16,5 0 0-16,-2-9 0 0,3 3 0 0,0-1 0 16,0-6 0-16,0 0 0 0,0-6 0 0,0-1 0 15,0-5 0-15,0-1 0 0,0 0 0 16,0-2 0-16,0 0 0 0,-1 0 0 16,-1 0 0-16,0-5 0 0,0-5 0 0,1-1-251 15,1-2 57-15,0 0 68 0,0 0-798 0,0-1 443 16</inkml:trace>
  <inkml:trace contextRef="#ctx0" brushRef="#br0" timeOffset="34117">28953 6094 3931 0,'4'0'0'0,"2"2"0"0,-3-1 0 0,-1 2 0 0,0-3 0 0,-2 0 0 0,0 0 0 0,0 0 0 0,0 0 0 0,0 0 0 0,0 0 0 0,0 0 0 0,0 0 0 0,0 0 0 16,0 0 0-16,-10 5 0 0,-2 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39:01.839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38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3T14:39:20.480"/>
    </inkml:context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13907 5700 2826 0,'-10'0'0'0,"3"0"0"0,5 0 0 0,0 0 0 0,2 0 0 0,0 0 0 0,0 0 0 0,0 0 0 0,0 0 0 0,0 0 0 0,0 3 256 0,0 1-108 16,2 2-54-16,9-1 216 0,5 3-126 0,2-3-76 16,8 3-103-16,2-4-5 0,6-2 0 0,12 0 0 15,0-2 0-15,7 0 0 0,11 0 0 0,0 0 0 16,5-2 0-16,7 0 0 0,8 0 0 0,16 0 0 16,-3-1 0-16,6 1 0 15,5-1 0-15,23 2 0 0,-20-1 0 0,29-3 0 16,-7 2 0-16,0-2 0 0,3 0 0 0,-3 0 0 15,-20 0 0-15,10 3 0 0,-10 0 0 0,1-1 0 16,-9 3 0-16,-13 0 0 0,13 0 0 0,-15 0 0 16,-16 0 0-16,6 0 0 0,-6 5 0 0,-14 0 0 15,-2 1 0-15,-10 0 0 0,-8-3 0 0,-6 2 0 16,-10 0 0-16,-3 1 0 0,-10-4 0 0,-3 1 0 16,-4-3 0-16,-3 0 0 0,1 2 0 0,-2-2 0 15,-3 0 0-15,-11 0 0 0,-1-3 0 0,0-4 0 16,0-2 0-16,3 2 0 15,0-8-509-15,1 1 222 0,-1-10-966 0</inkml:trace>
  <inkml:trace contextRef="#ctx0" brushRef="#br0" timeOffset="202.51">17135 5374 3931 0,'8'0'0'0,"7"0"0"0,2 0 0 0,5 0 0 0,6 0 0 0,6 0 0 0,11 0 0 0,2 0 0 0,4 6 0 0,3 3 0 0,-1 5 0 0,-3 3 0 15,0 3 0-15,-6 1 0 0,-5 3 0 0,-4 1 0 16,-9-1 0-16,-4 2 0 0,-6 5 0 0,-9-1 0 16,-7 3 0-16,-2 9 0 0,-22 1 0 0,-12 4 0 15,-15 5 0-15,-1-1 0 0,-8-2 0 16,-16 8 0-16,16-14 0 0,-5 4 0 0,5-6 0 0,17-13 0 16,14-4-223-16,9-6-8 0</inkml:trace>
  <inkml:trace contextRef="#ctx0" brushRef="#br0" timeOffset="2255.98">17687 5818 433 0</inkml:trace>
  <inkml:trace contextRef="#ctx0" brushRef="#br0" timeOffset="2774.29">17655 5857 2508 0,'-2'4'-2'0,"2"0"1"16,0-1 0-16,0-1 1 0,4-2 0 0,11 0 0 0,4 0 0 0,3-9 0 0,5-8 0 0,7-7 0 0,-6-3 161 0,13-9-64 0,-1-1 161 0,6-12-108 0,2-2-53 15,8-14 138-15,-2 1-85 0,20-20-58 16,8-16-1-16,5 4 5 0,12-7-96 0,10-6 0 15,13-8 0-15,25-26 0 0,-7 6 0 0,9-1 0 16,0 4 0-16,-18 18 0 0,25-21 0 0,-27 17 0 16,-14 22 0-16,5-7 0 15,-5 5 0-15,-21 14 0 0,14-11 0 0,-28 25 0 0,1-2 0 0,-10 7 0 16,-6 7 0-16,-12 11 0 16,-3 1 0-16,-13 8 0 15,-5 2 0-15,-12 10 0 0,-5 6 0 0,-4 1 0 16,-7 4 0-16,-1 6 0 0,-3 1 0 0,0 3 0 0,0 1 0 0,-7 3 0 15,-6 1 0-15,-2 2 0 0,-6 0 0 0,-1 2 0 16,-3 10 0-16,-5 3 0 0,-5 6 0 0,1 3 0 16,-3-1 0-16,-2 5 0 0,-2 1 0 0,-1 2 0 15,-9 5 0-15,0 0 0 0,-1-1 0 0,-3 1 0 16,2-2 0-16,7-3 0 0,-2-1 0 16,5-4 0-16,13-7 0 0,6-7 0 0,3 1 0 0,10-7 0 15,4-1 0-15,0-2 0 16,7-3 0-16,0 0 0 0,19-21 0 0,15-6 0 15,15-14 0-15,7 0 0 0,9-4 0 0,15-9 0 16,-5 7 0-16,-9 6-113 0,9-3 7 0,-1 4 31 16,-3 5 1-16,-8 5 92 0,-12 9-30 0,-8 4-11 15,0 7-21-15,-5 4 326 0,-14 4-163 0,1 2-91 16,-6 0-28-16,-6 17 0 0,-3 9 0 16,-3 2 0-16,-2 5 0 0,-1 3 0 15,1 2 0-15,1-1 0 0,0 0 0 0,2 0 0 16,1-4 0-16,3-2 0 0,-1-3 0 0,-1-6 0 15,6 5 0-15,-3-10 0 0,-1 1 0 0,-2-4 0 16,-4-3 0-16,-1 0 0 0,-3-4 0 0,0 0 0 16,-2 2 0-16</inkml:trace>
  <inkml:trace contextRef="#ctx0" brushRef="#br0" timeOffset="3205.9">13858 5755 424 0,'-21'5'0'0</inkml:trace>
  <inkml:trace contextRef="#ctx0" brushRef="#br0" timeOffset="3570.5">13732 5786 2383 0,'-5'0'0'0,"1"2"0"0,2-2 0 0,2 0 0 0,4 0 0 0,16 0 0 0,7-10 0 0,10-2 0 0,3-6 0 0,3 1 0 0,4-1 133 0,3-2-35 0,12-3 102 0,0 0-79 15,6-3-40-15,16-9 1 0,-1 2 70 0,11-5-44 16,7-3-38-16,18-10 22 0,1-1-1 16,10-4-48-16,11-4-1 0,3-6 62 15,29-9-62-15,-10 9 1 0,12-3-1 0,2-3-38 16,11-3-4-16,7-2 0 0,1 1 0 0,6-4 0 15,5 3 0-15,3 2 0 0,4-4 0 0,9 0 0 16,23-12 0-16,-17 4 0 0,3-3 0 0,-4 7 0 16,-2 2 0-16,-29 12 0 0,15-10 0 15,-5 5 0-15,-15 1 0 0,-12 4 0 0,-19 7 0 0,-26 11 0 16,-2 2 0-16,-29 11 0 0,1-2 0 16,-15 4 0-16,-16 7 0 0,-8 5 0 15,-8 2 0-15,-13 3 0 0,-12 7 0 0,-6-1 0 16,-6 6 0-16,-8 2 0 0,-6 0 0 0,-4 4 0 15,-1 1 0-15,-2 0 0 0,0 0 0 0,0 0 0 16,0 0 0-16,0 0 0 16,0 0 0-16,-5 0 0 0,-2 0-101 0,-4 0-122 0,-5 0 85 0,0 0-532 15,-5 7 313-15,-2 1 157 0,-2-1 79 0,-4 3-489 16,-1-1 290-16,-3 1 139 16,-4-2 69-16</inkml:trace>
  <inkml:trace contextRef="#ctx0" brushRef="#br0" timeOffset="3839.77">19584 3119 2520 0,'-19'-2'-3'0,"7"2"1"0,1 0 1 0,1-1 1 0,4 1 0 0,4 0-1 0,2 0 0 0,0 0 1 0,6 0 0 0,22 0 0 0,11 0 259 0,16 0-109 0,7-3-53 0,9 2 404 16,10-4-219-16,17 0-152 0,-12 1-130 0,-8-1 0 15,2 3 0-15,-5 0 0 0,-16 2 0 16,-4 0 0-16,-7 2 0 0,-13 8 0 0,-6 0 0 16,-10 0 0-16,-8 2 0 0,-10 6 0 15,-1 5 0-15,-28 5 0 0,-23 8 0 16,-20 4 0-16,0 1 0 0,-33 13 0 0,-13 8 0 16,-7 1 0-16,-10 6 0 0,-9 3 0 0,-7 2 0 0,-21 13 0 15,17-3-622-15</inkml:trace>
  <inkml:trace contextRef="#ctx0" brushRef="#br0" timeOffset="4470.82">15460 6623 2723 0,'-32'-13'0'0,"11"13"0"0,12 0 0 0,6 0 0 0,3 0 0 0,0 0 0 0,0 0 0 0,9 0 0 0,15 0 0 0,10 0 0 0,9-3 148 0,4-4-53 0,8-5 301 16,9 1-182-16,-4 1-87 0,0 0-51 0,-8 1-1 15,6 2-34-15,-1 1-5 0,-6 0-284 0,-3 5 137 16,-10-1 76-16,0 0-570 0,-8 0 323 16,-7 0 122-16,-5 0 90 0,-9 0-749 15,-1 1 389-15,-6-7 194 0,-2-3 88 0,-7-6-249 16</inkml:trace>
  <inkml:trace contextRef="#ctx0" brushRef="#br0" timeOffset="4637.29">16023 6343 1816 0,'-30'-16'0'0,"-2"-1"0"0,8 9 0 0,4-1 0 0,6 4 0 0,5 1 0 0,5 2 0 0,4-1 0 0,2 3 0 0,19 0 0 0,9 0 108 0,13 0 202 0,3 5-135 0,2 0-68 16,-1 3 161-16,-4-1-114 16,-7 2-47-16,1 3-39 0,-5 1-1 0,-11-1-26 15,-2 4 0-15,-10 3-193 0,-7 2 107 0,-2 3 38 16,-13 2-1-16,-15 2-202 0,-2-1 124 0,-7 0 64 15,5-5-534-15,-14 6 271 0,7-6 71 0,9-1 87 16</inkml:trace>
  <inkml:trace contextRef="#ctx0" brushRef="#br0" timeOffset="4903.6">16012 6911 2448 0,'2'5'0'0,"-2"1"0"0,0-4 0 16,-2-2 0-16,-10 0 0 0,-2 0 0 0,0-6 0 0,-4-5 0 0,4-2 0 0,-2 0 0 0,0-3 80 0,-2 2 32 0,1-2-36 0,1 5 0 0,-4 0-25 0,4 4 33 16,-1 3-43-16,0 2-1 0,-2 2 1 0,2 2 30 15,1 14 10-15,-4 9 8 0,6 2 1 0,2 2-50 16,1 7 1-16,4 0 52 16,1 2-16-16,6-1-10 0,0-2-27 0,0-6-13 15,13-3 14-15,8-5-1 0,-1-10 11 0,10-2-187 16,2-9 89-16,3 0 43 0,-3-7-211 0,-1-14 121 15,-2-4 34-15,-6-6 37 0,-2 1-65 0,-3 0 41 16,-9 9-9-16,-4-1 241 0,-3 11-105 0,0-1-47 16,0 5-17-16,-2 3 427 0</inkml:trace>
  <inkml:trace contextRef="#ctx0" brushRef="#br0" timeOffset="4992.64">15993 6952 3931 0,'-1'19'0'0,"1"4"0"0,0 1 0 0,0 3 0 0,1-5 0 0,11 7 0 0,6-1 0 0,5-5 0 0,4-3 0 0,5-5 0 0,3-4-326 0,11-4 6 0,0-7 140 16,12 0 69-16,-3-17-657 0,5-7 363 0,6-4 172 15,14-14 102-15</inkml:trace>
  <inkml:trace contextRef="#ctx0" brushRef="#br0" timeOffset="5245.34">19413 5029 3931 0,'-20'-9'0'0,"15"9"0"0,5 0 0 0,0 0 0 0,0 0 0 0,9-2 0 0,21 1 0 0,9-6 0 0,8-1 0 0,3-1 0 0,12 1 0 0,4 2 0 0,2-2 0 0,-7 1 0 16,17-1 0-16,-9 4 0 0,-5-3 0 15,-13 3 0-15,2 0 0 0,-16 3-933 0,-1 1 428 0,-13 0 261 16,-9 0 130-16,-2 0-820 15,-10-4 447-15</inkml:trace>
  <inkml:trace contextRef="#ctx0" brushRef="#br0" timeOffset="5401.7">20052 4730 3689 0,'-6'-13'0'0,"6"6"0"0,0-3 0 0,4-1 0 0,17 2 0 0,4 3 0 0,7 2 0 0,9 3 0 0,-2 1 0 0,3 0 0 0,-3 1 42 0,-5 13 101 15,-1 1-86-15,-3 0-57 0,-7 6 0 16,-6 1 0-16,-10 2 0 0,-7 5 0 0,0 1 0 15,-20 3 0-15,-8-1-241 0,-10 0 40 0,-7-2 121 16,-12 5-674-16,7-12 331 0,-20 5 211 0,2-5-654 16,-6 0 412-16</inkml:trace>
  <inkml:trace contextRef="#ctx0" brushRef="#br0" timeOffset="5691.32">19629 5111 2843 0,'2'0'0'0,"12"0"0"0,-4 9 0 0,2 3 0 0,-3 5 0 0,-1 5 0 0,-5 7 0 0,1 5 0 0,-2 9 0 0,-2-4 0 0,0 12 318 0,-2-6-138 0,-9 2 72 0,0-3-106 16,-3-4-52-16,4-6-17 0,-4 0-56 0,1-2-21 16,2-5 0-16,3-9 0 0,3-6 0 0,1-5 0 15,2-1 0-15,2-4 0 0,0-2 0 0,9-15 0 16,16-8 0-16,3 0 0 16,9-5 0-16,4 6-6 0,0 2 12 0,3 1-6 15,0 4-13-15,-7 11-3 0,2 0 45 0,-5 4-29 0,-7 0 0 16,-8 6 0-16,-5 8 0 0,-4 5 0 15,-8 9 0-15,-2-2 0 0,-19 9 0 0,-9-5 0 0,-8 4 0 16,-5-5 0-16,-4 0 0 0,2-4 0 0,-3-7 0 16,0-3 0-16,-2-6 0 15,6-3 0-15,-11-6 0 0,3 0 0 0,0 0 0 0,5-8 0 16,9-5-700-16,-1-5 116 0,3-5 272 16</inkml:trace>
  <inkml:trace contextRef="#ctx0" brushRef="#br0" timeOffset="6089.56">15770 3557 2612 0,'-35'0'0'0,"10"0"0"0,9 2 0 0,5 0 0 0,10-2 0 0,-1 0 0 0,2 1 0 0,2-1 0 0,19 0 0 0,11 0 0 0,12 0 99 0,7 0 288 0,17-5-173 0,-1-4-88 16,3-1-43-16,-6 4 76 15,13-3-65-15,-10 5-27 0,-2 1 0 0,-15 0-288 16,5 3 131-16,-14 0 74 0,2 0-555 0,-5 0 305 16,-6 3 121-16,-8-2-693 0,-4 1 400 0,-4-2 189 15,-5 0 109-15,-4 0-164 0</inkml:trace>
  <inkml:trace contextRef="#ctx0" brushRef="#br0" timeOffset="6586.81">16540 3275 2044 0,'-13'-19'0'0,"3"8"0"16,5 4 0-16,-1 1 0 0,5 1 0 0,-1 2 0 0,2 2 0 0,2 1 0 0,10 0 0 0,11 0 0 0,0 4 94 0,3 7 141 0,1 1-98 0,-5 6-49 16,0-2 135-16,-2 7-92 0,-9-2-36 0,-2 9-10 15,-8 0-284-15,-1 3 119 0,-3 5 60 0,-15-2-447 16,-3-4 263-16,-9 5 117 0,-1-5 63 0,-2-4-604 15,-1-2 294-15,-3-1 147 0,5-7 64 0,-10 3-153 16,4-1 118-16,3-1 60 0,3-5 29 0,-2 1-18 16,4-1-4-16,4 1 91 0,-1-5 90 0,10 0-85 15,1-1 1-15,0-3 348 16,9-1-207-16,0-2-88 0,1-3-49 0,3 0 587 16,-2 0-287-16,3 0-100 0,0-3-75 0,2-6 210 15,-2-2-153-15,1-2-76 0,-1 0-39 0,-4 1 23 16,3 3-21-16,-3 1-73 0,1 1 1 0,-7 4 32 15,-3 3 1-15,-6 1-135 0,-1 20 78 0,-7 9 23 16,6 2 0-16,-2 3-20 0,4 5 27 0,5 1-7 16,4-7 9-16,5 5 78 0,3-1-35 15,4-6-34-15,0-4-9 0,7-3 37 0,9-8 6 0,7-5-24 16,4-5-65 0,3-7 19-16,2 0 39 0,0-14-196 0,-2-7 98 0,-2-3 47 15,-5-4 1-15,-5-4-220 0,-1 2 118 0,-8-1 32 16,0 9 35-16,-6 0-6 0,-1 4 1 0,-2 5 0 15,0 5 363-15,0 4-167 0,0 2-88 0,-5 2-29 16,-4 0 225-16,4 14-104 0,0 9-64 0,5-4 41 16,0 9-47-16,0 1 22 0,0-2-24 15,7 0-110-15,8 1 43 0,2-4 9 0,4-1 32 16,3-5-488-16,3-1 237 0,0-7 91 16,1-2-619-16,-3-8 335 0,9 0 187 0,-6-3 90 15</inkml:trace>
  <inkml:trace contextRef="#ctx0" brushRef="#br0" timeOffset="6734.77">16559 3880 2751 0,'0'-17'0'0,"-3"9"0"0,-2 1 0 0,1-1 0 0,3 5 0 0,-1 1 0 0,2-2 0 0,2 3 0 0,15-2 0 0,9 1 0 0,1 2 131 0,2 0-46 0,4 0 22 16,1 2-34-16,1 3 10 0,1 2-43 0,-1 0-369 15,1-2 184-15,-4 1 93 0,-2 1-554 0,-9-2 326 16,0 1 153-16,-7-5 78 0,-3-1-678 0</inkml:trace>
  <inkml:trace contextRef="#ctx0" brushRef="#br0" timeOffset="6894.2">16862 3562 1859 0,'-14'-13'0'0,"1"4"0"0,3 6 0 16,3 0 0-16,2 1 0 0,-1 2 0 0,4 6 0 0,2 15 0 0,0 4 0 0,0 3 0 0,0 3 407 0,-1 5-184 0,1 1-81 0,-2 9-57 0,-1-13 6 0,1 7-26 0,2 0 1 15,0-4-326-15,0-1 159 0,0-4 66 0,0-2 37 16,0-8-596-16,2-3 317 0,8-7 126 0</inkml:trace>
  <inkml:trace contextRef="#ctx0" brushRef="#br0" timeOffset="7062.79">16981 3594 2666 0,'6'-7'0'0,"7"4"0"0,4-5 0 0,3 0 0 0,7 4 0 0,5 1 0 0,9 1 0 0,2 0 0 0,2 1 0 0,4-2 0 0,2 3 148 0,-1 0-45 0,1-2-22 16,2 2 0-16,-3 0-41 0,-2 0-421 15,-13 0 211-15,3-2 114 0,-6 2-616 16,-11-1 348-16,1-1 174 0,-11-4 87 0</inkml:trace>
  <inkml:trace contextRef="#ctx0" brushRef="#br0" timeOffset="7243.96">17567 3303 1420 0,'-9'-25'0'0,"5"9"0"0,4-3 0 0,0-1 0 0,2 4 0 0,19 2 0 0,1 5 0 0,6 2 0 0,4 6 0 0,0-1 0 0,2 2 261 0,-2 2-110 0,-2 10-56 15,-4 7-18-15,-3 1 121 16,-8 3-79-16,-4 2-40 0,-7 5 30 0,-4 2-35 16,-2 0 10-16,-21 8-100 0,-1-4 28 0,-2-3 0 15,-4 0 28-15,-2-6-292 0,7-4 156 0,-5 0 63 16,2-7 32-16,2-3-562 0,-1-5 227 0,7-5 155 15,-4 0-362-15</inkml:trace>
  <inkml:trace contextRef="#ctx0" brushRef="#br0" timeOffset="7502.68">17456 3564 1909 0,'-1'-2'0'0,"-1"2"0"0,0 6 0 0,-3 7 0 0,0 8 0 0,-2 4 0 0,-1 2 0 0,1 6 0 0,-3-1 0 0,3 3 0 0,0-1 90 15,-1-3 196-15,4-4-113 0,-2 3-72 0,3-10-105 16,1 1 43-16,0-7 1 0,2-4-1 0,0-3-59 15,0-3 25-15,0-4-1 0,7 0 36 0,9-14-134 16,0-3 66-16,1 1 44 0,8-4 66 0,-3 5-44 16,4 0-47-16,1 6-1 15,-1 3 122-15,-5 5-42 0,3 1-19 0,-3 0 55 0,-2 9-31 16,-1 9-1-16,-6 3-9 0,-7-1 22 16,-1 11-10-16,-4-3-38 0,0 4 1 0,-21 2 63 15,-4-2-32-15,-2-8 10 0,-15 6-87 0,1-7 0 16,-4-6 45-16,0-2-436 0,-4-4 203 0,-1-2 98 15,-5-2 56-15,-7 2-892 0,2 0 446 0</inkml:trace>
  <inkml:trace contextRef="#ctx0" brushRef="#br0" timeOffset="8452.58">13766 5686 898 0,'0'2'0'0,"0"-2"0"0,0 0 0 0,0 0 0 0,-2 0 0 0,2 0 0 0,0 0 0 0,0 0 0 0,0 0 0 0,0 0 0 0,0 0 71 16,0 0-32-16,0 0 111 0,0 0-45 0,0 0-38 16,0 0 2-16,0 0-1 0,0 0-29 0,0 0 1 15,2 0-24-15,2-3 23 0,3-5 1 0,1 1 24 16,3-3-24-16,-2-1-1 0,3 0 10 0,-1-1 3 15,2 1-13-15,-1 0 1 0,-1-2-1 0,0 3 28 16,2-1-17-16,-2 0-11 0,3 0 7 0,-3-1-6 16,2 1-1-16,-2-3 1 0,2 1 12 0,3 0-12 15,-4-2-1-15,4-2 0 16,0-1 1-16,-2 1 9 0,2-2-9 0,2-2-12 16,0 3 11-16,1-3 1 0,4 0 2 0,-3-4 7 15,6 3-10-15,4-6 0 0,0 0-2 0,4-2 11 16,4-3-10-16,2-5 5 0,8-6-3 0,1-1-1 15,2-1 0-15,3-5-33 0,1-4-1 0,1-5 41 16,11-13-9-16,-5 2-91 0,6-7 42 16,6-4 0-16,11-16 35 0,-9 16-133 0,20-23 61 0,-6 6 23 15,2 2-21-15,2 5 16 16,-2 4-1-16,-9 13 2 0,7-6-15 0,-6 6 7 16,-5 1 0-16,-6 7 66 0,-6 5-42 0,-14 12-13 15,0-1 11-15,-12 11 55 0,-1-1-26 0,-4 5 5 16,-6 4-29-16,-5 5 62 0,-5 1-27 0,-1 1 14 15,-3 0-11-15,1 1-15 0,-2-1-9 0,1 1 42 16,-4 0-1-16,4-1-28 0,-3 6-5 0,-2 0 25 16,0 2-23-16,-2 7 8 0,0-2-7 0,-4 4-28 15,-1 4 28-15,-2 0 0 0,-1 3 0 16,1 1-265-16,0 0 126 0,-2 9 55 16,0 8-570-16,0 4 300 0,0 3 150 0</inkml:trace>
  <inkml:trace contextRef="#ctx0" brushRef="#br0" timeOffset="9018.62">16651 2717 1678 0,'0'-7'0'0,"0"1"0"0,0 3 0 16,0-3 0-16,-6 3 0 0,-5-2 0 0,0 4 0 0,-8 1 0 0,-4 0 0 0,-4 3 0 0,-10 10 236 0,0 6-96 0,-6 4-49 0,-4 5-1 0,-1 3-60 15,-9 5 12-15,13-6 0 0,-2 4 1 16,2 0-47-16,3-1 0 0,11-10-225 15,0 4 130-15,12-9 71 0,0 0 35 0,13-8 1 0,3-2-556 16,2-4 271-16,13-4 73 0</inkml:trace>
  <inkml:trace contextRef="#ctx0" brushRef="#br0" timeOffset="9155.51">16487 2692 2233 0,'10'0'0'0,"-1"0"0"0,1 9 0 0,-2 2 0 0,-1 4 0 0,0 3 0 0,2 5 0 0,3 2 0 0,-1 1 0 0,0 0 0 0,1 3 180 0,1 2-57 0,0-1-46 16,0 2-1-16,3-1-200 0,0-4 83 0,0 1 42 0,-2-5-576 16,4 3 303-16,-8-9 157 0</inkml:trace>
  <inkml:trace contextRef="#ctx0" brushRef="#br0" timeOffset="9761.17">16544 2803 1879 0,'0'-1'0'0,"0"1"0"0,5-3 0 0,9 3 0 0,-1-1 0 0,6 1 0 15,5-2 0-15,2 2 0 0,2 0 0 0,4 0 0 0,3 0 185 0,-2 0-72 0,3 0-35 16,7 0 35-16,-6 0-26 0,11 2-10 0,-6-1-34 0,4 3-2 0,0-2 0 15,3 1 1-15,4-2-19 0,-1 0-11 0,10 2 29 16,-4 0 1-16,4-3-24 0,4 0 23 0,-6 0 11 16,16 0-10-16,-5 0-33 15,2-3 15-15,2-2 13 0,2-1 2 0,-2 0-5 16,0 0-5-16,3 1 45 0,-4-2 0 0,0 3-38 16,-8 0 11-16,12 1 30 0,-8-1 4 0,0 1-40 15,-5 2 3-15,3-1 23 0,-10 2-15 0,11 0-11 16,-14 0 0-16,11 0 13 0,-6 0-13 0,-2 0-22 15,-3 0-19-15,5 0 0 0,7-2 0 16,-3-2 0-16,0 2 0 0,0-3 0 0,-6 0 0 16,15-1 0-16,-6 1 0 0,-2 0 0 15,1 1 0-15,-1 1 0 0,-6 0 0 0,8 2 0 16,-14-1 0-16,2-1 0 0,-7 2 0 0,-1 1 0 16,-8 0 0-16,1 0 0 15,-5 0 0-15,2 0 0 0,-5 0 0 0,-2 0 0 0,-7 0 0 0,6 0 0 16,-7 0 0-16,1 0 0 0,-3 0 0 0,-2 0 0 15,-6 0 0-15,2 0 0 0,-3 0 0 0,-2 0 0 16,-3 0 0-16,-2 0 0 16,-2 0 0-16,0 0 0 0,0 0 0 0,-2 0 0 0,0 0 0 0,0 0 0 15,0 0 0-15,0 0 0 16,0 0 0-16,0 0 0 0,0 0 0 0,0 0 0 16,0 0 0-16,0 0-3 15,0 0-57-15,-2 0-295 0,-4 0 157 0,-2 0 78 0,-1 0-227 0,-4-2 158 16,1 0 74-16,0 1-384 0,-4-2 230 0,3-2 113 15,-1 1 48-15,-2-2-325 0,2 1 197 0,-4-2 97 16,1-4 49-16</inkml:trace>
  <inkml:trace contextRef="#ctx0" brushRef="#br0" timeOffset="10023.89">20082 2420 2106 0,'-13'-3'0'0,"1"2"0"0,3-2 0 0,0 3 0 0,-1 0 0 0,3 0 0 0,3 0 0 0,1 0 0 0,3 0 0 0,0 6 0 0,9 5 163 16,15 3-51-16,12 1-41 0,5-3 439 0,8 2-234 0,4 1-118 15,2 1-59-15,-2-5 337 0,2 7-436 0,-4-3 0 16,-1 1 0-16,-1-1 0 0,-6 2 0 0,-4-4 0 16,-6 3 0-16,-4-2 0 0,-11-1 0 0,-3 1 0 15,-4 0 0-15,-5-5 0 0,-6 3 0 0,0 5 0 16,-20 2 0-16,-22 6 0 0,-19 9 0 15,-15 3 0-15,-22 14 0 16,-24 9 0-16,-5 2 0 0,-34 16 0 0,-7 4 0 0,-22 13 0 0</inkml:trace>
  <inkml:trace contextRef="#ctx0" brushRef="#br0" timeOffset="12396.16">14337 3484 2346 0,'-36'-12'0'0,"2"6"0"0,10 6 0 0,7 0 0 0,8 0 0 0,6 0 0 0,0 0 0 0,3 0 0 0,3 0 0 0,15 0 0 0,12 2 243 0,15 1-101 0,4-3-51 0,7 0 376 16,15 0-219-16,-7 0-103 0,0 0 84 0,-2 0-209 15,-11 0-20-15,5 0 0 0,-3 0 0 0,-4 3 0 16,-6 1 0-16,-7 0 0 0,-2 0-91 0,-8 1 60 15,-1 0 30-15,-5 0-723 0,-5-2 370 0,-6-3 97 16,0 0 122-16,-3 0-677 0,-3 0 391 0</inkml:trace>
  <inkml:trace contextRef="#ctx0" brushRef="#br0" timeOffset="12870.16">15007 3172 2259 0,'-5'-11'0'0,"1"7"0"0,4 2 0 0,0 0 0 0,0 2 0 0,9 0 0 0,7 0 0 0,-2 0 0 0,4 11 0 0,-2 2 0 0,-2 4 251 0,0 6-106 16,-5-1-51-16,-6 2 101 0,-3 6-77 0,0 1-28 0,-17 7-10 0,-6-1 10 16,-5 3-49-16,-4 3 0 15,-4-2-285-15,-1-2 153 0,0-3 61 0,-2-4 35 16,2-6-534-16,5-7 283 0,-2-2 69 0,1-6-451 16,-1-3 298-16,2-5 145 0,4-3 72 0,3 0-86 15,5-3 80-15,-1-9 28 16,4 3 11-16,4-2-5 0,-1 4 0 0,4 4 44 0,-1 0 1 0,3 0 222 15,2 3-105-15,-1 3-60 0,3 10 458 0,2 4-258 16,0 5-77-16,2 1-87 0,0 7 571 0,0-1-292 16,0 3-145-16,2 0 190 15,2 0-168-15,-1 1-74 0,1-3-52 0,-2-1 32 16,0-5-37-16,2-2 0 0,-2-4-37 0,0-6-17 16,0-3-11-16,-2-5 28 0,0 0-82 0,0-4 40 15,0 0 1-15,2-8 51 0,3-7 52 0,4-4-31 16,3 4 0-16,3-2-95 0,2 4 39 0,3 4-10 15,1 1-4-15,2 5 8 0,0 0 14 0,-3 3 5 16,-1 0-12-16,-3 13-17 0,-2 1 0 16,-5 5 0-16,-6 6 0 0,-3-1 0 15,0 3 0-15,-12 2 0 0,-11-1 0 0,-3-2 0 16,-8 4 0-16,-2-8 0 0,4-6 0 0,-13 1 0 16,4-6 0-16,5-4 0 0,-1-6 0 0,3-1 0 15,10 0 0-15,-1-1 0 0,6-9 0 0,6-5 0 16,6-8 0-16,7-3-169 0,2-3-55 0,22-2-761 15,6 4 472-15</inkml:trace>
  <inkml:trace contextRef="#ctx0" brushRef="#br0" timeOffset="13005.84">15097 4156 414 0,'-18'-13'0'0,"5"13"752"0,0-2-375 0,1-4-189 0,7 5 129 16,3-3-142-16,2 2-67 0,3-4-34 0</inkml:trace>
  <inkml:trace contextRef="#ctx0" brushRef="#br0" timeOffset="14007.96">20725 10990 2234 0,'-13'-8'-6'0,"6"6"1"0,4 0 2 0,3 2 1 0,0 0 1 0,0 0-1 0,0 0 2 0,0 0-1 0,0 0 1 0,5-2-1 15,7 1 444-15,3-1-200 0,-2 0-99 0,4 0-51 16,2-2 334-16,-1 3-197 0,3-3-93 0,5 0-136 16,-1 0-1-16,5 0 0 0,2-1 0 0,7-1 0 15,2 0 0-15,5 1 0 0,5-3 0 0,11 2 0 16,-8 2 0-16,16 1 0 0,-1-1 0 0,4 3 0 16,6-2 0-16,13 3 0 0,-10-1 0 0,31-3 0 15,-3-3 0-15,17-5 0 0,-3-3 0 16,7 0 0-16,-5-3 0 0,26-5 0 0,-12 0 0 0,-9 5 0 15,0-1 0-15,-7 3 0 0,-18 3 0 16,4 3 0-16,-9 0 0 0,-2 3 0 16,-9 1 0-16,-17 2 0 0,-9 2 0 0,-1 1 0 15,-6-1 0-15,-11 2 0 0,-7 0 0 0,-7 0 0 16,-6-3 0-16,-8 2 0 0,-2 1 0 0,-5-2 0 16,-6 0 0-16,-1 0 0 0,-2-2 0 0,-1-1 0 15,-1-3 0-15,0 1 0 0,0-2 0 0,-1 0 0 16,-7 2 0-16,-1 2 0 0,2 1 0 0,-3 0 0 15,-1 2-596-15,4 1 264 0,-4 1 150 0,6 0-886 16</inkml:trace>
  <inkml:trace contextRef="#ctx0" brushRef="#br0" timeOffset="14231.22">23869 10398 3573 0,'-20'0'0'0,"10"2"0"0,2-1 0 0,1-1 0 0,2 0 0 0,5 0 0 0,0 0 0 0,18 0 0 0,8 0 0 0,12 0 0 0,1 4 121 0,-1 4-30 0,8 4 55 16,-4 3-146-16,1-1 0 0,-4 5 0 16,-1 2 0-16,-10 0 0 0,0 1 0 0,-5 1 0 15,-8 0 0-15,-9 4 0 0,-6 2 0 0,-6 3 0 16,-24 3 0-16,-13 5 0 0,-7-3 0 0,-1-1 0 16,-6-2 0-16,4-7 0 0,-14 8 0 0,8-11 0 15,-1 1 0-15,9-7 0 0,-2 1 0 0,1 2-491 16,8 0 199-16</inkml:trace>
  <inkml:trace contextRef="#ctx0" brushRef="#br0" timeOffset="15183.49">24233 10889 1382 0,'-7'0'0'0,"-1"0"0"0,2-3 0 0,3 2 0 0,-3-2 0 0,2 1 0 0,3 1 0 0,-1-5 0 0,2-1 0 0,0-2 0 0,0-2 70 15,0-5 165-15,5-4-98 0,3-1-39 0,2-10-9 16,1 2 174-16,-2-7-112 0,6-5-55 0,-2-1 220 15,0 5-129-15,4-13-78 16,-1 0-34-16,5-2 182 0,6-11-109 0,3-2-54 16,2-6-17-16,9-22 37 15,2-2-81-15,9-20-33 0,3 3 0 0,3-10 0 0,-1 7 0 0,19-34 0 16,-6 17 0-16,0 1-28 0,-3-2 12 0,1-5-135 16,-6 11 87-16,-11 30 5 0,0-3 38 0,-8 14-34 15,-6 16 1-15,1 1-13 0,-4 7 46 0,-4 6 151 16,-8 11-74-16,3 2-38 0,-5 3 187 0,-3 10-92 15,-2 0-99-15,-2 5-14 0,-3 7 0 0,-2-1 0 16,-5 3 0-16,1 5 0 16,-2 3 0-16,-2 2 0 0,0 1 0 0,0 2 0 15,0 2 0-15,0-2 0 0,-6 3 0 0,-11 3 0 16,-3 13 0-16,-10 8 0 0,-4 6 0 0,-4 6 0 16,-7 12 0-16,3-3 0 0,1 4 0 0,-1 1 0 15,2 1 0-15,2-8 0 0,-1 2 0 0,5-2 0 16,2-5 0-16,4-5 0 0,5-7 0 0,5-1 0 15,2-4 0-15,7-8 0 16,1-4 0-16,7-3 0 0,1-5 0 0,0-1 0 16,13-5-17-16,13-19-76 0,6-6-185 0,5-6 119 15,9-9 60-15,-9 6-73 0,12-14 72 16,-6 2 30-16,-2 1-1 0,3 3-57 0,-6 9 45 0,-6 3-11 16,1 2 54-16,-6 5 143 0,-9 12-72 0,-1 1-35 15,-9 9 384-15,5 2-220 0,-4 4-78 0,-3 0-59 16,1 5 519-16,1 11-455 0,0 6-87 0,-1-1 0 15,4 7 0-15,1-2 0 0,-1 2 0 0,2 2 0 16,0-2 0-16,-1 1 0 16,1-2 0-16,1 0 0 0,-2-2 0 0,1-1 0 15,-2-2 0-15,-3-2 0 0,1 2 0 16,-2-1 0-16,1-1-1167 0,0 1 517 0</inkml:trace>
  <inkml:trace contextRef="#ctx0" brushRef="#br0" timeOffset="16213.18">25456 8109 1392 0,'0'-6'0'0,"-3"0"0"0,2 3 0 0,-1-3 0 0,0 0 0 0,-2 1 0 0,2-1 0 0,0 2 0 0,-1-5 0 0,1 2 0 0,2-2 101 0,-2-1-29 0,2 0 10 0,-1-3 84 16,1 2-62-16,-2-2-32 0,2-2 1 0,-2 2 55 15,-4-4-33-15,4 2-10 0,-4-2-44 16,-1 1 79-16,0-2-39 0,-3 0-1 0,-1-2 25 0,-2-2-37 15,-1 0-1-15,2-1-25 0,-4-3 29 16,0 0 11-16,-4-3-41 0,2-1 37 16,-6-4-36-16,-2 3-1 0,1-4 0 0,0 4 22 15,-7-6-22-15,0-1 1 0,-2 2-1 0,-1-3-1 16,-2-2 1-16,1 1 10 0,-8-7-9 0,3 2-9 16,-2-2 9-16,-1-2-1 0,2-2-14 0,2 4 25 15,-8-9-47-15,2 3-5 0,-1 3 0 0,0-4 0 16,-1-2 0-16,-1 3 0 15,-1-4 0-15,2-3 0 0,-3 0 0 0,1-1 0 16,-3 0 0-16,4 1 0 0,2-1 0 0,-2 4 0 16,3-2 0-16,-2 3 0 0,2-2 0 0,2 9 0 15,-4-13 0-15,2 9 0 0,2 2 0 0,2 2 0 16,4 11 0-16,-1-5 0 0,3 8 0 0,5 1 0 16,6 7 0-16,-1 0 0 0,5 5 0 0,6 2 0 15,1 3 0-15,3 3 0 0,6 5 0 0,-1-1 0 16,3 5 0-16,1 0 0 0,2 4 0 0,0-1 0 15,0 2 0-15,0 0 0 0,0 0 0 0,0 2 0 16,5 7 0-16,1 0 0 0,-1 4 0 16,-1 2 0-16,0 3 0 0,-1 1 0 15,2 6 0-15,-3 0 0 0,0 1 0 0,-2 4 0 16,1 0 0-16,-1 2 0 0,2 2 0 0,0 0 0 16,2 1 0-16,-1 1 0 0,1-1 0 0,0-2 0 15,2 1 0-15,-1-4 0 0,-1-2 0 0,2-6 0 16,-3 1 0-16,1-4 0 0,-1-3 0 0,-1-3 0 15,1-3 0-15,-1-4 0 0,0-2 0 16,-2-4 0-16,0 0-44 0,0 0-211 16,0-4 107-16,-2-12 53 0,-5-2 27 0,4-4-424 15,-1-9 230-15,1-3 110 0,1-5 56 0,-2-4-124 16,0 4 80-16,1-14 54 0,-2 4-115 0,0 3 79 16,-1 0 41-16,-1 10 94 0,-2 2-38 0,-1 3 10 15,-1 4-26-15,4 7 413 0,-2 3-206 0,6 3-104 16,-1 6-62-16,2 0 662 0,2 2-323 0,0 2-90 15,18 3-104-15,10 1 184 0,6 0-133 0,14 0-186 16,14 4-10-16,0 5 0 16,5 2 0-16,-2 1 0 0,-8 0 0 0,15 6 0 15,-11 0 0-15,-1-1 0 0,-10-2 0 0,6 2 0 16,-5 0 0-16,-4 1 0 0,-6 0 0 0,-8-2 0 16,-1-2-893-16,-12 1 345 0,-1-2 244 0,-8-5 136 15,-3 1-676-15</inkml:trace>
  <inkml:trace contextRef="#ctx0" brushRef="#br0" timeOffset="16795.75">23283 5553 1587 0,'7'-10'0'0,"-2"5"0"0,2 1 0 0,-3-2 0 0,1 1 0 0,-3 2 0 0,0 1 0 0,-1-3 0 0,1 3 0 0,-2 1 0 0,0 1 81 0,0 0 135 0,0 0-87 0,-9 0-45 16,-5 0 1-16,-2 3 146 0,-10 9-99 15,-6 5-47-15,-6 3 1 0,-7 7 88 16,-12 5-66-16,-5 1-24 0,-7 6 36 0,-9 11-40 0,0-4 1 15,-5 7 37-15,-6 3-39 0,-10 5 11 16,-14 8-49-16,5-7 67 0,1 2-34 0,0-2-16 16,2 1-58-16,13-4 0 0,-7 1 0 0,7-2 0 15,11-1 0-15,13-10 0 0,3 0 0 0,12-10 0 16,2 1 0-16,10-9 0 0,11-6 0 0,5-5 0 16,9-3 0-16,4-9 0 0,6 0 0 15,4-3 0-15,2-3 0 0,0 0 0 0,0 0 0 0,0 0 0 16,2 0 0-16,5-3 0 0,0-1 0 0,0-3 0 15,0 1 0-15,-1 0-631 0,-2-3 291 0,1 2 149 16,0-2 75-16,-2-1-434 16,3 0 255-16,-4 1 117 0,3-4 74 0,0-2-368 15,4-2 216-15,-2-2 108 0,2-5-197 0</inkml:trace>
  <inkml:trace contextRef="#ctx0" brushRef="#br0" timeOffset="17046">21493 6329 1609 0,'5'-11'0'0,"-1"3"0"0,-1 2 0 0,1 1 0 0,-2 1 0 0,1 2 0 0,-3 1 0 0,0 1 0 0,0 0 0 0,0 1 0 0,0 14 435 16,-7 6-187-16,-9 6 83 0,-7 8-146 0,-7 2-72 15,-2 8-36-15,-11 8 301 0,8-12-158 0,-13 13-95 16,4-4-43-16,-4-4 46 0,4-1-128 0,7-7 0 16,7-4 0-16,0 0 0 0,6-6 0 0,9-8 0 15,4-2 0-15,6-7 0 0,3-2 0 16,2-2 0-16,9-4 0 0,19-3 0 0,13-3 0 0,17-12 0 15,-3-3 0-15,20-7 0 16,-3 3 0-16,4 0 0 0,4-2 0 0,-2 2 0 16,1 4 0-16,1 2 0 0,-4 5-181 0,-5 5-54 15,-7 4-720-15,-11 2 458 0,0 0 217 0</inkml:trace>
  <inkml:trace contextRef="#ctx0" brushRef="#br0" timeOffset="17855.12">20935 7042 1373 0,'-5'-6'0'0,"-2"3"0"0,4-1 0 0,1 2 0 0,0 0 0 0,2 1 0 0,-2-2 0 0,2 2 0 0,0 1 0 0,0 0 0 0,9 0 81 15,7 5 0-15,3 3 252 0,4 5-151 0,2 0-72 16,2 6-35-16,3 2 302 0,5 7-169 0,2 1-74 16,5 5-52-16,5 10 283 0,0 3-162 0,2 1-82 15,2 5 85-15,2 3-206 0,-2 1 0 16,2-1 0-16,0 2 0 0,-1 0 0 0,1-5 0 0,2-2 0 15,-2-3 0-15,-2-6 0 16,-7-7 0-16,3 1 0 0,-10-8 0 0,9 2 0 16,-14-7 0-16,-2-4 0 0,-2-2 0 0,-10-4 0 15,-1-1 0-15,-6-7 0 0,-1 1 0 0,-4-3 0 16,-4-1-112-16,-1-2 3 0,-1 0 13 0,0 0-173 16,-3 0 115-16,-8 0 57 0,-3-2 28 0,-2-1-288 15,-2-3 149-15,-3 1 89 16,-2-1 40-16,-2 0-569 0,-1 1 304 0</inkml:trace>
  <inkml:trace contextRef="#ctx0" brushRef="#br0" timeOffset="18057.71">21532 7947 2717 0,'-25'0'0'0,"11"-1"0"0,-2-5 0 0,5 2 0 0,4-1 0 0,3 1 0 0,4 2 0 0,0-2 0 0,13 4 0 0,14 0 0 0,6 3 127 0,13 8 407 16,0 1-247-16,16 5-123 0,-3 0-63 0,3 4-100 15,-9-4-1-15,12 7 0 0,-17-3 0 0,5 1 0 16,-4 1 0-16,-2 0 0 0,-10-3 0 0,0 2 0 16,-3-4 0-16,-6 0 0 0,-8-4-172 0,1-2 57 15,-9-2 87-15,-1-2-925 0,-4-5 457 0,-4-1 228 16,-1-2 114-16,-2-5-472 0</inkml:trace>
  <inkml:trace contextRef="#ctx0" brushRef="#br0" timeOffset="18214.78">22214 7583 3271 0,'-13'-17'0'0,"6"7"0"0,0 3 0 0,2 1 0 0,3 4 0 0,2 2 0 0,0 12 0 0,0 13 0 0,10 8 0 0,5 10 0 0,-1 2 287 0,2 7-124 0,-2 1 47 16,3 4-210-16,1 2 0 0,-2 4 0 0,2-3 0 16,-2 1 0-16,3 4 0 0,-1-1 0 0,0 7-361 15,-1 2-156-15</inkml:trace>
  <inkml:trace contextRef="#ctx1" brushRef="#br0">8295 13866 0,'-226'-184'15,"155"142"-15,71 28 16,0 14-1,0 0-15,0 14 16</inkml:trace>
  <inkml:trace contextRef="#ctx1" brushRef="#br1" timeOffset="2287.77">31100 17909 0,'0'0'0,"0"0"16,0 0-1,0 0 1</inkml:trace>
  <inkml:trace contextRef="#ctx0" brushRef="#br1" timeOffset="21987.31">20685 11162 1780 0,'0'-5'-2'0,"0"-3"1"0,0 1 1 0,0-1-1 0,0 0 1 0,0 1 0 0,0 0 0 0,2-2 0 0,2 0 0 0,1 1 0 0,1-4 89 0,-1 2 98 0,5-6-71 0,1-3-37 16,0 0 12-16,5-5 86 15,0-4-66-15,5-7-34 0,2-3 31 0,3-4-32 16,1-7 10-16,8-11-42 0,-1 0 89 0,0-2-45 16,3-1 0-16,2-6 26 0,3 0-25 0,8-10-11 15,-1 1-34-15,4-5-43 0,1-7 1 0,4-1 52 16,4-2-10-16,7 1-91 0,9-12 46 0,-2 7-1 16,4-4-10-16,-6 8 28 0,18-17-11 15,-12 13-18-15,-11 19-190 0,1-5 87 16,-6 10 61-16,-19 15-110 0,-1 1 77 0,-13 13 12 15,1 0 0-15,-5 7 122 0,-7 7-36 0,-3 2-23 16,-4 3-16-16,-3 4 150 0,-1 3-71 0,-3 1-29 16,-1 2 123-16,-1 2-65 0,-1-2-39 0,-1 1 4 15,3 1 31-15,-4 3-6 0,1-4 0 0,2 3 31 16,-2-3-38-16,0 1 18 0,1 2-44 0,-1 2-28 16,0-3-8-16,0 3 0 15,-1-1 0-15,1 5 0 0,0-1 0 0,-2 3 0 16,0-1 0-16,0 2 0 0,0 0 0 0,0 2 0 15,0 0 0-15,0 0 0 0,0 0 0 0,0 0 0 16,0 0 0-16,0 0 0 0,0 0 0 0,-7 2 0 16,0 6 0-16,-1-3 0 0,-2 4 0 0,-1 1 0 15,-3 2 0-15,-4 0 0 0,-3 3 0 0,0 3 0 16,-4-2 0-16,-3 3 0 0,-1-1 0 0,-1 3 0 16,-7 1 0-16,5-2 0 0,-5 4 0 15,7-5 0-15,-5 0 0 0,6-1 0 16,1-1 0-16,7-4 0 0,0-1 0 0,10-5 0 15,4-1 0-15,0-4 0 0,3 0 0 0,4-2 0 16,0 0 0-16,7-6 0 0,11-13-138 0,10-5 15 16,6-2 24-16,5-5-236 0,3-1 151 0,1 1 70 15,-1 1 36-15,-1-1-51 0,-2 2 44 0,-5 6-12 16,6-5 53-16,-13 9 49 0,0 2-1 0,-8 4-48 16,-1 4 321-16,-6 0-172 0,-3 6-69 0,-4 2-50 15,2 1 540-15,-3 0-268 16,-1 1-58-16,1 14-127 0,-1 4-73 0,1 5 0 15,3 0 0-15,2 4 0 0,0-1 0 0,2 4 0 16,2-2 0-16,0 0 0 0,3 1 0 0,-2-4 0 16,2-3 0-16,0 3 0 15,-4-8 0-15,1 0 0 0,-2-5 0 0,-3-4 0 0,-3-4 0 0,1-1 0 16,-4-2 0-16,-1-2 0 0,1 0 0 0,-2-2 0 16,0-8 0-16,0-4 0 0,0-1 0 0,0 2 0 15,-2-2 0-15,-1 4 0 16,-1 1 0-16,2 3 0 0,-1 3 0 0,3 4 0 15</inkml:trace>
  <inkml:trace contextRef="#ctx0" brushRef="#br1" timeOffset="22126.44">23228 8942 3931 0,'-11'-7'0'0,"2"-1"0"0,-10-2 0 0,0 0 0 0,0 6 0 0,2 1 0 0,6-2 0 0,2 4 0 0,4-1 0 0,5 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39:43.6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5078 5963 1742 0,'-8'-8'0'0,"3"3"0"0,2 3 0 0,-1-3 0 0,2 4 0 0,1-1 0 0,1 0 0 0,0 2 0 0,0 0 0 0,0 0 0 0,0-4 270 0,0 4-102 0,1-2-68 16,7 1 93-16,1-2-75 0,-1 2-38 0,1-1 12 15,1 0 109-15,3-1-79 0,-6 1-39 16,6 0 50-16,-5-1-44 0,1 2 10 15,5 1-56-15,-5-2 134 0,3 2-67 0,-1 0-33 16,0 0-43-16,0 0-34 0,2 0 0 0,-2 0 0 16,5 0 0-16,1 0 0 0,1 0 0 0,1 0 0 15,5 0 0-15,1 0 0 0,2 0 0 0,-1 0 0 16,3-2 0-16,-1-1 0 0,2 2 0 16,0 0 0-16,3-2 0 0,-1 1 0 0,3 1 0 0,-3-1 0 15,3 0 0-15,1 1 0 0,6-2 0 0,-4 2 0 16,3-3 0-16,-3-1 0 15,12 3 0-15,-2-3 0 0,-2 0 0 0,3-1 0 16,1 0 0-16,1 3 0 0,4-3 0 0,-3 2 0 16,3 0 0-16,-2 2 0 0,-1 1 0 0,2 1 0 15,4 0 0-15,-5 0 0 0,2 0 0 0,3 0 0 16,-6 0 0-16,5 0 0 0,1 0 0 0,7 0 0 16,-5 0 0-16,1 0 0 0,1-3 0 0,-4 3 0 15,10-1 0-15,-14 1 0 0,7 0 0 0,-3 0 0 16,-2 0 0-16,0 0 0 15,-1 0 0-15,-3 4 0 0,-3 1 0 0,6 1 0 16,-3 0 0-16,1-1 0 0,-1 3 0 0,2-3 0 16,-2 2 0-16,4-5 0 0,-4 4 0 0,1-2 0 15,0 0 0-15,2-2 0 0,-3 0 0 0,1-1 0 16,-2-1 0-16,-10 0 0 0,10 0 0 0,-16 0 0 16,4 0 0-16,-3 0 0 0,-2 0 0 0,-2 0 0 15,-2 0 0-15,0 0 0 0,-4 0 0 0,1 0 0 16,-6 0 0-16,0 0 0 15,0 0 0-15,-1-1 0 0,-4-1 0 0,-1 0 0 16,-4 1 0-16,0 1 0 0,-1-3 0 0,-1 3 0 16,-3 0 0-16,-3-1 0 0,-1 1 0 0,0 0 0 15,1 0 0-15,-3 0 0 0,0 0 0 0,0 0 0 16,0 0 0-16,0 0 0 0,0 0 0 0,-5 0 0 16,-7 0 0-16,-9 5 0 0,-6 18 0 0,-7 10 0 15</inkml:trace>
  <inkml:trace contextRef="#ctx0" brushRef="#br0" timeOffset="10324.27">12143 7391 2728 0,'-9'-3'0'0,"3"-1"0"0,3 2 0 0,-1-1 0 0,1-1 0 0,1 1 0 0,1 2 0 0,1-2-1 0,0 2 0 0,0-2 1 0,0 0 69 0,1 1 174 0,1 0-100 0,3 1-50 16,-1-1 10-16,-1 2 130 0,1 0-96 16,-1 0-47-16,1 0 0 0,0 0-86 0,2 0-4 0,-2 0 0 15,3 0 0-15,-1 2 0 16,1-1 0-16,1 3 0 0,1-1 0 0,-2-2 0 16,4 1 0-16,1-1 0 0,-1-1 0 0,3 3 0 15,-5-3 0-15,7 0 0 0,-2 0 0 0,1 1 0 16,2 2 0-16,2-3 0 0,-1 2 0 0,5 0 0 15,4-2 0-15,-3 1 0 0,3-1 0 0,6 0 0 16,-4 0 0-16,8 0 0 0,0 0 0 0,6 0 0 16,-1 0 0-16,-1 0 0 15,-4-1 0-15,11-3 0 0,-5 0 0 0,-1 0 0 16,0 1 0-16,-1-2 0 0,-1 2 0 0,7-1 0 16,-4 1 0-16,2-1 0 0,2 0 0 0,2-1 0 15,4 1 0-15,-1-2 0 0,1 0 0 0,1-1 0 16,1 1 0-16,-1 0 0 0,-1-1 0 0,0 1 0 15,-5-1 0-15,-1 4 0 0,-4-4 0 16,1 4 0-16,-10 0 0 0,3 2 0 0,-5 1 0 16,-2 0 0-16,-4 0 0 0,-3 0 0 15,-1 0 0-15,-1 0 0 0,-2 0 0 0,-3 0 0 16,-2 0 0-16,-1 0 0 0,1 0 0 0,-4-1 0 16,1-2 0-16,-3-1 0 0,2 1 0 0,-5-3 0 15,1 2 0-15,-3 0 0 0,-1 3 0 0,0-2 0 16,0 2 0-16,-2 0 0 0,0-2 0 0,0 1 0 15,0 0 0-15,0-2 0 0,0 0 0 0,0 3 0 16,0-3 0-16,0 3 0 0,-4-2 0 0,-1 1 0 16,-4 2 0-16,-5 0 0 0,-4 8 0 0</inkml:trace>
  <inkml:trace contextRef="#ctx0" brushRef="#br0" timeOffset="26401.7">12397 10680 2291 0,'-3'-4'0'0,"0"1"0"0,1 1 0 0,0-1 0 0,2 2 0 0,0-1 0 0,0 2 0 0,0 0 0 0,0 0 0 0,0 0 0 0,0 0 107 15,0 0-1-15,0 0 1 0,0 0 1 16,0 0-61-16,0 0 13 0,0 0 31 0,0 0-43 0,0 0 0 16,0 0 0-16,0 0 82 0,2 0-30 15,0 0-11-15,0 0-41 0,-1 0 72 0,2 2-36 16,1-2 0-16,-2 1 14 0,0 2-12 0,-1-1-55 0,3-2-31 16,-2 1 0-16,0 1 0 0,-1-2 0 0,1 2 0 15,0-2 0-15,0 2 0 16,2-2 0-16,-3 1 0 0,6 1 0 0,-4-2 0 15,3 3 0-15,-1-2 0 0,1 1 0 0,2 0 0 16,-2 0 0-16,1 1 0 0,-2-2 0 0,2 1 0 16,2 0 0-16,-2 0 0 0,0-1 0 0,2 3 0 15,1-2 0-15,0-2 0 0,-1 2 0 0,1-1 0 16,1 2 0-16,0-3 0 0,0 2 0 0,0-1 0 16,1-1 0-16,-3 2 0 0,0-2 0 15,5 2 0-15,-5 0 0 0,2-1 0 16,1 2 0-16,-3-2 0 0,2-1 0 0,3 2 0 15,-2-2 0-15,2 0 0 0,-1 0 0 0,1 0 0 16,4 0 0-16,-1 0 0 0,0 0 0 0,2 0 0 16,-3 0 0-16,3-2 0 0,-1 1 0 0,2-2 0 15,1 2 0-15,-3-1 0 0,3 0 0 0,0 2 0 16,-1 0 0-16,6 0 0 0,-5 0 0 0,6 0 0 16,-1 0 0-16,2 0 0 15,0 0 0-15,2 0 0 0,1 0 0 0,6-2 0 0,-3 1 0 16,-1-1 0-16,3-1 0 0,0 2 0 15,-1-1 0-15,1-2 0 0,2 2 0 0,-3 1 0 16,3-1 0-16,5 0 0 0,-1 2 0 0,-1 0 0 16,1-2 0-16,-3 2 0 0,11-1 0 0,-3 1 0 15,0-3 0-15,0 1 0 0,0 0 0 0,2 0 0 16,2 1 0-16,-3-4 0 0,5 4 0 0,0-3 0 16,1 1 0-16,0-2 0 0,3 4 0 15,1-1 0-15,-1-2 0 0,-3 0 0 16,2 2 0-16,2-1 0 0,0-1 0 0,8 2 0 15,-4-3 0-15,2-1 0 0,4 2 0 0,-6-2 0 16,11 0 0-16,-5 1 0 0,-3 1 0 0,2 1 0 16,-2-1 0-16,-5 2 0 0,12 0 0 0,-3 0 0 15,-2 1 0-15,2-2 0 0,-6 2 0 0,-2-1 0 16,10 2 0-16,-6 0 0 0,1-2 0 0,1 2 0 16,2 0 0-16,-6-2 0 15,12-1 0-15,-9 2 0 0,-1-2 0 0,-1-1 0 16,-11 2 0-16,7-2 0 0,-7 0 0 0,-5 1 0 15,-2 1 0-15,-3 0 0 0,-10 0 0 0,-4-1 0 16,2 2 0-16,-8 1 0 0,-4-2 0 0,-3 2 0 16,-7-1 0-16,2 1 0 0,-6 0 0 0,-1-3 0 15,-3 3 0-15,1 0 0 0,-2 0 0 0,0 0 0 16,0 0 0-16,0-2 0 0,0 2 0 0,0-1 0 16,0 1 0-16,0 0 0 15,0 0 0-15,0 0 0 0,0 0 0 0,0 0 0 16,0 1 0-16,0 18 0 0,0 10 0 0,-2 12-684 15</inkml:trace>
  <inkml:trace contextRef="#ctx0" brushRef="#br0" timeOffset="36654.78">20652 7808 2076 0,'-2'0'0'0,"2"0"0"0,-3 0 0 0,3 0 0 0,0 0 0 0,-2 0 0 0,2 0 0 0,0 0 0 0,0 0 0 0,0 0 0 0,0 0 150 0,2-1-54 0,6-2-26 0,0 3 172 16,1 0-89-16,3 0-60 0,-2 0 90 0,3 0-71 15,5 0-34-15,-4 0 272 0,5 0-142 0,4 0-89 16,3 0-118-16,3 0-1 16,4 0 0-16,8 0 0 0,-3 0 0 0,13 0 0 15,-3 0 0-15,7-1 0 0,10-4 0 0,-3-1 0 16,-3 2 0-16,16-4 0 0,-4 5 0 0,4 0 0 16,3-2 0-16,-2-1 0 0,7 4 0 0,0-1 0 15,-5 1 0-15,0 0 0 0,-3 1 0 0,-2 1 0 16,-11 0 0-16,11 0 0 0,-7 0 0 0,-4 0 0 15,-9 0 0-15,0 0 0 0,-11 1 0 0,8 1 0 16,-15-2 0-16,-1 0 0 0,-4 0 0 0,-7 0 0 16,-3 0 0-16,-3 0 0 15,-6 0 0-15,-4 0 0 0,0-2 0 0,-5 2 0 16,-1-1 0-16,1 1 0 0,-2-2 0 0,0-1 0 16,0-2 0-16,0 0 0 0,0-1 0 0,0-2 0 15,-2 3 0-15,-1-3 0 0,-2 0 0 0,2 1 0 16,1 1-929-16,-2-5 403 0,4 0 241 0,0-5-330 15</inkml:trace>
  <inkml:trace contextRef="#ctx0" brushRef="#br0" timeOffset="36893.28">22723 7359 3079 0,'-5'2'0'0,"3"4"0"0,2-2 0 0,0 2 0 0,0 1 0 0,5 0 0 0,15 3 0 0,3 1 0 0,5 4 0 0,2 3 0 0,8 0 224 0,-3 2 404 0,5-1-628 15,1 4 0-15,-7-5 0 16,7 5 0-16,-11-3 0 0,3 1 0 0,-7 2 0 16,-4 0 0-16,-8-4 0 0,-3 1 0 0,-7 1 0 15,-4 4 0-15,-4-4 0 0,-21 8 0 0,-8-3 0 16,-8 2 0-16,-9-1 0 0,-8 3 0 0,13-8 0 16,-6 0 0-16,0 1 0 0,1-3 0 0,5 0 0 15,9-5 0-15,4 0 0 0,14-8-541 0,6-3 205 16,7 0 152-16</inkml:trace>
  <inkml:trace contextRef="#ctx0" brushRef="#br0" timeOffset="37845.68">23114 7842 1624 0,'0'0'0'0,"0"0"0"0,0 0 0 0,0 0 0 0,0 0 0 0,0 0 0 0,0 0 0 0,0 0 0 16,0 0 0-16,0 0 0 0,2 0 110 0,3 0 208 0,3-2-139 0,1-3-70 0,4-6-35 15,6-5 101-15,2-2-57 0,9-9-45 0,2-3 1 0,3-7 155 16,13-7-95-16,-4-2-47 16,-2 2 56-16,14-12-56 0,-3 2 0 0,10-10-48 15,-4 0-40-15,3-6-1 0,4-7 52 0,7-9-217 16,11-17 104-16,-3 1 51 0,4-2 26 0,5-7-389 16,-12 17 172-16,14-17 104 0,-22 34 5 0,-2-2-82 15,-14 19 27-15,0-2 55 0,-13 13 16 0,0 2 86 16,-6 5 1-16,-7 7-49 0,-8 5 247 0,-3 4-124 15,-4 5-71-15,-2 3-21 16,-6 3 397-16,-1 5-200 0,-3 3-54 0,0 3 261 16,-1-1-160-16,0 4-125 0,0 1-110 0,0 0 0 15,-2 0 0-15,-11 0 0 0,-3 7 0 0,-5 8 0 16,0 5 0-16,-4 0 0 0,-3 3 0 0,-4 3 0 16,-7 8 0-16,1-5 0 0,-2 4 0 0,-3 0 0 15,1-1 0-15,3 0 0 0,2-3 0 0,9-7 0 16,-1 1 0-16,11-7 0 0,3 0 0 0,6-7 0 15,0-2 0-15,6-3-74 16,1-2-36-16,2-2 0 0,2 0-164 0,15-10 107 0,11-12 68 0,2-4 30 16,6-6-136-16,1 0 83 15,2-6 41-15,1 1-171 0,0-1 112 0,-1 2 50 16,-4 2 25-16,-8 7 69 0,-1-1 1 0,-5 10-55 16,-3 2 11-16,-2 4 348 0,-9 6-174 0,0 3-87 15,2 3-44-15,-6 0 269 0,3 5-143 0,-3 18-3 16,1 2 485-1,2 2-312-15,2 7-300 0,-1 2 0 0,4 8 0 0,1-5 0 16,-1 0 0-16,2-6 0 0,2 3 0 0,0-2 0 16,0 0 0-16,1-4 0 0,0-1 0 0,-1-3 0 15,-4-2 0-15,-1-3-205 0,-7 1 16 0,-1 1-584 16,-2 2 366-16,-15 0 184 0</inkml:trace>
  <inkml:trace contextRef="#ctx0" brushRef="#br0" timeOffset="38219.48">21541 8312 3368 0,'-9'-6'0'0,"5"6"0"0,4 0 0 0,0-2 0 15,6 0 0-15,13-1 0 0,6-3 0 0,5-2 0 0,5 0 0 0,3 2 0 0,13-1 447 0,-5 2-331 0,1 2-116 0,0-2 0 16,-3 4 0-16,-7 1 0 0,4 0 0 16,-2 0 0-16,-2 0 0 0,-4 0 0 0,-3 6 0 15,-6-5-734-15,-1 3 370 0,-4-1 167 0,-3-3-803 16,-5 0 481-16</inkml:trace>
  <inkml:trace contextRef="#ctx0" brushRef="#br0" timeOffset="38399.93">22082 8067 2489 0,'-5'-5'0'0,"3"1"0"0,2-1 0 0,0 1 0 0,2-2 0 0,14 2 0 0,9 1 0 0,0 0 0 0,3 3 0 0,2 0 0 0,-4 0 419 15,-1 5-180-15,2 6-105 0,-2 2-47 0,-8-1 31 16,-2 4-39-16,-3 3 0 0,-7 4-198 0,-3 4 74 16,-2 4 42-16,-16 3 0 0,-4-1-326 0,-4 2 184 15,1-6 102-15,-11 7-623 0,4-6 328 0,-2-2 83 16,2 0 108-16,-2-1-485 15</inkml:trace>
  <inkml:trace contextRef="#ctx0" brushRef="#br0" timeOffset="38776.61">21992 8739 2432 0,'6'3'0'0,"-5"-1"0"0,1-1 0 0,0-1 0 0,-2 0 0 16,0 0 0-16,0-3 0 0,-2-7 0 0,0-1 0 0,-1-2 0 0,-1 0 160 0,-1 0-60 0,-1-2-21 0,1 2-10 0,-3-1-4 15,-2 3 1-15,1 2-27 0,-4 3 0 0,-2 5 36 16,-2-2-37-16,-5 3 1 16,1 8 0-16,-2 9 4 0,-1 6-4 0,0 2 10 15,1 6 35-15,4 0 1 0,3 1-46 0,2 1 0 16,7-3 45-16,7-8 10 0,0 4-55 0,0-3 22 16,3-7-26-16,15 0-35 0,3-5 0 0,0-9-33 15,9-2-10-15,-1 0 40 0,-1-6 1 0,2-12-159 16,-4-3 91-16,1-2 31 0,-7 1-6 0,-1-1-44 15,-6 6 17-15,1-2 30 16,-9 6 304-16,0 4-135 0,-1 1-72 0,-2 5 100 16,-2 1-155-16,0 2 0 0,0 0 0 0,0 11 0 15,-6 13 0-15,-1 3 0 0,2 3 0 0,0 0 0 16,3 2 0-16,2 2 0 0,0-2 0 0,0-5 0 16,10 2 0-16,3-5 0 0,4-3 0 0,-2-4 0 15,10 0 0-15,-3-6-150 0,2-6-368 0,2-3 239 16,3-2 120-16,1 0-415 0,0-5 272 0</inkml:trace>
  <inkml:trace contextRef="#ctx0" brushRef="#br0" timeOffset="39356.08">24649 6994 2355 0,'-31'-4'0'0,"-3"2"0"0,4 2 0 0,2 0 0 0,6 0 0 0,4 0 0 16,8 0 0-16,4 0 0 0,2 0 0 0,4 0 0 0,0 6 341 0,17 0-155 0,13-2-74 15,11 1-36-15,3-4 341 0,2 1-188 0,7 0-86 16,2-2-71-16,-2 0-72 0,-1 0 0 0,-1 0 0 16,-5 0 0-16,-6 2 0 0,1-2 0 0,-4 0 0 15,-6 2-157-15,-7-2-76 0,-1 2 136 0,-7-1-392 16,-2-1 159-16,-4 0 157 0,-2 0-8 0,-4 0-621 16</inkml:trace>
  <inkml:trace contextRef="#ctx0" brushRef="#br0" timeOffset="39849.44">25112 6785 2010 0,'-6'-3'0'0,"6"0"0"0,0 1 0 0,0 2 0 0,1-2 0 0,10 2 0 0,5 0 0 0,4 0 0 0,4 0 0 0,0 0 0 0,0 7 74 0,-1 1 383 16,4 4-214-16,-7 1-101 0,-5-2 97 0,0 4-100 16,-5 3-50-16,-6 2-186 0,-4 4 64 0,0 2 36 15,-16 1-1-15,-11 7-381 0,-3-4 209 0,3-4 114 16,-15 6 42-16,3-4-255 0,0-3 57 0,-5 0 108 15,1-6-79-15,4-1-318 16,-10-2 236-16,8-4 113 0,9-3-160 0,0-4 136 16,8-1 68-16,3 0 25 0,8-4 22 0,1 0 22 15,4 0-1-15,5 0 209 0,1 0-104 0,2 0-62 16,0 0-17-16,0 6 377 0,0 1-200 0,0 2-100 16,0 5 21-16,0 1 310 0,0 4-185 0,0 0-62 15,0 3 286-15,-2 4-196 0,-3-2-100 16,-2-3 204-16,0 8-156 0,0-5-73 0,0-6-36 15,-3 6 39-15,2-6-38 0,1 0 10 0,2-6-47 16,-2-2-37-16,5-2 1 0,0-5 35 16,1-1-57-16,1 0 24 0,0-2-1 0,0 0 34 15,8 0-39-15,10-2-1 0,3-3 50 0,7-2 24 16,1 4 0-16,3-1-74 0,-1 2 28 0,3 2-24 16,-2 0-3-16,-2 4 0 0,-3 8 0 0,-6 4 0 15,-3 3 0-15,-3 1 0 0,-9-1 0 0,-3 7 0 16,-3-1 0-1,0-1 0-15,-17-1 0 0,-3-1 0 0,-8-3 0 0,-5-2 0 16,0-6 0-16,-5-3 0 0,-5-4 0 0,2-4 0 16,4 0 0-16,-7-3 0 0,10-8 0 0,-1-4 0 15,5-2 0-15,5-1 0 0,8-3-460 0,4-7-77 16,9-2 249-16,4-4 125 0</inkml:trace>
  <inkml:trace contextRef="#ctx0" brushRef="#br0" timeOffset="41370.21">20587 7859 498 0,'-7'0'0'0,"-2"0"0"0,1 0 0 0,-2 0 0 0,3 2 0 0,0-2 0 0,-1 0 0 0,2 0 0 15,0 0 0-15,5 0 0 0,-3 0 65 0,2 0-26 0,2 0 10 0,-2 0 37 0,2 0-47 16,0 0 1-16,0 0-1 0,0 0 67 0,0 0-38 15,0 0 0-15,0 0 16 16,0 0 0-16,0 0-44 0,-1 0 9 0,1 0 76 16,0 0-43-16,0 0 0 0,0 0-43 0,0 0 82 15,0 0-30-15,0 0-11 0,0 0-9 0,0 0 0 16,0 0-32-16,0 0 34 0,5-2 10 0,2-3-43 16,3-3-1-16,-1 2 10 0,1 1-10 0,1-3 1 15,-3 2 9-15,3-1 15 0,-1 1-25 0,1-1 1 16,-2 1-1-16,3-1 22 0,-2 2-12 0,1-3-9 15,1 1-42-15,1-2 41 16,1 3 0-16,-2-2 0 0,3-2-18 0,-1 3-9 16,-2-1 20-16,2 1-17 0,-1 1 17 0,-1 1 3 15,0-3 2-15,-1 2-8 0,1 3-4 0,-1-3 7 16,0 1-9-16,-1 1 0 0,-1-2 11 0,4 0-4 16,-1 1-43-16,1-1 41 0,0 0 2 0,2-3-48 15,0 1 50-15,0 1-5 0,4-4-4 0,-3 1-28 16,4 0-3-16,-1 0 30 0,-1 0-2 0,1 1-40 15,-1-2 35-15,3 3 3 16,-1-1-7-16,-2 1 4 0,1 1 1 0,-3-1-1 16,2 3 6-16,-2-3-6 0,-1 1-2 0,3 3 1 15,-4-2 11-15,2 1-10 0,0-1 0 0,0 0-6 16,0 1 7-16,3-3-1 0,-1 2 5 0,2-3-22 16,1 2 17-16,4-5 0 0,0 3-1 15,-1-3 7-15,1 3-4 0,5-5-4 0,-2 2 15 16,1-1-14-16,-1-1 0 0,-3 2-12 15,0 1-2-15,7-4 0 0,-4 5 0 0,0-3 0 16,1 1 0-16,-1-1 0 0,0 3 0 0,0-2 0 16,1 0 0-16,-4 1 0 0,3-1 0 0,-1 1 0 15,1 0 0-15,0-1 0 0,1 0 0 0,-1-1 0 16,2-3 0-16,0 4 0 0,2-2 0 0,-2-1 0 16,0-2 0-16,2 2 0 0,0-2 0 0,0 0 0 15,1 1 0-15,1-1 0 0,-2 0 0 16,2-1 0-16,-1 2 0 0,-1-1 0 15,0 0 0-15,0 2 0 0,-2-2 0 0,3 2 0 16,-1-2 0-16,-2 2 0 0,2-2 0 0,-2 2 0 16,0 0 0-16,-1 1 0 0,1-1 0 0,0 0 0 15,2-2 0-15,3 2 0 0,-3-2 0 0,0 2 0 16,0-1 0-16,1 0 0 0,1-1 0 0,3-4 0 16,-3 2 0-16,3 1 0 0,-2-1 0 0,-1 0 0 15,0 1 0-15,6-5 0 0,-9 6 0 0,2-4 0 16,1 2 0-16,-2 1 0 0,2 0 0 0,-1 2 0 15,-1-1 0-15,2 0 0 16,1 2 0-16,0-1 0 0,4-2 0 0,-1 1 0 16,2 2 0-16,1-4 0 0,3 3 0 0,-3-1 0 15,8-2 0-15,-5 0 0 0,-1 2 0 0,-2-2 0 16,3 3 0-16,-8-1 0 0,6 0 0 0,-1 0 0 16,-4 0 0-16,-2-1 0 0,-3 3 0 0,4-5 0 15,-2 1 0-15,0 1 0 16,-2-1 0-16,2 0 0 0,-4 3 0 0,0-4 0 15,-2 4 0-15,-4 0 0 0,-1 1 0 0,-4 6 0 16,-3-1 0-16,-2 1 0 0,-5 2 0 0,-2 2 0 16,-3 0 0-16,-2 3 0 0,0 0 0 0,-2 1 0 15,0 0 0-15,0 1 0 0,-4 0 0 0,-7 0 0 16,-5 0-189-16,0 0 83 0,-3 6-681 0,-1 2 374 16,-3 4 187-16,0-1-526 0,0-1 346 0</inkml:trace>
  <inkml:trace contextRef="#ctx0" brushRef="#br0" timeOffset="41616.87">24166 5752 1960 0,'-9'0'0'0,"6"0"0"16,3 0 0-16,0 0 0 0,0 0 0 0,14 0 0 0,10 3 0 0,3 3 0 0,8 0 0 0,8 1 0 0,0 1 94 0,2 2 228 0,-4-3-131 0,12 1-81 15,-8 2-36-15,-10-6 64 0,4 6-50 0,-7-3-24 16,-13 2 10-16,-1 1 45 0,-5 1-40 0,-10 3 0 16,-3 1 16-16,-3 8-27 0,-19-1 9 0,-15 6 165 15,-5 4-185-15,-11 5-57 0,-1-1 0 0,-1 4 0 16,6-3 0-16,-13 10 0 0,4 0 0 0,-2 2-589 16,-1 3 230-16,0 5 158 0</inkml:trace>
  <inkml:trace contextRef="#ctx0" brushRef="#br0" timeOffset="42099.42">21040 5912 1840 0,'-2'-8'0'0,"0"7"0"15,2-2 0-15,0 1 0 0,9-1 0 0,9 1 0 0,4-2 0 0,10 3 0 0,6-3 0 0,8-1 0 0,3 0 522 0,4 1-241 0,1-1-120 16,2-1 259-16,-1 0-180 0,2 3-105 0,-6 0-28 15,-3 0-34-15,-4 1 0 0,-7 0-32 0,0 0-162 16,-5 0 76-16,-3 2 43 0,-8 0 0 0,-3 0-401 16,-4 0 222-16,-5 0 120 0,-4 0 31 0,-3 0-335 15,0 0 92-15,-2-1 125 0,0-5-461 0,0-2 274 16,-9-2 153-16</inkml:trace>
  <inkml:trace contextRef="#ctx0" brushRef="#br0" timeOffset="42321.02">21617 5614 2661 0,'-6'0'0'0,"4"0"0"0,2 1 0 0,0-1 0 0,2 0 0 0,7 0 0 0,9 0 0 0,2 0 0 0,4 0 0 0,1 0 0 0,0 0 303 0,0 5-132 0,-6-1-65 16,4 4 98-16,-5 1-87 0,-2 0-39 0,-4 3 1 15,-1 1-7-15,-6 0 0 0,-3 2-22 16,-2 4-106-16,0 2 48 0,-9-1 0 0,-9 1 48 15,-1 2-282-15,-3-3 151 0,0 0 60 16,-3 1-620-16,0-4 278 0,2 1 176 0,0-1 27 16,2-3-228-16,-7 2 184 0,3 2 87 0</inkml:trace>
  <inkml:trace contextRef="#ctx0" brushRef="#br0" timeOffset="42738.33">21408 6292 1553 0,'0'3'0'0,"0"1"0"0,0-4 0 0,0 0 0 0,0 0 0 0,0-11 0 0,0-5 0 0,0-3 0 0,0 1 0 0,0-3 0 0,0 0 84 0,0 0-10 16,0 1-33-16,0-1 18 0,0 3-19 0,-2 2 0 16,-3 8 53-16,-4-4-53 0,-3 5 0 0,-1 5 0 15,-1 2 1-15,-2 0 75 16,-1 7-27-16,-2 10-11 0,0 4 66 0,5 4-53 15,-2 0-25-15,5 5 101 0,1 0-54 16,5-1-41-16,1-2 0 0,4 2 54 0,0-3-43 0,0-4 0 16,2 0-33-16,5-4-26 0,5-3 16 0,1-2 0 15,1-3 1-15,0-3-70 0,2-5 30 0,0-2 0 16,1 0-104-16,1-5 71 0,0-12 29 0,-4 2-182 16,0-3 82-16,-3-2 57 0,-2 1-1 0,-1 3-50 15,-2 0 27-15,-4 7 22 0,-1 1-6 0,1 5 191 16,-2 1-83-16,0 0-38 0,0 1-5 0,0 1 102 15,0 0-54-15,0 10-35 16,0 4 4-16,0 1 140 0,2 1-53 0,4 0-47 16,4 0-8-16,-1 1 0 0,2-2 9 0,4 0-411 15,-2-3 186-15,4-1 96 0,0-4 31 0,2-3-695 16,2-4 321-16,-1 0 182 0,-1 0 88 0,2-10-536 16,1-6 319-16</inkml:trace>
  <inkml:trace contextRef="#ctx0" brushRef="#br0" timeOffset="42890.31">21665 6236 2151 0,'-9'-3'0'0,"0"1"0"0,3 0 0 0,1 2 0 0,2 0 0 0,3 0 0 0,0 0 0 0,7 0 0 0,13 0 0 0,4 0 0 0,6 0 93 0,2 0 220 0,0 0-136 16,2 0-68-16,-1 0-179 0,1 0 55 0,-2 0 38 16,-2 0-10-16,-2 0-497 0,-7 0 262 0,0 0 132 15,-2 0 64-15,-8 0-686 0,0-2 346 0,-7-4 127 16</inkml:trace>
  <inkml:trace contextRef="#ctx0" brushRef="#br0" timeOffset="43064.01">21909 5957 2436 0,'-9'-2'0'0,"2"2"0"0,0 0 0 0,-4 2 0 0,4 11 0 0,2 6 0 0,1 1 0 0,1 9 0 15,1 1 0-15,2 2 0 0,-2 2 306 0,2 0-123 0,0 3-76 0,0-1-34 16,0-3 17-16,0 1 0 0,0-2-50 15,0-6 10-15,0 6-415 0,2-9 203 0,1-3 101 16,1-2 50-16,1-7-597 0,3-4 238 0,2-5 186 16,-1-2-574-16</inkml:trace>
  <inkml:trace contextRef="#ctx0" brushRef="#br0" timeOffset="43233.5">21989 5885 2283 0,'0'-7'0'0,"1"3"0"0,7-2 0 0,5 1 0 0,4-1 0 0,6 4 0 0,5 0 0 0,5 1 0 0,8 1 0 0,-4 0 0 0,8 0 388 16,-1 0-174-16,2 0-87 0,0 1-43 15,0 3-255-15,-11 2 115 0,5-2 43 0,-2 3-536 0,-8 1 294 16,-6-5 148-16,-2 5-660 16,-6-4 362-16</inkml:trace>
  <inkml:trace contextRef="#ctx0" brushRef="#br0" timeOffset="43756.62">22530 5609 1617 0,'4'-10'0'0,"3"0"0"0,4 0 0 0,2 5 0 0,2-1 0 0,2 4 0 0,2 2 0 0,0 0 0 0,2 0 0 0,-3 5 0 0,-1 8 83 0,-2-3 188 0,-2 3-105 0,-3 3-68 16,-3-1 57-16,-4 1-57 0,-1 3-29 0,-2 0-162 15,0-1 76-15,-12 3 24 0,-1-2 0 0,-3 1-289 16,2-6 162-16,-4 1 90 15,2-2 30-15,-3-2-460 0,0-2 222 0,-3-1 52 16,-3-1-22-16,4-1 73 0,-2-2 53 0,3 0 0 16,-1 0-34-16,2-1 38 0,3 1 0 0,4 1 140 15,1 0-46-15,0 1-28 0,4 1-1 0,1 2 305 16,2 0-166-16,0 3-90 0,2 3-32 0,1 0 399 16,-1 3-195-16,0 4-43 15,-2 4 60-15,-1-6-82 0,-2 10-57 0,0-4 0 0,-2 3 116 0,0-5-81 16,-3 2-41-16,1-3 106 15,-1-1-78-15,0-1-34 0,1-4 0 0,-1-2-6 16,4-7 0-16,3-1-17 0,0-1-11 0,1-6 28 16,1 0-28-16,1 0 1 0,2-2-23 0,0-13 32 15,9-4-9-15,5 1-42 0,5-2 0 0,1 4 41 16,5 1 1-16,-2 3-27 0,7 1-10 0,-4 4 15 16,1 4 16-16,-4 3 37 0,-2 0-40 0,0 9-4 15,-1 7 1-15,-4 2 47 0,-7 5-56 16,-2 4-20-16,-4 0 0 0,-1 0 0 15,-2 3 0-15,-2-1 0 0,-10-1 0 0,-4-4 0 16,-2-1 0-16,4-5 0 0,-11 1 0 0,8-10 0 16,-3 1 0-16,-3-7 0 0,2-3 0 0,0 0 0 15,3 0 0-15,1-3 0 0,4-10 0 0,2-2 0 16,3-2 0-16,6-2 0 0,2-3 0 0,0 2 0 16,0-2-567-16,12 5 185 0,4 2 170 0,3 4 77 15,8 1-312-15,-5 9 203 0</inkml:trace>
  <inkml:trace contextRef="#ctx0" brushRef="#br0" timeOffset="43894.54">22865 6528 3905 0,'-7'-4'0'0,"7"2"0"0,0 0 0 0,0 2 0 0,0-2 0 0,-4-5 0 0,2 2 0 0,2-1 0 0,-1 2 0 0,1-2 0 0,0 2-376 0,0 1 207 0,0 1 103 16</inkml:trace>
  <inkml:trace contextRef="#ctx0" brushRef="#br0" timeOffset="53685.3">18089 15434 1780 0,'-6'0'0'0,"1"0"0"0,1 0 0 0,3 0 0 0,-1 0 0 0,2 0 0 0,-2 0 0 0,2 0 0 0,0 0 0 0,0 0 0 0,0 0 209 0,0-1-82 0,4-5-42 15,5 1 11-15,3-2 97 0,2-1-75 16,3-4-37-16,5-1 53 0,-1-3-45 0,6-1 11 0,1-2-56 16,7-6 104-16,1-1-51 0,3-3-1 0,7-2-53 15,2-1 74-15,12-4-42 0,-3 1 0 16,3 1-3-16,4-2-1 0,5-3-27 0,3-2-7 15,15-7-37-15,-4-2 0 0,6-3 0 16,3-2 0-16,0 3 0 0,2-1 0 0,-4 2 0 16,-4 7 0-16,-3-1 0 0,-2 1 0 0,-14 7 0 15,-5 4 0-15,8-5 0 0,-10 4 0 0,-15 7 0 16,2 0 0-16,-9 0 0 0,-6 9 0 16,-6 2 0-16,-6 5 0 0,-3-1 0 0,-6 4 0 0,-1 4 0 15,-4-2 0-15,-4 4 0 0,-1 0 0 0,1 2 0 16,-2 0 0-16,0 0 0 15,0-1-9-15,0-2-61 0,0 1 29 0,-5 1-481 16,-1 1 239-16,0-2 120 0,-3 0 48 0,2 0-635 16,-2-1 353-16</inkml:trace>
  <inkml:trace contextRef="#ctx0" brushRef="#br0" timeOffset="53928.78">19945 13980 3020 0,'-10'0'0'0,"8"0"0"0,2 3 0 0,0 0 0 0,0 0 0 0,12 0 0 0,7 3 0 0,5-3 0 0,6 2 0 0,11-4 0 0,3 1 203 0,1-2 88 0,2 0-123 0,1 0-52 15,3 0-41-15,-3 0-17 0,-2 0-58 0,-10 0 0 16,-3 0 0-16,-6 3 0 0,-2 0 0 0,-9 4 0 16,-4 1 0-16,-7 3 0 15,-5 5 0-15,0 4 0 0,-21 3 0 0,-4 5 0 0,-5 2 0 0,-3 0 0 16,-3 1 0-16,-1 2 0 15,-2-1 0-15,-5-2 0 0,-1 0-82 0,-2 0-55 16,-7 4-860-16,7-8 465 0,-13 6 250 0</inkml:trace>
  <inkml:trace contextRef="#ctx0" brushRef="#br0" timeOffset="54203.13">18161 13955 3931 0,'11'0'0'0,"10"0"0"0,9 0 0 0,7 0 0 0,10-4 0 0,7-6 0 0,3 2 0 0,-1-2 0 0,3-2 0 0,-5 1 0 0,0 1 0 0,1-2 0 0,-6 2 0 0,-4 1 0 16,-8 2 0-16,-3 0 0 0,-8 1-210 0,-1 1 5 16,-6 1 110-16,-4 3-600 0,-4-1 315 0,-3 0 174 15,-3 1-423-15</inkml:trace>
  <inkml:trace contextRef="#ctx0" brushRef="#br0" timeOffset="54395.21">18843 13577 2922 0,'0'0'0'0,"0"0"0"0,1 6 0 0,12 0 0 0,5 1 0 0,4 4 0 16,-2 1 0-16,9 1 0 0,-5 2 0 0,1 0 0 0,-5 0 92 0,-1 0 114 0,-2 0-70 0,-4 1-51 0,-6 2-1 16,-1-1-37-16,-6 2-3 0,0 1 0 0,-6-1-80 0,-12 5 34 15,-3-1 1-15,-3-2 45 16,-5 0-382-16,1-1 191 0,0 1 62 0</inkml:trace>
  <inkml:trace contextRef="#ctx0" brushRef="#br0" timeOffset="54857.64">18585 14445 1908 0,'0'0'0'0,"0"-4"0"0,2-5 0 0,-2-4 0 0,2-2 0 0,-2 0 0 0,2-2 0 0,0 2 0 16,0-2 0-16,0 0 0 0,-1 2 110 0,1 0-33 0,-2 0-1 0,0 0-76 0,0 4 55 0,0-4-11 15,0 4 0-15,-3 1 16 0,-7 3-16 0,-1-1 0 16,0 5 52-16,-7 2-12 0,2 1-40 0,-7 1 0 16,0 14 47-16,-1 2 10 0,2 8-57 15,-3 2 0-15,2 3 72 0,2 2-36 16,5 1 0-16,3 0 65 0,5-3-56 0,5-2 0 15,3-6-45-15,0-1 44 0,0-2-44 0,5-4 11 16,7-2-48-16,1-6 36 0,2-1-2 16,1-6-41-16,2 0 0 0,0 0 0 0,3-11 0 15,-2-8 0-15,1-2 0 0,-1-5 0 0,-1 0 0 0,2-2 0 16,-5 3 0-16,-4 4 0 0,0 3 0 16,-3 1 0-16,-4 8 0 0,0 1 0 0,-3 5 0 0,1 0 0 15,-2 1 0-15,0 2 0 0,0 0 0 0,0 5 0 16,0 9 0-16,0 3 0 15,0 4 0-15,0 3 0 0,2-2 0 0,3-2 0 16,6 2 0-16,-2-1 0 0,2-3 0 0,2-3 0 16,2-3 0-16,-1-4 0 0,0-1 0 0,-1-4 0 15,0-3 0-15,-2 0 0 0,3 0 0 0,-7 0 0 16,1 0-115-16,-3-1-6 0,2-1-509 0,0 0 293 16</inkml:trace>
  <inkml:trace contextRef="#ctx0" brushRef="#br0" timeOffset="55920.35">18209 15345 2146 0,'-3'0'0'0,"-1"0"0"0,2 0 0 0,0 0 0 0,2 0 0 0,0 0 0 0,0 0 0 0,0 0 0 0,0 0 0 0,0 0 0 0,0 0 87 0,2 0-44 15,7-4 0-15,1 2 12 0,3-1 44 0,-2-1-28 16,4 0 0-16,2 0-27 0,0 0 54 0,2 0-16 16,1 1-11-16,7-1-28 0,-4-1 0 0,5 1 1 15,-2-1-17-15,4 2 28 16,2-1-12-16,0 0 0 0,4 3 7 0,-1-1-7 15,8 0 0-15,-5 0 12 0,9 2 10 0,-2 0-22 16,0 0 0-16,2 0 1 0,2 0 5 0,2 6 6 16,5-3-12-16,8 5-23 0,-4-2 23 0,4-1 0 15,5 1 1-15,4-1-4 0,6-1-40 0,12 2 0 16,1-4 0-16,3 2 0 0,7-2 0 0,9 1 0 16,-1-3 0-16,7 2 0 0,12-2 0 0,-7 0 0 15,4 2 0-15,-17 0 0 16,26-2 0-16,-11 0 0 0,-2 0 0 0,4 0 0 15,-17 0 0-15,8 0 0 0,0 0 0 0,-5 0 0 16,-1 0 0-16,-6 0 0 0,-6 0 0 0,-12 0 0 16,13 0 0-16,-25 0 0 0,1 0 0 0,-4 3 0 15,-13 2 0-15,-6 0 0 16,-4-1 0-16,-15 1 0 0,-2-1 0 0,-9-1 0 0,-7 2 0 0,-4-1 0 16,-5-3 0-16,-5-1 0 15,0 2 0-15,-2-2 0 0,0 0 0 0,-7 0 0 16,-4-2-254-16,-3-8 66 0,1 1 72 0,2-2 37 15,0 0-536-15,-2-2 291 0,3 0 140 0,3-2-584 16,-3 1 362-16</inkml:trace>
  <inkml:trace contextRef="#ctx0" brushRef="#br0" timeOffset="56165.52">22314 15107 2193 0,'-8'-3'0'0,"4"3"0"0,4 0 0 0,0 0 0 0,0 0 0 0,2 0 0 0,12 5 0 0,4 2 0 0,6 0 0 0,6 3 0 0,1-1 103 0,2 3 355 0,1 0-212 16,0 4-101-16,-4-1 106 0,0 1-103 0,-4 0-52 15,-5-2 11-15,-3 1-20 0,0 0 0 0,-9-2-77 16,-6 2-10-16,-3 3 0 0,0-1 0 0,-20 5 0 16,-11 4 0-16,-6-2 0 0,-6 1 0 0,-1 0 0 15,-4-2 0-15,-3-2 0 0,1 0 0 16,-1 0-280-16,-2-1-101 0,-9 5 147 15,10-5 110-15,-13 5-775 0,1 3 427 0</inkml:trace>
  <inkml:trace contextRef="#ctx0" brushRef="#br0" timeOffset="56432.45">20229 16032 3068 0,'-30'-10'0'0,"5"10"0"0,12 1 0 0,5 6 0 0,6-5 0 0,2-2 0 0,0 2 0 0,7 3 0 0,15-1 0 15,11-2 0-15,13 0 266 0,12-2-116 0,2 0-53 0,2 0 143 0,4 0-130 16,-2-2-110-16,-10-2 0 0,7 2 0 16,-6-3 0-16,-2 5 0 0,-6-2 0 0,-9 0 0 0,-1 1 0 15,-5-2 0-15,-9 1-279 16,-5 1 94-16,-4 0 110 0,-5-2-663 0,-2 3 336 15,-4-2 184-15,-1 0 88 0,-2-4-317 0,0-2 201 16,0-6 102-16,0 0 39 0,-9-5-302 0</inkml:trace>
  <inkml:trace contextRef="#ctx0" brushRef="#br0" timeOffset="56620.54">20900 15787 1946 0,'-20'-12'0'0,"6"3"0"0,2 4 0 0,3 2 0 0,3 1 0 0,0 0 0 0,6 0 0 0,0 1 0 0,10-1 0 0,15 2 0 0,0 0 193 16,5 0-74-16,2 0 115 0,3 9-95 0,0-1-37 15,-1 5-10-15,-2-1 101 0,0 2-75 0,-4 1-36 16,-5-2 49-16,-7 0-32 0,-3 4-12 0,-3 0-43 16,-6 0-65-16,-4 2 33 0,-2 5-1 0,-16-3-139 15,-3 1 80-15,-6 1 46 0,1-3 0 0,-2 3-457 16,-1-4 206-16,-1 0 85 0,2-1 80 0,0 3-282 16,-1-1 140-16,1 2 93 0,-2-2-467 0</inkml:trace>
  <inkml:trace contextRef="#ctx0" brushRef="#br0" timeOffset="56965.92">20732 16313 2308 0,'0'9'0'0,"2"1"0"0,-1 4 0 0,-1 1 0 0,0 5 0 0,0 3 0 0,-1 3 0 16,-3 4 0-16,0 3 0 0,-1-1 0 0,-1 4 191 0,-2-2-73 0,3 0-38 0,-3-4-27 0,1-8 2 0,-1 1-11 15,1-4 31-15,-2-4-32 16,1-6 1-16,0-4 0 0,3-2 49 0,-1-3-12 15,1 0-37-15,1 0 0 0,4-6 0 0,0-3-1 16,0-4 12-16,4 0 215 0,10 0-113 0,4 2-112 16,1 0-45-16,3-1 0 0,-1 6 0 0,7 1 0 15,0 3 0-15,-3 2 0 0,0 0 0 0,-6 2 0 16,4 9 0-16,-5 2 0 0,-2 2 0 0,-5 2 0 16,-4 0 0-16,-2 0 0 0,-5-1 0 0,0 2 0 15,0-3 0-15,-10 0 0 16,-5-5 0-16,-1 0 0 0,0-2 0 0,-3-3 0 15,1-3 0-15,-3 0 0 0,2-2 0 0,0 0 0 16,0 0 0-16,0-2 0 0,3-5 0 0,-2-3 0 16,6-3-204-16,-2 0-10 0,7-2 81 0,3 1-606 15,4 2 347-15,0 0 174 0,0 3 88 0</inkml:trace>
  <inkml:trace contextRef="#ctx0" brushRef="#br0" timeOffset="57122.77">21406 16744 3487 0,'0'-6'0'0,"0"5"0"0,0-4 0 0,-2-2 0 0,-5-1 0 0,2 5 0 0,3 1 0 0,-3-3 0 0,5 4 0 0,-2-1 0 0,2 2 78 0,0 0-366 0,0 0 160 15</inkml:trace>
  <inkml:trace contextRef="#ctx0" brushRef="#br0" timeOffset="58985.08">20509 14019 1242 0,'-4'-3'0'0,"0"1"0"0,1 0 0 0,1-3 0 0,-1 4 0 0,1-4 0 0,0 4 0 0,2-1 0 0,0 0 0 0,0 1 0 0,0 1 207 15,0 0-72-15,0 0-52 0,0 0 1 0,0-3 35 16,0 2-38-16,0 1 0 0,2-2 147 0,3-1-98 16,2 3-45-16,2 0 1 0,2 0 109 0,1 0-77 15,-3 0-27-15,8 0-11 0,-4 0 44 0,3 0-41 16,0 0 0-16,0 5 8 0,0 0 10 0,1 0-59 16,1 1 30-16,0 2 0 0,-2-1-30 15,3 3 0-15,-1-1 41 0,0 2-41 16,1 0-33-16,-1 2-9 0,5-1 0 0,-2 1 0 15,-1-1 0-15,6 3 0 0,1-2 0 16,3 2 0-16,0-3 0 0,2 0 0 0,3-1 0 0,7 2 0 16,-2-1 0-16,2 1 0 0,0-2 0 0,1 4 0 15,-5 0 0-15,5 5 0 0,-4-2 0 0,-1 3 0 16,-3 1 0-16,4 1 0 0,-7-3 0 0,9 5 0 16,-2-1 0-16,-2 1 0 15,3-3 0-15,3 1 0 0,3-3 0 0,0 0 0 16,2 0 0-16,0-1 0 0,1 0 0 0,-1-3 0 15,2 1 0-15,-1 2 0 0,-3 0 0 0,0-1 0 16,-3 2 0-16,-6-1 0 0,7 5 0 0,-5-1 0 16,-4-1 0-16,-6-4 0 0,1 4 0 0,-2 0 0 15,-2-4 0-15,-4-1 0 0,1-2 0 0,-6-1 0 16,2-3 0-16,0-2 0 0,-3-1 0 16,0-4 0-16,-4 1 0 0,-2-4 0 15,-2 4 0-15,-1-4 0 0,-2-1 0 0,-1 3 0 16,-1-3 0-16,-1 0 0 0,-2 0 0 0,0 0 0 15,0 0 0-15,0 1 0 0,0-1 0 0,0 2 0 16,0-2 0-16,0 2 0 0,0-2 0 0,0 1 0 16,0-1 0-16,0 2 0 0,0-2-127 0,0 0-97 15,0 0 96-15,0 0 43 0,0 0-377 0,0 0 211 16,0 0 104-16,0 0-202 0,-2-2 159 0,-3-3 74 16</inkml:trace>
  <inkml:trace contextRef="#ctx0" brushRef="#br0" timeOffset="59353.68">22038 14972 2577 0,'-19'0'0'0,"6"0"0"0,5 0 0 16,4 0 0-16,2 0 0 0,0 0 0 0,2 0 0 0,0 0 0 0,2 6 0 0,16 3 0 0,8 1 124 0,3 1 349 0,11 1-216 0,3-3-108 15,3 2-54-15,-5 1 161 0,13 1-256 0,-2 0 0 16,-1 2 0-16,0-1 0 0,-2 0 0 0,-9-1 0 0,6 1 0 15,-12-3 0-15,1 2 0 0,-5-2 0 0,-7-4 0 16,0 0 0-16,-8-2 0 0,-3-2 0 0,-7 0 0 16,-1-3-50-16,-3 0-71 0,-1 0-443 0,0 0 267 15,-1-8 128-15,-8-5-387 16,-3-2 258-16,-1-8 128 0,2-1 54 0,1-8-468 0</inkml:trace>
  <inkml:trace contextRef="#ctx0" brushRef="#br0" timeOffset="59513.12">22594 14626 2738 0,'0'-13'0'0,"-2"4"0"0,-1 9 0 0,3-6 0 0,0 5 0 0,-2 1 0 0,2 0 0 0,0 0 0 0,2 14 0 0,8 6 0 0,1 8 111 15,1 4 545-15,1 10-308 16,-4 0-270-16,-1 8-78 0,1-2 0 0,0 0 0 0,0-3 0 0,1 0 0 16,1-12 0-16,3 1 0 0,-3-8 0 0,2 3-250 15,-5-11-80-15,-1 0 185 16,-1-4-813-16</inkml:trace>
  <inkml:trace contextRef="#ctx0" brushRef="#br0" timeOffset="59811.18">21557 13716 3163 0,'-25'-16'0'0,"9"16"0"0,7 0 0 0,7 0 0 0,2 0 0 0,0 0 0 0,9 0 0 0,16 0 0 0,10 0 0 0,6 0 0 0,7 0 158 15,9 0-59-15,1 0 154 16,2 0-107-16,-2 0-52 0,1 0-76 0,1 0-146 0,-5 0 55 15,-2 1 57-15,-5 1-515 0,-11 2 286 0,-1 2 154 16,-10-1 60-16,-3 3-772 0,-9-1 345 0</inkml:trace>
  <inkml:trace contextRef="#ctx0" brushRef="#br0" timeOffset="59994.25">22203 13354 2121 0,'0'-3'0'0,"0"0"0"0,5 2 0 0,13 1 0 0,2 0 0 0,8 4 0 0,0 7 0 0,2 2 0 15,-2 3 0-15,-1 2 0 0,-6-2 138 0,2 5-53 0,-7-6-17 0,-5 6-27 0,-4-2 0 0,-4 5 0 0,-3-3-99 16,-10 5 45-16,-10-2 26 0,-5 1-82 16,-8 1 55-16,2-7 37 0,-9 5-9 15</inkml:trace>
  <inkml:trace contextRef="#ctx0" brushRef="#br0" timeOffset="60315.63">21999 13786 2049 0,'0'5'0'0,"0"5"0"0,0 3 0 0,0 2 0 16,0 2 0-16,0 5 0 0,2 1 0 0,0-3 0 0,1 9 0 0,-3-3 0 0,0 0 248 0,0-4-103 0,0 0-52 0,0-1 78 0,0-5-70 15,-3-3-30-15,1-3 0 0,0-5-41 0,1-1 11 16,-1-2 10-16,0-2-10 0,0 0 45 0,0-2 0 15,2-8-45-15,0-3 56 0,0 4-18 0,2-1-10 16,5 1-28-16,5 3 29 0,3 1 0 0,2 3-29 16,1 2-24-16,2 0 24 0,-1 0 0 0,-1 11-1 15,-1 3-68-15,-4 2 34 0,-1 2 11 0,-5 2-12 16,-1-1-5-16,-6 4 0 0,0-5-9 16,0 0 18-16,-9 2-9 0,-7-5 0 15,1-4 0-15,-2-2 0 0,-1-3 0 0,-1-2 0 16,-2-2 0-16,3-2 0 0,-2 0 0 0,3 0 0 15,3-6-100-15,3-5-82 0,1-3 83 0,6-1 50 16,4-6-659-16,0-3 333 0,7 2 167 0,14 0 84 16,2 0-670-16</inkml:trace>
  <inkml:trace contextRef="#ctx0" brushRef="#br0" timeOffset="60475.46">22373 13941 3337 0,'3'0'0'0,"-1"0"0"0,-2 0 0 0,0 0 0 0,0 0 0 0,2-1 0 0,-1-3 0 0,8-3 0 0,1 3 0 0,3 0 0 0,2 2 132 0,2 1-45 16,1 1 10-16,1 0-56 0,4 0 1 0,-3 0-586 0,3 0 293 15,0 5 146-15,-2 1 83 0,1-2-840 0,0-1 428 16</inkml:trace>
  <inkml:trace contextRef="#ctx0" brushRef="#br0" timeOffset="60654.07">22739 13660 2812 0,'-5'-3'0'0,"0"-2"0"0,1 4 0 0,2-2 0 0,2 0 0 0,4-1 0 0,20 4 0 0,5 0 0 0,2 0 0 0,12 0 0 0,3 0 321 0,4 4-139 16,3-1-71-16,0 1-92 0,-3 2-9 0,-1-2 31 15,-3 0 0-15,-7 0-395 0,-4 1 198 0,-6 0 109 16,-3 2 39-16,-6-2-612 0,-8 1 315 0,-5-1 51 15</inkml:trace>
  <inkml:trace contextRef="#ctx0" brushRef="#br0" timeOffset="60674.63">23369 13716 411 0,'-13'0'0'0</inkml:trace>
  <inkml:trace contextRef="#ctx0" brushRef="#br0" timeOffset="60831.56">23180 13484 1954 0,'0'-9'0'0,"0"3"0"0,0 2 0 0,5 1 0 0,8 3 0 0,2 0 0 0,2 0 0 0,4 7 0 0,-2 4 0 0,-1 2 0 0,-1 2 73 0,-2 2 131 15,1 2-82-15,-6 0-29 0,-3 1 9 0,-1 1-30 16,-3 0 0-16,-3-1-31 0,0 1-140 0,-6 3 65 16,-7-6 37-16,-5 3 0 0,-1-2-265 0,-1 1 151 15,2-6 47-15</inkml:trace>
  <inkml:trace contextRef="#ctx0" brushRef="#br0" timeOffset="60854.62">23138 13873 411 0</inkml:trace>
  <inkml:trace contextRef="#ctx0" brushRef="#br0" timeOffset="61210.6">23012 14092 2025 0,'0'0'0'0,"0"0"0"0,0-5 0 0,0-11 0 0,0 2 0 0,2-3 0 0,1-2 0 16,2 2 0-16,-1-1 0 0,-3 0 0 0,-1 1 91 0,0 5 0 0,0-1 40 0,0 2-45 16,-8 6 11-16,-5 0-18 0,-4 4-1 0,-5 1-37 15,-2 6 0-15,-3 10-14 0,3 6 25 0,0 4-11 16,-1 1 44-16,4 4 0 0,2 3-44 0,5 0 0 15,6-2 138-15,3-2-75 0,5-1-31 0,0-2 0 16,2-8 4-16,9 1 0 0,6-4-25 0,1-3-110 16,9-6 49-16,-3-5 1 0,1-2 49 0,0 0-59 15,4-9 40-15,-3-7-11 0,-1-6-131 0,-3 1 76 16,-2-3 14-16,0 0 26 0,-8 5-160 16,0-2 82-16,-3 2 9 0,-5 10 31 0,-2-2 151 15,0 3-61-15,-1 3-16 0,-1 4 323 16,0-3-172-16,0 4-168 0,0 0-15 0,-5 13 0 15,1 0 0-15,1 7 0 0,1 4 0 0,2 1 0 16,0 1 0-16,0 0 0 0,2-3 0 16,9 5 0-16,2-4 0 0,2-1 0 15,2-2-693-15,0-4 246 0,0-1 192 0,6 1-602 0</inkml:trace>
  <inkml:trace contextRef="#ctx0" brushRef="#br0" timeOffset="61336.02">23562 14455 435 0,'0'-4'-1'0,"-1"1"644"0,1 2-322 0,0 1-161 0,-2-2 556 0,2 2-336 0,0 0-168 0,-4 0-74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41:09.1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5060 6435 2556 0,'-5'-1'0'0,"0"-3"0"0,0 0 0 0,3 2 0 0,-1-1 0 0,1 0 0 0,2 2 0 0,0 1 0 0,0 0 0 0,0 0 0 0,0-2 343 0,0 2-149 16,0 0-75-16,0 0 110 0,2-2-92 0,5 0-36 0,4 0 151 15,4-1-252-15,-3 0 0 0,3 0 0 16,2-1 0-16,0 3 0 0,-1-1 0 16,2 0 0-16,1 0 0 0,-1 1 0 0,1 1 0 15,2 0 0-15,-1 0 0 0,8 0 0 0,-5 0 0 16,5 0 0-16,4 0 0 0,-2 0 0 0,2 0 0 16,4 0 0-16,1 0 0 0,0 0 0 0,0 0 0 15,0 0 0-15,4 0 0 0,0 3 0 16,1-1 0-16,0 1 0 0,0 1 0 0,-1 0 0 15,8 0 0-15,2-1 0 0,2 1 0 0,-1-2 0 0,1 2 0 16,4-2 0-16,-1-1 0 0,8 1 0 16,-4 0 0-16,0 0 0 0,0-2 0 15,-1 2 0-15,10 0 0 0,-4-1 0 0,-4 3 0 16,1 2 0-16,0-2 0 0,-8 1 0 0,15 3 0 16,-6-2 0-16,2-1 0 0,6 1 0 0,1-1 0 15,-8 0 0-15,18-3 0 0,-5-2 0 0,2 0 0 16,2 0 0-16,3 0 0 0,7 0 0 0,-17 0 0 15,4 0 0-15,-3 0 0 0,-1 0 0 0,-8 0 0 16,8 0 0-16,-8 0 0 0,-3 5 0 0,-1-4 0 16,-9 2 0-16,-5 1 0 0,7-1 0 0,-9-1 0 15,-3 0 0-15,-8-2 0 16,3 0 0-16,-3 0 0 0,-6 0 0 0,-6 0 0 16,-3 0 0-16,-1-2 0 0,-8-1 0 0,0-3 0 15,-4 3 0-15,-4 0 0 0,1-1 0 0,-1 0 0 16,-3-1 0-16,0-1 0 0,0 1 0 0,0 1 0 15,0-2 0-15,-7 2 0 0,2 1 0 0,-5 0 0 16,-3 3 0-16,-6 0 0 0,-3 14 0 0,-6 8 0 16,-4 8 0-16,-5 10 0 0</inkml:trace>
  <inkml:trace contextRef="#ctx0" brushRef="#br0" timeOffset="1146.73">10034 6325 1467 0,'-19'-3'0'0,"4"-1"0"0,-2 3 0 0,3 0 0 0,0 1 0 0,1 0 0 0,-2 0 0 16,4-3 0-16,2 3 0 0,-2 0 0 0,6 0 91 0,1-1 62 0,1-1-55 0,1 2-17 0,2 0-11 0,0 0 218 15,0-2-122-15,0 2-62 0,0 0 221 0,0 0-130 0,0 0-81 16,0 0-36-16,2-2 164 0,3 2-99 16,4-2-50-16,1 2 130 0,1-2-223 15,0 2 0-15,-1 0 0 0,3-2 0 0,-1 2 0 16,-1 0 0-16,2 0 0 0,-2 0 0 0,2 0 0 16,1 0 0-16,0 0 0 0,2 0 0 15,0 0 0-15,2-1 0 16,0 1 0-16,3-2 0 0,2 0 0 0,0 2 0 0,4-2 0 0,-1 1 0 15,2 1 0 1,1-3 0-16,1 3 0 0,0 0 0 0,2 0 0 0,0 0 0 0,3 0 0 16,-1 0 0-16,1 0 0 0,4 0 0 15,-2-1 0-15,6 1 0 0,-9-3 0 0,6 2 0 0,-1-1 0 16,6-1 0-16,-4 2 0 0,0 0 0 16,0 1 0-16,0 0 0 0,-6 0 0 0,2 0 0 15,3 0 0-15,-2 0 0 0,-1 0 0 0,6 0 0 16,-7 0 0-16,9 0 0 0,-4 0 0 15,3 1 0-15,1-1 0 0,2 0 0 16,-4 0 0-16,10 0 0 0,-7 0 0 16,2 0 0-16,-2 0 0 0,2 0 0 0,-8 0 0 0,12 0 0 0,-6 0 0 0,1 0 0 15,0 0 0 1,2 0 0-16,4 0 0 0,-3 0 0 0,1 0 0 0,2 0 0 16,-1 0 0-16,3 0 0 0,-1-1 0 15,3-2 0-15,-1 1 0 0,0-2 0 0,2 1 0 16,0 1 0-16,-3 0 0 0,-2 0 0 0,-3 0 0 15,-1 1 0-15,-4-2 0 0,1 3 0 0,-7 0 0 0,8 0 0 0,-4 0 0 16,-2 0 0-16,1 0 0 0,-1 0 0 16,-2 0 0-16,9 0 0 0,-7 0 0 0,2 0 0 15,-9 0 0 1,3 0 0-16,-1-1 0 0,-4 1 0 0,-4 0 0 0,0 0 0 0,-7 0 0 16,1 0 0-16,-5 0 0 0,0 0 0 15,-5 0 0-15,-1 0 0 0,-2 0 0 0,-1 0 0 16,-3 0 0-16,-1 0 0 0,-2 0 0 0,0 0 0 15,0 0 0-15,-1 0 0 16,-1 0 0-16,0 0 0 0,0 0 0 0,2 0 0 0,-2-5 0 16,2-1 0-16,-2-4 0 0,0 2 0 15,0 1 0-15,0-2 0 0,0-1 0 0,-11 6-2327 16,-10 4 2277-16</inkml:trace>
  <inkml:trace contextRef="#ctx0" brushRef="#br0" timeOffset="7146.31">23745 6250 1926 0,'-13'0'0'0,"1"-3"0"0,1 2 0 0,-1-3 0 0,5 0 0 0,0 2 0 0,1 1 0 0,4-1 0 0,1 0 0 0,1 0 0 0,0 2 144 0,0 0-50 0,0 0 0 16,0-2 68-16,0 1-48 16,0-2-40-16,0 1 76 0,1 1-53 0,3-1-1 15,0 0-52-15,-2 0 144 0,1 0-78 0,-1 2-33 16,0-1 28-16,0 1-30 0,1 0-1 0,0-2-19 16,-1 2 122-16,2-2-102 0,-1 2-75 0,1-2 0 15,1 0 0-15,1-1 0 0,2 2 0 0,-3-1 0 16,3-2 0-16,-3 3 0 0,2-3 0 0,0 0 0 15,-2 1 0-15,1 0 0 16,0 0 0-16,2 0 0 0,1 2 0 0,-2-3 0 16,2 3 0-16,-2-2 0 0,3 1 0 0,-1 1 0 15,2-2 0-15,1 3 0 0,1 0 0 0,2 0 0 16,-2 0 0-16,5 0 0 0,-2 0 0 0,0 0 0 16,3 0 0-16,2 0 0 0,0 0 0 0,-1 0 0 15,7 0 0-15,-6 0 0 0,7 0 0 0,-2 0 0 16,3 0 0-16,1 0 0 15,0-2 0-15,1 1 0 0,5 1 0 0,-2 0 0 0,3 0 0 0,1 0 0 16,2 0 0-16,4 0 0 0,-1 0 0 16,5 1 0-16,1 1 0 0,5 2 0 15,4-2 0-15,9 1 0 0,-2-3 0 0,-3 0 0 16,-8 0 0-16,4 0 0 0,-1 0 0 0,-4 0 0 16,-5 0 0-16,-1 0 0 0,-2 0 0 0,-1 0 0 15,-5 0 0-15,5 0 0 0,-7 0 0 0,-2 0 0 16,-1 0 0-16,-4 0 0 15,-5 0 0-15,-1 0 0 0,-2 0 0 0,-2 0 0 16,-3 0 0-16,1 0 0 0,-7 0 0 0,5 1 0 16,-7 0 0-16,0 2 0 0,1-3 0 0,-5 1 0 15,1-1 0-15,-3 3 0 0,0-3 0 0,0 1 0 16,-1-1 0-16,-2 0 0 0,4 0 0 0,-2 2 0 16,-2-2 0-16,2 0 0 0,-2 0 0 0,0 0 0 15,0 0 0-15,0 0 0 0,0 0 0 0,0 0 0 16,0 0 0-16,0 0 0 0,0 0 0 0,0 0 0 15,0 0 0-15,0 0 0 0,0 0 0 0,0 0 0 16,0 0 0-16,0 0 0 16,0 0 0-16,0 0 0 0,2 0 0 0,0 0 0 15,-1 0 0-15,1 0 0 0,0 0 0 0,-2 0 0 16</inkml:trace>
  <inkml:trace contextRef="#ctx0" brushRef="#br0" timeOffset="30482.79">11172 9010 1508 0,'-3'0'0'0,"-1"-2"0"0,-2 1 0 0,2-3 0 0,0-2 0 0,1 2 0 0,-3 1 0 0,3 1 0 0,-4-2 0 0,4 1 0 0,1 1 168 0,-2-2-63 0,2 1 235 15,1 2-150-15,-1-1-64 0,2 2 483 0,0 0-543 16,0 0-1-16,0 0-24 0,0 0 76 16,0 0-29-16,0 0-9 0,0 0 90 15,0 0-65-15,0 0-31 0,0 0-1 0,0 0-61 16,0 0-11-16,0 0 0 0,0 0 0 0,0 0 0 16,2 0 0-16,-1 0 0 0,3 0 0 0,1 0 0 15,4 0 0-15,-2 0 0 0,2 0 0 0,1 0 0 16,-1 0 0-16,2 0 0 0,-2 0 0 0,1 0 0 0,-1 0 0 15,2 0 0 1,1 0 0-16,-3 0 0 0,5 0 0 0,-3 0 0 0,0 0 0 16,4 0 0-16,-2 0 0 15,3 0 0-15,-2 0 0 0,3 0 0 0,2 0 0 16,0 0 0-16,0 0 0 0,-1 0 0 0,5 0 0 0,-4 0 0 16,-1-2 0-16,0 2 0 0,0 0 0 0,-1 0 0 15,-2 0 0-15,2 0 0 0,-2 0 0 16,2 0 0-16,-2 0 0 0,2 0 0 0,2 4 0 15,-1-3 0-15,1 2 0 0,1-2 0 0,5 2 0 16,-2-3 0-16,1 0 0 0,3 0 0 0,-5 0 0 16,8 0 0-16,-9 0 0 0,3 0 0 0,1 0 0 15,-3 2 0-15,1-1 0 0,1 1 0 0,-1 2 0 16,-1-2 0-16,1 0 0 0,0-1 0 0,-2-1 0 16,4 2 0-16,-2-2 0 0,0 0 0 15,3 0 0-15,-6 0 0 0,3 0 0 0,-2 0 0 0,-1 0 0 16,-1 0 0-1,-2 0 0-15,-2 0 0 0,-1 0 0 0,2 2 0 0,-5 0 0 0,3 2 0 0,-5-2 0 16,3 1 0 0,-2-1 0-16,0 0 0 0,-1-2 0 0,1 2 0 0,-3 0 0 15,0-2 0-15,-1 0 0 0,0 2 0 16,-2-2 0-16,-1 0 0 0,-1 0 0 0,0 0 0 16,0 0 0-16,-2 0 0 0,0 0 0 0,0 0 0 15,0 0 0-15,0 0 0 0,0 0 0 0,0 0 0 16,0 0 0-16,0 0 0 0,0 0 0 15,0 0 0-15,-2 3 0 0,-7 5 0 0,-1 7 0 16,-3 6-451-16,2 6-342 0</inkml:trace>
  <inkml:trace contextRef="#ctx0" brushRef="#br0" timeOffset="31739.41">12775 9029 2490 0,'-6'0'0'0,"1"0"0"0,0 0 0 0,3 0 0 0,0 0 0 0,1 0 0 0,1 0 0 0,0 0 0 0,0 0 0 0,0 0 0 0,0 0 81 0,0 0 123 0,0 0-82 15,0 0-41-15,0 0 79 16,0 0-60-16,0 0-20 0,0 0-10 0,0 0-30 0,0 0 106 16,0 0-53-16,0 0-26 0,0 0 52 0,0 0-44 15,0 0-72-15,0 0-3 0,0 0 0 0,0 0 0 16,0 0 0-16,0 0 0 0,0 0 0 16,0 0 0-16,0 0 0 0,0 0 0 15,0 0 0-15,0 0 0 0,0 0 0 0,0 0 0 0,0 0 0 0,0 0 0 16,0 0 0-16,0 0 0 15,0 0 0-15,0 0 0 0,1 2 0 0,1 2 0 16,4-2 0-16,-2 0 0 0,2 1 0 0,1-1 0 16,-2 0 0-16,3 2 0 0,-2-3 0 15,3 2 0-15,-1-1 0 0,-1-1 0 0,-1-1 0 16,2 3 0-16,1-2 0 0,-4 1 0 0,7 0 0 16,-7-2 0-16,6 2 0 0,-2-2 0 0,1 1 0 0,0-1 0 15,-1 3 0-15,3-3 0 0,-3 0 0 0,2 1 0 16,0 1 0-1,0-2 0-15,1 2 0 0,1-2 0 0,-2 1 0 0,3-1 0 0,0 3 0 16,0-1 0-16,2-2 0 16,2 1 0-16,0 1 0 0,3 0 0 0,2-2 0 15,1 2 0-15,2 1 0 0,-2-3 0 0,4 0 0 16,-3 1 0-16,5-1 0 0,-3 1 0 0,-3 2 0 16,2-3 0-16,0 2 0 0,-3-2 0 0,5 0 0 15,-1 1 0-15,-1-1 0 0,1 0 0 0,-2 0 0 16,0 0 0-16,3 0 0 0,-2 0 0 15,-5 0 0-15,1 0 0 0,-1 0 0 0,-2 0 0 16,-2 0 0-16,-4 0 0 0,0 0 0 16,-4 0 0-16,1 0 0 0,-3 0 0 0,-1 2 0 15,-2-2 0-15,-1 3 0 0,-1-3 0 0,0 0 0 16,0 0 0-16,-1 0 0 0,-1 0 0 0,0 0 0 16,0 0 0-16,0 0 0 0,0 0 0 0,0 0 0 15,0 0 0-15,0 0 0 0,0 0 0 0,0 0 0 16,0 0 0-16,0 0 0 0,0 0 0 0,0 0 0 15,0 0 0-15,0 0 0 16,0 0 0-16,0 0 0 0,-1 7 0 0,-14 8 0 16,-8 9-211-16</inkml:trace>
  <inkml:trace contextRef="#ctx0" brushRef="#br0" timeOffset="33807.28">11580 7003 394 0,'0'0'0'0,"0"0"0"0,0 0 496 0,0 0-247 0,0 0-125 0,0 0 297 0,0 0-190 0,0 0-96 0,0 0-39 0</inkml:trace>
  <inkml:trace contextRef="#ctx0" brushRef="#br0" timeOffset="33942.65">11589 7053 3654 0,'0'19'0'0,"-2"4"0"0,-3 0 0 0,-5 5 0 0,-1-4 0 0,1-1 0 0,0-1 0 0,-4 2 0 0,3 0 0 16,2-6 0-16,-3 0 65 0,1 0 1 0,0-2-17 0,1-3-124 0,1-2 57 15,0 0 29-15,-1-4 0 16,1-2-362-16,1 1 181 0,-2-4 89 0,1-2-448 0,2 0 249 16,-4 0 124-16,3-4 40 0,1-12-425 0,-1-7 256 0,3-5 122 15,0-10-139-15,3-6 131 16,-1-5 65-16</inkml:trace>
  <inkml:trace contextRef="#ctx0" brushRef="#br0" timeOffset="34274.18">11351 6689 1861 0,'2'-18'0'0,"0"0"0"0,-1 5 0 0,-1 4 0 0,2 1 0 0,0 3 0 0,0 1 0 0,0 0 0 0,1 3 0 16,3 1 0-16,4 0 98 0,-1 0 359 0,0 0-198 15,5 1-115-15,-3 9-53 0,1 1 272 0,8 5-162 0,-8 2-81 16,2 3 217-16,2 4-337 15,0 4 0-15,0 1 0 0,5 6 0 16,-2-1 0-16,0-3 0 0,5 9 0 16,-1-1 0-16,4 0 0 0,-1 1 0 0,-1-2 0 0,0-3 0 15,5 10 0-15,-3-9 0 0,-3 0 0 0,1-2 0 0,-3-1 0 16,-3-4 0-16,2 0 0 16,-5-1 0-16,1-1 0 0,-2-4 0 0,-3-3 0 0,-1 0 0 15,-2-4 0-15,-4-6 0 16,2-1 0-16,-4-3 0 0,-1-2 0 0,0-3 0 15,0 0 0-15,-2-2 0 0,0 0 0 0,0 0 0 0,0 0 0 0,0 0 0 16,0 0 0-16,0-2 0 0,0-5 0 16,0 1-320-16,-4-4 10 0,2 1 140 0,1 0 65 15,-1-2 33-15,2 1-509 0,0-3 271 0,0 0 126 16</inkml:trace>
  <inkml:trace contextRef="#ctx0" brushRef="#br0" timeOffset="34449.07">12374 7397 3931 0,'-5'0'0'15,"5"-2"0"-15,0 2 0 0,-2 0 0 0,-1 0 0 0,3-1 0 0,0 1 0 0,0 0 0 0,0 0 0 0,0 0 0 0,0-3 0 0,0 0 0 0,0-3-174 0,9 3 100 16,3-1 56-16</inkml:trace>
  <inkml:trace contextRef="#ctx0" brushRef="#br0" timeOffset="42154.28">14987 9348 2014 0,'-3'-4'0'0,"-4"0"0"0,5 1 0 0,1 1 0 0,-1 0 0 0,2 1 0 0,0-2 0 0,0 2 0 0,0-3 0 0,0 2 0 0,3-5 97 16,11 2-16-16,-1-2 127 0,2-1-83 0,2 2-41 16,-2 1 0-16,2 0 158 0,-5 4-89 0,4-5-60 0,-2 5 0 15,-5-1 133-15,0 1-92 16,0-1-45-16,-1 2 10 0,-2 0 10 0,1 0-109 16,-2 0 0-16,1 0 0 0,0 0 0 0,0 0 0 15,-1 0 0-15,1 0 0 0,1 0 0 0,1 0 0 16,1 0 0-16,0 0 0 0,1 0 0 0,3 0 0 15,-2 0 0-15,4 0 0 0,0 0 0 0,2 0 0 16,0 0 0-16,4 0 0 0,-2 0 0 0,1 0 0 16,1 0 0-16,0 0 0 0,2 0 0 0,-3 0 0 15,2 0 0-15,1 0 0 0,4 0 0 16,-9 0 0-16,10 2 0 0,-3-1 0 16,1-1 0-16,4 0 0 0,0 0 0 0,0 2 0 15,1-2 0-15,-1 0 0 0,0 0 0 0,0 0 0 16,-3 0 0-16,3 0 0 0,0 0 0 0,-2 1 0 15,4-1 0-15,0 3 0 0,2 0 0 0,1-3 0 16,2 1 0-16,-1-1 0 0,6 0 0 0,0 0 0 16,-1 0 0-16,9 0 0 0,-6 0 0 0,2 0 0 15,2-1 0-15,3-2 0 0,1-3 0 0,1 3 0 16,3-1 0-16,8 0 0 0,-2 0 0 16,2 1 0-16,-6 2 0 0,13-2 0 15,-7 1 0-15,2 2 0 0,0 0 0 0,3 0 0 16,-3 0 0-16,15 0 0 0,-3 0 0 0,1 0 0 15,2 0 0-15,0 0 0 0,2 0 0 0,11 0 0 16,-10 2 0-16,4-2 0 0,0 0 0 0,-10 3 0 16,8-3 0-16,10 3 0 0,-11-3 0 0,4 1 0 15,5 2 0-15,-2-2 0 0,-9 1 0 16,18 0 0-16,-4 0 0 0,-2-2 0 16,6 2 0-16,2-2 0 0,-9 0 0 0,25 0 0 15,-10 0 0-15,3 0 0 0,19-4 0 0,-29 0 0 16,13-3 0-16,-3 3 0 0,-2-4 0 15,3 1 0-15,-3 1 0 0,-1 1 0 0,-2-3 0 0,1 1 0 16,-5-1 0-16,1 0 0 0,-2 1 0 0,-4 1 0 16,-13 1 0-16,18-1 0 0,-13 0 0 0,0 1 0 15,-3-1 0-15,-14 0 0 0,-4 3 0 0,12-3 0 16,-12 1 0-16,-3-2 0 0,-11 6 0 0,-1-3 0 16,1 1 0-16,-7 1 0 15,-2 0 0-15,-11 0 0 0,1 0 0 0,-4 1 0 16,-9 1 0-16,-3-3 0 0,-3 1 0 0,-4 2 0 15,-1-1 0-15,-5-1 0 0,-2-1 0 0,-1 2 0 16,-2 0 0-16,1-4 0 0,-1 1 0 0,1-3 0 16,-3-2 0-16,0-1 0 0,0-1 0 0,0-2 0 15,-5-1 0-15,-4 3 0 0,-2 0 0 0,-8 4-37 16</inkml:trace>
  <inkml:trace contextRef="#ctx0" brushRef="#br0" timeOffset="62038.68">15571 11329 2114 0,'-8'0'0'0,"3"0"0"0,-3 0 0 0,3 0 0 0,0 0 0 0,-4 0 0 0,4 0 0 0,-1 0 0 0,1 0 0 0,-1 4 0 0,2 2 79 0,-2 2 118 0,1 5-85 16,-1 2-36-16,1 0-1 0,1 3 61 0,-2 7-49 15,2-5-16-15,-3 10-8 0,2-1 126 0,-1 3-75 16,3 2-38-16,-4-1 0 0,3 5 171 0,1 5-109 15,3-3-57-15,0 1-81 0,0-2 0 0,0-5 0 16,5 3 0-16,5-3 0 0,5-2 0 0,0-3 0 16,2-5 0-16,0-1 0 15,1-7 0-15,3 2 0 0,-3-8 0 0,2 1 0 0,-1-2 0 0,-1-6 0 16,3-3 0-16,-4 0 0 16,1 0 0-16,3-3 0 0,-4-13 0 0,2-7 0 15,-2-4 0-15,0-3 0 0,-4-4 0 0,0-2 0 16,0-5 0-16,-3 2 0 0,-3 1 0 15,0-7 0-15,-3 1 0 0,-2 3 0 0,1-2 0 0,-3 0 0 16,0 7 0-16,0-3 0 0,-9 5 0 0,0 2 0 16,-1 4 0-16,-2 4 0 0,1 4 0 0,-5 4 0 15,2 0 0-15,-2 5 0 0,-2 4 0 0,-1 3 0 16,2 2 0-16,-4 0 0 0,4 2 0 0,-1 0 0 16,-1 2 0-16,2 4 0 15,0 5 0-15,1-1 0 0,0-1 0 0,2 2 0 16,-2-2 0-16,5 2 0 0,1-2 0 0,1 0 0 15,2-2 0-15,1-1 0 0,4-1 0 0,1 0 0 16,-2-2 0-16,1-1 0 0,2 2 0 0,0 0 0 16,0-2 0-16,0 1 0 0,0 0 0 0,0 3 0 15,0 0 0-15,0 0-299 16,0 0-102-16,5 2 173 0,2 4-674 0,4-4 432 16,4 3 217-16</inkml:trace>
  <inkml:trace contextRef="#ctx0" brushRef="#br0" timeOffset="62376.6">16050 11699 3931 0,'-6'-3'0'0,"5"1"0"0,1 2 0 0,0 0 0 0,0 0 0 0,0 0 0 0,0 0 0 0,0 0 0 0,0 0 0 0,0 0 0 0,1 2 0 0,5 6 0 0,1 2 0 16,3-2 0-16,-3 2 0 0,1-3 0 0,2 4 0 15,-3-3 0-15,-1-1 0 0,-3-1 0 16,1-1 0-16,-2-1 0 0,-1-4 0 0,1 2 0 15,-2-2 0-15,0 0 0 0,0 0 0 16,0 0 0-16,0 0 0 0,-2-2 0 0,-3 1 0 16,1-3 0-16,-1 0-121 0,1 0 33 0,-1 2-1036 15</inkml:trace>
  <inkml:trace contextRef="#ctx0" brushRef="#br0" timeOffset="63215.99">16301 11296 2582 0,'-11'-4'0'0,"4"3"0"0,-1 1 0 16,1-2 0-16,3-1 0 0,2 3 0 0,2 0 0 0,0 0 0 0,0-1 0 0,0-1 0 0,7 0 162 0,11 0-62 0,5-1 274 0,-5 2-157 0,8-3-94 0,1 2-42 15,-1 1 211-15,1 1-292 0,1 0 0 0,-1 0 0 16,5 0 0-16,1 0 0 0,2 0 0 0,3 0 0 15,5 0 0-15,-8-2 0 0,13-4 0 0,-8-1 0 16,4 0 0-16,-3 1 0 0,-7 0 0 16,1 2 0-16,-5 0 0 0,-5 3 0 0,-1-1 0 0,-3 0 0 15,-6 2 0-15,-4 0 0 0,-3 0 0 16,-1 0 0-16,-5 0 0 0,0 0 0 16,0 0 0-16,-2 0 0 0,0 0 0 0,0 0 0 15,0 0 0-15,0 0 0 0,0 0 0 0,0 0-176 16,-6 0 31-16,1 0 52 0,-3-2-723 0,0-3 389 15,1-5 183-15,0-3-594 0</inkml:trace>
  <inkml:trace contextRef="#ctx0" brushRef="#br0" timeOffset="63456.21">16928 10969 2063 0,'-9'-4'0'0,"6"3"0"0,-1 1 0 0,4 0 0 0,-2 0 0 0,2 0 0 0,0 0 0 0,11 0 0 0,5 0 0 0,0 0 0 0,4 5 419 0,1 2-190 0,4 3-94 0,-1 0-49 15,-5-1 221-15,7 4-139 0,-3-2-64 0,-3 3-33 16,-3-3 59-16,2 3-45 0,-4 1 9 0,-4-1-54 16,-1 1-40-16,-4 2 0 0,-6 0 0 15,0 2 0-15,0 1 0 0,-14 2 0 16,-4 1 0-16,-3-2 0 0,-2 1 0 0,-1-1 0 16,1-6 0-16,-5 2 0 0,5-1 0 0,7-6 0 15,-5 2 0-15,4-5 0 0,2 1 0 0,2-3-653 16,2 1 105-16,0 0 250 0,-1 3-741 0</inkml:trace>
  <inkml:trace contextRef="#ctx0" brushRef="#br0" timeOffset="64025.28">16835 11743 2532 0,'-8'0'0'0,"6"0"0"0,-1 0 0 0,1 0 0 0,0 0 0 0,2 0 0 0,0 0 0 16,0 0 0-16,0-2 0 0,0-6 0 0,0-3 166 0,0-2-63 0,0 0-32 0,0 0-46 0,0 1 24 0,0-2-10 16,0 0 82-16,0 1-41 0,-4 2 0 15,-5-1-31-15,-1 3 157 0,-1 0-83 16,-1 2-42-16,-4 1 0 0,2 2 44 0,-4 0-125 0,2 3 0 16,-3 1 0-16,0 0 0 0,0 1 0 15,-3 10 0-15,4 1 0 0,-4 4 0 0,3 3 0 16,3-1 0-16,0 6 0 0,2 2 0 0,0 0 0 15,3 4 0-15,1 0 0 0,3 0 0 0,3 4 0 16,2-4 0-16,2-1 0 0,0 1 0 0,0-2 0 16,4-4 0-16,5-5 0 0,7 2 0 0,-2-6 0 15,5-2 0-15,6-4 0 16,0-4 0-16,0-5 0 0,1 0 0 0,-3 0 0 16,7-10 0-16,-7-7 0 0,-1-2 0 0,-1-6 0 15,-4 1 0-15,-2-4 0 0,-1-1 0 0,-5 3 0 16,0 1 0-16,-6 4 0 0,4 0 0 0,-5 1 0 15,-1 5 0-15,1 4 0 0,0 0 0 0,-2 6 0 16,0 1 0-16,0 2 0 0,0 0 0 0,0 0 0 16,0 2 0-16,0 0 0 0,0 0 0 0,0 0 0 15,2 12 0-15,-2 1 0 16,2 2 0-16,0 4 0 0,-1 0 0 16,1 0 0-16,0 5 0 0,2-4 0 0,1 1 0 0,3-3 0 15,-2-1 0-15,1-2 0 0,0 1 0 16,3-5 0-16,0-1 0 0,-1 1 0 0,1-6 0 15,-3 1 0-15,6-1 0 0,-3-2 0 0,0-3 0 0,3 0 0 16,1 0 0-16,0 0 0 0,2 0 0 16,-2-4 0-16,4-2 0 0,-2 1 0 0,3-1 0 0,0 0 0 15,3 2-740-15,3-1 172 16,-2 1 264-16</inkml:trace>
  <inkml:trace contextRef="#ctx0" brushRef="#br0" timeOffset="64367.67">17456 11564 3472 0,'-11'0'0'15,"1"0"0"-15,5 0 0 0,0 0 0 0,-1 0 0 0,4 0 0 0,-1 0 0 0,2-2 0 0,1 2 0 0,0-1 0 0,0 1 259 0,1 0-111 0,11 0-96 0,3 0-52 0,2 0 0 16,1 0 0-16,7 0 0 16,0 3 0-16,-1 1 0 0,3 0 0 0,-1 0 0 15,-4-2 0-15,6 2 0 0,-7-3 0 0,4-1 0 16,-3 0 0-16,-1 0 0 0,-2 0 0 0,-1 0 0 15,-2 0 0-15,-7 0 0 0,0 0-231 0,-3 0-7 16,0 0-768-16,-5 0 488 0,-1 2 241 0,0 4 118 16</inkml:trace>
  <inkml:trace contextRef="#ctx0" brushRef="#br0" timeOffset="64545.16">17623 11707 3053 0,'-18'9'0'0,"-1"4"0"0,2-3 0 0,2-2 0 0,6-3 0 0,1 1 0 0,2-4 0 0,3-2 0 15,3 2 0-15,0-2 0 0,0 2 135 0,3-1 561 0,9 1-649 0,3-2-47 0,0 0 0 16,2 0 0-16,0 0 0 0,-1 0 0 16,3 0 0-16,-2 0 0 0,-2 0 0 0,2 0 0 0,-4 2 0 15,0-2 0-15,1 2 0 16,-3-2 0-16,0 2 0 0,1-2 0 0,-2 0-24 16,4 0-1098-16,-3 0 543 0,4 0 269 0</inkml:trace>
  <inkml:trace contextRef="#ctx0" brushRef="#br0" timeOffset="64862.35">18166 11266 3288 0,'-5'-10'0'0,"1"5"0"0,1 1 0 0,2-2 0 0,1 1 0 0,0-1 0 0,0 2 0 16,0 1 0-16,8-1 0 0,5 0 0 0,4 0 131 0,5 3-47 0,4-2 344 0,3 1-428 0,10 2 0 0,1 0 0 15,3-1 0-15,2 1 0 0,0 0 0 16,-4 0 0-16,10 0 0 0,-8-2 0 16,2 2 0-16,-4 0 0 0,-5-2 0 0,2 0 0 15,-6 0 0-15,-2 0 0 0,-6 1 0 0,-3-1 0 16,-4-2 0-16,-6 2 0 0,-2-3 0 15,-5 4 0-15,0 0 0 0,-4-3 0 0,0 0-21 0,0-1-879 16,0-2 435-16,-10 0 214 0,-1 0 106 0</inkml:trace>
  <inkml:trace contextRef="#ctx0" brushRef="#br0" timeOffset="65096">18636 10954 3931 0,'-6'0'0'0,"1"0"0"0,-1 0 0 0,6 0 0 0,0 0 0 0,2-2 0 0,15 0 0 0,7 2 0 0,4 0 0 0,4 0 0 0,2 2 0 0,2 6 0 0,-1 3 0 0,-1 0 0 16,-2 3 0-16,-2 0 0 0,-4 1 0 0,-3 1 0 15,-7-2 0-15,-2 4 0 0,-3-2 0 16,-5 1 0-16,-4 2 0 0,-2 0 0 16,0 4 0-16,-17-3 0 0,-4 0 0 0,-5-1 0 15,-4 1 0-15,-6 0 0 0,-3-1 0 0,0 0 0 16,-5-1 0-16,-1 2 0 0,-2 2 0 0,0 0-140 15,2 2 26-15,0 1-859 0,11-3 458 0</inkml:trace>
  <inkml:trace contextRef="#ctx0" brushRef="#br0" timeOffset="65570.83">18547 11551 3931 0,'-5'0'0'0,"-4"0"0"0,-5 0 0 0,3 0 0 0,0-2 0 0,-2 2 0 0,3 0 0 0,-3 0 0 0,2 10 0 16,-4 7 0-16,3 3 0 0,3 4 0 0,2-1 0 0,-1 9 0 15,4 0 0-15,2 2 0 0,2 1 0 0,0 1 0 0,0-2 0 16,0 2 0-16,4-3 0 0,4-1 0 16,3-1 0-16,0-7 0 0,6 4 0 0,-2-5 0 15,4-5 0-15,0-2 0 0,1-4 0 0,-1-4 0 16,4 0 0-16,3-7 0 0,-2-1 0 0,1 0 0 15,1-1 0-15,1-15 0 0,-1-3 0 0,-2-2 0 16,0-3 0-16,-3 0 0 0,-2-2 0 16,-6 3 0-16,2-7 0 0,-3 2 0 15,-5 0 0-15,-1-2 0 0,-3-2 0 0,-1 0 0 0,0 0 0 16,-2 0 0-16,0 5 0 0,-2 0 0 16,-7 1 0-16,-2 7 0 0,-5-6 0 0,4 10 0 15,-4-2 0-15,0 2 0 0,-2 2 0 0,0 2 0 16,-1 2 0-16,0-1 0 0,3 4 0 0,-2 2 0 15,2 3 0-15,0 0 0 0,2 1 0 0,-2 0 0 16,4 0 0-16,0 0 0 0,1 6 0 0,0 5 0 16,-1-2 0-16,3 3 0 0,-2 2 0 0,3-1 0 15,-1 2 0-15,0 2 0 16,3-1 0-16,-2 2 0 0,2-1 0 0,3 2 0 16,-1-2 0-16,0 5 0 0,1-2 0 0,-1 5 0 15,1-3-388-15,0 3-166 0,3 1 258 0,0-1 120 16,0 5-416-16</inkml:trace>
  <inkml:trace contextRef="#ctx0" brushRef="#br0" timeOffset="65768.88">19297 12087 3931 0,'-1'-12'0'0,"1"10"0"0,0-2 0 0,0-3 0 0,0 4 0 16,0-2 0-16,0 4 0 0,0-3 0 0,0-1 0 0,1 2 0 0,5-3 0 0,3 1 0 0,2 1 0 0,-1-1 0 0,-3 1 0 0,0 1 0 16,1-1 0-16,-4 2 0 0,0-1 0 15,-2 2 0-15,0 1 0 0,-2 0-728 0</inkml:trace>
  <inkml:trace contextRef="#ctx0" brushRef="#br0" timeOffset="78440.82">8809 18094 1210 0,'-7'0'0'0,"0"0"0"0,-2 2 0 0,2-2 0 0,2 0 0 0,-1 0 0 0,3 0 0 0,-2 0 0 0,5 0 0 0,-2 0 0 0,2 0 107 0,0 0 32 0,0 0-74 0,0 0-1 0,0 0 1 16,0 0 24-16,0 0-24 0,0 1 15 15,0 5 176-15,0 0-96 0,0 0-48 0,0 1 0 16,0-2 127-16,0 0-71 0,0-2-60 0,0 0 75 16,0 0-59-16,0-2 0 0,0-1-60 0,0 3 218 0,0-1-167 15,0-1-115-15,0-1 0 0,0 5 0 0,0-5 0 16,0 1 0-16,0 1 0 15,0 1 0-15,0-1 0 0,0 3 0 0,0-4 0 16,0 4 0-16,0-4 0 0,0 3 0 0,0-2 0 16,0 2 0-16,0-3 0 0,0 2 0 0,0-2 0 15,0 1 0-15,0 0 0 0,0 2 0 0,0-2 0 16,0 1 0-16,0 1 0 0,0-1 0 0,0 3 0 16,0-2 0-16,0 0 0 0,0 0 0 0,2-1 0 15,1-1 0-15,-3 1 0 0,2 1 0 0,-1 0 0 16,1-2 0-16,1 2 0 15,-2-2 0-15,1 1 0 0,-2-2 0 0,2 0 0 16,-1 2 0-16,1-2 0 0,0 1 0 0,2-2 0 16,-1 2 0-16,4 0 0 0,0 0 0 0,0 0 0 15,2 0 0-15,1 0 0 0,1-1 0 0,-2 1 0 16,5 1 0-16,-1-2 0 0,1 1 0 0,0 0 0 16,4-2 0-16,-2 1 0 0,5 2 0 0,0-3 0 15,2 0 0-15,2 0 0 0,-4 0 0 16,5 0 0-16,0 0 0 0,-1 0 0 15,-1 0 0-15,3-3 0 0,-3 0 0 0,1 0 0 16,2-3 0-16,0 2 0 0,-1 0 0 0,0 0 0 16,-1 1 0-16,-2-1 0 0,4 0 0 0,0 2 0 15,-3-2 0-15,1 2 0 0,-1 0 0 0,-2 0 0 16,7 1 0-16,-3 1 0 0,2 0 0 0,2 0 0 16,-1 0 0-16,2 0 0 0,1 0 0 0,0 0 0 15,2 0 0-15,0 0 0 0,4 0 0 0,-1-3 0 16,8 2 0-16,-3 1 0 0,1-2 0 15,-2 2 0-15,1 0 0 0,-5 0 0 16,8 0 0-16,-2 0 0 0,-9 0 0 0,5 0 0 16,-3 0 0-16,-1 2 0 0,-1 2 0 0,1-1 0 15,-1 1 0-15,-3 0 0 0,3 2 0 0,0-2 0 16,1-1 0-16,-1 3 0 0,3 0 0 0,0 0 0 16,2-1 0-16,6 2 0 0,-5-1 0 0,1-3 0 15,-2 5 0-15,-5-2 0 0,6-1 0 16,-5 2 0-16,3-4 0 0,-1 1 0 15,1-1 0-15,3 1 0 0,-3-3 0 0,5-1 0 16,-1 0 0-16,0 0 0 0,6 0 0 0,-4 0 0 16,-3 0 0-16,10-1 0 0,-5-1 0 0,-3 0 0 15,-2 0 0-15,-6 1 0 0,4-3 0 0,-4 2 0 16,-1 1 0-16,-2 1 0 0,-4 0 0 0,-5 0 0 16,1 0 0-16,-3 0 0 0,-4 0 0 0,-1 0 0 15,-2 0 0-15,-5 0 0 0,2 0 0 0,-6 0 0 16,4 0 0-16,-6 0 0 15,-1 0 0-15,0 0 0 0,0 0 0 0,0 0 0 16,-2 0 0-16,0 0 0 0,0 0 0 0,0 0 0 16,0 0 0-16,0 0 0 0,0 0 0 0,0 0 0 15,0 0 0-15,0 0 0 0,0 0 0 0,0-3 0 16,0-1 0-16,0-3 0 0,0-1 0 0,0 1 0 16,0-2 0-16,-2 5 0 0,2 2 0 15,-4-1 0-15,2 3 0 0,-1 0 0 16,-7 24 0-16</inkml:trace>
  <inkml:trace contextRef="#ctx0" brushRef="#br0" timeOffset="82268.61">20463 18223 1455 0,'-4'-5'0'0,"4"3"0"0,0 0 0 0,0 2 0 0,0 0 0 0,0-2 0 0,0 0 0 0,0 0 0 0,0 2 0 0,2-3 0 0,0 3 77 0,3 0 131 0,-2 0-47 15,3 0-18-15,-3 0-66 0,3 0 146 0,-3 0-73 16,4 0 0-16,-2 0 32 0,4 0-18 0,4 0-87 16,4-2 0-16,6 0 155 0,-1-3-77 0,-1-1 18 15,7 3 50-15,-1-1-219 16,-3 0-4-16,3-1 0 0,-2 4 0 0,0 0 0 15,5-2 0-15,-2 3 0 0,2 0 0 0,0 0 0 16,4 0 0-16,2 0 0 0,6 0 0 0,-1 0 0 16,1 0 0-16,8 4 0 0,2 0 0 0,4 2 0 15,11-2 0-15,-2 1 0 0,4-1 0 16,8 1 0-16,11 2 0 0,-8-1 0 0,21 2 0 16,-9-1 0-16,-2 2 0 0,-3 0 0 15,-1 2 0-15,-13-4 0 0,10 4 0 0,-3 1 0 16,-2 0 0-16,-5 0 0 0,-1-3 0 0,1 0 0 15,-1-1 0-15,6-5 0 0,10 1 0 0,-1-4 0 16,-12 0 0-16,8 0 0 0,-1 0 0 0,1-1 0 16,-2-5 0-16,1-2 0 0,8 1 0 0,-19 0 0 15,3-1 0-15,-6 0 0 0,-3-1 0 0,-10 2 0 16,1-1 0-16,-5-3 0 0,-6 4 0 0,-8-1 0 16,-3-2 0-16,-4 3 0 0,-11 1 0 0,-4 2 0 15,-4-1 0-15,-3 3 0 16,-6 0 0-16,1 0 0 0,-1 0 0 0,-2 2 0 15,0-2 0-15,0 2 0 0,0 0 0 0,0 0 0 16,0 0 0-16,0-3 0 0,-2-1 0 0,-1 1 0 16,-3 1 0-16,-3-1 0 15,-3 2 0-15,-2 1 0 0,-4 0 0 0,-6 1 0 0,-2 9 0 16</inkml:trace>
  <inkml:trace contextRef="#ctx0" brushRef="#br0" timeOffset="82289.66">23998 18253 758 0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43:13.3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6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3T14:44:00.205"/>
    </inkml:context>
  </inkml:definitions>
  <inkml:trace contextRef="#ctx0" brushRef="#br0">16508 3113 2249 0,'-5'-1'0'0,"-1"-4"0"0,0 2 0 0,0 0 0 0,3 0 0 0,-1 0 0 0,2 1 0 0,1 0 0 0,1 2 0 0,0 0 0 0,0 0 119 0,0 0 222 15,0 0-155-15,0 0-73 0,0 0-35 0,1 0 254 16,7 0-146-16,2 0-61 0,4 0-48 0,-1 0 48 15,4-2-125-15,1 0 0 0,0 1 0 0,1-2 0 16,6 1 0-16,-4 1 0 0,4-1 0 0,3 0 0 16,2 0 0-16,2 0 0 15,4 1 0-15,6-2 0 0,1 1 0 0,-1-1 0 16,0 1 0-16,10-2 0 0,-3 3 0 0,-3-2 0 16,4 1 0-16,-5 1 0 0,-4 1 0 0,8 0 0 15,-6 0 0-15,-9 0 0 0,3 0 0 0,-1 0 0 16,-10 0 0-16,6 0 0 0,-9 0 0 0,-4 0 0 15,-2 0 0-15,-6 0 0 0,-1 0 0 0,-5 0 0 16,-1 0 0-16,-1 0 0 0,-1-2 0 0,-2-4-134 16,0-5 21-16,0-2-503 15,0-3 286-15,0-1 144 0,0-2-268 0,0-8 206 16,0 4 93-16</inkml:trace>
  <inkml:trace contextRef="#ctx0" brushRef="#br0" timeOffset="237.41">17445 2641 2655 0,'-15'0'0'0,"4"0"0"0,1 3 0 0,6 1 0 0,1-4 0 0,3 3 0 0,0 3 0 0,2 0 0 0,13 2 0 0,11 1 0 0,2 0 120 0,4 0 546 0,4 5-313 0,5-1-216 16,-7 0-137-16,11 2 0 0,-14 0 0 0,6 0 0 16,-7 4 0-16,-2-2 0 0,-8-1 0 0,3 5 0 15,-10-3 0-15,-3 2 0 0,-6-2 0 0,-3 3 0 16,-1 1 0-16,-12 1 0 0,-8 1 0 15,-10 1 0-15,-3-2 0 0,-3 1 0 0,1-5 0 0,-9 4 0 16,1-2 0-16,1-5 0 0,-3 3 0 16,2-1 0-16,3-1 0 0,-6 6 0 15,2-3-988-15,3 1 375 0</inkml:trace>
  <inkml:trace contextRef="#ctx0" brushRef="#br0" timeOffset="925.47">16783 3716 2780 0,'-4'0'0'0,"4"2"0"0,-2-2 0 0,2 1 0 0,0 1 0 0,0 1 0 0,2-3 0 0,5 1 0 0,6 3 0 0,1 1 0 0,2-1 247 0,3 1-94 16,2 1-62-16,6-1 131 0,-6 1-91 0,4 1-46 16,-1-1 137-16,-3-3-222 0,3 1 0 0,-1 1 0 15,-2-5 0-15,0 3 0 0,-1-3 0 16,-1 0 0-16,-1 0 0 0,-3 0 0 0,0-3 0 0,-1-2 0 15,-2-4 0-15,0 0 0 16,-3 0 0-16,-1-3 0 0,-1-1 0 0,1-2 0 0,-4 0 0 16,1-2 0-16,-1-1 0 0,-2 0 0 15,0 0 0-15,-1-3 0 0,-1 0 0 0,0 0 0 16,0 0 0-16,0 3 0 0,-1-1 0 0,-7 2 0 16,1 2 0-16,-5 2 0 0,1 2 0 0,-4 1 0 15,0 5 0-15,-4 1 0 0,1 0 0 0,-5 4 0 16,-2 0 0-16,1 0 0 0,-2 5 0 0,0 5 0 15,-1 5 0-15,1 0 0 0,0 4 0 0,0 1 0 16,-1 1 0-16,5 4 0 16,0 2 0-16,2 1 0 0,4-1 0 0,0 3 0 15,4 4 0-15,1 1 0 0,1 0 0 0,4 3 0 16,1-3 0-16,3 3 0 0,2-3 0 0,0 3 0 16,0-1 0-16,2 0 0 0,7-2 0 0,3-2 0 15,2 2 0-15,1-6 0 0,2-1 0 0,2-1 0 16,1-5 0-16,1 1 0 0,0-4 0 0,-1-2 0 15,0-5 0-15,2 6 0 0,-2-7 0 0,-1 1 0 16,0-4 0-16,1 0 0 0,1-2 0 0,-3 0 0 16,3-5 0-16,0-1 0 15,2 0 0-15,1 0 0 0,-1 0 0 0,3-7 0 16,-1-3 0-16,-1-1 0 0,0 2 0 0,-1-3 0 16,-4 3 0-16,1 0 0 0,-3 0 0 0,0 0-568 15,-2 0 17-15,-2 2 256 0,-1-1 119 0,-3-3-324 16,2-1 230-16</inkml:trace>
  <inkml:trace contextRef="#ctx0" brushRef="#br0" timeOffset="1170.68">17381 3962 3871 0,'-9'-3'0'0,"0"0"0"0,1-1 0 0,2 0 0 0,2-1 0 0,2 4 0 0,2 0 0 0,0-4 0 0,8 4 0 0,5-2 0 15,4 2 60-15,2 1-60 0,4 0 0 0,5 0 0 0,-3 0 0 0,6 0 0 16,-1 4 0-16,0 2 0 16,0-1 0-16,0 2 0 0,2 1 0 0,-4-3 0 15,-2 0 0-15,-3 0 0 0,2-4 0 0,-3 1 0 16,-3-2 0-16,-2 0 0 0,-2 0 0 0,-4 0-85 16,1-2-165-16,-5-5-500 0,0-2 355 0,-1-4 179 15,-2 0 88-15,-2-5-542 0,-2-1 320 0,0-3 156 16</inkml:trace>
  <inkml:trace contextRef="#ctx0" brushRef="#br0" timeOffset="1424.38">17733 3719 2262 0,'-20'0'0'0,"4"0"0"0,1 2 0 0,7-2 0 0,1 0 0 0,1 0 0 0,4 0 0 0,2 0 0 0,0 0 0 0,13 3 0 0,4-2 124 16,7 3 336-16,1 2-211 0,0 0-105 0,-1 3 263 15,0 1-184-15,-5-1-161 0,2 2-62 0,-1 2 0 16,-3 0 0-16,-2 0 0 0,-3 3 0 0,-1-3 0 15,-2 2 0-15,-3-3 0 0,-2 0 0 0,-2 1 0 16,0-1 0-16,-2-3 0 0,0 2 0 0,0-1 0 16,-9-2 0-16,-3-1 0 15,-3 0 0-15,0-1 0 0,-2 0 0 0,-4-3 0 16,0 3 0-16,-5 0 0 0,0-1 0 0,-4 2 0 16,0 3-317-16,0 1 122 0,-2 1 79 0,4 1-562 15,7-2 320-15,2 2 150 0,4 1-210 0,4-2 191 16,5 2 93-16</inkml:trace>
  <inkml:trace contextRef="#ctx0" brushRef="#br0" timeOffset="1958.52">17644 4270 1519 0,'4'6'0'0,"-2"2"0"0,-1-3 0 0,1-3 0 0,0 2 0 0,0-3 0 0,0-1 0 0,0 0 0 0,0 0 0 0,0 0 0 0,2 0 115 16,-1 0 248-16,-1-5-163 0,2-4-71 0,-2-1 149 15,0-1-120-15,-1-1-60 0,-1 2-30 16,0-1 66-16,0-1-37 0,0-1-11 16,-1 1-48-16,-5 3 168 0,-1-2-85 0,-5 2-40 15,3 1 8-15,-4 0 62 0,-2 5-151 0,0 1 0 16,-4 2 0-16,0 0 0 0,-1 0 0 0,-7 12 0 16,4-1 0-16,1 9 0 0,0 1 0 0,1 2 0 15,0 1 0-15,5 3 0 0,-2 0 0 0,4 3 0 16,2 0 0-16,3 0 0 0,1 0 0 15,5 0 0-15,3-2 0 0,0-2 0 0,0 1 0 0,0-2 0 16,3-5 0-16,6 1 0 16,1-5 0-16,3-3 0 0,0-1 0 0,3-4 0 15,0-3 0-15,3-5 0 0,2 0 0 0,1 0 0 16,1-11 0-16,-1-7 0 0,1-4 0 0,-1-2 0 16,-1-2 0-16,0 0 0 0,-5 1 0 0,0 1 0 15,-7 4 0-15,0 2 0 0,-1 3 0 0,-4 3 0 16,-2 2 0-16,0 0 0 0,-1 6 0 0,-1 0 0 15,0 2 0-15,0 1 0 0,0 1 0 0,0 0 0 16,0 0 0-16,0 0 0 0,0 10 0 0,0 1 0 16,-1 4 0-16,1 0 0 15,0 3 0-15,0 1 0 0,0 0 0 0,0 1 0 16,3 0 0-16,3-2 0 0,-1 1 0 0,2-3 0 16,4 2 0-16,-4-2 0 0,2-3 0 0,1 1 0 15,1-3 0-15,-2-1 0 0,3-1 0 16,-1-5 0-16,1 0 0 0,2-3 0 0,-1-1 0 0,4 0 0 15,0 0 0-15,4 0 0 0,0-3 0 16,-1-3-1084-16,8-6 391 0</inkml:trace>
  <inkml:trace contextRef="#ctx0" brushRef="#br0" timeOffset="2125.64">18119 4614 3931 0,'-5'11'0'16,"-1"-4"0"-16,2 1 0 0,1 0 0 0,-1-2 0 0,2 1 0 0,2-4 0 0,0 2 0 0,0 0 0 0,0 0 0 0,0-2 0 0,0-1 0 0,0-1 0 0,0 1 0 16,0-2 0-16,2 0 0 0,-2 0 0 0,0 0 0 15,0 0 0-15,0 0 0 0,0 0 0 0,0 2-306 16,0 0-198-16</inkml:trace>
  <inkml:trace contextRef="#ctx0" brushRef="#br0" timeOffset="15781.13">18705 3427 1998 0,'-7'-6'0'16,"5"5"0"-16,2-1 0 0,0 0 0 0,0 2 0 0,0-2 0 0,2 0 0 0,10 1 0 0,2-1 0 0,1-1 0 0,2 2 383 0,2 1-176 0,-1 0-84 0,5 0 90 0,-2 0-87 0,-1 0-43 16,1 0 9-16,0 1-57 0,1 4 4 15,-1-4 0-15,-2 1 0 0,1-2-214 0,-1 0 117 0,-1 0 43 16,-4 0 27-16,1 0-207 16,-5 0 118-16,-1 0 57 0,-2 0-716 0,0 0 333 15,-6 0 181-15</inkml:trace>
  <inkml:trace contextRef="#ctx0" brushRef="#br0" timeOffset="15879.55">18814 3688 391 0,'-13'17'0'0,"4"3"308"0,1-2-154 0,3-7-77 0,1-3-38 0</inkml:trace>
  <inkml:trace contextRef="#ctx0" brushRef="#br0" timeOffset="15991.84">18769 3780 3931 0,'10'4'0'0,"6"0"0"0,7-3 0 0,5-1 0 0,2 0 0 0,4 0 0 0,0 0 0 0,1 0 0 0,-1-4 0 0,0-1 0 15,-1 1 0-15,-4 1 0 0,-5-1 0 0,-1 2 0 0,-4 1 0 0,-4-1 0 16,-4 2 0-16,-1 0 0 0,-5 0 0 0,-3 0-58 16,0 0-313-16,0 0 176 0,-2 0-589 0,0 0 372 15,0-2 186-15,0 2 94 0</inkml:trace>
  <inkml:trace contextRef="#ctx0" brushRef="#br0" timeOffset="16713.5">19667 3527 2686 0,'-6'-4'0'0,"4"2"0"0,0 2 0 0,0-2 0 0,2 2 0 0,0 0 0 0,0 0 0 0,2 0 0 0,16 0 0 0,6 0 0 0,6 0 152 15,6 0-46-15,9 0 300 0,0-2-184 16,5 1-91-16,5-2 97 0,9 2-228 0,-11 1 0 0,16 0 0 16,-4 0 0-16,1 0 0 0,-1 0 0 0,-1 0 0 15,-9 0 0-15,15 0 0 16,-20 0 0-16,5 0 0 0,-4 0 0 0,-6 0 0 16,-10 0 0-16,4 0 0 0,-9 0 0 0,-7 0 0 15,-3 0 0-15,-8 0 0 0,-2 0 0 16,-4 0-44-16,-4-1-110 0,-2-3 21 0,0 1 46 0,-4-3-263 15,-10 3 145-15,-2 1 87 0,-3 0 40 0,-6 2-554 16,0 0 296-16,-4 0 148 0,-4 4 65 0</inkml:trace>
  <inkml:trace contextRef="#ctx0" brushRef="#br0" timeOffset="16907.36">19879 3698 2892 0,'-9'0'0'0,"7"0"0"0,0 0 0 0,2 0 0 0,0 0 0 0,-2 0 0 0,2 0 0 0,0 0 0 0,0 1 0 0,0 11 0 0,2 2 133 0,2 2 446 0,1 5-270 0,3 2-291 16,0 3-18-16,-1-2 0 16,0 7 0-16,1-1 0 0,-2 3 0 0,-1 2 0 15,-1 1 0-15</inkml:trace>
  <inkml:trace contextRef="#ctx0" brushRef="#br0" timeOffset="16952.48">19939 4153 394 0,'0'36'0'0,"0"0"0"0,0-4 0 0,-2-2 0 0</inkml:trace>
  <inkml:trace contextRef="#ctx0" brushRef="#br0" timeOffset="17016.66">19928 4362 2964 0,'-4'22'0'0,"1"-6"0"0,-1-3 0 0,2-3 0 0,-1-1 0 0,0-5 0 0,1-1 0 0,0-1 0 0,2-2 0 0,-2 0 0 0,2 0-86 0,0 0-579 0,0-2 313 0,0-3 147 16,2-6 87-16</inkml:trace>
  <inkml:trace contextRef="#ctx0" brushRef="#br0" timeOffset="17649.38">20160 3913 2020 0,'-12'-7'0'0,"3"3"0"0,-1 0 0 0,4 2 0 0,1-1 0 0,3 1 0 0,0 0 0 0,0 0 0 0,2 0 0 0,0 2 0 0,13-1 506 15,8-1-224-15,7 2-127 0,2-2 319 0,4 2-219 16,1-2-108-16,4 2-55 0,0 0-92 0,0 0 0 15,0-2 0-15,5 2 0 16,-8-1 0-16,1-2 0 0,-2 3 0 0,-5-2 0 0,-5 2 0 0,-2 0 0 16,-5 0 0-16,-6 0 0 0,-3 0-215 0,-5 0 115 15,-2 0-47-15,-1 0-670 0,-1 0 390 0,0-1 195 16,-3-4-349-16,-8 0 277 16,2-3 133-16,-3-3-266 0,1-4 199 0</inkml:trace>
  <inkml:trace contextRef="#ctx0" brushRef="#br0" timeOffset="17823.88">20597 3749 1697 0,'-10'-10'0'0,"4"2"0"0,1 5 0 0,3-1 0 0,0 1 0 0,2 3 0 0,0-2 0 0,0 2 0 0,6 0 0 0,7 0 0 0,4 0 442 0,0 0-203 0,3 0-90 0,-1 5-61 0,1 0 309 15,-2 4-180-15,-1-2-90 16,-2 2-44-16,-2 1 83 0,-4-1-69 0,-3-2-29 16,-1 4-56-16,-3 3 0 0,-2-1 26 0,0 1 10 15,-13 2-214-15,-4 0 102 0,-1 2 51 0,-1-4-379 16,-4 2 213-16,5-3 48 0,-3 0 70 0,1 1-642 15,-1-4 332-15,2 4 166 0,-1-3 84 16</inkml:trace>
  <inkml:trace contextRef="#ctx0" brushRef="#br0" timeOffset="18151.06">20436 4235 2506 0,'0'4'0'16,"0"-3"0"-16,0-1 0 0,0 0 0 0,0-4 0 0,0-8 0 0,0-1 0 0,1-3 0 0,3 1 0 0,-2-1 0 0,0 6 121 0,0-7-46 0,-1 4 67 16,-1 2-52-16,0 1-26 0,0 0 0 0,0 4 103 15,-7 0-69-15,-1 0-29 0,-1 4-1 0,-4 1 181 0,-1 1-105 0,2 0-70 16,-6 1-74-16,0 13 0 16,-1 2 0-16,3 3 0 0,-2 4 0 0,7-4 0 15,-2 8 0-15,3-2 0 0,9-5 0 0,-1 5 0 16,2-4 0-16,0-1 0 0,3-3 0 0,10-1 0 15,1-3 0-15,0-4 0 0,6-6 0 0,-1-1 0 16,3-2 0-16,0 0 0 0,1-9 0 0,-5-7 0 16,2 0 0-16,1-9 0 0,-5 3 0 15,-1 0 0-15,0-1 0 0,-6 7 0 16,1-2 0-16,-6 8 0 0,-1 1 0 0,-1 6 0 16,0-1 0-16,0 2 0 0,-2 2 0 0,0 0 0 15</inkml:trace>
  <inkml:trace contextRef="#ctx0" brushRef="#br0" timeOffset="18262.66">20550 4211 3931 0,'0'23'0'0,"0"-3"0"0,0 8 0 0,1-3 0 0,6 0 0 0,2-4 0 0,0 0 0 0,2-3 0 0,1-3 0 0,0-1 0 0,0-4 0 0,-1-4 0 0,0-4 0 16,1-2 0-16,-1 0 0 0,-2 0-222 0,-1 0-207 15,0-3 196-15,-3-5 97 16,-1-3-659-16,-1-3 383 0,-1 3 186 0,-2-6-219 16</inkml:trace>
  <inkml:trace contextRef="#ctx0" brushRef="#br0" timeOffset="18768.21">19902 3738 1557 0,'0'-7'0'0,"-2"1"0"0,-2 0 0 0,2 3 0 0,0-2 0 0,1 3 0 0,-1 0 0 0,0 0 0 0,2 0 0 0,0 0 0 0,0 2 466 15,0 0-214-15,0 0-98 16,0 0-63-16,0 0 260 0,2 0-156 0,3 6-79 16,1 5-39-16,-1 5 372 0,2 4-226 0,-2 6-223 0,-1 3 0 15,-2 7 0-15,1 4 0 0,-1 0 0 0,0 11 0 0,0-3 0 16,-1 3 0-16,-1 2 0 16,0-2 0-16,2-6 0 0,-2 10 0 0,0-11 0 15,2-3 0-15,-2-5 0 0,0-2 0 0,2-8 0 16,-2 1 0-16,3-5 0 0,-3-7 0 15,0-5 0-15,0-3 0 0,2-3 0 0,-2-2 0 0,0-2 0 16,0 0 0-16,0 0 0 0,0 0 0 0,0 0 0 16,0-2 0-16,0-4 0 0,0 2 0 0,0-1 0 15,0 0 0-15,0-1 0 0,0 4 0 16,0-5 0-16,1 2-675 0,5-1 70 16,5-1 284-16,2-4-379 0</inkml:trace>
  <inkml:trace contextRef="#ctx0" brushRef="#br0" timeOffset="19359.16">21017 3684 2455 0,'-2'-5'0'0,"0"1"0"0,1 2 0 0,-1-2 0 0,0 1 0 0,2 0 0 0,-2 2 0 0,2-1 0 0,0 0 0 0,0 2 0 0,0 0 119 0,0 0 287 0,0 0-185 15,0 0-91-15,0 0-45 0,2 8 263 0,2 5-181 0,-1 1-167 16,2 6 0-16,-3 5 0 0,-1 3 0 0,-1 1 0 15,0 6 0-15,0-1 0 0,0 8 0 0,0 0 0 16,0 1 0-16,0 0 0 16,0-4 0-16,0 12 0 0,0-6 0 0,0-1 0 15,0 0 0-15,0-1 0 0,2-6 0 0,0 10 0 16,0-13 0-16,0 4 0 0,0-2 0 0,-1-3 0 16,-1-1 0-16,0-2 0 0,0-3 0 0,0-5 0 15,0-1 0-15,0-4 0 0,0-6 0 0,0-1 0 16,0-5 0-16,0-1 0 0,0-2 0 0,-1-2 0 15,1 0 0-15,-2 0 0 0,0 0 0 0,0 0 0 16,-2 0 0-16,3-4 0 0,-4-7-104 0,3 0-385 16,0-8 225-16,1-6 114 0,1-1-425 0,0-5 259 15</inkml:trace>
  <inkml:trace contextRef="#ctx0" brushRef="#br0" timeOffset="19793.12">20411 2569 2696 0,'-2'0'0'0,"2"0"0"0,0 0 0 0,0 0 0 15,0 0 0-15,0 0 0 0,0 0 0 0,0 9 0 0,0 8 0 0,0 4 0 0,0 5 109 0,2 4 379 0,2 4-213 0,-1 11-123 0,-1-2 59 16,0 7-211-16,0 0 0 0,0 2 0 0,-2 0 0 15,0-2 0-15,0-3 0 0,0-4 0 0,0-7 0 16,0-1 0-16,1-1 0 0,-1-6 0 16,2-5 0-16,0-3 0 0,-2-3 0 15,2-5 0-15,-2-3 0 0,3-3 0 0,-3-4 0 16,0-2 0-16,0 0 0 0,0 0 0 0,0 0 0 16,0 0 0-16,0 0 0 0,0-2 0 0,0-1 0 15,0-2 0-15,0 1 0 0,0 3 0 0,0-1-793 16</inkml:trace>
  <inkml:trace contextRef="#ctx0" brushRef="#br0" timeOffset="22695.39">21444 3484 3038 0,'0'0'0'0,"0"0"0"0,0 0 0 0,0 0 0 0,0 0 0 0,0 0 0 0,0 0 0 0,0 0 0 0,0 0 0 0,0 0 0 0,0 0 122 0,0 0-42 16,3 2 87-16,2 1-65 0,-2 3-31 0,3-3-144 15,-2 3 51-15,-1-3 30 0,1 2 0 0,-1 0-414 16,-1-1 223-16,3-2 120 0,-3 2 46 0,1-3-805 15,1-1 392-15,3 0 196 0</inkml:trace>
  <inkml:trace contextRef="#ctx0" brushRef="#br0" timeOffset="22940.46">21752 3221 2962 0,'-8'-2'0'0,"8"2"0"0,0 0 0 0,-2 0 0 0,2 0 0 0,0 0 0 0,6-2 0 0,13-2 0 0,1 0 0 0,5 0 0 0,7 1 591 0,10-1-276 0,-1 2-252 16,5-1-63-16,5-2 0 15,2 4 0-15,2-2 0 0,-3 0 0 0,-1 0 0 16,0 3 0-16,-10 0 0 0,8 0 0 0,-14 0 0 16,-1 0 0-16,-4 0 0 0,-7 0 0 0,-3 0 0 15,-3 0 0-15,-8 0-553 0,-1 0 146 0,-3 0 178 16,-2 0 96-16,-1 0-532 0,-2 0 319 0,0 0 153 15,0-4-363-15</inkml:trace>
  <inkml:trace contextRef="#ctx0" brushRef="#br0" timeOffset="23182.48">22430 2952 2773 0,'-15'0'0'0,"1"0"0"0,5 0 0 0,-2 0 0 0,3 0 0 0,3 0 0 0,1 0 0 0,4 3 0 0,0 2 0 16,2 2 0-16,15 4 307 0,1-1-124 0,11 2-78 15,-1 0-32-15,2 1 372 0,0 0-400 0,-2-1-45 0,-1-1 0 0,3 4 0 16,-6-2 0-16,-2 0 0 16,-6 1 0-16,-2 1 0 0,-2 0 0 0,-6 0 0 15,-3-2 0-15,-3 1 0 0,0 1 0 0,-5 1 0 16,-11-1 0-16,-2 0 0 0,-5-2 0 0,2-2 0 16,-2 0 0-16,4-2 0 0,-4-1 0 15,3 0-160-15,-3-1-209 0,-2 5 164 0,2-1-593 0,2 5 379 16,-6 2 181-16,1 4-510 0</inkml:trace>
  <inkml:trace contextRef="#ctx0" brushRef="#br0" timeOffset="23785.47">22295 3769 2593 0,'0'0'0'0,"0"0"0"0,0 0 0 0,0 0 0 0,3-5 0 0,3-5 0 0,-1-3 0 0,4 0 0 0,-2-2 0 0,-2-2 0 0,3-2 125 0,-2 2-48 0,-4-1 116 0,1 0-78 16,-1 1-37-16,-2-2 92 0,0 3-56 0,0 1-43 15,-2 0 1-15,-8 0 144 0,1 1-109 0,-3 3-107 16,-2 2 0-16,-3 0 0 0,0 3 0 0,1 2 0 16,-3 2 0-16,-1 2 0 0,0 0 0 0,-1 0 0 15,2 6 0-15,1 7 0 0,-3 2 0 0,3 4 0 16,-1 4 0-16,1 1 0 0,4 2 0 0,-2 3 0 15,4 2 0-15,-1 1 0 0,3-1 0 0,4 4 0 16,3-3 0-16,-1-1 0 0,4 0 0 16,0-6 0-16,0 5 0 0,4-6 0 15,5-3 0-15,1-1 0 0,3-2 0 0,1 0 0 16,0-3 0-16,0-4 0 0,4-4 0 0,-4-1 0 16,4-2 0-16,-2-4 0 0,3 0 0 0,2-3 0 15,-1-11 0-15,1-5 0 0,2-6 0 0,0 1 0 16,0-4 0-16,0-2 0 0,2 2 0 0,-4-2 0 15,-1 3 0-15,-6 6 0 0,-4 0 0 0,0 4 0 16,-7 4 0-16,2 2 0 0,-3 1 0 16,-2 3 0-16,0 4 0 0,0 1 0 15,0 0 0-15,-2 2 0 0,-6 0 0 0,0 0 0 16,1 11 0-16,0 5 0 0,0-1 0 0,4 3 0 16,1 4 0-16,0 0 0 0,2 2 0 0,0-2 0 15,0 5 0-15,2-7 0 0,5 1 0 0,5 0 0 16,-5 0 0-16,4-4 0 0,1-1 0 0,-3 0 0 15,2-3 0-15,1-3 0 0,-1 0 0 0,3-4 0 16,-4-1 0-16,3 0 0 0,-1-5 0 0,-1 0 0 16,5 0 0-16,-6 0 0 15,1 0 0-15,1 0 0 0,-3 0 0 0,0-3 0 16,0 1 0-16,-2 1 0 0,-2-1 0 0,1 0 0 16,-1 2 0-16,2 0-441 0,0 0 191 0,0 0-818 15,1 0 515-15,5 0 257 0</inkml:trace>
  <inkml:trace contextRef="#ctx0" brushRef="#br0" timeOffset="24027.12">22872 4069 3373 0,'0'3'0'0,"0"-2"0"0,0-1 0 0,0 2 0 0,0-2 0 0,0 0 0 0,0 0 0 0,-2 0 0 0,2 0 0 0,0 0 0 0,0 0 558 16,0 0-558-16,0 0 0 0,0 0 0 15,0 2 0-15,0-2 0 0,0 0 0 0,0 0 0 0,2 0 0 0,-1 0 0 16,1 0 0-16,0 0 0 16,0 0 0-16,0 0 0 0,0 0 0 15,-1 0 0-15,-1 0 0 0,0 0 0 16,0 0 0-16,2 0 0 0,-2 0 0 0,0 0-124 0,0 0-372 16,0 0 229-16,0 0 104 15</inkml:trace>
  <inkml:trace contextRef="#ctx0" brushRef="#br0" timeOffset="26476.6">22627 4618 1735 0,'0'-4'0'0,"0"3"0"0,-1-3 0 0,1 1 0 0,0 2 0 0,0-1 0 0,0 1 0 0,0 1 0 0,0 0 0 0,0 0 0 0,0 0 80 0,0 0 306 0,0 0-179 0,0 0-84 15,0 0-43-15,0 1 245 0,0 9-144 16,0 0-61-16,0 3 239 0,1 3-161 0,1 4-79 0,0 5-101 15,-2 1-18-15,2 3 0 16,-2 1 0-16,0 9 0 0,0 4 0 0,0-2 0 16,2 6 0-16,-1-7 0 0,1 14 0 0,0-5 0 15,2 2 0-15,-1 0 0 0,2-3 0 0,-1 0 0 16,-1 0 0-16,1-11 0 0,0 3 0 0,-1-5 0 16,1-4 0-16,-2 0 0 0,-1-8 0 0,1-1 0 15,-2-3 0-15,0-4 0 16,0-5 0-16,0 0 0 0,0-7 0 0,0 0 0 15,0-2 0-15,0-1 0 0,-2 0 0 0,1 0 0 0,-3-10-439 0,4-4 66 16,0-8 167-16,0-3-630 16,0-4 389-16,5-13 209 0,9 0 100 0</inkml:trace>
  <inkml:trace contextRef="#ctx0" brushRef="#br0" timeOffset="26717.67">22842 4796 3199 0,'-9'-1'0'0,"4"-2"0"0,1 3 0 0,2 0 0 0,-1 0 0 0,3 0 0 0,0 0 0 0,3 0 0 0,15-1 0 0,5-2 0 0,6 1 710 0,3 1-688 15,13-2-22-15,-2 1 0 0,-1-3 0 0,12-2 0 16,-3 1 0-16,2 1 0 0,-3-2 0 0,1 1 0 16,-8 2 0-16,8-1 0 0,-16-1 0 0,2 2 0 15,-3 0 0-15,-6 0 0 0,-7 1 0 0,0 3 0 16,-10-3-82-16,-2 2-364 0,-2-2 181 15,-5 3-523-15,-1-1 365 0,-1-5 198 16,0-3 93-16,-1-2-402 0,-9-2 248 0,-1-5 124 16,2 1 52-16</inkml:trace>
  <inkml:trace contextRef="#ctx0" brushRef="#br0" timeOffset="26920.23">23508 4557 2210 0,'-17'-10'0'0,"2"2"0"0,-2 3 0 0,2 1 0 0,2-1 0 0,4 4 0 0,3-1 0 0,0-1 0 0,4 3 0 0,2 0 0 0,0 0 309 0,2 0-125 0,14 0-78 0,2 6 393 16,7 3-230-16,-1 0-115 0,3 1 46 0,1 0-200 15,-3 3 0 1,0 0 0-16,0 3 0 0,-9-3 0 0,1 4 0 0,-3 0 0 16,-3 0 0-16,-6-1 0 0,-3 3 0 0,-2 0 0 15,0 0 0-15,-3-2 0 0,-10-1 0 0,-6 1 0 16,-2-2 0-16,-1-1 0 0,-3-1 0 0,4-4 0 16,-7 4 0-16,3-3 0 15,2 1-430-15,-2 0 181 0,0 0 106 0,-1 4-735 0,-2 3 425 0,-3 2 207 16</inkml:trace>
  <inkml:trace contextRef="#ctx0" brushRef="#br0" timeOffset="27433.15">23026 5235 1909 0,'0'-5'0'0,"0"0"0"0,-2-3 0 0,2 2 0 16,-2 2 0-16,2 1 0 0,-3 1 0 0,3 0 0 0,0 1 0 0,0-1 0 0,0 2 151 0,0 0-62 0,0 0 412 0,0 0-232 0,0 5 285 15,0 3-258-15,7-1-134 0,4 2-162 16,1 0 0-16,4 1 0 0,0 0 0 0,3-3 0 16,2 1 0-16,4-3 0 0,-7-1 0 15,5-2 0-15,0-1 0 0,-1-1 0 0,-1 0 0 0,-2 0 0 16,-3 0 0-16,1 0 0 15,-2-3 0-15,-1-5 0 0,-3-1 0 0,-4-1 0 0,0-1 0 16,-2 0 0-16,-3-2 0 0,-1 0 0 16,-1-2 0-16,0-3 0 0,-1 4 0 0,-8-3 0 15,-2 2 0-15,-1 0 0 0,-4 2 0 16,2 1 0-16,-6 3 0 0,1 1 0 0,-3 7 0 16,0-2 0-16,-5 3 0 0,-1 0 0 0,0 15 0 0,-2 1 0 0,-2 3 0 15,3 6 0-15,1 0 0 16,5 3 0-16,2 1 0 0,6 0 0 15,3 3 0-15,5 1 0 0,5-1 0 0,2-2 0 16,0 0 0-16,4-5 0 0,7 4 0 16,4-2 0-16,2-4 0 0,2 0 0 0,0-2 0 15,1-2 0-15,1-4 0 0,-2-2 0 0,1-1 0 16,1-3 0-16,0-2 0 0,-3-2 0 0,3-2 0 16,-3-3 0-16,3 0 0 0,0 0 0 0,4-3 0 0,-3-4 0 15,2-4 0-15,-3 1-416 16,6-3-123-16,-4 0 251 0,2-2 125 0</inkml:trace>
  <inkml:trace contextRef="#ctx0" brushRef="#br0" timeOffset="27816.18">23392 5374 3823 0,'-19'0'0'0,"2"0"0"0,4 0 0 0,2 0 0 0,4 0 0 16,4 0 0-16,3 0 0 0,0 0 0 0,12 0 0 0,7 0 0 0,3 0 108 0,6 0-108 0,-3 0 0 0,1 0 0 0,1 0 0 15,3 0 0-15,-5 0 0 0,5 0 0 0,-2 3 0 0,-7-2 0 16,3 1-17-16,-3-2-72 0,0 0-715 16,-5 0 335-16,0 0 229 0,-5 0 42 0,1 0-480 0,-5 0 311 15,0-6 170-15,-3-3 80 0,-2-2-264 16,-2-2 176 0,0 1 102-16,0 1 37 0,-4-2 66 0,0 1 0 0,-5 1 0 0,2 0 0 15,1 6 0-15,-2-3 0 0,1 0 0 0,3 3 532 0,1 1-304 16,3 0-132-16,0 2-66 15,0 1 649-15,0-1-326 0,9 2-158 0,4 0 189 16,0 0-174-16,2 0-87 0,2 5-33 0,-1 7 209 16,2-3-130-16,-2 0-66 0,0 3-34 0,-4-3 108 15,0 5-62-15,-3-4-43 0,-3 2-65 0,-2 0-7 0,-3 0 0 16,-1 0 0-16,0 1 0 0,-5-2 0 0,-4 0-236 16,-7-2 97-16,4 4 88 0,-3-7 44 15,-1 3 16-15,2-1-674 0,-2 0 282 0,2 1 173 16,-4 2-451-16,4 3 312 0,-3-1 147 15,2 2-156-15,0 2 161 0</inkml:trace>
  <inkml:trace contextRef="#ctx0" brushRef="#br0" timeOffset="28211.65">23664 5698 1905 0,'3'2'0'0,"2"-2"0"0,-3 0 0 0,1 0 0 0,-1-7 0 0,0-4 0 0,0 0 0 0,0-2 0 0,-1 0 0 0,1 0 0 0,-2 1 371 0,0-3-167 0,0 2-83 15,0 5-33-15,-3-5 205 0,-5 8-129 0,-4-1-63 16,1 3-32-16,-1 1 240 0,-6 2-128 0,2 0-76 0,-1 7-85 16,-3 5-20-16,2 5 0 15,5-3 0-15,0 4 0 0,2 2 0 0,3-1 0 16,2 1 0-16,4-2 0 0,2 2 0 0,0-2 0 0,0-2 0 0,2 0 0 16,6-4 0-16,3-2 0 0,2-3 0 15,3-3 0-15,0-3 0 16,1-1 0-16,0 0 0 0,-2-2 0 0,0-11 0 0,0 0 0 15,-6 0 0-15,1 2 0 0,-2-2 0 0,-5 5 0 16,1-1 0-16,-2 2 0 16,0 2 0-16,-2 2 0 0,0 1 0 0,0 0 0 0,0 2 0 15,0 0 0-15,0 0 0 0,0 7 0 16,0 5 0-16,0 2 0 0,0 0 0 0,0-1 0 0,3 0 0 16,5 0 0-16,2 0 0 0,1-4 0 0,1-3 0 15,4-3 0-15,0-3 0 0,3 0-119 16,1 0-270-16,0-2 176 0,1-7 78 0,3-4 54 15,-3-1-685-15,1-2 365 0,1-2 181 16,-2-4 92-16,0-1-551 0</inkml:trace>
  <inkml:trace contextRef="#ctx0" brushRef="#br0" timeOffset="28668.54">24250 4539 2430 0,'-4'-12'0'0,"0"7"0"0,1-3 0 0,1 1 0 0,0 3 0 0,2 0 0 0,-2 3 0 0,2 0 0 0,0 1 0 16,0 0 0-16,0 0 501 0,0 0-233 0,0 0-106 0,0 1 334 0,0 8-422 16,0 3-74-16,0 1 0 15,0 3 0-15,-2 0 0 0,2 5 0 0,-1 4 0 16,-1 1 0-16,0 2 0 0,0 3 0 0,-1 1 0 0,1 3 0 15,2 1 0-15,0 2 0 16,-1 5 0-16,1-8 0 0,0 11 0 0,0-7 0 0,0-3 0 16,0 2 0-16,0 7 0 0,0-10 0 0,0 9 0 15,0-4 0-15,0 2 0 0,-4 1 0 0,-1-2 0 16,1-1 0-16,-2 9 0 0,-1-4 0 0,1-2 0 16,0 2 0-16,1-2 0 0,1-5 0 0,1 9 0 15,1-5 0-15,0-5 0 0,0 0 0 16,2-1 0-16,0-8 0 0,0 4 0 0,0-9 0 15,0-1 0-15,0-3 0 0,0-8 0 16,0 0 0-16,0-1 0 0,0-7 0 0,0 1 0 0,0-4 0 16,0 0 0-16,0 0 0 0,0 0 0 15,0 0 0-15,0 0 0 0,0 0 0 0,0 0 0 16,-3 0 0-16,1-2 0 0,1-1 0 16,-3 0 0-16,4-3 0 0,0-3 0 0,0 0 0 15,0-2-843-15,0-6 360 0,2-3 223 0,8-5 112 0</inkml:trace>
  <inkml:trace contextRef="#ctx0" brushRef="#br0" timeOffset="28872.95">24616 5152 3931 0,'-4'-12'0'0,"4"8"0"0,0 0 0 0,0-1 0 16,2-1 0-16,8 5 0 0,1-5 0 0,3 3 0 0,6 2 0 0,4-4 0 0,3 3 0 0,-3-1 0 0,4 3 0 0,2 0 0 0,-2 0 0 0,-5 0 0 0,1 0 0 0,-1 0 0 16,-6 0 0-16,0 4 0 15,-6 0-195-15,-2 2-959 0,-4 1 593 0,0 3 190 0</inkml:trace>
  <inkml:trace contextRef="#ctx0" brushRef="#br0" timeOffset="29023.86">24621 5461 3931 0,'-19'13'0'0,"5"2"0"0,5-6 0 0,5-3 0 0,4 0 0 0,0-1 0 0,9 0 0 0,16-2 0 0,5-3 0 0,12 0 0 0,6 0 0 0,5-2 0 0,1-4 0 16,0-1 0-16,1-1 0 0,-2 3 0 0,-1 3-321 16,-3 0-56-16,-10 2 216 0,9 0 93 0</inkml:trace>
  <inkml:trace contextRef="#ctx0" brushRef="#br0" timeOffset="30158.14">25648 5192 2984 0,'-13'0'0'0,"3"0"0"0,2 0 0 0,4 0 0 0,1 0 0 0,3 0 0 0,0 3 0 0,6 1 0 0,18-3 0 0,10-1 0 0,3 0 649 16,12 0-351-16,5 0-298 0,0-1 0 0,14-3 0 0,-6 1 0 15,-5 2 0-15,14-1 0 0,-9-1 0 0,-7 3 0 16,3 0 0-16,-5 0 0 0,-9 0 0 0,6 5 0 16,-17-1 0-16,1 3 0 0,-4-2 0 0,-9 1 0 15,-4 1 0-15,-6-4 0 0,-3 2 0 16,-6-1-640-16,-2 4 240 0,0-1 171 0,-16 2 102 0,-8 1-559 16,2 1 325-16,-4 0 162 15,-1 1 81-15</inkml:trace>
  <inkml:trace contextRef="#ctx0" brushRef="#br0" timeOffset="30383.76">25749 5435 1233 0,'-19'2'0'0,"9"1"0"0,1 1 0 0,4 1 0 15,-2 1 0-15,7 6 0 0,0 0 0 0,0 12 0 0,3 0 0 0,3 6 0 0,3 4 1625 0,-1 3-785 0,5 10-607 0,-6-2-233 0,0 1 0 16,-1 0 0-16,0 3 0 0,-2-7 0 15,0 8 0-15,-3-7 0 0,1-1 0 0,-2-7 0 16,0 1 0-16,2-6 0 0,-2 2 0 0,0-11 0 16,0-2 0-16,1-9 0 0,-1 0 0 0,3-6 0 15,-3-3-29-15,1-1-919 0,3 0 455 0,4-10 229 16,1-11 113-16,0-6-665 0</inkml:trace>
  <inkml:trace contextRef="#ctx0" brushRef="#br0" timeOffset="30681.03">25844 5668 3313 0,'-14'-3'0'0,"2"0"0"0,2 1 0 0,4 0 0 0,0 2 0 0,6-2 0 0,0 0 0 0,6 0 0 16,16 0 0-16,2 1 0 0,8-1 404 0,8 0-190 0,-3 0-214 0,12 2 0 0,-2 0 0 16,0 0 0-16,0 0 0 0,-11 0 0 0,4 2 0 15,-2 3 0-15,-3 3 0 0,-5 0 0 0,-4-1 0 16,-5 1 0-16,2-1 0 15,0-2 0-15,-4 2 0 0,-1-4 0 0,0-1 0 16,-1 0 0-16,-2-2 0 0,0 0 0 0,-2 0 0 16,-2 0 0-16,-2 0 0 0,-3-4 0 0,0 1-112 15,-3-1-109-15,0-2 92 0,-3-2 47 0,0 3-163 16,-3 1 95-16,-6-1 62 0,-2 2-294 0,-2-2 173 16,1 3 86-16,-3-2-323 0,0 2 194 0,2 0 113 15,-2 1 51-15,0-1-164 16,6 0 108-16,-3-2 53 0,1-2 18 0,4 1-248 0</inkml:trace>
  <inkml:trace contextRef="#ctx0" brushRef="#br0" timeOffset="30938.81">26338 5548 1998 0,'-9'0'0'0,"0"0"0"0,1 0 0 15,-3 0 0-15,2 0 0 0,-1 0 0 0,1-2 0 0,1-1 0 0,3 2 0 0,3-1 0 0,0 2 105 0,-1 0 566 16,3 0-317-16,0 0-158 0,3 0-80 0,7 0 374 0,7 0-489 15,3 2-1-15,3 4 0 16,0 1 0-16,1 0 0 0,-2 1 0 0,4 1 0 0,-9 1 0 0,5 0 0 16,-2-2 0-16,-4 2 0 0,-3-1 0 0,2-1 0 15,-5 1 0-15,-2-2 0 0,-4 1 0 0,1 0 0 16,-5-1 0-16,0 1 0 0,0 1 0 16,-5-1 0-16,-7 1-39 0,-3 0-80 15,-2-2 20-15,-4 4-409 0,-4 0 236 0,3-2 118 16,-4 0 58-16,2 2-245 0,-4 1 157 0,-2 4 73 15,0-1-499-15,-1 3 286 0</inkml:trace>
  <inkml:trace contextRef="#ctx0" brushRef="#br0" timeOffset="31364.98">26203 6052 2051 0,'10'2'0'0,"3"0"0"0,-3-2 0 0,0 0 0 0,0 0 0 0,-5 0 0 0,3-6 0 0,-2-1 0 0,-3-2 0 0,2-2 0 0,-2 3 390 15,-1-5-177-15,0 2-88 0,-2-2-44 0,0 0 165 16,0-2-109-16,0 3-51 0,-2 1 58 0,-6 0-53 16,-1-1-28-16,-1 3 10 0,-3 2 126 0,-1 1-167 15,-7 2-32-15,0 4 0 0,-1 0 0 0,-5 1 0 16,-1 13 0-16,3 5 0 0,-2 1 0 0,5 3 0 16,4 3 0-16,1 2 0 0,4 1 0 0,6 1 0 15,2-2 0-15,5-2 0 16,0 0 0-16,0-6 0 0,8 2 0 0,7-5 0 15,6-1 0-15,0-6 0 0,1-5 0 0,0-2 0 16,6-3 0-16,-3 0 0 0,-2-6 0 0,1-6 0 16,-3-4 0-16,-6 1 0 0,2-5 0 0,-4 2 0 15,-3 2 0-15,-1 2 0 0,-6 3 0 0,1 1 0 16,-3 4 0-16,-1 1 0 0,0 3 0 0,0 1 0 16,0-2 0-16,0 3 0 0,-3 0 0 0,1 14 0 15,2-1 0-15,0 2 0 16,0 2 0-16,2-1 0 0,8 1 0 0,5-2 0 15,4 3 0-15,3-8 0 0,2-2 0 0,-1-4 0 16,7-2 0-16,-2-2 0 0,-1 0 0 0,-1 0 0 16,-4 0-260-16,6-6 79 0,-6-3 62 0,-2 0-724 15,4-6 404-15,-5 0 201 0</inkml:trace>
  <inkml:trace contextRef="#ctx0" brushRef="#br0" timeOffset="31671.81">26793 5665 3111 0,'0'-20'0'0,"0"9"0"0,0 0 0 0,0-1 0 0,0 3 0 0,0 4 0 0,0 0 0 0,-2 4 0 0,2-1 0 0,0-1 0 0,0 3 231 0,0 0 358 0,0 0-589 0,0 0 0 16,0 0 0-16,0 6 0 0,0 2 0 0,0 1 0 16,2 3 0-16,-1 2 0 0,2 1 0 0,-1 5 0 15,-1-2 0-15,-1 3 0 16,0 4 0-16,0 4 0 0,0 0 0 0,0 0 0 15,0 2 0-15,0 2 0 0,0 2 0 0,0 0 0 16,0 1 0-16,0-1 0 0,-1 1 0 0,-1-1 0 16,2-1 0-16,0 2 0 0,0-3 0 0,0 0 0 15,0-1 0-15,0 0 0 0,0-6 0 0,2 4 0 16,0-4 0-16,1-9 0 0,1 2 0 16,-2-8 0-16,0 1 0 0,0-3-75 0,-2-3-6 15,0-3-852-15,0 0 448 0,0-3 224 0,-4 0-254 0</inkml:trace>
  <inkml:trace contextRef="#ctx0" brushRef="#br0" timeOffset="32003.44">26218 4329 3931 0,'-2'-4'0'0,"2"4"0"16,0 0 0-16,0 0 0 0,2 5 0 0,2 9 0 0,4 2 0 0,-3 4 0 0,3 2 0 0,-1 7 0 0,1 1 0 0,-2 6 0 0,-1-1 0 0,-1 2 0 15,-1 8 0-15,-1-10 0 0,-2 11 0 0,0-6 0 16,0-7 0-16,0 4 0 0,0-5 0 0,0-5 0 16,0 6 0-16,0-16 0 0,0 5 0 0,0-6 0 15,0-8-518-15,0 2-49 0,0-6 267 0,0 2-259 16,2-2 259-16</inkml:trace>
  <inkml:trace contextRef="#ctx0" brushRef="#br0" timeOffset="32231.7">27191 5144 3931 0,'-7'-10'0'0,"7"10"0"0,-2-2 0 0,2 2 0 0,0 0 0 0,0 0 0 0,0 0 0 0,0 0 0 0,0 0 0 0,2 4 0 0,4 2 0 15,1 1 0-15,0 1 0 0,1 1 0 0,0 0 0 16,-4 0 0-16,3-2-79 0,-2 2-187 0,1-2 147 16,-1-1 77-16,0 2-992 0,0-1 499 0,0-1 250 15</inkml:trace>
  <inkml:trace contextRef="#ctx0" brushRef="#br0" timeOffset="32556.99">27869 4792 3213 0,'-4'-15'0'0,"-1"9"0"0,5 5 0 0,-2 1 0 0,2 0 0 0,0 0 0 0,-1 0 0 0,1 11 0 0,0 8 0 0,0 4 0 0,0 6 418 0,0 5-191 16,1 8-154-16,1 0-73 0,0-2 0 0,0-4 0 16,2 11 0-16,-3-4 0 0,0-2 0 0,4-1 0 15,-3 1 0-15,-2-7 0 16,3 5 0-16,-1-3 0 0,0-4 0 0,0-2 0 0,-2-6 0 0,2-3 0 0,-2-2 0 16,2-8 0-16,0 0 0 15,0-5-187-15,2-2 26 0,1-2 58 0,2-2-626 16,3 0 346-16,0-9 174 0,0-9 86 0,4-3-553 0</inkml:trace>
  <inkml:trace contextRef="#ctx0" brushRef="#br0" timeOffset="32755.55">28015 4964 3203 0,'-2'-4'0'0,"-4"0"0"0,6 2 0 0,0 0 0 0,0-3 0 0,4 1 0 0,14-2 0 0,8 1 0 0,6 5 0 0,8-2 0 0,8-2 383 15,7 0-174-15,1 2-77 0,10-1-128 0,-5-3-4 0,-10 2 0 0,5 0 0 16,-3 3 0-16,-11-2 0 0,-2 3 0 0,3 0 0 16,-9 0 0-16,-4 0 0 0,-4 0 0 0,-6 0-696 15,-1 0 192-15,-6 0 248 0,-3 3 125 0,-5-2-404 16,-3-1 249-16</inkml:trace>
  <inkml:trace contextRef="#ctx0" brushRef="#br0" timeOffset="32949.33">28506 4750 2637 0,'0'-8'0'0,"4"1"0"0,11-5 0 0,2 0 0 0,6 3 0 0,0 2 0 16,6 3 0-16,2 2 0 0,3 2 0 0,-1 0 0 0,3 4 697 0,-3 9-331 0,-3 2-165 0,-1 3-171 16,-4 0-30-16,-5 2 0 0,0 3 0 0,-5 2 0 0,-5-1 0 0,-3-2 0 15,-6 6 0-15,-1-1 0 16,0-1 0-16,-5-4-2 0,-8 3-3 0,-4-2-872 15,-6 1 312-15,1-2 270 0</inkml:trace>
  <inkml:trace contextRef="#ctx0" brushRef="#br0" timeOffset="33358.75">28581 5392 2072 0,'7'1'0'0,"5"-1"0"0,1 0 0 0,-2 0 0 0,-4-6 0 0,0-7 0 0,-2 0 0 0,0-3 0 15,-3-1 0-15,0 0 0 0,0-1 152 0,-2 0-57 0,0-1 308 0,0 3-184 0,-6-1-91 16,-4 1-37-16,2 4 205 0,-4 1-130 0,0 1-65 16,-4 6 62-16,-2 2-118 0,-7 2-45 0,-5 0 0 15,1 13 0-15,-1 6 0 0,1 2 0 0,0 3 0 16,3 2 0-16,5 3 0 0,3 0 0 16,6-1 0-16,4 1 0 0,5-3 0 0,3-6 0 0,0 1 0 15,0-1 0-15,3-4 0 16,12-2 0-16,0-7 0 0,7-2 0 0,4-5 0 15,-1 0 0-15,3-2 0 0,-1-7 0 0,0-6 0 16,-7 0 0-16,7-6 0 0,-6 3 0 0,-8 3 0 16,-2-2 0-16,-3 1 0 0,-5 6 0 0,0 0 0 15,-3 0 0-15,0 5 0 0,0 1 0 0,0 3 0 16,-6 1 0-16,-2 0 0 0,3 3 0 0,1 10 0 16,2 2 0-16,2 4 0 0,0 1 0 0,0 0 0 15,2 0 0-15,7 2 0 16,5-4 0-16,2 0 0 0,0-5 0 0,9 2 0 15,-3-3 0-15,3-2 0 0,2-4 0 0,-1-2 0 16,1-2 0-16,3 0 0 0,-2-2-462 0,-1 0 180 16,-2 0 122-16,2-5 63 0,-6-7-757 0,9-8 414 15</inkml:trace>
  <inkml:trace contextRef="#ctx0" brushRef="#br0" timeOffset="33600.11">29221 4725 3315 0,'0'-11'0'0,"3"7"0"0,-2 0 0 0,-1 2 0 0,0 0 0 0,0 2 0 0,0 2 0 0,0 19 0 0,0 6 0 0,0 3 0 0,-1 13 140 15,-2-2 336-15,3 5-476 0,-2 4 0 16,1 1 0-16,-1 0 0 0,-1 5 0 0,-2-2 0 0,3 2 0 16,-1 0 0-16,1-1 0 15,2-1 0-15,0-5 0 0,0 0 0 0,0-6 0 16,0-5 0-16,0-3 0 0,0-3 0 0,2-7 0 15,3-3 0-15,3-5 0 0,0-2 0 0,-3-4-247 16,4-3-186-16,-1-4 199 0,0-2 98 0,3-2-313 16,1-2 206-16,-3-18 95 0</inkml:trace>
  <inkml:trace contextRef="#ctx0" brushRef="#br0" timeOffset="33761.75">29468 5136 3469 0,'-2'-9'0'0,"2"3"0"0,5-1 0 0,15-3 0 0,0 1 0 0,12 3 0 16,3 1 0-16,13 3 0 0,-4-1 0 0,2 3 0 0,-2 0 428 0,2 0-394 0,-9 0-34 0,1 0 0 0,2 5 0 15,-5 4 0-15,-4-2-12 0,2 3-254 0,-6-2 161 16,-5 1 65-16,-2 0-433 0,-8 3 255 0</inkml:trace>
  <inkml:trace contextRef="#ctx0" brushRef="#br0" timeOffset="33918.33">29588 5377 3040 0,'-22'5'0'0,"12"0"0"0,0 0 0 0,7-4 0 0,3-1 0 0,0 0 0 0,13 0 0 16,11 0 0-16,10 0 0 0,6 0 0 0,0 0 293 0,5 2-128 0,-3 0-65 0,3 0-411 0,-7 2 182 0,9-3 79 15,-12 4 42-15,11-2-764 0,-16-3 399 0,5 2 200 0</inkml:trace>
  <inkml:trace contextRef="#ctx0" brushRef="#br0" timeOffset="34349.07">30484 4800 2077 0,'0'-12'0'0,"0"4"0"0,1-2 0 0,3 0 0 0,1 3 0 0,0 2 0 0,3-1 0 0,-1 0 0 0,-1 5 0 0,3-2 0 0,-1 3 100 0,-1 0 386 16,-4 0-217-16,2 0-120 0,0 7-57 0,-3 4 340 0,0 1-198 0,-2 1-142 16,0 4-92-16,0 2 0 15,-6 2 0-15,-2-1 0 0,1 5 0 0,1 0 0 16,1-5 0-16,-4 10 0 0,6-5 0 0,-2 1 0 15,2 2 0-15,-2 2 0 0,0 0 0 0,5 2 0 16,-5 0 0-16,2 2 0 0,-1 0 0 0,2-2 0 16,-1 1 0-16,0 1 0 0,-1 0 0 15,-2-3 0-15,4 2 0 0,-4-4 0 0,2 1 0 0,1 1 0 16,-1-3 0-16,1 2 0 0,-5-1 0 0,6-5 0 16,-3 4 0-16,2-2 0 15,1-1 0-15,2-3 0 0,0 1 0 0,0-5 0 16,0 1 0-16,0-5 0 0,0-3 0 0,0-4 0 15,0-1 0-15,0-3 0 0,0 0 0 0,0-3-297 16,0 0 33-16,0 0 113 0,0 0 56 0,0 0-264 16,0-5 165-16,0-2 78 0</inkml:trace>
  <inkml:trace contextRef="#ctx0" brushRef="#br0" timeOffset="34528.49">30795 5857 3931 0,'-3'0'0'0,"3"0"0"0,13 11 0 0,-3-5 0 0,-3-2 0 0,-4-3 0 0,-1 4 0 0,0-1 0 0,-1 0 0 0,1 1 0 0,-2-2-107 0,0 5-69 15,0 5 88-15</inkml:trace>
  <inkml:trace contextRef="#ctx0" brushRef="#br0" timeOffset="43219.44">21197 9099 3282 0,'-1'-5'0'0,"1"4"0"0,0 1 0 0,0 0 0 0,-2 0 0 0,2 0 0 0,0 0 0 0,0 0 0 0,3 0 0 0,9 0 0 0,1 7 170 16,4 1-65-16,0 1 269 0,0 1-374 0,1 0 0 16,2-2 0-16,-3 4 0 0,1-3 0 0,-1 2 0 15,-2-1 0-15,0-1 0 0,-4-2 0 0,0 3 0 16,-2-5 0-16,-2-1-255 0,-4 0 140 0,1 0 39 15,-2-2-858-15,0-2 447 0,0 0 224 0,-1 0 112 16,-1-4-215-16,2-9 169 0,0-6 78 0,3-3-370 16</inkml:trace>
  <inkml:trace contextRef="#ctx0" brushRef="#br0" timeOffset="43812.63">21553 8982 1799 0,'11'-10'0'0,"-4"3"0"0,5 2 0 0,-5 3 0 0,1 0 0 0,-3 0 0 0,0 2 0 0,-2 0 0 0,1 4 0 0,-2 7 0 0,-2 4 146 0,0 2-44 0,-8 6 250 15,-5 1-157-15,-4 0-78 0,-4 4-161 0,0-1 41 16,-2 1 10-16,-4-2 32 0,1-1-309 0,-2-3 155 16,-2 0 76-16,-1-6-166 15,1 0 101-15,-1-3 68 0,-1-1-42 0,2-2 17 16,-1-1-40-16,9-2 28 0,-3 3-11 0,5-3 290 16,3 3-130-16,4-3-57 0,4 1 456 0,2-1-238 15,4 4-79-15,3 3-73 0,0 0 285 0,0 4-166 16,0 3-82-16,7 1 168 0,1 4-145 0,0-1-145 15,-1 3 0-15,0-2 0 0,0 0 0 0,-4-3 0 16,1 1 0-16,-1-2 0 0,-1 2 0 0,2-6 0 16,-2-7-126-16,0 0-79 0,-1-3 108 0,-1-6 66 15,2 0-824-15,-2-2 408 16,2-2 205-16,1-15-382 0,-1 0 297 0,-2-7 144 16,0-3 72-16,0 0-191 0,0-6 132 0,0 3 56 15,-9 0 46-15,2 1 39 0,0 4 29 0,0 4 0 16,-4 1 0-16,4 3 156 0,2 3-116 0,1 2-40 15,1 2 674-15,3 2-356 0,0-2-121 0,0 4 553 16,9-2-360-16,5 0-176 16,11-1-88-16,-1 3 209 0,3 1-149 0,5-1-63 15,0 2-48-15,1 3 107 0,1-2-72 0,-2 2-55 16,0 1-55-16,-6 0 0 0,4 0 0 0,-7 0 0 16,-1 0 0-16,-1 1 0 0,-4 5 0 0,-4-2 0 15,1 1 0-15,-5 1 0 0,-2-2 0 0,-1 2 0 16,-1 0 0-16,0-3 0 0,-2 3 0 0,-1 0 0 15,0-2 0-15,2 4 0 0,-3 2 0 0,1 0 0 16,2 2 0-16,-1 5 0 0,-1-2 0 0,3 4 0 16,-1 0 0-16,-1 4 0 15,1-3 0-15,-1 3 0 0,-1 3 0 0,0-3 0 16,0-1 0-16,0 1 0 0,0 0 0 0,-2-3 0 16,0-1 0-16,0-3 0 0,0-3 0 0,0 1 0 15,0-5-16-15,0-2-175 0,0 1-285 0,-4-2 217 16,-2-3 101-16,-1-1-597 0,0-2 358 0,-3 0 179 15</inkml:trace>
  <inkml:trace contextRef="#ctx0" brushRef="#br0" timeOffset="44004.38">21254 9572 3112 0,'-16'0'0'0,"0"6"0"0,3-5 0 0,1 1 0 0,5 0 0 0,2 0 0 0,3-2 0 0,2 0 0 0,0 4 0 0,5-3 0 0,15 3 511 0,1-2-237 0,6 1-240 15,1-2-34-15,2 1 0 0,-5 0 0 0,7 0 0 16,-6-1 0-16,-6 2 0 0,3-2 0 0,-4 3 0 16,-6-2-28-16,1 2-71 0,-5-3 68 15,-4 3-937-15,-1 0 478 0,-3 0 155 16,-1-1 138-16</inkml:trace>
  <inkml:trace contextRef="#ctx0" brushRef="#br0" timeOffset="44157.05">21342 9694 2781 0,'-14'6'0'0,"2"1"0"16,3-3 0-16,2 0 0 0,2-2 0 0,1-2 0 0,3 1 0 0,1-1 0 0,0 0 0 0,8 0 0 0,8 0 235 0,3 0-89 0,1 0-59 15,3 0 46-15,0 0-48 0,0 2 0 0,-1-2-191 16,-3 2 82-16,-3 2 26 0,0 0 0 0,-7-1-577 16,1 3 306-16,-5 0 154 0,-3 3 83 0,-2 0-895 15</inkml:trace>
  <inkml:trace contextRef="#ctx0" brushRef="#br0" timeOffset="44372.47">21266 9889 2610 0,'-23'4'0'0,"4"0"0"0,1 0 0 0,0-2 0 0,7 0 0 0,1-2 0 0,5 0 0 0,1 0 0 0,4 0 0 16,0 0 0-16,19 0 519 0,5 0-240 0,6 0-120 0,5 0 205 0,8 0-364 0,-2 0 0 15,2 0 0-15,0 3 0 0,0 2 0 0,-6 0 0 16,2 0 0-16,-4 1 0 0,-1-1 0 0,-4 1 0 15,-3-1 0-15,-5 1 0 0,-2 0 0 0,-2-2 0 16,-7-1 0-16,0 0 0 0,-5-2-89 16,-4 1-851-16,0-2 454 0,-2 0 223 15,0 0 112-15,0-2-473 0,-8-8 294 0,-2-5 135 16</inkml:trace>
  <inkml:trace contextRef="#ctx0" brushRef="#br0" timeOffset="44580.7">21514 9457 2937 0,'-14'-7'0'0,"7"4"0"0,0-2 0 0,0 3 0 0,3 2 0 0,3 0 0 0,1 0 0 0,0 16 0 0,0 6 0 0,1 5 0 0,6 5 330 0,2 9-146 0,-2 3-73 0,-1 3 258 16,-1 4-369-16,0 2 0 0,-2-1 0 0,-1 3 0 16,0-1 0-16,0 1 0 0,0-4 0 0,-1-1 0 15,1-3 0-15,0-10 0 0,0 3 0 0,0-4 0 16,1-6 0-16,-1-10 0 0,3-5-313 0,-3-2 41 15,1-9 132-15,1-2-889 0,3-2 500 0,0-6 246 16</inkml:trace>
  <inkml:trace contextRef="#ctx0" brushRef="#br0" timeOffset="44779.88">22105 9166 3931 0,'0'-2'0'0,"2"2"0"0,0 0 0 0,-2 0 0 0,0 13 0 0,0 3 0 0,0 4 0 0,-7 0 0 0,-2 11 0 0,-3 6 0 0,-1-1 0 0,-1 3 0 15,0 3 0-15,-2 2 0 0,2-7 0 0,-6 7 0 16,1-2 0-16,5-10 0 0,-4 2 0 0,2-4 0 16,4-8-745-16,1-3 299 0,6-8 148 0,-1-1-404 15</inkml:trace>
  <inkml:trace contextRef="#ctx0" brushRef="#br0" timeOffset="44951.35">21996 9542 3618 0,'10'-4'0'0,"-3"3"0"0,0 1 0 0,1 0 0 0,0 12 0 0,-3 9 0 0,1 2 0 0,-1 3 0 0,1 4 0 0,-1 3 0 0,2 3 165 0,-4 0-64 0,-1 0-54 16,0-1-47-16,0 1 0 0,-2-7 0 0,0 2 0 15,0-9 0-15,0-3 0 0,0-5 0 0,0-5-44 16,0-4-68-16,0-3-823 15,0-2 396-15,0 0 264 0,0-11 36 0,0-13-464 0,2-7 333 16</inkml:trace>
  <inkml:trace contextRef="#ctx0" brushRef="#br0" timeOffset="45226.06">22357 9218 2425 0,'14'-12'0'0,"2"6"0"0,-5 4 0 0,-3 2 0 0,-1 0 0 0,-1 5 0 0,-4 9 0 0,-1 1 0 0,-1 3 0 15,0 4 0-15,-1 0 195 0,-10 3-84 0,-1 0-36 16,-3 0-1-16,0-2-236 0,2-7 100 0,-4 1 59 0,0-2 16 16,3-3-86-16,2-4 55 0,3-5 28 15,-1-1 0-15,4-2 223 0,1 0-102 0,1 0-80 16,4 0 221-16,0 0-140 0,0-5-51 0,5-3-16 16,8 3 306-16,5-2-371 0,1 4 0 0,6-2 0 15,2 2 0-15,-3 2 0 0,10-2 0 0,-4 2 0 16,0-2 0-16,0 3 0 0,-3 0 0 0,-3 0 0 15,-2 0 0-15,-1 0 0 0,-2 3 0 16,-8 1 0-16,-2 1 0 0,-4 2 0 16,-3 3-911-16,-2 0 319 0,-4-2 276 0</inkml:trace>
  <inkml:trace contextRef="#ctx0" brushRef="#br0" timeOffset="45379.24">22279 9574 3120 0,'-22'9'0'0,"5"2"0"16,8-3 0-16,0 0 0 0,2-3 0 0,7 2 0 0,0 1 0 0,2-1 0 0,12 1 0 0,1 2 0 0,0-1 201 0,3-1-81 0,0 1-96 16,-4 0 14-16,3-1-1 0,-1-3-680 0,-3 2 340 15,-4-4 171-15,1-1 94 0,-3 0-748 0,0-2 405 16,-1 0 202-16</inkml:trace>
  <inkml:trace contextRef="#ctx0" brushRef="#br0" timeOffset="45660.11">22470 9561 2249 0,'3'-4'-1'0,"3"0"1"0,-4 2-1 0,1 2 0 0,1 0 0 0,0 0 1 0,-3 12-1 0,1 1 0 0,-2 1 1 0,0 6-1 0,0 0 256 0,-2 5-109 15,-7-5-45-15,-5 6 7 0,-2-1-35 0,0-3 0 16,-3 1-113-16,-2-2 39 0,3-6 9 0,-11 2 29 16,5-6 38-16,-1-3 0 0,-1-1-38 0,6-3 1 15,-5-2 83-15,2-1-47 0,2-1 1 0,5 0 263 16,5 0-242-16,-1 0-96 0,5 0 0 0,3 0 0 15,2 0 0-15,2 0 0 0,0 0 0 0,4 0 0 16,12 0 0-16,7 0 0 16,2 0 0-16,3 4 0 0,2 2 0 0,4 0 0 15,3-3 0-15,7 1 0 0,-10-2 0 0,5-2 0 16,-2 1 0-16,0-1 0 0,0 0 0 0,-3 0 0 16,-6 0 0-16,-4 0 0 0,-2 0-771 0,-1 0 241 15,-2 0 236-15,-4 0 133 0</inkml:trace>
  <inkml:trace contextRef="#ctx0" brushRef="#br0" timeOffset="45870.53">23003 9168 3397 0,'5'-15'0'0,"-1"7"0"0,-2 3 0 0,0 3 0 0,-1 1 0 0,-1 1 0 0,0 5 0 0,0 10 0 0,0 9 0 0,-5 2 0 0,-6 6 142 16,-4 10 250-16,0-1-392 0,-2-2 0 15,-3 10 0-15,-3-2 0 0,0-1 0 0,3-4 0 0,-1-6 0 16,-5 7 0-16,5-12 0 16,1 0 0-16,6-10 0 0,1 0-277 0,8-12 150 15,0 0 78-15,3-5-1144 0,2-4 578 0,0-5 289 16</inkml:trace>
  <inkml:trace contextRef="#ctx0" brushRef="#br0" timeOffset="46044">22858 9490 3308 0,'10'-12'0'0,"-3"2"0"31,1 4 0-31,-1 0 0 0,-2 4 0 0,4 2 0 0,0 0 0 0,-4 9 0 0,4 11 0 0,-4 3 0 0,0 8 214 0,-1-2 138 31,-2 4-295-31,-2 2-57 0,0-1 0 0,0-1 0 0,-4 1 0 0,-3-4 0 0,-1-2 0 0,4-7-27 0,-2-2-238 0,5-8 150 0,-1-1 77 0,0-4-857 0,2-6 457 0,0 0 77 0,2-10-359 0,11-11 332 16,2-7 180-16</inkml:trace>
  <inkml:trace contextRef="#ctx0" brushRef="#br0" timeOffset="46359.85">23217 9198 3425 0,'11'-15'0'0,"3"6"0"0,-7 3 0 0,-3 6 0 0,-3 2 0 0,-1 22 0 0,-3 6 0 0,-6 10 0 0,0 2 0 0,2 4 0 0,3 7 249 0,-1 4-107 0,3 0-52 0,2 2-65 15,0-5-25-15,0-1 0 0,7-5 0 0,9-5 0 0,-1-8 0 0,6 6 0 16,-3-11 0-16,5-4 0 15,-2-3 0-15,2-11 0 0,-4-6 0 0,4-4 0 0,0-2 0 0,-3 0 0 16,3-13 0-16,-4-6 0 16,-3-3 0-16,2-7-582 0,-6-2 268 0,-1-7 129 15,1-9 78-15,-5 2-334 0,1-2 202 0,-2 4 101 16,0 7-87-16,-5 0 98 0,1 4 46 0,-2 8 381 16,0 3-169-16,0 9-83 0,0 0-52 0,-5 7 757 15,-7 3-391-15,-1 2-198 0,-4 0-8 16,-3 13 343-16,-5 5-469 0,-7 9-30 0,-3 3 0 15,-13 8 0-15,-3 1 0 0,-4 1 0 16,-9 3 0-16,-6 0 0 0,-1-2 0 0,0 1 0 16,5-7-59-16,15-5-32 0,0-1 73 0,6-5-1261 15,10-8 601-15</inkml:trace>
  <inkml:trace contextRef="#ctx1" brushRef="#br0">15231 14675 0</inkml:trace>
  <inkml:trace contextRef="#ctx0" brushRef="#br0" timeOffset="47688.84">3826 7681 2630 0,'-12'0'0'0,"7"0"0"0,3 0 0 0,2 0 0 0,0 0 0 0,0 0 0 0,0 0 0 0,0-2 0 0,0-2 0 0,2 1 0 0,3 1 163 0,-2-1-63 0,1 0-30 0,-1 1 505 15,2 0-268-15,-1 0-221 0,3 2-86 0,2-1 0 16,1 1 0-16,-1-3 0 16,4 2 0-16,4 1 0 0,-1-1 0 0,9-2 0 15,-2-3 0-15,2 1 0 0,-2-1 0 0,6-2 0 16,-1 3 0-16,-1 1 0 0,-1 0 0 0,1 2 0 16,-5 0 0-16,5 2 0 0,1 0 0 15,2 0 0-15,-2 0 0 0,4 0 0 0,-1 6 0 0,3-2 0 16,1-2 0-16,8 0 0 15,-5-2 0-15,6 0 0 0,-7 0 0 0,11 0 0 0,-2 0 0 0,1 0 0 16,2-2 0-16,-1 0 0 16,-4 0 0-16,8 0 0 0,-5 2 0 0,-2 0 0 15,0 0 0-15,0 2 0 0,-3 5 0 0,6 1 0 16,-4 0 0-16,1-1 0 0,4 2 0 0,3-1 0 16,-1-2 0-16,4-2 0 0,-1 1 0 0,2-1 0 15,1-4 0-15,2 1 0 0,0 2 0 0,6-2 0 16,-3 1 0-16,4 0 0 15,2 2 0-15,0-2 0 0,-8 1 0 0,15 1 0 0,-6 0 0 0,-1 0 0 16,0 2 0-16,1-1 0 16,4 1 0-16,-1 1 0 0,1 0 0 0,1-3 0 15,-2 3 0-15,3-2 0 0,-8-2 0 0,15 4 0 16,-4-6 0-16,1 4 0 0,-1-2 0 0,0-3 0 16,0 3 0-16,-1 0 0 0,1-2 0 0,-6 1 0 15,5 0 0-15,0 2 0 0,-12-1 0 16,16 1 0-16,-10 1 0 0,-2-1 0 0,-2 2 0 0,-1 0 0 15,-8-1 0-15,17 1 0 0,-10-1 0 16,-1 1 0-16,-2-2 0 0,-2 0 0 16,-7 0 0-16,6-4 0 0,-5 3 0 0,-4-1 0 15,1 0 0-15,0 0 0 0,-2 0 0 0,-4-2 0 16,0 2 0-16,-10 0 0 0,4-2 0 0,-5 2 0 16,-4-1 0-16,-2-1 0 0,-8 2 0 0,1 0 0 15,-3-1 0-15,-1-1 0 0,-6 3 0 0,1-3 0 16,-5 2 0-16,1-2 0 0,-3 0 0 0,-3 0 0 15,3 2 0-15,-4-2 0 0,1 0 0 0,-2 0 0 16,0 0 0-16,0 0 0 16,0 0 0-16,0 0 0 0,0 0 0 0,0 0 0 15,0 0 0-15,0 0 0 0,0 0 0 0,0 0 0 16,0 0 0-16,0 0 0 0,0 0 0 0,0 0 0 16,0 0 0-16,0 0 0 0,0 0 0 0,0 0 0 15,0 0 0-15,0 0 0 0,0 0 0 0,-5-2 0 16,-2 2 0-16,-2 0 0 0,-2 0 0 15,-4 0-1016-15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44:29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5406 8411 1719 0,'-23'-15'0'0,"0"6"0"0,1 3 0 0,7-1 0 0,-6 1 0 0,5-2 0 0,0-1 0 0,0 4 0 0,2-1 0 0,0-2 0 0,3 5 415 0,1-2-184 0,1 1 166 16,1 2-181-16,2-2-84 0,1 2 439 15,1-1-503-15,2 2-21 0,1 1 12 0,1 0 17 16,0 0-76-16,0 0 0 0,0 0 0 0,0 0 0 16,0 0 0-16,0 0 0 15,0 0 0-15,0 0 0 0,0 0 0 0,0 0 0 0,0 1 0 16,7 5 0-16,3 0 0 0,1 2 0 15,1-2 0-15,2-1 0 0,2 1 0 16,0-1 0-16,0 1 0 0,5-3 0 0,-4 2 0 0,4-2 0 16,1-1 0-16,1 2 0 0,-1-3 0 0,3 1 0 15,1 1 0-15,1-3 0 0,-2 1 0 16,5-1 0-16,0 0 0 0,3 2 0 0,4-2 0 0,5 0 0 16,-5 0 0-16,16 0 0 0,-2 0 0 15,3 0 0-15,14-2 0 0,-3-2 0 0,-4-1 0 0,13-2 0 0,-7-1 0 16,0 2 0-16,2-2 0 15,-4 3 0-15,-7 2 0 0,16-3 0 0,-9 4 0 16,-2-1 0-16,-1 0 0 0,-7 2 0 16,8 1 0-16,3 0 0 0,-6 0 0 0,2 0 0 0,2 0 0 15,3 0 0-15,-7 0 0 0,14 0 0 16,-9 0 0-16,0 4 0 0,0-4 0 0,1 1 0 16,-7 1 0-16,14 2 0 0,-5-3 0 15,-1 4 0-15,-1-2 0 0,-3 0 0 0,-7 4 0 16,3-3 0-16,7 5 0 0,-6-4 0 15,0 2 0-15,2 1 0 0,-3-2 0 0,13 0 0 0,-8 1 0 16,3-2 0-16,-2 1 0 16,-6 0 0-16,15-4 0 0,-3 1 0 0,2 1 0 15,3-1 0-15,-5-3 0 0,-5 1 0 0,8-1 0 16,-9 4 0-16,-1-4 0 0,0 2 0 0,-4-1 0 16,-7 2 0-16,14-2 0 0,-14-1 0 0,4 4 0 15,-6-2 0-15,-1 0 0 0,-11 0 0 0,3-1 0 16,-3 3 0-16,-5-1 0 0,-4 0 0 15,-4-1 0-15,-3 0 0 0,-3 1 0 16,-3-2 0-16,-4 4 0 0,-4-3 0 0,1 0 0 0,-4-1 0 16,-3-1 0-16,-1 3 0 0,0-3 0 0,-2 0 0 0,0 0 0 15,0 0 0-15,0 0 0 0,0 0 0 0,0 0 0 16,0 0 0-16,-11 0 0 0,-6 0 0 0,-8 2 0 16,-9 15 0-16,-12 16 0 0</inkml:trace>
  <inkml:trace contextRef="#ctx0" brushRef="#br0" timeOffset="1148.22">13948 8422 2625 0,'-9'0'-9'0,"1"0"2"0,-1 0 3 0,2 0 1 16,1 0 3-16,3 0 0 0,0 0 0 0,3 0 0 0,0 0 0 0,0 0 0 0,0 0 98 0,0 0 1 0,0 0 230 16,3 0-146-16,7 0-69 0,0 0 296 0,1 0-314 0,2 2-96 0,0 0 0 15,2 0 0-15,0-2 0 16,2 3 0-16,0-3 0 0,0 0 0 0,2 0 0 15,-1 0 0-15,3 0 0 0,2 0 0 0,4 0 0 16,-6 0 0-16,8 0 0 0,-1 0 0 0,0 0 0 16,2 0 0-16,-1 0 0 0,2 0 0 0,1 0 0 15,4 0 0-15,-1 0 0 0,6 0 0 0,-4 0 0 16,2 1 0-16,7-1 0 0,-5 0 0 0,3 0 0 16,2 0 0-16,0 0 0 0,-2 0 0 15,10-1 0-15,-5 1 0 0,0-3 0 16,1 1 0-16,1 0 0 0,-8 2 0 0,10 0 0 15,-7 0 0-15,0 0 0 0,-3 0 0 0,3 0 0 16,-5 0 0-16,11 0 0 0,-5 0 0 0,0 0 0 16,3 0 0-16,0 0 0 0,-1-2 0 0,-1 2 0 15,0 0 0-15,-4 0 0 0,2 0 0 0,-3 0 0 16,-3 0 0-16,8 4 0 16,-2 1 0-16,-2-3 0 0,2 4 0 0,2 2 0 0,3-4 0 0,1 2 0 15,1-2 0-15,2 1 0 16,-1-1 0-16,0-3 0 0,2 0 0 0,1 3 0 15,1-3 0-15,1-1 0 0,8 0 0 0,-1 0 0 16,-6 0 0-16,10 0 0 0,-5 0 0 0,-1 0 0 16,0-1 0-16,-2-3 0 0,-9 2 0 0,14-2 0 15,-5 0 0-15,-2-1 0 0,-8 2 0 0,3 2 0 16,-10-3 0 0,9 1 0-16,-6 0 0 15,-4-1 0-15,2 3 0 0,-2-4 0 0,-6 4 0 0,4 0 0 16,-3-2 0-16,-4 1 0 0,1 0 0 0,-6 0 0 15,-5 2 0-15,-1 0 0 0,-3 0 0 0,-4 0 0 16,-4 0 0-16,-4 0 0 0,-3 0 0 0,-1 0 0 16,-3 0 0-16,0 0 0 0,0 0 0 0,-2 0 0 15,0 0 0-15,0 0 0 0,0 0 0 16,0-3 0-16,0-3 0 0,0 0 0 0,0-1 0 16,0 0 0-16,0-1 0 0,-4-2 0 0,-1 3 0 0,-3-1 0 15,-1 1 0-15,-6 4 0 0,-6 0 0 0,-9 3-621 16</inkml:trace>
  <inkml:trace contextRef="#ctx0" brushRef="#br0" timeOffset="22756.49">3875 10019 2607 0,'-14'-8'0'0,"4"5"0"0,6 3 0 0,4 0 0 0,0 0 0 0,-2 0 0 0,2 0 0 0,0 0 0 0,2-1 0 0,13 0 0 0,7-5 163 0,5-2-61 0,6 1 178 0,2-2-110 16,8 0-70-16,-3-1 183 0,0 2-122 0,3 2-96 15,-3 1-65-15,-3 1 0 16,1 2 0-16,0 1 0 0,-1-1 0 0,0 2 0 15,-4 0 0-15,-1 0 0 0,-2 0 0 0,-2 0 0 16,-5 0 0-16,-1 0 0 0,0 0 0 0,-6 0 0 16,-1 0 0-16,-3 0 0 0,-2 0 0 0,-3 0-19 15,-2 0-56-15,-2 0-486 0,-1-3 266 16,0 2 127-16,-2-5-412 0,0-1 270 0,0-2 134 0,0-4 59 31,0 1-498-31,-7-5 288 0</inkml:trace>
  <inkml:trace contextRef="#ctx0" brushRef="#br0" timeOffset="22978.73">4482 9694 2652 0,'-10'-6'0'16,"5"4"0"-16,0-2 0 0,3 3 0 0,0-1 0 0,2 1 0 0,0-2 0 0,4 3 0 0,8 0 0 0,6 0 0 0,0 0 428 0,4 0-195 0,-2 0-95 0,0 7-50 16,1 1 1-16,-2 2 66 0,-3 1-63 0,1 2-36 15,-2-2-56-15,0 4 0 0,-5-2 0 0,-3 5 0 16,-1-2 0-16,-4 3 0 0,-2 0 0 0,0 2-236 15,0 3 122-15,-12-3-931 16,-1 4 1037-16,-5 2 4 0,-1-2-72 0,1-1 49 0,-3-1-63 0,-2-1-180 16,0-3 120-16,-1 0-391 0,-1-4 251 15,0 0 125-15,-2-2 62 0,5-4 22 0,-9-2-283 16</inkml:trace>
  <inkml:trace contextRef="#ctx0" brushRef="#br0" timeOffset="23475.72">4307 10163 1629 0,'-7'0'0'0,"2"0"0"0,4 0 0 0,-1 0 0 0,2 0 0 0,0 2 0 0,0 4 0 0,0 2 0 0,0 2 0 0,3 6 0 0,4 1 494 0,-2 4-227 16,0 3-114-16,-2 2-56 0,-1 4 394 0,0 0-215 16,-1 2-123-16,-1 2-56 0,0-2 133 0,0 2-186 0,0-4-44 15,0-4 0-15,-3 6 0 0,0-12 0 0,-2 3 0 16,0-2 0-16,-1-6 0 0,3-6 0 0,0-2 0 16,1-1 0-16,1-4 0 0,1-2 0 0,-2 0 0 15,2 0 0-15,0 0 0 16,0-8 0-16,0-2 0 0,8 0 0 0,6-1 0 15,1 2 0-15,4-1 0 0,3 2 0 0,0 1 0 16,3 3 0-16,0 2 0 0,-2 1 0 0,5 1 0 16,-9 0 0-16,1 5 0 0,-1 6 0 0,-3 2 0 15,-3 5 0-15,-3-3 0 0,-3 5 0 0,-5 3 0 16,-2 2 0-16,0 0 0 0,-1-4 0 16,-14 7 0-16,-1-5 0 0,-5 0 0 0,2-7 0 0,-4-2 0 15,3-1 0-15,-10-5 0 16,8-1 0-16,-3-4 0 0,3-3 0 0,-2 0 0 15,5 0 0-15,-1-6 0 0,3-6 0 0,1-9 0 16,9-1 0-16,4-9 0 0,3-3 0 0,1-7-670 16,14 4 225-16,4-3 202 0,4 2-568 0,2 3 386 15,2 5 182-15,9-7-272 0,-7 4 237 0,1 1 119 16,2 4 68-16,-3 5 40 16,1-1 51-16,-3 2 0 0,-4 4 0 0,-5 4 61 0,2-2-70 15,-1 6-1-15,-2-3-32 0,-1 6 542 16,-2-1-290-16,2 3-125 0,-2 0 708 0,3-2-316 15,2 4-209-15,-4-2-114 0,5-1 412 0,-3 1-263 16,4 1-131-16,1-3-54 0,3 1-44 0,-3 0 0 16,3 0-34-16,3 3-449 0,-5-1 224 0,-3 2 123 15,3 2 46-15,1 0-812 0,-9 0 388 0</inkml:trace>
  <inkml:trace contextRef="#ctx0" brushRef="#br0" timeOffset="23643.9">4940 10422 3495 0,'-13'11'0'0,"4"-4"0"0,-1-4 0 0,4 0 0 0,1-1 0 0,1-2 0 0,2 0 0 15,2 0 0-15,0 0 0 0,4 0 0 0,9 0 181 0,2 0 71 0,4 1-249 0,0-1-3 0,3 0 0 0,-1 2 0 16,2-2 0-16,0 0 0 0,0 0 0 0,-2 0-406 16,0 0 115-16,2 0 166 15,2 0-839-15,-3 0 465 0,3-5 188 0</inkml:trace>
  <inkml:trace contextRef="#ctx0" brushRef="#br0" timeOffset="23887.4">5601 10139 3809 0,'0'-2'0'0,"0"0"0"0,0 0 0 0,0 2 0 0,0 0 0 0,0 0 0 0,0 0 0 0,-1 0 0 0,1 7 0 0,0 9 0 0,0 1 122 16,0 7-122-16,0-2 0 0,0 5 0 0,-2-3 0 15,-4 9 0-15,-1-4 0 0,0 1 0 0,-3 1 0 16,-2-3 0-16,-1 0 0 0,-1 2 0 0,-4-4 0 16,-1 0 0-16,0 1 0 0,-5-6 0 15,3-3 0-15,-5-1 0 0,8-6-145 0,-5-1-179 0,4-4 142 16,0-4 63-16,2-2-178 0,4 0 130 16,0-18 64-16,8-10-397 0,2-13 231 0,3-7 105 15,0-12-385-15</inkml:trace>
  <inkml:trace contextRef="#ctx0" brushRef="#br0" timeOffset="24157.19">5354 10025 2101 0,'7'-27'0'0,"0"7"0"0,1-1 0 0,1 4 0 0,-1 2 0 0,-1 3 0 0,-1 4 0 0,3 2 0 0,-1 0 0 0,1 3 0 0,3 2 171 16,-1-1-66-16,1 2 442 0,0 0-244 0,1 2-137 16,1 10-64-16,0 0 334 0,4 7-436 0,-4 2 0 0,4 5 0 15,-3 3 0-15,1 3 0 0,1 7 0 16,-2-3 0-16,0 1 0 0,0-5 0 15,-2 9 0-15,4-3 0 0,-4-4 0 0,5 7 0 16,-6-11 0-16,6 3 0 0,-4 0 0 0,4 0 0 16,-1 0 0-16,-1-2 0 0,2 0 0 15,-2-3 0-15,2 0 0 0,-1-3 0 0,-3-1 0 0,-1-5 0 0,1-1 0 16,-2-4 0-16,-3-2 0 0,-1-4 0 16,0-3 0-16,-1-1 0 0,0 0 0 15,-1-4-247-15,0 0 51 0,0 0 79 0,2-2-551 16,-1-13 315-16,4-9 157 0,1-6-592 0</inkml:trace>
  <inkml:trace contextRef="#ctx0" brushRef="#br0" timeOffset="24382.16">6056 9985 2626 0,'-6'-13'0'0,"2"8"0"0,4 2 0 0,0 0 0 0,0-1 0 0,0 2 0 0,0 0 0 0,8-2 0 0,4 2 0 0,6 0 0 0,4 0 585 0,3 2-274 0,0 0-127 16,5 0-77-16,0 0 11 0,0 0-118 0,0 0 0 16,3 4 0-16,-3 0 0 0,0 0 0 15,-3-1-67-15,1 1-145 0,-9-2 125 0,3 1 62 16,-1-3-271-16,-1 0 96 0,-4 0 107 16,-2 0-707-16,-1 0 380 0,-3-6 192 15,-1-6 86-15</inkml:trace>
  <inkml:trace contextRef="#ctx0" brushRef="#br0" timeOffset="24588.51">6424 9715 3077 0,'-12'0'0'16,"7"3"0"-16,2-3 0 0,-1 0 0 0,4 0 0 0,0 0 0 0,7 0 0 0,10 0 0 0,7 0 0 0,-1 4 0 0,1 2 270 0,3 1-117 0,1 3 86 15,-6-1-91-15,7 4-104 0,-5 1-44 0,-7-3 0 16,2 4 0-16,-4 2 0 0,-2-2 0 0,-6 2-21 15,-1 0 9-15,-6 0 25 0,0 3-281 0,-6 2 153 16,-6-3 85-16,-8 6-531 0,0-5 277 0,-5 1 81 16,0-1-538-16,-3 1 351 0,-2 0 167 0,0 1 97 0</inkml:trace>
  <inkml:trace contextRef="#ctx0" brushRef="#br0" timeOffset="25077.29">6577 10471 2317 0,'-5'-13'0'0,"4"3"0"0,1-4 0 0,0-5 0 0,0 4 0 0,0-2 0 0,0 0 0 15,0-2 0-15,0 2 0 0,0-1 0 0,0-1 74 0,0 1-9 0,0 4 12 0,0 1-1 0,0 0-39 16,-5 0-1-16,-2 3 53 0,-2 1-9 0,-3 0 63 15,1 4-53-15,-4 2-26 0,-2 1-1 0,-2 2-17 16,-3 0 131-16,2 8-70 0,-3 7-35 0,0 2 151 16,1 3-128-16,2 4-95 0,0 4 0 15,3 1 0-15,0 1 0 0,6 4 0 0,2-1 0 0,3 3 0 0,4-2 0 16,2 0 0-16,0-2 0 16,0-4 0-16,6-2 0 0,5-5 0 15,4 1 0-15,2-9 0 0,2 0 0 0,1-7 0 16,7-2 0-16,-6-4 0 0,8 0 0 0,-4-13 0 0,-3-8 0 15,1-1 0-15,0-5 0 0,-4 1 0 16,-3 0 0 0,-2 5 0-16,-3-1 0 0,-4 5 0 0,-2 3 0 0,-2 3 0 15,-2 3 0-15,2 3 0 0,-3 1 0 0,0 2 0 0,0 2 0 0,0 0 0 16,0 0 0-16,0 0 0 16,0 6 0-16,0 5 0 0,0 2 0 0,0 4 0 0,1-1 0 15,5 0 0-15,2 2 0 0,0-2 0 16,0 1 0-16,2 0 0 0,3-2 0 0,-2-1 0 15,2-1 0-15,-1-2 0 0,3 0 0 0,-2-1 0 16,2-3 0-16,2 0-199 0,0-3-252 0,7 2 207 16,-2-4-837-16,1 2 512 0</inkml:trace>
  <inkml:trace contextRef="#ctx0" brushRef="#br0" timeOffset="25240.81">7242 10601 3931 0,'-8'-4'0'0,"8"3"0"0,0-2 0 0,-2 3 0 0,0 0 0 15,2-1 0-15,-2-1 0 0,2 2 0 0,-2-2 0 0,2 2 0 0,0-2 0 0,0-1 0 0,0 3 0 0,0-1 0 0,0 1-97 16,0-2 20-16,0 2 56 0,0 0-1406 0</inkml:trace>
  <inkml:trace contextRef="#ctx0" brushRef="#br0" timeOffset="34023.49">9784 10167 2670 0,'-1'4'0'0,"1"11"0"0,0-2 0 0,0-2 0 0,0-3 0 0,0 2 0 0,0 1 0 0,0 0 0 0,0 2 0 0,0-2 0 0,0 4 192 16,0 2-77-16,0 7-39 0,-2 1 52 0,-8 3-46 15,-3 4 10-15,-6 5-160 0,2-2 53 0,-4 4 26 16,2-2 1-16,-2-3-287 0,1-3 166 0,-2-2 69 16,0-3 38-16,1-5-586 0,3-9 285 0,0-5 142 15,3-7 0-15,0 0-127 0,7-24 125 16,1-18 63-16</inkml:trace>
  <inkml:trace contextRef="#ctx0" brushRef="#br0" timeOffset="34202.41">9570 9890 2716 0,'9'-19'0'0,"-3"9"0"0,4 3 0 0,1 3 0 0,2 4 0 0,0 0 0 0,5 11 0 0,2 10 0 0,1 5 0 0,0 9 0 0,4 5 395 0,0 5-179 0,-1 5 388 15,-2 0-604-15,1 3 0 0,-2-1 0 0,-2 0 0 16,-1-1 0-16,1-4 0 0,-2-5 0 0,2 8 0 15,-3-8 0-15,0-9 0 16,-2 3-194-16,0-4 26 0,-3-9 113 0,1-6 41 16,-1-2-978-16,-2-14 477 0,1-1 239 0</inkml:trace>
  <inkml:trace contextRef="#ctx0" brushRef="#br0" timeOffset="34462.25">10045 10082 3145 0,'-5'-9'0'0,"3"4"0"0,2 3 0 0,0-1 0 0,0 3 0 0,2 0 0 0,15 0 0 0,5 3 0 0,2 4 0 0,3 2 0 0,3 2 125 0,4 3 374 16,-1-1-337-16,-1 2-162 0,0 0 0 0,-1-2 0 15,-4 3 0-15,0-3 0 0,-11-2 0 0,3 2 0 16,-6-1 0-16,-3-1 0 0,-4 2 0 0,-5-2 0 16,-1 1 0-16,0 3 0 0,-3 3 0 0,-11-1 0 15,-6 4 0-15,-1-1 0 0,-3 0 0 0,0-1 0 16,-1 2 0-16,4-4 0 0,-5 3 0 0,4-3 0 15,1-1 0-15,4-1 0 0,2 0 0 16,1-4 0-16,5 1 0 0,6-5 0 16,1 0 0-16,2 1-790 0,0-4 275 0,11-4 229 15,12 0 129-15</inkml:trace>
  <inkml:trace contextRef="#ctx0" brushRef="#br0" timeOffset="34744.64">10656 10205 3931 0,'7'0'0'0,"-3"5"0"0,-3 7 0 0,-1 1 0 0,0 6 0 0,0 5 0 0,2 3 0 0,1 0 0 0,4 2 0 0,2-1 0 0,0 0 0 0,5-7 0 15,4 7 0-15,2-9 0 0,4-4 0 0,3-4 0 16,1-5 0-16,2-5 0 0,-3-1 0 0,0 0 0 16,-5-11 0-16,-1-6 0 0,-8-2 0 0,1-6 0 15,-7-2 0-15,-3-2 0 0,-4 0 0 0,0-3 0 16,-2-1 0-16,-14-2 0 15,0 2 0-15,-3 2 0 0,-3 5 0 0,-1 3 0 0,0 10 0 16,-7 1 0-16,4 7 0 0,-2 4 0 16,4 1 0-16,-1 3 0 0,8 9 0 0,1 2 0 15,-2 9 0-15,7 0 0 0,3 1 0 0,5 3 0 16,3-3 0-16,0 8-143 0,3-6-334 0,15 2 220 16,3-2 110-16</inkml:trace>
  <inkml:trace contextRef="#ctx0" brushRef="#br0" timeOffset="34892.03">11362 10549 3931 0,'-2'-8'0'0,"2"5"0"0,0 0 0 0,-2-1 0 0,0 1 0 0,2 1 0 0,-1-1 0 0,1 0 0 0,0 1 0 15,0 1 0-15,0-1-532 0,0 2 272 0,1 0 148 0</inkml:trace>
  <inkml:trace contextRef="#ctx0" brushRef="#br0" timeOffset="35400.32">11815 10062 3291 0,'-27'-13'0'0,"10"11"0"0,6 2 0 0,6 0 0 0,3 0 0 0,2 0 0 0,0 0 0 0,2-1 0 0,12-2 0 0,13-4 0 0,10-3 260 0,3 1-112 16,5-4 84-16,1-1-232 0,5 3 0 0,-1 0 0 0,0 4 0 15,-3-1 0-15,-2 2 0 0,-1 2 0 16,-9 3 0-16,2 1 0 0,-3 0 0 0,-6 0 0 16,-5 0-282-16,-2 5 12 0,-3 1 103 0,-6-2-725 0,-3 0 432 15,-1-1 211-15,-5-3-397 0,-1 0 304 0,-2 0 153 0</inkml:trace>
  <inkml:trace contextRef="#ctx0" brushRef="#br0" timeOffset="35887.65">12348 9746 2877 0,'-9'-9'0'0,"2"2"0"0,4-1 0 0,1 4 0 0,2 3 0 0,0-1 0 0,8 2 0 0,9 0 0 0,7 0 0 0,3 0 0 16,1 3 94-16,0 5 103 0,2 1-71 0,-4 1-49 0,0 1 0 15,-7-2-40-15,1 5-33 0,-4-1 33 16,-5 3 9-16,-5 1-9 0,-6 10-382 0,0-5 191 15,-8 5 95-15,-10 1 48 0,-3 0-577 0,-4-2 300 16,-3-1 59-16,0-1-351 0,-2-3 272 16,-2-5-107-16,2 0 180 0,-2-8 103 0,2 0 48 15,1-2-25-15,9-2 37 0,-2 0 72 16,2-2 0-16,6-1 40 0,5 4-37 0,-1-2-40 0,4 4 31 0,3 0 454 16,3 7-271-16,0 1-102 0,0 8 618 15,0-1-296-15,0 7-180 0,0 2 411 16,0 3-286-16,0 4-157 0,-4 5-74 0,0-10 165 15,-1 5-119-15,-3 1-60 0,0-7-21 0,3 2-24 16,-2-6-52-16,1-5 0 0,2-4 0 0,2-8 0 16,-2-3 0-16,4-4 0 0,-2-1 0 15,2-3 0-15,0 0 0 0,0-17 0 0,8-5 0 16,7-1 0-16,1-1 0 0,4 1 0 16,1 4 0-16,0 3 0 0,0 3 0 0,6-1 0 15,-6 9 0-15,1 2 0 0,-1 3 0 0,-2 0 0 0,-3 3 0 0,-2 8 0 16,-3 4 0-16,-4 2 0 0,-5 1 0 15,0 1 0-15,-2 4 0 0,0 1 0 16,-4-7 0-16,-7 2 0 0,-3-2 0 16,-2-2 0-16,-1-2 0 0,-1-3 0 0,-3-5 0 15,0-1 0-15,1-3 0 0,-1-1 0 0,1 0 0 0,4 0 0 16,1-1 0-16,0-10-168 0,6-7-197 16,2 2 151-16,7-10-602 0,0-1 390 15,5-4 194-15,10 1 98 0</inkml:trace>
  <inkml:trace contextRef="#ctx0" brushRef="#br0" timeOffset="36310.71">12853 10019 3685 0,'8'-2'0'0,"1"2"0"0,-5 0 0 0,-2 0 0 0,-2 4 0 16,0 9 0-16,0 2 0 0,0 4 0 0,-2 5 0 0,-4-1 0 0,3 1 98 0,-1-5-22 0,-1 7-27 0,2-3-26 0,-1-2-23 0,1-3 0 0,-1-3 0 15,-1-3 0-15,1-4 0 0,0-2 0 0,0-3 0 16,2 3 0 0,-2-6 0-16,1 0 0 0,3 0 0 0,-2 0 0 0,0 0 0 15,2-3 0-15,0 0 0 0,0-2 0 0,5 0 0 16,7-2 0-16,5 2 0 0,0 2 0 16,1-1 0-16,3 1 0 0,2 3 0 0,3 0 0 0,-6 0 0 0,3 0 0 15,0 0 0-15,-3 7 0 16,1 1 0-16,-4 0 0 0,0 1 0 0,0 1 0 15,-6 2 0-15,0 1 0 0,-1 0 0 16,-3 2 0-16,-1 2 0 0,-3 2 0 0,1-1 0 0,-2 5 0 16,0 1 0-16,0 1 0 0,0-3 0 0,0 0 0 15,0-1 0-15,-2 2 0 0,0 0 0 16,0-5 0-16,0 2 0 0,0-5 0 0,0-1 0 16,0-4 0-16,0 1 0 0,-4-2 0 0,-4 0 0 0,-3-4 0 15,-2 0 0-15,-4-3 0 16,-2-2 0-16,-5 0 0 0,-1 0 0 0,-3-2 0 15,0-8 0-15,2-12-40 0,-6-9-877 0,7-9 439 0,-1-17 220 16,2-4-718-16</inkml:trace>
  <inkml:trace contextRef="#ctx0" brushRef="#br0" timeOffset="36447.61">12759 10060 3214 0,'2'-2'0'15,"4"2"0"-15,2 0 0 0,-1 0 0 0,6 0 0 0,2 0 0 0,4 0 0 0,3 0 0 0,3 4 0 0,-1 0 0 0,1-1 73 0,-5 1 17 0,5 2-54 0,-3 1 1 16,1 0-524-16,-5 3 261 0,0 2 132 0,-6 1-801 16,0 3 453-16</inkml:trace>
  <inkml:trace contextRef="#ctx0" brushRef="#br0" timeOffset="36599.57">12761 10480 3154 0,'-11'7'0'0,"2"-2"0"0,2-3 0 0,4-2 0 0,1 0 0 0,2 0 0 0,0 0 0 0,17-2 0 0,8-3 0 0,1-2 0 0,6 0 91 16,4 0-28-16,5-5-281 0,-2 4 127 0,3-2 64 15,-7 0 41-15,10 1-861 0,-5-3 435 16</inkml:trace>
  <inkml:trace contextRef="#ctx0" brushRef="#br0" timeOffset="36796.15">13364 10028 3931 0,'-11'-7'0'0,"11"5"0"0,0 2 0 0,0-2 0 0,2 0 0 0,13-2 0 0,9 0 0 16,4 1 0-16,4 1 0 0,8-2 0 0,-1 2 0 0,14-2 0 0,-4 2 0 0,-1 1 0 15,1-1 0-15,-2 2 0 0,-7 0 0 0,3 0 0 0,-6 0 0 0,-3 0-646 16,-10 0 277-16,1 0 203 0,-6 0 110 15,-8 0-925-15,-2 0 472 0,-7 0 237 0</inkml:trace>
  <inkml:trace contextRef="#ctx0" brushRef="#br0" timeOffset="36963.58">13877 9816 2695 0,'-12'-13'0'0,"5"5"0"0,2 1 0 0,3 0 0 0,2 2 0 0,0 2 0 0,14 1 0 0,9 0 0 0,4 2 0 0,3 0 0 0,0 10 388 0,2 3-175 0,0 2-89 16,-4 2-44-16,-4 2 1 0,-5-2 13 0,0 6-33 15,-8 0-225-15,-8 3 100 16,-3 0 51-16,0 5 24 0,-11-1 9 0,-8 0-484 16,-3-1 251-16,-2-4-600 0,-3 1 398 0,1-3 165 0,-1-1 97 15,-1-3 64-15</inkml:trace>
  <inkml:trace contextRef="#ctx0" brushRef="#br0" timeOffset="37338.4">13803 10478 2432 0,'0'8'0'0,"0"-2"0"0,0-2 0 15,0-4 0-15,0 0 0 0,0 0 0 0,2-2 0 0,0-13 0 0,0 2 0 0,0-4 0 0,-1 1 95 0,-1-4-30 0,0 5 10 0,0-2 73 0,-5 2-56 0,-4 2-28 0,-4 3 98 16,0 1-54-16,-4 5 205 16,-4 3-276-16,-3 1-1 0,1 0 0 0,-3 11 1 0,0 10 8 0,-1 1 111 15,3 5-126-15,1 3-30 0,5-1 0 16,2 3 0-16,7-2 0 0,4 1 0 15,5-1 0-15,0-4 0 16,0-5 0-16,11-3 0 0,6-1 0 0,1-5 0 0,7-5 0 0,-1-4 0 16,1-3 0-16,0 0 0 0,-4-10 0 0,6-8 0 15,-8-2-56-15,-1 0-21 0,-2-3 20 16,-2 0 0-16,-4 8-10 0,-2-2 189 0,-5 8-79 0,-1-1-39 16,0 7-1-16,0-1 139 15,-2 3-142-15,0 1 0 0,0 0 0 0,0 12 0 0,0 9 0 16,0 2 0-16,0-3 0 0,0 6 0 0,5 1 0 0,7-3 0 15,3 1 0 1,4-5 0-16,1-3 0 0,6 0 0 0,3-5 0 16,1-3 0-16,1-6 0 0,3-3-1056 0,0 0 367 15</inkml:trace>
  <inkml:trace contextRef="#ctx0" brushRef="#br0" timeOffset="37797.94">14615 9998 2962 0,'-6'-6'0'0,"1"4"0"0,3 2 0 0,0 0 0 0,2 0 0 0,0 8 0 0,0 7 0 0,0 6 0 0,0 2 0 0,0 2 0 0,2 6 195 0,3 2 235 0,2 2-201 0,-2-2-114 15,1 3-115-15,-3-1 0 0,1 1 0 16,-1-1 0-16,1-1-128 0,-2-3 59 0,0-1 53 0,-2-3-573 16,0-6 313-16,0-3 166 0,0-6 60 15,0-4 42-15,0-2-734 16,0-6 353-16,0 0-189 0,0-10 261 0,-2-16 145 0,0-3 67 15,-2-11 34-15,-1-5-103 0</inkml:trace>
  <inkml:trace contextRef="#ctx0" brushRef="#br0" timeOffset="38097.78">14577 9947 1923 0,'0'-44'0'0,"0"9"0"0,0 11 0 0,7 2 0 0,3 3 0 0,5 4 0 0,6 6 0 0,2 3 0 0,3 0 0 0,6 4 0 0,4 0 121 0,1 0-33 0,9 2 223 15,-5 0-137-15,-8 0-69 0,3 8-33 16,-2 2 60-16,-8-3-37 0,4 4-34 0,-9-1 154 0,-3 1-89 15,0-1-45-15,-8-1 1 0,1-2 139 0,-4 3-97 16,-2-1-124-16,-1-1 0 0,0 3 0 16,-3-3 0-16,1 7 0 0,0-2 0 15,-2 3 0-15,2 5 0 0,1 5 0 0,-2 1 0 16,1 7 0-16,0 6 0 16,4 2 0-16,-1 3 0 0,0 2 0 0,3-6 0 0,2 14 0 0,-3-9 0 0,2-3 0 15,1-1 0 1,-1 1 0-16,-1-9 0 0,-1 2 0 0,-1-2 0 0,-2-5 0 0,0 0 0 15,-3-6 0-15,-1-3 0 16,0-3 0-16,0-6 0 0,-1-1 0 0,-7-7-245 0,-4-1 65 16,2-2-512-16,-4 0 332 15,-1-8 161-15,-2-10 80 0,2-7-596 0,-6-6 338 0,3-3 161 16</inkml:trace>
  <inkml:trace contextRef="#ctx0" brushRef="#br0" timeOffset="38360.68">14765 10199 2059 0,'-9'2'0'0,"3"0"0"0,3 3 0 0,1-3 0 0,2 0 0 0,0 2 0 0,0-2 0 0,3 2 0 0,7-1 0 0,3 1 0 0,0 2 80 15,0-2-142-15,0 1 50 0,0 1 25 0,-3-1 8 0,-1 5-164 16,-3-1 90-16,-3 2 45 16,-1 3 0-16,-2 0 45 0,0 3-385 0,0 0 184 0,-2-2-142 15,-5 1 111-15,0-4 85 0,-3-1 7 0,4-1 24 16,-1-2 118-16,2-5-38 15,1 3 187-15,0-6-112 0,3 2-57 0,1-2-37 0,0 0 126 0,0 0-69 16,0 0 10-16,0 0-32 0,0 0 225 16,0 0-68-16,1 0-75 0,5 0-31 15,-3 0-1-15,3 0-30 0,-1 0 9 0,1 0-9 0,0 0-323 16,3 0 152-16,0 0-591 0</inkml:trace>
  <inkml:trace contextRef="#ctx0" brushRef="#br0" timeOffset="38930.33">15744 9758 3083 0,'5'-10'0'0,"2"7"0"0,-6 1 0 0,1 2 0 0,-2 0 0 0,0 0 0 0,0 0 0 0,-5 0 0 0,-11 7 0 0,-3 8 0 0,-1 1 144 15,-5 4-53-15,1 1-27 0,-1 3 6 0,0 3 10 0,-2-1 27 16,4 1-35-16,2 0 0 0,5-4-35 0,2 1 0 15,5-5 37-15,0 4-74 0,3-3 0 16,4 0 0-16,2 5 0 0,0 0 0 16,0-1 0-16,0 6 0 0,2 0 0 0,4 4 0 0,-2-1 0 15,-1 3 0-15,1-2 0 0,-2 2 0 0,0-3 0 16,0 2 0-16,-1-5 0 0,1 0 0 16,0-9 0-16,0 4 0 0,1-6 0 15,-2-4 0-15,-1-5 0 0,2-3 0 16,0-5 0-16,0-2 0 0,0 0-664 0,1-8 307 0,1-14-268 15,0-2 295-15,-3-7 137 0,1-1 82 0,0-15-156 16,-2 6 115-16,0-6 57 0,0 1 46 16,0 3 3-16,0-7 9 0,0 18 363 15,0-3-181-15,0 12-92 0,2-1-44 0,3 3-10 0,4 4 204 16,3 4-120-16,4 2-60 0,0 4 484 0,9-1-193 16,1 4-130-16,6 0 129 0,2 3-138 0,1 1-69 15,9 0-35-15,-10 0 10 0,5 0 120 0,-2 0-82 16,-3 5-105-1,-2 1-14-15,-4 1 0 0,-5 3 0 0,-2-1 0 0,-5 2 0 0,0 2 0 16,-5 1 0-16,-4-1 0 0,1 2 0 0,-4 0 0 16,0 3 0-16,-2 2 0 15,-1 2 0-15,-1 3 0 0,2-5 0 0,-2 10 0 0,2-3 0 0,0-2 0 16,0 3 0-16,-1-3 0 0,1-3 0 16,2 7 0-16,-1-5 0 0,-1-3 0 0,1 1 0 0,-1 0 0 15,0-4 0-15,-2 1 0 0,0-4 0 16,0-4-284-16,0 0 102 15,0-1 60-15,-2-3-726 0,-5-3 410 0,-5 0 200 16,1-4 101-16,-3 0-606 0</inkml:trace>
  <inkml:trace contextRef="#ctx0" brushRef="#br0" timeOffset="39208.25">15745 10273 1844 0,'0'0'0'0,"0"0"0"0,4 0 0 0,3 0 0 0,-2 0 0 0,2 0 0 0,2 1 0 0,1 3 0 0,1 3 0 0,-2 1 0 0,2 2 78 0,-2 0-32 0,-4 2 43 16,2-1-27-16,-3 2 82 0,-1-1-54 15,-1-3-26-15,-1 0 8 0,-1-2-35 0,0 0 174 16,0-4-87-16,0 1-44 0,0-3 0 0,2-1 52 16,0 0-52-16,0 0-1 0,3 0-6 0,1 0-1 0,-1-1-36 15,-1-1 10-15,0 0 45 16,-2 0-28-16,0 1 1 0,0-2-28 0,-2 2 29 15,0 1 8-15,0 0-73 0,-10 0 0 0,-3 0 0 0,-1 0 0 16,0 0 0-16,-1 0-107 16,0 0-49-16,0 0-797 0,3 0 461 0,5 0 222 0,-2-4 107 15</inkml:trace>
  <inkml:trace contextRef="#ctx0" brushRef="#br0" timeOffset="40252.94">17591 10028 2341 0,'-1'0'0'0,"1"2"0"0,0 14 0 0,0-4 0 0,0 5 0 0,0 0 0 16,0 4 0-16,0 1 0 0,0 1 0 0,-6 1 0 0,1 4 147 0,-5 2 63 0,-3 3-91 0,-2-1-41 0,-2 1 1 0,-4 5-106 16,3-10 33-16,-5 4 9 0,0-5 22 0,3 0-126 15,-3-4 64-15,6-10 31 0,-3-2-404 0,3-5 228 16,0-6 50-16,4 0-501 0,2-17 276 0,5-10 154 16,6-18 77-16,0-5-343 0</inkml:trace>
  <inkml:trace contextRef="#ctx0" brushRef="#br0" timeOffset="40418.72">17359 9760 2699 0,'4'-17'0'16,"-3"11"0"-16,3 2 0 0,0 4 0 0,1 0 0 0,1 10 0 0,4 8 0 0,-1 9 0 0,3 3 0 0,6 9 0 0,-1 3 302 0,3 2-123 0,3 7-75 0,2 2 187 0,-1 0-126 0,0-3-64 16,2 1-125-16,3-2 40 0,-3-2-9 15,0-4-422-15,-1 2 226 0,-1-5 114 16,0-5 56-16,-3-8-666 0,2 1 350 0,-3-8 71 15,-3-9 122-15,3-4-524 0</inkml:trace>
  <inkml:trace contextRef="#ctx0" brushRef="#br0" timeOffset="40688.41">18207 9790 2735 0,'4'-8'0'0,"-2"7"0"0,-2 1 0 0,-2 1 0 0,-13 18 0 0,-6-1 0 0,-3 6 0 0,-6 6 0 0,-2-2 0 0,-2 2 0 0,0 1 141 0,4-4-43 0,-7 5 180 16,3-6-121-16,6-5-60 0,-2 1-29 0,4-5 154 16,5-1-87-16,1-4-135 0,6-1 0 0,5-5 0 15,3 0 0-15,3-1 0 0,3-1 0 0,0 3 0 16,2 1 0-16,10-1 0 0,11 3 0 16,2-1 0-16,1-1 0 0,4 0 0 0,0-1 0 0,4 1 0 15,-4-1 0-15,2-1 0 0,0 0 0 0,-2 1 0 16,2 1 0-16,-4-3 0 15,-3-2-275-15,-2 1 40 0,2 0 90 0,0 0-703 16,-4-4 405-16,0 0 203 0,-3 0-522 0</inkml:trace>
  <inkml:trace contextRef="#ctx0" brushRef="#br0" timeOffset="40959.11">18452 10030 3022 0,'-6'-2'0'0,"-1"2"0"0,-3 2 0 0,-1 10 0 0,2 6 0 0,-3 4 0 0,5 3 0 0,3 1 0 0,4 2 0 0,0-1 0 16,0-3 338-16,5 7-155 0,9-7-72 0,4-4 166 0,2-2-277 0,2-5 0 16,0-3 0-16,8-6 0 0,0-4 0 0,0 0 0 15,-1-2 0-15,-1-13 0 0,-2-1 0 0,-3-5 0 16,-5-2 0-16,-4-1 0 0,-5 0 0 0,-3-1 0 16,-5-5 0-16,-1 2 0 0,0-3-4 0,-9 1-52 15,-8 1 16-15,-1 2 19 0,-5 5 65 0,-2 5-29 16,-1 6 8-16,-2 5-35 15,-1 4 63-15,4 2-51 0,-3 0 0 0,9 6 0 16,2 6-154-16,2 4 34 0,6 3 55 0,3 2-277 16,4 5 148-16,2 0 82 0,0 2 15 0</inkml:trace>
  <inkml:trace contextRef="#ctx0" brushRef="#br0" timeOffset="41434.44">19859 9758 2739 0,'-23'0'0'0,"8"0"0"0,4 0 0 0,5 0 0 0,2 2 0 0,4-1 0 0,0 1 0 0,0 0 0 0,6 4 0 0,15-2 0 0,5-3 114 16,8 2 270-16,9-1-178 0,-2-2-84 0,3 0 244 0,0 0-366 0,2 0 0 15,-7 0 0-15,10-2 0 16,-6 2 0-16,-9 0 0 0,1 0 0 0,-3 0-336 15,-9 0 71-15,0 0 147 0,-5 0-837 0,-6 0 409 16,-1 0 254-16,-2 0-173 0</inkml:trace>
  <inkml:trace contextRef="#ctx0" brushRef="#br0" timeOffset="41617.94">20277 9529 1852 0,'-4'-8'0'0,"4"5"0"0,0-2 0 0,0 0 0 0,9 3 0 0,7 1 0 0,7 1 0 0,3 0 0 0,4 0 0 0,0 0 0 0,2 1 375 0,0 6-169 0,0 2-84 16,-5 2-42-16,-9-1 102 0,-1 4-63 0,-6 3-45 16,-6-1-276-16,-3 9 120 0,-2 2 60 0,-12-1-439 15,-9 1 258-15,-8 8 116 0,6-11 54 0,-6 3-315 16,-1-5 97-16,0-1 112 0,-2-5 1 16,2-2-321-16</inkml:trace>
  <inkml:trace contextRef="#ctx0" brushRef="#br0" timeOffset="41925.37">20146 9885 1818 0,'-17'0'0'0,"6"0"0"0,3 4 0 0,1 0 0 0,5 2 0 0,0 5 0 0,2 2 0 0,0 6 0 0,0 6 0 0,0 0 0 0,0 8 143 0,0 0-53 0,0 5-25 0,0-1 391 15,0 1-214-15,0-1-101 0,-3-2 173 0,-6-4-137 16,2 0-70-16,0-8-1 0,0-4-39 0,0-2 0 16,2-7-29-16,3-3-45 0,-2-3-1 0,4-3 56 15,0-1-10-15,0-1-27 0,2-16 0 0,14-2-4 16,4-2-7-16,4-1-59 15,3 1-5-15,1 3 50 0,0 5-137 0,2 3 79 16,-10 6 14-16,5 3 86 0,-6 1-14 0,-3 0-23 16,-2 5-18-16,-5 6 250 0,-5 7-110 0,-2-2-55 15,-2 3-40-15,0 5-18 0,-13-3 0 0,-4 0 0 16,-2-1 0-16,0-3 0 0,-5 2 0 0,1-6 0 16,5-2 0-16,-5-3 0 0,2-1 0 0,5-3 0 15,-2-2 0-15,7-2 0 0,2 0 0 0,1 0-550 16,4 0 117-16,4-9 187 15,0-9 109-15,7-8-631 0,13-7 365 0,1-5 182 0</inkml:trace>
  <inkml:trace contextRef="#ctx0" brushRef="#br0" timeOffset="42316.08">20839 9767 3064 0,'11'0'0'0,"2"4"0"0,-8 6 0 0,-5 6 0 0,0 1 0 0,-9 6 0 0,-3 0 0 0,-4 0 0 0,5 0 0 0,-3 3 0 0,2-7 306 0,1 0-134 0,2-2-67 16,0-6-33-16,2-2 9 0,4-1-43 0,-1-4 55 16,4-2-93-16,-2-2 0 15,2 0 0-15,0 0 0 0,0 0 0 0,0 0 0 0,0 0 0 0,6 0 0 16,4 0 0-16,6-2 0 16,-1 0 0-16,2 0 0 0,1 2 0 0,3 0 0 0,2 0 0 0,0 0 0 15,-3 0 0 1,-1 4 0-16,2 2 0 0,-5 3 0 0,0 0 0 0,-2 1 0 15,-3-1 0-15,-1 2 0 0,-2 2 0 0,-3 1 0 16,0-1 0-16,-3 2 0 0,0 1 0 0,0 3 0 16,1 2 0-16,-1 0 0 0,-2 3 0 0,0 2 0 15,1-6 0 1,1 4 0-16,0-2 0 0,0-3 0 0,0 2 0 0,-1-4 0 0,1-2 0 0,0-3 0 16,0 0 0-16,-2-3 0 0,0-1 0 0,0 0 0 15,0-2 0-15,-7-2 0 0,-7 2 0 0,1-2 0 16,-3 0 0-16,-3-3 0 15,-1-1 0-15,-6 0-528 0,4 0 106 0,-4-7 192 16,-1-11 86-16,-5-11-626 0,4-6 367 0</inkml:trace>
  <inkml:trace contextRef="#ctx0" brushRef="#br0" timeOffset="42447.44">20558 9873 2580 0,'-10'-10'0'0,"6"4"0"0,2 5 0 0,2-1 0 0,0 0 0 0,4 2 0 0,17 0 0 15,3 0 0-15,5 0 0 0,4 0 0 0,3 0 107 0,3 5 204 0,-2 1-137 0,2 2-68 0,-4-1-216 16,-3 4 83-16,-2 3 28 0,-6 1 0 0,-5 1-679 16,-5 5 359-16</inkml:trace>
  <inkml:trace contextRef="#ctx0" brushRef="#br0" timeOffset="42601.68">20668 10263 2784 0,'-23'5'0'0,"7"1"0"0,-2 0 0 0,8-6 0 0,0 0 0 0,4 0 0 16,4 0 0-16,2 0 0 0,0 0 0 0,12-2 0 0,10-2 171 0,4-3-67 0,4 1-33 0,2-1-371 0,2-1 164 0,1 1 87 15,0 1 43-15,-1 2-303 0,-2-1 174 0,0-1 95 16</inkml:trace>
  <inkml:trace contextRef="#ctx0" brushRef="#br0" timeOffset="42801.9">21192 9861 3611 0,'-4'-4'0'0,"4"3"0"0,0-3 0 0,0-4 0 0,8 3 0 0,16-3 0 0,5 2 0 0,2-1 0 0,5 3 0 0,5-2 0 0,3 3 177 0,2-3-70 0,2 2-100 16,6-1 22-16,-9 3-29 15,10-2 0-15,-9 2-86 0,-8 2 16 0,0 0 53 16,-6 0-610-16,-10 0 340 0,-2 0 157 0,-4 4 23 15,-7 0-732-15,-4-2 401 0,-3-1 201 0,-2-1-319 16</inkml:trace>
  <inkml:trace contextRef="#ctx0" brushRef="#br0" timeOffset="42975.88">21799 9611 1673 0,'0'-15'0'0,"2"4"0"0,5 4 0 0,7-3 0 0,2 3 0 0,7-1 0 0,-2 4 0 0,8 3 0 0,-3 1 0 0,3 0 0 0,-5 0 372 0,-4 9-168 16,0 2-75-16,-5 2-51 0,-4 2 279 15,-6 2-160-15,-3 2-81 0,-2 2 85 0,-2 5-88 16,-12-2-38-16,-5 1 1 0,-1 1-74 0,-1 1 35 16,-4-1 8-16,2 0-453 0,0-2 222 0,0 2 111 15,0-1 56-15,0-1-803 0,3 2 403 0,-1 3 126 16</inkml:trace>
  <inkml:trace contextRef="#ctx0" brushRef="#br0" timeOffset="43489.08">21721 10248 2326 0,'0'6'0'0,"-1"-5"0"0,1-1 0 0,0 0 0 0,0-5 0 0,0-10 0 0,0-4 0 0,0 0 0 15,0-4 0-15,0 3 0 0,0-1 136 0,0 1-50 0,0-1 81 0,-4 2-65 0,-3 3-24 0,-2-1 26 16,-5 2-35-16,-1 3 1 0,0 3-34 0,-5 5-10 16,1 2 20-16,-4 2-10 15,0 0 0-15,1 6 51 0,-1 11-26 0,-1 5 1 16,1 4 116-16,3 5-75 0,1 1-34 0,3 1-16 15,4 1-53-15,3-2 0 0,5 0 0 0,4-2 0 16,0-4 0-16,0-5 0 0,7-3 0 0,11-2 0 16,-2-5 0-16,5-3 0 0,0-7 0 0,4-1 0 15,-2 0 0-15,0-8 0 0,-5-4 0 0,5-9-115 16,-2 0 10-16,-5-1 49 0,2-1-173 0,-7 6 96 16,0 1 40-16,-3 5 82 0,-3 1-25 0,-3 5 0 15,0 2-1-15,0 2 241 0,-2-1-129 16,0 2-52-16,0 9-29 0,-4 6 284 15,-1 4-113-15,-1 1-82 0,1 1-54 0,0 2-29 16,3-1 0-16,2 1-157 31,0-4-28-31,0-1 108 47,2-4 48 0,8-3-744 0,3-5 363-47,6-5 187 0,4-1 93 0,2 0-249 0,5-13 175 0,7-7 84 16,-2-5 42-16,3-5-412 0</inkml:trace>
  <inkml:trace contextRef="#ctx0" brushRef="#br0" timeOffset="43953.31">22481 9760 2394 0,'32'-40'0'0,"1"2"0"0,-8 9 0 0,-2 0 0 0,-11 12 0 0,-4 4 0 0,-5 6 0 0,-1 3 0 0,-2 2 0 0,-5 2 0 0,-15 2 333 0,-3 14-148 0,-5 2-75 0,-8 5 249 0,4-1-152 0,-10 8-90 0,1 0 109 0,4 0-226 0,3-1 0 0,10-5 0 0,4-1 0 31,0 6 0-31,7-4 0 0,4 1 0 0,3 2 0 16,3 0 0-16,1 2 0 0,2 2 0 0,0 2 0 0,0 2 0 0,0 0 0 0,0 1 0 0,0-1 0 0,0-2 0 0,0 1 0 0,0-3 0 0,-2 0 0 0,-5-2 0 0,2-8 0 0,0 3 0 16,-1-4 0-16,1-5 0 15,-2-5 0-15,4-3 0 0,1-1 0 0,-2-6-293 32,4-1-98-17,0 0 177-15,0-12-448 0,0-9 308 0,6-6 150 0,4-3 88 0,-3-6-276 0,4-5 178 0,-6 9 89 0,2-2 44 16,-2 7 8-16,-1 0 37 15,-1 2 0-15,3 4-1 0,1 3 524 0,1 3-262 16,5 0-140-16,1 3 251 16,4 5-187-16,3 1-92 0,5 1 652 0,3 3-337 0,-6-1-158 0,9 3-94 15,-2 0 266-15,-3 6-298 0,-3 7-88 0,-1 5 0 0,-8-3 0 0,0 5 0 16,-6 3 0-16,-3 3 0 0,-6-2 0 0,0 5 0 16,-7-1 0-16,-13 0 0 0,-1-2 0 0,-4 1 0 15,-2-3 0 1,1-1 0-16,0-5 0 0,2-3 0 0,-1-3 0 0,4-2 0 0,0-7 0 0,5-2 0 15,0-1-411-15,6 0 65 0,0-1 155 16,2-14 78-16,3-2-270 0,3-6 164 16,2-5 96-16,0 3 25 0,0 3 31 0,2 0 0 15,3 3 31-15,2 7 158 0,-2-1-75 0,1 6-42 16,3 2 620-16,1 1-331 0,2 4-165 0,4 0-92 16,4 0 685-16,1 9-649 0,4 4-73 0,-4 1 0 15,6 7 0-15,-3-2 0 0,1 2 0 0,0 1 0 16,-2-1 0-16,0 1 0 0,0-1 0 0,-5-3 0 15,7 2 0 1,-10-5 0-16,5-3-554 0,-4 1 69 0,0-6 155 0,0-1 137 0,-2-6-567 0,2 0 361 16,0 0 182-16</inkml:trace>
  <inkml:trace contextRef="#ctx0" brushRef="#br0" timeOffset="44439.71">23136 9769 2574 0,'12'-30'0'0,"-5"13"0"0,-1 5 0 0,-3 0 0 0,-3 6 0 0,0 4 0 0,-3 2 0 0,-12 0 0 0,-8 8 0 0,0 9 0 0,-5 3 221 16,-4 6-97-16,2 3-43 0,-2-1 89 0,2 0-67 15,6-1-33-15,0 1 9 0,5 0 170 0,1-2-107 16,7-2-52-16,2 1-62 0,4 1-28 0,2-1 0 16,1 2 0-16,2 4 0 0,0-4 0 0,0 6 0 15,0-3 0-15,0 4 0 0,0-3 0 0,0 1 0 16,0-2 0-16,0 1 0 0,0-6 0 0,0 4 0 15,-3-8 0-15,1 0 0 0,-2-5 0 0,1-7 0 16,1-1 0-16,2-4 0 16,-2-2 0-16,2-2-474 0,0 0 206 0,0-14 115 15,0-5-119-15,0-6 122 0,0-2 57 16,2-3 29-16,3-4 43 0,2-7-16 0,2 5-8 16,2-9 9-16,1 8 43 0,2 5 1 0,1 2-45 15,4 2 1-15,-5 9 248 0,11-2-120 0,-2 6-63 0,1 4 499 16,5 2-261-16,1 3-64 0,2 0 137 15,0 3-340-15,-1 2 0 0,1 1 0 0,-2 0 0 0,-1 0 0 16,-8 0 0-16,0 6 0 0,-1 4 0 16,-4 3 0-16,-2 0 0 0,-3 4 0 15,-4 2 0-15,0 3 0 0,0 3 0 0,-4 1 0 16,-1 2 0-16,0 0 0 0,1-3 0 0,-1 6 0 16,0-2 0-16,0 1 0 0,2-4 0 0,-3-2 0 15,1-2 0-15,1 2 0 0,-3-1 0 0,0-5 0 16,0 1 0-16,0-4 0 0,-6-4 0 0,-4 1 0 15,-2-6 0-15,-6 0-844 0,-1-3 327 0,-4-3 241 16,0 0-583-16,-9 0 416 0</inkml:trace>
  <inkml:trace contextRef="#ctx0" brushRef="#br0" timeOffset="44684.52">23091 10243 2056 0,'0'-3'0'0,"0"3"0"0,0 0 0 0,0 0 0 0,0 0 0 15,0 10 0-15,0 1 0 0,0 1 0 0,0-2 0 0,0 0 0 0,0 2 91 0,2-2 60 16,0-2-58-16,-2-2-28 0,0-3-1 0,0-1-187 0,0 0 75 16,0-2 42-16,0 0-17 0,0 0 29 0,0-2 10 15,-2-3 57-15,2-3-1 0,0 0-35 0,2 1-1 16,5 0 205-16,5 1-93 0,1 0-73 0,0 2 0 16,2 2 197-16,-6 1-118 0,3 1-59 0,-3 0 110 15,-2 0-99-15,-1 3-106 0,-4 7 0 0,-2 2 0 16,0-2 0-16,-4 4 0 0,-7-3 0 0,-4 2 0 15,0-4-44-15,0-1 30 0,2 0-773 0,6-5 337 16,-4 1 219-16</inkml:trace>
  <inkml:trace contextRef="#ctx0" brushRef="#br0" timeOffset="45068.09">25097 10007 2846 0,'0'0'0'0,"2"6"0"0,2 17 0 0,-3-6 0 0,-1-1 0 0,0 5 0 0,-5 4 0 0,-6 0 0 0,-3 2 0 0,2-1 0 0,-4 3 85 15,-2 1 213-15,-3 1-131 16,-2-2-65-16,-2-3-163 0,1-3 58 0,-2-5 15 0,0-3-358 0,-1-5 191 15,7-7 96-15,0-3 47 0,2 0-538 16,7-7 209-16,4-17 171 0,7-6-10 16,0-11-217-16</inkml:trace>
  <inkml:trace contextRef="#ctx0" brushRef="#br0" timeOffset="45245.38">24962 9581 2960 0,'2'-15'0'0,"4"7"0"0,-3 7 0 0,3 1 0 0,-3 7 0 0,1 16 0 0,6 5 0 0,3 14 0 0,4 2 0 0,1 7 0 0,5 13 103 0,0-4 665 0,-1-4-668 16,6 16-100-16,-2-10 0 0,3-4 0 16,-4-11 0-16,2 6 0 0,-2-4 0 0,-5-7 0 15,1-1 0-15,-8-7 0 0,2 1-74 0,-4-6-250 16,-3-8 190-16,-2-4-461 0,-1-8 172 0,1-3 193 16,-1-6 96-16</inkml:trace>
  <inkml:trace contextRef="#ctx0" brushRef="#br0" timeOffset="45384.61">25420 10040 3247 0,'0'-32'0'0,"-2"14"0"0,-2 0 0 0,4 3 0 0,0 1 0 0,0 5 0 0,4 0 0 0,11 3 0 0,8 2 0 0,1 2 0 0,1 1 327 0,5 1-145 0,-2 0-73 16,-3 0-46-16,10 1-60 0,-5 7-3 0,-2 2 0 16,-1 1-648-16,-5 4 290 0,-9-2 206 0,-1 9-945 15</inkml:trace>
  <inkml:trace contextRef="#ctx0" brushRef="#br0" timeOffset="45527.27">25450 10250 2892 0,'-20'5'0'0,"2"3"0"0,4-1 0 0,4-4 0 0,4-2 0 0,6-1 0 16,0 0 0-16,4 0 0 0,19 0 0 0,7 0 0 0,11 0 106 0,2 0-34 0,-5-4 8 0,13-5-547 0,-8 2 251 15,1-1 127-15,-13 1 62 0,9-1-823 0,-14 1 414 16,6-5 214-16</inkml:trace>
  <inkml:trace contextRef="#ctx0" brushRef="#br0" timeOffset="45767.83">25921 10117 2140 0,'3'-11'0'0,"-3"3"0"0,0 2 0 0,0 2 0 0,0 2 0 0,0 1 0 0,-3 1 0 0,-3 0 0 0,5 16 0 0,1 6 0 0,0 1 574 0,0 5-268 0,4 3-135 16,11-1-67-16,6 0 295 0,3-2-186 0,8 0-189 15,4-9-24-15,1-4 0 0,3-6 0 16,-3-7 0-16,4-2 0 0,-6 0 0 0,0-4 0 0,-7-12 0 15,-5-1 0-15,-10-2 0 16,-2-8 0-16,-9-1 0 0,-2-2 0 0,0-2 0 16,-17-5 0-16,-4 4 0 0,-11-9 0 0,-2 7 0 15,-5 0 0-15,-2 9 0 0,-6 5 0 0,8 8 0 16,-12 4 0-16,15 7 0 0,-4 2 0 0,4 0 0 16,5 7 0-16,3 10-78 0,0 4-2 0,3 5-735 15,6 5 390-15,5 2 194 0</inkml:trace>
  <inkml:trace contextRef="#ctx0" brushRef="#br0" timeOffset="46189.71">26951 9828 3072 0,'-27'-4'0'0,"16"4"0"0,6 0 0 0,3 0 0 0,2 0 0 0,0 0 0 0,8 0 0 0,20 0 0 0,11 0 0 0,10 0 0 0,17 0 128 16,-6 0 378-16,20 0-281 0,-6 0-225 0,-5 0 0 15,-12 0 0-15,1 0 0 0,-13 4 0 0,8-1 0 16,-18 1 0-16,-3 1 0 0,-11 1-204 0,-4 0-56 15,-2-2 158-15,-8 0 65 16,-4-3-936-16,-1 1 468 0,-2-2 233 0,0 0 118 0</inkml:trace>
  <inkml:trace contextRef="#ctx0" brushRef="#br0" timeOffset="46691.97">27669 9593 2259 0,'9'-4'0'0,"4"4"0"0,0 0 0 0,4 0 0 0,0 0 0 0,7 0 0 0,0 4 0 0,1 5 0 0,-4 2 0 0,-1 2 0 0,-2 1 381 16,-2-1-172-16,-4 2-85 0,-3 2-44 0,-7-2 9 16,-2 3-51-16,0 4 0 0,-11 1-323 0,-10 2 162 15,-2-2 80-15,-4-1 50 0,-2-1-496 0,-1-1 256 16,-3-1 134-16,1-2-526 0,-5-1 294 0,0 0 138 16,-8-3 82-16,3 0-95 0,-1-3 84 0,10-5 42 15,-5 1 36-15,10-3-3 0,2 1 10 0,3 0-1 16,8 0 328-16,5-1-164 0,3 5-82 15,3 3 545-15,4 5-301 0,0 4-79 0,0 3-101 0,4 5 458 16,1 3-265-16,0 4-122 16,-1 2 345-16,-3-1-244 0,-1 1-120 0,0-3-62 15,0-2-48-15,-8-6-50 0,-1 4 0 0,2-11 0 16,0 0 0-16,-2-8 0 0,4-2 0 0,1-3 0 16,1-3 0-16,1-3 0 0,2 0 0 0,0-12 0 15,2-11 0-15,10-1 0 0,9-1 0 0,4 1 0 16,0 0 0-16,5 3 0 0,-3 2 0 0,-1 10-4 15,4-1-56-15,-9 8-18 0,2 2 71 0,-6 0-13 16,-2 11-18-16,-7 3 201 16,-1 5-119-16,-6 3-44 0,-1-2 0 0,0 9 0 15,-8-7 0-15,-4-1 0 0,-9 2 0 0,-1-4 0 16,-3-3 0-16,0-2 0 0,-2-5 0 0,1-2 0 16,-6-1 0-16,5-5 0 0,1-1 0 0,3 0 0 15,3 0 0-15,1 0 0 0,3-1 0 0,4-5 0 16,5 1 0-16,6-8 0 0,1-4-221 0,13-12 24 15,15 2-777-15,4-8 468 0,8-2 234 0,1-1 117 16,2 1-590-16,5 1 358 16</inkml:trace>
  <inkml:trace contextRef="#ctx0" brushRef="#br0" timeOffset="46810.8">27666 10140 2668 0,'31'-16'0'0,"-9"5"0"0,-1 4 0 0,-4-1 0 0,0 3 0 0,-4 0 0 0,4 2 0 0,1-1 0 15,0 2 0-15,4-2 0 0,2 2 238 0,-3 0 548 0,2 0-547 0,5 1-239 0,-4 1 0 16,0 0 0-16,0 0 0 0,-1 0 0 0,0 0-423 15,-3 0-12-15,-1 0 236 16,-4 7 119-16,-1 0-482 0,-11 3 292 0</inkml:trace>
  <inkml:trace contextRef="#ctx0" brushRef="#br0" timeOffset="46959.2">27900 10252 2643 0,'-31'15'0'0,"4"1"0"0,7-2 0 0,2-3 0 0,9-4 0 0,0-3 0 16,8 2 0-16,1 1 0 0,0-1 0 0,15-4 0 0,12 4 613 0,-2-3-288 0,5-3-144 15,4 0-12-15,1 0-169 0,2 0 0 0,-2 0 0 0,2-2-348 16,0-5 69-16,1 3 168 0,-3-2 69 16,0 1-693-16,0-2 384 0,0-3 57 0,0 1 141 15</inkml:trace>
  <inkml:trace contextRef="#ctx0" brushRef="#br0" timeOffset="47248.98">28540 10098 2374 0,'0'-10'0'0,"0"3"-1"0,0 4 1 0,-12-2 0 0,-3 3-1 0,-3 2 1 0,1 0 0 0,-1 10 0 0,-4 9 0 0,7 1 0 0,0 8 333 0,6 3-148 16,2 0-64-16,5 3 421 0,2 2-252 16,0-3-202-16,2 0-88 0,6-3 0 0,5-8 0 15,8 5 0-15,0-10 0 0,2-2 0 0,1-6 0 16,-1-6 0-16,0-3 0 0,7 0 0 0,-5 0 0 16,1-11 0-16,-7-4 0 0,3-2 0 0,-8 2 0 15,0-3 0-15,-5-4 0 0,-2 0 0 16,-2-2 0-16,-5-1 0 0,0 0 0 0,-5-2 0 0,-9 1 0 15,-4 1 0-15,-3 2 0 0,-2 3 0 16,-4 5 0-16,-6 4 0 0,2 3 0 16,0 3 0-16,-2 1 0 0,10 1 0 0,1 2 0 15,6 1 0-15,2 0 0 0,5 0 0 0,3 0 0 16,5 6-154-16,1 1-202 0,0 2 164 0,8-3-750 16,10-1 452-16,-1-2 227 0</inkml:trace>
  <inkml:trace contextRef="#ctx0" brushRef="#br0" timeOffset="47468.32">28523 9732 3135 0,'-23'-8'0'0,"5"2"0"0,-1 1 0 0,2-1 0 0,6 0 0 0,6 5 0 0,0-4 0 0,5 4 0 0,0-1 0 0,18 2 0 0,14 0 66 0,6 0-28 0,6 0 431 0,-1 0-246 16,4 0-223-16,-9 0 0 0,12 0 0 0,-17 0 0 15,2 0 0-15,2 0 0 16,-7 2 0-16,-5 2 0 0,-2-1-4 0,0 2-333 16,-2 0 188-16,-2-1 11 0,-4-1-912 0,0-1 511 15,-3-2 251-15,-1 0 125 0</inkml:trace>
  <inkml:trace contextRef="#ctx0" brushRef="#br0" timeOffset="47664.55">29001 9604 2304 0,'-14'-11'0'0,"3"1"0"0,-2 1 0 0,8 1 0 0,0 0 0 0,5 1 0 0,0 1 0 0,2 1 0 0,17 3 0 0,7 1 0 0,3 1 121 0,1 0 346 0,2 5-215 0,3 6-107 16,-1 4-54-16,-4 2 298 0,-1 2-227 0,-2-1-162 15,-7 2 0-15,-7-2 0 0,-1 1 0 0,-3 0 0 16,-7 0 0-16,-2 1 0 0,0-1 0 0,-13 0 0 16,-6-1 0-16,-3-3 0 0,-5-1 0 0,1-1 0 15,-3-2 0-15,-2-3 0 0,1-1 0 0,-2 0 0 16,0-1 0-16,0 0 0 0,1-3-780 0,11 3 207 15</inkml:trace>
  <inkml:trace contextRef="#ctx0" brushRef="#br0" timeOffset="51761.49">1995 9910 2288 0,'-10'-11'0'0,"3"9"0"0,7 2 0 0,0 0 0 0,0 0 0 0,0 0 0 0,0 2 0 0,7 7 0 0,6 1 0 0,-1-2 0 0,3 2 533 0,2 1-247 0,3 0-113 16,-2 1-72-16,-1-1 53 0,1 0-57 0,-6 1-29 15,0-3 0-15,-1 3-177 0,-4 0 70 0,-2 2 39 16,-2 1 0-16,-3 4-538 0,0-1 289 0,0 2 155 16,-7 0-763-16,-5 2 381 0,1-5 219 0,-4 0 108 15,-5-2-181-15</inkml:trace>
  <inkml:trace contextRef="#ctx0" brushRef="#br0" timeOffset="52176.6">1870 10305 2631 0,'-20'3'0'0,"-1"2"0"0,10 0 0 0,1-2 0 0,5-3 0 0,-1 2 0 0,6-2 0 0,0 0 0 16,2 0 0-16,17 0 0 0,10 0 121 0,4 0 347 0,-1-2-214 0,11-4-108 0,-8 3-53 0,5-3 125 16,-2 3-218-16,-1-3 0 0,1-1 0 15,-6 4 0-15,-2-1 0 0,-7 2 0 0,-1-1-274 0,-1 0 0 16,-4 2 157-16,-5 0-728 0,-2 1 417 15,-7-3 139-15,-1 3 130 0,-2 0-201 16,0 0 161-16,-4 0 79 0,-9 0 41 0,-5-2-324 16,0 2 192-16,-3 0 105 0,-5 0 39 0,-1 0 67 15,1 6 0-15,7 1 0 0,-6 2 236 0,4 1-157 16,4 0-59-16,2-1 486 0,5 0-272 0,2-3-146 16,3 0 40-16,1 7 157 0,4-4-82 15,0 3-81-15,0 0-42 0,0 3 83 0,-1 1-67 16,-1 1-28-16,-3 0-1 0,-5 1-91 0,-2 0 41 15,-3 2-9-15,-3-1 74 0,-3-2-43 16,0 0 1-16,5-6 290 0,-3 1-135 0,1 1-83 16,4-6-36-16,7-2 408 0,-2-1-287 0,6-2-197 15,1 0 0-15,2 0 0 0,0-1 0 0,12-1 0 16,11 3 0-16,0-3 0 0,5 0 0 0,6 0 0 16,1 0 0-16,0 0 0 0,2 0 0 0,-2 0 0 15,3 0 0-15,-3 0 0 16,-4-3 0-16,-1 2-458 0,-8-1-59 0,3 2 239 0,-3-2 109 15,-4 0-311-15,-3 2 220 0,-6-4 111 16</inkml:trace>
  <inkml:trace contextRef="#ctx0" brushRef="#br0" timeOffset="52320.99">2301 10471 2604 0,'-13'-4'0'0,"7"3"0"0,-1 1 0 0,2 0 0 0,1 0 0 0,1 0 0 0,3 0 0 16,0 1 0-16,0 7 0 0,10 2 0 0,2-1 96 0,1 2 201 0,2 1-130 0,-2 0-63 0,2 2-327 15,2-1 141-15,-4 2 56 0,-2-3 32 0,2 2-625 16,-7-1 330-16,1 1 163 0,-5-1 93 0,-2-1-734 16,0 2 365-16</inkml:trace>
  <inkml:trace contextRef="#ctx0" brushRef="#br0" timeOffset="52497.21">2072 10628 2203 0,'-22'-3'0'0,"5"3"0"0,-1 0 0 0,5 4 0 0,-4 8 0 0,9 2 0 0,-2 4 0 0,3 6 0 0,2-2 0 0,4 5 0 0,-1 1 111 0,2-4 321 0,0 8-202 0,0-2-95 16,0-1-49-16,2-1-181 0,4-2 67 0,-1-4 43 15,5 1-9-15,-1-4-505 0,5-2 270 0,-2-6 133 16,3-5 68-16,0-6-688 0,7 0 353 0,-7-12-85 16,1-10 204-16</inkml:trace>
  <inkml:trace contextRef="#ctx0" brushRef="#br0" timeOffset="52776.6">2151 10796 2187 0,'0'-22'0'0,"0"9"0"0,0-1 0 0,0 7 0 0,0 3 0 0,0 2 0 0,0 2 0 0,0 0 0 0,0 17 0 0,0 6 0 0,4 1 280 0,6 3-121 0,1 2-60 15,0 3-20-15,2-1 139 0,2 0-89 0,2-3-45 0,1 1 12 16,2-6-28-16,-3-5 9 0,6 0-38 0,-5-8-278 16,1-1 139-16,2-6 69 0,-6-3 36 0,3 0-414 15,-4-7 171-15,1-11-319 0,-5-4 239 0,1-5 140 16,-6-3 69-16,0-2-102 15,-3-3 91-15,0-4 41 0,-2-3-1 0,0-1-103 16,0-1 72-16,0 10 26 0,-2-3 10 0,-3 7 119 16,3 9-42-16,-1 6 1 0,-3 1 420 0,4 4-241 15,2 6-105-15,0 2-57 0,0 1 684 0,0 1-337 16,0 0-146-16,0 9 4 0,0 4-98 0,0 4-45 16,0 0 1-16,6 3-86 0,-3 3 42 0,1 0 9 15,-1-1-10-15,2-2-334 16,1-2 167-16</inkml:trace>
  <inkml:trace contextRef="#ctx0" brushRef="#br0" timeOffset="52964.42">2540 10184 3428 0,'6'10'0'0,"1"14"0"0,0 1 0 0,6 12 0 0,-5-2 0 0,1 18 0 0,1-2 0 0,-1 12 0 0,-3-1 0 0,-1 2 0 0,0-9 420 0,-2 7-337 0,3-2-83 0,-2-3 0 16,-1-3 0-16,-1-2 0 0,3-7 0 0,-3 8-538 15,-2-8 233-15,3-7 172 0</inkml:trace>
  <inkml:trace contextRef="#ctx0" brushRef="#br0" timeOffset="53139.67">2681 10631 2931 0,'2'-9'0'0,"0"3"0"0,1 4 0 0,-1 0 0 0,1 2 0 0,2 0 0 0,5 7 0 0,-3 7 0 0,1 1 0 0,2 2 0 0,2 1 137 0,-2 2-39 16,1 0-94-16,-1 0 34 0,-1 2 0 16,0-4 0-16,-2-1-554 0,0-2 287 15,0-2 128-15,1-3-815 0,-3-5 453 0</inkml:trace>
  <inkml:trace contextRef="#ctx0" brushRef="#br0" timeOffset="54000.43">2544 10186 1343 0,'0'-4'0'0,"0"1"0"0,0-2 0 0,0 0 0 0,0 1 0 0,0 2 0 0,0 0 0 0,0-1 0 0,0 3 0 0,0 0 0 0,0 0 81 0,0 0 205 15,0 0-124-15,2 0-63 0,3 9-30 0,-1-2 289 16,1 7-150-16,1-1-91 0,-2 2-39 0,0 4 113 15,0 0-76-15,-3 1 164 0,1 5-111 0,-2 1-71 16,0 0-29-16,0 1 15 0,-3 0 0 0,-5 2-46 16,-4-1-94-16,2 0 42 0,-3 0 26 0,1-2 0 15,0-1 27-15,-1-6-252 0,3 1 135 0,-3-3 54 16,3-1-206-16,3-3 76 0,2-4 79 0,-3-4-443 16,5 1 232-16,1-2 129 0</inkml:trace>
  <inkml:trace contextRef="#ctx0" brushRef="#br0" timeOffset="54025.51">2436 10687 374 0,'11'-1'0'0,"3"-12"0"0</inkml:trace>
  <inkml:trace contextRef="#ctx0" brushRef="#br0" timeOffset="54188.65">2796 10120 3248 0,'2'-3'0'0,"-1"1"0"0,1 2 0 16,-2 0 0-16,2 0 0 0,-1 2 0 0,5 9 0 0,3 0 0 0,0 4 0 0,3 5 0 0,0-1 376 0,2 6-174 0,2-3-97 0,0 1-105 0,-2-1 0 0,2 3 0 0,-4-6 0 15,6 7 0-15,-5-5 0 0,-1-3 0 16,-1 1 0-16,-1 1-655 0,-1-1 314 0</inkml:trace>
  <inkml:trace contextRef="#ctx0" brushRef="#br0" timeOffset="54211.71">3024 10531 374 0</inkml:trace>
  <inkml:trace contextRef="#ctx0" brushRef="#br0" timeOffset="54781.33">2516 10708 2796 0,'-13'2'0'0,"1"0"0"0,7-1 0 16,-4 2 0-16,7-3 0 0,-1 0 0 0,3 0 0 0,0 0 0 0,0 0 0 0,11 0 0 0,4 0 181 0,8 0-72 0,4-3 242 0,1 2-157 16,4-5-78-16,3 1 68 0,0 0-184 0,-2-2 0 0,-3 1 0 0,0 1 0 15,-8 3 0-15,-2 0 0 16,-2 1 0-16,-6 1 0 0,1 0 0 0,-6 0 0 15,0 0 0-15,-2 0 0 0,-2 0 0 0,0 5 0 16,-2-2 0-16,1 5 0 0,0-1 0 0,0 0 0 16,-1 0 0-16,1 4 0 0,0 0 0 0,3 4 0 15,-3 0 0-15,4 1 0 0,0 2 0 0,1 7 0 16,0-4 0-16,0 3 0 0,0-1 0 0,-1-4 0 16,-1 4 0-16,2-2 0 0,-4 0 0 0,1-2 0 15,-1-3 0-15,-1 0 0 0,-1-7 0 16,-1 2 0-16,0-3 0 0,0-3 0 15,0 2 0-15,-5-4 0 0,-5 1 0 0,-4-2 0 16,0-2 0-16,-2 0 0 0,0 0 0 0,-4 0 0 16,0 0 0-16,-5-6 0 0,2-4-293 0,0-3 95 15,1-3 66-15,-2-5-646 0,3-6 370 0,4-1 185 16,2-1 93-16,2-2-437 0,3 7 255 16,3-2 143-16,1 3 65 0,2 4-19 0,-1 8 43 0,5-2 0 15,0 5 172-15,-3 2-60 0,3 2-35 16,0 3 509-16,0-1-272 0,0 2-135 15,0 0-78-15,0 0 627 0,0 0-318 0,3 10-89 16,-1 1-102-16,5 4 461 0,1 4-272 0,-3 1-151 16,3 7-69-16,-3-4-63 0,-3 5-45 0,0 1 0 15,-2-4 0-15,0 6 0 0,0-4 0 0,0-6 0 16,-7 2 0-16,0-4 0 0,-1-1 0 0,0-4 0 16,-4-3 0-16,0-1 0 0,1 0 0 0,-1-7-610 15,-1 1 190-15,1-4 176 0,2 0-471 0,0 0 338 16,5-2 170-16</inkml:trace>
  <inkml:trace contextRef="#ctx0" brushRef="#br0" timeOffset="55048.45">3151 10426 3530 0,'-12'0'0'0,"9"0"0"0,1 2 0 0,0 3 0 0,-1 2 0 0,-3 2 0 0,6 2 0 0,-3 2 0 0,3 4 0 0,0 1 0 0,0 3 401 0,0 2-401 16,0 1 0-16,0 3 0 0,0-6 0 0,0 3 0 15,0-1 0-15,0-3 0 0,0-1-86 0,-2-3-135 16,0-4-630-16,-1-3 427 0,-1-1 215 15,1-6-7-15,1-2-491 0,0-4 335 0</inkml:trace>
  <inkml:trace contextRef="#ctx0" brushRef="#br0" timeOffset="55243.91">3146 10017 2687 0,'2'-13'0'0,"3"3"0"0,-3 5 0 0,4 3 0 0,-3 2 0 0,4 0 0 0,0 19 0 0,4 5 0 0,-1 14 0 0,2 5 0 0,-1 13 796 0,-6 5-379 0,1 4-386 0,-3 3-31 16,-1 4 0-16,1-9 0 0,-1 17 0 0,-2-8 0 16,0-4 0-16,1-3 0 0,-1-10 0 0,0 3 0 15,0-8 0-15,0-2 0 0,2-11 0 0,0-2 0 16,1-2 0-16,-2-9 0 0,1-9 0 0,0-5-848 16,-1-5 214-16</inkml:trace>
  <inkml:trace contextRef="#ctx0" brushRef="#br0" timeOffset="55387.3">3268 10592 2805 0,'0'-23'0'0,"0"10"0"0,0 1 0 0,3 6 0 0,-1 3 0 16,-1 1 0-16,1 2 0 0,0 0 0 0,2 0 0 0,3 5 0 0,-3 7 142 0,4 1-42 0,-5 0-45 0,1 4-18 0,0 0 0 16,0 2 1-16,-1 0-533 0,2 0 275 0,-3-3 125 15,1 0 65-15</inkml:trace>
  <inkml:trace contextRef="#ctx0" brushRef="#br0" timeOffset="55654.03">3414 10216 2344 0,'3'-13'0'0,"1"7"0"0,1 3 0 0,-3 3 0 0,1 5 0 0,-1 12 0 16,-2 7 0-16,0 3 0 0,0 3 0 0,0 2 0 0,-7 0 156 0,0-3-59 0,-1 2 33 0,-2-9-37 0,2-2-32 0,2-1-1 15,0-5-136-15,1-5 57 0,-2-3 28 0,4-2-34 16,0-4 26-16,-1 0 1 0,2 0 31 16,1-7 4-16,1-2 0 0,0-8 10 0,0 4 57 15,1 1-36-15,10 1-53 0,2-1 6 16,-1 3 221-16,6 1-94 0,-3 2-58 0,6 2-26 0,-1 2-17 16,1 1-10-16,5 1 1 15,-6 0-76-15,6 0 33 0,-5 0 0 0,-1 3-484 16,-1 5 258-16,-2 2 104 0,-4-1 77 0</inkml:trace>
  <inkml:trace contextRef="#ctx0" brushRef="#br0" timeOffset="55822.64">3481 10618 2706 0,'-18'1'0'0,"9"4"0"0,2-4 0 0,4-1 0 0,0 3 0 0,3-3 0 0,0 0 0 0,1 0 0 0,13 0 0 0,4 0 0 0,7 0 156 16,-3 0-59-16,1 0-21 0,7 0-214 0,-10 0 87 15,4 0 45-15,-3 0-243 0,-1 0 143 0,-8 0 81 16,1 0 26-16,-3 0-558 0,-5 0 297 0,-2 0 27 16,-1-3 116-16</inkml:trace>
  <inkml:trace contextRef="#ctx0" brushRef="#br0" timeOffset="56088.18">3596 10319 2079 0,'-10'-20'0'0,"0"-1"0"0,3 10 0 16,0-1 0-16,4 5 0 0,-2 3 0 0,4 4 0 0,-1 0 0 0,2 8 0 0,0 14 0 0,0 7 124 0,0 2 233 0,2 14-164 0,-2 1-78 0,0 2-39 0,0 5 186 16,0 0-112-16,0-3-47 0,-7 1-38 15,-2-6 62-15,2-9-45 0,0-1 0 0,-2-5-45 0,1-9 42 16,-1-2-79-16,0-5 0 0,4-3 0 16,1-5 0-16,1-2 0 0,1-1 0 15,2-3 0-15,0 0 0 0,0 0 0 0,0 0 0 16,2 0 0-16,6 0 0 0,8 0 0 0,0 0 0 15,4 0 0-15,-2 0 0 0,4 0 0 0,-2 0 0 16,0 0 0-16,1 0 0 0,-1 0 0 0,-5-3 0 16,2 2 0-16,-4-2 0 0,2 0-857 0,-3-2 309 15,-2-5 254-15</inkml:trace>
  <inkml:trace contextRef="#ctx0" brushRef="#br0" timeOffset="56227.38">3789 10250 1561 0,'0'0'0'0,"0"0"0"0,3 5 0 16,1-2 0-16,1 7 0 0,1 2 0 0,-3 4 0 0,2-2 0 0,1 8 0 0,-5-1 0 0</inkml:trace>
  <inkml:trace contextRef="#ctx0" brushRef="#br0" timeOffset="56358.75">3801 10592 3931 0,'0'7'0'0,"0"2"0"0,3-1 0 0,0-2 0 0,-1-3 0 0,1 1 0 0,2 0 0 0,0-2 0 0,4 4 0 0,-1-3 0 0,2 5 0 15,3-2 0-15,0 3 0 0,1-2 0 0,1 5 0 0,0 1 0 0,1 9-512 16</inkml:trace>
  <inkml:trace contextRef="#ctx0" brushRef="#br0" timeOffset="58566.61">2150 11732 1676 0,'-5'-6'0'0,"5"4"0"0,0 2 0 0,0 0 0 0,0 0 0 0,0 0 0 0,0 5 0 0,1 2 0 0,4 5 0 0,2 0 0 0,2 3 216 0,-3 3-88 0,1 3 142 16,-4 0-114-16,-1 1-48 0,0 7-39 0,-2-5 37 15,0 2-33-15,0 2 0 16,0-1-32-16,-6-4-33 0,0 1-10 0,-2-2 42 15,1-3-345-15,5-4 172 0,1-5 87 0,-1-3 54 16,0-3-686-16,2-4 334 0,2 0 97 0,10-19-279 16</inkml:trace>
  <inkml:trace contextRef="#ctx0" brushRef="#br0" timeOffset="58877.3">2311 11767 1705 0,'2'-7'0'0,"0"7"0"0,0 0 0 0,-1 0 0 15,1 9 0-15,4 8 0 0,1 7 0 0,1 3 0 0,3 0 0 0,2 0 0 0,2 1 285 0,5 2-122 0,-3-1-61 0,2-3-21 0,3-4 52 0,-3-1-46 16,4-4 0-16,0-4-47 0,2-5-34 16,-5-6 11-16,2-2-82 0,-1 0 52 0,-2-4 28 15,1-14-1-15,-10 2-103 0,-2-4 75 16,-3-10 14-16,-2 5-1 0,-3-3-193 16,0-1 100-16,-5 1 21 0,-6 0 33 0,-1 0-230 15,-6 2 120-15,3-1 39 0,-2 3-4 0,4 4 38 16,-2 4-11-16,3 5 88 0,3 6 0 0,0 0-40 15,4 4-1-15,-2 1 305 0,7 0-162 0,0 0-59 16,0 9-40-16,0 2 355 0,0 3-178 0,0-2-51 16,7 4-52-16,1-1 146 0,-2 0-91 15,3 0-45-15,1 0-209 0,1-2 81 0,0 0 51 0,-1 0-10 16,1-1-212-16,3-3 126 16,-1-2 64-16,-1-5-711 0,4-2 350 0,1 0 126 0</inkml:trace>
  <inkml:trace contextRef="#ctx0" brushRef="#br0" timeOffset="59021.7">2831 11623 1926 0,'0'-8'0'0,"2"3"0"0,0 0 0 0,-1 4 0 0,1-1 0 0,3 2 0 0,3 0 0 0,-1 0 0 0,1 0 0 0,1 0 0 0,2 5 279 0,1 2-118 0,-2 2-61 0,0 0-244 16,0 2 92-16,0 0 57 0,-2 0-10 15,-1 0-513-15,-1-2 273 0,-2 0 137 0,-2-2-271 0,-1-1 185 16</inkml:trace>
  <inkml:trace contextRef="#ctx0" brushRef="#br0" timeOffset="59223.27">2720 11467 1743 0,'-17'-15'0'0,"2"1"0"0,3 5 0 0,2 3 0 0,2 3 0 0,3 1 0 0,0 2 0 0,0 0 0 0,3 11 0 15,-1 13 0-15,-1 4 204 0,-4 14-81 0,0 4 349 0,-6 10-206 16,-7 15-118-16,-2 2 318 0,-7 15-213 0,0-6-107 0,-4 4-52 15,3-15-78-15,-6 4-16 0,0-6 0 0,2-1 0 16,2-8 0-16,3-1 0 0,7-15 0 16,-2 1 0-16,5-11 0 0,0-2 0 0,3-9-16 15,5-7-552-15,3-5 297 0,0-7 54 16</inkml:trace>
  <inkml:trace contextRef="#ctx0" brushRef="#br0" timeOffset="59253.35">2120 12620 406 0,'15'-38'0'0,"5"-9"2"0,12-19-17 15</inkml:trace>
  <inkml:trace contextRef="#ctx0" brushRef="#br0" timeOffset="59400.31">3162 11405 1721 0,'37'-15'0'0,"0"7"0"0,0 2 0 0,-7 1 0 0,-6-1 0 0,-2 5 0 0,-5-1 0 0,-2 2 0 0,-3 0 0 0,-1 0 0 0,-4 2 93 0,-2 6-52 0,-4 4-320 0,-1 1 156 15,0 2 78-15,0 4 40 0,-11-1-475 0,-6 6 232 16,-4-4 113-16</inkml:trace>
  <inkml:trace contextRef="#ctx0" brushRef="#br0" timeOffset="59776.37">3001 11720 1925 0,'-15'13'0'0,"0"1"0"0,9-5 0 0,0-1 0 0,3-3 0 0,0-1 0 0,3-2 0 0,0-1 0 0,3-1 0 0,9 0 0 0,6 0 174 15,7-1-66-15,0-9-34 0,2-3 88 0,9-4-66 0,2-3-27 16,-8 4 78-16,6 2-53 0,2 0-27 15,-3 7 10-15,-3 2-24 0,-2 3-12 0,0 2-1 16,-4 0 1-16,-1 8-60 0,-8 9 40 0,1 2-10 16,-2 2-5-16,-7 1-1 0,-2 5 35 15,-2-2 1-15,-3-4-37 0,-2 8-10 0,0-10-1 0,0 2-200 16,-7-4 110-16,-2-3 37 16,-1-5 36-16,-5-2-349 0,2-2 175 0,-5-5 65 15,1 0 52-15,-1 0-312 0,0-6 166 0,-1-9 99 16,-1-4 43-16,0-3-224 0,2-2 134 0,1-5 67 15,0-1-26-15,3 1 52 0,-2 1-1 0,4 10 119 16,0-1-39-16,1 3 1 0,3 6-49 0,5 2 454 0,-4 3-222 16,6 4-111-16,-1-1-55 0,2 2 611 0,0 0-299 15,0 2-85-15,0 8-22 0,0 4-89 16,0 1-46-16,0 2 1 16,2 1-125-16,1 3 35 0,2 0 0 0,-2 0-160 15,2-3 103-15,0 0 50 0,-2-6 36 0,1-1-593 0,1-2 295 16,-3-6 68-16</inkml:trace>
  <inkml:trace contextRef="#ctx0" brushRef="#br0" timeOffset="59795.42">3224 11871 406 0</inkml:trace>
  <inkml:trace contextRef="#ctx0" brushRef="#br0" timeOffset="60067.5">3271 11576 1221 0,'3'-22'0'0,"1"10"0"0,-3-1 0 0,4 5 0 0,0 2 0 0,-5 5 0 0,4 1 0 0,1 0 0 0,-2 0 0 0,-1 10 0 0,-1 5 88 0,-1 5 0 0,0 0 153 0,0 6-106 0,-3 1-47 16,-7 0 32-16,-3 0-39 0,3-2 9 0,-4 5-49 15,-2-6 40-15,2-2-40 0,-4 0 0 0,4-5-1 16,-2 0 106-16,4-5-58 0,-4-1-1 16,9-1-46-16,-2-4 192 0,2-1-96 0,5-3-38 0,-1 0 152 15,3-2-106-15,0 2-52 0,0-2-53 16,3 1 0-16,10-1 11 16,2 0-10-16,3 0-23 0,4 0 7 0,1 0-25 0,1 0 0 15,-3 0-13-15,2 0-26 0,-1 0 40 0,0 0 0 16,-6 0-561-16,-1 0 235 0,-4 0 155 0,-3 0-574 15,0 3 352-15,-5 4 176 0,-1-1-309 16,-2 3 242-16,0-2 111 0,-8-1 71 0,-5-5-116 16</inkml:trace>
  <inkml:trace contextRef="#ctx0" brushRef="#br0" timeOffset="60223.88">3263 11923 1491 0,'-17'-9'-1'0,"2"1"1"0,3 3 0 0,4 1 0 0,-2 0 0 0,5 0 0 0,3 2 0 0,-1 2 0 0,3 0 0 0,0 0 0 0,0 11 112 0,3 6 141 0,6 6-106 16,3 3-54-16,0 3-26 15,2 4 271-15,-1 1-155 0,1 2-70 0,-3 0 18 0,3-1-45 16,-3-1 0-16,1 0-36 0,-1-3-153 0,0 0 71 16,2-3 37-16,-5-2-449 0,1-5 242 0,2 0 132 15,-3-5 50-15,1-4-614 0,1-6 270 16,-2-4 168-16</inkml:trace>
  <inkml:trace contextRef="#ctx0" brushRef="#br0" timeOffset="60245.94">3446 12379 402 0</inkml:trace>
  <inkml:trace contextRef="#ctx0" brushRef="#br0" timeOffset="60278.02">3446 12153 398 0,'-2'-25'0'0</inkml:trace>
  <inkml:trace contextRef="#ctx0" brushRef="#br0" timeOffset="60651.81">3433 12080 1999 0,'0'-7'0'0,"-2"3"0"0,2 2 0 0,0 0 0 0,0 2 0 0,0 2 0 0,-7 11 0 0,0 8 0 0,-4 0 0 0,-1 5 0 0,-3 3 81 0,-7-1 90 0,-1 2-66 0,-2 0-32 16,-2-4 9-16,-1-2 11 0,-4-1-53 0,1-4-1 16,-5-6 40-16,1-1-39 0,1-5 0 0,1-3 9 15,3-4 35-15,1 0 1 0,3 0-46 0,7-6 47 16,3-5-46-16,4-4 10 0,5-3-10 15,7 2-22-15,0-3 22 0,5-3 0 0,16 1-99 16,5 2 59-16,6 2-10 0,9-3 50 16,-1 2-157-16,6 2 72 0,7-3 23 0,0-1 4 0,12 0-74 0,-10 2 49 15,-5-1 4-15,3-1-194 0,0-1 97 16,-1-3 52-16,-10 1-75 0,-2-2 62 0,-12 5 15 16,-1-3 0-16,-6 3 67 0,-9 4-34 15,-3 3 9-15,-6 4 0 0,3 1 265 0,-6 4-132 16,0 0-67-16,0 2-43 0,0 2 668 0,-8 0-322 15,1 5-122-15,-1 9 215 0,-2 6-418 16,4 0-4-16,-1 4 0 0,3 3 0 0,3-1 0 16,-1 1 0-16,2-3 0 0,0-4 0 15,0 1 0-15,0-2 0 0,2-4 0 0,1-8-98 16,2 1 4-16,-1-4 76 0,7-4-923 16,-3 0 450-16,4-17 225 0,0-9-342 0,3-10 284 15,-4 2 132-15,1-13 82 0,-5-2-262 0,1-4 166 0,-5-11 84 16</inkml:trace>
  <inkml:trace contextRef="#ctx0" brushRef="#br0" timeOffset="60831.28">3821 11418 2000 0,'1'-49'0'0,"1"17"0"0,0 9 0 0,-2 5 0 0,3 3 0 0,-3 9 0 0,2 4 0 0,-1 2 0 0,0 13 0 0,6 15 0 0,-2 12 208 0,1 7-84 0,2 9 494 16,-4 13-294-16,3 1-142 0,-2 2-71 16,-1 1 230-16,-2 3-318 0,1 4-23 0,2-3 0 15,-3-7 0-15,-1 1 0 0,1-6 0 0,4-1 0 16,-2-11 0-16,1 5 0 0,0-4 0 0,0-6-93 15,-2-15-248-15,-1-7 190 0,2-7-853 0,0-4 480 16,-1-6 241-16,1-9 119 0,2-4-187 16,0-22 155-16,1-14 68 0,-3-10 49 15</inkml:trace>
  <inkml:trace contextRef="#ctx0" brushRef="#br0" timeOffset="60965.49">3981 12040 2504 0,'0'-36'0'0,"0"11"0"0,0 5 0 0,0 5 0 0,0 1 0 0,0 9 0 0,0 1 0 0,0 2 0 0,1 2 0 0,4 0 0 0,2 0 105 0,-2 6 5 0,3 5-35 15,-1 2-1-15,-1 4-22 0,1 2-4 0,0 0-9 16,-2 0 0-16,2-1-472 0,-1 1 235 16,0-6 119-16,0-1-582 0,0-5 272 0,6-1 196 0,-2-6-13 15</inkml:trace>
  <inkml:trace contextRef="#ctx0" brushRef="#br0" timeOffset="61222.63">4270 11536 1987 0,'4'-2'0'0,"-3"2"0"0,1 0 0 0,-2 8 0 0,0 7 0 0,0 2 0 0,-7 5 0 0,-3-1 0 0,-1 5 0 0,-4-1 0 0,3-2 138 0,-2-7-49 0,0 1-26 16,2-5 87-16,1-4-60 0,2 0-26 0,2-2 1 16,4-4 119-16,1-2-72 0,0 0-27 0,2 0-10 15,0 0 54-15,4 0-46 0,13 0 1 0,3-2-35 16,4-4-23-16,3 1 13 0,0 1 0 0,1-3 92 15,2 6-45-15,-5-2 9 0,7 0-120 16,-4 3 32-16,-1 0 0 0,-1 0 32 0,-4 0-489 0,-3 0 245 16,2 0 81-16,-5 3 70 15,-4 1-772-15,-1 7 394 0,-6-2 196 0,-4 6 89 16</inkml:trace>
  <inkml:trace contextRef="#ctx0" brushRef="#br0" timeOffset="61376.37">4320 11893 2322 0,'-25'4'0'0,"5"3"0"0,1-1 0 0,5-4 0 0,4 0 0 0,4-2 0 0,4 1 0 0,0-1 0 0,2 0 0 0,0 0 0 0,8 2 111 0,7 0-35 16,4 0 9-16,1 0-3 0,3 0-43 0,0 2 0 0,-1-3 1 15,1 2-320-15,-1 3 169 16,-5-1 71-16,1 0 39 0,-6 0-573 0,2 2 300 16,-7 0 64-16,0-1 103 0,0-4-418 0</inkml:trace>
  <inkml:trace contextRef="#ctx0" brushRef="#br0" timeOffset="61654.73">4409 11653 1745 0,'-7'-19'0'0,"2"8"0"0,-2-2 0 0,1 5 0 0,4 2 0 0,0 4 0 0,2 2 0 16,0 0 0-16,0 2 0 0,7 17 0 0,4 4 73 0,-2 4-34 0,-2 13 173 0,-1-2-76 0,-4 12-54 0,1 0 0 15,-3-2 55-15,0-1-49 0,-9 0-25 0,0-9 10 16,-3-1 18-16,-4-3-26 0,4-4 0 0,-3-10 148 15,0 1-78-15,2-6-52 0,3-2 284 0,1-5-185 16,2-2-182-16,1-2 0 0,3-1 0 16,3-3 0-16,0 2 0 0,0 0 0 0,0 4 0 0,1-1 0 15,13 1 0-15,-1-1 0 16,5 2 0-16,-3 0 0 0,4-2 0 0,2 1 0 0,-2-2 0 16,0-1 0-16,-1 2 0 0,-1-2 0 15,-1 1-63-15,2-2-63 0,-4-1-407 0,4 3 253 16,1-4 120-16,3 0 60 0</inkml:trace>
  <inkml:trace contextRef="#ctx0" brushRef="#br0" timeOffset="61823.96">4968 11735 2959 0,'0'0'0'16,"4"0"0"-16,2 0 0 0,-1 0 0 0,-3 0 0 0,0 4 0 0,4 4 0 0,-1-3 0 0,1 5 0 0,-2 1 0 0,3 2 37 0,-5 3 1 16,4 8-343-16,-4-1 172 0</inkml:trace>
  <inkml:trace contextRef="#ctx0" brushRef="#br0" timeOffset="61955.82">4918 12148 3534 0,'0'0'0'0,"0"0"-4"0,0 0 2 0,0 0 1 0,0 0 0 0,0 0 1 0,0 0 0 0,0 0 0 0,0 0 0 0,0 0 0 0,4 0 266 0,1 0-127 16,0-2-593-16,5 2 236 0,0 0 128 0</inkml:trace>
  <inkml:trace contextRef="#ctx0" brushRef="#br0" timeOffset="64275.03">16623 6497 1767 0,'-10'-13'0'0,"1"8"0"0,0 3 0 0,2 0 0 0,-2 0 0 0,4 0 0 0,-1 1 0 0,5-1 0 0,-1 0 0 0,2 2 0 0,0 0 141 0,0 0-46 0,0 0 333 0,0 0-178 16,0 0-107-16,2 0-47 0,7-2 164 15,3 2-105-15,0 0-54 0,4-2 294 0,0 2-295 16,3 0-100-16,0-2 0 0,2 2 0 0,7 0 0 0,-4 0 0 16,8 0 0-16,2 0 0 15,9 0 0-15,6 0 0 0,1 0 0 0,8-1 0 16,12 1 0-16,-2 0 0 0,6 0 0 0,17 0 0 16,-3 0 0-16,0 0 0 0,23-3 0 0,-7 3 0 15,4-2 0-15,5 1 0 0,18-2 0 0,-20 0 0 16,22-3 0-16,-7-3 0 0,2 1 0 0,8 1 0 15,-9-2 0-15,31-1 0 0,-8 3 0 16,29-1 0-16,-11 4 0 0,2 0 0 0,-16 2 0 0,43 2 0 16,-26 0 0-16,-2 2 0 15,-2 11 0-15,-16-5 0 0,3 5 0 0,-3 1 0 16,-1-2 0-16,-6 2 0 0,-13-1 0 0,-6 0 0 16,-17-2 0-16,9 2 0 0,-9 3 0 0,-12 1 0 15,-19-6 0-15,2 2 0 0,-14-2 0 0,7 2 0 16,-18-3 0-16,3-3 0 0,-8 2 0 0,-5-5 0 15,-7 2 0-15,-3-4 0 0,-4 0 0 0,-10-1 0 16,-1-1 0-16,-3 0 0 0,-2 0 0 0,-3 0 0 16,-1 0 0-16,1 0 0 15,-4-1 0-15,0-5 0 0,0 2 0 0,-2 0 0 16,-1-2 0-16,-2 1 0 0,0 0 0 0,-2-3 0 16,0 3 0-16,0 0 0 0,0 3 0 0,-10-3 0 15,-9 3 0-15,-7 2 0 0,-17 9 0 0,-15 19-340 16</inkml:trace>
  <inkml:trace contextRef="#ctx0" brushRef="#br0" timeOffset="67274">6114 11514 2902 0,'-17'-4'-7'0,"12"4"3"0,2 0 2 0,3 0 0 0,0 0 1 0,0 0 1 0,0 0-1 0,12-1 1 0,9-4 0 0,3-1 0 0,9 1 544 0,2-1-251 15,8 0-127-15,-8 3-123 16,12-3-43-16,-7 1 0 0,1 3 0 0,1 1 0 0,-7-2 0 16,4 1 0-16,2 0 0 0,-6 2 0 0,-1 0 0 15,-4 0 0-15,-10 0 0 0,3 0 0 0,-5 0 0 0,-8 0 0 16,-1 0-440-16,-1 0-2 0,-2 0 150 0,-4-2 115 15,0-5-502-15,-2-3 320 16,0-2 158-16,0-4 81 0,-12-2-342 0,-1-2 201 16,-2-5 116-16,-4 2-52 0,-2 4 99 0,1 0 40 15,3 8 72-15,-6-3-28 0,3 6 14 0,2 1 0 16,4 2 421-16,3 4-251 0,3-1-105 0,4 0-62 16,2 0 809-16,2 2-318 0,0 0-227 0,17 0 163 15,10 0-195-15,0-2-88 16,4 2-58-16,2-2 274 0,1 2-161 0,2 0-81 0,-6 2-9 0,-8 6-112 15,1 1 0-15,-2 2 0 16,-5 4 0-16,-3 1 0 0,-6 2 0 0,-6 2 0 16,-1 7 0-16,0 1 0 0,-7 0 0 0,-10 4 0 15,-6 4 0-15,2-7 0 0,-4 0 0 0,-2 0 0 0,3-5 0 16,-1-1 0-16,1-2-294 0,6-3-165 16,-9 0 214-16,6 0 103 0,4-6-289 0,-4 1 196 15,3-5 97-15,1-1 38 0,1-3-548 0,0-2 304 16</inkml:trace>
  <inkml:trace contextRef="#ctx0" brushRef="#br0" timeOffset="67632.56">6437 11744 1831 0,'-8'0'0'0,"-1"0"0"16,3 0 0-16,3 0 0 0,-1 0 0 0,3 0 0 0,1 0 0 0,0 10 0 0,0 5 0 0,0 6 0 0,3 3 192 0,6 5-76 0,-1 2 439 0,1 4-247 16,-1 2-139-16,-3-1 330 0,1 3-238 0,0-3-261 15,-2-4 0-15,-3-5 0 0,1 7 0 0,0-7 0 0,-2-7 0 16,0-1 0-16,0-8 0 15,0-3 0-15,0-3 0 0,0-3 0 0,-2-2 0 0,-3 0 0 0,2-7 0 16,0-8 0-16,3-6 0 16,0 1 0-16,0 1 0 0,8-2 0 0,4 0 0 15,4 4 0-15,4-1 0 0,1 4 0 0,5 4 0 16,1 4 0-16,1 3 0 0,-6 3 0 0,6 0 0 16,-3 7 0-16,-3 7 0 0,-1 5 0 0,-6 2 0 15,-4-3 0-15,1 7 0 0,-7 1 0 0,-1 1 0 16,-2-2 0-16,-2-2 0 0,0-1 0 0,-6-5 0 15,-7 1 0-15,-2-2 0 16,-4-2 0-16,-3-3 0 0,1-5 0 0,-2 0 0 16,-5-3 0-16,4-3 0 0,3 0 0 0,-5 0 0 15,5 0 0-15,1-6 0 0,1-3 0 0,5-2 0 16,1-1 0-16,4-1 0 0,7-3 0 0,2-5-420 16,2-2 147-16,13 1 115 0,9-1-904 0,6-7 510 15</inkml:trace>
  <inkml:trace contextRef="#ctx0" brushRef="#br0" timeOffset="67858.27">7370 11426 3931 0,'2'0'0'0,"3"0"0"0,-2 2 0 0,-3 7 0 0,0 3 0 0,-8 4 0 0,-2 2 0 0,0 5 0 0,0 1 0 0,5-1 0 0,-5 9 0 0,3-3 0 0,-1 1 0 16,-1 5 0-16,0 2 0 0,-5 7 0 0,-1-5 0 15,-4 6 0-15,-2 0 0 16,-4-1 0-16,0 2 0 0,-1-2 0 0,-1-5 0 16,5-2 0-16,2-7 0 0,2-3 0 0,9-8 0 15,4-6 0-15,1-4-416 0,4-4 145 0,0-5 114 16,16-1-859-16,11-23 478 0</inkml:trace>
  <inkml:trace contextRef="#ctx0" brushRef="#br0" timeOffset="68049.06">7505 11665 3823 0,'7'-6'0'0,"3"0"0"0,-8 3 0 0,2 3 0 0,-1 0 0 0,-3 9 0 0,0 11 0 0,0 2 0 0,0 6 0 0,0 7 0 0,-9 8 108 0,4-3-108 0,-2 7 0 0,-1 1 0 16,-2-1 0-16,1-4 0 0,-2 8 0 0,-1-8 0 16,0 0 0-16,-2-3 0 0,0-2 0 15,0-3 0-15,1-5 0 0,5-6 0 0,-3-3 0 16,7-10 0-16,-1-1 0 0,3-5-253 0,2-5-327 0,0 0 267 15,5-18 137-15,13-17-724 0</inkml:trace>
  <inkml:trace contextRef="#ctx0" brushRef="#br0" timeOffset="68249.38">7655 11554 3456 0,'0'-3'0'0,"-3"1"0"15,1 0 0-15,0 2 0 0,2 0 0 0,0 0 0 0,2 0 0 0,13-1 0 0,2 1 0 0,9 0 0 0,4-2 96 0,6 2 283 0,6 0-379 16,-7-2 0-16,11-1 0 0,-3 2 0 0,-2-3 0 16,3 0 0-16,-3 0 0 0,-6 2 0 0,1-1 0 15,-3-3 0-15,-1 3-185 0,-4-3 33 0,-8 3 96 16,-2-2-991-16,-1 0 509 0,-7 1 249 0,-1-2 124 16,-3-4-238-16,-3 1 182 0</inkml:trace>
  <inkml:trace contextRef="#ctx0" brushRef="#br0" timeOffset="68452.2">8147 11299 2561 0,'-27'-8'0'0,"6"2"0"0,0 0 0 0,6 0 0 0,4 1 0 0,4 3 0 0,3-3 0 0,4 4 0 0,0-3 0 0,9 2 0 0,14 1 282 0,3 1-122 0,3 0-61 16,4 0 320-16,3 5-181 0,-1 3-104 0,1 2-96 0,-1 3-38 16,-2-1 0-16,-3 4 0 0,-8-4 0 0,3 6 0 15,-8-3 0-15,-6 3 0 0,-4 3 0 0,-5 4 0 16,-2-3 0-16,-5 6 0 0,-12-1 0 15,-3-1 0-15,-5-1 0 0,0 3 0 16,2-5 0-16,-4 2 0 0,-1-1-886 0,1-2 423 16,-8 6 212-16,5-3 107 0,2-2-699 0</inkml:trace>
  <inkml:trace contextRef="#ctx0" brushRef="#br0" timeOffset="68880.93">8114 12104 2675 0,'6'3'0'0,"-2"-1"0"0,-2-2 0 0,0 0 0 0,-1-10 0 0,-1-6 0 0,2-8 0 0,0 0-3 0,5-1-1 15,-5-2 2-15,3 3 101 0,-3-9-35 0,-1 8 211 0,-1-2-118 0,0 6-60 0,0 1-19 16,-3-1 111-16,-7 6-75 0,-3 0-38 16,-4 6 40-16,0 3-116 0,-4 4 0 0,-7 2 0 15,3 4 0-15,-3 13 0 0,-6 9 0 0,4 6 0 0,3-2 0 16,-8 15 0-16,7-3 0 0,6 1 0 0,1 2 0 15,9-4 0-15,5-3 0 16,5 1 0-16,2-4 0 0,0 0 0 16,10-7 0-16,7-3 0 0,2-7 0 0,6 1 0 0,1-10 0 15,1-3 0-15,3-6 0 16,0 0 0-16,1-7 0 0,-1-11 0 0,0-6 0 0,-4 0 0 0,2-5 0 16,-1-6 0-16,-9 7 0 0,3-5 0 0,-3 5 0 15,-6 2 0-15,-2 7 0 0,-4 7 0 0,-3 0 0 16,-1 6 0-16,0 3 0 0,-2 0 0 0,0 3 0 15,0 5 0-15,0 12 0 0,-2 5 0 0,0 0 0 16,2 3 0-16,0 2 0 16,0-1 0-16,4-4 0 0,9 9 0 0,-2-8 0 15,2-4 0-15,5 4 0 0,-2-8 0 0,-1 1 0 16,4-2 0-16,1-1 0 0,-3-2 0 0,2 1 0 16,4-1-912-16,-5 0 213 15</inkml:trace>
  <inkml:trace contextRef="#ctx0" brushRef="#br0" timeOffset="69039.22">8993 12330 3931 0,'0'-3'0'0,"6"-3"0"0,-3-3 0 15,1 5 0-15,-1-1 0 0,-1 3 0 0,0-2 0 0,-1 0 0 0,1 1 0 0,0-1 0 0,-2 2 0 0,0 0 0 0,0-2 0 16,0 3-136-16,0 1 59 0,0 0 57 0,0 7 27 0</inkml:trace>
  <inkml:trace contextRef="#ctx0" brushRef="#br0" timeOffset="84274.65">10500 11444 2474 0,'-2'0'0'0,"0"0"0"0,0 0 0 0,1 0 0 0,-1 0 0 0,2 0 0 0,0 0 0 0,0 0 0 0,0 0 0 0,0 0 0 0,0 0 145 0,2 0-54 0,7 0 130 0,5 0-92 16,4 2-36-16,3 0 321 0,5-2-188 0,-1 1-94 15,5-1-126-15,1 0-6 0,0 0 0 0,1 0 0 16,3 0 0-16,-1 0 0 0,1 0 0 16,-3 0 0-16,0 0 0 0,-2 0 0 15,-2 0 0-15,-8 0 0 0,5 0 0 0,-6 0 0 16,-2 0 0-16,-2 0 0 0,-4 0 0 0,-4 0 0 16,2 0 0-16,-6 0 0 0,1 0-218 0,-1 0-2 15,1-3-563-15,0-6 373 0,-1-2 185 0,2-5 94 16,-1-2-652-16</inkml:trace>
  <inkml:trace contextRef="#ctx0" brushRef="#br0" timeOffset="84521.33">10988 11162 3305 0,'-12'0'0'0,"5"0"0"0,2 0 0 16,1 0 0-16,2 3 0 0,-1-3 0 0,3 0 0 0,0 2 0 0,5-1 0 0,16 5 0 0,3-1 165 0,2 3 296 0,4 1-461 0,0 2 0 0,2 1 0 0,0 3 0 15,2-2 0-15,-2 0 0 0,-2 2 0 0,-4-1 0 16,-1 1 0-16,-8-1 0 0,0 1 0 0,-5 0 0 16,-4 1 0-16,-6 2 0 0,-2 1 0 0,0 3 0 15,-13-1 0-15,-7 0 0 16,-5 0 0-16,-1-1 0 0,-6-2 0 0,0 2 0 16,-2-2 0-16,0-1-42 0,2-2-59 0,-1 2-639 15,4-2 351-15,1 2 175 0,2 0 87 0,1 2-638 16</inkml:trace>
  <inkml:trace contextRef="#ctx0" brushRef="#br0" timeOffset="85056.34">10851 11739 2913 0,'-8'-10'0'0,"5"5"0"0,-3 1 0 0,3-1 0 0,1 4 0 0,2-2 0 0,-2 1 0 0,2 2 0 0,0 0 0 0,0 5 0 0,0 13 272 0,5 6-118 0,3 4-58 0,-1 5 309 15,-2 7-314-15,4 7-91 0,-6-2 0 0,1 0 0 16,-2 1 0 0,-2-1 0-16,0-8 0 0,0 5 0 0,0-7 0 0,0-1 0 0,0-5 0 15,-4-7 0-15,1-6 0 0,-1-4 0 16,-1-3 0-16,3-5 0 0,-1-4 0 0,-1 0 0 16,1-2 0-16,3-15 0 0,0-5 0 0,0-3 0 15,5 1 0-15,9-2 0 0,0 5 0 0,9-3 0 16,0 3 0-16,1 4 0 0,2 2 0 15,-1 5 0-15,-1 7 0 0,1 1 0 0,-2 2 0 0,4 0 0 16,-6 8 0-16,-2 6 0 16,-6 1 0-16,0 10 0 0,-3-3 0 0,-5 5 0 15,-3-1 0-15,-2 2 0 0,0-5 0 0,-6 5 0 16,-7-2 0-16,-2-3 0 0,-4-5 0 0,3-4 0 16,-5-2 0-16,-4-2 0 0,5-4 0 0,-6-4 0 15,5-2 0-15,-2 0 0 0,1 0 0 0,3-4 0 16,0-7 0-16,4-4 0 0,3-6 0 0,7-3 0 15,3-5-493-15,2-3 221 0,2 0 118 0,15-5-828 16</inkml:trace>
  <inkml:trace contextRef="#ctx0" brushRef="#br0" timeOffset="85514.6">11514 11607 3556 0,'6'-2'0'0,"-1"2"0"0,-1 0 0 0,-2 0 0 16,-1 5 0-16,2 5 0 0,-1 4 0 0,0 1 0 0,-2 0 0 0,0 4 0 0,0 2 274 0,0-1-173 0,0 0-101 0,0 1 0 0,0 0 0 16,-2-2 0-16,-4-4 0 15,0-2 0-15,1-3 0 0,-1-4 0 0,1 0 0 16,1-2 0-16,-2-4 0 0,2 0 0 0,2 0 0 16,0 0 0-16,2 0 0 0,0 0 0 0,0-2 0 15,0-8 0-15,9 1 0 0,7 3 0 0,3-3 0 16,-1 0 0-16,9 2 0 0,-1 2 0 0,4 2 0 15,0 0 0-15,4 0 0 0,-2 2 0 0,0-1 0 16,0 2 0-16,-8 0 0 0,8 0 0 16,-11 0 0-16,-1 0 0 0,-2 6 0 15,-4-1 0-15,-4-1 0 0,-3 1 0 16,-1 2 0-16,-1 2 0 0,-3-2 0 0,0 3 0 0,0 0 0 16,0 3 0-16,-1 3 0 0,-1 0 0 0,2 3 0 15,1 2 0-15,-1 2 0 0,0 3 0 16,0 1 0-16,1-3 0 0,1 2 0 0,-1 2 0 15,-1-5 0-15,0 5 0 0,0-7 0 0,0 3 0 0,-2-1 0 16,0-2 0-16,0-4 0 16,0 0 0-16,-2-1 0 0,-7-4 0 0,0 0 0 15,-5-1 0-15,-1-3 0 0,-2-1 0 0,-7-1 0 16,0-2 0-16,-4-4 0 16,-2 0 0-16,-2 0 0 0,-7-14 0 0,4-8-204 0,1-12 28 0,-3-14 74 15,3-7-1070-15</inkml:trace>
  <inkml:trace contextRef="#ctx0" brushRef="#br0" timeOffset="85667.02">11362 11564 3773 0,'-4'-3'0'0,"2"1"0"0,2 2 0 0,0 0 0 0,2 0 0 0,11 0 0 0,8 0 0 0,4 0 0 0,5 0 0 0,3 0 0 0,3 2 158 0,-1-1-158 0,1 4 0 0,1-4 0 15,-2 5 0-15,-3-1 0 0,0 1 0 0,-7 2 0 16,0 1 0-16,-6 3 0 0,-3 0-510 0,-4 4 104 15,-6 2 222-15</inkml:trace>
  <inkml:trace contextRef="#ctx0" brushRef="#br0" timeOffset="85840.12">11429 12062 3859 0,'-18'7'0'0,"1"3"0"0,6-6 0 0,-1 0 0 0,7-2 0 0,1-2 0 0,4 0 0 0,0 0 0 0,7-2 0 0,18-6 0 0,3-2 72 15,2 1-72-15,4 2 0 0,0-2 0 0,3 3 0 16,-2 0 0-16,2 3 0 0,-3 0 0 16,-1 2 0-16,-2 1-195 0,-3 0 82 15,-5 0-963-15,4 0 478 0</inkml:trace>
  <inkml:trace contextRef="#ctx0" brushRef="#br0" timeOffset="86065.74">12074 11562 3931 0,'-4'-1'0'0,"4"-1"0"0,0 2 0 0,0 0 0 0,0-2 0 0,15-1 0 0,9 2 0 0,3-1 0 0,5 0 0 0,-1-1 0 0,17 1 0 16,-2-3 0-16,2 0 0 0,0 1 0 0,-6-2 0 15,10 1 0-15,-7 1 0 0,-9 1 0 0,5 0 0 16,-5 0 0-16,-8 0 0 0,0 1-155 0,-3-1 10 15,-6 2 45-15,-5-2-808 0,-5 1 436 0,0-3 209 16,-6 1-450-16,-3-6 334 0</inkml:trace>
  <inkml:trace contextRef="#ctx0" brushRef="#br0" timeOffset="86264.11">12585 11273 2694 0,'-23'-12'0'0,"4"9"0"0,3-2 0 0,4 1 0 0,4 1 0 0,3 0 0 15,5 1 0-15,0 2 0 0,7 0 0 0,16 0 0 0,7 0 179 0,9 5-71 0,-1 5 368 0,4 3-220 16,-3 3-109-16,-4-3-76 0,3 6-71 0,-2-3 0 0,-6 3 0 0,-6 1 0 16,-5 1 0-16,-6-2 0 15,-3 10 0-15,-8-3 0 0,-2 1 0 0,-9 3 0 16,-7 0 0-16,-7 3 0 0,0-1 0 0,-8 2 0 16,1-5-321-16,-2-2-28 0,0-1 103 0,3-3 98 15,-8 5-653-15,3-4 382 0</inkml:trace>
  <inkml:trace contextRef="#ctx0" brushRef="#br0" timeOffset="86668.99">12573 12057 2388 0,'6'5'0'0,"4"2"0"0,-3-5 0 0,-3 0 0 0,1-2 0 0,0 0 0 0,2-4 0 15,-2-8 0-15,1-5 0 0,1 0 0 0,-1-4 496 0,0 1-221 0,-2-3-124 0,-3 0-57 0,1 1 131 0,-2 1-95 16,0 0-47-16,0 1-14 0,-7 3-49 15,-3-1-20-15,-5 6 0 0,0 0 0 0,-3 6 0 0,-3 3 0 16,-4 3 0-16,-1 2 0 16,-6 19 0-16,0 5 0 0,0 6 0 0,0 6 0 15,4 1 0-15,6 1 0 0,3 1 0 0,8 0 0 16,4-4 0-16,6 1 0 0,1-2 0 0,0-4 0 16,11-6 0-16,6-2 0 0,2-9 0 0,7 0 0 15,1-8 0-15,1-4 0 0,2-3 0 0,-3-3 0 16,2-13 0-16,-3-7 0 0,1-3 0 0,-5-4 0 15,5-5 0-15,-9 4 0 16,-1-3 0-16,0 2 0 0,-4 6 0 0,-5 8 0 0,-3 5 0 0,-1-1 0 16,-2 9 0-16,-1 1 0 0,-1 2 0 15,0 2 0-15,0 0 0 0,0 11 0 16,0 10 0-16,0 5 0 0,0 2 0 0,0 0 0 16,9 5 0-16,3-4 0 0,4 1 0 0,2-1 0 15,7-5 0-15,1 1 0 0,6-7 0 0,2-1 0 16,3-4 0-16,11-5 0 0,0-5-1025 0,5-1 340 15,9-2 325-15</inkml:trace>
  <inkml:trace contextRef="#ctx0" brushRef="#br0" timeOffset="87122.93">13382 11553 2668 0,'0'0'-5'0,"0"9"2"0,0 3 0 0,1 3 1 0,-1 1 0 0,2 5 1 0,-2 6 0 0,2-1 0 0,-2 9 1 0,0-1-3 0,0 10 116 0,0-3 340 15,0 0-208-15,-2 0-104 0,-4-5-43 16,0 9-77-16,3-9 15 0,-3 1-1 0,1-1 1 16,-1-6-307-16,2-5 163 0,-2-1 67 0,3-7 39 15,-1-6-504-15,2-3 272 0,0-4 50 0,0-4-507 16,2-2 331-16,0-18 161 0,0-5 80 0,0-9-179 16,0-10 130-16,0 5 55 0</inkml:trace>
  <inkml:trace contextRef="#ctx0" brushRef="#br0" timeOffset="87531.7">13309 11554 1764 0,'0'-36'0'0,"0"10"0"0,2 1 0 0,4 6 0 0,0 2 0 0,5 8 0 0,2-3 0 0,4 5 0 0,6 0 0 0,3 1 0 0,6-2 216 15,2 5-89-15,7-1-44 0,0 1 254 0,-1 2-140 16,10-3-85-16,-2 2-36 0,-4 1 71 0,4 1-54 16,-9 0-17-16,4 0-27 0,-7 0-11 0,-2 0 0 15,-12 0 58-15,2 1-28 0,-5 6 9 0,-4 0-39 16,-5-4 77-16,-3 2-38 0,-3 0 0 0,0-1-47 15,-3-1-30-15,-1 1 0 0,0 1 0 0,0 1 0 16,0 2 0-16,0 1 0 16,-3 1 0-16,-3 2 0 0,1 2 0 0,1 0 0 15,-2 3 0-15,4 4 0 0,0 2 0 0,0 7 0 16,2 0 0-16,0 2 0 0,0 9 0 0,0 0 0 16,2-1 0-16,4 11 0 0,0-5 0 0,0 2 0 15,-1-2 0-15,2-2 0 0,-3-6 0 0,4 0 0 16,-2 0 0-16,-1-4 0 0,-1-4 0 15,-1-2 0-15,-1-7 0 0,0 0 0 0,0-5 0 0,-2-2 0 16,0-5 0-16,0-1 0 16,0-4 0-16,0-1 0 0,-4-3 0 0,-5 0 0 15,0 0 0-15,-5 0 0 0,2-3 0 0,-2-7 0 16,-3-1 0-16,-2-6 0 0,3 0 0 0,-1-2 0 16,0 2 0-16,-4-7 0 0,0 2-274 0,3-3-109 15,-3 1 173-15,2-3 86 0,-1-3-267 0,1 0 181 16,0 0 86-16,0-4 43 0</inkml:trace>
  <inkml:trace contextRef="#ctx0" brushRef="#br0" timeOffset="87884.66">13483 11817 1918 0,'-4'3'0'0,"2"3"0"0,2-4 0 0,0-1 0 0,0-1 0 0,0 0 0 0,0 0 0 0,4 0 0 0,7 0 0 0,0 0 0 0,2-3 379 0,0-3-171 0,-1 2-85 0,-3 0-33 15,0 1-54-15,1 1 2 16,-2 0 0-16,-3 2-128 0,-1 0 64 0,-1 0 41 0,-1 0-9 0,0 4-401 16,-2 4 216-16,0 3 109 15,0-1-577-15,0 1 304 0,0 5 128 0,0-3 88 16,0-2-203-16,-2 1 146 0,-2-1 73 0,3 0 28 16,-3-2 32-16,-1 1 51 0,-1-3 0 0,0 1 128 15,0-1-102-15,1-2-41 0,-1 0 188 0,3-1-106 16,1-3-52-16,0 2-27 0,0-2 474 0,2 1-228 15,0 0-39-15,0 0-83 0,0 0 169 16,0 1-122-16,2-1-61 0,2 1-20 16,1 2 84-16,-3-1-62 0,2-1-31 0,-3 1 0 15,1-2-90-15,-2 2 38 0,0 1-9 0,0-1-46 16,0 0 37-16,0 0 1 0,-3-1-275 0,-1-1 166 16,0-2 29-16,2 0 53 0,2 0-515 0,0 0 256 15,0-2 105-15</inkml:trace>
  <inkml:trace contextRef="#ctx0" brushRef="#br0" timeOffset="88543.46">14669 11326 2389 0,'28'-11'0'0,"-7"3"0"0,-1 0 0 0,-13 5 0 0,-2 1 0 0,-3 0 0 0,-2 1 0 0,-5 1 0 0,-16 0 0 0,-2 7 0 0,-3 6 394 0,-2 2-177 0,-2 3-90 0,-2 3-36 15,0 0 178-15,4 0-116 0,3 1-57 0,4 2-30 16,7-4 63-16,-3 10-129 0,7-7 0 0,5 4 0 16,1 2 0-16,4-1 0 15,0 2 0-15,0-1 0 0,0 6 0 0,0-4 0 16,0 5 0-16,0 0 0 0,0 1 0 0,0-1 0 16,0-2 0-16,-1-2 0 0,-2-2 0 0,1-8 0 15,0 3 0-15,2-7 0 0,0 0 0 0,0-8 0 16,0 0 0-16,0-6 0 0,0 0 0 0,0-4-167 15,0 0-14-15,0 0 62 0,0-10-201 0,2-5 141 16,3-4 61-16,-2-5 44 0,-1-2-380 16,0-3 209-16,-2-3 104 0,0-6-143 15,0 1 114-15,-4-10 71 0,-2 6 32 0,0 5 0 16,-1 1 29-16,2 2 1 0,1 12 298 0,-2 0-145 16,4 3-76-16,0 4-39 0,2 5 508 0,0-1-232 15,2 2-151-15,8 1 15 0,4 1 152 0,9 2-121 16,2 1-67-16,3-2 192 0,2 4-120 0,4-1-75 15,1 2 41-15,-1 0-143 0,2 0 0 0,-5 0 0 16,1 0 0-16,-2 0 0 16,-1 2 0-16,-3 2 0 0,-5 0 0 0,1 1 0 15,-3-2 0-15,-2 4 0 0,-2-1 0 0,-1-1 0 16,-3 1 0-16,-4-1 0 0,0 3 0 0,0-1 0 16,-4-1 0-16,3 1 0 0,-3 2 0 0,-1 1 0 15,2 2 0-15,-2 0 0 0,1 2 0 0,-1 3 0 16,0-1 0-16,1 1 0 0,0 1 0 0,1 2 0 15,0 4 0-15,-1 1 0 0,1-1 0 0,-1 2 0 16,1-1 0-16,3 5 0 16,-2-4 0-16,-1 0 0 0,1-1 0 0,-1-2 0 15,-1-1 0-15,1 0 0 0,1-3 0 0,-4 2 0 16,1-4 0-16,-2-2 0 0,0-2 0 0,0-2 0 16,0-1 0-16,0-1 0 0,0-3 0 0,-6-1 0 15,0-3 0-15,-1 2 0 0,0-4 0 0,-3 0-362 16,-1 0-49-16,2 0 177 0,-5 0-553 0,-1-6 375 15,0-7 188-15</inkml:trace>
  <inkml:trace contextRef="#ctx0" brushRef="#br0" timeOffset="88898.49">14553 11807 2194 0,'-4'2'0'0,"2"-2"0"0,2 3 0 0,-2-1 0 0,2 0 0 0,0 2 0 0,0 2 0 0,0-3 0 0,0 1 0 0,0 1 0 0,0 1 130 16,0-3-46-16,0 2-15 0,0-2 111 0,0-1-72 0,0 0-35 16,0-2-1-16,0 0 67 0,0 0-42 15,0 0-34-15,0 0-1 0,0 0 57 0,0-2-41 0,0-3 0 16,0-3 14-16,2-3-10 0,8 0-45 16,3-1 34-16,4 3-34 0,0 0 0 0,0 1-8 0,3 4-29 15,-1 0 0-15,0 3 0 0,-1 1 0 16,-2 0 0-16,-2 4 0 0,0 4 0 0,-5 6 0 15,-3 1 0-15,-3 2 0 0,-3 3 0 0,0 1 0 16,0-1 0 0,-9 0 0-16,-3-2 0 0,-2-1 0 0,-1-4 0 0,-2-1 0 15,2-3 0-15,-2-3 0 0,0-4 0 0,0-2 0 16,2 0 0-16,0 0 0 0,3-2 0 0,0-4 0 16,3-5 0-16,-1 1 0 0,4-3 0 0,4 0-360 15,0 0-28-15,2 0 175 0,0-3-727 0,4 5 451 16</inkml:trace>
  <inkml:trace contextRef="#ctx0" brushRef="#br0" timeOffset="89100.07">15581 12099 3931 0,'-2'-3'0'0,"2"3"0"0,2-2 0 0,-2-2 0 0,0-1 0 0,0 0 0 0,0 0 0 0,0-5 0 0,0 2 0 0,0-2 0 0,0 3 0 15,0-3 0-15,0 5 0 0,0-1 0 0,0 2 0 0,0 3 0 16</inkml:trace>
  <inkml:trace contextRef="#ctx0" brushRef="#br0" timeOffset="91683.84">16382 11865 2358 0,'0'-1'0'0,"0"-2"0"0,0 1 0 16,0 2 0-16,0 0 0 0,0 0 0 0,-1 0 0 0,1 0 0 0,-2 0 0 0,0 5 0 0,0 7 298 0,-3 5-135 0,-2 2-63 0,0 5 28 16,-4 1-46-16,1 1 1 0,-3 2 141 0,1 4-97 0,-6-2-45 15,4 2 0-15,-5-2 93 0,1 2-146 16,2-1-29-16,-3 2 0 0,1-6 0 16,-3 2 0-16,1-3 0 0,2-3 0 0,1-6 0 0,-3-1 0 15,1-2-28-15,1-3-200 0,2-5 98 16,0-5 77-16,0-1-23 0,2 0-587 0,5-1 313 15,-2-18 156-15,8-5-436 16,3-14 295-16,0-7 140 0</inkml:trace>
  <inkml:trace contextRef="#ctx0" brushRef="#br0" timeOffset="92059.64">16167 11431 2606 0,'0'-13'0'0,"0"3"0"0,0 5 0 0,0-1 0 0,-4 2 0 0,2 1 0 0,0 0 0 0,2 2 0 0,0 1 0 16,0 0 0-16,0 0 264 0,0 0-103 0,0 0-67 0,2 0 121 0,2 4-88 16,1 2-45-16,2 1 244 0,-1 2-270 0,4 5-56 0,-5-2 0 15,3 3 0-15,2 8 0 0,-3-1 0 0,2 4 0 0,-2 4 0 16,2 5 0-16,-2 1 0 0,2 7 0 16,-2 0 0-16,3-4 0 0,1 12 0 0,2-5 0 15,1 1 0-15,-2 1 0 0,6-5 0 0,-4-3 0 16,9 4 0-16,-2-4 0 0,1-3 0 0,1-1 0 15,-2-6 0-15,3 2 0 16,-2-2 0-16,1-1 0 0,0-4 0 0,-5 2 0 16,3-4 0-16,-6-3 0 0,0-1 0 15,1 0 0-15,-4-2 0 0,-3-3 0 0,1-2 0 0,-2-1 0 16,-3-1 0-16,1-3 0 0,-1 2 0 0,0-3 0 16,0 0 0-16,-1-1 0 0,-1-1 0 0,1-1 0 15,-2 1 0-15,2-1 0 0,-1-2 0 0,-1 4 0 16,3-5 0-16,-2 1-359 0,1 0 140 0,1-1 90 15,1 0-347-15,1 0 209 16,3 0 120-16,1-1 54 0</inkml:trace>
  <inkml:trace contextRef="#ctx0" brushRef="#br0" timeOffset="92306.17">16968 11625 2951 0,'-5'-8'0'0,"3"6"0"0,0 1 0 0,1-3 0 0,1 1 0 0,0 1 0 0,0 1 0 0,0-1 0 0,7-1 0 0,3 3 0 0,6 0 655 0,0 0-330 0,3 0-325 0,2 0 0 16,1 0 0-16,-1 0 0 0,2 0 0 0,-3 5 0 15,1-4 0-15,2 4 0 16,-5-4 0-16,1 2 0 0,0 0 0 0,-4-1 0 15,0 4-381-15,-4-2-167 0,0 5 274 0,-4 2 21 16</inkml:trace>
  <inkml:trace contextRef="#ctx0" brushRef="#br0" timeOffset="92504.7">17013 12005 3931 0,'-13'14'0'0,"6"-3"0"0,-2-6 0 0,6 0 0 0,3-2 0 0,0 1 0 16,0-1 0-16,13 1 0 0,14 1 0 0,1-2 0 0,2-1 0 0,4-1 0 0,0 1 0 0,-1 0 0 0,1 0 0 16,-2-2 0-16,-2 2 0 0,-2-2 0 0,-5 0 0 15,-1 0 0-15,-1 0 0 0,-2 0 0 16,-4 0 0-16,-6 0 0 0,1 0-40 0,-3 0-515 16,-3 0 261-16,1 0-824 0</inkml:trace>
  <inkml:trace contextRef="#ctx0" brushRef="#br0" timeOffset="93718.72">17740 11126 2093 0,'0'-11'0'0,"0"8"0"0,0-1 0 0,0 2 0 0,0 0 0 0,0 1 0 0,0-1 0 0,0 2 0 0,0 0 0 0,0 7 0 0,0 8 430 0,2 2-186 15,5 3-107-15,3 3 273 0,-1-1-185 0,0 5-93 16,3 2 128-16,-3 6-260 0,0-2 0 0,-1 3 0 16,0 0 0-16,-5 0 0 15,1-1 0-15,0 2 0 0,-2-7 0 0,-1 0 0 16,1 0 0-16,-2 0 0 0,0-9 0 0,0 4 0 15,0-4 0-15,0-3 0 0,0-6 0 16,0-3 0-16,0-1 0 0,0-3-51 0,-2-1-88 0,1-4 11 0,-3 0-212 16,2 0 150-16,0 0 76 0,2-9 27 15,0-10-604-15,2-6 325 0</inkml:trace>
  <inkml:trace contextRef="#ctx0" brushRef="#br0" timeOffset="93953.49">18041 11121 3665 0,'-4'0'0'0,"2"-2"0"0,0 1 0 0,2 1 0 0,0-3 0 0,2 2 0 0,11-1 0 0,6 2 0 0,5 0 0 0,2 0 0 0,4 0 194 0,0 0-122 0,4 0-72 0,3 0 0 16,-4 0 0-16,1 0 0 0,1 0 0 0,1 0 0 15,-4 0 0-15,0 0 0 0,-2 0 0 16,-7 0 0-16,-2 0-111 0,-1 0-161 15,-3 0 156-15,-8 0 46 0,0 0-770 0,-3 0 401 16,-2 0 190-16,-2 0 109 0,-2-2-385 0,0-4 242 16,-4-4 122-16,-6-3 61 0,-4-4-157 0</inkml:trace>
  <inkml:trace contextRef="#ctx0" brushRef="#br0" timeOffset="94495.59">18457 10926 1826 0,'-11'-15'0'0,"6"5"0"0,1 3 0 0,0 2 0 0,4 1 0 0,0-1 0 0,4 4 0 0,11 1 0 0,7 0 0 0,5 0 0 0,1 0 148 15,2 7-59-15,2 3-1 0,0-1 212 0,2 4-131 0,-4 0-64 16,-4-1-24-16,2 3 213 0,-11-2-127 0,0 2-64 16,-8 0 91-16,-7 4-82 0,-2 2-26 0,0 2-10 15,-21-1-79-15,-1 0 43 0,-6-1-1 0,-2-1-22 16,-2-1-235-16,0 0 113 0,2-4 72 0,0-2-247 16,0-3 120-16,2-1 92 0,3 0-710 0,-3-1 374 15,3-3 182-15,2 0 92 0,3 0-392 0,3-2 242 16,4-1 110-16,0 0 70 0,4 0-142 15,1-2 113-15,3 0 64 0,1 1 177 16,2-1-93-16,2 0-24 0,0 0-1 0,0 0 179 16,0 3-106-16,0 3-54 0,0 0 477 15,0 2-259-15,0 4-38 0,0 1-98 0,0 4 601 0,0 4-328 16,0 1-155-16,0 4-91 0,0 1 388 0,0 1-236 16,0 0-117-16,0-2 27 0,0-1-184 15,0 5 0-15,0-11 0 0,0 3 0 0,0-3 0 16,2-9 0-16,-2 5 0 0,2-9 0 15,-2-3 0-15,0 0 0 0,0-3 0 0,0 0 0 16,0-2 0-16,2-10 0 0,0-3 0 0,3-2 0 16,2-1 0-16,3 2 0 0,1-1 0 0,2 2 0 15,3 2 0-15,2 1 0 0,3 4 0 0,-2 3 0 16,3 3 0-16,-1 2 0 0,3 0 0 0,-7 4 0 16,4 11 0-16,-8 0 0 0,2 8 0 0,-6-1 0 15,-1 0 0-15,-6 5 0 0,-2-3 0 0,0-1 0 16,0 3 0-16,-10-7 0 15,-1 0 0-15,-3-4 0 0,-6-2 0 16,-1-3 0-16,-3-4 0 0,4-1 0 0,-7-5 0 0,3 0 0 16,-1 0 0-16,5-2 0 0,-1-6 0 0,4-5 0 15,2-2 0-15,4-4 0 0,3-5 0 0,8 3 0 16,0-9-59-16,4 2-424 0,13 0 222 0,4 0-715 16,9-6 468-16</inkml:trace>
  <inkml:trace contextRef="#ctx0" brushRef="#br0" timeOffset="94744.07">19041 10933 3502 0,'2'-5'0'0,"0"0"0"0,0-1 0 0,-2 1 0 0,0 4 0 0,0-2 0 0,0 2 0 0,0 1 0 0,0 0 0 0,0 10 0 0,0 8 111 0,0 9 207 0,0 4-318 15,0 9 0-15,0 1 0 0,0 3 0 0,3-4 0 16,-2 13 0-16,-1-4 0 15,0 0 0-15,0-1 0 0,0-2 0 0,2-5 0 16,-2 7 0-16,0-11 0 0,0 2 0 0,0-2 0 16,0-2 0-16,0-4 0 0,-2-3 0 0,1-5 0 15,-4-2 0-15,3-4 0 0,-2-4-334 0,-1 0 99 16,1-2-669-16,-3-1 432 0,-3-1 217 0,-3-2 107 16</inkml:trace>
  <inkml:trace contextRef="#ctx0" brushRef="#br0" timeOffset="95057.04">17809 11969 3307 0,'-14'0'0'0,"2"0"0"0,4 0 0 0,7 0 0 0,1 0 0 0,0-1 0 0,7-1 0 0,17-2 0 0,14 1 0 0,6-2 0 0,6 0 207 0,4 2 210 16,16-4-417-16,0 4 0 0,1-1 0 0,2 2 0 16,2 2 0-16,2 0 0 0,1 0 0 0,-4 0 0 15,2 0 0-15,-1 3 0 0,-13 2 0 0,11 1 0 16,-21-4 0-16,3 1 0 0,-6-1 0 0,-4-2 0 16,-10 0 0-16,-3 0 0 0,-7 0 0 0,-6 0 0 15,-8 0 0-15,-4 0 0 0,-5-2 0 16,-2-3 0-16,-4 0-268 0,-16 2-82 15,-4 0 156-15,-8 3 79 0,-5 0-641 0,-14 0 364 16,-1 5 178-16</inkml:trace>
  <inkml:trace contextRef="#ctx0" brushRef="#br0" timeOffset="95272.28">18097 12107 3551 0,'-14'4'0'0,"2"5"0"0,-2 3 0 0,5-1 0 0,-2 2 0 0,3 4 0 0,2 7 0 0,3 5 0 0,3 2 0 0,0 12 0 0,0-3 270 0,0 3-160 0,0 3-110 0,0-2 0 0,0-2 0 16,1 8 0-16,1-9 0 0,0-5 0 0,0 4 0 15,2-7 0-15,0-6 0 0,0 4 0 0,-2-10 0 16,1-4 0-16,1-5 0 0,-2-3 0 0,1-3-40 16,1-5-332-16,1-1 84 15,2 0-229-15,0-6 240 0,0-12 120 0,4-4 51 0,-2-9-554 16</inkml:trace>
  <inkml:trace contextRef="#ctx0" brushRef="#br0" timeOffset="95479.85">18147 12262 3393 0,'-7'0'0'0,"2"0"0"0,1 0 0 0,0 0 0 0,4 0 0 0,0 0 0 0,2 0 0 15,14 0 0-15,7 0 0 0,5 4 0 0,3 1 222 0,0-2-93 0,5 3 58 16,1-2-187-16,1-1 0 0,5 1 0 0,-11-1 0 15,6 3 0-15,-5-3 0 0,-3-2 0 0,-1 3 0 16,-3-2 0-16,-3 0 0 0,-3-2-187 0,1 0 79 16,-2 0 69-16,-4 0-808 0,0 0 405 0,-2 0 202 15,-4-2 102-15,-3-4-458 0,0-5 284 0,-4 0 137 16,-2-2-253-16</inkml:trace>
  <inkml:trace contextRef="#ctx0" brushRef="#br0" timeOffset="95690.04">18677 12135 1995 0,'-20'-19'0'0,"4"10"0"0,0 0 0 0,0 1 0 0,5 3 0 0,2 0 0 0,3 4 0 0,2-1 0 0,4 2 0 0,0 0 0 0,4 0 105 0,10 0 350 0,4 2-199 0,6 8-115 16,3-1 300-16,-1 0-201 0,4 0-102 0,-1 3-51 15,-5-1-14-15,6 3-73 0,-6-3 0 0,-5 0 0 16,-2 0 0-16,-2 0 0 0,-6 1 0 0,-1-1 0 16,-6 2 0-16,-2-2 0 0,0 4 0 0,-6 0 0 15,-11 1 0-15,-4 0 0 0,0-1-216 0,-2 2-50 16,0 0 74-16,-2-2 83 15,5 0-546-15,-8 5 313 0,5-1 152 0,0 1 77 16,1 5-236-16,2-2 156 0,4-3 69 0</inkml:trace>
  <inkml:trace contextRef="#ctx0" brushRef="#br0" timeOffset="96071.71">18595 12682 2044 0,'3'3'0'0,"1"2"0"0,-2-5 0 0,0 0 0 0,-2 0 0 0,0-5 0 0,0-8 0 0,1-2 0 0,-1 0 0 0,2-1 0 0,-2-4 250 15,0 4-97-15,0-1-62 0,0 3 208 0,-2-1-131 16,-3 3-66-16,-4 2-32 0,-3 3 181 16,-1 2-112-16,-4 4-50 0,1 1 142 0,-7 0-187 0,2 13-44 15,3 2 0-15,-5 7 0 0,2-2 0 0,4 2 0 16,7 3 0-16,1-7 0 0,4 4 0 0,3 2 0 16,2-6 0-16,0 1 0 0,5-3 0 0,7-2 0 15,3-4 0-15,4-1 0 16,5-6 0-16,-1-3 0 0,1 0 0 0,-1-1 0 15,-7-10 0-15,3-1 0 0,-2-6 0 0,-3 2 0 16,-4-3 0-16,1 2 0 0,-6 3 0 0,-3-2 0 16,0 7 0-16,-1 2 0 0,-1 1 0 0,0 5 0 15,0-2 0-15,0 2 0 0,0 1 0 0,0 1 0 16,-1 12 0-16,1 4 0 0,0 1 0 0,0-1 0 16,0 4 0-16,1 0 0 0,9 0 0 15,3 0 0-15,2-5 0 0,6 1 0 16,-3-7 0-16,7-1 0 0,-3-4 0 0,1-5 0 15,-1 0 0-15,4 0-113 0,-6-2-48 0,2-7-575 16,-3-4 350-16,0-2 165 0,1-8 96 0,-1 0-536 16,4-10 312-16</inkml:trace>
  <inkml:trace contextRef="#ctx0" brushRef="#br0" timeOffset="96305.19">19211 12034 2737 0,'2'-11'0'0,"-1"2"0"0,-1 3 0 0,0 2 0 0,0 2 0 0,0-1 0 0,0 3 0 0,0 0 0 0,0 3 0 0,2 9 0 0,0 3 91 0,2 6 573 0,-1 4-313 16,1 4-263-16,1 3-88 0,-2 12 0 0,-1-6 0 15,2 15 0-15,-1-5 0 0,-1 5 0 0,0 2 0 16,0 0 0-16,0-2 0 0,-2-3 0 0,0 1 0 16,0-2 0-16,0-4 0 0,0-2 0 15,0-7 0-15,0 2 0 0,0-3 0 0,-4-7 0 16,2-1 0-16,-1-6 0 0,1 0 0 15,0-3 0-15,0-3-667 0,0 1 163 0,0-4 234 16,2 2-743-16</inkml:trace>
  <inkml:trace contextRef="#ctx0" brushRef="#br0" timeOffset="96478.66">19770 13196 3931 0,'-3'0'0'0,"3"0"0"0,0 0 0 0,0 0 0 0,-2 0 0 0,0 0 0 0,2 0 0 0,0-1 0 0,0-1 0 0,0-4 0 0,0 2 0 0,0 0-321 0,0 3-141 16</inkml:trace>
  <inkml:trace contextRef="#ctx0" brushRef="#br0" timeOffset="98379.21">13451 11871 2437 0,'3'-5'0'0,"5"4"0"0,1 1 0 0,-1-1 0 0,3-2 0 0,0 1 0 0,1 0 0 0,2 0 0 0,4 0 0 0,0 1 0 0,-1-2 225 0,4 0-93 0,-1 1-38 0,1-1 44 16,-2-1-50-16,-1 0-25 0,0 0-33 0,-4-2 7 15,-2 3 10-15,-3-1-9 0,0 2-270 0,-1-2 135 16,-4 3 68-16,-2-1 32 0,0 0-567 16,-2 2 290-16,0 0 58 0,0 0-571 0</inkml:trace>
  <inkml:trace contextRef="#ctx0" brushRef="#br0" timeOffset="98665.65">13511 11985 1782 0,'-8'11'0'0,"4"3"0"0,0-1 0 0,-1-2 0 0,3-2 0 0,0 2 0 0,2 0 0 0,-2-1 0 0,2 2 0 0,0-3 0 0,0 0 323 0,0 0-142 0,0-3-72 0,2 0-26 15,0-3 101-15,0 0-73 16,0-2-37-16,-2 1 29 0,3-2-33 0,1 0 9 15,4 0 8-15,1 0-24 0,4-2-1 0,3-2-24 16,0-1 82-16,3-1-32 0,0 2-9 0,-1-1-42 16,2 3 34-16,-4 0-33 0,0 2-1 0,-6 0 10 15,1 0-8-15,-4 0-13 0,-4 9-26 0,-1-1 0 16,-2 3 0-16,-3 2 0 0,-15 1 0 16,-2-1 0-16,-6-2 0 0,-4-2 0 15,0-1 0-15,-2-4 0 0,2-4 0 0,1 0 0 16,8 0-117-16,5 0-53 0,2-8 90 0,7-7 19 15</inkml:trace>
  <inkml:trace contextRef="#ctx0" brushRef="#br0" timeOffset="99980.1">21075 11668 1867 0,'-12'-4'0'0,"-2"2"0"0,3 2 0 0,-2 0 0 0,1 0 0 0,3 0 0 0,0 0 0 0,1 0 0 0,2 0 0 0,5 0 0 0,1 0 93 0,-2 0 363 0,2 0-213 16,2-2-103-16,15 1-50 0,6-1 242 0,9-5-146 16,3 1-65-16,12 0 130 15,-2 0-106-15,2-1-138 0,0-1-7 0,-2 2 0 16,-6 0 0-16,10 0 0 0,-8 3 0 0,-4 1 0 15,0-1 0-15,-3 1 0 0,-8 0 0 0,2 2 0 16,-6 0 0-16,-3 0 0 0,-6 0-132 16,-1 0 18-16,-3 0 7 0,-3 0-348 0,-3 0 171 0,-1 0 123 15,1 0-537-15,-1 0 329 0,-2 0 156 0,0-2 92 16,0-11-387-16</inkml:trace>
  <inkml:trace contextRef="#ctx0" brushRef="#br0" timeOffset="100194.68">21611 11380 2063 0,'-8'-5'0'0,"1"-1"0"0,1 2 0 0,3 3 0 0,1-1 0 0,2 0 0 0,0-2 0 0,2 2 0 15,14 0 0-15,7 0 0 0,-2 2 337 0,5 0-153 0,1 0-74 0,-2 10 191 0,0-1-132 0,-4 1-55 0,0 1-43 0,-5 2 110 16,-2 2-71-16,-5 0-36 0,-5 1 2 0,-3 3 10 16,-1 5-48-16,-5-1-21 15,-12 1-17-15,-3 4 0 0,-5-4 0 0,-2 2 0 16,1-1-74-16,-2-3-14 0,1 0 62 0,4-1 33 15,-4 0-631-15,6-5 251 0,-5 5 177 0,3-4-476 16,3-2 316-16,-1 0 159 0,3-1-374 0,-3-3 256 16</inkml:trace>
  <inkml:trace contextRef="#ctx0" brushRef="#br0" timeOffset="100598.71">21318 11874 2213 0,'-4'2'0'0,"2"-2"0"0,2 2 0 15,-1-2 0-15,1 0 0 0,0 4 0 0,0 1 0 0,0 6 0 0,0 3 0 0,0 4 0 0,1 1 163 0,5 8-63 0,-3 1-21 0,-1 3 404 0,0 3-222 16,-2 2-111-16,0 2 259 0,0 5-336 0,-2-7-73 16,-5 1 0-16,2-2 0 0,-1-2 0 0,1-5 0 15,-2-7 0-15,4-6 0 0,-1-1 0 0,2-5 0 16,2-4 0-16,-2-3 0 16,2-2 0-16,0 0 0 0,0 0 0 0,0 0 0 15,0-2 0-15,0-9 0 0,8-4 0 0,3 1 0 16,2 0 0-16,1 0 0 0,2-1 0 0,2 4 0 15,0 1 0-15,3 3 0 0,0 2 0 0,1 3 0 16,0 2 0-16,-1 0 0 0,3 0 0 0,-7 7 0 16,6 8 0-16,-8-2 0 0,2 4 0 15,-4 2 0-15,-1 2 0 0,-5 0 0 0,-3 4 0 16,-3 0 0-16,1-2 0 0,-2-3 0 0,0 2 0 16,-7-3 0-16,-5 0 0 0,-1-4 0 0,-3-1 0 0,-1-4 0 15,-3 0 0-15,0-5 0 16,-2-2 0-16,1-3 0 0,-1 0 0 0,1 0 0 15,2-3 0-15,-1-6 0 0,2 0 0 0,4-3 0 16,2 0 0-16,3-2 0 0,5 2 0 0,2-2 0 16,2-1 0-16,0-2 0 0,11 2-184 0,7 2-345 15,2 0 235-15,6 0 133 0,0 3-832 16</inkml:trace>
  <inkml:trace contextRef="#ctx0" brushRef="#br0" timeOffset="101809.27">22082 11904 3765 0,'-7'-6'0'15,"3"2"0"-15,3 3 0 0,-1-1 0 0,-1 0 0 0,3 2 0 0,-2 0 0 0,2 0 0 0,0 0 0 0,0 0 0 0,0 0 166 0,0 0-166 0,10 0 0 0,7 0 0 16,7 0 0-16,-1 0 0 0,7 0 0 16,-2 0 0-16,1 2 0 0,-1-2 0 15,-3 0 0-15,7 0 0 0,-5 0 0 0,-1 0 0 0,-5 0 0 16,-1 0 0-16,-2 0 0 0,-4 0 0 0,-4-2 0 15,-3 0-136-15,-3 1 9 0,0 1-681 0,-3 0 376 16,-1 0 202-16</inkml:trace>
  <inkml:trace contextRef="#ctx0" brushRef="#br0" timeOffset="102007.82">22122 12229 3931 0,'-15'3'0'16,"3"0"0"-16,5 1 0 0,3-3 0 0,2 1 0 0,2-2 0 0,0 2 0 0,0 0 0 0,6 1 0 0,17 2 0 0,3-4 0 0,4 1 0 0,4 0 0 0,1-2 0 0,5 0 0 15,-2 0 0-15,-1 0 0 0,1 0 0 0,-5 0 0 0,1 0 0 16,-2 0 0-16,-4 0 0 0,-1 0-191 16,-5 0-247-16,-2 2 230 0,0 2-60 15</inkml:trace>
  <inkml:trace contextRef="#ctx0" brushRef="#br0" timeOffset="107789.68">23150 11136 2395 0,'0'-11'0'0,"-2"9"0"0,0 0 0 0,2 2 0 0,0 0 0 0,0 0 0 0,0 0 0 0,0 13 0 0,0 4 0 0,0 6 0 0,0 3 215 0,0 6-93 0,0 2-42 15,4 4 81-15,1 5-61 0,-1-4-31 0,-1-3 52 16,1 10-46-16,1-5 0 0,-3-1-171 0,3-6 67 16,-3 2 34-16,-1 2 10 0,1-4-316 0,0-3 171 15,0-3 83-15,0-5 43 0,-2 0-543 0,2-7 217 16,-1-5 120-16,1-1 85 0,0-5-174 0,5-5 130 15</inkml:trace>
  <inkml:trace contextRef="#ctx0" brushRef="#br0" timeOffset="107976.37">23300 11320 2990 0,'0'-9'0'0,"-3"2"0"0,3 4 0 0,-2-2 0 0,2 1 0 0,0-2 0 0,5 1 0 0,15-3 0 0,5 4 0 0,5 1 0 0,3-3 299 0,3 2-131 0,1 2-64 15,9 1 166-15,-12 1-170 0,5 0-100 0,0 0-88 16,-1 0-17-16,-2 0 71 16,-3 0 36-16,-6 1-307 0,1 3 166 0,-5-1 89 15,-5 2-785-15,-1-2 418 0,-6-1 86 0,3 0 151 16,-10-2-456-16</inkml:trace>
  <inkml:trace contextRef="#ctx0" brushRef="#br0" timeOffset="108490.78">23766 11138 2000 0,'-9'-12'0'0,"4"5"0"0,-1-2 0 0,5 2 0 0,1-2 0 0,0 4 0 0,1-1 0 15,12 4 0-15,6 0 0 0,2 2 0 0,8 0 122 0,-3 0 201 0,1 2-142 0,-2 8-72 0,-4 0-25 16,2 3 166-16,-5-1-105 0,-4 4-54 0,-3 0 43 0,-6 1-47 16,-3 4-16-16,-2 4-9 0,-2-3-52 0,-11 3 0 15,-6-2 28-15,1 0 0 0,1-6-367 0,-8 6 179 16,3-6 94-16,-1-2-596 0,1-2 286 0,1-2 176 15,2-3 9-15,-2 2-334 0,0-3 239 0,0-1 119 16,0-1-145-16,0 1 132 0,2-3 57 16,0 3 42-16,2 0 31 0,1-1 3 15,-2 3-1-15,4-2 0 0,5 2 311 0,-2 2-150 16,2 1-81-16,4 3 480 0,-1-1-281 0,3-1-66 16,1 6-96-16,-1 1 485 0,3 0-263 0,0 0-131 15,0 1-67-15,-2-1 114 0,2-1-80 0,0 0-54 16,-1-2 122-16,1-3-83 0,0-5-42 0,-2-1 0 15,2-1 7-15,0-4-49 0,0-2-1 0,0 0 73 16,-2 0-42-16,2 0-68 0,0-4 0 16,0-7 0-16,7-1 0 0,7 1 0 15,0 0 0-15,4 0 0 0,1 1 0 0,1 0 0 16,3 5 0-16,-4 2 0 0,1 0 0 0,-3 3 0 16,0 0 0-16,-2 0 0 0,-4 8 0 0,1 2 0 15,-7 1 0-15,1 2 0 0,-4 2 0 0,-2-1 0 16,0 0 0-16,0 1 0 0,-8-1 0 0,-3-3 0 15,-4 0 0-15,0-2 0 0,-2 1 0 0,-2-4 0 16,1 0 0-16,0-5 0 0,2 1 0 0,-1-2 0 16,1 0 0-16,2 0 0 15,5 0-284-15,0-7 90 0,4-7 83 0,5-3-553 16,0-5 313-16,2-1 157 0,11-3-533 0,4-2 335 16</inkml:trace>
  <inkml:trace contextRef="#ctx0" brushRef="#br0" timeOffset="108744.34">24226 11025 2979 0,'4'-3'0'0,"-3"1"0"0,1 0 0 0,-2 0 0 0,0 2 0 0,0 0 0 0,0 0 0 0,0 0 0 0,0 2 0 0,0 11 0 0,2 5 601 0,0 7-282 0,0 5-287 15,1 8-32-15,-1-1 0 0,0 16 0 0,0-4 0 16,0 1 0-16,-2 1 0 0,0 0 0 15,0 2 0-15,0-1 0 0,0-3 0 16,0-2 0-16,-2-5 0 0,-2 4 0 0,-1-10 0 16,3 2 0-16,-2-2 0 0,1-7 0 15,-3-4 0-15,1-5 0 0,2-5 0 0,-4-3 0 0,5-3 0 16,-4-2-771-16,-1-5 328 0,-3 0 202 0,-1-2 93 16,0 0-646-16</inkml:trace>
  <inkml:trace contextRef="#ctx0" brushRef="#br0" timeOffset="109075.71">22922 12128 3243 0,'-11'-4'0'0,"7"2"0"0,1-2 0 0,3 2 0 0,0 1 0 0,1-5 0 0,18 1 0 0,11-1 0 0,10 0 0 0,4 1 0 0,7-2 187 0,13 4-76 16,0 1-36-16,3 2 240 0,6 0-315 15,3 0 0-15,4 0 0 0,12 2 0 0,-18 4 0 16,9-2 0-16,-5 1 0 0,0 1 0 0,-5-3 0 16,-6 1 0-16,-12 0 0 0,3 2 0 0,-5-5 0 15,-12 1 0-15,-2-2 0 0,-5 0 0 16,-8 0 0-16,-5 0 0 0,-8 0 0 0,-1-2 0 0,-8-3 0 15,-3-5 0-15,-1-1 0 16,0 1 0-16,-16 3-530 0,-1-1 183 0,-8 3 158 0,-3 2 76 0,-4 0-656 16,-2 3 365-16</inkml:trace>
  <inkml:trace contextRef="#ctx0" brushRef="#br0" timeOffset="109332.72">23376 12191 3059 0,'-17'0'0'0,"4"0"0"0,6 0 0 0,0 2 0 0,2 4 0 0,2 4 0 0,1 1 0 0,2 4 0 0,0 2 0 0,0 9 0 0,0 0 139 0,3 5 474 16,6 4-493-16,-2 4-120 0,2 6 0 0,-3-1 0 16,0 1 0-16,-1-3 0 0,-1 2 0 0,0-7 0 15,-3 3 0-15,1-3 0 0,0-1 0 0,-2-4 0 16,0-4 0-16,0-5 0 0,0-1 0 0,0-2 0 15,0-10 0-15,0 0 0 0,2-6 0 16,-2 0-48-16,2-4-802 0,0 0 407 0,6-2 203 16,-1-12 102-16,4-7-602 0,1-7 343 15</inkml:trace>
  <inkml:trace contextRef="#ctx0" brushRef="#br0" timeOffset="109525.97">23546 12389 2937 0,'-8'-6'0'0,"2"5"0"0,3-2 0 0,1 2 0 0,2-1 0 0,0 2 0 0,5-3 0 0,13 3 0 0,5 0 0 0,2 0 0 0,1 0 565 0,3 0-265 0,1 0-171 15,2 0-129-15,-2 3 0 0,-2-1 0 0,0 2 0 16,0-3-76-16,-6-1-134 0,1 4 118 0,-2-2 64 16,-5 0-687-16,0 0 376 0,-7-1 80 0,1-1-274 15,-3 0 253-15,-1 0 122 0,-3 0 60 0,-1 0-368 16,0-5 215-16</inkml:trace>
  <inkml:trace contextRef="#ctx0" brushRef="#br0" timeOffset="109704.46">23950 12310 1852 0,'-10'-13'0'0,"2"2"0"0,3 2 0 0,0-2 0 0,1 2 0 0,2 1 0 0,2 3 0 0,0 0 0 0,2-1 0 0,7 5 0 0,5-2 209 16,4 1-87-16,3 2-33 0,-3 0 186 0,3 0-120 16,-2 6-59-16,-1 1-30 0,0 2 145 0,-4 1-91 15,0 2-43-15,-5-3 1 0,-4 2-4 0,-3 2 0 16,-2 0-29-16,0 2-161 0,-4 3 76 0,-8-2 39 15,-4 0-1-15,0 0-163 0,-1-3 110 0,-2 3 41 16,0-2-712-16,-2 4 354 0,2-4 124 16,1 3 106-16,1 2-476 0</inkml:trace>
  <inkml:trace contextRef="#ctx0" brushRef="#br0" timeOffset="110109.14">23869 12773 2119 0,'0'0'0'0,"1"0"0"0,1-1 0 0,-2-9 0 0,0-1 0 0,0-3 0 0,0-1 0 0,0 1 0 0,2-1 0 0,-2 0 0 0,0-1 155 0,0 4-64 15,0-2 39-15,0 2-47 0,0 0-23 0,-7 5 0 16,-1-1 183-16,-2 4-108 0,-2 2-50 0,-1 2-24 16,-4 0 208-16,-3 6-116 0,2 11-50 0,-3 5 81 15,0 1-184-15,1 5 0 0,1 0 0 0,5 3 0 16,0-1 0-16,5 0 0 0,5-3 0 0,4-1 0 15,0-3 0-15,0-4 0 0,6-1 0 0,6-4 0 16,4-2 0-16,-2-7 0 16,6-1 0-16,-1-4 0 0,-1 0 0 0,1-4 0 15,-1-12 0-15,1 0 0 0,-3-4 0 0,-1-3 0 16,-5 5 0-16,4-7 0 0,-5 7 0 0,0 0 0 16,0 1 0-16,-6 8 0 0,1 0 0 0,-2 5 0 15,0 0 0-15,-1 2 0 0,-1 1 0 0,2 1 0 16,0 0 0-16,0 7 0 0,0 6 0 15,1 2 0-15,2 0 0 0,0 3 0 0,3 3 0 16,-3-2 0-16,5 0 0 0,-3 0 0 0,1-3 0 0,1 0 0 16,1-4-283-16,-3-2-98 15,0-2 172-15,2-2 86 0,0-3-276 0,2-3 172 16,0 0 100-16,2 0-572 0,4-7 332 0</inkml:trace>
  <inkml:trace contextRef="#ctx0" brushRef="#br0" timeOffset="110307.57">24286 12338 3307 0,'0'-15'0'0,"0"4"0"0,0 3 0 0,0 4 0 0,0-2 0 0,0 6 0 0,0 0 0 0,1 9 0 0,4 11 0 0,0 5 0 0,0 10 624 0,3 5-624 0,-5 6 0 0,2 7 0 16,-1 2 0-16,-1 1 0 0,-1 2 0 0,0 1 0 15,0-3 0-15,-1 0 0 0,3-2 0 0,-2-1 0 16,0-1 0-16,0-2 0 0,-2-3 0 15,0-3 0-15,0-8-92 0,0-1 57 0,0-2-1144 16,0-3 569-16</inkml:trace>
  <inkml:trace contextRef="#ctx0" brushRef="#br0" timeOffset="110717.2">25047 12002 3931 0,'-12'-8'0'0,"5"7"0"0,0-1 0 0,3-2 0 0,3 2 0 0,1 0 0 0,-2 2 0 0,2-1 0 15,0 1 0-15,0 0 0 0,0 0 0 0,0 0 0 0,7 0 0 0,4 0 0 0,-4 0 0 16,4 1 0-16,-3 3 0 0,1 3 0 16,-2 1-388-16,1 0 76 0,0-3 175 0,-1 3 87 15,0-2-926-15,1-1 469 0</inkml:trace>
  <inkml:trace contextRef="#ctx0" brushRef="#br0" timeOffset="110935.82">25347 11743 2775 0,'-2'-8'0'0,"2"5"0"0,0-1 0 0,0-4 0 0,2 3 0 0,14-3 0 0,7 2 0 0,7-1 0 0,7-1 0 0,5 4 0 0,3-3 636 0,2 0-300 0,6 1-152 16,-1 1-184-16,-1 1 0 0,2 0 0 0,-5 2 0 15,2-1 0-15,-9 2 0 0,10 1 0 0,-16 0 0 16,2 0 0-16,-5 0-6 0,-4 0-34 0,-6 1 47 15,-2 4-847-15,-5-4 279 0,-4 2 265 0,-3-2-513 16,-6-1 387-16</inkml:trace>
  <inkml:trace contextRef="#ctx0" brushRef="#br0" timeOffset="111151.75">26000 11464 2764 0,'-25'-5'0'0,"6"1"0"0,-1 2 0 0,4 1 0 15,6-2 0-15,5 2 0 0,1 1 0 0,4 0 0 0,0 0 0 0,14 0 0 0,11 7 296 0,3 3-134 0,4 1-62 0,9 2 224 0,-2 1-144 16,-1-3-75-16,-5-1-105 16,-1 4 0-16,1-1 0 0,-5 0 0 0,-3 1 0 15,-8-3 0-15,-2 2 0 0,-4 0 0 0,-5 1 0 16,-4 0 0-16,-2 0 0 0,0-2-150 0,-7 2 5 16,-5 1 19-16,-6 1 67 0,-1-2-531 0,-2 1 276 15,-2 0 139-15,4 0 60 0,-7 5-549 16,3 3 313-16</inkml:trace>
  <inkml:trace contextRef="#ctx0" brushRef="#br0" timeOffset="111665.81">25894 12286 1807 0,'0'0'-1'0,"0"0"0"0,0 0 0 0,0-8 1 0,0 1 0 0,0-3 0 0,0-4 0 0,1 2 0 0,7-3 0 0,1 0 0 0,-1 0 138 16,-1-2-51-16,1 0 37 0,-3 2-35 0,-1 0-9 0,-3 3-43 0,-1-4 52 16,0 1-26-16,0 1 0 15,-1 2 124-15,-8-2-79 0,-2 1-36 0,-5 4 1 16,0-1 128-16,-3 4-83 0,-1 3-31 0,-5 0-9 16,0 3 108-16,-1 0-74 0,0 15-38 0,-3 0-13 0,2 5-61 15,2 2 0-15,-1 5 0 0,0 1 0 16,8 0 0-16,0 2 0 0,4 2 0 0,5-1 0 15,3 0 0-15,3-1 0 0,1-2 0 16,2-2 0-16,0-5 0 0,2 1 0 16,5-3 0-16,4-4 0 0,3-1 0 0,2-5 0 15,-1-4 0-15,4-3 0 0,0-2 0 0,2 0 0 16,1-5 0-16,-1-9 0 0,2-7 0 0,-1-3 0 16,-1 1 0-16,1-4 0 0,-1 0 0 0,-2 2 0 15,-4 4 0-15,0 0 0 0,-2 4 0 0,-7 6 0 16,0 0 0-16,-1 5 0 0,-3 2 0 0,-1 3 0 15,-1 1 0-15,0 0 0 0,0 0 0 0,0 5 0 16,0 8 0-16,0 4 0 16,0-2 0-16,0 6 0 0,0 3 0 0,0 0 0 15,6-3 0-15,3 6 0 0,5-5 0 0,-1-1 0 16,4-3 0-16,2 0 0 0,-1-6 0 0,3 1 0 16,2-6 0-16,-3 0 0 0,2-3 0 0,-2-4 0 15,0 0 0-15,-1 0 0 0,0 0 0 16,-3 0 0-16,2 0 0 0,0 0-136 0,0 0-24 0,7-2-1032 15</inkml:trace>
  <inkml:trace contextRef="#ctx0" brushRef="#br0" timeOffset="111837.85">26703 12457 3931 0,'0'0'0'0,"0"0"0"0,0 0 0 0,0 0 0 0,0 0 0 0,0 0 0 0,0 0 0 0,0 0 0 0,0 0 0 0,0 0 0 0,0 0 0 0,0 0 0 0,0 0 0 16,0 0 0-16,0 0 0 0,0 0 0 0,0-3 0 16,0 2 0-16,0 1 0 0,0 0-743 0,-2 0 192 0</inkml:trace>
  <inkml:trace contextRef="#ctx0" brushRef="#br0" timeOffset="121069.48">20969 13168 1984 0,'-6'-2'0'0,"3"1"0"0,1-2 0 0,2 3 0 0,0 0 0 0,-3 0 0 0,3-1 0 0,0 1 0 0,0 0 0 0,0 0 0 0,0 0 114 0,0 0-36 0,0 0 188 15,3 0-112-15,0 0-56 0,1 0-18 0,0 0 295 16,-1 0-167-16,1 0-83 0,0 0 228 16,-1 0-257-16,1 0-96 0,2 0 0 0,-4 0 0 0,2 0 0 15,-1 0 0-15,-1 0 0 16,0 0 0-16,2 0 0 0,-2 0 0 0,-1 0 0 15,1 0 0-15,0 0 0 0,3 0 0 0,0 0 0 16,1 0 0-16,-1 0 0 0,6 0 0 0,-3 0 0 16,3-2 0-16,3 0 0 0,-3 0 0 0,0 1 0 15,2-2 0-15,-2 2 0 0,2-2 0 0,1 3 0 16,0 0 0-16,2 0 0 0,0 0 0 16,3 0 0-16,2 0 0 0,6 0 0 15,-5 0 0-15,4 0 0 0,2 0 0 0,-3 0 0 16,7 0 0-16,-6 0 0 0,1 0 0 0,-2 0 0 15,-4 0 0-15,2 0 0 0,-2 0 0 0,-1 0 0 16,-3 4 0-16,0 2 0 0,0-1 0 0,-3 1 0 16,0 0 0-16,-1-1 0 0,-1 1 0 0,-3-4 0 15,0 2 0-15,0-2 0 0,-1 0 0 0,-2-1 0 16,-1-1 0-16,-1 0 0 0,-2 0 0 0,-1 0 0 16,1 0 0-16,-2 0 0 15,0 0 0-15,0 0 0 0,0 0 0 0,0 0 0 16,0 0 0-16,0 0 0 0,0 0 0 0,0 0 0 15,0-1 0-15,0-1 0 0,0-3 0 0,0 4 0 16,0-1 0-16,0 0 0 0,-2 2 0 0,-5 10 0 16</inkml:trace>
  <inkml:trace contextRef="#ctx0" brushRef="#br0" timeOffset="123066.72">23602 13430 1791 0,'-11'-3'0'0,"2"-2"0"0,3 3 0 0,3 2 0 0,1 0 0 16,1 0 0-16,-1 0 0 0,0 0 0 0,0 0 0 0,2 0 0 0,0-2 240 0,0 2-105 0,0 0 207 0,0 0-150 0,0 0-76 0,0 0-37 0,0 0 165 0,0 0-107 15,0 0-48-15,0 0 1 0,2 0 55 0,2 0-52 16,-3 0 11-16,4 0 30 0,-1 0-134 0,-1 0 0 16,3 0 0-16,-4 0 0 15,5 0 0-15,-2 0 0 0,4 0 0 0,-2 0 0 16,4 0 0-16,-2 0 0 0,1-2 0 0,3 2 0 15,-1-2 0-15,-1 0 0 0,-1 0 0 0,4 2 0 16,-5-1 0-16,7-1 0 0,-5 0 0 0,1 0 0 16,2 0 0-16,-1 1 0 0,2 1 0 0,-2-3 0 15,3 3 0-15,0-2 0 0,-1 2 0 0,4 0 0 16,-2-2 0-16,1 0 0 0,1 2 0 0,1 0 0 16,-1 0 0-16,4 0 0 15,-3 0 0-15,0 0 0 0,1 0 0 0,-2 0 0 16,-1 0 0-16,3 0 0 0,-2 0 0 0,1 0 0 15,1 0 0-15,0 2 0 0,-1 2 0 0,3-1 0 16,-3-2 0-16,3 1 0 0,-2 0 0 0,1 0 0 16,-2-2 0-16,1 0 0 0,0 0 0 0,-1 0 0 15,1 0 0-15,0 0 0 0,-2 0 0 0,0 0 0 16,0 0 0-16,-1 0 0 0,1 0 0 0,-1 0 0 16,0 0 0-16,1 0 0 0,-1 0 0 15,1 0 0-15,2 0 0 0,-1 0 0 16,1 2 0-16,2-1 0 0,2 1 0 0,0-2 0 15,-1 2 0-15,5-2 0 0,-3 2 0 0,-1 0 0 16,5-2 0-16,-3 2 0 0,0-2 0 0,-3 2 0 16,1 0 0-16,-4-1 0 0,0-1 0 0,3 2 0 15,-3 0 0-15,-1-1 0 0,2 2 0 0,1-1 0 16,0-2 0-16,3 0 0 0,0 0 0 0,-1 0 0 16,3 0 0-16,2 0 0 15,2 0 0-15,1-2 0 0,1-2 0 0,2 0 0 16,-3-1 0-16,0 1 0 0,1-2 0 0,-4 3 0 15,-3-1 0-15,3 1 0 0,-2 0 0 0,1 1 0 16,-1 0 0-16,-1 0 0 0,-1 1 0 0,2 1 0 16,1 0 0-16,-5-2 0 0,6 2 0 0,-2 0 0 15,0 0 0-15,2 0 0 0,2 0 0 0,0 0 0 16,0 0 0-16,0 0 0 0,-2 0 0 16,1 0 0-16,2 0 0 0,-5 0 0 15,0 0 0-15,-2 0 0 0,-3 0 0 0,0 0 0 16,-2 0 0-16,1 0 0 0,-3 0 0 0,-3 0 0 15,2 0 0-15,-2 0 0 0,-4 0 0 0,2 0 0 16,-6 0 0-16,4 0 0 0,-6 0 0 0,2 0 0 16,-2 0 0-16,0 0 0 0,-3 0 0 0,0 0 0 15,0-2 0-15,-2 0 0 0,2 2 0 0,-1-2 0 16,-2 0 0-16,0 2 0 0,0-1 0 0,3 1 0 16,-3 0 0-16,0-2 0 15,0 2 0-15,2-2 0 0,-2 2 0 0,0 0 0 16,0 0 0-16,0 0 0 0,0 0 0 0,0 0 0 15,0 0 0-15,0 0 0 0,0 0 0 0,0 0 0 16,0 0 0-16,0 4 0 0,-13 12-812 0</inkml:trace>
  <inkml:trace contextRef="#ctx0" brushRef="#br0" timeOffset="132451.41">16570 13318 2050 0,'0'-15'0'0,"0"10"0"0,0 1 0 0,2-1 0 0,0-5 0 0,0 3 0 0,-1 1 0 0,1 0 0 0,0 4 0 0,-2 1 0 0,2-3 303 0,-2 4-132 0,0-2-56 16,0 2-42-16,0 0-42 0,0 0 9 0,-4 2 0 15,-8 9-31-15,-4 3 11 0,-4 0 20 0,-3 3 0 16,0 0 7-16,0-2-7 0,-4-2 0 0,3-3 10 15,-6 1 45-15,3-2-27 0,6-3-1 0,1-1 110 16,1 1-68-16,6-2-25 16,1 1-10-16,5-3 74 0,2 0-148 0,3 0 0 15,0 6 0-15,2 3 0 0,0 4 0 0,2 7 0 16,3 6 0-16,1 2 0 0,1 8 0 0,1 7 0 16,-4-1 0-16,0 2 0 0,-3-2 0 0,1 0 0 15,-2-5 0-15,0 11 0 0,0-7 0 16,0-7 0-16,-3 1 0 0,-5-3 0 0,2 0 0 0,0-6 0 15,3-5 0-15,-3-1 0 16,3-6 0-16,-1-4 0 0,2-3 0 0,2-4 0 16,-2-4 0-16,2 1-5 0,0-2-158 0,2-2-690 15,7-20 396-15,4-4 214 0,3-9 101 0,-5 4-503 16,2-5 303-16,-2 1 151 0,-4 3-199 0,2-1 181 16,-7 11 84-16,1-4 43 0,-1 5 227 0,0 3-92 15,-2 2-57-15,0 3 11 0,2 2 558 0,-1 2-303 16,3-1-150-16,5 0 249 0,3 4-97 0,4-3-133 15,5 3 405-15,2 1-248 0,2 4-125 0,0-1-61 16,-2 2 182-16,7 0-128 0,-3 6-57 0,-3 5-30 16,-2 1 87-16,-3 5-58 15,-3-1-98-15,-2 2 0 0,-3 2 0 0,-4 0 0 16,-6 5 0-16,-1-1 0 0,0-2 0 0,-10 5 0 16,-4-4 0-16,-4-3 0 0,2-1 0 0,1-7 0 15,-4 2 0-15,2-2 0 0,-1-7 0 0,2-2 0 16,-1-3 0-16,4 0 0 0,1 0 0 0,-2-8 0 15,3-8-242-15,-1-6-45 0,5-2 104 0,-1 9-51 16,1-5 87-16,-1 4 59 16,2 6-1-16,1 0 170 0,0 3-61 0,3 3-29 15,0 3 577-15,2-2-298 0,-2 2-155 0,2 1-78 16,0 0 151-16,2 9-188 0,9 7 0 0,4 2 0 16,2 4 0-16,0 3 0 0,1 0 0 0,3 3 0 15,2 1 0-15,0-7 0 0,0 3 0 0,0-2 0 16,0-2 0-16,-3-4 0 0,5 0 0 0,-8-4 0 15,-1 0 0-15,2-6 0 0,-4-3-319 16,0 1-108-16,-1-5 199 0,2 0 94 16,-2-1-570-16,6-21 332 0,1-7 166 0</inkml:trace>
  <inkml:trace contextRef="#ctx0" brushRef="#br0" timeOffset="133076.24">17214 13339 3034 0,'6'-11'0'0,"-3"5"0"0,1 2 0 0,-2 2 0 0,-2 0 0 0,0 2 0 0,0 0 0 0,-2 0 0 0,-7 0 0 0,-2 12 0 0,-3 1 87 0,-2 4 181 0,0 0-104 15,-7 3-68-15,7 1-27 0,-5 0 140 0,5-1-205 16,2-4-4-16,-1 0 0 0,3-1 0 0,2-2 0 16,1 1 0-16,3-2 0 0,0 2 0 0,2 3 0 15,2 2 0-15,0 3 0 0,2 2 0 0,0 5 0 16,0 3 0-16,0 2 0 0,0 2 0 0,2 0 0 15,2 3 0-15,-1-2 0 16,2 1 0-16,-3-3 0 0,2-2 0 0,-3 0 0 0,1-4 0 0,0-6 0 16,0 1 0-16,0-12 0 15,-2 3 0-15,1-9 0 0,-1-1 0 0,0-2 0 16,0-3 0-16,0 0-164 0,2-8 26 0,0-19 49 16,0-3-477-16,0-9 262 0,-1-7 133 0,-1-4-423 15,0-2 283-15,0-5 135 0,0 7 68 0,0 12-166 16,-5-3 117-16,0 13 48 0,1-1 365 0,-1 7-148 15,1 3-74-15,2 8-37 0,2 4 673 16,0 1-364-16,0 0-165 0,2 4-89 16,7-1 468-16,8 1-241 0,3 0-105 0,7 2 163 15,3 0-149-15,4 0-89 0,9 0-99 0,0 0 0 16,-2 4 0-16,10-3 0 0,-4-1 0 0,0 2 0 16,-1-2 0-16,0 0 0 0,-12 2 0 0,3-2 0 15,-5 4 0-15,-9-1 0 0,0 2 0 0,-7 0 0 16,-2 0 0-16,-3 1 0 0,-2 0 0 0,-5 2 0 15,2-1 0-15,-4 2 0 0,-1-2 0 0,-1 3 0 16,0 2 0-16,0 1 0 0,0 2 0 0,0 1 0 16,0 5 0-16,0 0 0 15,0 4 0-15,0 1 0 0,0-1 0 0,0 4 0 16,0-4 0-16,2 6 0 0,0-5 0 0,0 3 0 16,2-2 0-16,-3 1 0 0,1-5 0 0,0 3 0 15,-2-3 0-15,0-4 0 0,0-2 0 16,0-3 0-16,0-5 0 0,0-1 0 0,0-1 0 0,0-2 0 15,0-1-473-15,-5-2 35 0,-5-2 188 0,-3 0-167 16,-2-2 187-16,-2-14 96 16,-3-4-487-16,-7-6 292 0,3-2 134 0</inkml:trace>
  <inkml:trace contextRef="#ctx0" brushRef="#br0" timeOffset="133378.43">17359 13926 2032 0,'-30'-7'0'0,"3"2"0"0,8-1 0 0,1 2 0 0,3-2 0 0,7 3 0 0,1-1 0 0,2 3 0 0,4-2 0 0,1 2 0 0,0 1 99 0,0 0 210 0,0 0-134 15,6 0-68-15,3 0-34 0,-2 0 117 16,2 0-81-16,0 0-34 0,-2 0 0 16,0 0 3-16,1 0-1 0,-2 0-27 0,-1 1 38 15,1-1-49-15,-1 3 1 0,1-2-1 0,0 1 27 16,3-2 10-16,-1 2-37 0,3 1 56 0,0-1-95 16,2 2 0-16,-1 2 0 0,1 2 0 0,-1-1 0 15,0 1 0-15,-1 0 0 0,-2 4 0 0,-2 1 0 16,-4 0 0-16,-1 0 0 0,-2 1 0 15,0-4 0-15,0 4 0 0,-9-3 0 0,-3 0 0 0,-2-3 0 16,-4-2 0-16,2-4 0 16,-5-2 0-16,0 0 0 0,-4 0 0 0,4-8 0 15,0-5 0-15,1-4 0 0,4-1 0 0,2-5 0 16,4-5 0-16,4-3 0 0,4-1 0 0,2 3 0 16,2 0 0-16,7 7-493 0,10-2 166 0</inkml:trace>
  <inkml:trace contextRef="#ctx0" brushRef="#br0" timeOffset="134780.01">18993 14120 2232 0,'-5'-5'0'0,"2"3"0"0,1 0 0 0,2 2 0 0,0 0 0 0,0-3 0 0,0 3 0 0,0 0 0 0,0 0 0 0,0 0 0 0,0 0 135 0,0 0-48 0,2 0 188 15,1 5-123-15,-2 4-57 0,1 2-28 16,0 4 227-16,-2 5-128 0,0 0-55 0,-5 10 144 16,-9 0-193-16,-5 12-62 0,0-3 0 0,-3 0 0 15,1-1 0-15,-7 7 0 0,2-8 0 0,1 1 0 16,4-11 0-16,-3 3 0 0,2-2 0 0,1-8-73 16,6-5 17-16,0-3 46 0,4-7-709 15,1-2 345-15,3-3 134 0,3-1-385 16,4-21 294-16,0-13 147 0,0-5 73 0</inkml:trace>
  <inkml:trace contextRef="#ctx0" brushRef="#br0" timeOffset="135019.18">18818 13672 2745 0,'2'-12'0'0,"0"6"0"0,-1 4 0 0,1 1 0 0,0 1 0 0,-2 0 0 0,2 1 0 16,0 15 0-16,6 4 0 0,3 6 0 0,3 11 183 0,2 3-73 0,3 8 395 0,3 6-224 0,6 12-174 0,-1-4-107 15,1 3 0-15,0 0 0 0,-1 0 0 16,-3-6 0-16,4 10 0 0,-2-9 0 16,-3-2 0-16,-2-11 0 0,-1 2 0 0,-3-10 0 15,4 7 0-15,-6-13 0 0,0 0 0 0,-2-3 0 16,-2-9 0-16,-1-2 0 0,-3-8 0 0,-1-1-220 16,-1-5-178-16,0-2 180 0,0-3-515 0,-1-3 339 15,3-16 182-15,0-10 88 0,5-13-555 0</inkml:trace>
  <inkml:trace contextRef="#ctx0" brushRef="#br0" timeOffset="135183.6">19459 14087 3205 0,'0'-7'0'0,"0"4"0"0,0-1 0 0,0 1 0 0,0 1 0 0,1-2 0 0,7 3 0 0,1-4 0 0,8 1 0 0,1 2 0 0,2 1 311 15,4-3-142-15,-3 2 36 0,7 0-164 0,1 2-41 16,-2-2-257-16,-1 2 78 0,6 0 103 0,-5 0 57 15,-3 0-837-15,-4 0 431 16,-2 4 215-16,1 3 109 0</inkml:trace>
  <inkml:trace contextRef="#ctx0" brushRef="#br0" timeOffset="135375.63">19716 14278 3453 0,'-27'12'0'0,"11"-4"0"0,-5 2 0 0,6-4 0 15,5-2 0-15,5-3 0 0,1 0 0 0,4 2 0 0,0 1 0 0,11 0 0 0,14-1 478 0,-1 2-478 0,3-4 0 16,-4 3 0-16,8 0 0 0,-9-2 0 0,3-1 0 16,-2 3 0-16,-2-4 0 0,-1 2 0 0,-3 0 0 15,-2-2 0-15,0 0 0 0,-6 0 0 0,0 0 0 16,0 0-417-16,-4 0-72 0,-3 0 204 0,0 0-230 16,-1 0 238-16,-1 0 120 0</inkml:trace>
  <inkml:trace contextRef="#ctx0" brushRef="#br0" timeOffset="136025.91">20424 14189 2629 0,'-17'-1'0'0,"2"-1"0"0,2 2 0 0,3 0 0 0,1 0 0 0,4 0 0 0,3 0 0 0,-2 2 0 0,4-2 0 0,0 1 0 0,7 4 619 0,14-5-290 0,1 0-137 16,10 0-30-16,0 0-162 15,3 0 0-15,-2-3 0 0,3 1 0 0,-4 1 0 16,-2-1 0-16,-4-1 0 0,-4 3 0 0,-1 0 0 16,-2 0 0-16,-6 0 0 0,1 0 0 0,-5 0 0 15,-4 0 0-15,-1 0 0 0,-1 0 0 0,-1 0 0 16,0 0 0-16,-2 0 0 0,0 0 0 0,0 0 0 16,2 0-256-16,3 0-133 15,0 0 181-15,0 0 85 0,6 0-696 0,3 0 390 16,-1 8 196-16,4-1 88 0</inkml:trace>
  <inkml:trace contextRef="#ctx0" brushRef="#br0" timeOffset="136351.41">21363 14233 3346 0,'-3'-6'0'0,"0"5"0"0,1-1 0 0,2-1 0 0,0 1 0 0,0 1 0 0,0 1 0 0,0-2 0 0,2-1 0 0,12 1 0 0,7-5 529 0,0 4-473 0,8-1-56 0,4 1 0 16,8-2 0-16,7 4 0 0,1-4 0 0,13 4 0 15,4-2 0-15,5 1 0 0,3-2 0 0,2 2 0 16,3 0 0-16,2 1 0 0,-2-2 0 0,-3 1 0 16,4 1 0-16,-7-1 0 0,-8 0 0 0,-10 0 0 15,1-1 0-15,-5 2 0 0,-10 0 0 0,-1-3 0 16,-7 2 0-16,-8-2 0 15,-4 0 0-15,-5 3 0 0,-7-3 0 0,-4 2 0 16,-1 0 0-16,-4-3 0 0,0 0 0 0,-4-2 0 16,-10-1 0-16,0 1-591 0,-7-1 197 0,-4-1 179 15,2 1 88-15,-8 1-655 0,0 0 363 0,-10 1 195 16</inkml:trace>
  <inkml:trace contextRef="#ctx0" brushRef="#br0" timeOffset="136610.81">21753 13475 3518 0,'-11'-7'0'0,"6"4"0"0,3 3 0 0,2 0 0 0,0 0 0 0,0 0 0 0,0 3 0 0,0 11 0 0,0 6 0 0,2 7 0 0,9 10 321 0,-2 3-229 0,1-3-92 0,3 14 0 16,-3-4 0-16,-3-2 0 15,0-1 0-15,-1 2 0 16,-2-8 0-16,-1 1 0 0,-1-1 0 0,1 0 0 0,-1-4 0 0,-1-7 0 16,1 3 0-16,-2-11 0 0,0 0 0 0,0-8-297 15,0-3-131-15,0-5 148 0,0-1-206 0,2-2 224 16,4-9 112-16,3-13 57 0</inkml:trace>
  <inkml:trace contextRef="#ctx0" brushRef="#br0" timeOffset="136801.31">21928 13574 2999 0,'2'-9'0'0,"0"5"0"0,0 0 0 0,8-2 0 0,-3-1 0 0,6 1 0 0,6-2 0 0,4 3 0 0,4-1 0 0,5 1 0 16,1-1 225-16,2 4-94 0,-1-2 221 0,4 3-157 0,-3 0-166 16,2-4-165-16,2 3 39 0,-4 0 68 0,-3 1 33 15,-4-2-263-15,-6 3 158 0,-1 0 64 0,-5 0 38 16,-5 0-674-16,-2 0 232 0,-6 0 215 15,-1 0-513-15,1-2 355 0,-3-1 173 16</inkml:trace>
  <inkml:trace contextRef="#ctx0" brushRef="#br0" timeOffset="137320.44">22406 13328 1769 0,'-14'-16'0'0,"3"4"0"0,1 4 0 0,3 1 0 0,3 0 0 0,1 2 0 0,3 4 0 0,0-3 0 15,2 2 0-15,15 2 0 0,3 0 367 0,5 0-164 0,1 6-74 16,4 5 177-16,-2 0-135 0,2 2-66 0,-1-1-34 0,-4 2 85 0,-4-2-49 15,-2 2-40-15,-4 2 1 16,-5-1 16-16,-5 0 1 0,-3 4-48 0,-2-3-34 16,-9 5-10-16,-10 0 45 0,-4-2 0 0,-3-2-186 15,-3-1 103-15,-1 0 37 0,3-5-505 0,-3 0 259 16,2-1 86-16,-2-1 78 0,1-4-481 0,-1 1 272 16,4-1 130-16,5-3 66 0,1-2-318 0,1 0 192 15,8 0 86-15,-3 0-33 0,7 0 69 0,1 0 35 16,1 0-1-16,5 0 138 0,-3 0-71 0,3 0-6 15,-2 0 405-15,2 0-215 16,0 6-108-16,0 5-53 0,0 4 542 0,0 1-278 16,0 2-52-16,0 3 285 0,0 1-238 0,0 1-120 15,0 0-49-15,0-3 111 0,0 0-91 0,-2 0-44 16,1-1 87-16,-1-5-66 0,0-3-24 0,2-3-9 16,-2-2-40-16,0-2-19 0,1-3-12 0,-1-1 0 15,0 0 0-15,0 0 0 0,0 0 0 0,2-3 0 16,0-6 0-16,0 2 0 0,4-4 0 15,5 4 0-15,7 2 0 0,-2-1 0 16,3 4 0-16,0-1 0 0,4 3 0 0,-2 0 0 16,-1 0 0-16,-2 9 0 0,-2 1 0 0,-3 5 0 15,-3-3 0-15,-2 3 0 0,-4 0 0 0,-2 1 0 16,0-2 0-16,0 1 0 0,-13-4 0 0,-1 0 0 16,-2-2 0-16,-3-3 0 0,-1 0 0 0,0-4 0 15,1-2 0-15,-2 0 0 0,0 0 0 0,1 0 0 16,-1 0 0-16,3-2 0 0,3-5 0 0,2-1 0 15,6-3 0-15,0-2-499 16,7-6 61-16,0-6 201 0,5 1 89 0,11-4-729 16,11-5 420-16</inkml:trace>
  <inkml:trace contextRef="#ctx0" brushRef="#br0" timeOffset="137541.1">22854 13228 3500 0,'4'-5'0'0,"-2"3"0"0,-2 0 0 0,0 1 0 0,0 1 0 0,0 0 0 0,0 0 0 0,-2 0 0 0,-2 17 0 0,-1 8 0 0,-1 11 261 0,-2 2-91 0,3 8-170 0,-1 3 0 15,3 6 0-15,1-1 0 0,2 3 0 0,0-4 0 16,0 0 0-16,0-9 0 0,0 8 0 16,0-6 0-16,0-5 0 0,2-7 0 0,-1 1 0 15,-1-2 0-15,0-3 0 0,0-3 0 0,0-4 0 16,-1-1-106-16,-7 3-816 0,-4-5 432 15,0 5 232-15</inkml:trace>
  <inkml:trace contextRef="#ctx0" brushRef="#br0" timeOffset="137837.47">21808 14394 3555 0,'-11'-5'0'0,"8"2"0"0,3 3 0 0,0 0 0 0,-2 0 0 0,2 0 0 0,0 10 0 0,0 10 0 0,0 5 0 0,0 4 0 0,0 10 376 16,0 3-376-16,2 0 0 0,-1 4 0 15,1 1 0-15,0-6 0 0,-2 7 0 0,2-9 0 0,-2 2 0 16,2-5 0-16,-2-1 0 0,0-9 0 0,0 3 0 15,0-8 0-15,0-2 0 0,0-7 0 16,0-5 0-16,0-1 0 0,0-4-176 0,0-2-276 16,0 0 208-16,0 0-556 0,3-5 373 0,5-18 199 15,3-2 95-15</inkml:trace>
  <inkml:trace contextRef="#ctx0" brushRef="#br0" timeOffset="138034.03">21887 14631 3157 0,'0'-2'0'0,"2"0"0"0,0 1 0 0,2-2 0 0,5-1 0 0,6-1 0 0,5-1 0 0,9 2 0 0,1-3 0 0,12 2 0 0,-1 1 289 0,-6-1-116 0,14 4-72 15,-13 0 110-15,3 1-211 0,0 0 0 0,1 0 0 16,-4 0-17-16,-4 0-125 0,-8 0 90 0,-2 0-575 16,-3 0 332-16,-6 0 166 0,-1 0 83 0,-5 0-411 15,-3 0 127-15,-2 0 146 16,-2-3-353-16,0-6 250 0,0 0 116 0,-2-6 71 15</inkml:trace>
  <inkml:trace contextRef="#ctx0" brushRef="#br0" timeOffset="138234.75">22422 14377 1993 0,'-12'-14'0'0,"2"4"0"0,2 2 0 0,1 2 0 0,3 0 0 0,1 4 0 0,3-2 0 16,0 2 0-16,7 0 0 0,9-1 0 0,9 3 303 0,3 0-133 0,2 0-66 0,0 0-38 0,4 7 10 0,-2 2-38 15,0 3-1-15,-4 1-69 0,-5 2 35 16,-7-2-1-16,0 4 45 0,-7 2-49 0,-5-3 0 0,-4 3 39 15,0 0-29-15,-6 2-19 16,-8-6 53-16,-9 3-61 0,2-3 107 0,-1-1-44 16,-3-3-1-16,6-2-167 0,-5 2 74 0,4 0 36 15,-3-4 1-15,4 3-613 0,-1 2 302 0,2-1 127 16,2 6 89-16,4-2-546 0</inkml:trace>
  <inkml:trace contextRef="#ctx0" brushRef="#br0" timeOffset="138644.43">22498 14881 1884 0,'4'1'0'0,"-1"-1"0"0,-1 0 0 16,-2 0 0-16,0-3 0 0,0-8 0 0,0-1 0 0,0-1 0 0,0-1 0 0,-4 0 0 0,-1-1 338 0,-3 1-156 0,0 2-71 0,-1 1-38 0,-3-1 222 16,0 5-129-16,-4 2-55 15,2-1 224-15,-4 4-149 0,0 2-74 0,-6 0-38 0,1 8-10 0,1 8-64 16,-1 3 0-16,0 3 0 15,4 5 0-15,3 1 0 0,-2 3 0 0,6 2 0 16,3 0 0-16,2 0 0 0,5-2 0 0,2-3 0 16,0 0 0-16,2-9 0 0,10 2 0 0,1-6 0 15,4-4 0-15,1-6 0 0,3-5 0 0,2 0 0 16,5-1 0 0,-6-12 0-16,3-5 0 0,-2-6 0 0,-2 0 0 0,-7 2 0 0,5-7 0 0,-6 10 0 15,-4-1 0-15,-1 3 0 0,-2 6 0 16,-4 0 0-16,-1 5 0 0,1 2 0 15,-2 2 0-15,0 0 0 0,0 2 0 0,0 0 0 16,0 4 0-16,0 13 0 0,0 2 0 0,0 3 0 16,0 2 0-16,0 0 0 0,0 5 0 0,4-3 0 15,1-6 0-15,5 0 0 0,3-2 0 0,-2 0 0 16,3-7 0-16,0 0 0 0,2-6 0 0,-2 0-49 16,2-5-639-16,-1 0 330 0,0 0 161 0,0-2 79 15,0-8-488-15,1-7 284 0,5-1 133 0</inkml:trace>
  <inkml:trace contextRef="#ctx0" brushRef="#br0" timeOffset="138928.18">23054 14318 2809 0,'4'-13'0'0,"-3"6"0"0,1 4 0 0,0-2 0 0,0 1 0 0,-2 2 0 0,0 0 0 0,0 0 0 0,0 2 0 0,0 0 0 0,2 0 124 15,1 0 335-15,1 10-210 0,-2 0-97 0,0 8-14 16,1 4-138-16,0 3 0 0,-3 1 0 0,0 4 0 16,0 1 0-16,0 5 0 0,0 6 0 0,0-3 0 15,-3 5 0-15,1 1 0 0,1-5 0 0,-1 16 0 16,2-5 0-16,0-1 0 0,0-4 0 0,0 0 0 16,2-11 0-16,-1 4 0 0,6-2 0 15,-4-6 0-15,1-4 0 0,-2-6 0 0,0-1 0 0,0-5 0 16,-1-5 0-16,-1 1-111 15,0-4-13-15,0 1 48 0,0-1-756 0,0 1 402 16</inkml:trace>
  <inkml:trace contextRef="#ctx0" brushRef="#br0" timeOffset="139124.7">23474 15387 3931 0,'-7'-6'0'0,"5"4"0"0,2 2 0 0,0 0 0 0,0 0 0 0,0 0 0 0,0 0 0 0,0 0 0 0,0 0 0 0,0 0 0 0,0 0 0 0,0 0 0 16,2 0 0-16,1-4 0 0,3 1 0 0,-3 0-939 16,2 0 278-16</inkml:trace>
  <inkml:trace contextRef="#ctx0" brushRef="#br0" timeOffset="143764.66">26038 14032 2202 0,'-20'-3'0'0,"0"3"0"0,6 0 0 0,4 0 0 0,3 1 0 0,1 1 0 0,4 0 0 0,0 0 0 0,2 2 0 0,4 1 0 0,15 1 102 0,12-5 274 16,2-1-169-16,11 0-86 0,-2 0-42 0,5 0 103 16,-8-1-64-16,11-5-45 0,-6 1 120 0,-6 2-79 15,2 2-38-15,-2-1 0 0,-4 2-203 0,-3 0 87 16,-3 0 44-16,-5 0-546 0,-3 3 292 16,1 1 137-16,-2 0 85 0,-5-2-851 0,4-1 421 0,-6-1 210 15</inkml:trace>
  <inkml:trace contextRef="#ctx0" brushRef="#br0" timeOffset="144234.87">26572 13810 2723 0,'-8'-6'0'0,"4"5"0"0,2-1 0 16,2 2 0-16,0 0 0 0,2 0 0 0,10 2 0 0,8 8 0 0,2 1 0 0,-2-1 0 0,4 6 114 0,-2-1-39 0,-3 0 306 0,6 5-177 15,-13-5-83-15,4 6-162 0,-5 0 40 0,-4 5-1 16,-6-5 49-16,-1 9-437 0,-3-1 214 0,-13-4 107 15,-7 2-454-15,-1-1 229 0,-3-4 153 0,-5-3-33 16,0-3-103-16,1-1 119 0,-1-7 61 0,2-2 29 16,7-3-118-16,-7 0 78 0,12-2 36 0,-6 4 125 15,6-4-45-15,6 3 1 0,2 0-57 0,3 3 399 16,1 3-194-16,5 3-97 0,1 4 393 0,0 6-185 16,0-2-125-16,0 8 10 0,0-1 254 15,0 2-183-15,1 1-93 0,2-1-37 16,-3-1 108-16,0-2-81 0,1-7-42 0,-1 3 99 15,0-5-178-15,0-6 0 0,0-2 0 0,0-5 0 16,0-2 0-16,0 0 0 0,0-3 0 0,0 0 0 16,2 0 0-16,8-14 0 0,3-2 0 0,4 2 0 15,-2 3 0-15,2 0 0 0,3 2 0 16,-2 3 0-16,2 2 0 0,-1 4 0 0,-2 0 0 0,-2 0 0 16,0 11 0-16,-4 3 0 15,-1 2 0-15,-4 4 0 0,-4-4 0 0,-2 3 0 16,0 7 0-16,-5-2 0 0,-10-3 0 0,0-1 0 15,0-4 0-15,-3-1 0 0,-2-4 0 0,2-3 0 16,-2-4 0-16,1-4 0 0,2 0 0 0,0-3 0 16,0-8 0-16,7-5 0 0,3-3 0 0,2-6 0 15,5-1-132-15,0-1-250 0,3 0 178 0,11 1 82 16,8 1-704-16,3 6 394 0</inkml:trace>
  <inkml:trace contextRef="#ctx0" brushRef="#br0" timeOffset="144696.12">28243 14333 2347 0,'-3'-6'0'0,"2"6"0"0,1 0 0 0,0 0 0 16,0 9 0-16,0 3 0 0,0 3 0 0,0 3 0 0,-1 2 0 0,-4 4 0 0,4 3 420 0,-4 3-190 0,-2 1-86 0,0-1-58 0,-4 2 13 0,-4-3-31 0,1 1 1 15,-4 1-160-15,-1-3 74 0,-2-6 23 16,-2 0 0-16,7-9-344 0,-7-3 188 0,2-4 95 15,4-6-460-15,3 0 205 0,3-7 141 0,3-19 37 16,8-10-151-16,0-7 123 0,8-7 51 0,8-18 40 16</inkml:trace>
  <inkml:trace contextRef="#ctx0" brushRef="#br0" timeOffset="144855.79">28187 13961 2679 0,'7'-17'0'0,"2"9"0"0,5 6 0 0,-7 2 0 0,1 7 0 0,-2 18 0 0,3 7 0 15,2 11 0-15,-1 3 0 0,4 4 0 0,4 1 220 0,-4 1 537 0,2 1-482 0,1-1-275 0,5-4 0 0,-1-1 0 16,2-5 0-16,-2-2 0 0,0-4 0 0,0-2 0 16,-2-3 0-16,-2 0 0 0,-1-7-571 0,-4-5 246 15,1-4 177-15,0-4-438 0,-1-5 284 0,2-6 80 16,0 0 92-16</inkml:trace>
  <inkml:trace contextRef="#ctx0" brushRef="#br0" timeOffset="145027.76">28615 14115 3710 0,'-12'-15'0'0,"3"5"0"0,3 2 0 0,3 2 0 0,-1 1 0 0,4 2 0 0,0-1 0 0,9 0 0 0,14 1 0 0,9 0 0 0,7 1 221 0,3 1-221 0,3-2 0 16,2 3 0-16,-8 0 0 16,12 0 0-16,-6 0 0 0,-2 0-224 0,-1 0-61 15,-9 0 162-15,2 3-282 0,-5 0 217 0,-5 0 114 16,-3 0-95-16,-10 0-758 0</inkml:trace>
  <inkml:trace contextRef="#ctx0" brushRef="#br0" timeOffset="145209.88">29073 13882 2586 0,'-20'-12'0'0,"5"7"0"0,2-1 0 0,3 4 0 0,3-2 0 0,0 3 0 0,6 1 0 0,1 0 0 0,1 0 0 0,16 0 0 0,8 1 120 15,3 9 232-15,2 0-147 0,0 3-88 0,0-1 30 16,-1 4-54-16,-3 0-27 0,-9-2 0 0,1 3-204 15,-4-1 84-15,-5 3 46 0,-4 1 0 0,-5 1-135 16,0 2 92-16,0-3 54 0,-14 7-627 0,-3-2 316 16,-2-1 68-16,-4-1 110 0,1 1-562 0,-2 0 318 15</inkml:trace>
  <inkml:trace contextRef="#ctx0" brushRef="#br0" timeOffset="145595.37">28990 14558 2498 0,'0'7'0'0,"-2"-3"0"0,1 0 0 0,-1-4 0 0,0 0 0 0,0 0 0 0,-1-8 0 0,3-6 0 0,0-1 0 0,0-3 0 0,0 0 109 0,0 0 145 0,0 0-98 0,-4 1-63 15,0 1 17-15,-4 0-36 0,-1 2 1 0,-4 4-37 16,0 0 135-16,-6 6-72 0,-3 3-31 16,-1 1 110-16,-5 1-180 0,1 15 0 15,0 5 0-15,0 2 0 0,1 6 0 0,3 1 0 16,2 1 0-16,5 4 0 0,2-2 0 0,5 3 0 15,7-2 0-15,2-2 0 0,0-4 0 0,11-2 0 16,5-7 0-16,10 0 0 0,-1-8 0 0,5-6 0 16,0-5 0-16,-1 0 0 0,4 0 0 0,-6-12 0 15,1-7 0-15,-3-4 0 16,0-1 0-16,-3-1 0 0,-5 7 0 0,0-1 0 16,-6 2 0-16,-6 9 0 0,0 1 0 0,-1 1 0 15,-4 5 0-15,2-2 0 0,-2 3 0 0,0 0 0 16,0 14 0-16,3 4 0 0,-1 3 0 0,2 5 0 15,4 1 0-15,5 1 0 0,-1-2 0 0,6-1 0 16,-3-4 0-16,7 2 0 0,1-5 0 0,-1-2 0 16,1-6-109-16,0-2-9 0,-2 1-458 0,7-1 274 15,-3-2 132-15,1-1-746 0</inkml:trace>
  <inkml:trace contextRef="#ctx0" brushRef="#br0" timeOffset="145725.79">29605 14864 3931 0,'-2'0'0'0,"-2"0"0"15,-1 0 0-15,-1 0 0 0,0 0 0 0,2 0 0 0,0-2 0 0,4 1 0 0,-1 1 0 0,1 0 0 0,0 0 0 0,0 0 0 0,-2 0-165 0,2 5-237 0,-2 10 220 0</inkml:trace>
  <inkml:trace contextRef="#ctx0" brushRef="#br0" timeOffset="153753.49">18533 15513 2848 0,'-25'-1'0'0,"6"1"0"16,8 1 0-16,4 9 0 0,1-2 0 0,5-6 0 0,1-1 0 0,0 2 0 0,0 2 0 0,12-1 0 0,11-1 145 0,7-3-54 0,6 0 359 0,10 0-211 0,0 0-101 0,2-3-118 15,3-6-20-15,-2-1 0 0,-6 2 0 16,10-2 0-16,-8 5 0 0,0 0 0 0,-2-1 0 0,-7 1 0 16,1 0 0-16,-1 0 0 15,-4 1 0-15,-3-2 0 0,-4-1 0 0,-4 2 0 16,0-4-811-16,-3 2 368 0,-2 0 203 0,-4-3-264 16,-2 2 233-16,-2-5 118 15</inkml:trace>
  <inkml:trace contextRef="#ctx0" brushRef="#br0" timeOffset="154291.97">19165 15213 2102 0,'-16'-8'0'0,"2"5"0"0,7 1 0 0,1 1 0 0,3 1 0 0,3 0 0 0,0 0 0 0,7 0 0 0,12 0 0 0,8 0 0 0,-2 3 376 16,0 0-160-16,8 7-94 0,-3 0 183 0,-1-1-133 16,-1 2-68-16,-9 0-34 0,-1 1 33 0,-2 3-38 15,-3 0 0-15,-8 2-28 0,-3 4-141 0,-2 3 71 16,-6 0 44-16,-10 3-101 0,-7 0 63 0,-7 3 32 15,0-4 0-15,2-2-359 0,-4-3 128 0,4-1 113 16,-2-4-372-16,0-2 224 16,3-4 112-16,1-4 56 0,7 1-185 0,-1-4 125 15,3-2 58-15,7 3 29 0,1-1 65 0,2-1-45 16,3-1 9-16,0 5 314 0,4 1-157 0,0 3-79 16,0 1-38-16,0 2 181 0,0 4-101 0,2-1-59 15,0 6 561-15,-2 4-275 0,0 0-128 16,0 5-63-16,0-2 317 0,0 6-200 0,-5-4-99 0,-5 3-90 15,2-2-47-15,-1-5 0 0,1 3 0 0,1-12 0 16,-1 2 0-16,3-7 0 0,1-4 0 0,0 0 0 16,2-3 0-16,0-6 0 15,2 1 0-15,0-1 0 0,0 0 0 0,0 0 0 16,0 0 0-16,2-3 0 0,6-5 0 0,5-2 0 16,2 3 0-16,0-1 0 0,4 3 0 0,-1 0 0 15,3 2 0-15,0 1 0 0,-1 2 0 0,-1 0 0 16,1 0 0-16,-6 10 0 0,-1 1 0 0,-1 1 0 15,-5 3 0-15,-2 2 0 0,-3-2 0 0,0 0 0 16,-2 4 0-16,0-1 0 16,-7-2 0-16,-4 4 0 0,-3-4 0 0,0-3 0 15,-2 1 0-15,2-4 0 0,-4-4 0 0,2 0 0 16,0-3 0-16,0-3 0 0,0 0 0 0,2 0 0 16,0 0 0-16,3-9 0 0,0-3 0 0,1-1 0 15,5-5 0-15,1 2 0 0,4-1 0 0,0-2 0 16,0 1 0-16,2 0-883 15,11 2 377-15,2-1 234 0,4 0-677 0</inkml:trace>
  <inkml:trace contextRef="#ctx0" brushRef="#br0" timeOffset="154504.29">19563 15688 3927 0,'-9'0'0'0,"6"0"0"0,3 0 0 0,0 0 0 0,0 0 0 0,0 0 0 0,0 0 0 0,2 0 0 0,12 0 0 0,3 0 0 0,8 0 4 16,-5-2-4-16,10 0 0 0,-3 1 0 0,1-1 0 15,-2 0 0-15,-1 0 0 0,-5 0 0 0,1 2 0 16,-4 0 0-16,0 0-163 0,-6 0 52 0,0 0 74 16,-3 0-446-16,-1 0 95 0,-2 6 183 0</inkml:trace>
  <inkml:trace contextRef="#ctx0" brushRef="#br0" timeOffset="154685.79">19703 15912 3588 0,'-19'11'0'0,"4"0"0"0,3-5 0 0,3 0 0 0,4-4 0 0,1-1 0 0,4 1 0 15,0 1 0-15,6-3 0 0,10 0 0 0,3 0 343 0,8 0-343 0,-3 0 0 0,0 0 0 16,-3 0 0-16,2-3 0 0,-1 1 0 0,-3 1-114 0,2-1-12 0,-5 0 81 15,1 2 51-15,-2 0-723 0,-1 0 293 0,0 0 217 16,0 0-696-16</inkml:trace>
  <inkml:trace contextRef="#ctx0" brushRef="#br0" timeOffset="155114.5">20376 15756 2767 0,'-11'0'0'0,"4"0"0"0,0 0 0 0,1 0 0 0,0 0 0 0,-1 0 0 0,-1 0 0 15,3 2 0-15,-2 6 0 0,-2 7 0 0,4 4 119 0,0 3-40 0,1 2 372 0,4 2-197 0,0 4-114 0,0-1-51 0,2 1-57 0,5-3-32 16,4 2 0-16,6-3 0 16,2-2 0-16,1-4 0 0,3-2 0 0,2-1 0 15,1-5 0-15,-2-5 0 0,9-3 0 0,-4-4 0 16,1 0 0-16,-2-2 0 0,-1-13 0 0,-1-2 0 16,-3-1 0-16,-5-6 0 0,-2 2 0 0,-7-1 0 15,-4 0 0-15,-3-1 0 0,-2-5 0 16,0 0 0-16,-4 1 0 0,-8 0 0 0,-6 3 0 15,-2 3 0-15,-3 3 0 0,-3 3 0 0,-2 7 0 16,0 2 0-16,-3 5 0 0,8 0 0 16,-4 2 0-16,3 0 0 0,3 0 0 0,4 5 0 15,5 1 0-15,3-3-246 0,4 1-134 0,1-3 171 16,3 0 86-16,1-1-620 0,0 0 353 0,0 0 167 16</inkml:trace>
  <inkml:trace contextRef="#ctx0" brushRef="#br0" timeOffset="155351.1">20377 15330 3576 0,'-19'-6'0'0,"5"3"0"0,2 2 0 0,3-3 0 0,3 3 0 0,4-1 0 0,1 0 0 0,1 2 0 0,0-2 0 0,14 2 0 0,13 0 355 0,3-2-355 0,1 2 0 15,7 0 0-15,7-2 0 0,-2 2 0 0,0-1 0 16,3-2 0-16,-5 0 0 0,-9-1 0 15,3 0 0-15,-5 0 0 0,-7 2 0 0,0-1 0 16,-5 1-120-16,-4 0-73 0,-2 1 94 16,-3-2-426-16,-4 0 244 0,-1-2 122 0,-2-2-578 15,-2-2 342-15,0-2 183 0,-4-4-340 0,-10-3 258 16</inkml:trace>
  <inkml:trace contextRef="#ctx0" brushRef="#br0" timeOffset="155543.13">20794 15119 2055 0,'-15'-12'0'0,"3"2"0"0,0 2 0 15,6 5 0-15,1-1 0 0,0 3 0 0,5-2 0 0,0 3 0 0,0 0 0 0,10 0 0 0,6 0 183 16,9 4 298-16,0 3-222 0,3 5-112 0,2-1-55 0,4 2 366 0,1 1-216 16,1 2-228-16,-4-2-14 0,-2 4 0 0,-6-1 0 15,-4-2 0-15,-2 2 0 0,-6 2 0 0,-7-3 0 16,-5 3 0-16,0 4 0 0,-15 0 0 0,-7 1 0 16,-11 0 0-16,-1-1 0 0,-1-3 0 0,-4-1 0 15,5-4 0-15,-12 2 0 0,7-2 0 0,5-6 0 16,-3 2-8-16,7-2-294 0,11-4 115 0,6-3-1078 15</inkml:trace>
  <inkml:trace contextRef="#ctx0" brushRef="#br0" timeOffset="171024.15">4790 6859 1070 0,'-3'-12'0'0,"0"3"0"0,-1-1 0 0,2-1 0 0,1 1 0 0,-3 3 0 0,4-1 0 0,-2 4 0 0,1-1 0 0,1 1 0 0,0 2 173 0,0 0-64 15,0 2-22-15,0 0-10 0,0 0-58 0,0 7 25 16,0 9 1-16,0 4 85 0,1 7-32 16,3 6-10-16,3 5-44 0,1 3 126 0,2 6-62 0,-1 2-33 0,0 4 12 15,3 3 45-15,0 0-43 16,2 9-1-16,-3-5-44 0,2 0 64 0,-3-4-20 16,0 14-12-16,-6-6-1 0,0 0 0 0,1-1-30 15,-5 1-1-15,0-13 43 0,0 3-11 0,0-3-32 16,0-5 9-16,0-2-9 0,0-7 1 15,0-3 10-15,0-3-40 0,0-4 29 0,0-3 0 0,0-4 1 16,0-2 9-16,0-4-17 0,0-3-37 16,0-3 0-16,0-3 0 15,0 0 0-15,0-4-65 0,0-1 30 0,0 0 31 0,-3 0-12 16,-3 0-39-16,-1 0 24 0,0 0 4 0,0-6 11 16,-2-3-455-16,2-5 199 0,1-2 122 0,3-6-463 15,1-5 273-15,2-2 154 0,0-12 70 0,0-2-415 16,2-8 243-16</inkml:trace>
  <inkml:trace contextRef="#ctx0" brushRef="#br0" timeOffset="171658.06">4730 7042 1520 0,'-8'-21'0'0,"3"4"0"0,1 4 0 0,3-1 0 0,1-2 0 0,0 4 0 0,0-1 0 0,0 5 0 0,0 0 0 0,6 1 0 0,8 0 260 0,4 0-95 15,9 4-65-15,-1 1-1 0,6-1 7 0,3 2-30 16,11 1 0-16,-1 0 42 0,4 0-42 0,3 0 0 16,3 0-30-16,1 0 45 0,4 0 0 15,0 0-33-15,13 0-12 0,-7 0 38 0,0 0-37 16,6 0-13-16,1-2 12 0,5 0 60 0,1 1-60 16,11-3 0-16,-1 1 47 0,-5-4-1 0,-7 4-46 15,9-2 42-15,-1-4-42 0,-4 2 0 0,-4 1 0 16,1-1 15-16,-6 1-61 0,-10 0 0 0,9-1 0 15,-9 1 0-15,0 1 0 0,-7-2 0 0,2 0 0 16,-11 5 0-16,7-4 0 0,-8-1 0 0,-4 4 0 16,-7 1 0-16,1-1 0 0,-10 0 0 0,0 1 0 15,-5 0 0-15,-3 2 0 16,-6 0 0-16,1 0 0 0,-6 0 0 0,-1 0 0 16,-3 0 0-16,0 0 0 0,-1 0 0 0,1 0 0 15,-2 0 0-15,0 0 0 0,0 0 0 0,2 0 0 16,-2 0 0-16,0 0 0 15,0 0 0-15,0 0 0 0,0 0 0 0,0 0 0 0,0 7 0 0,0-4 0 16,0 4 0-16,0 1 0 0,0 2 0 0,0 4 0 16,0 1 0-16,0 2 0 0,0 7 0 15,0 1 0-15,0 5 0 0,0 7 0 16,0 6 0-16,0 2 0 0,0 5 0 0,0 4 0 16,0 10 0-16,2-2 0 0,-2 4 0 0,3-6 0 15,0 19 0-15,-3-3 0 0,0 0 0 0,2-1 0 16,1 1 0-16,-2-15 0 0,2 12 0 0,3-11 0 15,-1-9 0-15,-1 1 0 0,2-4 0 0,-1-5 0 16,0 1 0-16,-2-12 0 0,1 1 0 0,1-4 0 16,-3-11 0-16,4-2 0 0,-5-6 0 0,0-2 0 15,2-7 0-15,-2 0 0 16,-1-3 0-16,0 0 0 0,0 0 0 0,0 0 0 16,0 0 0-16,0 0 0 0,0-3 0 0,0 0 0 15,0-3 0-15,-4 2 0 0,-2 1 0 0,0-1 0 16,-4 2 0-16,-4 2 0 0,-4 15 0 0</inkml:trace>
  <inkml:trace contextRef="#ctx0" brushRef="#br0" timeOffset="184874.79">15357 16179 2094 0,'-10'-4'0'0,"5"2"0"0,1-1 0 0,2 3 0 0,0 0 0 0,1 0 0 0,-1 0 0 0,2 9 0 0,0 3 0 0,0 6 0 0,0 0 118 0,5 3-39 0,4 3 125 0,3-1-87 15,-4-2-40-15,1 0 1 16,1 0-81-16,1 0 41 0,-4 1 11 0,-2-4-10 15,1 1-54-15,-2-5 27 0,-2 3 0 0,0-6-205 16,-2 2 125-16,0-7 49 0,0 0-406 0,0-2 211 16,0-2 59-16,-4-2 68 0,0 0-258 0,-2-12 157 15,3-8 75-15,-1-5 37 0,2-3-182 0,-1 0 110 16,-1-3 45-16,0 1 37 0,-2 3 1 0,0 4 0 16,1 3 26-16,0 1 175 0,1 4-82 0,0 6-47 15,1 0 0-15,3 3 398 0,0 2-188 0,0 0-128 16,1 3 444-16,10-4-247 15,4 4-122-15,4-2-63 0,0 3 137 0,3 0-90 16,1 0-59-16,-2 0-25 0,-1 4 46 0,-3 3-35 16,-4 2 0-16,-1 0-55 0,-3 2-10 0,-5 0 29 15,-3 3-8-15,-1 2 8 0,-3 5 0 16,-12-2 9-16,-8 3 153 0,1-4-81 0,-1 2-41 0,-3-1 0 16,4-6 77-16,1-2-156 0,2 0 0 0,2-4 0 15,8-2 0-15,-1-3 0 16,6-1 0-1,2-1 0-15,-1 0 0 0,3 0 0 0,0 0 0 0,2 0 0 0,13 0 0 16,1 0 0-16,2-1 0 16,0-3 0-16,1 0 0 0,0-2 0 0,-2 4 0 0,0 1-211 15,-2 0-121-15,-2-2 147 0,0 3 72 0,1 0 37 16,-5 0-632 0,4 0 325-16,0 0 176 0,2 0 85 0,0-2-256 0,2-3 170 0</inkml:trace>
  <inkml:trace contextRef="#ctx0" brushRef="#br0" timeOffset="185207.95">15804 16013 3043 0,'3'-1'0'0,"-1"-2"0"0,2 3 0 0,-1 0 0 0,-1 3 0 0,-2 11 0 0,0 5 0 0,0 3 0 0,0 5 0 0,-5 4 0 15,-4-1 100-15,-4 12-31 0,-2-5-55 0,0 1 9 0,-6 7 16 0,0-4 0 0,3 3-327 16,-3-5 163-16,4-5 92 0,-2 4 31 0,4-7-216 15,0 0 128-15,8-11-517 0,0-3 254 16,2-9 162-16,3-3 35 0,2-5 58 0,0 0-277 0,2-16 169 16,10-5 83-16,-1 2-69 0,0-1 82 15,1 1 36-15,-3 2-1 0,-2 9 321 0,3-2-156 16,-1 5-74-16,0 3 207 0,1 2-130 0,-1 0-67 0,1 5-32 16,0 9 636-16,-3 7-312 15,0 5-65-15,-1 4-109 0,-3 2 281 0,-1 0-193 0,0 1-96 0,1 2-39 16,-1-2-81-16,-1-2 23 15,1-5-1-15,0-4-363 0,0-2 181 0,-2-1 102 16,2-9-503-16,-2 0 292 0,0-7 113 16,0 0 81-16,0-3-308 0,1-12 158 0,1-15 76 15,0-10 47-15</inkml:trace>
  <inkml:trace contextRef="#ctx0" brushRef="#br0" timeOffset="185494.73">15878 16087 2308 0,'12'-19'0'0,"-3"10"0"0,5 4 0 0,-5 3 0 0,-1 2 0 0,-1 0 0 0,1 0 0 0,-1 10 0 0,-1 3 0 0,3 1 0 0,-1 2 39 0,1 1 0 0,-1 1 0 0,0-3-456 15,-3 3 223-15,1-3 117 0,-5-1 57 0,-1 4-374 16,0-5 191-16,0 0 93 0,-9-2 50 0,-6-1-45 16,2-1 39-16,-4-4-11 0,0 4-1 0,0-4 166 15,3-1-59-15,-2-2-34 0,9 1 1 0,-2-3 396 16,4 0-216-16,1 2-117 15,4-2 538-15,0 0-251 0,0 0-156 0,2 0-63 16,14 0 126-16,-2 0-97 16,11 0-64-16,-2 0 5 0,1-2-30 0,3-3 1 0,-7 3-20 0,4-2-121 0,1 1 56 0,-7 0 28 15,1 3-582-15,-4 0 304 0,-5 0 163 0,-3 0-701 16,-1 0 387-16,-4 10 180 0,-2 0 99 0,0 3-267 16</inkml:trace>
  <inkml:trace contextRef="#ctx0" brushRef="#br0" timeOffset="185638.62">15926 16480 2261 0,'-18'10'0'0,"4"-5"0"0,3 4 0 0,3-6 0 0,4-1 0 0,2-2 0 0,2 0 0 0,0 0 0 0,2 0 0 0,12 0 0 0,0 0 212 0,7 0-87 0,0 0-43 0,1-2 10 0,7-3-53 16,-9 1-58-16,1 0 29 0,-1 3-443 0,0-2 237 0,-9 3 127 16,2 0 48-16,-5 0 31 0,-1 4-714 15,-5 6 351-15</inkml:trace>
  <inkml:trace contextRef="#ctx0" brushRef="#br0" timeOffset="185811.6">15930 16645 2235 0,'-19'6'0'0,"7"0"0"0,2-2 0 0,0 0 0 0,6-4 0 0,0 0 0 0,4 0 0 0,0 0 0 0,7 0 0 0,11 0 0 0,1 0 253 16,7 0-107-16,-4 0-53 0,1-2-18 0,2 0-182 15,-1 0 73-15,-2 0 36 0,-1 1-193 0,-2-1 116 16,-6 2 66-16,1 0 19 0,-5 0-515 0,-2 0 265 15,-1 0 53-15,-3 0-324 0,-1-3 227 16,1 2 127-16,-3-5-115 0,0-3 132 0</inkml:trace>
  <inkml:trace contextRef="#ctx0" brushRef="#br0" timeOffset="186017.34">16050 16419 1876 0,'-9'-10'0'0,"5"7"0"0,0-1 0 0,3 3 0 0,1 1 0 0,-3 1 0 0,3 12 0 0,0 4 0 0,0 3 0 0,0 7 0 0,0 1 173 0,0 5-67 0,0-3 367 15,0 2-408-15,-7 1-17 0,-3-3-9 0,0-2 110 16,-2-1-54-16,1-7-29 0,-3-2 1 0,3-1-19 0,2-4 224 16,4-4-117-16,-4-2-58 0,6-1-29 0,1-4 66 15,2-1-134-15,0 3 0 0,0-1 0 16,2 3 0-16,7 1 0 0,5 0 0 16,0 0 0-16,5 0 0 0,0 0 0 15,7 0 0-15,-3-2 0 0,1-1 0 0,1 0 0 0</inkml:trace>
  <inkml:trace contextRef="#ctx0" brushRef="#br0" timeOffset="186060.48">16319 16896 388 0,'26'-8'0'0</inkml:trace>
  <inkml:trace contextRef="#ctx0" brushRef="#br0" timeOffset="186125.65">16457 16584 388 0,'0'-11'0'0</inkml:trace>
  <inkml:trace contextRef="#ctx0" brushRef="#br0" timeOffset="186218.9">16454 16546 2545 0,'0'-3'0'0,"0"-3"0"0,10 3 0 0,2-1 0 0,3 2 0 0,0 2 0 0,0 0 0 0,2 0 0 0,1 0 0 0,-6 0 0 0,3 2-99 0,-3 2 21 16,-1-1-446-16,2 3 243 0,-5-3 121 0,1 0 61 15,-2-2 29-15,5-1-394 0,-3 0 217 0</inkml:trace>
  <inkml:trace contextRef="#ctx0" brushRef="#br0" timeOffset="186553.11">16765 16301 2362 0,'0'-11'0'0,"0"2"0"0,0 4 0 0,0 1 0 0,0-1 0 0,0 1 0 0,0 0 0 0,0 2 0 0,0 1 0 0,0 1 0 0,2 0 442 0,4 0-201 0,-2 0-101 0,0 1-51 0,1 5 248 15,-3 0-154-15,2 0-72 0,-3-1-85 16,1 2-26-16,0-1 0 0,0 0 0 16,1-1 0-16,-1 1 0 0,-2 0 0 0,0 1 0 15,0 1 0-15,0-1 0 0,0 2 0 16,0 1-31-16,0 0 10 0,0-2 31 0,0 3-25 15,-2-4-144-15,2 2 46 0,-3 1 50 16,3-3 7-16,0 0-1 0,0-1-25 0,0 2 181 0,0-3-63 16,0 1-36-16,0-1-4 0,0 1-32 0,0 0 199 15,0 0-68-15,0-3-49 0,3 3 73 0,-1-1-53 16,1 1-63-16,-1-2-3 0,0 2 0 16,0-1 0-16,-1-1 0 0,1 2 0 0,-2-1 0 15,0-1-63-15,0 0 25 0,0-2-187 0,0 4 97 16,0-6-470-16,0 1 281 0,0-1 138 0,0 0 61 15,0 0 44-15,0 0-512 0,0-7 273 16,0-7 137-16</inkml:trace>
  <inkml:trace contextRef="#ctx0" brushRef="#br0" timeOffset="186761.33">16889 15934 3353 0,'0'-7'0'16,"0"5"0"-16,0 0 0 0,0 1 0 0,0 1 0 0,0 0 0 0,0 15 0 0,0 11 0 0,7 10 0 0,-2 6 0 0,-1 6 442 0,1 9-306 0,1 9-136 16,-3-2 0-16,4-2 0 0,-2 4 0 0,1-1 0 0,1-6 0 15,0 12 0-15,1-9 0 0,-1-7 0 16,-1 2 0-16,1 0 0 0,1-12 0 0,-1 6 0 0,-1-15 0 16,-1-3-178-16,-1-8 37 0,1-5-424 15,-2-9 254-15</inkml:trace>
  <inkml:trace contextRef="#ctx0" brushRef="#br0" timeOffset="186786.4">17026 17061 386 0,'0'-25'-1'0,"2"-9"1"0</inkml:trace>
  <inkml:trace contextRef="#ctx0" brushRef="#br0" timeOffset="186945.41">17043 16445 2785 0,'1'-13'-1'0,"4"5"-1"0,-3 6 0 0,2-3 0 15,-1 5 1-15,3 0 0 0,-1 0 0 0,1 2 1 0,2 9 0 0,1 3 0 0,-2 2 392 0,-1 1-177 0,0 1-79 0,0 4-53 0,-1 1-301 16,-1-3 129-16,-1-1 63 0,1 0-632 0,-2-5 358 0,0-1 164 0,-1-3 87 15,2-4 44-15,-1-3-440 0,0-3 218 0,3 0-386 16,1-9 292-16</inkml:trace>
  <inkml:trace contextRef="#ctx0" brushRef="#br0" timeOffset="187206.15">17274 16234 2146 0,'7'-16'0'0,"-1"9"0"0,-1-2 0 0,2 8 0 0,-4 1 0 0,1 0 0 0,0 0 0 0,-2 11 0 0,-2 4 0 0,0 2 0 0,0 4 156 15,0 4-64-15,-6-8 117 0,-3 5-85 0,1-2-43 0,-3 1-147 16,2-5 62-16,-1-4 16 0,2-4 0 16,3-1-81-16,-2-3 54 0,3-4 26 15,-2 0 49-15,4 0-22 0,2 0 0 0,0-8 1 16,0 0 86-16,2-2-35 0,6-2-76 0,3 5 250 16,4-3-116-16,0 0-55 0,4 4-24 0,1 0 107 0,5-2-88 15,-3 3-88-15,3 0 0 16,0 0 0-16,0 1 0 0,-2 3 0 0,3-1 0 15,-3-1-302-15,-3 3 79 0,-1 0 131 0,-4 0-420 0,-3 0 256 0,-5 0 69 16,-1 9-613-16,-5 0 380 16,-1 3 192-16,0-2 94 0,-9 1-278 0</inkml:trace>
  <inkml:trace contextRef="#ctx0" brushRef="#br0" timeOffset="187354.43">17455 16422 2086 0,'-32'6'-1'0,"5"4"1"0,6-4-1 0,3 1 1 0,-1-2 0 0,8-1 0 0,3-2 0 0,4-1 0 0,2 3 0 0,2-3 0 0,0 0 107 0,9 4-26 0,7-4 205 15,3 1-124-15,1 0-34 0,3-1-45 0,-2-1 0 16,1 3-35-16,1-2-422 0,-2 2 207 16,-5-3 102-16,1 0 52 0,-4 0-265 0,-3 1 168 0,-1-1 70 15,-3 2-52-15,-3-2-566 0,-1 0 310 0,0 0 155 16</inkml:trace>
  <inkml:trace contextRef="#ctx0" brushRef="#br0" timeOffset="187641.02">17475 16080 2548 0,'-8'-8'0'0,"5"4"0"0,-1 0 0 0,2 2 0 0,0 2 0 0,2 0 0 0,0 6 0 0,0 10 0 0,6 11 0 0,-1 3 0 0,1 9 246 16,-3 5-16-16,0 4-96 0,-1-8-39 0,0 12-33 0,-2-4 0 16,0-1-214-16,0-2 95 0,-10 1 47 0,-3-6 34 0,-6 8-63 15,-1-7 38-15,3-10 1 0,-4-1 47 0,2-9 1 16,-2-2-10-16,5-4 204 15,-1-4-114-15,6-5-48 0,-1-3-56 16,6-1 158-16,3-2-182 0,1 0 0 0,0 0 0 0,2 0 0 16,0 0 0-16,6 0 0 0,9 3 0 0,2 1 0 0,7 2 0 15,1-3 0-15,-2 5 0 0,7-1 0 16,1-1 0-16,0 1 0 0,2-1 0 0,1-1 0 16,0-2 0-16,-1 3 0 0,1-2 0 0,-2-1 0 15,-2 2 0-15,2-2-531 0</inkml:trace>
  <inkml:trace contextRef="#ctx0" brushRef="#br0" timeOffset="187812.5">18177 16879 3931 0,'0'0'0'0,"0"0"0"0,0 0 0 0,0 0 0 0,0 0 0 0,0 0 0 0,0 0 0 0,0 0 0 0,0 0 0 0,0 0 0 0,4 0 0 0,0 0 0 15,0 0-157-15,0 4-210 0,-1 0 202 0,-1 2 110 0,-2 3-1127 16,0 4 572-16</inkml:trace>
  <inkml:trace contextRef="#ctx0" brushRef="#br0" timeOffset="188038.47">18243 16528 3931 0,'0'0'0'0,"0"-3"0"0,0 2 0 0,0 0 0 15,6-2 0-15,0 0 0 0,1 0 0 0,2 2 0 0,1-1 0 0,-4 0 0 0,-1 0 0 16,1 2 0-16,-3 0-239 0,-1 0-177 0,0 0 195 0,-2 0 92 0,0 0-747 0,-4 4 420 0</inkml:trace>
  <inkml:trace contextRef="#ctx0" brushRef="#br0" timeOffset="189190.89">19130 16532 1660 0,'-21'-7'0'0,"4"6"0"0,5 1 0 0,-2 0 0 0,5 0 0 0,3 0 0 0,2 0 0 0,4 0 0 0,0 0 0 0,0 0 0 0,10 0 488 15,14 0-217-15,4-1-122 0,12-2 296 0,1 0-204 16,3-1-102-16,4 0-52 0,7 2 141 0,-3-1-101 16,2 1-45-16,1-2-96 0,-2 1 25 0,-3 2 0 15,-8 0-5-15,6 1-314 0,-14-3 153 0,0 3 95 16,-10 0 48-16,-1 0-232 0,-6 0 88 0,-4 0-18 15,-4 0-530-15,-3-2 333 16,-4 2 168-16,-2-1 74 0,0-7-359 0,0-3 226 16</inkml:trace>
  <inkml:trace contextRef="#ctx0" brushRef="#br0" timeOffset="189715.24">19746 16327 2114 0,'-17'-11'0'0,"4"7"0"0,4 2 0 16,-2-1 0-16,2 2 0 0,6 1 0 0,1 0 0 0,2 0 0 0,0 0 0 0,2 0 0 0,13 1 410 15,5 8-187-15,-1-2-84 0,10 1-56 0,-5 1 198 0,2 2-122 0,0 0-61 0,-1-1-32 16,-6-1-19-16,1 3-11 0,-3-3 1 16,-6 1-92-16,-2-3 46 0,-6 4 0 0,-3 0 55 15,0 2-204-15,-12 5 97 0,-8-3 48 0,-4 2-300 16,-1-2 163-16,-3 0 20 0,0 0 62 0,-1-4-398 16,3-3 214-16,2-1 108 0,1-6 54 0,2-1-241 15,1 0 152-15,3 0 71 0,1-1-46 0,4-5 59 16,3 2 29-16,1-1-9 0,2 0 104 0,4 4-33 15,0-1 1-15,2 0 383 0,0 2-207 0,0 0-115 16,0 8-42-16,0 7 527 16,0 3-269-16,0 7-56 0,0 3-93 0,0 4 413 15,0 2-256-15,0 0-122 0,0-1 169 0,0 2-329 16,-3-2 0-16,-3-1 0 0,3-4 0 0,-3-5 0 16,0-1 0-16,0-3 0 0,3-9 0 0,-1-1 0 15,0-3 0-15,1-5 0 0,1 2 0 16,-2-3 0-16,2 0 0 0,2-3 0 0,0-9 0 0,0-1 0 15,4 1 0-15,9 1 0 16,1-1 0-16,2 3 0 0,5 2 0 0,-1 1 0 16,3 2 0-16,-1 3 0 0,1 1 0 0,-3 0 0 15,1 1 0-15,-3 10 0 0,-2 3 0 0,-2-1 0 16,-5 2 0-16,-2 2 0 0,-5-1 0 0,-2 1 0 16,0 1 0-16,0 0 0 0,-13-1 0 0,-6-1 0 15,0 0 0-15,-5-7 0 0,0-1 0 0,-3-2 0 16,2-3 0-16,-5-3 0 0,4 0 0 0,2 0 0 15,3-3 0-15,2-5 0 0,1-3 0 0,4-6 0 16,7-2 0-16,3-6 0 0,4 1-250 0,2 0-202 16,13 0 200-16,9 0 112 15,12-1-783-15,0 2 444 0</inkml:trace>
  <inkml:trace contextRef="#ctx0" brushRef="#br0" timeOffset="189878.78">20165 16706 3601 0,'9'0'0'0,"-5"1"0"0,-1-1 0 0,-1 3 0 0,0-3 0 0,-2 0 0 0,0 0 0 0,0 0 0 0,5 0 0 0,5 0 0 0,5 0 119 15,2 0 92-15,6-3-211 0,-5 2 0 0,11-1 0 0,-1 0 0 16,-5 1 0-16,1-1 0 0,0 2-738 0,-1 0 380 16,-2 0 197-16,-5 3-774 0,-2 7 378 0</inkml:trace>
  <inkml:trace contextRef="#ctx0" brushRef="#br0" timeOffset="190022.67">20362 16864 3683 0,'-25'5'0'0,"-3"7"0"0,4-3 0 0,5-5 0 16,3 0 0-16,6-3 0 0,2 2 0 0,3-3 0 0,5 0 0 0,0 2 0 0,4-1 248 0,17-1-248 0,-1 0 0 0,10 3 0 0,0-3 0 16,2 0 0-16,-1 1 0 0,3-1 0 0,0 0 0 0,1 2 0 15,-3-2-272-15,-1 4-135 0,1 1 221 16</inkml:trace>
  <inkml:trace contextRef="#ctx0" brushRef="#br0" timeOffset="190485.63">20993 16543 2255 0,'-1'-11'0'0,"1"7"0"0,0 1 0 0,0 2 0 0,0 1 0 0,0 0 0 0,0 0 0 0,0 6 0 0,0 8 0 15,1 10 0-15,-1-1 470 0,0 6-207 0,0 2-118 0,-1 4-55 0,-11 8 98 0,-3-7-76 16,3-3-38-16,-4 1 78 0,-1-2-62 0,2-3-27 15,-2-5-34-15,0-1-101 0,4-11 46 0,-2 1 27 16,-2-4-1-16,4-4-379 0,1-4 207 0,1-1 104 16,2 0-646-16,4-6 343 0,0-10 167 0,5-12 84 15,0-12-438-15,5-3 261 0,5-7 121 0,3-12-121 16</inkml:trace>
  <inkml:trace contextRef="#ctx0" brushRef="#br0" timeOffset="190673.73">20907 16334 2631 0,'3'-27'0'0,"-1"6"0"0,0 7 0 0,0-1 0 0,-2 6 0 0,0 3 0 0,0 5 0 0,0-2 0 0,0 3 0 0,0 0 0 0,0 16 232 0,5 6-98 0,7 6-49 0,3 10 493 16,4 3-307-16,-1 6-271 0,3 6 0 0,6 5 0 15,-5-1 0-15,2-4 0 0,-1-3 0 0,1 1 0 16,3-1 0-16,-4-4 0 0,0-1 0 0,-2-8 0 16,-2-4 0-16,0-1 0 0,-4-3 0 0,-2-7 0 15,1-3 0-15,-5-5 0 0,0-7 0 0,-2-2-74 16,1-5-62-16,1 0-720 0,-1-1 410 0,-1-16 205 15,3-10-539-15</inkml:trace>
  <inkml:trace contextRef="#ctx0" brushRef="#br0" timeOffset="190867.28">21372 16402 3733 0,'-12'-11'0'0,"5"7"0"0,4 0 0 0,3 0 0 0,-2 2 0 0,2-2 0 0,0-1 0 0,12 1 0 0,10-2 0 0,4 3 0 0,8-1 198 0,8 0-198 0,-1 3 0 0,3-1 0 16,2 2 0-16,-1 0 0 16,-2 0 0-16,11 0 0 0,-10 0 0 0,-9 0-64 15,3 5-203-15,-10 1 160 0,6 0 68 0,-13 0-911 16,1-3 460-16,-7 2 214 0,-3-3 120 0,-3-2-553 16</inkml:trace>
  <inkml:trace contextRef="#ctx0" brushRef="#br0" timeOffset="191086.78">21859 16152 2165 0,'-19'-12'0'0,"3"2"0"0,-2 6 0 0,6 3 0 0,1-2 0 0,6 1 0 0,3 2 0 0,2 0 0 0,2 0 0 0,15 5 0 0,7 1 153 0,6 4-63 0,5 1 176 16,6 2-114-16,-9-2-59 0,12 3 107 0,-12-2-73 16,3 2-50-16,-1-1-88 0,-6 2 24 0,-12-2-1 15,3 5 25-15,-10-2 35 0,-5 0-35 0,-2 4-1 16,-2 0 0-16,-13 1 36 15,-6-2-1-15,-4 0-26 0,0-1-204 0,-2-2 86 16,-1-2 51-16,-1 1 7 0,-1-1-269 0,5-3 136 16,-4 6 75-16,2-3-702 0,0 7 369 0,1 3 185 15,1 4 92-15</inkml:trace>
  <inkml:trace contextRef="#ctx0" brushRef="#br0" timeOffset="191489.41">21838 16773 2350 0,'6'0'0'0,"-3"0"0"0,-1-1 0 0,1-4 0 0,-1-5 0 0,-2 0 0 0,0-2 0 16,0-1 0-16,0-3 0 0,0 1 0 0,0 0 195 0,0-2 143 0,-2 0-150 0,-3 2-77 0,0 3 75 15,-4-4-75-15,0 5-28 0,-5 2-10 0,-1 0 6 16,-4 4 0-16,0 3-43 0,-6 2 1 0,-2 0 28 16,3 7-65-16,-5 13 0 0,3 2 0 0,-6 8 0 15,12 0 0-15,-8 5 0 0,8-4 0 0,5 3 0 16,4 0 0-16,7 0 0 0,3-2 0 0,1-2 0 15,0-4 0-15,10-2 0 16,8-3 0-16,0-4 0 0,3-6 0 0,7-2 0 16,-1-9 0-16,1 0 0 0,0 0 0 0,2-11 0 15,-3-9 0-15,-2-4 0 0,0-3 0 0,-4-3 0 16,0 0 0-16,-7-2 0 0,-3 8 0 0,-1-2 0 16,-4 5 0-16,-3 3 0 0,-1 8 0 0,-2 2 0 15,0 2 0-15,0 5 0 0,0-1 0 0,0 2 0 16,-3 2 0-16,-1 13 0 0,2 3 0 0,2 7 0 15,0-1 0-15,0 2 0 0,7 2 0 16,6-1 0-16,1-7 0 0,4 7 0 16,1-7 0-16,2-3 0 0,1-3 0 0,1-5 0 15,-4-2 0-15,7-1 0 0,-6-6 0 0,3 0 0 16,-2 0 0-16,-1 4-726 0,3-1 129 0</inkml:trace>
  <inkml:trace contextRef="#ctx0" brushRef="#br0" timeOffset="192162.15">22373 16524 2650 0,'-14'-7'0'0,"4"7"0"0,5 0 0 0,0 0 0 16,5 0 0-16,0 0 0 0,0 0 0 0,2 2 0 0,17 2 0 0,6-2 0 0,3 1 232 0,6-3-88 0,9 0-20 0,-3 0-43 0,1 0-1 16,0 0-43-16,-6-3-122 0,4 2 70 0,-6 0 22 15,-1-2-1-15,-10 3-423 0,1 0 227 0,-9 0 114 16,-2 0-720-16,-4 8 390 15,-5 4 149-15</inkml:trace>
  <inkml:trace contextRef="#ctx0" brushRef="#br0" timeOffset="192338.34">22541 16744 3395 0,'-9'5'0'0,"0"1"0"0,4 1 0 0,3-2 0 0,0-4 0 0,1 1 0 0,1-2 0 0,0 0 0 0,7 2 0 0,10-2 0 0,3 0 299 0,7 0-135 15,-1 0-91-15,0 0-73 0,1 0 0 0,1 0 0 16,-5 0 0-16,4 0-115 0,0 0 68 0,-8 0 42 16,4 0-704-16,-3 0 373 0,-1 1 196 0,0 1-759 15,-3 0 414-15</inkml:trace>
  <inkml:trace contextRef="#ctx0" brushRef="#br0" timeOffset="193510.23">22845 17149 2245 0,'-10'19'0'0,"3"10"0"0,5 2 0 0,2-1 0 0,0-7 0 0,0-5 0 0,0 0 0 0,5-5 0 0,6-3 0 0,3 0 0 0,7-6 101 0,4-4 152 16,0 0-108-16,5-7-54 0,5-16-27 0,-3-5 21 16,2-7-15-16,-1-7-9 0,-1-3 79 0,-2-2-52 15,-2-1-25-15,-1-2 0 0,-5 1 15 16,1 3-9-16,-4-3-32 0,-5 0-1 15,2-1 18-15,-3-5-17 0,-3-4 9 0,1-7-115 16,-2 6 53-16,-4 7 27 0,1-2-1 0,-5 15-131 16,1 6 70-16,-2 2 14 0,0 7 28 0,0 8 38 15,0 7-20-15,-2 2-40 0,-2 8 384 0,-1 0-326 16,-4 0-27-16,0 8 0 0,-1 16 0 0,3 6 0 16,-1 4 0-16,0 10 0 0,5-4 0 0,3 2 0 15,0-6 0-15,0 3 0 0,0-3 0 16,10-5 0-16,-1-2 0 0,3-10 0 15,2-1 0-15,-1-4 0 0,1-5 0 0,-4-5 0 16,3-4 0-16,3 0 0 0,-2-6 0 0,0-11 0 16,1-9 0-16,0-3 0 0,-2-2 0 0,1-3 0 15,-4-2 0-15,1 0 0 0,-1 2 0 0,-2 3 0 16,-5 8 0-16,1 1 0 0,0 5 0 0,-3 7 0 16,-1 1 0-16,0 5 0 0,0 2 0 0,0 1 0 15,0 1 0-15,0 0 0 0,2 7 0 0,1 8 0 16,1 4 0-16,3 5 0 15,0 1 0-15,0 3 0 0,4 0 0 0,-2-1 0 16,3 2 0-16,-2-4 0 0,1-1 0 0,0-6 0 16,1 2 0-16,-3-3 0 0,2-3 0 0,-1-2 0 15,-1-4 0-15,0-2 0 0,0 1 0 0,-2-5 0 16,0-1-204-16,2-1 22 0,-2 0 74 0,0 0-649 16,2 0 365-16,0-5 177 0,5-12-537 0</inkml:trace>
  <inkml:trace contextRef="#ctx0" brushRef="#br0" timeOffset="193724.43">23846 16272 2540 0,'-6'-5'0'0,"1"1"0"0,1 2 0 0,-1-2 0 0,0 1 0 0,2-1 0 0,3 2 0 0,0-2 0 0,0 2 0 0,6 1 0 0,9-2 687 0,7 3-326 0,1 0-162 15,4 0-80-15,5 0-94 16,10 0-25-16,-4 4 0 0,3-4 0 0,2 2 0 15,-2 0 0-15,-3-2 0 0,2 2 0 0,-5 0 0 16,-3-2 0-16,-3 1-227 0,-9 2-104 0,1-1 186 16,-6-1-33-16,-2 1-274 0,-8 0 208 0,1-2 104 15,-4 2 51-15,-1-2-457 0,-1 0 260 0,0 0 124 16</inkml:trace>
  <inkml:trace contextRef="#ctx0" brushRef="#br0" timeOffset="193954.57">24293 16064 2222 0,'-6'-5'0'0,"2"-2"0"0,2 4 0 0,1-1 0 0,1 0 0 0,0 1 0 0,0-1 0 0,0 2 0 0,10 0 0 0,2 2 0 0,4 0 591 15,2 0-269-15,3 8-146 0,0 1-70 0,-1 4 338 16,1 0-374-16,0 1-70 0,-5-1 0 0,2 2 0 16,-4 0 0-16,0 0 0 0,-3 0 0 0,-6 0 0 15,-1 0 0-15,-2 0 0 0,-2 0 0 16,-4 3 0-16,-7-2 0 0,-8 2-59 15,3-4-179-15,-11 4 128 0,1 0-25 0,-2 0-456 16,-4 0 277-16,-4 3 138 0,4-2 61 0,-10 7-171 16,5-1 125-16,-2 3 62 0,1 2-432 0</inkml:trace>
  <inkml:trace contextRef="#ctx0" brushRef="#br0" timeOffset="194372.63">24178 16820 1952 0,'4'0'0'0,"0"-3"0"0,-1-8 0 0,2-7 0 0,-3-3 0 0,1 1 0 0,1-7 0 0,0 4 0 0,-2 2 0 0,-2-1 0 0,3-2 204 0,-3 4-84 0,0 4-41 16,0-2 31-16,-5 5-36 0,-6 2 9 0,-5 3-46 16,0 4 152-16,-9 4-75 0,-1 0-39 0,-4 9 148 15,-6 12-98-15,1 8-44 16,-4 1 1-16,6 6 79 0,4-2-61 0,9-6-23 15,1 3-32-15,6-1-45 0,8-1 0 0,2-3 0 16,3-1 0-16,0-6 0 0,7-1 0 0,7-3 0 16,5-3 0-16,8-3 0 0,-2-7 0 0,3-2 0 15,2 0 0-15,-1-9 0 0,-3-6 0 0,-1-5 0 16,0 0 0-16,-9 2 0 0,6-10 0 0,-9 12 0 16,-1-3 0-16,-3 4 0 0,-5 7 0 0,0 1 0 15,-2 4 0-15,-1 0 0 0,-1 2 0 0,0 1 0 16,0 0 0-16,0 1 0 0,0 14 0 15,0 5 0-15,0 2 0 0,5 0 0 16,0 4 0-16,5-6 0 0,2 8 0 0,2-8 0 16,2 0 0-16,4-2 0 0,-4-5 0 0,5 0 0 15,-2-3 0-15,2-4 0 0,-3-3 0 0,0-1 0 16,-3 2 0-16,1-3-485 0,-3 3 192 0,-1 0 128 16,1 1 64-16</inkml:trace>
  <inkml:trace contextRef="#ctx0" brushRef="#br0" timeOffset="194511.58">24849 17012 3931 0,'-2'-4'0'0,"2"-3"0"0,0 0 0 0,-1-1 0 0,1 5 0 0,0 0 0 0,0 0 0 0,0 0 0 0,0-1 0 0,0 3 0 0,0 0 0 0,1 1 0 0,1 0-1350 15</inkml:trace>
  <inkml:trace contextRef="#ctx0" brushRef="#br0" timeOffset="197944.06">26329 16344 1486 0,'-5'-12'0'0,"1"7"0"0,1 1 0 0,-2 1 0 0,1-1 0 0,-1 1 0 0,1 2 0 0,-1 1 0 0,-3 0 0 0,2 0 0 0,-3 15 240 0,2 5-102 0,-4 6-51 0,4 3 161 0,2 5-105 0,0 2-45 16,3 1-34-16,2 8 203 16,0-11-115-16,0 3-58 0,9-3-28 0,6 0 73 15,3-4-55-15,5-4-24 0,4-3 145 0,3-7-83 16,2-3-43-16,1-4 9 0,1-7-23 0,-3-2-59 15,2 0-6-15,-3-2 0 0,0-13 0 0,-5-7 0 16,0 0 0-16,-4-6-95 0,-2-4 32 0,-7 0 49 16,-1-2 23-16,-6 0-161 0,-3 1 80 0,-2-2 42 15,-2 0-126-15,-11 3 70 0,-7 0-2 0,-5 5-13 16,-3 0 156-16,-2 6-54 0,-5 6-1 0,4 4 181 16,-3 5-106-16,4 5-33 15,0 1-29-15,9 0 135 0,-2 1-70 0,7 7-11 16,7-1-21-16,-3 7-242 0,7-3 105 0,1 2 63 15,2 0 23-15,2 1-288 0,0 1 146 0,2-3 47 16,7 0-623-16,3-1 343 0,-1-2 171 0,2-3-410 16</inkml:trace>
  <inkml:trace contextRef="#ctx0" brushRef="#br0" timeOffset="198197.98">26312 16012 2756 0,'-13'-10'0'0,"6"7"0"0,1-2 0 16,2 4 0-16,2-4 0 0,2 4 0 0,0-2 0 0,0 2 0 0,8-1 0 0,10 2 0 0,2 0 290 0,8 0-131 0,0 0-61 0,-2 0 380 0,4 0-328 0,4 2-150 16,-2 6 0-16,0 0 0 15,1-1 0-15,2 2 0 0,0 0 0 0,-1 1 0 16,-1-3 0-16,1-1 0 0,0-1 0 0,-2-1 0 15,0-4 0-15,-2 0-230 0,-4 0-89 0,4 0 75 16,-3-4 118-16,-4-5-715 0,-2 0 402 0,-5-1 201 16,-1-1 92-16</inkml:trace>
  <inkml:trace contextRef="#ctx0" brushRef="#br0" timeOffset="198449.16">26951 15838 2176 0,'-17'-12'0'0,"4"4"0"31,4 1 0-31,-3 2 0 0,3 1 0 0,2 2 0 0,6-1 0 0,0 3 0 0,1 0 0 0,1 0 0 0,10 0 341 0,8 8-142 0,5 3-86 0,3 0-38 0,0 0 198 0,3 3-119 0,-1 1-58 0,0-2-20 31,-4 2 43-31,0-3-41 0,-5 0 0 0,-5 2 73 31,1-1-149-31,-9-4-2 0,-1 0 0 0,-5 0 0 0,-1 2 0 0,0 2 0 16,-15 3 0-16,-7 1 0 0,-4 0 0 0,-4 0 0 0,0-1 0 0,-2 2 0 0,2-3 0 0,5-3 0 0,-3 3 0 0,8-5 0 0,1 1 0 0,6-2-204 0,1 1-64 0,9 0 121 16,3 1-11-16,0 0-638 0,3 1 380 0,14-5 189 0</inkml:trace>
  <inkml:trace contextRef="#ctx0" brushRef="#br0" timeOffset="198603.57">27398 16188 3931 0,'6'3'0'16,"-1"1"0"-16,-2 1 0 0,-1-4 0 0,-2 0 0 0,2-1 0 0,1 3 0 0,5-3 0 0,4 1 0 0,6-1 0 0,3 0 0 0,3 0 0 16,1 0 0-16,0 0 0 0,-5 0 0 0,9 0 0 0,-8 0 0 0,0 0 0 0,-3 0 0 15,-4 0-570-15,2 3 191 0,-10 4 203 0,2 4 107 16</inkml:trace>
  <inkml:trace contextRef="#ctx0" brushRef="#br0" timeOffset="198768.51">27427 16423 3413 0,'-32'5'0'0,"11"3"0"0,0-3 0 0,4-2 0 0,7-2 0 0,3-1 0 0,3 2 0 0,4-2 0 0,2 4 0 0,17-1 0 0,7-1 221 15,4 2-91-15,5-2 37 0,0-1-167 0,-1 3 0 16,1-3 0-16,-5 0 0 0,0 2 0 0,-3-1 0 16,-7-1 0-16,3 1 0 0,-2 0 0 0,-6-1-73 15,2 3-266-15,-5 2 188 0,2 2 103 0,-3 5-1149 16</inkml:trace>
  <inkml:trace contextRef="#ctx0" brushRef="#br0" timeOffset="199598.2">28434 16006 1680 0,'-7'-12'0'0,"2"6"0"0,-4 2 0 0,4 3 2 0,-3-1 0 0,0 2-1 0,-7 0 1 0,3 18 0 0,-6 6 0 0,4 5 0 0,-7 13 444 0,5 1-202 0,-1 6-103 0,1 3-50 15,5 0 343-15,4 0-187 0,2-3-109 0,5 0 239 16,0-5-257-16,0-3-120 0,8-5 0 0,4 4 0 15,5-6 0-15,2-2 0 0,-3-4 0 0,5-3-10 16,-3-7-22-16,1 2 30 0,1-6-244 0,-2-3 142 16,-1-3 71-16,1-2-20 0,-3-5-780 15,2-1 402-15,-4 0 197 0,1 0-434 0,1-3 315 0</inkml:trace>
  <inkml:trace contextRef="#ctx0" brushRef="#br0" timeOffset="199817.7">28677 16406 2581 0,'1'-12'0'0,"3"9"0"0,-2-1 0 0,-1 3 0 0,3-2 0 0,-4 3 0 0,0 0 0 0,0 0 0 0,0 14 0 0,0 1 0 0,0 6 276 0,-9 2-119 0,-1 4-60 16,-1-1 103-16,-1 2-86 0,-2 0-38 16,-1-2-46-16,0 1 8 15,2-3-1-15,1-5 10 0,0 0-270 0,-1-2 130 0,3-7 65 16,2-1-419-16,-2-3 242 0,5-3 64 0,1-3 77 15,-2 0-508-15,4 0 268 0,2-8 133 0,0-12 67 16,0-5-163-16,2-9 120 0,5-5 55 16</inkml:trace>
  <inkml:trace contextRef="#ctx0" brushRef="#br0" timeOffset="199987.17">28557 16073 2370 0,'0'-23'0'0,"0"11"0"0,0 3 0 0,0 2 0 0,0 2 0 0,0 3 0 0,0 0 0 0,0 2 0 15,5 6 0-15,9 13 0 0,0 5 93 0,7 9 409 0,1 6-232 0,4 3-116 0,-1 6 317 0,1 0-400 16,2 2-71-16,2-2 0 0,-3 1 0 0,3 1 0 16,-2 0 0-16,-1-4 0 0,-1 1-182 0,0-2 84 15,0-1 67-15,-1-5-337 0,1 1 202 0,-4-10 111 16,8 7-80-16,-13-11-841 0</inkml:trace>
  <inkml:trace contextRef="#ctx0" brushRef="#br0" timeOffset="200344.73">28948 16514 3124 0,'-8'-9'0'0,"6"8"0"0,2 1 0 0,0 0 0 0,0 0 0 0,0-2 0 0,0-1 0 15,10 2 0-15,10-3 0 0,4 0 0 0,6-2 122 0,4 1 211 0,1 1-147 0,0 3-74 0,-1-1-58 0,0-1-54 0,-3 3 0 16,0 0 0-16,-6 0 0 16,-2 0-331-16,-4 5 143 0,-1 1 123 0,-4 4-731 0,-6 4 307 15,-2 1 238-15</inkml:trace>
  <inkml:trace contextRef="#ctx0" brushRef="#br0" timeOffset="200836.17">29056 17079 1983 0,'-3'1'0'0,"3"6"0"0,0 3 0 0,0-6 0 0,6-3 0 0,5-1 0 0,2 0 0 0,7-1 0 0,3-14 0 0,9-10 0 0,-2-1 339 0,1-4-150 16,1-2-74-16,1-4-60 0,-1-3-6 0,-4 2-10 15,-3 0 1-15,-1-1-85 0,-2-1 42 0,-1-2 1 16,-6 4 51-16,3-12-21 0,-4 4 11 0,1-5 1 15,-4 2-37-15,-2 1-6 0,-3 11-9 16,-4 0 37-16,0 12-38 0,-2 3 0 0,0 9 32 0,0 2 146 16,0 5-54-16,-5 3-45 0,-7 2-6 0,5 7 138 15,1 9-80-15,-1 9-39 0,2 1 35 0,2 4-42 16,3 5-45-16,0 1-27 0,0-1 0 0,0-1 0 16,10-2 0-16,-4-4 0 15,4-6 0-15,-1 1 0 0,2-5 0 0,-1-4 0 16,-3-7 0-16,5 0 0 0,-1-6 0 0,2-1-72 15,1-1-28-15,4-19 52 0,-1-3-113 0,-1-1 75 16,2-5 17-16,-4-2-1 0,0-2-17 0,0-2 27 16,-2 0-29-16,-1 3 52 0,-2 3 79 0,-4 9-39 15,-1 3-5-15,-3 6 109 0,1 2-70 16,-2 5-29-16,0 0-6 0,0 3 487 16,0 1-296-16,0 3-193 0,0 10 0 0,0 4 0 15,0 3 0-15,0 6 0 0,3-3 0 0,3 0 0 16,3 5 0-16,0-4 0 0,-1-4 0 0,7-2 0 15,-5 0 0-15,3-3 0 0,-1-2 0 0,1-5 0 16,-1 0 0-16,-6-5-716 0,4 1 296 0,-3-1 180 16,1-3-447-16,-1 0 324 0,-2 0 162 0,2 0 81 15</inkml:trace>
  <inkml:trace contextRef="#ctx0" brushRef="#br0" timeOffset="201056.31">29978 16115 2970 0,'0'-8'0'0,"0"6"0"0,4 1 0 0,1-1 0 0,4 0 0 0,3 2 0 0,6 0 0 0,1 9 0 0,3 8 0 0,0 6 0 0,-1 1 818 0,0 4-675 0,0 4-143 0,-3 2 0 16,-4 0 0-16,-2 2 0 0,-4-3 0 0,-6 4 0 15,-2 5 0-15,0-3 0 0,-12 3 0 0,-5-4 0 16,-8 6 0-16,2-6 0 0,-5-2 0 0,7-8 0 15,-5 0-102-15,-1-2-166 0,3-1-392 0,-3-5 311 16,2 0 155-16</inkml:trace>
  <inkml:trace contextRef="#ctx0" brushRef="#br0" timeOffset="202153.34">30394 16211 2723 0,'-15'-14'0'0,"7"11"0"0,3-1 0 0,1 0 0 0,2 2 0 16,-1-2 0-16,3 3 0 0,0-5 0 0,9 2 0 0,17-2 0 0,4-2 186 0,10 2 453 0,7 0-298 0,1 0-299 0,5 3-42 15,-3-1 0-15,-1 2 0 0,0 0 0 0,-5 2 0 16,-4 0 0-16,6 0 0 16,-12 0 0-16,1 5 0 0,-3 1 0 0,-8 0 0 0,-2 0 0 0,-2-3 0 15,-2 0 0-15,-6 0 0 16,1-1 0-16,-6-1 0 0,-2-1-22 0,0 2-163 16,-5-2-336-16,2 0 240 0,-2 0 119 0,0 0 60 15,0 0-541-15,0 0 306 0,-8-8 147 0,1-2-343 16,-8-7 246-16</inkml:trace>
  <inkml:trace contextRef="#ctx0" brushRef="#br0" timeOffset="202343.87">31008 15993 2216 0,'-8'-16'0'0,"2"7"0"0,2-1 0 0,4 3 0 0,0 2 0 0,0-3 0 0,8 3 0 0,9 1 0 0,6 2 0 0,4 0 0 0,3 2 231 0,2 0-95 0,1 2-36 0,-3 9 339 16,-2 2-199-16,-1 4-99 0,-7-1-49 0,-4 4 244 15,-4-1-336-15,-6 1 0 0,-5 4 0 0,-1-2 0 16,0 2 0-16,-17-3 0 0,-1 0 0 0,-7 3 0 15,0-3 0-15,-4-1 0 0,1-2 0 0,2 1 0 16,-3-1 0-16,5 0 0 0,0 1 0 0,4 0 0 16,0-1 0-16,0 5 0 0,3-1 0 0,-2 7-64 15,3-1-1530-15,2 1 777 0</inkml:trace>
  <inkml:trace contextRef="#ctx0" brushRef="#br0" timeOffset="202777.65">30880 16765 2555 0,'0'2'0'0,"2"1"0"0,-1-3 0 0,1 0 0 0,1 0 0 0,-1-5 0 0,0-9 0 0,3 1 0 0,0-3 0 0,1-2 0 0,-1 0 166 0,2-1-68 0,-5-3 118 15,1 4-88-15,-1 0-43 0,-2 0 193 0,0 2-109 16,0 1-69-16,0 1-29 16,-7 2-6-16,-3-2-65 0,-3 3 0 0,-1 1 0 15,-2 4 0-15,-3 1 0 0,-2 4 0 0,-4 1 0 16,0 0 0-16,-3 11 0 0,4 10 0 0,-8 3 0 15,9 2 0-15,-7 6 0 0,11-3 0 0,2 2 0 16,4 1 0-16,4-2 0 16,4-2 0-16,5-2 0 0,0-2 0 0,0-5 0 15,10 2 0-15,3-4 0 0,4-2 0 0,1-5 0 16,3-3 0-16,4-3 0 0,3-4 0 0,-3 0 0 16,3-1 0-16,0-15 0 0,0-3 0 0,-1-3 0 15,-2-1 0-15,-3 1 0 0,-4 4 0 0,-3 0 0 16,-3 5 0-16,-7 6 0 0,1-1 0 0,-4 4 0 15,0 3 0-15,-2-1 0 0,0 2 0 0,3 0 0 16,-1 9 0-16,0 4 0 0,1 3 0 0,3 3 0 16,6 6 0-16,-2-4 0 0,5 4 0 0,0-1 0 15,5-6 0-15,3 0 0 16,-1-3 0-16,3-8 0 0,3 0 0 0,2-4 0 16,-3-3 0-16,0 0 0 0,-4 0 0 0,-1 0 0 15,-1-5 0-15,-5 0 0 0,2 1 0 0,-6-2 0 16,4 3-297-16,-4-1-430 0</inkml:trace>
  <inkml:trace contextRef="#ctx0" brushRef="#br0" timeOffset="-214016.14">14510 17838 1466 0,'-2'-3'0'0,"2"1"0"0,-2 0 0 0,0-2 0 0,2 1 0 0,-2 1 0 0,1-1 0 0,-1 2 0 0,0-1 0 0,2 0 0 0,-2 0 185 0,2 2-73 0,0 0-26 15,0-2-10-15,0 2 31 0,-2 0-34 0,1 0 0 16,-2 0 142-16,-3 0-78 0,3 0-54 0,-5 4 0 16,-1 6 136-16,-1 1-90 0,-1 2-45 0,0 2 212 15,-1 2-134-15,2 2-61 16,-2 0-31-16,1-1 104 0,2 1-174 0,1 0 0 15,0-1 0-15,3 3 0 0,1 3 0 0,2-3 0 16,2 6 0-16,0-4 0 0,0 2 0 0,0 1 0 16,6 2 0-16,3-3 0 0,6 1 0 0,-2-5 0 15,8 4 0-15,0-6 0 0,4-4 0 16,2 1 0-16,1-5 0 0,-3-2 0 0,8-7 0 0,-2 1 0 16,-1 1 0-16,-2-4 0 0,0 0 0 15,-3 0 0-15,3-3 0 0,-3-6 0 0,-2-2 0 0,0-3 0 16,-4 0 0-16,3-7 0 15,-3 4 0-15,-1-4 0 0,-2-3 0 0,-1-2 0 16,-4 4 0-16,0-8 0 0,-1 5 0 0,-4-4 0 16,-1 2 0-16,-1-2 0 0,-2 4 0 0,-2-6 0 15,0 2 0-15,0 2 0 0,0-2 0 0,-8 3 0 16,-1 1 0-16,-8-2 0 0,1 4 0 0,-5 3 0 16,0 3 0-16,-4 3 0 0,1 4 0 0,-6 4 0 15,2 4 0-15,-2 2 0 0,-2 0 0 0,2 0 0 16,-2 6 0-16,0 2 0 15,4 6 0-15,0 1 0 0,3-1 0 0,8-3 0 16,0 0 0-16,2-1 0 0,6 2 0 0,3-3 0 16,3 0 0-16,3 5 0 0,0-3 0 0,0 3 0 15,3-2 0-15,10 3 0 0,4 3-441 0,3 0 181 16,-2 3-919-16</inkml:trace>
  <inkml:trace contextRef="#ctx0" brushRef="#br0" timeOffset="-213254.81">15365 17822 2185 0,'-2'-4'0'0,"-2"2"0"0,2 0 0 0,0 0 0 0,2 2 0 0,-1 0 0 0,1 0 0 0,0-2 0 0,0 2 0 0,0 0 0 0,0 0 484 0,7 0-223 16,6 0-112-16,2 0-46 0,2 0 425 0,2 0-307 0,5 0-221 15,-4 0 0-15,7-1 0 0,-4 1 0 16,5-1 0-16,-4-2 0 0,2 1 0 15,0 0 0-15,-1 2 0 0,-4-2 0 0,2 2 0 16,-3 0 0-16,-1-1 0 0,-3 1 0 0,-2-2 0 16,-5 2 0-16,0 0 0 0,-2 0 0 0,-2 0-115 15,-1 0-52-15,-2 0-511 0,-1 0 310 0,-1 7 171 16,0 4-539-16,0 2 350 0,-9 2 173 0</inkml:trace>
  <inkml:trace contextRef="#ctx0" brushRef="#br0" timeOffset="-213005.18">15492 18120 3228 0,'-19'4'0'0,"8"-2"0"0,0-1 0 0,3-1 0 0,2 0 0 0,3 0 0 0,-1 0 0 0,4 0 0 0,0 0 0 0,0 0 0 0,9 3 488 0,10 2-273 0,1 1-215 0,3 0 0 16,2 1 0-16,7 2 0 15,0 1 0-15,1-2 0 0,3-1 0 0,2-3 0 0,-2 0 0 0,1-1 0 16,-1-1 0-16,-3-2 0 0,-3 0 0 15,-1 0 0-15,-8 0 0 0,0 0 0 16,-9 0 0-16,1 0 0 0,-5 0 0 0,-4 0 0 16,-2 0 0-16,0 0 0 0,-1 0 0 0,-1 0 0 15,0-2 0-15,0 2 0 0,-5 0 0 0,0 0-138 16,0 0 36-16,1 0-834 0,1 0 449 16,-3 0 224-16</inkml:trace>
  <inkml:trace contextRef="#ctx0" brushRef="#br0" timeOffset="-210447.94">16643 17587 1886 0,'0'-11'0'0,"0"5"0"0,0 3 0 0,-2 3 0 0,2 0 0 0,0 0 0 0,-2 10 0 0,1 5 0 0,-1 12 0 0,2 1 0 0,0 4 248 0,0 4-95 0,0 8 257 16,0-2-186-16,0 1-93 0,2-7-46 0,5 2 158 16,-1-1-93-16,0 0-60 0,-1 1-26 0,-1-1 110 15,0 5-101-15,-3-9-73 0,-1 6 0 0,0-4 0 16,0 8 0-16,0-14 0 0,-7 4 0 16,2-3 0-16,-3-5 0 0,0-3 0 0,3-1 0 15,-3-5 0-15,3-6 0 0,3-2-695 16,0-5 340-16,0 1 118 0,2-4 100 0,0 0-550 15,0-1 325-15,11-14 151 0,4-10 92 0</inkml:trace>
  <inkml:trace contextRef="#ctx0" brushRef="#br0" timeOffset="-210248.9">16947 18016 2694 0,'9'-5'0'0,"-4"4"0"0,0-1 0 0,-1 2 0 0,-1 0 0 0,-1 0 0 0,0 3 0 0,0 10 0 0,0 3 0 0,-2 2 0 0,0 7 300 0,0 0-131 15,-2 0-65-15,-7 3 213 0,-2 3-144 0,-2-4-67 16,0 7-38-16,-1-7-69 0,0-1 2 0,3-3-1 16,-7 4 0-16,6-9-130 0,-2 2 23 15,1-4 72-15,1-4-491 0,3-4 260 0,2-3 142 0,2-3-20 16,-2-2-255-16,5 0 171 0,2-6 94 0,0-19-465 16,4-9 285-16</inkml:trace>
  <inkml:trace contextRef="#ctx0" brushRef="#br0" timeOffset="-210031.25">16947 17703 3066 0,'0'-20'0'0,"0"9"0"16,0 1 0-16,0 3 0 0,0 3 0 0,0 2 0 0,0 2 0 0,0 0 0 0,4 18 0 0,8 8 0 0,0 8 748 0,6 5-631 0,0 0-117 0,3 4 0 0,2 0 0 16,1 2 0-16,0 0 0 15,0-2 0-15,3-1 0 0,-2-3 0 0,-5-7 0 16,6 8 0-16,-9-9 0 0,4-5 0 15,-4 1 0-15,-2-3 0 0,-4-5 0 0,0-2 0 0,-1-2 0 16,-4-3 0-16,1-4-497 0,-2 1 151 16,-1-2 158-16,0-3 74 0,0-4-744 0,2 0 410 15,1-2 204-15</inkml:trace>
  <inkml:trace contextRef="#ctx0" brushRef="#br0" timeOffset="-209865.22">17402 18024 3241 0,'-6'0'0'0,"3"0"0"0,-1 0 0 0,2 0 0 0,2 0 0 0,0 0 0 0,2 0 0 0,13 0 0 0,6 0 0 0,7 0 0 0,0-2 95 0,4 0 481 0,2 2-557 0,-1-1-19 15,1 1 0-15,0-3 0 0,0 2 0 0,-3-1 0 16,0 2 0-16,-3 0-56 0,-5 0-22 16,-3 0-775-16,-3 0 422 0,-3 0 228 0,0 9-28 15</inkml:trace>
  <inkml:trace contextRef="#ctx0" brushRef="#br0" timeOffset="-209351.65">17651 18506 2956 0,'-1'3'0'0,"1"6"0"0,0 6 0 0,0-7 0 0,0-2 0 0,0-2 0 0,3-1 0 0,9-3 0 0,1 0 0 0,0 0 0 0,8-3 213 0,0-13-88 0,3-4-43 0,0-5-78 15,0-4 44-15,5-6-10 0,-5 3 0 0,-3-6-43 16,1 1 1-16,-1-2 42 0,-2 3-40 0,0-9 15 16,-2 0 0-16,1-1 25 0,-1-4-34 0,0 3 33 15,-4 2-1-15,-2 9-59 16,-2 3-1-16,-4 10 25 0,-1 3 15 0,-2 6 273 0,-1 5-289 0,-1 4 0 16,0 3 0-16,0 2 0 15,0 0 0-15,-3 13 0 0,-6 11 0 0,4 6 0 16,1-1 0-16,-1 7 0 0,3 3 0 0,2-3 0 15,0-1 0-15,0-1 0 0,6-4 0 0,4-4 0 16,4-3 0-16,-1-6 0 0,2-3 0 0,0-5 0 16,2-5 0-16,-2-4 0 0,2 0 0 0,2-1 0 15,0-22 0-15,-2-2 0 16,-1-1 0-16,0-4 0 0,-3-1 0 0,0-5 0 0,2-5 0 0,-4 1 0 16,-1 0 0-16,-3 9 0 0,0-1 0 0,-3 5 0 15,-2 5 0-15,0 7 0 16,0 2 0-16,0 6 0 0,-2 3 0 0,0 2 0 15,0 2 0-15,0 0 0 0,0 10 0 0,0 6 0 16,0 8 0-16,0-3 0 0,2 7 0 0,2 1 0 16,1 1 0-16,4-2 0 0,1-3 0 0,-2-3 0 15,2 4 0-15,1-9 0 0,-1 0 0 0,1-2 0 16,3-4 0-16,-5-4 0 16,4-1 0-16,1-2-432 0,-3-2 197 0,2-2-276 0,-2 0 237 15,2 0 108-15,1-2 68 0,0-11-611 16</inkml:trace>
  <inkml:trace contextRef="#ctx0" brushRef="#br0" timeOffset="-208977.95">18733 17499 2815 0,'0'-9'0'0,"0"3"0"0,0-3 0 0,0 4 0 0,0 0 0 0,0 3 0 0,0-2 0 0,0 3 0 0,0-2 0 0,0 3 0 0,0 0 117 0,4 0 266 0,2 0-177 15,0 0-84-15,-3 6 89 0,3 3-134 16,-3 5-77-16,-1-5 0 0,0 8 0 0,0 0 0 16,0 1 0-16,-2 3 0 0,0 5 0 15,0-5 0-15,0 9 0 0,0-1 0 0,0 2 0 16,0 2 0-16,0 0 0 0,0 3 0 0,0 1 0 0,0 1 0 16,0 5 0-16,3-3 0 0,2-7 0 15,-1 6 0-15,1-7 0 0,1 1 0 16,-1 0 0-16,1 1 0 0,-2-2 0 0,0-5 0 15,-2 5 0-15,-1-2 0 0,1-2 0 16,0 0 0-16,-2-2 0 0,2-2 0 0,-2-3 0 0,2 1 0 0,-1-4 0 16,1-3 0-16,0-4 0 0,0-2 0 0,0-2 0 15,1-4 0-15,-2-2 0 0,-1 1 0 0,0-2 0 16,0 0 0-16,0 0 0 0,0 0 0 0,0 0 0 16,0 0 0-16,-4 0-255 15,0-2-151-15,-1 1 189 0,1-2 89 0,-1 2-935 16</inkml:trace>
  <inkml:trace contextRef="#ctx0" brushRef="#br0" timeOffset="-207931.93">19338 17636 1426 0,'-3'-8'0'0,"-1"4"0"0,2 2 0 0,0 0 0 0,2 1 0 0,0 1 0 0,0 0 0 0,0 0 0 0,0 12 0 0,2 10 0 0,4 4 415 0,-1 4-189 16,1 12-94-16,-1-3-37 0,-1 13 156 0,2-3-107 0,-4 0-53 15,0 3 321-15,-2-3-187 0,0-5-84 0,0 8-56 16,0-6 146-16,0-6-174 16,-2 4-57-16,-2-11 0 0,0 3 0 0,0-3 0 0,0-7 0 15,3-5 0-15,-1 0 0 0,2-5 0 16,-2-4 0-16,2-3-287 0,0-6 77 0,0-1 54 15,0-2-286-15,0 0 154 0,5 0 129 0,7-9-461 16,-1-10 292-16,2-6 144 0,1-3 74 0</inkml:trace>
  <inkml:trace contextRef="#ctx0" brushRef="#br0" timeOffset="-207731.62">19457 17888 2440 0,'0'-18'0'0,"0"7"0"0,0 5 0 0,0-5 0 0,0 0 0 0,2-1 0 0,7 3 0 0,4 0 0 0,7 1 0 0,7 2 0 0,3 0 181 0,9-1 308 0,1 3-226 16,5 3-112-16,2-1-57 0,0 2 28 0,2 0-32 16,3 0-10-16,-1 0-111 0,-2 0 35 0,-4 0 0 15,-10 0 33-15,1 0-284 0,-4 0 138 0,-11 0 73 16,0 0 37-16,-5 0-523 0,-6 0 269 0,-3 0 38 16,-1 0-472-16,-4 0 325 15,0 0 162-15,-2 0 81 0,0-1-326 0</inkml:trace>
  <inkml:trace contextRef="#ctx0" brushRef="#br0" timeOffset="-207114.95">20075 17490 2481 0,'-9'-9'0'0,"2"7"0"0,4-2 0 0,-1 4 0 0,4 0 0 0,0 0 0 0,0 0 0 0,4 0 0 0,15 0 0 0,5 6 0 0,0 1 117 0,4 2 358 0,4 0-224 0,-2 3-106 15,2 0-54-15,-2-1 25 0,-2 3-40 0,-7-2 11 16,0 2-50-16,-6 1-217 0,-4 2 108 0,-5 0 55 15,-6 2-161-15,0 2 103 0,-8 1 56 0,-10 1-290 16,-1-1 117-16,-6 3 95 0,0-3-29 0,-2 3-125 16,-1-1 107-16,1 1 53 0,1-1 26 0,1 0-360 15,4 3 184-15,0-4 107 16,3 2 48-16,2-2-340 0,2-1 194 0,5-3 97 0,0 2-79 16,7-2 112-16,-1-2 37 0,0-8 65 15,1 2 0-15,0-3 0 0,2-3 0 0,0-2 325 16,0 0-200-16,0-3-81 0,-2 1-41 0,0-1 275 15,-1 0-82-15,-1 0-103 0,1-4 73 0,-1-2 493 16,0-6-310-16,1 1-156 0,-4-2 198 0,4 0-181 16,-3-3-86-16,-1 4-43 0,0-3 91 0,-3 4-67 15,-3-2-24-15,-1 7 66 0,-2 0-55 0,-3 4-27 16,-4 2-33-16,-1 0-32 0,1 13 0 0,-3 7 0 16,-1 3 0-16,3 6 0 15,4-1 0-15,2 4 0 0,4 0 0 0,4-3 0 16,6 3 0-16,4-7 0 0,0 5 0 0,2-7 0 15,12-7 0-15,4 4 0 0,3-8 0 0,-2-6 0 16,3-2 0-16,6-4 0 0,-7 0 0 0,6-4 0 16,-5-12 0-16,0 0 0 0,-3-6 0 0,1-1 0 15,-6 2 0-15,2-6 0 0,-7 6 0 0,0 0 0 16,-4 3 0-16,-1 0 0 0,-1 8 0 16,-1 4 0-16,-2 0 0 0,0 1 0 15,0 4 0-15,0 1 0 0,0 0 0 0,0 4 0 16,0 10 0-16,0 8 0 0,0 0 0 0,0 4 0 15,0-2 0-15,7 5 0 0,5-3 0 0,4-4 0 16,-1 2 0-16,0-12 0 0,3 6 0 0,3-8 0 16,-3-4 0-16,2-2 0 0,-1-3 0 0,2-1 0 15,-3 0-200-15,3-5 55 0,2-10-381 0,-3 0 245 16,1-6 121-16,2 1 52 16,2-10-193-16,0-2 131 0,1-6 67 0,2-4 32 15,4-13-510-15</inkml:trace>
  <inkml:trace contextRef="#ctx0" brushRef="#br0" timeOffset="-206777.86">20670 17602 2454 0,'2'-14'0'0,"-1"3"0"0,-1 1 0 0,0 2 0 0,0 0 0 0,0 4 0 0,0 1 0 0,0 0 0 0,0 2 0 16,0 1 0-16,0 0 117 0,0 0 455 0,0 0-271 0,0 0-132 0,0 5 149 0,0 9-318 15,0 3 0-15,0 3 0 0,0 8 0 0,0 3 0 16,0 2 0-16,0 11 0 0,0-6 0 0,0 1 0 15,0 10 0-15,2-4 0 0,0 0 0 0,0-1 0 16,1 1 0-16,-1-3 0 0,-1 9 0 0,3-7 0 16,0 1 0-16,-1-1 0 0,1 1 0 0,0-8 0 15,1 9 0-15,1-13 0 0,-2 3 0 0,0-4 0 16,-1-8 0-16,-1 1 0 16,0-6 0-16,0-3 0 0,0-8 0 0,-1 2 0 15,-1-5 0-15,0-1 0 0,0-4 0 0,0 2 0 16,0-2 0-16,0 0 0 0,0 0 0 0,0 0 0 15,0 0 0-15,0 0 0 0,0 0 0 0,0 0 0 16,-1 0 0-16,-1 0 0 0,-4 0 0 0,3 0 0 16,-1 0 0-16,0 0 0 0,-2 1 0 0,1 1-46 15,1 2-382-15,-2 6 196 0</inkml:trace>
  <inkml:trace contextRef="#ctx0" brushRef="#br0" timeOffset="-197790.5">22505 17683 1225 0,'-2'-6'0'0,"2"5"0"0,0-2 0 0,-1 2 0 0,-3-1 0 0,4 2 0 0,0 0 0 0,-3-3 0 0,3 3 0 0,0 0 0 0,0 0 67 0,0 0 192 0,0 0-111 16,0 0-55-16,5 0 238 0,6 5-151 0,1 0-71 15,4 1-36-15,5-1 305 0,3 0-170 0,-3-2-76 16,10 1-52-16,1-4 222 0,2 0-121 0,2 0-61 16,-1 0-75-16,2 0-45 0,-2 0 0 0,1 0 0 15,-1 0 0-15,-1 0 0 0,0 0 0 0,-6 0 0 16,2 0 0-16,-4 0 0 0,-5 0 0 15,-1 0-22-15,-2 0-147 0,-7 0 49 0,1 0 66 0,-3 0-661 16,-2 0 338-16,-2 0 169 16,0 0-187-16,-1 0 168 0,-3 0 99 0,1-3 44 15</inkml:trace>
  <inkml:trace contextRef="#ctx0" brushRef="#br0" timeOffset="-197577.91">23111 17512 2342 0,'-2'-6'0'0,"1"5"0"16,1-2 0-16,0 3 0 0,0 0 0 0,0 0 0 0,1 0 0 0,15 0 0 0,2 0 0 0,9 0 0 0,-1 0 139 0,2 0-51 0,1 3 216 16,-1 2-133-16,-5 0-56 0,0 0-43 0,-2 4 27 15,-3-2-30-15,-4 1 0 0,-5-1-67 0,-2 1 10 16,-6-1 27-16,-1 7 0 0,0-2-33 0,-13 6 0 16,-7-2 42-16,-7 3-123 0,-6 6 56 0,1-3 30 15,-5 1-20-15,2 0-515 0,5-2 221 0,-10 7 146 16,7-5 23-16,4-2-479 0,-2 2 287 0,0-3 144 15,9-3-381-15</inkml:trace>
  <inkml:trace contextRef="#ctx0" brushRef="#br0" timeOffset="-197119.55">22909 18142 1455 0,'2'5'0'0,"0"-1"0"0,-2-2 0 0,0-2 0 0,0 0 0 0,0 0 0 0,0 0 0 15,0 0 0-15,0 0 0 0,0 0 0 0,1-2 307 0,1-7-125 0,0 4-76 0,0-2 88 0,0-3-78 16,0 1-38-16,-1 1-1 16,-1-1 4-16,0 0-42 0,0 0 0 0,0 0-1 15,-3 0 37-15,-6 0-36 0,1 3 9 0,-4-1 21 16,0 0-1-16,-1 4-29 0,-4 1 0 0,-1 2 48 16,0 0-38-16,-3 11-10 0,-2 7 0 0,2 6 66 15,0 4-32-15,0 2-1 0,4 4 78 0,3 0-60 16,5 1-26-16,4 1 0 0,5-4-54 15,0-5-10-15,0-5 0 0,7 1 0 0,7-6 0 16,2-2 0-16,3-6 0 0,5-4 0 0,-3-5 0 16,7 0 0-16,-5-3 0 0,0-14 0 15,-1-6 0-15,-1-3 0 0,-5-6 0 0,1 0-33 16,-4 0-15-16,-1 2 30 0,-5 2-8 0,-1 10 15 16,-4 2-31-16,-1 2 220 0,1 3-178 0,-2 6 0 15,0 3 0-15,0 0 0 0,0 2 0 0,0 0 0 16,0 8 0-16,0 7 0 0,0 3 0 0,3 7 0 15,3 2 0-15,1 0 0 0,2 0 0 0,3 1 0 16,0-3 0-16,-1-7 0 16,3 3 0-16,-1-2 0 0,-1-5 0 0,-1-3 0 15,-2 2 0-15,1-11-438 0,-5 4 80 0,1-3 159 16,-3-2-239-16,-1-1 199 0,0 0 101 0,0 0 39 16,-2 0-491-16,0-11 275 0</inkml:trace>
  <inkml:trace contextRef="#ctx0" brushRef="#br0" timeOffset="-196864.11">22492 17565 3141 0,'-11'-9'0'0,"5"8"0"0,1 1 0 0,-2 0 0 0,4 0 0 0,-1 4 0 0,2 9 0 0,2 6 0 0,0 9 0 0,0 11 0 0,4 0 95 0,6 12 136 0,-3 6-85 15,2 11-59-15,-3-5 144 0,-3 3-231 0,-1-1 0 16,-2 1 0-16,0-7 0 16,0 18 0-16,0-12 0 0,-2 5 0 0,-1-4 0 15,1-14 0-15,0 3 0 0,2-5-26 0,0-3-211 16,0-13 138-16,2 0 9 0,5-13-338 0,3 0 124 16,1-7 138-16,5-3-533 0,-2-9 330 0,5-2 164 15</inkml:trace>
  <inkml:trace contextRef="#ctx0" brushRef="#br0" timeOffset="-196621.44">23448 17693 3407 0,'-2'-3'0'0,"2"3"0"0,0 0 0 15,0 13 0-15,0 4 0 0,0 10 0 0,2 5 0 0,1 7 0 0,4 2 0 0,-2 10 0 0,1 4 524 0,-1-1-524 0,0 3 0 16,0-1 0-16,-1-4 0 16,-1 1 0-16,-1 1 0 0,0-1 0 0,-2-3 0 0,0-4 0 0,0-1 0 15,0-12 0-15,1 0 0 0,2-11 0 0,0-3-76 16,3-8-366-16,-1-2 217 0,5-7 6 0,1-2-305 16,5-2 242-16,0-14 121 0</inkml:trace>
  <inkml:trace contextRef="#ctx0" brushRef="#br0" timeOffset="-196452.42">23766 17912 3343 0,'0'-6'0'0,"0"5"0"0,3-1 0 0,8-2 0 0,3-2 0 0,2 1 0 0,7-1 0 0,7 0 0 0,11-3 0 0,5-3 0 0,4 4 388 16,3-4-188-16,5 3-200 0,9-1 0 0,-14 4 0 15,6-1 0-15,-6 5 0 0,-2 0-186 0,-3 2 88 16,-11 0 69-16,-1 0-399 0,-12 11 243 0,-4 3 108 15,-10 9-1018-15</inkml:trace>
  <inkml:trace contextRef="#ctx0" brushRef="#br0" timeOffset="-196252.04">23996 18130 3142 0,'-37'2'0'0,"2"7"0"0,12-2 0 0,2-2 0 0,8-2 0 0,4-3 0 0,5 0 0 0,4 0 0 0,9 2 0 0,18-1 0 0,5 1 229 0,10-2-99 0,4 0 300 15,0 0-430-15,5 0 0 0,1 0 0 16,1 0 0-16,-2-2 0 0,-13 1 0 16,1-3 0-16,-4 1 0 0,-6 0 0 0,-8 2 0 15,-4 1 0-15,-4 0-234 0,-6 0 117 0,-3 0-827 16,0 0 452-16,-4 0 216 0,0-2 124 0,0-5-371 16,-3-7 243-16</inkml:trace>
  <inkml:trace contextRef="#ctx0" brushRef="#br0" timeOffset="-196064.56">24414 17538 3335 0,'0'-2'0'0,"0"2"0"0,-4 4 0 0,-10 11 0 0,-4 7 0 0,-8 9 0 16,5 4 0-16,-8 10 0 0,-4 11 0 0,1-2 0 0,-9 13 332 0,2-3-147 0,4-2-106 0,-1 0-79 0,1-2 0 0,7-10 0 15,-6 13 0-15,11-16 0 0,5 3 0 0,4-4 0 16,7-9 0-16,4 2-284 0,3-7-3 15,0-9 164-15,12-5-836 0,11-5 426 16,3-13 247-16</inkml:trace>
  <inkml:trace contextRef="#ctx0" brushRef="#br0" timeOffset="-195802.67">24534 18011 2804 0,'13'-3'0'0,"2"3"0"0,-5 0 0 0,0 3 0 0,-4 10 0 0,4 3 0 0,-1 0 0 0,5 7 0 0,4-2 0 0,1-1 0 0,3-2 285 0,4 2-124 16,6-5 97-16,0-1-115 0,3-8-52 0,2-1-26 16,0-5-118-16,-1 0 45 0,-2-2 11 0,-4-10-104 15,-6-5 70-15,-3-3 35 0,-6-3 0 0,-8-1 6 16,-3 1 39-16,-4-7-10 0,0 2-37 16,-6 1 143-16,-12 0-90 0,-3-2-49 0,-5 3-6 0,-8 0 0 15,4 9 0-15,-11 3 0 0,-1 8 0 0,1 3 0 16,7 3 0-16,-1 4 0 0,5 13 0 0,1 3 0 15,8 5 0-15,5 3 0 0,4 3 0 16,10 1 0-16,2 3-11 0,2 8-491 16,12-2 188-16</inkml:trace>
  <inkml:trace contextRef="#ctx0" brushRef="#br0" timeOffset="-194624.39">26258 18058 2094 0,'-5'-7'0'0,"5"5"0"0,0 2 0 0,0 0 0 0,0 0 0 0,0 6 0 0,0 0 0 0,0 6 0 0,0 2 0 0,3-1 0 0,-3 4 118 0,0 7-39 0,0 1 142 15,-8 1-81-15,-4 5-55 0,-6 7 28 16,0 1-37-16,-7-3 0 0,1 2-37 0,-1-8-23 16,-5 7-10-16,5-11 33 0,0 1-258 0,-2-6 129 15,6-9 64-15,-2 1 43 0,7-8-252 0,1-5 82 16,4 0 84-16,5-3-23 0,6-15-495 0,0-12 264 16,2-9 147-16</inkml:trace>
  <inkml:trace contextRef="#ctx0" brushRef="#br0" timeOffset="-194409.22">26083 17702 2856 0,'2'-19'0'0,"0"9"0"0,-1 4 0 0,1 1 0 0,-2 4 0 0,2 1 0 0,2 0 0 0,8 20 0 0,2 4 0 16,7 9 0-16,2 8 198 0,-1 6 478 0,6 11-475 0,0-1-201 0,-1-6 0 16,5 15 0-16,-2-9 0 0,-4 0 0 0,-3-10 0 15,3 7 0-15,-5 2 0 0,-2-5 0 16,-1-5 0-16,-3-2 0 0,-5-8 0 0,5 0 0 0,-8-9 0 15,1 3 0-15,-1-10 0 16,-1-1 0-16,-1-9 0 0,1 0-294 0,0-7 7 16,-1-1-600-16,5-2 423 0,0-5 213 15,4-20 106-15</inkml:trace>
  <inkml:trace contextRef="#ctx0" brushRef="#br0" timeOffset="-194259.1">26639 18043 2993 0,'-10'-13'0'0,"3"3"0"0,-1 5 0 0,3 0 0 0,3-1 0 0,2 3 0 0,0-3 0 0,6-1 0 0,18 3 0 16,5-2 0-16,4 0 539 0,3 3-250 0,0 0-179 0,12 0-110 0,-6 0 0 15,-7 3 0-15,11 0 0 0,-11 0-434 0,1 0 147 16,-1 0 162-16,-5 3-919 0,-5 4 514 0</inkml:trace>
  <inkml:trace contextRef="#ctx0" brushRef="#br0" timeOffset="-194082.07">26848 18231 3757 0,'-25'11'0'0,"8"0"0"0,0-3 0 0,8-2 0 0,3-2 0 0,2-2 0 0,4 4 0 0,1 0 0 16,19-3 0-16,8 2 0 0,4-5 174 0,1 0-174 0,11 0 0 0,-2-2 0 0,-8-4 0 0,3 0-52 15,-4-2-177-15,-3-2 129 0,-7 7 69 0,0-1-815 16,-4 3 422-16,-2-2 213 0,-4 3 105 15</inkml:trace>
  <inkml:trace contextRef="#ctx0" brushRef="#br0" timeOffset="-193468.42">27030 18700 2660 0,'-10'0'0'0,"6"0"0"0,2 0 0 0,2 0 0 0,0 0 0 0,0 6 0 0,0-2 0 0,2 2 0 0,8-4 0 0,3-1 0 0,5 2 268 16,2-3-115-16,0 0 115 0,7-12-120 0,1-3-54 16,4-11-27-16,-4-5 9 0,2-2 1 0,-4 1-27 15,5-10-11-15,-4 3-27 0,0-2 0 0,-3-5-5 16,1 1-7-16,0-1 0 15,-4-5 0-15,6-9 0 0,-5 5 0 0,1-5 0 16,-4 1 0-16,2 2-32 0,-5 0-34 0,-2 5 22 16,-7 16 28-16,0 1 40 0,-5 12-21 0,0 7-17 15,-2 0 14-15,0 6 145 0,0 7-145 0,0 2 0 16,0 1 0-16,-2 0 0 0,-5 19 0 0,0 8 0 16,-1 13 0-16,2 4 0 0,0 2 0 0,3-4 0 15,1 15 0-15,2-10 0 0,0-9 0 0,0 3 0 16,2-6 0-16,9-1 0 0,0-4 0 0,2-9 0 15,3-2 0-15,-2-6 0 16,2-4 0-16,0-6 0 0,0-3 0 0,5-3 0 16,-5-13 0-16,3-6 0 0,-1-9 0 0,0 2 0 15,-2-7 0-15,3-6 0 0,-1 0 0 0,-5-3 0 16,5-3 0-16,-4-3 0 0,4-3 0 0,-3-1 0 16,-3 8 0-16,-4 12 0 0,0-1 0 0,-4 16 0 15,-1-1 0-15,-1 9 0 0,-2 5 0 0,0 2 0 16,0 4 0-16,0 1 0 15,0 0 0-15,-2 12 0 0,-5 11 0 0,-1 4 0 16,0 13 0-16,5-2 0 0,-4 14 0 0,5-7 0 16,2 2 0-16,0-2 0 0,0-3 0 0,4-8 0 15,4-2 0-15,5 1 0 0,-1-7 0 0,1-4 0 16,-1-3 0-16,-2-3 0 0,5-1 0 0,-3-5 0 16,-1-4 0-16,1-1 0 0,-2-1 0 15,3-1 0-15,-4-2 0 0,2 1 0 0,-1 0-51 0,-1 1-151 16,2 3-981-16</inkml:trace>
  <inkml:trace contextRef="#ctx0" brushRef="#br0" timeOffset="-193205.39">28480 18276 3931 0,'-4'-9'0'0,"4"7"0"0,0 2 0 0,0 0 0 16,0 0 0-16,0 0 0 0,0 0 0 31,0 0 0-31,0 0 0 0,0 0 0 0,2 0 0 0,2 0 0 0,-1 0 0 47,0 0 0-47,2 4 0 0,-3 1 0 0,1 1 0 15,-1 5 0-15,-2 4-966 0,0 5 321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49:05.0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12702 3687 2051 0,'-1'-12'0'0,"1"6"0"0,0 3 0 0,0 0 0 0,0 0 0 0,0 1 0 0,0 0 0 0,0 0 0 0,0 2 0 0,0 0 0 0,0 0 357 15,0 0-157-15,0 0-78 0,1 0-39 0,4 0 155 16,-1 0-86-16,-1 0-60 0,-1 0 0 0,2 0 98 15,-1 0-74-15,-1 4-36 0,0 0 63 16,0 0-128-16,0-1-15 0,0 0 0 16,-1-2 0-16,-1 1 0 0,0-2 0 0,0 0 0 15,3 0 0-15,-1 0 0 0,2-2 0 0,3-11 0 16,0-4 0-16,0-2 0 0,2 1 0 0,-4 0 0 16,-1 2 0-16,-1 6 0 0,-1 1 0 0,0 4 0 15,0 0 0-15,-2 4 0 0,0-1 0 0,0 2 0 16,0 0 0-16,0 0 0 0,0 8 0 0,-2 3 0 15,-3-1 0-15,1 2 0 0,2-2 0 16,0 1 0-16,1-4 0 0,-1 2 0 16,2-3 0-16,0 0 0 0,0-2 0 0,0-3 0 15,0 2 0-15,0-2 0 0,0-1 0 0,0 3 0 16,0-2 0-16,0 1-568 0,0 2 192 0,0 1 166 16,0 3 84-16,0 3-694 0,0 3 395 0</inkml:trace>
  <inkml:trace contextRef="#ctx0" brushRef="#br0" timeOffset="457.98">12369 4287 2657 0,'-10'0'0'0,"4"0"0"0,-1 0 0 0,2 2 0 0,-4 4 0 0,0 1 0 0,-2 5 0 0,1 3 0 0,-2 6 0 0,-1 0 0 0,-1 6 183 16,2 1 352-16,1 2-235 0,2 2-134 0,0 2-76 15,4 1-90-15,3 1 0 0,2 0 0 0,0-2 0 16,0-2 0-16,4-2 0 0,8-3 0 0,6-5 0 16,0-1 0-16,1-9 0 0,9 4 0 0,-3-8 0 15,0-5 0-15,2-1 0 0,1-2 0 0,-5 0 0 16,7-5 0-16,-5-10 0 0,-1-5 0 15,-2-5 0-15,4-7 0 0,-5 0 0 0,2-11 0 16,-5 4 0-16,-2-1 0 0,-7 9 0 16,0-6 0-16,-5 1 0 0,-2-2 0 0,-2 2 0 15,0 0 0-15,-8 2 0 0,-4 3 0 0,-6 4 0 16,0 0 0-16,-3 6 0 0,-2 6 0 0,0 4 0 16,0 1 0-16,0 8 0 0,-5 0 0 0,3 2 0 15,1 0 0-15,5 7 0 0,-2 4 0 0,5 1 0 16,0 2 0-16,6 0 0 0,-1 1 0 0,4 1 0 15,2 0 0-15,3-1 0 0,2 1 0 0,0-3-259 16,2-1-220-16,5-4 219 0,9-2 97 16,0-4-599-16,7-2 360 0,1 0 179 15,3-8 90-15</inkml:trace>
  <inkml:trace contextRef="#ctx0" brushRef="#br0" timeOffset="1174.77">12739 3668 1076 0,'-6'0'-2'0,"2"-2"0"0,-2-1 0 0,3 2 0 0,-3-1 1 0,1 0 0 0,1 2 0 0,0 0 0 0,-2-2 1 0,3 2 0 0,-1 0 82 0,2 0 152 0,0 0-95 0,2 0-47 15,-2 0 106-15,2 0-82 16,0 0-36-16,0 0 188 0,0 0-112 0,2 0-44 16,4 0-40-16,5-2 256 0,1 1-142 0,0-7-71 15,6 1-35-15,-2-1 240 0,3-1-144 16,4-3-65-16,-3 1-109 0,3-2-2 0,1 2 0 0,1-2 0 16,3-2 0-16,0-3 0 0,3 3 0 0,2-2 0 15,-1-1 0-15,2-1 0 0,5-3 0 0,-3-1 0 16,3 0 0-16,6 1 0 0,0-2 0 0,4-2 0 15,2 1 0-15,1 0 0 0,8-5 0 0,-3 3 0 16,3-1 0-16,-5-1 0 16,12-3 0-16,-5 0 0 0,6 2 0 0,-5 0 0 15,1-1 0-15,-7 6 0 0,10-7 0 0,-5 1 0 16,0 6 0-16,0-3 0 0,0-1 0 0,-6 4 0 16,17-5 0-16,-12 6 0 0,1-2 0 0,-6 2 0 15,-7 3 0-15,4-3 0 16,-3 3 0-16,-4-2 0 0,-5 4 0 0,-8 2 0 15,3 1 0-15,-4-1 0 0,-4 1 0 0,-1 5 0 16,-6-2 0-16,-3 4 0 0,1-2 0 0,-4 3 0 16,0-1 0-16,-4 2 0 0,3-1 0 0,-3 2 0 15,0-1 0-15,-1 1 0 0,0 0 0 0,1 0 0 16,-2 2 0 0,-2-2 0-16,0 1 0 0,1 4 0 0,-2-4 0 0,-4 4 0 0,1-1 0 0,-1 2 0 15,0-2 0-15,-2 2 0 0,0 0 0 0,0 0 0 16,0 0 0-16,0 0-368 0,0 0 160 0,-4 0-686 15,-1 0 430-15,-2 0 210 0,-2 0 105 0</inkml:trace>
  <inkml:trace contextRef="#ctx0" brushRef="#br0" timeOffset="1415.46">15055 2339 2471 0,'-16'5'0'0,"5"-5"0"0,2 0 0 15,1 0 0-15,2 0 0 0,5 0 0 0,1 0 0 0,0 0 0 0,9 0 0 0,12 0 0 0,7 0 266 0,2 0-111 0,4 0-56 16,3 0 390-16,3 4-223 0,-2 1-100 0,-1 2-147 16,-3 2-19-16,-4 0 0 0,-4 2 0 0,-5-2 0 15,-4 2 0-15,-4 3 0 0,-4-3 0 0,-5 0 0 16,-2 3 0-16,-2-2 0 0,0 3 0 0,-13 0 0 16,-4 3 0-16,-3-4 0 0,1 1 0 0,-4 3 0 15,5-3 0-15,-9 2 0 0,4-1 0 0,-1-2-124 16,-3 6-1-16,-5 3-864 0,2-1 462 15,-9 8 247-15,0 2 119 0</inkml:trace>
  <inkml:trace contextRef="#ctx0" brushRef="#br0" timeOffset="1668.91">14354 3380 3056 0,'-11'0'0'0,"3"2"0"16,2 0 0-16,-1-1 0 0,3 2 0 0,4-2 0 0,0-1 0 0,0 2 0 0,0 1 0 0,15-3 0 0,8 0 710 0,5 0-545 0,11 0-165 16,3-5 0-16,5-2 0 0,2-1 0 0,1 0 0 15,-6 0 0-15,10 0 0 0,-7 1 0 0,-2-1 0 16,-2 1 0-16,-9 3 0 0,1-1 0 0,-3 0 0 16,-3 2 0-16,-7-1 0 0,1 2 0 0,-5-2 0 15,-2 2 0-15,-3 1 0 0,-3-1 0 0,-5 0 0 16,1 1-294-16,-5-2-10 0,1-3 137 0,-2-1-741 15,0-4 433-15,-3-5 217 0</inkml:trace>
  <inkml:trace contextRef="#ctx0" brushRef="#br0" timeOffset="1868.97">14867 3149 3151 0,'-23'0'0'0,"9"2"0"0,-2-2 0 0,7 2 0 0,4-2 0 0,2 0 0 0,3 0 0 0,3 0 0 0,11 0 0 0,9 0 0 0,7 0 218 0,0 0-88 0,0 0 302 0,4 2-432 16,-2 5 0-16,1 5 0 0,-2-1 0 0,-3 4 0 15,-2 2 0-15,-6 0 0 16,-4-1 0-16,-2 3 0 0,-4 2 0 0,-6 2 0 16,-2 3 0-16,-2-1 0 0,-7 2 0 0,-13 2 0 15,-8 2 0-15,0-2 0 0,-2 2 0 0,-2-4 0 16,0 2 0-16,4-5-412 0,-8 3-126 0,2 0 248 16,1 0 124-16,-1-1-397 0</inkml:trace>
  <inkml:trace contextRef="#ctx0" brushRef="#br0" timeOffset="2078.06">14611 3923 2849 0,'0'15'0'0,"0"4"0"0,-2 0 0 0,-5-3 0 0,-4 5 0 0,-3 2 0 0,3 3 0 0,0 2 0 0,3 0 0 0,1 2 0 0,1 1 435 0,4-1 212 16,2-3-647-16,0-2 0 0,4-1 0 0,9-4 0 15,8 0 0-15,3-5 0 0,3-5 0 0,5-5 0 16,0-3 0-16,1-2 0 0,3 0 0 15,-1-7 0-15,-1-8 0 0,-2-6 0 0,-4 3 0 16,-1 1-122-16,-6-5-70 0,-3-1-43 16,-1-2-491-16,-6-5 342 0,1-4 160 0,-5-9-543 15</inkml:trace>
  <inkml:trace contextRef="#ctx0" brushRef="#br0" timeOffset="2211.42">14807 3690 3365 0,'-28'-6'0'0,"7"-1"0"0,2 5 0 0,6-1 0 16,2 0 0-16,5 3 0 0,0-1 0 0,4 1 0 0,2 0 0 0,0 0 0 0,2 5 566 0,8 6-566 0,1-3 0 0,3 3 0 0,-2 2 0 16,3-1 0-16,0 1 0 0,0 0 0 0,0-1 0 15,0 1 0-15,1-1-962 0</inkml:trace>
  <inkml:trace contextRef="#ctx0" brushRef="#br0" timeOffset="9268.89">8901 6168 1708 0,'0'0'0'0,"0"0"0"0,0 0 0 0,0 0 0 0,0 0 0 0,0 0 0 0,0 0 0 0,0 0 0 0,0 0 0 0,0 0 0 0,0 0 41 16,0 0 0-16,0 0 10 0,0 0-73 0,0 0 0 0,0 0 56 16,0 0 1-16,0 0-34 0,0 0 8 0,0 0 22 15,0 0-64-15,0 0 0 0,0 0 45 0,0 0-29 16,0 0-4-16,0 0 38 0,0 0-13 0,0 0 43 16,0 0-40-16,0 0 5 0,0 0-4 0,0 0 38 15,0 0-33-15,0 0 0 16,0 0 0-16,0 0-58 0,0 0 64 0,0 0 0 15,0 0 54-15,0 0-56 0,0 0-2 0,0 0 43 16,0 0-36-16,0 0-4 0,0 0-1 0,0 0 54 16,0 0 1-16,0 0-48 0,0 0 3 0,0 0 34 15,0 0-1-15,0 0-21 0,0 0-10 0,0-1-48 16,0 0 58-16,0-2-4 0,0 1-36 0,4-2 0 16,0 1 31-16,4-1 16 0,-3 0-10 0,1-3-13 15,3 2 4-15,0-3 42 16,1-2-42-16,-1 1-5 0,2-1 11 0,1 2 2 15,-3-2-8-15,0 1 3 0,3-1-2 0,-3 2-47 16,0 1 53-16,1 1 0 0,-2-1-45 0,1-1 39 16,-1 4-1-16,-1-2-29 0,2-3-6 0,0 4 25 15,1-2 4-15,0-1-30 0,0 1 27 0,0-3-2 16,1 1 0-16,0-2 29 0,1 1-29 0,-1-1 0 16,0 0 17-16,3 0-10 15,-2 3-5-15,0-4 3 0,1 4-20 0,-4-2 19 16,5 0-1-16,-4 3-29 0,5-1 29 0,-5-2-1 15,1 4 1-15,3-2-39 0,-1 1 36 0,-1-1-1 16,0 2 0-16,4-3 11 0,-5 2-12 0,3-2-4 16,1 0 3-16,-1 0 20 0,3 0-19 0,-1-2 0 15,-2 0 10-15,1 1-8 0,0 0-1 0,0 0 7 16,0 2-17-16,0 0 15 0,0-1-4 0,0-1-29 16,0 1 28-16,2-1 2 0,2 1-2 0,-3-1-22 15,2-3 20-15,1 3-3 16,-3-3 3-16,3 0-16 0,-1 1 12 0,2-1 2 15,-3-1-18-15,-1 2 17 0,4-3 0 0,-4 3-16 16,3 1 14-16,-1-1 1 0,1-1-1 0,1 2-16 16,-2 0 15-16,3-1 2 0,-2 1-5 0,-1 1 3 15,1-5-1-15,4 5 0 0,-5-2 17 0,3 1-23 16,2-4 0-16,-3 2 0 0,1-1 0 16,0 2 0-16,1-3 0 0,-3 3 0 0,4-3 0 0,-1 2 0 15,-1 0 0-15,-2 2 0 16,1-3 0-16,-1 2 0 0,2 1 0 0,1-5 0 15,-1 5 0-15,-2-2 0 0,1 0 0 0,1 2 0 16,3-6 0-16,-2 3 0 0,3-1 0 0,-2 0 0 16,1 0 0-16,-4 2 0 0,7-4 0 0,-3 2 0 15,1 0 0-15,-2 1 0 0,-1 0 0 0,-1 1 0 16,3-2 0-16,-1 1 0 0,-1 2 0 0,2-4 0 16,-3 3 0-16,6-2 0 0,-5 0 0 0,2 3 0 15,-1-6 0-15,2 3 0 0,-5 2 0 0,4-6 0 16,-1 3 0-16,0-2 0 15,1 3 0-15,0-2 0 0,-3 2 0 0,4-3 0 16,-1 3 0-16,-2-1 0 0,3 1 0 0,-2 0 0 16,-3 4 0-16,4-4 0 0,-1-1 0 0,2 5 0 15,-3-5 0-15,0 3 0 0,-1-1 0 16,6-3 0-16,-4 5 0 0,4-3 0 0,-2 1 0 0,-3-2 0 16,-2 4 0-16,7-5 0 0,-4 5 0 15,-1-3 0-15,1-1 0 0,-3 2 0 16,1 0 0-16,4-1 0 0,-3 1 0 0,0 0 0 15,1 1 0-15,0 0 0 0,-3 1 0 0,5-3 0 16,-3 3 0-16,1-2 0 0,-3 0 0 0,1 2 0 16,0-2 0-16,3 0 0 0,-3 0 0 0,2 0 0 15,-2 0 0-15,0 1 0 0,0 1 0 0,-2 0 0 16,0-2 0-16,0 3 0 0,-1-2 0 0,-1 2 0 16,-2 2 0-16,2-2 0 0,-2 1 0 0,2-1 0 15,0 1 0-15,0 0 0 0,2 0 0 0,-4 1 0 16,4-2 0-16,1-1 0 15,-1 2 0-15,0-2 0 0,1 0 0 0,-2 1 0 16,0-1 0-16,1 3 0 0,0-3 0 0,-3 1 0 16,2 2 0-16,-2-3 0 0,1 4 0 0,-2-3 0 15,2 2 0-15,-2 0 0 0,2 0 0 0,1 2 0 16,0-3 0-16,3 0 0 0,-1-1 0 0,-1 1 0 16,2 1 0-16,-1-2 0 0,1 2 0 0,0 0 0 15,-3-3 0-15,3 3 0 16,-2-3 0-16,-1 3 0 0,0-1 0 0,2-1 0 15,-1 3 0-15,2-5 0 0,1 2 0 0,-5 0 0 16,8-2 0-16,-5 2 0 0,4 0 0 0,-5-1 0 16,8-1 0-16,-5-1 0 0,1 2 0 0,-1-1 0 15,1-1 0-15,-1 3 0 0,3-1 0 0,-3-1 0 16,1 2 0-16,-5 1 0 0,3-1 0 0,-2 0 0 16,0 2 0-16,0 0 0 15,-3 0 0-15,3-1 0 0,0 1 0 0,0 0 0 0,0-4 0 0,3 3 0 16,-1-2 0-16,3 2 0 15,1-4 0-15,1 1 0 0,0 0 0 0,2-2 0 16,0 0 0-16,1-1 0 0,-1 1 0 0,-5 4 0 16,7-5 0-16,-4 1 0 0,0 2 0 0,-2 1 0 15,1 2 0-15,-2-3 0 0,1 1 0 16,-2 2 0-16,1 0 0 0,0 0 0 0,-5 0 0 0,5-1 0 16,1-3 0-16,1 4 0 15,-1-2 0-15,-2-2 0 0,3 2 0 0,0 1 0 0,3-5 0 16,-3 3 0-16,0 1 0 0,0 0 0 15,1-1 0-15,-5 1 0 0,5-3 0 0,-4 2 0 16,1 1 0-16,0 0 0 0,2-1 0 0,-5 2 0 16,6-4 0-16,-1 0 0 0,-3 5 0 0,2-3 0 15,1 0 0-15,-3-1 0 0,7-1 0 0,-3 3 0 16,1-2 0-16,-2 1 0 0,0-1 0 16,-1 2 0-16,3-1 0 0,-1-1 0 0,-2 3 0 15,-1 0 0-15,1 0 0 0,-3-1 0 16,6-1 0-16,-6 1 0 0,2 2 0 0,0-1 0 15,1-3 0-15,-1 3 0 0,5-2 0 0,-2-2 0 16,1 2 0-16,-3-2 0 0,5 1 0 0,-4-1 0 16,3-1 0-16,-1 1 0 0,1-1 0 0,0 2 0 15,-1-3 0-15,1 2 0 0,0 0 0 0,-1 1 0 16,-2-1 0-16,-2 2 0 0,0 2 0 0,3-4 0 16,-1 3 0-16,-5 2 0 0,1-2 0 0,2 1 0 15,-3 0 0-15,2-1 0 16,3 1 0-16,-2 2 0 0,0-5 0 0,0 3 0 15,0 0 0-15,3-2 0 0,-2 2 0 0,1-3 0 16,-1 2 0-16,1-2 0 0,-2 3 0 0,4-4 0 16,-2 2 0-16,-1 0 0 0,1-1 0 0,-1 4 0 15,-4-1 0-15,9-5 0 0,-3 4 0 0,-1-1 0 16,1 0 0-16,-2 1 0 0,2-2 0 0,3 1 0 16,-1-3 0-16,0 4 0 15,-1-3 0-15,1 2 0 0,-5 1 0 0,7-4 0 16,-7 5 0-16,6-5 0 0,-5 3 0 0,3-1 0 15,-1 0 0-15,2-1 0 0,1 0 0 0,1-2 0 16,-3 2 0-16,6-1 0 0,-3 0 0 0,2-1 0 16,0 2 0-16,1-2 0 0,1 0 0 0,0 2 0 15,1 0 0-15,1-2 0 0,-1 1 0 0,0 0 0 16,2 0 0-16,-2-1 0 0,3 0 0 0,1-2 0 16,-7 6 0-16,8-6 0 0,-4 2 0 15,-5 2 0-15,5-2 0 0,-2 2 0 16,1-2 0-16,-1 1 0 0,6-4 0 0,-3 4 0 15,-5 2 0-15,9-4 0 0,-3-1 0 0,0 2 0 16,-1-2 0-16,1 2 0 0,-6 0 0 0,3-1 0 16,1-2 0-16,-2 4 0 0,0-1 0 0,-4 2 0 15,0 1 0-15,-3-3 0 0,2 3 0 0,-1-1 0 16,0 0 0-16,1 3 0 0,-1-3 0 16,-2 0 0-16,2 3 0 0,1-1 0 0,-1-1 0 15,-4 3 0-15,6 0 0 0,-4-1 0 16,-7 3 0-16,4 0 0 0,-5-1 0 0,0 3 0 15,-4 1 0-15,0 0 0 0,-3 0 0 0,-4 2 0 16,3 2 0-16,-4-1 0 0,1 2 0 0,-2-1 0 16,-1 0 0-16,2 0 0 0,-4 0 0 0,2 0 0 15,-2 2 0-15,0 0 0 0,-1 0 0 0,-1-2 0 16,0 2 0-16,0 0 0 0,0 0 0 0,0 0 0 16,0 0 0-16,0-2 0 0,0 1 0 15,-1 1 0-15,-15 0 0 0,-6 0-591 16</inkml:trace>
  <inkml:trace contextRef="#ctx0" brushRef="#br0" timeOffset="10480.1">8804 2790 2148 0,'-16'-12'0'0,"5"9"0"0,6 2 0 0,1 1 0 0,2 0 0 0,1 0 0 0,1 0 0 0,-2 0 0 0,2 0 0 0,0 0 0 0,0-2 164 0,9 0-61 15,9-1 170-15,3-1-115 16,2 0-58-16,-2-2 205 0,4 1-136 0,-2 1-64 0,5-1-31 0,-3 3 118 16,0-3-74-16,-2 1-96 15,7 1-22-15,-3-3 0 0,3 3 0 0,0-6 0 16,-2 3 0-16,2-2 0 0,-1 1 0 0,-3-3 0 15,-6 5 0-15,-1-2 0 0,-3 2 0 0,-4 2 0 16,-2 0 0-16,-4 1 0 0,-2 1 0 0,-3-1 0 16,1 2 0-16,0 0 0 0,-2 0 0 0,0 0 0 15,0 0 0-15,0 0 0 0,0 0 0 0,0 0 0 16,0-2 0-16,0 2 0 0,0-2 0 0,0 2 0 16,0 0 0-16,0-2 0 15,0 2 0-15,0 0 0 0,0 0 0 0,0 0 0 16,0 0 0-16,0 0 0 0,0 0 0 0,0 0 0 15,0 0 0-15,0 0 0 0,0 0 0 0,0 0 0 16,0 0 0-16,0 0 0 0,0 0-75 0,0 0-260 16,0 0 135-16,0 0-503 0,0 0 330 0,0 0 165 15,-4 6 83-15,-4-1-399 0,1 2 230 0,-4 4 131 16,2-4 60-16</inkml:trace>
  <inkml:trace contextRef="#ctx0" brushRef="#br0" timeOffset="11135.24">8883 2809 722 0,'-8'0'0'0,"1"1"0"0,-1 5 0 0,-2-3 0 0,3 1 0 0,-4 1 0 0,4-1 0 0,-3 2 0 0,2-3 0 0,3 2 0 0,-2 2 107 0,0-6 309 0,4 4-338 15,-1-2-1-15,0-1-35 0,1 0 0 0,0 0 11 16,0-1 122-16,1 4-67 0,1-4-32 16,-4 1 253-16,5-1-143 0,-2 2-62 0,0-3 181 15,2 0-132-15,0 0-65 0,0 2-33 0,0-2 161 16,0 0-87-16,0 0-58 0,0 0-1 16,0 0-48-16,0 0 85 0,0 0-127 0,0 0 0 15,2 0 0-15,8-2 0 0,1-2 0 16,0-4 0-16,3 1 0 0,-3-2 0 0,4 0 0 15,-2-2 0-15,3 2 0 0,-4-2 0 16,4 1 0-16,-2 0 0 0,2-2 0 0,0 3 0 0,2-3 0 16,2 0 0-16,0 1 0 0,5-3 0 15,0-2 0-15,0 4 0 0,4-3 0 0,1-1 0 0,1 0 0 0,1-4 0 16,9-2 0-16,-4 2 0 16,2-3 0-16,5-3 0 0,2-2 0 0,9-6 0 15,-3 3 0-15,1-6 0 0,7 0 0 0,0-3 0 16,2-1 0-16,0-2 0 0,4-1 0 0,2-1 0 0,-1 3 0 15,-3-2 0-15,-9 5 0 0,12-6 0 16,-10 6 0-16,-14 6 0 0,4-2 0 16,-6 1 0-16,-5 5 0 0,3-2 0 0,-11 8 0 0,-2-2 0 15,1 5 0-15,-4 0 0 0,-7 7 0 0,1-2 0 16,0 1 0-16,-2 3 0 0,0 0 0 16,-1-1 0-16,-2 3 0 0,2 0 0 0,-1 1 0 15,-2 1 0-15,-3 1 0 0,1 1 0 16,-5-2 0-16,1 6 0 0,-3 0 0 0,0-2 0 15,0 1 0-15,-2 2 0 0,0 0 0 16,0 0 0-16,0 0 0 0,0 0 0 0,0 0 0 0,0 0 0 16,0 0 0-16,0 0 0 0,0 0 0 0,0 2 0 15,-2 2 0 1,-2 0-26-16,-1 2-91 0,1-3-190 0,-1 1 132 0,1-1 67 16,-3-1-512-16,2 1 289 0,0-3 134 0,1 0-419 0,-3 0 287 15,3-8 143-15,-1-3-290 0</inkml:trace>
  <inkml:trace contextRef="#ctx0" brushRef="#br0" timeOffset="11423.82">10431 1431 3073 0,'-20'2'0'0,"4"2"0"0,1-3 0 0,5-1 0 0,-1 0 0 0,5 0 0 0,2 0 0 0,3 0 0 0,1 0 0 0,0 0 0 0,7 0 50 0,14 0-8 15,7 0 0-15,9-1 153 0,1-5-77 0,2-2-27 16,10 1-11-16,-3-1-37 0,-4 1 154 0,-5 3-197 15,0-1 0-15,-2 5 0 0,-3-3 0 0,-3 2 0 0,-7 1 0 16,-1 0 0 0,-5 0 0-16,-6 0 0 0,-2 0 0 0,-2 4 0 0,-2 1 0 15,-3 1 0-15,-2 1 0 0,0 5 0 0,-4-3 0 0,-8 4 0 16,2 1 0-16,-3-2 0 0,-3 3 0 16,2 1 0-16,-2 0 0 0,0 1 0 15,-2 4 0-15,4-2 0 0,-3 2 0 0,2-1 0 16,-2 6 0-16,-1-2-228 0,4 5-248 0,-4 1 216 0,2 3-644 15,-3-1 420-15,1 10 226 0,-1-5-175 16</inkml:trace>
  <inkml:trace contextRef="#ctx0" brushRef="#br0" timeOffset="11687.32">9836 2627 2674 0,'-12'4'0'0,"1"0"0"0,2-2 0 0,4-2 0 0,1 1 0 0,1-1 0 0,3 0 0 0,-2 0 0 0,2 0 0 0,0 0 0 0,11 0 234 16,10 0-96-16,5 0-49 0,4-1 0 0,9-9 280 16,-5 0-154-16,12-1-92 0,-5-2-123 0,-2 2 0 15,-4 0 0-15,4 2 0 0,-4-2 0 0,1 1 0 0,-4 0 0 16,-2 4 0-16,-4 0-482 0,-6-1 221 0,1 2 162 15,-2-1-12-15,-6 3-657 0,-1-3 363 0,-3 3 183 16,0-3 90-16,-5-2-208 0,-2-3 155 0</inkml:trace>
  <inkml:trace contextRef="#ctx0" brushRef="#br0" timeOffset="11898.16">10287 2332 2061 0,'-12'0'0'0,"3"-2"0"0,4 0 0 0,1-1 0 0,3-1 0 0,1-2 0 0,0-2 0 0,12 4 0 0,11-4 0 0,4 1 0 0,1 1 474 15,2 2-222-15,0 2-105 0,2 0-53 0,-4 2 186 16,-1 0-119-16,-7 0-50 0,1 4-40 0,-4 7 5 16,-3 3 0-16,-3 0-35 0,-2 2 0 0,-6 4-104 15,-3 3 48-15,0 0 27 0,-7 3 1 0,-10-2-81 16,-4 0 54-16,1-1 38 16,-3 1-411-16,-4 1 148 0,3-3 120 0,-1 1-519 15,0-1 298-15,0 1 140 0,-1-1 84 0,1 3-438 16,0-1 256-16,0 0 129 0</inkml:trace>
  <inkml:trace contextRef="#ctx0" brushRef="#br0" timeOffset="12214.8">10094 2930 1964 0,'-19'22'0'0,"5"-1"0"0,4-4 0 0,-1-1 0 0,2 1 0 0,0 1 0 0,4 0 0 0,-1 1 0 0,5-1 0 0,-1 2 0 0,2-3 557 0,0 3-263 0,0 1-127 16,0-1 235-16,0-1-181 15,0 2-80-15,0-5-11 0,2 2-75 0,3-2-55 16,0-4 0-16,6-1 0 0,-1-2 0 0,3-4 0 15,3-1 0-15,-2-1-22 0,4-3-57 0,1 0 60 16,1-3 40-16,1-9-422 0,0-3 211 0,-1-2-519 16,-1-2 335-16,-5 3 166 0,2-3 73 0,-3-8-173 15,-3 3 133-15,-3-6 67 0,-3 1 34 0,-3-2-355 16,-1-2 184-16,0 0 107 0,-3 3 49 0,-13 2-56 16,2 5 73-1,-5 3 209-15,4 4-103 0,-4 3-32 0,3 0-1 0,-2 4 607 16,5 1-324-16,2-2-163 0,3 5-63 15,3-1-41-15,1 2 758 0,2 2-367 0,2 1 17 16,0 1-192-16,0-2-86 0,0 2-58 0,0 0-124 16,8 0 38-16,3 0 0 0,-1 3 38 0,-1 9-644 0,2 5 316 15,1-1 164-15</inkml:trace>
  <inkml:trace contextRef="#ctx0" brushRef="#br0" timeOffset="18781.66">12795 3516 2625 0,'-6'-9'0'0,"2"3"0"0,-1-4 0 0,1 1 0 0,3-1 0 0,-3 4 0 0,4-5 0 0,-2 4 0 0,2-1 0 0,0 3 0 0,0 2 418 15,0 1-188-15,0-1-96 0,4 1-46 0,3 2 160 16,0 0-94-16,3 0-120 0,-1 5-34 0,-1 4 0 15,-1 3 0-15,3 3 0 16,-3 3 0-16,-1 0 0 0,1 5 0 0,-2-5 0 0,2 3 0 0,-3-1 0 16,1-4 0-16,-1-3 0 0,-3-3 0 0,3-1 0 15,-2-3 0-15,0-2 0 16,-2-3 0-16,0 1 0 0,0-2 0 0,0 0 0 16,0 0 0-16,0 0 0 0,-8-6 0 0,-1-5 0 15,2-1 0-15,-5-6 0 0,0-3 0 0,1 3 0 16,1-3 0-16,0 2 0 0,-1 1 0 0,1 3 0 15,3 1 0-15,0 5 0 0,0 1 0 0,4 3 0 16,-1 1 0-16,4 3 0 0,-2 1 0 16,2 0 0-16,0 0 0 0,0 3 0 15,2 12 0-15,4 4 0 0,4 1 0 0,-1 3 0 16,2 5 0-16,1-3 0 0,-1 0 0 0,-4-4 0 16,3 0 0-16,-1-3 0 0,-4 0 0 0,3-7 0 15,-7-2 0-15,4-3 0 0,-3-2 0 0,0-2 0 16,0-2 0-16,-2 0 0 0,0 0 0 0,0-2 0 15,-6-11 0-15,-2-4 0 0,-1-4 0 0,0-4 0 16,0-1 0-16,-1-2 0 0,2 3 0 0,-1 1 0 16,1-1 0-16,1 5 0 0,1 4 0 15,1 4 0-15,1 3 0 0,2 4 0 16,2 2 0-16,0 1 0 0,0 1 0 0,0 1 0 16,0 1 0-16,6 16 0 0,3 6 0 0,2 1 0 15,-3 4 0-15,3 4 0 0,-4-2 0 0,0-3 0 16,4 6 0-16,-4-6 0 15,0-9 0-15,-2 2 0 0,0-4 0 0,1-6 0 0,-5-2 0 16,1-3 0-16,0-3 0 0,0-2 0 16,-2 0 0-16,0 0 0 0,0-2 0 0,0-11 0 15,-4-4 0-15,-1-2 0 0,-4-6 0 0,4 4 0 16,-2-7 0-16,0 2 0 0,1 8 0 0,0-4 0 16,2 9 0-16,0 3 0 0,3 2 0 0,-1 4 0 15,0 1 0-15,2 0 0 0,0 3 0 0,0 0 0 16,0 3 0-16,5 8 0 0,3 4 0 0,0 0 0 15,-1 1 0-15,0 2 0 0,1 0 0 0,-2 0 0 16,0-4 0-16,-1-1 0 0,-1-1 0 0,-1-3 0 16,-1-3 0-16,0-3 0 0,0-1 0 0,-2 0 0 15,0-2 0-15,0 0 0 16,0 0 0-16,0 0 0 0,0-5 0 0,-4-6 0 16,-1-1 0-16,1 0 0 0,-1 2 0 0,-1-4 0 15,0 7 0-15,2-2 0 0,0 2 0 0,1 0 0 16,3 5 0-16,0 1 0 0,0-2 0 0</inkml:trace>
  <inkml:trace contextRef="#ctx0" brushRef="#br0" timeOffset="37024.78">18031 744 1846 0,'-6'-5'0'0,"1"0"0"0,-1 3 0 0,-1-1 0 0,-1 0 0 0,2 1 0 0,-1 2 0 0,0 0 0 0,1 0 0 0,2 0 0 0,2 0 326 0,0 0-142 15,2 0-72-15,0 0 59 0,0 2-65 0,0 1-22 16,4 0-11-16,6-1 127 0,2-1-80 0,4-1-40 15,2 0 1-15,1 0 57 0,6 0-54 0,-7 0 0 16,9 0 99-16,-3-1-124 0,1-4-59 0,-3-1 0 16,4-3 0-16,-1 0 0 0,1-5 0 0,-1-1 0 15,-1-1 0-15,-2 2 0 16,-1-1 0-16,-2 2 0 0,-6 1 0 0,-4 5 0 16,1 2 0-16,-6 1 0 0,-1 2 0 0,-1-1 0 15,0 2 0-15,-2 1 0 0,0 0 0 0,0 6 0 16,0 7 0-16,-2 0 0 0,-1 4 0 0,1 1 0 15,-2 1 0-15,1 2 0 0,-2 5 0 0,1-3 0 16,1-1 0-16,-1 3 0 0,0-3 0 0,-1 6 0 16,-2-2 0-16,2-1 0 0,0 2 0 0,-3-3 0 15,3-1 0-15,-5 5 0 16,3-6 0-16,1-1 0 0,1 0 0 0,-1-1 0 16,0-3 0-16,2-2 0 0,2-4 0 0,0 2 0 15,2-4-234-15,0-3-10 0,0 0 91 0,0-2-743 16,12-4 427-16,1 0 214 0</inkml:trace>
  <inkml:trace contextRef="#ctx0" brushRef="#br0" timeOffset="37404.67">18977 1105 3323 0,'-7'-9'0'0,"4"5"0"0,-1 0 0 0,0-6 0 0,4 1 0 0,0-1 0 0,0-1 0 0,2-2 0 0,11 2 0 0,4-5 0 0,5 5 466 0,4-1-324 0,3 5-142 16,1 0 0-16,0 3 0 0,4 0 0 0,-3 4 0 15,1 0 0-15,0 0 0 0,-2 8 0 0,-3 5 0 16,-3 2 0-16,-3 4 0 0,-6 2 0 0,-4-1 0 15,-1 9 0-15,-8-5 0 0,0 4 0 0,-2 1 0 16,-4-1 0-16,-12 3 0 0,-2-2 0 0,-5 1 0 16,-1-5 0-16,-3 0 0 0,1-3 0 0,0-3 0 15,0-5 0-15,0 1 0 16,-1-4 0-16,2-4 0 0,3-2 0 0,2-4 0 16,1-1 0-16,4 0 0 0,3 0 0 0,3-1 0 15,4-10 0-15,5-4 0 0,0-5 0 0,12-2-36 16,13-9-463-16,5 0 228 0,7-4-773 0</inkml:trace>
  <inkml:trace contextRef="#ctx0" brushRef="#br0" timeOffset="37580.68">19611 882 2093 0,'11'-4'0'0,"-6"3"0"0,-5 1 0 0,-3 0 0 0,-17 15 0 0,-5 5 0 0,-7 7 0 0,4 5 0 0,-4 1 0 0,2 7 0 0,2 4 309 0,10-9 998 0,4 6-1085 0,8-4-222 16,6-1 0-16,0-3 0 0,13-1 0 0,10-7 0 15,7 0 0-15,7-3 0 0,2-4 0 0,3-6 0 16,3-2 0-16,-4-2 0 0,12-7 0 0,-4-1 0 16,-1 0-286-16,3 0 34 0,-1-9 31 15</inkml:trace>
  <inkml:trace contextRef="#ctx0" brushRef="#br0" timeOffset="37715.81">20172 1262 3931 0,'0'1'0'0,"0"3"0"0,0-4 0 0,-2 3 0 0,1-3 0 0,1 0 0 0,0 0 0 0,-2 0 0 0,2 0 0 0,0 0 0 16,2-3 0-16,3 1 0 0,6-1 0 0,1-1 0 0,-3 3 0 15,5-1 0-15,-2 2 0 0</inkml:trace>
  <inkml:trace contextRef="#ctx0" brushRef="#br0" timeOffset="46676.62">16598 1482 3361 0,'-9'-6'0'0,"1"3"0"15,4-1 0-15,-1-1 0 0,3 4 0 0,2-2 0 0,-2 3 0 0,2 0 0 0,0 0 0 0,0 0 0 0,2 14 136 0,7 3 225 0,5 4-288 0,1 2-73 0,2 5 0 0,-1-2 0 16,5 2 0-16,-2 0 0 15,0-2 0-15,0-1 0 0,-3-3 0 0,-2-5 0 16,-1 0 0-16,-3-2 0 0,-1-4 0 0,-6-3 0 0,1-2 0 16,-2-3 0-16,0-3 0 15,-2 3 0-15,0-3 0 0,0 0 0 0,-8 0 0 16,-3-3 0-16,-2-5 0 0,-2-1 0 0,0-2 0 0,-5-5 0 16,2-2 0-16,1-3 0 0,2 1 0 0,-2-5 0 15,3 2 0-15,1 1 0 0,-1 4 0 0,3-1 0 16,-1 3 0-16,1 2 0 0,4 6 0 0,0 0 0 15,-1 3 0-15,2 4 0 16,4-2 0-16,1 3 0 0,-1 0 0 0,2 3 0 16,0 9 0-16,0 6 0 0,2 2 0 0,10 1 0 15,6 1 0-15,-2-2 0 0,5-1 0 0,-2-3 0 16,8 1 0-16,-11-6 0 0,5 0 0 0,-5-1 0 16,0-5 0-16,-7 1 0 0,-2-2 0 0,-2-3 0 15,-2-1 0-15,-1 0 0 0,-2 0 0 0,0 0 0 16,-5-1 0-16,-9-11 0 15,1-3 0-15,-4-3 0 0,1-2 0 0,2 0 0 0,-4-6 0 16,2 5 0-16,3 4 0 0,0 1 0 16,0 0 0-16,3 7 0 0,3-1 0 0,-1 4 0 15,5 2 0-15,1 3 0 0,0 0 0 0,2 1 0 16,0 0 0-16,0 1 0 0,0 9 0 0,0 3 0 16,6-1 0-16,1 0 0 0,2 3 0 0,1-1 0 15,-1 1 0-15,2 0 0 0,1 0 0 0,-1-3 0 16,1 6 0-16,0-3 0 15,1 0 0-15,3 1 0 0,-4 1-572 0,8 2 230 16,1 0-855-16</inkml:trace>
  <inkml:trace contextRef="#ctx0" brushRef="#br0" timeOffset="46987.17">17053 1889 3931 0,'-4'0'0'0,"2"0"0"0,-1 0 0 0,2 3 0 0,-1 6 0 0,2 3 0 0,0 3 0 16,0 5 0-16,0 2 0 0,0 10 0 0,0 7 0 0,0 5 0 0,2 6 0 0,-1 14 0 0,2 1 0 0,-3 10 0 0,2 3 0 0,0 3 0 16,0-3 0-16,0 2 0 0,-1 1 0 0,5 1 0 15,-1-2 0-15,1 1 0 0,2-4 0 0,-3-2 0 16,1-5 0-16,-1-4 0 0,1-6 0 15,-3-4 0-15,0 0 0 0,-1-1 0 16,0-8 0-16,-2-12 0 0,0-3 0 0,0-9 0 16,0-10 0-16,0-2 0 0,-2-5 0 0,-6-6 0 15,1 0-220-15,-1-20-167 0,1-13 162 16,-1-12 97-16,0-13-565 0,3-6 326 0,0-12 164 0,-6-21-498 16</inkml:trace>
  <inkml:trace contextRef="#ctx0" brushRef="#br0" timeOffset="47242.86">16958 2278 3469 0,'0'-41'0'0,"0"5"0"0,0 4 0 0,0-2 0 0,5 2 0 0,7 4 0 0,9 2 0 0,2 5 0 0,5 3 0 0,1 6 0 0,6 3 430 0,1 5-398 0,1 2-32 0,-1 2 0 16,4 6 0-16,-8 7 0 0,3 5 0 0,-5 7 0 16,-4 0 0-16,-5 3 0 0,-4 1 0 0,-6 4 0 15,-6 0 0-15,-5 5 0 0,0-1 0 0,-11 5 0 16,-10-4 0-16,-3-5 0 0,-4-4 0 0,-3 0 0 15,1-9 0-15,-3-4 0 16,-1-5 0-16,2-5 0 0,2-4 0 0,0-2 0 16,6 0 0-16,-2-5 0 0,8-7 0 0,4-3 0 15,2-1 0-15,7 0 0 0,3 2 0 0,2-3 0 16,2 3 0-16,11-1 0 0,7 4-68 0,1 4-157 16,8-1 99-16</inkml:trace>
  <inkml:trace contextRef="#ctx0" brushRef="#br0" timeOffset="47413.33">17908 2631 384 0,'-16'-11'0'0,"7"11"0"0,5 0 1014 15,-8-3-507-15,7 2-253 0,3-1-127 0,2 2-285 0,0 0 59 0</inkml:trace>
  <inkml:trace contextRef="#ctx0" brushRef="#br0" timeOffset="56548.33">23350 12740 2331 0,'0'0'0'0,"0"0"0"0,0 0 0 0,0 0 0 0,0 2 0 0,0 2 0 0,0 1 0 0,0 1 0 0,2 2 0 0,-1-3 0 0,2 3 39 0,-2-3-111 0,1 0 49 0,-2 1 29 16,0 0 1-16,0-3-186 0,0 2 97 0,-2-4 44 15,-5-1-26-15,-2 0 31 0,-2 0 0 0,-1 0 31 16,-1-6-4-16,2-4-45 0,0-4 38 0,0-3-49 16,2 1 173-16,4-1-63 0,1 2-34 0,3 3 217 15,1-3-113-15,0 6-37 0,0-4-35 0,7 3 241 16,7 1-114-16,2 2-72 0,0 0 54 0,5 1-58 15,2 1-29-15,-2 4 0 16,0 1 7-16,-1 0-8 0,-1 0-29 0,-4 1 1 16,-2 7-5-16,-3 2 4 0,-3-3 10 0,-4 6-34 0,-1-1 0 15,-2 2 25-15,0 2 69 0,-3-2-35 16,-12 3-52-16,-4 1-21 0,4-6 0 0,-6 2 0 16,0-2 0-16,3-2 0 0,-1-5 0 0,5 1 0 15,2-4 0-15,3 1 0 0,3-3 0 0,1 0 0 16,3 0 0-16,2 0-272 0,0 0-24 15,4-3 144-15,17-8 20 0,2-2-769 16,5-2 421-16</inkml:trace>
  <inkml:trace contextRef="#ctx0" brushRef="#br0" timeOffset="56930.46">23773 12370 2899 0,'0'-2'0'0,"0"0"0"0,-2 2 0 0,2 0 0 0,-2 0 0 0,-1 0 0 0,-1 6 0 0,-1 5 0 0,2 2 0 0,-5 8 0 0,-1 3 129 0,-4 4-45 16,0 7 0-16,-6 1-12 0,2-3 10 0,-5 6-43 15,1-3-180-15,4-4 90 0,-4 0 45 0,3-2 0 16,3-6-295-16,0-2 166 0,3-4 86 0,5-7 44 16,1-4-555-16,1-2 258 0,0-5 112 0,5 0-151 15,0-11 151-15,2-11 76 0,8-2 37 16,1 3-103-16,5-5 75 0,-9 9 33 15,4-1 69-15,-3 8 1 0,-2-1-37 0,-1 4-10 16,-1 4 435-16,1 1-213 0,-1 2-106 0,-1 0-53 16,2 14 650-16,-3 5-325 0,1 6-83 0,-1 2 317 15,0 4-267-15,0 4-133 0,0 0-68 0,0 1 108 16,-1 1-92-16,1 0-51 0,0-2-75 0,2-3 10 16,-1-2-5-16,0-5 0 0,-2 1-279 0,2-6 124 15,-3-1 98-15,0-8 47 16,0 0-481-16,0-5 168 0,0-2 158 0,0-4-345 15,-3 0 235-15,2-6 118 0,1-18 60 0,0-8-358 16,1-12 214-16,5-4 101 0</inkml:trace>
  <inkml:trace contextRef="#ctx0" brushRef="#br0" timeOffset="57480.91">23780 12434 2388 0,'12'-20'0'0,"-6"11"0"0,3 4 0 16,-4 1 0-16,2 2 0 0,0 2 0 0,0 0 0 0,0 0 0 0,1 6 0 0,2 3 0 0,1 1 110 0,-2 1 47 0,1 2-59 15,-3 1-29-15,-1-2-1 0,-1 4-144 0,-3-3 67 16,0 4 19-16,-2-3-266 0,0 1 148 0,-8 1 73 16,-4-3 37-16,-2-2-102 0,-1-2 64 0,0 1-35 15,-2-4 71-15,7-3-55 0,-2 1 40 0,4-2-50 16,3 0 188-16,0-2-86 0,3 0-31 0,2 0-3 16,0 0 364-16,0 0-136 0,0 0-107 0,9 0-12 15,2 1-36-15,1-1-1 0,2 0-36 0,1 0 35 16,2 0-35-16,-2 0 0 15,0 0 0-15,1 0-194 0,-4 3 107 0,1-3 39 16,1 2-597-16,-7 0 277 0,2 2 161 0,-4-1 30 16,-1 4-276-16,-1 1 193 0,-3 3 91 0,0 0 45 15,-10 2-387-15,-4 2 216 0,-2-3 99 0,-2 1 2 16,-3-2 77-16,-4 0 39 0,7-3 149 0,-3-1-94 16,0-2-37-16,6 1 10 0,3-1 489 0,5-1-259 15,2-3-129-15,1-1-64 0,4 0 389 0,0 0-200 16,2 0-23-16,11 0 55 0,2 0-104 0,3 0-52 15,2 0-16-15,-1 0-84 16,1 0 48-16,-1 0 0 0,0 0-350 0,-3 0 176 16,-5 4 96-16,0 0 34 0,-3 1-531 0,-4 2 269 15,-2 5 57-15,-2-3 93 0,0 5-177 0,-9-4 133 16,-7 4 61-16,2-3 33 0,-9 3-1 0,7-5 29 16,-5 0 34-16,0-2 138 0,1 3-106 0,2-4-33 15,4-1 364-15,4-1-198 0,4-2-94 0,1-1-45 16,5-1 491-16,0 3-240 0,0-3-99 0,6 2-67 15,11-2-10-15,-1 0-57 0,3 0-1 16,2 0-47-16,1 0 0 0,-1 0 48 16,-2 0 10-16,-3 0-291 0,0 0 141 0,-5 0 70 15,-2 0-424-15,-2 0 230 0,0 0 48 0,-4-2 82 16,-1-2-229-16,0-2 142 0</inkml:trace>
  <inkml:trace contextRef="#ctx0" brushRef="#br0" timeOffset="57655.68">23941 12761 1521 0,'-5'-6'0'0,"-2"1"0"0,1 2 0 0,1 3 0 0,-2 0 0 0,0 3 0 0,2 8 0 0,1 6 0 0,-1 5 0 0,1-1 0 0,-2 9 186 15,4 1-74-15,0-3 229 0,0 5-151 0,2-7-66 0,0 5 44 0,0-3-65 16,0-8-32-16,7 3 0 0,5-7-46 0,1 1 24 16,3-3-10-16,0-5 0 0,5-4-234 0,0-3 117 15,4-2 58-15,-2 0 40 0,4-4-586 16,-1-8 233-16,-1-5 166 0,1-4-547 15</inkml:trace>
  <inkml:trace contextRef="#ctx0" brushRef="#br0" timeOffset="57803.06">24233 12814 2885 0,'-3'-3'0'0,"1"3"0"16,2 0 0-16,0 0 0 0,0 0 0 0,7 0 0 0,14 0 0 0,1 0 0 0,6 0 0 0,2 0 0 0,4 4 200 0,1-2-86 0,4-1-37 0,5 2-90 0,-5-3 26 15,5 0 0-15,-6 0 36 0,2 0-511 0,1 0 250 16,-2 0 126-16</inkml:trace>
  <inkml:trace contextRef="#ctx0" brushRef="#br0" timeOffset="57968.12">25360 12859 3413 0,'-6'0'0'0,"6"0"0"0,-2 0 0 0,2 0 0 15,0 0 0-15,0 0 0 0,0 0 0 0,0 0 0 0,0 0 0 0,2-1 0 0,7-3-81 0,1 1 59 0,-3 0 39 0</inkml:trace>
  <inkml:trace contextRef="#ctx0" brushRef="#br0" timeOffset="70612.14">8250 11764 2892 0,'-38'0'0'0,"9"11"0"0,2 10 0 0,4-3 0 0,4-3 0 0,8-6 0 0,6-3 0 0,5-4 0 0,0 4 0 0,3-1 0 0,20-1 179 15,7 0-71-15,9-3 311 0,-2-1-182 0,9 0-141 16,1 0-96-16,0 0 0 0,1 0 0 15,0 0 0-15,-7-1 0 0,12-3 0 0,-12 0 0 0,4 2 0 16,-11 0 0-16,3 1 0 16,-7-2 0-16,2 3 0 0,-10 0 0 0,-1 0 0 0,-2 0 0 15,-7 0-307-15,-1 0-167 0,-4 0 222 16,-1 0 108-16,-3 0-614 0,0 0 360 0,-3-6 180 16,0-8-393-16</inkml:trace>
  <inkml:trace contextRef="#ctx0" brushRef="#br0" timeOffset="71003.28">8749 11683 2660 0,'-21'-12'0'0,"4"3"0"0,0 4 0 16,8-2 0-16,0 1 0 0,6 5 0 0,1 0 0 0,2 1 0 0,3-2 0 0,21 2 0 0,4 0 260 0,11 0-111 0,0 0-56 0,2 4 266 0,-7 6-160 15,4 4-71-15,-3 1-51 16,-3 1-71-16,-5 3-6 0,-5 2 0 0,-7 0 0 16,-7 1 0-16,-7 6 0 0,-1 0 0 0,-5 8 0 15,-18-4 0-15,-4 1 0 0,1-4 0 0,-11 7 0 16,3-6 0-16,0-4 0 0,1-1 0 0,4-9 0 15,1 3 0-15,0-4 0 0,3-2-374 0,8-1-59 16,-3-3 197-16,5-1-430 0,2-3 305 0,3 1 167 16,5-3-117-16,1 2 137 15,3-4 68-15,1 3 25 0,0 0-87 0,0 2 66 16,0 1 32-16,0 2-1 0,0 4 409 0,0 2-198 16,0 4-83-16,0 8 700 0,-5 0-398 15,-1 6-198-15,-1 6-22 0,0-3 714 0,1 10-413 0,0-6-337 16,2 2-103-16,4-9 0 0,0 3 0 0,0-3 0 15,2 1 0-15,10-9 0 0,1-4 0 0,6-2 0 16,-3-6 0-16,4-4 0 0,2-3 0 0,-5-5 0 16,2-1 0-16,-3 0 0 0,2-7 0 0,-6-8-135 15,-2-2-172-15,-2-4 94 0,-1-5-339 16,-5 0 257-16,1-2 129 0,-3-5 54 16,0-6-223-16,0-3 149 0,0-4 74 0,0-4 37 0,-7-1-482 15</inkml:trace>
  <inkml:trace contextRef="#ctx0" brushRef="#br0" timeOffset="71128.13">8751 12173 3149 0,'-15'-17'0'0,"0"7"0"0,2 5 0 0,1 3 0 0,3-1 0 0,0 3 0 0,4 0 0 0,0 0 0 0,3 8 0 0,2 4 0 0,0-1 323 0,0 2-142 15,5 0-62-15,2 1-46 0,4 1-1 16,1 0-58-16,2 0-14 0,1-1 0 0,1 0-528 16,1-1 211-16,-1-3 178 0,3-1 88 0,1-2-939 15</inkml:trace>
  <inkml:trace contextRef="#ctx0" brushRef="#br0" timeOffset="71315.57">9144 12165 3697 0,'0'0'0'0,"0"0"0"0,5 0 0 0,4 0 0 0,5 0 0 0,2 0 0 16,9 0 0-16,0 0 0 0,1-1 0 0,2-5 0 0,8 1 54 0,1-4-15 0,1 1 0 0,0 1-672 15,-3 2 330-15,-1 1 172 0,-2 2-1476 16,-4 0 1435-16,-6 2 67 0,-1 0 24 0,-5 0 9 16</inkml:trace>
  <inkml:trace contextRef="#ctx0" brushRef="#br0" timeOffset="71497.61">9319 12342 3484 0,'-43'15'0'0,"3"1"0"0,3 2 0 0,1-5 0 0,13-3 0 0,8-1 0 0,2-3 0 0,7-3 0 0,6 1 0 0,0 1 0 0,20-3 138 0,7-1 171 0,7 2-309 16,1-3 0-16,11 3 0 16,-5-3 0-16,1 0 0 0,-1 1 0 0,-8-1 0 0,5 0 0 0,-5 0 0 15,-3 0-102-15,-3 0 64 16,-4 0-773-16,-4 0 411 0,-5 0 53 0,-1 0-150 16,-3 0 229-16,-4 0 115 0,-4-7-405 0</inkml:trace>
  <inkml:trace contextRef="#ctx0" brushRef="#br0" timeOffset="71684.59">9553 12035 3151 0,'-9'-20'0'0,"-2"4"0"0,1 4 0 0,3 1 0 0,3 4 0 0,0 4 0 0,2 1 0 0,1 2 0 0,1 2 0 0,-2 19 0 0,1 6 233 0,-5 3-97 0,-1 11 275 0,-2 7-411 16,-5 3 0-16,0 2 0 0,-5 10 0 0,0-6 0 15,0-6 0-15,-2 5 0 0,-2 0 0 0,2-5 0 16,0-2 0-16,4-4 0 0,4-8 0 0,5 1 0 15,3-6 0-15,3-8 0 0,2-3 0 16,0-8-155-16,0-2-930 0,12-11 523 0</inkml:trace>
  <inkml:trace contextRef="#ctx0" brushRef="#br0" timeOffset="71869.1">9670 12111 3458 0,'1'-10'0'0,"5"8"0"16,8 1 0-16,0-3 0 0,7-1 0 0,2 1 0 0,7-1 0 0,2 2 0 0,9-1 0 0,3-2 0 0,4 3 296 0,3-1-130 0,1-2-155 0,1 2-11 15,0 1 0-15,-1-1 0 0,-1 1 0 0,-7 1 0 16,-5-1-597-16,-4 2 318 0,-5-1 153 0,-7 0-792 16,-3-2 456-16,-10-1 133 0</inkml:trace>
  <inkml:trace contextRef="#ctx0" brushRef="#br0" timeOffset="72070.52">10252 11843 2718 0,'-17'-10'0'0,"6"6"0"0,0-2 0 0,4 0 0 0,7 3 0 0,0-1 0 16,5 1 0-16,17 1 0 0,4-1 0 0,4 3 0 0,3 0 262 0,0 0-113 0,-1 0-46 0,0 10 185 16,0 0-126-16,-6 3-62 0,-1-1 47 0,-8 2-145 0,-1 5-2 15,-7-1 0-15,-2 3 0 0,-7 6 0 0,0-1 0 16,-12 1 0-16,-11 3 0 0,0-2 0 0,-11 4 0 15,2-5 0-15,0 0-21 0,-3-3-39 16,3-3 55-16,-7 5-813 0,4-3 390 0,-4-3 195 0,4 3-275 16,6-2 226-16</inkml:trace>
  <inkml:trace contextRef="#ctx0" brushRef="#br0" timeOffset="72371.3">10091 12396 3720 0,'-9'13'0'0,"0"8"0"0,-2 0 0 0,-2 3 0 0,1 2 0 0,0 6 0 0,-2 6 0 0,5 2 0 0,2-1 0 0,2-4 0 0,5 2 211 16,0 2-211-16,0-6 0 16,10 0 0-16,9-6 0 0,5-4 0 0,4-4 0 15,4-6 0-15,9-6 0 0,1-7 0 0,-1 0 0 16,-5-2 0-16,6-16 0 0,-7-3 0 0,-8 0 0 16,1-6 0-16,-8-2 0 0,-1-3 0 0,-6-2 0 15,-6-8 0-15,-4 2-23 0,-3-1 46 0,0-1-23 16,-8 7 0-16,-9-1-38 0,-5 4 76 0,-5 6-38 15,-5 7 0-15,-1 8 0 0,-7 5 0 16,-3 6 0-16,2 0 0 0,1 9 0 0,9 7 0 16,-3 4 0-16,2 2 0 0,4 5 0 15,6 1 0-15,2 1 0 0,7-2 0 0,8 2 0 16,1-5 0-16,4 5 0 0,0-1 0 0,7-4-136 16,11-1-75-16,3 2-1131 0</inkml:trace>
  <inkml:trace contextRef="#ctx0" brushRef="#br0" timeOffset="72516">10778 12909 355 0,'0'-22'0'0,"0"17"0"0,0 2 0 0,0 1 0 0,0 0 1577 0,0 0-771 16,0 2-376-16,0 0-716 0,0 0 160 0</inkml:trace>
  <inkml:trace contextRef="#ctx0" brushRef="#br0" timeOffset="74011.35">13601 11064 2884 0,'-23'0'0'0,"8"10"0"0,6 2 0 0,3-1 0 0,6-5 0 0,0-3 0 0,0 3 0 0,13 0 0 0,15-1 0 0,10-2 0 0,9 0 588 0,8-3-274 0,12 0-169 16,1 0-145-16,-6 0 0 0,17 0 0 0,-12 0 0 16,1-3 0-16,-3 2 0 0,-10 1 0 15,2 0 0-15,-6 0 0 0,-7 0 0 0,-8 1 0 16,-1 7 0-16,-8 0 0 0,-5-3 0 0,-5 1 0 16,-5-1-313-16,-5-1-184 0,-3-1 228 0,-3-1 115 15,1-2-657-15,-2 0 391 0</inkml:trace>
  <inkml:trace contextRef="#ctx0" brushRef="#br0" timeOffset="74245.58">14442 10862 3532 0,'-17'-8'0'0,"1"5"0"0,0-1 0 0,7 0 0 0,2 3 0 0,1 1 0 0,4-2 0 0,2 2 0 0,8 0 0 0,16 0 0 0,12 3 166 16,8 5 67-16,4-1-233 0,0 3 0 0,1 1 0 0,1 1 0 15,-11 2 0-15,11 4 0 0,-10-2 0 0,-12 1 0 16,-2 2 0-16,-7-1 0 0,0 7 0 0,-12-6 0 15,-5 8 0-15,-2-2 0 0,-5 1 0 16,-18 3 0-16,-5 1 0 0,-4-4 0 0,-4 0 0 16,1-3 0-16,5-6 0 0,-4 0 0 15,0-2 0-15,0-2 0 0,3 0 0 0,0-2 0 16,1 1 0-16,0-2 0 0,0 2-487 0,0-1 139 16,0 1 154-16,-2-1-892 0</inkml:trace>
  <inkml:trace contextRef="#ctx0" brushRef="#br0" timeOffset="74536.88">13901 11659 3109 0,'-36'24'0'0,"3"0"0"0,6-2 0 0,3-1 0 0,4-2 0 0,11-2 0 0,0 2 0 0,9 2 0 0,0 2 0 0,9 2 0 0,11 2 822 0,10 2-822 0,1-5 0 0,3 1 0 16,5-2 0-16,-8-4 0 0,5-2 0 0,-4-5 0 16,0-2 0-16,-4-3 0 0,-10-3 0 15,3-4 0-15,-2 0 0 0,-4 0 0 0,-1-6 0 0,-4-15 0 16,0 0 0-16,-3-8 0 0,-1-4 0 0,-4-9 0 15,0-1 0-15,-2-4 0 0,0-3 0 0,-10 6 0 16,-5-5 0-16,3 16 0 16,-9 0 0-16,0 9 0 0,-6 6 0 0,5 7 0 15,-10 3 0-15,4 6 0 0,-2 2 0 0,0 0 0 16,0 10 0-16,2 8 0 0,-1 1 0 0,7 6 0 16,2 0 0-16,8 0 0 0,6 3 0 0,4-6 0 15,2 7 0-15,2-7 0 0,9-1 0 0,10 0-171 16,2-6-65-16,5-3 88 0,4-2-846 0,2-5 478 15</inkml:trace>
  <inkml:trace contextRef="#ctx0" brushRef="#br0" timeOffset="74738.83">14368 11553 3889 0,'0'-9'0'0,"0"4"0"0,-5 4 0 0,1 1 0 0,1 0 0 0,-1 0 0 0,2 13 0 0,2 10 0 0,0 5 0 0,0 12 0 0,0 1 42 0,0 9-42 0,0 3 0 15,0 4 0-15,0-2 0 0,0 1 0 0,0 0 0 16,0-4 0-16,0 0 0 0,0-5 0 0,0-1 0 16,0-9 0-16,0-1 0 0,0-10 0 0,0-4-322 15,0-10-327-15,0-1 294 0,2-7 155 0,3-4-707 16,6-12 424-16,-4-21 227 0</inkml:trace>
  <inkml:trace contextRef="#ctx0" brushRef="#br0" timeOffset="74949.92">14345 11643 3792 0,'-12'-28'0'0,"3"9"0"0,0 1 0 0,5 2 0 0,2 5 0 0,2-1 0 0,0 5 0 0,6-1 0 0,10 5 0 0,9 1 0 0,-4 2 139 15,9 0-139-15,-2 0 0 0,2 10 0 16,-2-1 0-16,-2 4 0 0,-7-2 0 0,-2 5 0 16,-4-1 0-16,-4 2 0 0,-7 3 0 15,-2 0 0-15,-2 5 0 0,-14-2 0 0,-5-3 0 0,-4 3 0 16,-1-4 0-16,0-4 0 0,2-4 0 0,-5 2 0 0,8-5 0 15,0-3 0-15,0-3 0 16,5 0 0-16,3-2-517 16,2 0 33-16,5 0 223 0,2 0 110 0,4-4-768 0,0-7 440 0,16-3 210 0</inkml:trace>
  <inkml:trace contextRef="#ctx0" brushRef="#br0" timeOffset="75231">15319 11178 3931 0,'0'-13'0'0,"0"5"0"0,0 0 0 0,0 1 0 0,0-1 0 0,0 6 0 0,0 0 0 0,0 1 0 0,0-2 0 0,0 3 0 0,0 0 0 0,0 4 0 0,-2 15 0 16,-3 4 0-16,-3 3 0 0,-1 4 0 0,-4 6 0 15,-6 9 0-15,-3-2 0 0,-7 2 0 16,-3 1 0-16,-7 5 0 0,6-7 0 0,-13 9 0 0,12-10 0 15,-3 2 0-15,5 0 0 16,2-2 0-16,5-9 0 0,4 2 0 0,3-6 0 0,4-3 0 0,5-9 0 0,4-7 0 0,3-2 0 16,2-3 0-16,0-2-383 15,0-4 146 1,6 0 100-16,10-10-797 0,5-7 438 0,0-5 233 0,3-4 113 0</inkml:trace>
  <inkml:trace contextRef="#ctx0" brushRef="#br0" timeOffset="75454.52">15479 11347 3931 0,'4'-5'0'0,"-2"4"0"0,0-1 0 0,-2 0 0 0,0 2 0 0,0 0 0 0,-6 5 0 0,-4 15 0 16,-3 4 0-16,-2 4 0 0,0 4 0 0,-6 9 0 0,1-2 0 0,-1 2 0 0,-1 2 0 0,3-6 0 0,-7 10 0 15,3-5 0-15,-1 1 0 0,5-5 0 0,0-3 0 16,2 0 0-16,2-3 0 15,3-5 0-15,3-7 0 0,2-3 0 0,2-6 0 16,1-3 0-16,2-2-39 0,2-6-140 0,0 0 75 0,0 0-844 16,0-4 445-16,9-18 237 0,6-6-1432 15</inkml:trace>
  <inkml:trace contextRef="#ctx0" brushRef="#br0" timeOffset="75644.59">15520 11344 3931 0,'2'-7'0'0,"2"-1"0"0,-1-1 0 0,6 0 0 0,2-3 0 0,3 2 0 0,11 0 0 0,10-3 0 0,7 3 0 0,5 0 0 0,4-2 0 15,2 3 0-15,0 1 0 0,4-2 0 0,-2 3 0 0,-1 1 0 16,-5 3 0-16,-2 1-539 16,-11 0 563-16,-1 2 15 0,-5 0-1 0,-7 0-960 15,-5 0 422-15,-6 0 239 0,-5 0 86 0,-3 2-1120 0,-4-2 1244 16,0 0 3-16</inkml:trace>
  <inkml:trace contextRef="#ctx0" brushRef="#br0" timeOffset="75901.82">16108 11039 3420 0,'-16'-14'0'0,"-5"1"0"0,3 4 0 0,6-2 0 0,3 3 0 0,2 0 0 0,4 3 0 0,3 1 0 0,0 1 0 0,3-1 0 0,13 4 188 16,2 0-75-16,8 0 97 0,1 2-210 0,3 7 0 15,9 2 0-15,1 0 0 0,3 1 0 0,1 1 0 16,-7-2 0-16,2 3 0 0,-3-2 0 0,-4 4 0 0,-8-1 0 0,-6-2 0 15,-4 3 0-15,-5 1 0 0,-7 2 0 16,-2 4 0-16,-3-4 0 16,-19 2 0-16,-10 3 0 0,-7-4 0 15,-3 3 0-15,-6-5 0 0,0 3 0 0,-3 0 0 16,3 0 0-16,-12 3 0 0,3 0 0 0,-1 3 0 0,-2 1 0 16,14 0-202-16,3 2-353 0,15-6 258 0,3 3 129 15,7-2-723-15,8 1 426 0,6-8 204 0,4-1 115 16</inkml:trace>
  <inkml:trace contextRef="#ctx0" brushRef="#br0" timeOffset="76099.36">15930 11701 3605 0,'19'0'0'0,"-8"0"0"0,1 0 0 0,-5-2 0 0,-2 2 0 0,-3 0 0 0,-2 0 0 0,0 6 0 0,-2 5 0 0,-9 8 0 0,-4 2 326 0,0 3-326 0,-2 6 0 0,2 3 0 0,2 0 0 16,2 1 0-16,5 2 0 0,3-3 0 15,3 2 0-15,0-2 0 0,1-1 0 0,12-6 0 0,6 1 0 16,1-3 0-16,7-7 0 15,-1-6 0-15,4-7 0 0,-1-4 0 16,-1 0 0-16,0-2 0 0,-6-9 0 16,-3 0 0-16,0-7 0 0,-4 0 0 0,0-5-542 0,-4 1 122 0,0-7 190 15,-3-2-644-15,-2-7 408 0,-3-8 219 0</inkml:trace>
  <inkml:trace contextRef="#ctx0" brushRef="#br0" timeOffset="76226.7">16089 11483 3931 0,'-22'-18'0'0,"5"8"0"0,-1 1 0 0,0 0 0 0,11 3 0 0,-3 1 0 0,6 2 0 0,3 2 0 0,1-1 0 0,0 2 0 0,0 0 0 16,8 3 0-16,1 9 0 0,-2-1 0 0,4 4 0 15,-1 2 0-15,1-1 0 0,-2 4 0 0,1 0 0 0,-3 5-363 16,1-1-30-16</inkml:trace>
  <inkml:trace contextRef="#ctx0" brushRef="#br0" timeOffset="84150.4">21291 15104 2449 0,'9'-7'0'0,"0"3"0"0,0 0 0 0,6 2 0 0,0 1 0 0,0-2 0 0,2 3 0 0,0 0 0 0,1 0 0 0,1 0 0 0,2 3 111 16,3 0-35-16,-1-1-1 0,1 0 234 0,-1-1-125 16,6-1-77-16,-1 0 212 0,-3 0-140 0,5 0-69 15,-1 0-98-15,2 0-12 0,0-1 0 0,-1-3 0 16,0 2 0-16,0 1 0 16,2-2 0-16,0 2 0 0,1-3 0 0,6 2 0 0,2-1 0 15,0 1 0-15,2-3 0 0,-2 0 0 16,12-2 0-16,-4 1 0 0,3-2 0 0,10-3 0 15,-11 3 0-15,6-1 0 0,-2 2 0 0,0-3 0 16,0 4 0-16,-2 3 0 0,-3-2 0 0,-1 1 0 16,-1 2 0-16,3-1 0 0,0 2 0 0,1 1 0 15,-1 0 0-15,2 0 0 0,-1 0 0 0,1 0 0 16,2 0 0-16,-1 0 0 0,7 0 0 0,2 0 0 16,1 0 0-16,2 0 0 0,1 0 0 0,2 0 0 15,-7 0 0-15,14 0 0 16,-7 0 0-16,0 0 0 0,0 0 0 0,2 0 0 15,0 0 0-15,3 0 0 0,-3 0 0 0,-4 0 0 16,5 0 0-16,-2 0 0 0,-6 0 0 0,12 0 0 16,0 0 0-16,-1-2 0 0,3-1 0 15,-3 0 0-15,3 0 0 0,-3-1 0 0,2-1 0 0,-4 1 0 16,6-2 0-16,-1 2 0 0,2 1 0 0,-5-1 0 16,0 1 0-16,0 0 0 0,-4 0 0 0,1 2 0 15,3-3 0-15,2 3 0 0,-2-3 0 16,2 0 0-16,0-2 0 0,2 2 0 15,-1-2 0-15,0 1 0 0,12-2 0 0,-15 4 0 16,6-3 0-16,-2 2 0 0,0-1 0 0,-1-1 0 16,0-1 0-16,0 2 0 0,12 0 0 0,-16-1 0 15,4 3 0-15,2-3 0 0,0-1 0 0,-2 2 0 16,-1-1 0-16,14-3 0 0,-16 2 0 0,6-1 0 16,-4 2 0-16,-3 1 0 0,1 1 0 15,-4 1 0-15,-9-1 0 0,16 0 0 16,-8 0 0-16,-3-2 0 0,0 5 0 0,-11-1 0 15,4-1 0-15,-5 3 0 0,-3-2 0 0,-5 2 0 16,-9-3 0-16,0 2 0 0,0 1 0 0,-5-2 0 16,-3 0 0-16,-8 2 0 0,0-2 0 0,-2 0 0 15,-7 0 0-15,0-1 0 0,-4 2 0 0,-4 0 0 16,-1-2 0-16,0 2 0 0,-2-1 0 0,1-1 0 16,-3-2 0-16,0-1 0 0,0 1 0 0,0-2 0 15,-5 1 0-15,-5-1 0 0,0 3 0 0,-5 0 0 16,-5 4 0-16</inkml:trace>
  <inkml:trace contextRef="#ctx0" brushRef="#br0" timeOffset="86023.52">17846 11010 2539 0,'-9'-3'0'0,"2"-1"0"0,2 2 0 0,1 0 0 0,2 0 0 0,2 1 0 0,0 1 0 0,0 0 1 0,4 0 1 0,16 0-1 16,3 0 246-16,5 0-96 0,4 0-62 0,2 0 122 0,3 0-87 0,1 0-43 15,7 0 33-15,-10 0-29 0,1 0-9 0,-4 1-39 16,-4 1 62-16,-7 2-30 0,0 1-64 16,-10-1-5-16,0 0 0 0,-3 0 0 15,-2 1 0-15,-5-2 0 0,1 2 0 0,0 1 0 16,0-1 0-16,-2 3 0 0,0-2 0 0,0 3 0 15,0 3 0-15,0 0 0 0,0 1 0 0,2 4 0 16,1 2 0-16,1-1 0 0,2 3 0 0,0 0 0 16,-1 2 0-16,3 3 0 0,-3-7 0 15,3 7 0-15,-2-5 0 0,-1-1 0 0,1 2 0 0,-3 1 0 16,-1 0 0-16,0 0 0 0,0-3 0 0,-2 1-25 16,0-2-291-16,0-4 140 15,0-2-581-15,-2-3 360 0,-2 0 180 0,-1-5 81 16,-3 2-559-16,-1-7 329 0</inkml:trace>
  <inkml:trace contextRef="#ctx0" brushRef="#br0" timeOffset="86187.96">18061 11314 3128 0,'-26'0'0'0,"3"0"0"0,2 1 0 0,3 1 0 0,8-2 0 0,1 0 0 0,4 0 0 0,1 0 0 0,4 0 0 0,0 0 0 0,7 0 201 0,12 0-82 0,0-2 27 16,5-2-58-16,1-2-26 0,-2 2-409 0,4 1 193 15,-6 1 104-15,2 0 39 0,-3 2-708 0,-5 0 369 16,-2 0 184-16,-3 7 92 0,-3 7-701 0</inkml:trace>
  <inkml:trace contextRef="#ctx0" brushRef="#br0" timeOffset="86346.06">18094 11497 2663 0,'-21'9'0'0,"1"3"0"0,-2-1 0 15,5-4 0-15,0-1 0 0,8-2 0 0,1-1 0 0,5-3 0 0,1 2 0 0,2-2 0 0,0 2 369 0,2-1-165 0,12 2-75 0,7-1 217 0,2 0-154 16,1-1-164-16,4 4-28 0,0-4 0 0,-1 3 0 0,5 0 0 16,-2-2-221-16,-2-1-14 0,0 2 136 15,1-2 68-15,-5-1-798 0,6 0 413 0,0 0 110 16</inkml:trace>
  <inkml:trace contextRef="#ctx0" brushRef="#br0" timeOffset="86508.43">18754 11029 3434 0,'-9'-13'0'0,"7"11"0"0,2 0 0 0,-2 0 0 0,2 0 0 0,0 2 0 0,0 0 0 0,0 0 0 0,0 0 0 0,0 0 0 0,0 6 339 0,0 9-181 0,0 2-158 0,0 4 0 15,0 3 0-15,0 3 0 0</inkml:trace>
  <inkml:trace contextRef="#ctx0" brushRef="#br0" timeOffset="86526.48">18735 11189 376 0</inkml:trace>
  <inkml:trace contextRef="#ctx0" brushRef="#br0" timeOffset="86554.05">18731 11246 376 0,'0'10'0'0,"0"0"0"0,0-5 369 0,4-3-185 0</inkml:trace>
  <inkml:trace contextRef="#ctx0" brushRef="#br0" timeOffset="86997.65">18717 10886 2751 0,'-23'0'0'0,"9"5"0"0,2 1 0 0,3 1 0 0,1-4 0 0,6-2 0 0,0 2 0 0,2-2 0 0,0 4 0 0,2-2 0 0,13 1 215 16,10 0 168-16,1-3-173 0,4-1-76 0,2 0-52 16,0 2 28-16,-2 0-64 0,0 0-46 0,-12 0 0 15,3 2 0-15,-3 1 0 0,-6 3 0 16,-4 2 0-16,-3-1 0 0,-3 4 0 0,-2 2 0 16,-2 4 0-16,-11 0 0 0,-4 0 0 0,-1 2 0 15,-5-1 0-15,4-4 0 0,-7 3 0 0,4-6 0 16,2-3 0-16,0 0 0 0,3-5 0 0,6-3 0 15,-1-1 0-15,5 2 0 0,1-3 0 0,5 0 0 16,-1 0 0-16,2 0 0 0,0 0 0 0,0 0 0 16,0 0 0-16,2 0 0 0,9 0 0 0,4 0 0 15,-2 0 0-15,4 0 0 0,1 0 0 16,3 0 0-16,2-3-473 0,-1 2 45 0,6-6 200 0,2 0 95 16,0 0-811-16</inkml:trace>
  <inkml:trace contextRef="#ctx0" brushRef="#br0" timeOffset="87339.93">19297 10842 3642 0,'0'-8'0'0,"0"2"0"16,-6 4 0-16,-1-1 0 0,-1-1 0 0,3 2 0 0,0 0 0 0,-4 2 0 0,2 0 0 0,-2 0 0 0,-3 10 169 0,-1 7-57 0,-2 3-104 0,0 4-8 15,2-2 0-15,2 1-39 0,1 0-56 0,1-2 66 16,3 0-626-16,2-7 347 0,1-2 173 0,3-1-587 15,0-5 357-15,0-4 121 0,0-2 103 0,0 0 51 16,7-2-130-16,3-8 82 0,1-3 54 16,-2 0 79-16,1 2-34 0,-4 1 1 0,1 1 0 0,0 3 402 15,1 3-196-15,-2 1-103 0,1 2 500 0,0 0-276 16,-1 9-159-16,2 12 617 16,-2 7-359-16,-5 6-175 0,1 6-88 0,-2 6-43 0,0 3 167 15,0 0-249-15,-3 2 0 0,-5-3 0 0,0-3 0 16,3-7 0-16,-1 1 0 0,-1-4 0 15,1-5 0-15,0-7 0 0,2-2 0 0,-1-7-205 16,1-5 102-16,2-4 80 0,-1-5-822 0,-1 0 404 16,4-5 201-16,0-19-381 0,0-13 291 0,2 1 136 15,5-15 82-15,2-13-284 0,0 0 179 0</inkml:trace>
  <inkml:trace contextRef="#ctx0" brushRef="#br0" timeOffset="87877.77">19263 11016 2099 0,'17'-49'0'0,"2"6"0"0,-4 11 0 0,0 4 0 0,3 0 0 0,-4 11 0 15,1 2 0-15,-2 5 0 0,0 7 0 0,-4 1 0 0,3 2 182 0,-3 0 196 0,-1 0-170 0,-1 11-85 0,-1 0-33 16,-2 4-229-16,-1 1 88 0,-1-1 45 0,0 1 0 16,0 3-215-16,-2-3 140 0,0 2 55 15,-2-3 31-15,-7-2-480 0,-5 0 181 0,2-4 153 16,-4 1-94-16,0 0 0 0,-3-5 98 16,0 1 335-16,2-3-119 0,2 1-58 0,5-4-40 15,1 2 534-15,4-2-276 0,1 0-139 0,2 0-3 16,2 0 250-16,0 0-80 0,4 0-119 0,11 0-55 15,4-2 28-15,1 0-41 0,1 0 0 0,0 0-222 16,-1 2 85-16,1 0 48 0,-4 0-367 16,-2 0 207-16,-4 2 104 0,-3 4 61 0,-5 3-461 0,-1 5 176 15,-2-1 130-15,0 2 35 16,-9-1-50-16,-5 4 58 0,-2 1 44 0,-3-3 65 0,0-1-31 16,4-2-1-16,-4 3 1 0,4-5 210 15,0 0-101-15,6-4-54 0,2 0 338 16,1-2-192-16,4-3-96 0,0-2 10 0,2 2 244 15,0 0-142-15,0-1-70 0,10-1-35 0,0 0-54 0,2 0 28 16,5 0-10-16,-4 0 1 0,0 0-36 0,-4 0 1 16,3 0 35-16,-3 0-175 0,0 0 82 15,1 0 47-15,-2 0-368 0,-3 0 189 0,1 0 56 16,-3 0 56-16,1 0-262 0,0 0 148 16,0 0 75-16,-2 0 38 0,0-1 1 0,-2-1-10 15,0-2 46-15,0 0 232 0,0 3-115 0,-4-2-59 16,-6 3-30-16,3 0 196 0,-4 0-107 15,-1 10-59-15,1 5 526 0,2 2-264 0,-1 1-74 16,4 3-75-16,3 2 143 0,3-3-118 0,0 1-61 16,0-1-29-16,2 0 28 0,7-6-33 0,3 2-1 15,0-5-178-15,4-2 77 0,0-2 39 0,0-5 9 16,0 0-125-16,3-2 76 0,0 0 40 16,5-4-583-16,-3-6 290 0,-2 0 77 15,8-5 100-15,-4 0-596 0</inkml:trace>
  <inkml:trace contextRef="#ctx0" brushRef="#br0" timeOffset="88033.72">19723 11155 3130 0,'-15'-8'0'0,"4"3"0"0,-4-3 0 0,8 3 0 0,-1 1 0 0,4 0 0 0,4 2 0 0,0-3 0 0,6-1 0 0,12 1 0 0,7-1 128 16,0 2 127-16,-1 0-108 0,0 1-45 0,6 0-353 15,0-1 144-15,0 3 73 0,0-1 36 0,-2 2-277 16,-5 0 166-16,2 0 68 0,0 0-758 15,-6 0 296-15</inkml:trace>
  <inkml:trace contextRef="#ctx0" brushRef="#br0" timeOffset="88227.36">20466 10657 3205 0,'2'-3'0'0,"-2"1"0"0,0-1 0 0,0 3 0 0,0 0 0 0,0 0 0 0,0 8 0 0,0 6 0 0,-5 1 0 0,-2 3 0 0,-2 7 129 16,-2-1-46-16,-5 2 431 0,0 2-514 0,-2 1 0 0,-1-1 0 15,1 4 0-15,-5-2 0 0,0-2 0 16,3 0 0-16</inkml:trace>
  <inkml:trace contextRef="#ctx0" brushRef="#br0" timeOffset="88384.79">20208 11079 2556 0,'-6'8'0'0,"3"-4"0"0,-1-1 0 0,4-3 0 0,-4 0 0 0,4 0 0 0,0 0 0 0,0-3 0 0,0-2 0 0,0 2 0 0,0-1 155 0,0 3-63 16,0-1 312-16,0 2-183 0,2 0-91 0,4 0-46 0,-1 11 205 16,1 6-289-16,-1 8 0 15,0-1 0-15,-2 6 0 0,-1 4 0 0,-2 0 0 16,0 0 0-16,0-2 0 0,0-2 0 0,0-2 0 16,0-6 0-16,0 1 0 0,0-5 0 0,0-7 0 15,0 1 0-15,0-6 0 0</inkml:trace>
  <inkml:trace contextRef="#ctx0" brushRef="#br0" timeOffset="88999.47">20220 11476 1549 0,'0'-9'-1'0,"0"-6"0"0,0-8 0 0,1-3 0 0,1-6 1 0,0-2-1 0,0-9 1 0,0 3 0 0,1 9 0 0,-1 2 0 0,2-7-37 0,-1 16 135 15,1-3-68-15,3 7-34 0,-2 0 0 0,2 6 498 0,2-2-244 0,3 5-120 16,-1-1 282-16,5 3-187 0,0 1-94 16,1 2-37-16,0 0 122 0,0 2-90 15,-1 0-43-15,0 0-1 0,-3 0-21 0,0 8-61 16,-2 3 0-16,-2 4 0 0,0 1 0 0,-4 7 0 15,-1 1 0 1,-2 3 0-16,-2 3 0 0,0 2 0 0,0 0 0 0,0 0 0 0,-4 0 0 16,0-6 0-16,-4 5 0 0,4-7 0 0,-3-2 0 0,2-2 0 15,-3-3 0-15,-2-4 0 16,3-1-65-16,-4-6-137 0,-1 0 60 0,0-5 53 16,-6-1 25-16,2 0 16 0,-1 0 11 0,0-1-2 0,0-11 165 15,0-3-81-15,0-4-42 0,8 1-10 16,2-11 125-16,2 2-78 0,5 2-1 0,0-4-33 15,0 2 91-15,10-4-48 0,7 3 12 0,4 0-177 16,7-4 73-16,0 4 26 0,0-1 16 0,10-5-131 16,-3 2 56-16,6 1 37 0,1-1-258 0,1-2 133 15,-2-1 33-15,1 3 52 0,-5-2-9 16,-1 4 25-16,-12 7 0 0,3 3 25 0,-13 3 119 0,2 3-54 16,-9 7-33-16,-1 3 337 15,-5 0-171-15,1 2-95 0,-2 2-20 0,0 0 304 16,-9 0-123-16,-5 6-102 0,-4 9-70 0,1 4-54 15,1 4 0-15,-2 3 0 0,6 1 0 0,1 2 0 16,4 4 0-16,4 0 0 0,3 1 0 0,0-1 0 16,0 0 0-16,1-1 0 0,9-2 0 15,1-1 0-15,0 1 0 0,1-1 0 0,1-3 0 16,-1 0 0-16,-3-1 0 0,-2-1 0 16,-1-1 0-16,-1 3 0 0,-5-5 0 0,0 1 0 15,0 1 0-15,0-2 0 0,-11 0 0 0,-5 2 0 16,-2-6 0-16,-1 3 0 0,-1-8 0 0,1-1 0 15,-2 1 0-15,-1-5 0 0,1-4 0 0,0 2 0 16,3-5 0-16,1 0 0 0,0 0 0 0,4-2 0 16,2-6 0-16,2 1 0 0,2-3 0 0,4 1 0 15,1 0 0-15,2-4 0 0,0-1 0 0,3 0 0 16,11 0 0-16,3-2 0 0,0 2 0 16,3-5 0-16,3 2 0 0,-2 0 0 15</inkml:trace>
  <inkml:trace contextRef="#ctx0" brushRef="#br0" timeOffset="89029.55">20693 11329 376 0,'21'-14'0'0,"0"-3"0"0,-3 4 0 0,6-3 0 0</inkml:trace>
  <inkml:trace contextRef="#ctx0" brushRef="#br0" timeOffset="89221.62">21061 11046 364 0,'-19'-7'0'16</inkml:trace>
  <inkml:trace contextRef="#ctx0" brushRef="#br0" timeOffset="89625.17">21015 11028 3931 0,'-7'-4'0'0,"1"0"0"0,5 2 0 0,-1 0 0 0,2 0 0 0,0 0 0 0,0 0 0 0,0-1 0 0,0-1 0 0,5 2 0 0,3 0 0 0,-3-1 0 0,3 0 0 15,-2 2 0-15,-3 1 0 0,-1 0 0 0,0-2 0 16,0 2 0-16,-2 0 0 0,0 0 0 0,0 0 0 16,0 0 0-16,0 0 0 15,0 0 0-15,0 0 0 0,0 0 0 0,0 0 0 0,0 0 0 16,0 0 0-16,0 0 0 0,0 0 0 16,0 0 0-16,0 0 0 0,0 0 0 0,0 0 0 15,0 0 0-15,0 0 0 0,0 0 0 0,0 0 0 16,0 0 0-16,0 0 0 0,0 0 0 0,0 0 0 15,0 0 0-15,0 0 0 0,0 0 0 0,0 0 0 16,0 0 0-16,0 0 0 0,0 0 0 0,0 0 0 16,0 0 0-16,0 0 0 0,0 0 0 0,2 0 0 15,-1 0 0-15,1 0 0 16,0 0 0-16,3 0 0 0,0 0 0 0,2 0 0 16,3 0 0-16,3 0 0 0,2 0 0 0,2 0 0 15,3-2 0-15,5 2 0 0,-4 0 0 0,2 0 0 16,2 0 0-16,-4 8 0 0,0 1 0 0,-5 4 0 15,2 2 0-15,-6 4 0 0,-3 2 0 0,-2 5 0 16,-5-4 0-16,-2 8 0 0,0-2 0 16,-4 3 0-16,-11-1 0 0,-2-2 0 0,-6 0 0 0,2-2 0 15,-2-1 0-15,-2-5 0 16,-3 0 0-16,1-2 0 0,5-5 0 0,-8 0 0 0,5-6 0 16,3-1 0-16,1-1 0 0,0-2 0 15</inkml:trace>
  <inkml:trace contextRef="#ctx0" brushRef="#br0" timeOffset="89678.32">20976 11457 364 0,'0'-11'0'0,"0"-2"1019"16,5-10-510-16,16-1-254 0,10-8-653 0,0-2 182 0</inkml:trace>
  <inkml:trace contextRef="#ctx0" brushRef="#br0" timeOffset="89832.74">21549 10894 3888 0,'17'-19'0'0,"-4"4"0"0,-5 6 0 16,-5 0 0-16,-3 3 0 0,0 1 0 0,-3 4 0 0,-13 1 0 0,0 0 0 0,-11 16 0 0,4 6 43 0,-5 7-43 0,6 3 0 0,1 4 0 0,9-2 0 0,0 13 0 15,8-6 0-15,4 1 0 0,0 1 0 0,9-4 0 16,9-3 0-16,10 3 0 0,6-7 0 0,3-6 0 16,7-3 0-16,0-6 0 0,6-4 0 0,0-5 0 15</inkml:trace>
  <inkml:trace contextRef="#ctx0" brushRef="#br0" timeOffset="89854.3">21868 11416 364 0,'46'0'0'0,"-9"0"0"0</inkml:trace>
  <inkml:trace contextRef="#ctx0" brushRef="#br0" timeOffset="90397.96">22139 11165 3028 0,'2'-8'0'0,"0"6"0"0,3 2 0 0,-1 0 0 0,-3 0 0 0,-1 0 0 0,0 0 0 0,0 0 0 0,2 0 0 0,-2 7 0 0,0 9 182 15,0 2-78-15,-3 5-33 0,-6 5-705 0,-1 1 335 0,0 6 167 16</inkml:trace>
  <inkml:trace contextRef="#ctx0" brushRef="#br0" timeOffset="90779.34">23127 10579 2894 0,'-25'-8'0'0,"2"8"0"0,5 0 0 0,4 0 0 0,7 0 0 0,4 2 0 0,3 0 0 0,0 3 0 0,3 3 0 0,22-3 0 15,9 1 446-15,5-2-204 0,4-2-102 0,6-2-52 0,0 0 33 16,-6 0-121-16,11 0 0 0,-8 0 0 0,-3 2 0 0</inkml:trace>
  <inkml:trace contextRef="#ctx0" brushRef="#br0" timeOffset="90815.43">23612 10625 376 0,'20'6'0'16,"1"2"479"-16,-7-1-240 0</inkml:trace>
  <inkml:trace contextRef="#ctx0" brushRef="#br0" timeOffset="91303.17">23541 10413 2611 0,'0'-12'0'0,"0"5"0"0,2-1 0 0,16 1 0 0,4-1 0 0,7 3 0 0,1 1 0 16,13 3 0-16,-2-2 0 0,-1 3 0 0,-7 0 109 0,5 8 340 0,-6 4-196 0,-4 0-113 0,-3 3-51 0,-11-1 50 0,0 3-51 15,-7 1-35-15,-5 6-53 16,-2 2 0-16,-13 1 0 0,-13 5 0 0,-6 1-162 0,-7-1 71 16,8-5 73-16,-14 5 23 0,6-3-255 15,0-7 98-15,8-3 88 0,-5 2-721 0,4-5 364 16,0 0 196-16,2-1 95 0,0-4-396 0,2-1 244 15,0-2 122-15,2 4 53 0,-4-3-171 0,-5 2 121 16,3 3 74-16,-7 3 38 0,0 1 157 16,5 1-103-16,-6 9-19 0,7-2 619 0,2 5-323 15,3 1-162-15,3 5 356 0,4-3-151 16,-2 11-159-16,8-6 3 0,7-5 579 0,6 4-357 16,2-7-179-16,2 0-80 0,12-7 14 0,9-1-150 15,5-7 0-15,4-4 0 16,3-4 0-16,8-8 0 0,-4 0 0 0,3-8 0 0,-4-11 0 0,-3-4 0 15,-7-1 0-15,1-4 0 0,-5-2 0 0,-9 0 0 16,-3-2 0-16,-7 0 0 0,-5 2 0 0,0-2 0 16,-3 2 0-16,-13-1 0 0,-2 4 0 0,-5 3 0 15,-2 3 0-15,-1 4 0 16,0 5 0-16,-3 5 0 0,4 5 0 16,-3 0 0-16,7 2 0 0,-4 0 0 0,0 11 0 0,9 1 0 15,-3 5 0-15,6 0 0 0,1 1 0 0,7 1 0 16,1 2 0-16,4 0 0 0,0 3 0 0,7-6-590 15,9-3 167-15,5 3 197 0,3-6 95 0,2-2-636 16,4-6 365-16</inkml:trace>
  <inkml:trace contextRef="#ctx0" brushRef="#br0" timeOffset="91728.61">23591 10939 3931 0,'0'-6'0'0,"0"2"0"0,0 3 0 0,0-1 0 0,0 2 0 0,0 0 0 0,0 17 0 0,0 7 0 0,-2 12 0 0,2 4 0 0,0 4 0 0,0 11 0 0,0-1 0 0,0 1 0 16,0 1 0-16,0 1 0 16,0-3 0-16,0-5 0 0,0-2 0 0,0-4 0 0,0-7 0 0,0 0 0 15,0-8 0-15,0-2 0 16,0-8 0-16,0-4 0 0,-2-5-81 0,0-4-393 16,2-1 205-16,-3-4 120 0,-1 0-562 0,4-11 337 15,-2-13 168-15,2-12 85 0,0 0-258 0,-3-14 175 16,0-3 84-16,-1-13-319 0,-1 6 218 0,-3-2 111 15,3 12 37-15,-3-3 73 0,2 14 0 0,3-3 0 16,-1 6 325-16,4 10-209 0,0-5-72 16,0 12-40-16,5-2 800 0,13 4-408 0,2 2-94 0,6 2 169 15,2 2-221-15,2 5-107 16,4 0-53-16,-2 4 349 0,-2 2-201 0,1 0-91 16,-4 4-59-16,-2 8-14 0,-7 0-74 0,0 4 0 15,-7 2 0-15,-3 1 0 0,-6 6 0 0,-2-1 0 16,-4 2 0-16,-15 0 0 0,-4 1 0 0,-3-1 0 15,-3-2 0-15,-3-1 0 0,1-2 0 0,0-4 0 16,3-4 0-16,6-2 0 0,-2-4 0 0,3 1 0 16,3-4 0-16,7-4 0 0,2 3 0 0,6-3 0 15,1 0 0-15,2 0 0 16,4-15-1012-16,15-8 475 0,9-2 250 0</inkml:trace>
  <inkml:trace contextRef="#ctx0" brushRef="#br0" timeOffset="91788.78">24034 10967 374 0</inkml:trace>
  <inkml:trace contextRef="#ctx0" brushRef="#br0" timeOffset="91834.9">24132 10943 374 0,'22'0'0'0,"4"-2"1792"0,1 0-896 0</inkml:trace>
  <inkml:trace contextRef="#ctx0" brushRef="#br0" timeOffset="91854.95">24293 10933 374 0,'27'4'0'0,"-9"2"0"0</inkml:trace>
  <inkml:trace contextRef="#ctx0" brushRef="#br0" timeOffset="91880.03">24393 10984 374 0</inkml:trace>
  <inkml:trace contextRef="#ctx0" brushRef="#br0" timeOffset="92011.38">24203 11191 3931 0,'-17'0'0'0,"6"0"0"0,0 0 0 0,3 0 0 0,2 0 0 0,4 0 0 0,2 0 0 0,0 0 0 0,16 0 0 0,8 0 0 0,0 0 0 0,3 0 0 0,-3 0 0 16,8 0 0-16,-4 2 0 0,-1-2 0 0,-5 0 0 0,0 0 0 15,3 0 0-15,-4 0 0 0</inkml:trace>
  <inkml:trace contextRef="#ctx0" brushRef="#br0" timeOffset="92039.46">24497 11202 374 0,'20'0'0'0,"-1"0"0"0</inkml:trace>
  <inkml:trace contextRef="#ctx0" brushRef="#br0" timeOffset="92253.76">24710 10971 3904 0,'-6'-9'0'0,"3"-1"0"0,-1 1 0 0,4-3 0 0,0 4 0 0,2-4 0 0,17 2 0 0,1 5 0 16,10 0 0-16,2 3 0 0,2 2 27 0,2 0-27 0,-1 0 0 0,1 11 0 0,-4 4 0 15,-2 3 0-15,-5 3 0 0,-3 1 0 0,-5 5 0 16,-10-5 0-16,1 11 0 0,-8-2 0 0,0 1 0 16,-11 5 0-16,-13-1 0 0,1-5 0 0,-11 4 0 15,2-6 0-15,-4-3 0 16,-1-6 0-16,-1-3 0 0,5-5 0 0,-13 0 0 16,12-4 0-16,-1-5 0 0,3 0 0 0,7-3 0 15,9 0 0-15</inkml:trace>
  <inkml:trace contextRef="#ctx0" brushRef="#br0" timeOffset="92476.69">25350 10798 3931 0,'0'-4'0'0,"-10"4"0"0,-13 0 0 15,-6 2 0-15,-1 13 0 0,-5 8 0 0,2 3 0 0,3 5 0 0,8-2 0 0,4 5 0 0,4 2 0 0,9 2 0 0,5-2 0 0,0 1 0 0,9 0 0 16,14 3 0-16,3-8 0 0,5-2 0 0,5-6 0 16,0-3 0-16,-1-7 0 0,11 1 0 15,-12-9 0-15,5-2 0 0,-2-2 0 16,0-2 0-16,-4 0 0 0</inkml:trace>
  <inkml:trace contextRef="#ctx0" brushRef="#br0" timeOffset="92496.74">25640 11314 370 0,'32'-18'0'0</inkml:trace>
  <inkml:trace contextRef="#ctx0" brushRef="#br0" timeOffset="92672.27">25637 10778 2813 0,'-33'-6'0'0,"11"2"0"0,-3 1 0 0,8-4 0 0,10 4 0 0,1 1 0 0,6-4 0 0,0 1 0 0,17 1 0 0,11 0 0 0,12 2 618 0,-1 0-281 15,16-2-174-15,-1 3-163 0,2-1 0 0,1 0 0 16,1 0 0-16,-3 1 0 0,-5-1 0 0,-5 2 0 15,-8 0 0-15,3 0 0 0,-6 0 0 0</inkml:trace>
  <inkml:trace contextRef="#ctx0" brushRef="#br0" timeOffset="92710.37">26261 10716 370 0,'14'2'0'0,"-3"-2"0"0,-5 0 560 0,-2 0-281 0</inkml:trace>
  <inkml:trace contextRef="#ctx0" brushRef="#br0" timeOffset="92909.9">26058 10565 3380 0,'-12'-12'0'0,"6"8"0"0,0-4 0 16,6 2 0-16,0-1 0 0,12-1 0 0,13 3 0 0,14 1 0 0,0 1 0 0,-2 3 0 0,12 0 372 16,-2 0-193-16,-3 10-179 0,0 1 0 0,-11-2 0 0,2 6 0 0,-5-1 0 15,-9-1 0-15,-2 3 0 0,-8-2 0 0,-4 4 0 16,-5-2 0-16,-2 7 0 0,-13-3 0 0,-17 6 0 16,-2-3 0-16,-3-1 0 0,1-1 0 0,-12 4 0 15,4-1 0-15,-2-1 0 0,-3 1-80 0,-2 1-350 16,1-2 187-16,2 0 108 0,14 0-434 0,4 0 266 15</inkml:trace>
  <inkml:trace contextRef="#ctx0" brushRef="#br0" timeOffset="93119.48">26000 11191 3753 0,'-9'14'0'0,"-2"6"0"0,-4 1 0 0,-2-3 0 0,-2 4 0 0,2 6 0 0,-1-1 0 0,2 1 0 16,2 2 0-16,2 0 0 0,4 0 178 0,7 0-178 0,1-1 0 0,0 0 0 0,0-2 0 0,10-3 0 15,8-2 0-15,6-4 0 0,5-3 0 0,4-6 0 16,8-2 0-16,-1-7 0 16,-7 0 0-16,4 0 0 0,-9 0 0 0,6-5 0 15,-12 0 0-15,-1-7 0 0,-4 0 0 0,-4 0 0 16,-3-7-593-16,-2-3 144 0,0-6 206 0,-4-2 103 16,-2-2-685-16,-1-14 394 0</inkml:trace>
  <inkml:trace contextRef="#ctx0" brushRef="#br0" timeOffset="93248.83">26161 11020 3420 0,'-14'-21'0'0,"3"8"0"0,3 3 0 0,1 1 0 0,-1 2 0 0,5 1 0 0,-1 4 0 0,4 0 0 0,-2 0 0 0,2 0 0 0,0 2 378 16,0 0-245-16,2 6-133 0,5 6 0 0,-2-1 0 0,0 4 0 0,-2 2-370 16,-1 1 44-16,0 3 190 0,-2 0-511 0</inkml:trace>
  <inkml:trace contextRef="#ctx0" brushRef="#br0" timeOffset="93787.22">24074 10967 1840 0,'-8'-2'0'0,"4"-1"0"0,-2-1 0 0,1 0 0 0,-1 0 0 0,-1 0 0 0,1 2 0 0,0-1 0 0,1-1 0 0,1 2 0 0,1 0 227 0,3 0-94 0,-2 2-47 0,2-2 173 0,0 2-110 15,-2 0-46-15,2 0-37 0,0 0 340 0,4 0-185 16,6 0-90-16,4 0 179 0,3 0-310 0,2 0 0 16,3 0 0-16,4 0 0 15,4 0 0-15,0 0 0 0,4 0 0 0,-2 0 0 16,1 0 0-16,2 0 0 0,-3 0 0 16,-5-1 0-16,-3-1 0 0,2 0 0 0,-5 1 0 0,-5-2 0 15,-4 3 0-15,-1-2 0 0,-6 1 0 16,-1 1 0-16,-2 0 0 0,-1 0 0 0,-1 0-118 0,0 0-76 15,-3 0-921-15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51:31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18524 2745 1627 0,'0'-1'0'0,"0"-1"0"0,0-1 0 0,0 2 0 0,0-4 0 0,0 2 0 0,0-2 0 0,0 1 0 0,0 0 0 0,0 0 0 0,0 3 114 0,0-1-38 0,0-1 207 0,0 2-127 0,0-1-59 0,0 2-29 16,0 0 166-16,0 0-98 15,0 0-39-15,0 0 129 0,0 0-94 16,0 0-47-16,0 0 67 0,-3 0-57 0,1 0-19 16,-2 0-9-16,1 0 6 0,-1 0 1 0,-1 0-36 0,1 0-13 15,-4 0-25-15,2 3 0 0,1 3 0 16,-2-2 0-16,-1 2 0 0,0-2 0 0,-1 2 0 0,0 3 0 16,-3 0 0-16,3-1 0 15,-4 3 0-15,1 0 0 0,-2 2 0 0,-5 3 0 16,2 2 0-16,-2 0 0 0,-2 4 0 15,1-1 0-15,-5 0 0 0,1 4 0 0,-4 6 0 16,3-7 0-16,-9 7 0 0,2 1 0 0,4-2 0 0,-9 8 0 16,3-4 0-16,-2 4 0 0,-3 1 0 15,-8 7 0-15,8-8 0 0,-14 13 0 0,4-2 0 16,-5 1 0-16,-3 7 0 0,-3-3 0 0,-4 3 0 16,4 1 0-16,0-4 0 0,0 0 0 15,0 1 0-15,0 1 0 0,1-3 0 0,1 0 0 0,0 2 0 16,-1-2 0-16,1 2 0 0,1-1 0 0,8-12 0 15,-8 12 0-15,9-7 0 16,8-8 0-16,-1-3 0 0,4 0 0 0,8-7 0 16,-1 1 0-16,4-3 0 0,-1 1 0 0,6-7 0 15,1 4 0-15,1-6 0 0,1 1 0 0,4-3 0 16,2 0 0-16,1-3 0 0,1-1 0 0,2-4 0 16,1 0 0-16,2-1 0 0,-2-2 0 0,4-4 0 15,1 2 0-15,0-2 0 0,0-2 0 16,2 3 0-16,-2-3 0 0,2 0 0 0,0 0 0 15,0 0 0-15,0 0 0 0,0 0 0 16,0 0 0-16,0 0 0 0,0 0 0 0,0 0 0 16,0 0 0-16,0 0 0 0,0-3-46 0,2-3-136 15,2-2 48-15,5-4-772 0,1 0 434 0,3-8 217 16,2-3 108-16,-2 0-290 0</inkml:trace>
  <inkml:trace contextRef="#ctx0" brushRef="#br0" timeOffset="280.36">16517 4134 2260 0,'2'-12'0'0,"3"4"0"0,-2 1 0 0,1 2 0 0,-2-1 0 0,2 3 0 0,-3 2 0 0,1 1 0 0,0 0 0 0,2 4 0 0,-3 13 149 0,-1 7-45 0,0 3 310 16,-9 14-187-16,-5 0-94 0,-7 4-47 0,-2 4 212 15,-5 3-119-15,-8 8-98 16,1-5-81-16,-4 1 0 0,-2 0 0 0,0-3 0 0,8-8 0 15,-1 2 0-15,2-5 0 0,9-12 0 16,4-2 0-16,8-10 0 0,4-3 0 0,3-7 0 0,4-1 0 16,0-2 0-16,17-5 0 0,16 0 0 0,9-14 0 15,15-12 0-15,7-4 0 0,5-4 0 16,17-13 0-16,-4 4 0 0,-4 2 0 0,21-10 0 16,-7 7 0-16,2 4 0 0,0 3 0 15,1 2-99-15,-6 5-11 0</inkml:trace>
  <inkml:trace contextRef="#ctx0" brushRef="#br0" timeOffset="1108.02">18433 2832 1758 0,'-6'-2'0'0,"2"0"0"0,3 0 0 0,-1-1 0 0,0 0 0 0,2 2 0 0,-2-1 0 0,2 1 0 0,0-5 0 0,0 5 0 0,9-3 346 0,3 1-153 0,1 0-76 16,2 2 183-16,2-1-134 0,2 0-64 0,1 1-30 16,1-2 202-16,2 3-106 0,-1 0-70 0,4 0-28 15,-1 0 178-15,1 0-229 0,2 3-19 0,0 0 0 16,3-1 0-16,0 2 0 0,3-3 0 0,2 1 0 16,5 1 0-16,-5-2 0 0,9-1 0 15,-4 0 0-15,4 0 0 0,4 0 0 16,0 0 0-16,2 0 0 0,6 0 0 0,8 0 0 15,-5 0 0-15,2 0 0 0,4 0 0 16,-8-1 0-16,17-2 0 0,-4 0 0 0,-1-1 0 0,5 0 0 16,4 0 0-16,-1 1 0 0,0-3 0 15,0 0 0-15,3 3 0 0,-1-2 0 0,0 1 0 16,8-4 0-16,8 2 0 0,-9 1 0 0,-1 0 0 0,-11 3 0 16,19-5 0-16,-19 4 0 0,25-1 0 15,-6-2 0-15,0 1 0 0,1-1 0 0,3 1 0 16,-12 2 0-16,25-6 0 15,-8 6 0-15,-3-1 0 0,-5 2 0 0,-3 0 0 16,-14 0 0-16,5 2 0 0,-1 0 0 0,-3 0 0 16,-6 0 0-16,-5 0 0 0,-10 0 0 0,11 4 0 15,-14-1 0-15,1 1 0 0,-1 1 0 0,-2 1 0 0,-3-6 0 16,-1 4 0-16,-4-2 0 0,-1 1 0 16,-12 0 0-16,-1-1 0 0,-4-2 0 0,-4 1 0 15,-2-1 0-15,-3 0 0 0,-7 0 0 16,-2 0 0-16,-4 0 0 0,0 0 0 0,-3 0 0 15,0 0 0-15,-2 0 0 0,0-1 0 16,0-7 0-16,-11 2 0 0,1 0 0 0,-1 0 0 16,-1-2 0-16,1 2-469 0,2 1-38 0,-5-3 239 15,7 0 114-15</inkml:trace>
  <inkml:trace contextRef="#ctx0" brushRef="#br0" timeOffset="1338.22">23035 2456 3373 0,'-6'0'0'0,"6"0"0"0,0 0 0 0,0 0 0 0,9-1 0 0,12-1 0 0,8 2 0 0,3 0 0 0,5 0 0 0,7 2 0 0,0 7 69 0,1 2-29 0,1 3 97 0,-4 0-49 0,-4 2 11 16,7 4-59-16,-11-4 0 0,0 4 5 0,-4 0-45 16,-6-1 0-16,-5-1 0 0,-4 3 0 15,-8 0 0-15,-5 0 0 0,-2 1 0 16,-16-1 0-16,-16 1 0 0,-12 1 0 0,-2-1 0 0,-18 3 0 15,-4-1 0-15,-18 5 0 0,3-5 0 16,-46 10-303-16,8-2 134 0,-8-3 55 0,-9 4-506 16,0-2 290-16</inkml:trace>
  <inkml:trace contextRef="#ctx0" brushRef="#br0" timeOffset="2410.19">18643 563 1500 0,'-5'-8'0'0,"3"5"0"0,-2-1 0 0,2 0 0 0,0-3 0 0,2 3 0 0,-1-1 0 0,1 1 0 0,0 0 0 0,0 2 0 15,0 1 82-15,0-1 1 0,0 0-44 0,0 2 209 0,0 0-95 0,0 0 74 16,0 0-95-16,0 0-46 0,0 2 140 0,0 7-84 16,0 2-56-16,0 2 0 0,0 2-47 0,0 2 158 15,0 0-79-15,0 2-29 0,0-1-11 0,0 3-39 0,-2 0 77 16,-2 2-39 0,1-1 11-16,-2 2-88 0,1 5 0 0,1-2 0 0,1 2 0 0,0 3 0 15,0-2 0-15,0-4 0 16,2 9 0-16,0 0 0 0,0-1 0 0,0-1 0 15,0 3 0-15,0 3 0 0,0 1 0 16,0-4 0-16,0 7 0 0,0-1 0 0,-1-3 0 0,-1-2 0 0,-4 8 0 16,4-9 0-16,0 4 0 0,-2 5 0 0,0-4 0 15,1-2 0-15,-1 8 0 0,2-4 0 16,0 0 0-16,1 3 0 0,1-5 0 16,0-1 0-16,0 6 0 0,0-2 0 0,0-2 0 15,0 2 0-15,0-1 0 0,-2-4 0 0,0 11 0 0,0-5 0 16,-4-1 0-16,2-1 0 15,0 3 0-15,1-9 0 0,-3 11 0 0,5-15 0 0,-3 6 0 16,0-4 0 47,1 2 0-63,0-5 0 15,3-1 0-15,-2 0 0 16,0-3 0-16,2 0 0 0,-2 1 0 0,1-6 0 0,-1 7 0 0,0-5 0 0,0-2 0 0,0-2 0 0,2-1 0 0,-1-2 0 0,1-2 0 0,0-4 0 0,0-1 0 15,0-4 0-15,0-2 0 0,0-3 0 0,0 0 0 32,0-2 0-32,0 0 0 0,0 0 0 47,0 0 0-47,0 0 0 15,0 0 0-15,-2 0 0 0,0-7 0 0,0-4 0 0,0-3 0 0,2-3 0 0,0 0 0 0,0-1-359 0,0-3 112 0,0-3-626 0,0-3 417 0,0-1 199 0,0-3 114 0,0-9-502 0</inkml:trace>
  <inkml:trace contextRef="#ctx0" brushRef="#br0" timeOffset="2723.36">18618 512 2180 0,'-5'-16'0'0,"3"8"0"0,-2 3 0 0,1-4 0 0,-1 4 0 15,2-1 0-15,1 5 0 0,-1-3 0 0,0 2 0 0,-2 2 0 0,0 0 231 0,-2 0-95 0,-1 11-37 0,-2 5 202 0,-3 3-131 0,-3 3-63 16,0 2-34-16,-3 2 211 0,-3 4-111 0,-4 6-72 16,3-3-25-16,1-6-76 0,-2 5 0 0,1 1 0 15,2-3 0-15,1-4 0 16,0-1 0-16,2 0 0 0,6-6 0 0,-1 0 0 15,3-4 0-15,4-4 0 0,-1-2 0 0,4-1 0 16,1-3 0-16,1-4-694 0,0 0 61 0,0-1 301 16,3 0-353-16,10-15 322 0,4-3 160 0</inkml:trace>
  <inkml:trace contextRef="#ctx0" brushRef="#br0" timeOffset="2964.25">18469 550 3447 0,'2'-10'0'0,"3"7"0"0,1-1 0 0,1 0 0 0,1 3 0 0,1-1 0 0,6 2 0 0,2 0 0 0,4 0 0 0,3 11 0 0,0 2 243 0,5 6-106 0,3 4-33 0,0 1-104 16,-1 0 0-16,1 5 0 15,-3-7 0-15,-1 7 0 0,0-4 0 0,-3 0 0 0,-5-3 0 0,-1-1 0 16,-4-4 0-16,-2-1 0 0,-4 0 0 16,-1-4 0-16,-4-4 0 0,-2 2 0 15,0-5 0-15,0 0 0 0,-2-4 0 0,0-1 0 16,0 0 0-16,0 0 0 0,0 0 0 15,-2 0 0-15,-2 0 0 0,2 0 0 0,-2-4 0 16,2 1 0-16,2-3 0 0,-2 3-199 0,0 0-65 16,2 1 111-16</inkml:trace>
  <inkml:trace contextRef="#ctx0" brushRef="#br0" timeOffset="5386.85">18696 3061 2401 0,'-4'-5'0'0,"1"-1"0"0,-1 2 0 0,0-1 0 0,0 1 0 0,-2 2 0 0,1-2 0 0,-1 3 0 0,-1 1 0 0,-3 0 0 0,-1 1 176 0,-2 13 190 0,-2 4-164 0,4 2-82 16,-1 4-40-16,3 2 276 0,7-2-149 0,2 7-184 0,0-3-23 16,2-2 0-16,13-2 0 0,4-1 0 15,5-3 0-15,5-4 0 0,2-2 0 0,5-4 0 16,1-9 0-16,7-1 0 0,-10 0 0 0,10-5 0 16,-6-12 0-16,0-6 0 15,-4-4 0-15,-6 3 0 0,-4-6 0 0,-3-1 0 16,-4 0 0-16,-10 0 0 0,-3 1 0 0,-4 0 0 0,0 4 0 15,-11-1 0-15,-8 4 0 0,-8 4 0 16,-3 7 0-16,-3 3 0 0,-10 4 0 0,3 5 0 16,-1 0 0-16,2 6 0 0,8 8 0 0,-2 1 0 0,4 2 0 15,7 4 0-15,5 2 0 0,4-1-831 16,5-1 373-16,3 3 199 0,5 2 115 16</inkml:trace>
  <inkml:trace contextRef="#ctx0" brushRef="#br0" timeOffset="5882.66">16129 3299 2822 0,'-23'-5'0'0,"9"4"0"0,4 1 0 0,4 0 0 0,4 0 0 0,1 0 0 0,1 0 0 0,0 0 0 0,11 0 0 0,13 0 0 0,6-3 178 16,9-3-68-16,7-5 281 0,0 1-174 0,4 0-88 0,1 0-45 0,-3 1-84 15,-1-1 0-15,0 3 0 0,-1-3 0 0,-11 5 0 16,4-1 0-16,-5 0 0 0,-2 3 0 0,-8 1-34 16,-1 1-2-16,-3 1-541 0,-6 0 253 0,-3 0 165 15,-2 0-4-15,-1 0-514 0,-4 0 318 16,-2 0 159-16,-1-3 69 0,-1 0-370 0,0-3 230 0</inkml:trace>
  <inkml:trace contextRef="#ctx0" brushRef="#br0" timeOffset="6112.79">16648 2962 2248 0,'-18'0'0'0,"7"0"0"0,1 0 0 0,3 2 0 0,3 0 0 0,4-1 0 0,0 3 0 0,6-2 0 0,15 0 0 0,5-2 0 0,8 0 308 0,5 0-134 16,-5 0-66-16,3 0 295 0,0 0-186 0,-3 0-88 0,-4 5-71 16,-9 3-17-16,2 2 1 15,-5 3 9-15,-8 1-164 0,-3 3 77 0,-5 7 38 16,-2 3 1-16,-9 1-52 15,-12 2 56-15,-7 7-11 0,0-4 2 0,-4 0-29 0,0 0 28 0,2-4-62 16,8-2-167-16,-6-1 83 0,3-1 65 0,4-3-393 16,5-1 218-16,2-5 108 0,2 2 45 0,3-2-481 15,-2-1 272-15,4 0 138 0</inkml:trace>
  <inkml:trace contextRef="#ctx0" brushRef="#br0" timeOffset="6349.53">16434 3703 2290 0,'-12'11'0'0,"4"0"0"0,3-2 0 15,-1-2 0-15,5-2 0 0,1 2 0 0,0-2 0 0,0 3 0 0,0-1 0 0,3 2 0 0,5 4 195 0,-3 3-76 0,0 3-40 0,1-1 386 0,0 6-212 0,-4-1-96 16,4 3-63-16,-3 1 167 0,3-7-243 0,-1 0-18 16,5 1 0-16,-1-2 0 15,2-4 0-15,1 0 0 0,3-6 0 0,0-3 0 16,0-2 0-16,0-4-182 0,0 0 24 0,0 0 92 15,-2-5 51-15,1-9-334 0,-3-1 170 0,-2 0 5 16,-2-1 75-16,0-2-436 0,-6-2 247 0,3-1 124 16,-2-3 61-16,-2 0-404 0,0-9 238 0</inkml:trace>
  <inkml:trace contextRef="#ctx0" brushRef="#br0" timeOffset="6490.44">16549 3527 2583 0,'-7'-6'0'16,"2"2"0"-16,-1 3 0 0,2-2 0 0,3 2 0 0,-4 0 0 16,5 1 0-16,0 0 0 0,0 0 0 0,0 0 0 0,0 0 200 0,0 0-4 0,0 0-76 0,5 2-40 0,0 6-368 0,2-1 165 0,1 2 92 0,2 0 31 0,-1 1-305 15,0-2 173-15,3 2 86 0</inkml:trace>
  <inkml:trace contextRef="#ctx0" brushRef="#br0" timeOffset="7357.41">20620 2100 1750 0,'-9'0'0'0,"2"0"0"0,4 0 0 0,-1-2 0 0,0 0 0 0,4 2 0 0,-2 0 0 0,2-2 0 0,0 2 0 0,2 0 0 0,15 0 222 0,7 0-91 16,3-2 100-16,5 0 83 0,0 1-143 0,3-2-64 15,2-1 183-15,-1-1-124 0,2-1-63 0,-2 0-3 16,-2 3-60-16,-1 0 1 0,-3 0 0 0,-1-1-41 15,-1 3 0-15,-7-1 51 16,1-1-10-16,-1 2-268 0,-5 0 134 0,-4-2 66 0,-1 3 35 0,-4-2-600 16,-2 2 226-16,-2 0 172 0,-1 0-513 0,0 0 333 15,-2-2 156-15</inkml:trace>
  <inkml:trace contextRef="#ctx0" brushRef="#br0" timeOffset="7593.68">21137 1789 2217 0,'-11'0'0'0,"4"0"0"0,4 0 0 15,-1 0 0-15,4 0 0 0,0 0 0 0,7 0 0 0,18 0 0 0,2 0 0 0,3 0 0 0,2 0 481 0,1 0-226 0,1 3-106 0,-1 4 50 16,-1 1-79-16,-4-1-39 0,-1 1 10 16,-5 1-119-16,1 0 35 0,-6 0 0 15,-4 2 33-15,-4 2-162 0,-6-1 91 0,-3 4 31 16,0-2 0-16,-11 4-133 0,-10 2 84 0,-2-2-15 15,-5 1-33-15,-4 1 6 0,-9 4 41 0,6-3-281 16,-1-1 147-16,5-1 62 0,-3-1 31 0,4 1-441 16,0 1 245-16,1-2 124 0</inkml:trace>
  <inkml:trace contextRef="#ctx0" brushRef="#br0" timeOffset="7926.13">21017 2349 2669 0,'-2'3'0'0,"-1"-2"0"0,-1 3 0 0,2-4 0 0,-2 0 0 0,3 0 0 0,-1 0 0 0,0 0 0 0,2 0 0 0,0 3 0 0,0 4 173 0,0-1 96 0,0 6-114 0,0-1-57 15,0 3-18-15,2 4 198 0,0 0-118 16,1 7-111-16,1 0-49 0,0-1 0 0,-3 1 0 16,3 5 0-16,-1 0 0 0,-1 0 0 0,-1 2 0 15,1-1 0-15,0 3 0 0,-2 1 0 16,0-3 0-16,0 2 0 0,0 1 0 0,0-2 0 0,0-1 0 15,-4-1 0-15,3-4 0 0,-4 2 0 16,1-4 0-16,-1-4 0 0,-1 2 0 0,1-1 0 16,-5-2 0-16,1-2 0 0,0-3 0 15,-2-2 0-15,-3 0 0 0,0-3 0 0,-4-5 0 0,1 2 0 16,-1-3 0-16,-3-4 0 16,1 0 0-16,-3 0 0 0,2 0 0 0,0-7 0 15,-3-6 0-15,5-2 0 0,0-7 0 0,3-4 0 16,2-3-75-16,5-9-725 0,3-5 379 0,5-4 179 0</inkml:trace>
  <inkml:trace contextRef="#ctx0" brushRef="#br0" timeOffset="8094.72">20995 2202 3286 0,'0'-3'0'0,"0"2"0"0,2-2 0 0,2 3 0 16,-1-2 0-16,1 2 0 0,1 0 0 0,-1 0 0 0,2 0 0 0,0 0 0 0,-1 0 90 0,3 0-14 0,-1 5-37 0,-1 1 10 0,2 4-613 0,-5 2 301 16,3 0 152-16,-3 3-889 0</inkml:trace>
  <inkml:trace contextRef="#ctx0" brushRef="#br0" timeOffset="8813.68">17458 1197 2596 0,'-19'-6'0'0,"10"4"0"0,5 2 0 0,3 0 0 0,1 0 0 0,0 0 0 0,0 0 0 0,5 0 0 0,14-2 0 0,7 0 0 0,12-3 492 16,1-5-227-16,0 2-104 0,11 1-65 0,-6-1 114 15,2 5-99-15,-3-2-111 0,-6 1 0 16,3 3 0-16,-4-1 0 0,-3 2 0 0,-1 0 0 16,-5 0 0-16,-7 0 0 0,-1 0 0 0,-4 0-115 15,-4 0 40-15,-2 0 57 0,-3 0-747 16,-3 0 326-16,2 0 192 0,-3 0 103 0,0 0-261 15,0 0 183-15,1-2 92 0</inkml:trace>
  <inkml:trace contextRef="#ctx0" brushRef="#br0" timeOffset="9033.78">17940 920 2955 0,'-16'0'0'0,"9"0"0"0,-2 0 0 0,4-3 0 0,3 1 0 0,2 2 0 0,0-3 0 0,10 3 0 0,8 0 0 0,5 0 0 0,4 0 275 0,-3 0-117 15,0 5-60-15,-1 5 183 0,-2 0-126 16,-1-1-146-16,-3 4-9 0,-2 2 0 0,-3 1 0 0,-7 2 0 0,-1 1 0 16,-4 2 0-1,0 4 0-15,-8-3 0 0,-7 0 0 0,-5 2 0 0,-5 1 0 16,1 0-343-16,-1-3 97 0,-2 1 66 16,4-2 85-16,-4-4-609 0,6 1 323 0,-5-1 176 15,4-2-434-15,1-1 300 0,0-6 151 0</inkml:trace>
  <inkml:trace contextRef="#ctx0" brushRef="#br0" timeOffset="9544.26">17625 1374 2547 0,'-2'0'0'0,"0"0"0"15,1 0 0-15,1 0 0 0,-2 0 0 0,2 0 0 0,0 0 0 0,0 0 0 0,0 0 0 0,0 4 0 0,2 6 471 0,1 5-221 0,1 5-105 0,-1 5-54 0,2 3-26 0,-3 4 243 0,-2 5-254 16,0 8-54-16,0-3 0 0,0 2 0 31,0-4 0-31,-7 3 0 0,2-7 0 0,0 4 0 0,-1-5 0 16,-1-2 0-16,0-4 0 0,2-8 0 0,0 2 0 0,-1-7 0 15,2-4 0-15,-1-3 0 0,3-5 0 0,-2-2 0 0,0-2 0 0,0 0 0 0,2-10 0 16,2-7 0-16,0-5 0 0,0-3 0 16,2 3 0-16,8-9 0 0,3 3 0 15,2 1 0-15,4-2 0 0,4-1 0 16,1 4 0-16,2 1 0 0,0 5 0 0,-1 1 0 15,1 4 0-15,-7 6 0 0,1 0 0 16,-1 3 0-16,-4 3 0 0,-1 3 0 0,-2 0 0 16,-6 0 0-16,0 0 0 0,-2 10 0 0,-2 1 0 0,-2 3 0 15,0 1 0-15,-4-1 0 16,-8 2 0-16,1-1 0 0,-2-3 0 0,0 2 0 16,-2-4 0-16,2-1 0 0,2-6 0 0,-5 3 0 0,4-3 0 15,1-3 0-15,2 0 0 0,2 0 0 16,0 0 0-16,3 0 0 0,0 0 0 15,2 0 0-15,2 0 0 0,-2 0 0 16,2 0 0-16,0 0 0 0,0 0 0 0,2 1 0 0,8 4 0 16,-1-1 0-16,4 4 0 15,0-2 0-15,2 2 0 0,0-1 0 0,2 0 0 0,-2 1 0 16,0-2 0-16,0 0 0 0,0 3 0 0,2-4 0 0,-2-1 0 16,2 2 0-16,-2-2 0 15,0 2 0-15,2 0-189 0,2 0-21 0,0-1 73 0,1 3-984 16,6-1 545-16</inkml:trace>
  <inkml:trace contextRef="#ctx0" brushRef="#br0" timeOffset="9705.19">18506 1901 3931 0,'-3'0'0'0,"3"0"0"0,-2 0 0 0,2 0 0 0,-2 0 0 0,2 0 0 0,0 0 0 0,0 0 0 0,0 0 0 0,0 0 0 0,0 0 0 0,0 0 0 0,0 0-18 0,2 0-355 0,2 0-1181 16,1 0 758-16</inkml:trace>
  <inkml:trace contextRef="#ctx0" brushRef="#br0" timeOffset="49320.01">14835 4860 2546 0,'-21'-20'0'0,"8"12"0"0,5 4 0 0,4 1 0 0,3-1 0 0,1-1 0 0,0-4 0 0,9-2 0 0,14-4 0 0,10-4 0 0,9 3 382 0,3-3-169 0,6 2-86 0,-1 6 164 15,1 3-130-15,-5 6-59 0,-9 2 7 16,-1 0-109-16,-10 4 0 0,4 13 0 0,-14 2 0 16,-2 4 0-16,-7 2 0 0,-5 8 0 0,-2 0 0 15,-3 8 0-15,-13-3 0 0,-2 0 0 0,-3 1 0 16,-4-3 0 0,5-7 0-16,-4 4 0 0,1-7 0 0,2-1 0 0,6-11 0 15,0-1 0-15,6-4 0 0,1-4 0 0,5-3 0 16,1-2 0-16,2 0 0 0,2-10-138 0,18-18-900 0,14-14 504 15,4-5 246-15,5-4 123 0,2-5-307 0</inkml:trace>
  <inkml:trace contextRef="#ctx0" brushRef="#br0" timeOffset="49481.02">15503 4541 2942 0,'2'-22'0'0,"-2"12"0"0,0-2 0 0,-11 7 0 0,-8 5 0 0,-7 0 0 0,2 15 0 0,-3 8 0 0,6 3 0 0,1 5 0 0,3 5 286 0,4 2 417 0,5 5-703 16,8-8 0-16,0 3 0 0,2 6 0 0,13-11 0 0,10 6 0 15,3-6 0-15,6-3 0 0,5-2 0 16,4-3 0-16,2-3 0 0,7-4 0 0,-2 1 0 16,4-2 0-16,-1-3 0 0,1-2-544 0,2-2 161 15,12 0-349-15</inkml:trace>
  <inkml:trace contextRef="#ctx0" brushRef="#br0" timeOffset="50024.4">23792 2875 2977 0,'0'-1'0'0,"0"1"0"0,7 3 0 0,8 4 0 0,0 1 0 0,2 3 0 0,0 0 0 0,1 2 0 0,3 1 0 0,0 1 0 0,2 4 133 0,-3-4-38 0,5 6-4 15,-6-1-25-15,-3-1-1 0,-4-3-26 0,1 4-217 16,-6-2 119-16,0-1 44 0,-6 1 27 0,5-4-546 16,-4-3 287-16,-2-1 143 0,0-3-788 0</inkml:trace>
  <inkml:trace contextRef="#ctx0" brushRef="#br0" timeOffset="50197.88">24348 2641 3931 0,'2'-9'0'0,"3"5"0"0,-3 3 0 0,-2 1 0 0,-2 14 0 0,-17 12 0 0,-4 9 0 0,0 8 0 0,-10 17 0 0,-3 6 0 0,-7 12 0 0,-9 18 0 0,0-3 0 15,-1 7 0-15,-7 17 0 0,10-11 0 0,11-5 0 16,0 9 0-16,4 0 0 15,-1-1 0-15,-2 17 0 0,2-6-5 0,2-8-118 16,-7 31 76-16</inkml:trace>
  <inkml:trace contextRef="#ctx0" brushRef="#br0" timeOffset="51023.38">16443 836 1929 0,'-29'-14'0'0,"8"7"0"0,3 1 0 0,6-2 0 0,3 2 0 0,7-2 0 0,2-2 0 15,0-1 0-15,20-2 0 0,13 0 0 0,3-1 262 0,3 3-110 0,2 4-56 0,-4 5 85 0,-2 1-75 0,-1 1-33 16,-8 1 1-16,-8 10 27 0,2 7-31 0,-13 2 12 16,-4 10-41-16,-3 1 125 0,-1 10-62 0,-18-2-32 15,-2 2 82-15,-1-4-46 0,-8 13-39 0,1-9 22 16,6-1-91-16,4-11 0 0,3 1 0 0,9-9 0 15,1 0 0-15,6-3 0 16,0-5 0-16,6-1 0 0,18-6 0 0,5-3 0 16,8-3 0-16,2 0 0 0,3-3 0 0,-1-11 0 15,-7 5 0-15,1-4 0 0,-3 1 0 0,-2 2 0 16,-11 5-302-16,1 0 40 0,-11 3 110 0,0 0-672 16,-6 2 397-16,-3 0 193 0,0 2 96 0</inkml:trace>
  <inkml:trace contextRef="#ctx0" brushRef="#br0" timeOffset="51176.73">16397 1059 3893 0,'-18'-10'0'0,"9"5"0"0,1 0 0 0,4-3 0 0,4 1 0 0,0-4 0 0,9 1 0 0,17-1 0 0,13 4 0 0,2 0 0 16,2 2 38-16,-1 3-38 0,11 2 0 0,-2 0 0 0,0 0 0 0,1 9 0 15,3 3 0-15,0 3 0 0,-1 2 0 16,-2 3-36-16,-1 1-17 0,-2 2-1222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53:50.9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14923 3000 1251 0,'0'-2'-1'0,"0"-1"1"0,0-1 0 0,0 1 0 0,0-3 0 0,0 2 0 0,0-1 0 0,0-1 0 0,0 1 0 0,0 0 0 0,0 3 262 0,0-3-109 0,0 1-44 16,0 1-11-16,0-1 117 0,0 0-86 0,0 2-42 15,0 0 135-15,0-2-77 0,0 2-57 0,0 1 1 16,0-2-2-16,0 3-1 0,0-1-31 0,0 1 105 16,0 0-59-16,0 0-28 0,0 0 0 0,0 0 91 15,0 0-49-15,0 0-41 0,-4 0 22 0,-2 0-96 16,1 0 0-16,-2 0 0 0,-1 0 0 0,-2 1 0 15,1 5 0-15,0 2 0 16,-1-2 0-16,-1 3 0 0,-2 3 0 0,2 1 0 16,-6 0 0-16,2-1 0 0,-5 8 0 0,-3-2 0 15,0 3 0-15,-3 1 0 0,-6 8 0 0,2-4 0 16,-4 4 0-16,-3 1 0 0,-4 3 0 0,-9 7 0 16,3 0 0-16,-1 3 0 0,-5 3 0 0,-4 3 0 15,1 2 0-15,-3 5 0 0,-4-3 0 0,-7 12 0 16,5-12 0-16,-3 3 0 0,8-4 0 0,-13 11 0 15,7-6 0-15,0 4 0 16,1 2 0-16,1-2 0 0,9-7 0 0,-5 2 0 16,2-2 0-16,2 0 0 0,5-7 0 0,6-1 0 15,5-8 0-15,1 3 0 0,3-7 0 0,8-3 0 16,4-6 0-16,1 1 0 0,6-8 0 0,2-3 0 16,2-2 0-16,4-3 0 0,-1-3 0 0,3-2 0 15,1-1 0-15,1-3 0 0,1 0 0 16,-2-1 0-16,4-1 0 0,0 0 0 15,0 0 0-15,0 0 0 0,1 0 0 0,-1 0 0 16,-2 0 0-16,2 0 0 0,1 0 0 0,-1 0 0 16,0 0 0-16,2-1 0 0,-2 1 0 0,2-2 0 15,0 0-60-15,0-1-183 0,0-7 99 0,6 0-736 16,4-1 418-16,6-6 209 0,0 2 94 0,4-7-506 16</inkml:trace>
  <inkml:trace contextRef="#ctx0" brushRef="#br0" timeOffset="321.2">13093 4198 2483 0,'0'-10'0'0,"0"2"0"0,0 1 0 0,0-2 0 0,0 3 0 0,0 2 0 0,0 3 0 0,0-2 0 0,0 1 0 0,0 2 0 0,0 0 82 15,-5 10 202-15,-6 11-120 0,-6 3-50 0,-2 8-40 0,-3 3 235 0,-3 2-133 0,1 6-66 16,-3-2-34-16,1 2-17 0,0 0-59 15,0-1 0-15,-1 1 0 0,1-2 0 16,1-2 0-16,5-5 0 0,-3 0 0 0,2-2 0 16,0-6 0-16,5-3 0 0,2-7 0 0,3 2 0 15,4-7 0-15,2-2 0 0,1-2 0 0,2-5 0 16,2 0 0-16,0 2 0 0,2-2 0 0,11-2 0 16,11 0 0-16,7 0 0 0,10-2 0 15,6-11 0-15,3-3 0 0,12-8 0 0,-2-1 0 0,4 2 0 16,0-4 0-16,-4 5 0 0,19-6 0 0,-4 3 0 15,2 0 0-15,14-1 0 16,-5 0 0-16,-2 0-26 0,24-9-641 0</inkml:trace>
  <inkml:trace contextRef="#ctx0" brushRef="#br0" timeOffset="1179.14">14660 3066 1621 0,'-4'0'0'0,"3"0"0"0,1 0 0 0,-2 0 0 0,2 0 0 0,0 0 0 0,0 0 0 0,0 0 0 0,0 0 0 0,0 0 0 0,2-3 153 0,7 3-54 0,4-2 202 15,4 0-134-15,2 0-62 0,1 2 138 16,3-1-100-16,3 1-50 0,-5 0 10 0,7 0 57 16,0 0-59-16,0 0-29 0,-2 0 0 0,3 0-29 0,-3 0 92 0,8 0-51 15,-4 0 0-15,4 0-41 0,1 0 48 16,7 1-73-16,-6 1-18 15,8-2 0-15,0 0 0 0,2 0 0 0,2 0 0 0,2 0 0 16,1 0 0-16,0 0 0 16,1 0 0-16,3 0 0 0,8 0 0 0,-10 0 0 0,6 0 0 15,6 0 0-15,-3 0 0 0,4 0 0 16,-2 0 0-16,-4 0 0 0,17 0 0 0,-6 0 0 16,2 0 0-16,1 0 0 0,-1-2 0 0,-7 2 0 0,17 0 0 15,-7-1 0-15,2-2 0 0,3 1 0 0,1 1 0 0,-2-1 0 16,-1 0 0-16,4 1 0 0,10-3 0 15,-4 0 0 1,5-1 0-16,-8 3 0 0,21-5 0 0,-11 2 0 0,2-1 0 16,0 2 0-16,1-2 0 0,-7 3 0 0,19-3 0 15,-15 4 0-15,1-1 0 0,-1 0 0 0,-2 0 0 0,-6 1 0 16,21 0 0-16,-11 0 0 0,-4 1 0 16,0 1 0-16,-6-2 0 0,-11 2 0 0,17 0 0 15,-19 0 0-15,2 0 0 16,-4 0 0-16,-3 0 0 0,-10 0 0 0,0 0 0 0,-8 0 0 15,3 0 0-15,-4 0 0 0,-3 0 0 16,-6 0 0-16,-1 0 0 0,-3 0 0 0,-7 0 0 16,-2 0 0-16,-7 0 0 0,1 2 0 0,-6-2 0 15,-5 0 0-15,-3 1 0 0,-4-1 0 0,-1 0 0 16,-2 0 0-16,-1 0 0 0,-1 0 0 0,0 0 0 16,0 0-21-16,0 0-43 0,0 0-291 15,0 0 161-15,-1 0 76 0,-3 0 35 16,-2-1-528-16,3-1 284 0,-1 0 131 0,1 1-422 15,-2-2 287-15,3 0 145 0,0-1-569 0</inkml:trace>
  <inkml:trace contextRef="#ctx0" brushRef="#br0" timeOffset="1451.4">20148 2775 1613 0,'-4'-5'0'0,"2"2"0"0,0 0 0 0,2 2 0 0,0-2 0 0,0 2 0 0,9 1 0 0,9 0 0 0,6 0 0 0,2 0 0 0,4 8 106 0,2 0-33 0,3 2 222 16,2 1-132-16,4 2-60 0,-7-2 137 0,1 2-99 16,2 3-50-16,-4-1 95 0,-1 2-77 15,-4-2-33-15,-2 1 97 0,-3 2-65 0,-6-3-34 0,-1 0 12 0,-5 1 5 16,-4-1 1-16,-5 2-50 0,-2-2 0 16,-2 3-15-16,-17-3-27 0,-6 0 0 0,-5 0 0 15,-11 1 0-15,0-1 0 16,-6 0 0-16,-5-1 0 0,-13 4 0 0,1-5 0 0,-5 4 0 0,-8 1-423 15,-15 0 92-15,11-2 163 0,-20 7-352 16,14-3 240-16,1 0 118 16,11-1-544-16,-8 3 332 0</inkml:trace>
  <inkml:trace contextRef="#ctx0" brushRef="#br0" timeOffset="2626.61">14899 483 1212 0,'-2'-12'0'0,"-2"7"0"0,3-1 0 0,-4 0 0 0,1 1 0 0,3 1 0 0,-3 1 0 0,2 1 0 0,0-1 0 0,2 2 0 0,0 1 140 0,0 0-49 15,0 0 9-15,0 0 18 0,0 0-39 0,0 0 0 16,0 8-38-16,0-1 53 0,0 4-11 0,-2 0-11 16,2 3 104-16,-1 1-68 0,-1 1-34 0,0 1 122 15,0 3-68-15,0 2-49 0,-2-2 0 0,2 7 82 16,-2-3-60-16,2 2-30 0,1-4 10 0,-1 8 38 16,2-3-39-16,-2 1-1 0,2 0-38 15,0 3 25-15,-2-2 11 0,2 4-36 0,-2-2 18 0,2 3-53 16,-1 0-6-16,-3 2 0 0,0 1 0 0,1 6 0 15,0-1 0-15,-1-4 0 16,1-1 0-16,1 2 0 0,0 0 0 0,0 0 0 16,0-2 0-16,2 0 0 0,-2-2 0 0,2 9 0 15,-1-10 0-15,-1 9 0 0,0-4 0 0,-2 3 0 16,3-1 0-16,-4 2 0 0,1-6 0 0,1 13 0 16,-3-7 0-16,3 0 0 0,-3-2 0 0,2 1 0 15,0-7 0-15,0 5 0 0,2-2 0 16,1-1 0-16,-1-1 0 0,2-1 0 0,-2 2 0 15,2 1 0-15,0 2 0 0,0-5 0 16,0 2 0-16,0-1 0 0,0 3 0 0,0-3 0 16,0 3 0-16,0-4 0 0,0-2 0 0,0 3 0 15,0-2 0-15,0-4 0 0,0 2 0 0,0 1 0 16,0-2 0-16,0-1 0 0,0-3 0 0,0 4 0 16,0-2 0-16,0-3 0 0,0 0 0 0,0-3 0 15,0 6 0-15,0-8 0 0,0 0 0 0,0-1 0 16,0 0 0-16,0-1 0 0,0-4 0 15,-2-6 0-15,2 2 0 0,0-4 0 16,0-2 0-16,-2-2 0 0,2-1 0 0,0-2 0 16,0 0 0-16,0 0 0 0,-3 0-91 0,1 0-146 15,-4-5 102-15,2-11 48 0,2-6 0 0,0-6-566 16,2-4 306-16,0-7 143 0,0-9 87 0,0 0-571 16</inkml:trace>
  <inkml:trace contextRef="#ctx0" brushRef="#br0" timeOffset="2889.98">14892 237 2254 0,'-20'-19'0'0,"1"19"0"0,5 0 0 0,-2 3 0 0,-2 7 0 0,-3 1 0 0,2 6 0 0,-3 0 0 0,3 4 0 0,-4-1 0 0,1 7 102 0,-1 2 58 0,1 1-63 0,-5 7-1 16,7-4-51-16,1-3-108 0,2 2 53 0,2-2 12 15,2-1 43-15,3-9-149 0,1 3 74 0,2-9 38 16,3-2-436-16,0-5 239 0,4-3 39 0,0-2-417 16,0-2 241-16,0-2 141 0,12-17 70 0</inkml:trace>
  <inkml:trace contextRef="#ctx0" brushRef="#br0" timeOffset="3056.06">14671 387 2442 0,'12'-10'0'0,"1"5"0"0,4 4 0 0,-4-2 0 0,2 3 0 0,2 0 0 0,5 3 0 0,5 5 0 0,5 5 0 0,7 1 0 0,0 1 121 0,3 0 563 16,-3 1-308-16,12 5-172 16,-8 0-100-16,0 0-104 0,-1-3 0 0,-5 2 0 15,-5-2 0-15,4 3 0 0,-6-3 0 0,-4 1 0 0,-3 0-129 0,-5 2 85 16,-4-5 55-16,-7 5-820 15,-3-1 416-15,-2-1 79 0,-2 2 146 0</inkml:trace>
  <inkml:trace contextRef="#ctx0" brushRef="#br0" timeOffset="4936.85">14865 3096 558 0,'-2'0'0'0,"1"2"0"0,-2-2 0 16,1 0 0-16,2 0 0 0,0 0 0 0,0 0 0 0,0 0 0 0,0 0 0 0,0 0 0 15,0 0 28-15,0 0 1 0,0 0 0 0,0 0 28 0,0 0-27 0,0 0 0 0,2 0 7 0,1 0 34 0,-2 0 0 16,3 0-37-16,1 0 57 0,3 0-54 0,-3 0 9 16,5 0-3-16,-1 0 0 15,2 0 0-15,1 0-2 0,1-2 6 0,2-1-33 0,0-3 31 16,2 0-3-16,0 1-42 0,4 0 0 15,-3-3 33-15,5 1 14 0,3-1-51 0,-3 1 1 16,1-2 28-16,0 2-39 0,4-2-5 0,-1 1 51 16,3-1-15-16,-2 0-36 0,4-1-6 0,0 1 44 15,0-2-7-15,2 1-18 0,1-1 16 0,2-1 6 16,4-1-30-16,-10 2 26 0,12-2-9 0,-4 0 14 16,7-2-8-16,-3 2 1 0,2-3-4 15,2 2 22-15,-2 0-18 0,2-1 4 0,0 0-4 0,1 0-8 16,-2 0 10-16,2 0-1 15,-2 1 2-15,2 0-6 0,0-1 4 0,-1 2 0 16,0-2-1-16,0 2-1 0,-2-1 2 0,-3 2-4 16,6-3 3-16,-2 3-1 0,-4 0 1 0,3 0 5 15,1-2-5-15,-4 2 2 0,9-1-3 0,-1-1 8 16,0 1-7-16,1 0 1 0,-2 0-1 0,2-2-12 16,0 2 12-16,0-1-1 0,0 2 6 0,0-2-6 15,-3 1 1-15,-4 0-10 0,9-1 9 0,-5 0 0 16,-1 3 1-16,0-3-4 15,0 1 3-15,-6 2 1 0,10-2-1 0,-4 2-35 16,-2-3 34-16,2 2-2 0,-2-2 2 0,-6 3-15 16,10-4 14-16,-6 1 10 0,0 2-11 0,1-2-1 15,-7 3 1-15,8-2-3 0,-5-1 3 0,-1 3-2 16,-5 2 2-16,7-3-18 0,-7 0 18 16,4 0-1-16,-1 1 0 0,4-1-22 15,-7 2 21-15,8-4 0 0,-8 5 2 0,9-3-24 16,-4 2 21-16,3-2-4 0,1 0-24 0,-1 1 24 15,-5 1 2-15,8-1-7 0,-12-2 6 0,7 3-3 16,-4-2 2-16,-1 3 3 0,1 0-4 0,-2-1 0 16,-1 1 1-16,1 0 33 0,-2 1 1 0,0-2-31 15,3 1-2-15,-2 2 52 0,3-3-48 0,-1 3 4 16,3-2-19-16,3 0 19 0,-7-2 4 0,4 2-36 16,-5 2 31-16,3-2-1 0,-2-1 0 0,-2 3-31 15,-2-3 29-15,0 2 1 16,-2 2-8-16,-2 0-32 0,1 0 36 0,-2-2-7 15,-4 3-3-15,4 0 12 0,-4 0-7 0,1 0 2 16,1 0 16-16,-2 0-16 0,0 1 0 0,-3-1 44 16,1 1-42-16,-3-2 0 0,0 3 2 0,-4-1 26 15,0 3-22-15,-3-3-3 0,1-1 5 0,-5 4 49 16,0-1-47-16,-4 0-4 0,1 2 10 0,-2 0-13 16,0 0 10-16,0 0-4 0,0 0-33 0,0 0 33 15,0 0 4-15,0 0-167 16,0-2 76-16,0 2 38 0,-2 0-10 0,-6 0-419 15,-1 0 197-15,-2 0 123 0,-1 0 34 0,1 0-159 16</inkml:trace>
  <inkml:trace contextRef="#ctx0" brushRef="#br0" timeOffset="5580.48">19639 1414 1291 0,'0'0'0'0,"0"0"0"0,0 0 0 0,0 0 0 0,0 0 0 0,0 0 0 0,0 0 0 0,0 0 0 0,0 0 0 0,2 0 0 0,7 0 87 0,2 0-42 0,1 0 0 16,1 0 73-16,2 2-26 0,1 1-10 0,5 1 7 16,0 3-44-16,-1-4 0 0,3 2 1 0,0-1 4 15,3 2-5-15,-2-1 0 0,1 1 1 0,-4-1-37 16,0 1 0-16,-1 0 48 0,1 0-12 0,-3 0-54 16,1 0 1-16,-2 1 31 15,0-2-24-15,-2 1-6 0,2-1 40 0,0 1-77 16,-2 1 33-16,2-3-15 0,-3 1 45 0,4 1-31 15,-2-2-4-15,0 0 19 0,-2 0 9 0,0-1 12 16,-7 1-14-16,2-2-2 0,-2 1 2 0,-2-2 46 16,-3-1 1-16,0 1-42 0,0-1 39 0,-2 0-30 15,0 3-7-15,0-3 27 0,0 2-24 0,0 0 8 16,0 0-6-16,0 1 56 0,0-1-6 0,0 2-38 16,0-1-7-16,0 0 35 15,0 0-31-15,0-1 11 0,0 2-11 0,0-1 54 16,0 3-51-16,0-2 4 0,0-1 26 0,0 5-24 15,0-2-3-15,0 4 25 0,0 1-24 0,-8-1 4 16,-2 5 6-16,-1 1 27 0,-1-2 3 0,-2 3-38 16,-1 1 0-16,2-1-17 0,0-1 32 0,-3 1-14 15,6 0 2-15,-1-2-48 0,1 0-1 0,0-2 45 16,3-1-38-16,-3 1-9 0,6-4 22 0,-1 0-15 16,1-1 2-16,1-2-1 15,-1-3 0-15,2 1 0 0,2-4 0 0,0 2 0 0,0-2 0 0,0 0 0 16,0 0 0-16,0 0 0 15,0 0 0-15,0 0 0 0,0 0 0 0,0 0 0 16,0 0-453-16,0-2 202 0,0 0 100 0,0 0-831 16,0 0 470-16</inkml:trace>
  <inkml:trace contextRef="#ctx0" brushRef="#br0" timeOffset="6215.64">20893 1549 1682 0,'0'0'0'0,"0"0"0"0,0 0 0 0,0 0 0 0,0 0 0 0,2-2 0 0,8 0 0 0,3 1 0 0,4-2 0 0,1 0 0 0,1 0 86 0,2 2 0 0,1 0 73 16,6 1-63-16,-1 0 0 0,3 0-52 0,2 0 65 16,0 0-32-16,1 0 10 0,1 0-42 0,1 0 15 15,-1 0-15-15,-1 0-50 0,-1 0 1 0,0 0 59 16,0 0-11-16,-2 0-97 0,-2 0 49 0,1-3-1 16,-6 3 49-16,-2-4-169 0,0 3 72 0,-6-1 18 15,0 0-1-15,-6 0-81 16,-1-2 59-16,-3 3 9 0,-2-1-65 0,-1 2 41 15,0-2 27-15,-2 0-37 0,0 0 28 0,0 0-24 16,0 1 50-16,0-1-294 0,-4 0 140 0,-3 0 69 16,2 2 35-16,0-2-317 0,-1 1 182 0</inkml:trace>
  <inkml:trace contextRef="#ctx0" brushRef="#br0" timeOffset="6526.29">21489 1357 1474 0,'-10'0'0'15,"5"0"0"-15,-1-4 0 0,1 2 0 0,3-3 0 0,-2 3 0 0,4 0 0 0,0-2 0 0,0 3 0 0,2-1 0 0,11 2 90 0,1 0 141 0,4 0-94 0,3 0-46 0,1 0 10 0,7 0 63 16,-4 2-60-16,2 2-30 0,-1 1 0 0,-5 1-34 16,2 0 15-16,-1-1-11 0,-1 1-85 15,-2 2 43-15,-3-2 0 0,0-1-37 16,-7-1 51-16,2 3-11 0,-4 1 34 0,-2-3-43 15,-2-1-5-15,-1 2-1 0,0 0-19 0,-2-1 84 16,0 0-58-16,0 1 16 0,-4-1-19 0,-6 4 154 16,-1 0-54-16,-3-2-39 0,-2 3 52 0,0 1-38 15,-2 0 21-15,-1 0-54 0,3 2-133 0,-7 1 61 16,4 2 41-16,-1 0-424 0,-1 0 208 0,-2 2 108 16,1 2 36-16,0-1-282 15,-3 2 126-15,-2 0 95 0,1 0 7 0,-1 0-402 0</inkml:trace>
  <inkml:trace contextRef="#ctx0" brushRef="#br0" timeOffset="7103.53">21135 1831 1668 0,'-3'0'0'0,"1"0"0"0,2 0 0 0,-2-1 0 0,2-2 0 0,0 1 0 0,-2 2 0 0,2-2 0 0,0 2 0 0,0 0 0 0,4 0 101 15,5 4 62-15,-1 2-49 0,3 3-40 0,-2 2 87 16,3 3-59-16,-3 1-29 0,2 1 1 0,-2-1 18 16,-2 4-11-16,0 2-36 0,-3 0-1 0,-2 4-23 15,-1-1 23-15,-1-2 11 0,0 4-11 16,0-1-54-16,-1-3 54 0,-5-2 0 16,1 4-41-16,-1-3 53 0,1-2-12 0,-4 1-9 0,4-5 8 15,1 0-16-15,1-7 12 0,-1 2 21 16,0-4-23-16,3 0-5 0,1-5 4 0,-2-1 29 15,2 0-27-15,0 0 12 0,-3 0-11 0,1 0 144 16,0-1-73-16,2-8-110 0,0-4 0 0,0 1 0 16,0-5 0-16,0 2 0 0,4-2 0 0,4-1 0 15,3-1 0-15,0-2 0 0,5-2 0 0,0 5 0 16,0-2-5-16,1 2-75 16,-1 0 48-16,0 2 6 0,0 1-1 0,0 0-26 0,-2 2 50 0,2-1-28 15,-4 3 23-15,1 2 69 16,1-1-32-16,-1 2 6 0,-1 3 73 0,-2 0-76 15,0-1-32-15,1 2 0 0,0 1 0 0,0 1 0 16,1-2 0-16,-3 3 0 0,0-1 0 0,3-1 0 16,-3 3 0-16,0 0 0 0,1 0 0 0,0 0 0 15,-3 0 0-15,0 0 0 16,3 0 0-16,-3 0 0 0,1 3 0 0,-3 2 0 0,3-1 0 16,-2-2 0-16,-1 3 0 0,-1-3 0 15,0 2 0-15,-1-2 0 0,-1-1 0 0,1 1 0 16,-1 0 0-16,0-2 0 0,-2 0 0 0,1 0 0 15,-1 0 0-15,0 0 0 0,0 0 0 0,0 0-193 16,0 0 48-16,0 0 59 0,0 0 12 0,0 0-225 16,0 0 128-16,0 0 63 0,0 3 32 0,2 5-664 15,-2 2 336-15,0 3 186 0</inkml:trace>
  <inkml:trace contextRef="#ctx0" brushRef="#br0" timeOffset="7278.73">21822 2319 3486 0,'0'0'0'0,"0"0"0"0,0 0 0 0,0 0 0 0,0 0 0 0,0 0 0 0,0 0 0 0,0 0 0 0,0-2 0 0,0-2 0 0,0 1 150 0,0 0 110 0,0 0-225 0,0 0-35 16,0 0 0-16,0 3 0 0,0-3 0 0,0 1 0 15,0 2-835-15,0 0 398 16</inkml:trace>
  <inkml:trace contextRef="#ctx0" brushRef="#br0" timeOffset="12034.69">14607 3424 2360 0,'0'0'0'0,"0"0"0"0,0 0 0 0,0 0 0 0,0 0 0 0,0 0 0 0,0 0 0 0,-3 0 0 0,-1 1 0 0,-2 5 0 0,1 2 152 0,-3 1-56 0,2 0-27 15,1 5-1-15,-2-1 175 16,1 4-107-16,0 1-47 0,0 1-1 0,1 4 106 16,1 0-76-16,2-1-30 0,2 4-9 0,0-5 43 15,0 1-93-15,0 1-29 0,4-3 0 0,7 0 0 16,1-2 0-16,2-3 0 0,2-2 0 0,-2-2 0 15,4 0 0-15,-2-3 0 0,3-4 0 0,-1-3 0 16,-2 1 0-16,1-2 0 0,0 0 0 0,0 0 0 16,-1-7 0-16,5-8 0 0,-4-2 0 0,0 1 0 15,-1-5 0-15,-4 0 0 16,3-5 0-16,-5 1 0 0,-1-2 0 0,0 2 0 16,-2-2 0-16,-6 2 0 0,1-2 0 0,0 1 0 15,-2 1 0-15,0 5 0 0,0-1 0 0,-5-2 0 16,-5 5 0-16,-1 0 0 0,-5 3 0 0,2 3 0 15,-6 0 0-15,2 3 0 0,-5 3 0 0,1 3 0 16,-1 0 0-16,3 3 0 0,-3 0 0 0,4 0 0 16,2 0 0-16,0 8 0 0,4 2 0 0,2-3 0 15,3 1 0-15,1-1 0 0,1 2 0 0,3-1 0 16,1 0 0-16,2 5 0 16,0-2 0-16,0 0 0 0,0 3 0 0,0-2 0 15,2-1-82-15,3 5-146 0,3-2 90 0,-1 4-969 16,1-2 539-16</inkml:trace>
  <inkml:trace contextRef="#ctx0" brushRef="#br0" timeOffset="17004.02">21061 809 1950 0,'0'-3'0'0,"-2"-6"0"0,0 4 0 0,0 0 0 0,2-1 0 0,0 2 0 0,-1-2 0 0,1 3 0 0,0 1 0 0,0 1 0 0,0-2 115 15,0 3-38-15,0 0 204 0,0 0-121 0,0 0-60 16,0 0 74-16,0 3-72 0,0 9-31 0,0 3 97 16,-7 6-64-16,0 2-32 0,0 3 9 0,-4 2 129 15,-3 0-85-15,1 4-43 0,-1 1-23 0,0-3-59 16,-3 3 0-16,4-3 0 0,-3 2 0 15,4-5 0-15,1 0 0 0,1-6-203 0,2 2 79 0,3-7 76 16,1-6 11-16,1-1-463 0,3-5 211 0,0 0 129 16,-2-4 29-16,2 0-141 15,0 0 116-15,0-12 59 0,5-9 28 0,4-3-278 16,0-4 158-16,3-6 75 0,-1 0-206 0,2-8 141 16,-3 10 70-16,-1-6-68 0,0 1 74 15,1 7 32-15,-4 1-1 0,-1 7 179 0,1-2-74 0,-1 6-45 16,0 3 9-16,-2 6 385 0,-1 0-210 0,2 5-106 15,-2 0-46-15,1 2 279 0,1 0-85 0,1 2-101 16,4 0 53-16,-2 4 247 0,0 8-187 16,0 0-83-16,2 5 286 0,-4 1-195 15,1 7-97-15,-3 0 254 0,1 1-176 0,-2-3-193 16,0 5-22-16,-1-7 0 0,1-1 0 0,0 0 0 16,1-2 0-16,-1-3 0 0,-2-4 0 0,1-1 0 15,-1-3 0-15,2-3 0 0,-2-3 0 0,0 2 0 16,2-3 0-16,2 0 0 0,5-8 0 0,3-10 0 15,0-7 0-15,1 1 0 0,3-8 0 0,0 2 0 16,3-5 0-16,-1 0 0 0,-2 1 0 16,1 2 0-16,-2 1 0 0,0 4 0 15,-4 4 0-15,0 2 0 0,-1 7 0 0,-4 3 0 16,-3 3 0-16,-1 2 0 0,0 5 0 0,0-2 0 16,0 3 0-16,-2 0 0 0,1 0 0 0,1 7 0 15,3 4 0-15,-2 5 0 0,3 4 0 0,-2 2 0 16,3 6 0-16,-2-1 0 0,2-2 0 0,0 1 0 15,0-1 0-15,-3-1 0 0,3-3 0 0,0 3 0 16,-2-3 0-16,-1 0 0 0,-1-2 0 0,-1-2 0 16,0-1 0-16,0-1 0 0,0-5 0 15,-2-1 0-15,0-3 0 0,0-1 0 16,0-2 0-16,0 1 0 0,0-4 0 0,0 2-228 16,1-1-291-16,1-1 229 0</inkml:trace>
  <inkml:trace contextRef="#ctx0" brushRef="#br0" timeOffset="17189.58">21874 1121 3931 0,'-4'0'0'0,"4"0"0"0,-2 0 0 0,2 0 0 0,-2 0 0 0,1 0 0 0,1 0 0 0,0 0 0 0,0 0 0 15,0 0 0-15,0 0 0 0,0 0 0 0,0 0 0 0,0 3 0 16,0 5-1114-16</inkml:trace>
  <inkml:trace contextRef="#ctx0" brushRef="#br0" timeOffset="25310.09">20247 1667 1641 0,'0'0'0'15,"0"0"0"-15,0 0 0 0,0 0 0 0,0 0 0 0,0 0 0 0,0 0 0 0,0 0 0 0,0 3 0 0,3 0 0 0,-1 4 89 0,1-2-45 0,1 2 0 0,-1 2-18 0,1 2-12 16,0 1 30-16,-2 2-279 0,-1 5 138 15,-1-1 80-15,0-1-544 0,0 5 279 0</inkml:trace>
  <inkml:trace contextRef="#ctx0" brushRef="#br0" timeOffset="25450.03">20213 2020 1614 0,'0'10'0'0,"0"-5"0"0,-2 1 0 0,1-2 0 0,1 0 0 0,-2-2 0 0,2 2 0 0,0 1 0 0,0 0 0 0,0 3 0 16,0 1 15-16,0 1-1 0,0 1 30 0,2 2-286 0,-1 2 143 0,1 0 82 0,0 2-564 16</inkml:trace>
  <inkml:trace contextRef="#ctx0" brushRef="#br0" timeOffset="25557.86">20193 2315 438 0,'0'0'0'0,"0"0"0"0,0 0 0 0,0 0 0 0,-2 0 36 0,1 0 19 0,1 0-11 0</inkml:trace>
  <inkml:trace contextRef="#ctx0" brushRef="#br0" timeOffset="25970.64">20283 1683 749 0,'0'-3'0'0,"-1"-4"0"0,-2 5 0 0,1-2 0 0,2 2 0 0,-2 1 0 0,0-1 0 0,2 2 0 0,0-2 0 0,0 2 0 0,0 0 45 0,0 0-90 16,0 0 43-16,0 0 10 0,0 4 32 0,0-1-188 16,-1 3 84-16,-1 1 42 0,0 1-129 0,-2 0 78 15</inkml:trace>
  <inkml:trace contextRef="#ctx0" brushRef="#br0" timeOffset="26431.14">20210 1748 951 0,'0'0'0'0,"0"0"0"0,0 0 0 0,0 0 0 0,0 0 0 0,0 0 0 0,0 0 0 0,0 0 0 0,0 0 0 0,0 0 0 0,0 0 44 0,0 0 12 0,1 0-11 16,1 3-85-16,0-3 43 0,0 2-1 0,1 2 54 15,-2-2-94-15,-1 2 42 0,0 0-1 0,2-2 41 16,-2 2-68-16,0 0 21 0,0 0-6 15,0-3 3-15,2 3 20 0,-2-1-24 0,0 0-11 16,2 3 31-16,-2-3 2 0,2 3-6 0,-2-3-42 16,0 3 46-16,0 0 0 0,0-1 5 0,0 1-43 15,0-1 36-15,0 1 0 0,0-1-4 0,0 1-1 16,0-1 1-16,0 2-4 0,0-4-4 0,0 3 8 16,0-2-5-16,0 1-5 0,0-1 9 15,0 2 1 1,0-3-2-16,0 2-29 0,0-2 29 0,0 1 1 0,0 1-1 0,0-1-32 15,0 0 1-15,0-1 25 0,0 1 2 0,0-1-6 16,0 2 4-16,0-2-4 0,0 0-10 0,0 1 12 16,0-3 1-16,0 3-3 0,0-2 13 0,0 0-12 15,0 0 1-15,0 2 28 0,0-3-27 0,0 1 3 16,0 1-4-16,0-2 38 0,0 3-35 0,0-2 4 16,0 2-3-16,0-3-40 0,0 3 0 0,0 0 39 15,0-3-89-15,0 3 41 0,0-2-1 0,0 1 37 16,-2 0-69-16,0-1 28 15,2-1 1-15,-2 1-118 0,0-2 70 0</inkml:trace>
  <inkml:trace contextRef="#ctx0" brushRef="#br0" timeOffset="27376.92">20197 1876 768 0,'0'0'0'0,"0"2"0"0,0 0 0 0,0-2 0 0,0 2 0 0,0-1 0 0,0 4 0 0,0-4 0 0,0 2 0 0,0 3 0 0,0 0 90 0,0 0-45 0,0 1-1 16,0 1 11-16,0 0-10 0,0 0 10 0,0 2-50 0,0-1 39 15,0 1 1-15,0 0-47 0,0 0 0 0,0 2 58 16,0-4-13-16,0 5-32 15,0-2-1-15,0 0 15 0,0-1 13 0,0 0-68 16,0 2 19-16,0-3 0 0,0 5-17 0,0-4-1 16,0 0 50-16,0 1-10 0,0 0-30 0,0 3 33 15,0-3-9-15,0 0 2 0,-2 1 2 0,2-1 4 16,-2 2-6-16,0 0 13 0,1 1-11 0,-4-3 0 16,3 1 1-16,0-2 21 0,2 2-18 0,-1-3-2 15,1 2 4-15,-2-2-11 0,2 1 10 0,0-2 1 16,-2 4-9-16,2 0 5 15,0-2 0-15,-2 1-17 0,0 1 16 0,2 0 3 16,-3 2-4-16,3-2-14 0,-2 1 13 0,-2 1 1 16,2-1-2-16,2-3-42 0,-1 4 39 0,-1-1 3 15,2-2-3-15,-3 3-24 0,3-3 23 0,-2-1 3 16,2 5-9-16,-2-3 6 0,0 1-3 0,2 1 3 16,-3-2-14-16,3 2 14 0,-2-1-3 0,-2 2-6 15,3-2 7-15,-3 2 1 16,2-1-1-16,0 1-3 0,-1-3 3 0,3 2 1 15,-3-1-3-15,1 0 5 0,0-3-5 0,2 2 2 16,-2 1 5-16,1 1-5 0,1-3-1 0,0 0-3 16,-2 0 3-16,2 3 1 0,0-1-1 0,-2-1 12 15,0 0-12-15,2 1 1 0,-2 3 0 0,0-1 48 16,1 0-47-16,-3 0 0 0,2 0 2 0,0-3 35 16,1 4-32-16,1-3 32 0,-2 1-31 0,-1-3-1 15,1 1 5-15,2 1 5 0,0-1-2 0,-2 1-5 16,2 0 6-16,-2 1-57 15,2-1 53-15,0 2-2 0,0 0 3 0,-1-3-32 16,1 2-1-16,0 1 23 0,0-2-27 0,0 0 30 16,0 0-7-16,0 0-18 0,-2 2 20 0,2-5-4 15,0 3 3-15,0-1 39 0,0 0-40 0,0 3 0 16,0-1 0-16,0-1 28 0,0-2-25 0,0 1 2 16,0 3-1-16,0-1-10 0,0 0 10 0,0 0 2 15,0-1-20-15,0 1 19 16,0-3-1-16,0 4 0 0,-2-2-10 0,2 0 7 15,-2 1 2-15,0-1-12 0,2-3 11 0,-1 5-5 16,-1-5 4-16,2 2-6 0,-2-1 5 0,2 0 0 16,-2-1 0-16,2-2-21 0,0 2 21 0,-2 0-1 15,2-1-21-15,0 0 21 0,0-1-1 0,-2-1 0 16,2 3-15-16,0-3 13 0,0 2 2 0,-1 4-34 16,-2-2 31-16,1 0-1 0,2 0 1 0,-2 2 21 15,0-2-21-15,1 0-2 16,1-1 1-16,-2 4 20 0,2-4-18 0,0 1 1 15,0 1-12-15,0-3 12 0,0 3-2 0,0-1 3 16,0 0-71-16,0 0 33 0,-2 1-1 0,2 0-6 16,0-3-3-16,-2 3 33 0,2 0 5 0,-2-2-70 15,2-2 30-15,-2 2-13 0,2 1 36 0,0-1-139 16,-1-1 67-16,1 1 22 0,0 0-185 0,-2 0 101 16</inkml:trace>
  <inkml:trace contextRef="#ctx0" brushRef="#br0" timeOffset="27524.35">20069 4216 1667 0,'0'2'0'15,"2"-1"0"-15,-2-1 0 0,0 0 0 0,0 0 0 0,0 0 0 0,0 0 0 0,0 0-3 0,0 0 0 0,0-1 1 0,0-1 92 0,0 0 0 0,0-1-477 0</inkml:trace>
  <inkml:trace contextRef="#ctx0" brushRef="#br0" timeOffset="28485.23">13475 4317 1655 0,'0'0'0'0,"-2"0"0"0,2 0 0 0,0 0 0 0,0 0 0 0,0 2 0 0,8-2 0 0,3 0 0 0,4 0 0 0,0 0 0 0,2 0 200 0,1 0-77 0,2 0-38 0,-2 0-72 16,1 0 1-16,-2 0 44 0,0 2-11 0,0 2-256 16,1 0 128-16,-1 3 64 0,2 1 32 15,0 0-476-15,2 0 211 0,1 3 130 0,0-1 14 0</inkml:trace>
  <inkml:trace contextRef="#ctx0" brushRef="#br0" timeOffset="28641.69">14108 4437 1628 0,'9'4'0'0,"1"2"0"0,-1-1 0 0,-2-5 0 0,2 0 0 0,-2 0 0 0,0 0 0 0,4 0 0 0,5 0 0 0,-2 0 0 0,3 0 132 15,4-3-49-15,-1-1-72 0,1 2 1 0,6 0 34 16,-3 0 12-16,7 0-415 0,-2 2 201 0,4 0 102 16,0 0 50-16,3 0-518 15,-4 0 264-15</inkml:trace>
  <inkml:trace contextRef="#ctx0" brushRef="#br0" timeOffset="28808.78">14782 4411 1280 0,'9'2'0'0,"-3"1"0"0,0-2 0 0,-2 0 0 0,-2 2 0 0,-1-3 0 0,-1 0 0 16,0 0 0-16,0 0 0 0,2 0 0 0,2 0 116 0,0 0-35 0,1 0 179 0,0 0-112 0,0 0-51 0,1 0-33 16,1 0-18-16,0 0 1 0,1 0 11 15,-2 0-259-15,3 0 124 0,-2 2 62 16,0-1 31-16,0 1-335 0,-2 0 183 0,1 2 28 15,-3-2 61-15,1 0-422 0,-2 1 214 0</inkml:trace>
  <inkml:trace contextRef="#ctx0" brushRef="#br0" timeOffset="30616.01">13580 4371 711 0,'-5'0'0'0,"-3"0"0"0,4 0 0 0,0 0 0 0,-1 0 0 0,1 0 0 0,0 0 0 0,1 0 0 0,1-1 0 0,-2-1 0 0,3 0 103 15,-2 0-54-15,3 0 42 0,-2 0-1 0,2 2-40 0,0-1-1 0,0 1 133 16,0 0-72-16,0 0-1 0,0 0 36 0,0 0-48 16,0 0 0-16,5 0 65 0,2 0-62 0,-2 0-1 15,3 0-49-15,-1 0 93 16,3 0-47-16,-3 0 13 0,4 0-60 0,1 0 37 15,-3 0 0-15,0 0-37 0,3 0 1 0,-3 0 66 16,6 0-67-16,-3 0 1 0,0 0 48 0,2 0 0 16,-1 0-49-16,-2 1 71 0,4 1-70 0,-2 0-1 15,1 0 0-15,-2 0 35 0,2-2-34 0,1 2 12 16,-2-2-17-16,2 1-45 0,-1-1 0 0,0 0 0 16,1 0 0-16,2 0 0 0,-1 0 0 0,-2 0 0 15,1 0 0-15,2 0 0 16,-3 0 0-16,-2 0 0 0,5 0 0 0,-4 0 0 15,-2 0 0-15,3 0 0 0,-1 0 0 0,-2 0 0 16,2 0 0-16,2 0 0 0,1 0 0 0,-2 0 0 16,3-1 0-16,0-1 0 0,4-2 0 0,0 2 0 15,-1-1 0-15,3 1 0 0,1-2 0 0,3 3 0 16,-6-1 0-16,0 0 0 0,2 0 0 16,-2 2 0-16,1 0 0 0,-1-2 0 15,4 2 0-15,-1 0 0 0,0 0 0 0,-3-2 0 16,2 2 0-16,-1-2 0 0,0 2 0 0,5-3 0 15,-6 2 0-15,2 0 0 0,-2-2 0 0,2 1 0 16,0 2 0-16,-1-1 0 0,-1 1 0 0,2 0 0 16,-2-2 0-16,-1 2 0 0,2 0 0 0,-1 0 0 15,-1 0 0-15,3 0 0 16,-2 0 0-16,1 0 0 0,-1 0 0 0,5 0 0 0,-1 0 0 0,0-2 0 16,-4 0 0-16,6 2 0 15,-4-2 0-15,-1 2 0 0,4-2 0 0,-3 0 0 16,0 2 0-16,3-3 0 0,-6 3 0 0,6 0 0 15,-5 0 0-15,2 0 0 0,-1-3 0 0,6 3 0 16,-5 0 0-16,2 0 0 0,-1-1 0 0,-2 1 0 16,1-3 0-16,3 3 0 0,-1-1 0 0,0 0 0 15,0 1 0-15,2-3 0 0,-3 1 0 0,6 1 0 16,-2-2 0-16,-1 2 0 16,3-1 0-16,-2 2 0 0,-4-2 0 0,9 0 0 15,-6 0 0-15,-1 0 0 0,3 2 0 0,-1-1 0 16,-2 1 0-16,6-2 0 0,-3 2 0 0,-1 0 0 15,0-2 0-15,-1 2 0 0,-4 0 0 0,7 0 0 16,-5 0 0-16,3 0 0 0,0-1 0 0,1 1 0 16,1-3 0-16,-2 1 0 0,2 0 0 0,-2 2 0 15,1-2 0-15,-6 1 0 0,7-1 0 0,-3 2 0 16,-1-3 0-16,1 3 0 16,-3 0 0-16,-4-1 0 0,8 1 0 0,-3 0 0 0,-2-2 0 15,2 2 0-15,-2-2 0 0,0 2 0 16,5-2 0-16,-1 2 0 0,1-2 0 0,0 1 0 15,2 1 0-15,0-2 0 0,0-1 0 0,0 3 0 16,0-1 0-16,-2-1 0 0,0 2 0 0,-4-2 0 16,4 2 0-16,-3 0 0 0,-4 0 0 0,5 0 0 15,-4 0 0-15,1 0 0 0,0 0 0 0,2 0 0 16,-4 0 0-16,6 0 0 0,-6 0 0 0,2 0 0 16,6-2 0-16,-5 2 0 15,3 0 0-15,1-2 0 0,0 2 0 0,-3-1 0 16,7 1 0-16,-6 0 0 0,0 0 0 0,0-3 0 15,-5 3 0-15,4 0 0 0,-3 0 0 0,0 0 0 16,1 0 0-16,0 0 0 0,-3 0 0 0,3 0 0 16,0 0 0-16,-3 0 0 0,2 0 0 0,-1 0 0 15,2 0 0-15,-1 0 0 0,-1 0 0 0,2 0 0 16,-3 3 0-16,3-2 0 0,-1 1 0 0,1 0 0 16,3 2 0-16,-5-3 0 15,1 2 0-15,-1 0 0 0,1-1 0 0,-1 0 0 16,0 0 0-16,1 0 0 0,-1-1 0 0,0 2 0 15,-1-3 0-15,1 2 0 0,0-1 0 0,-1 1 0 16,-1 0 0-16,2-2 0 0,-1 2 0 0,-1 1 0 16,2-3 0-16,-3 1 0 0,3-1 0 0,-1 2 0 15,-4 0 0-15,3-1 0 0,-1 1 0 0,0 0 0 16,0 0 0-16,1-2 0 0,2 2 0 0,-3 0 0 16,3-1 0-16,-2-1 0 0,1 3 0 15,-1-3 0-15,2 0 0 0,-1 1 0 16,0-1 0-16,1 2 0 0,-3-2 0 0,3 0 0 15,-5 0 0-15,3 0 0 0,0 0 0 0,-2 3 0 16,2-2 0-16,-3-1 0 0,0 1 0 0,2 2 0 16,-1-3 0-16,0 1 0 0,0 2 0 0,2-3 0 15,-1 0 0-15,3 0 0 0,2 0 0 0,1 0 0 16,1 0 0-16,-1 0 0 0,-1 0 0 16,5 0 0-16,-6 0 0 0,1 0 0 15,-2 0 0-15,-1 0 0 0,1 0 0 0,0 0 0 16,-3 0 0-16,3 0 0 0,-2 0 0 0,-1 0 0 15,3 0 0-15,0 0 0 0,5-3 0 0,-3 2 0 16,1 1 0-16,3-3 0 0,-5 3 0 0,4-1 0 16,0 0 0-16,-1-2 0 0,-4 1 0 0,4 1 0 15,-5-2 0-15,0 2 0 0,0-1 0 0,0 0 0 16,-1 0 0-16,1 0 0 0,-1 0 0 0,2 2 0 16,-3-1 0-16,3 1 0 15,0-2 0-15,-1 0 0 0,-1 2 0 0,2-1 0 16,-4-2 0-16,0 1 0 0,-4 0 0 0,-1 2 0 15,-5-2 0-15,0 2 0 0,-5-1 0 0,2 1 0 16,-3-2 0-16,-1 2 0 0,0 0 0 0,0 0 0 16,0 0 0-16,0-3 0 0,0 2 0 0,-1-3 0 15,-5 0 0-15,-1 3 0 0,1-1-65 0,-2-2-1205 16,1 2 611-16</inkml:trace>
  <inkml:trace contextRef="#ctx0" brushRef="#br0" timeOffset="32025.68">20569 3153 924 0,'2'-2'-1'0,"-1"-3"1"0,1 3 0 0,0-3 0 0,0 4 0 0,-2 0 0 16,0-3 0-16,0 3 0 0,2 0 0 0,-2-2 0 0,0 2 97 0,0 1-53 0,0 0 66 0,0 0-33 0,0 0 11 0,0 0-43 15,0 0 86-15,0 0-44 0,0 0 1 0,0 0 17 16,0 0-20-16,0 0-10 0,0 0-30 0,0 0 158 16,0 0-78-16,0 0-41 0,0 0 12 0,0 0 132 15,0 0-92-15,0 0-45 0,0 0 0 0,0 0 103 16,0 0-63-16,0 0-48 16,-2 0 101-16,-2 5-69 0,-1 0-35 0,-1 0 10 15,1-1-90-15,-2 3 0 0,2-1 0 0,1 2 0 16,-1-3 0-16,-1 1 0 0,0 1 0 0,-1 2 0 15,-1 0 0-15,3 1 0 0,-4 1 0 0,1-1 0 16,0 1 0-16,-1 0 0 0,-1 1 0 0,3-2 0 16,-2 5 0-16,0-5 0 0,-1 3 0 0,0-1 0 15,1 1 0-15,-1 1 0 0,1-3 0 0,0 1 0 16,-1 1 0-16,1 1 0 0,0-1 0 0,0 0 0 16,-1 1 0-16,2-2 0 15,-1 3 0-15,-1-1 0 0,-1 2 0 0,2-1 0 16,-1 2 0-16,1-2 0 0,-2 3 0 0,1-4 0 15,1 1 0-15,0 1 0 0,-1-1 0 0,1-3 0 16,1 3 0-16,-1-3 0 0,1 1 0 16,-1 0 0-16,2 2 0 0,-2-3 0 0,-1 3 0 0,1 0 0 15,1-2 0-15,-2-1 0 0,3 2 0 0,0-3 0 16,-1 2 0-16,2-1 0 0,-1-1 0 16,1-1 0-16,1 0 0 0,-3-1 0 15,2 3 0-15,-1-1 0 0,1 0 0 0,-1 2 0 16,2-1 0-16,-4 1 0 0,4 1 0 0,-2-2 0 15,1 3 0-15,-2 0 0 0,1 0 0 0,-1 2 0 16,-1 1 0-16,-1-2 0 0,-1 1 0 0,2 1 0 16,-1 0 0-16,-1-1 0 0,2 0 0 0,-1 0 0 15,-1 0 0-15,4-3 0 0,-3 4 0 0,1-5 0 16,1 2 0-16,1-2 0 0,2-2 0 0,-2-2 0 16,4 1 0-16,-1-3 0 15,0-1 0-15,2-1 0 0,2 0 0 0,-1-4 0 16,1 0 0-16,0-1 0 0,0 0 0 0,0 0 0 15,0 0 0-15,0 0 0 0,0 0 0 0,0 0 0 16,0 0 0-16,0 0 0 0,0 0 0 0,0 0 0 16,0 0 0-16,0 0 0 0,0 0 0 0,0 0 0 15,0 0 0-15,0 0 0 0,0 0 0 0,0 0 0 16,0 0 0-16,0 0 0 16,0 0 0-16,0 0 0 0,0 0 0 0,0 0 0 15,0 0 0-15,1 3 0 0,10-3-647 0</inkml:trace>
  <inkml:trace contextRef="#ctx0" brushRef="#br0" timeOffset="34286">20046 1735 2088 0,'0'-4'0'0,"6"-6"0"0,5-1 0 0,3 1 0 0,0-4 0 0,2-1 0 0,2-1 0 0,3-4 0 0,-2 4 0 0,-3-3 0 16,0 6 43-16,0-4 1 0,2 2-55 0,-6 1 22 0,2 3 0 16,-5 0 32-16,0 4-59 0,-1-2 1 0,2 3 61 0,-3-2-9 0,-2 3-195 15,4-1 90-15,-2 1 45 0,2-4-226 0,0 3 121 16,3-3 38-16,-3 0-111 16,2 0 72-16,-1 0 48 0,1-3 0 0,1 1-67 15,-3 1 58-15,-2-1-1 0,0 4 48 0,-1-2-47 16,0-1 1-16,-2 2 35 0,-2 2 10 0,0 3-20 15,-1-1 21-15,1 3 0 0,-2-2 55 0,0 2-38 16,0-1 11-16,0 2 88 0,0 0-57 0,0 0-31 16,0 0 16-16,0 0 149 0,0 0-82 0,0 0-44 15,0 0 1-15,2-2 93 16,0 0-45-16,1 0-11 0,1 1-4 0,1-1 22 16,2-1-29-16,0-2 1 0,1 0-40 0,2 0 38 15,1-1-18-15,-1-3-228 0,2 4 109 0,1-2 46 16,1 0 29-16,-7 2-340 0</inkml:trace>
  <inkml:trace contextRef="#ctx0" brushRef="#br0" timeOffset="34423.33">20613 1213 1036 0,'0'0'0'0,"0"-1"0"0,0-2 0 0,0-2 0 0,0 1 0 0,0-1 0 0,0-1 0 0,2-2 0 0,6 1 0 0,0 2 0 0,-1-2-28 0,2 4 31 0,1-1 0 0,-3 0-375 15</inkml:trace>
  <inkml:trace contextRef="#ctx0" brushRef="#br0" timeOffset="34551.18">20715 1114 432 0,'0'-4'0'0,"0"2"0"0,0-1 0 0,0-1 0 0,0 2 83 0,0-2 10 0,0 1-50 0,0 2 1 0,2 0-222 0</inkml:trace>
  <inkml:trace contextRef="#ctx0" brushRef="#br0" timeOffset="35127.21">20684 1095 628 0,'0'0'0'0,"0"0"0"0,0 0 0 0,0 0 0 0,0 0 0 0,0 0 0 0,0 0 0 0,0 0 0 0,0 0 0 0,0 0 0 0,0 0 43 0,0 0 49 0,0 0-10 0,0 0-39 16,0 0 48-16,0 0 1 0,0 0-49 0,0 0 11 16,0 0 107-16,0 0-58 15,0 0-30-15,0 0 76 0,0 0-52 0,-2 0 10 16,-3 1-64-16,-2 8 46 16,0-2-46-16,-3 2 1 0</inkml:trace>
  <inkml:trace contextRef="#ctx0" brushRef="#br0" timeOffset="35264.6">20610 1164 2550 0,'-19'19'0'0,"-1"2"0"0,-3 1 0 0,-2 3 0 16,1-2 0-16,-2 5 0 0,1-3 0 0,-3 1 0 0,2 4 0 0,-1-5 0 0,2 2 34 0,0-3-6 0,1-1-93 0,1-1 42 0,3 0-1 16,1-1 41-16,1-2-191 0,0 4 87 0,1-5 44 15,0 0 0-15,2-2-220 0,4-1 122 0,-1-1 32 16,5-4-89-16,1-2 67 0,1-2 44 0,3 0-179 16,2-3 100-16,0 1 67 0,0-4 28 0,4 0-192 15</inkml:trace>
  <inkml:trace contextRef="#ctx0" brushRef="#br0" timeOffset="36341.18">20734 1013 1146 0,'0'-3'0'0,"0"0"0"0,0 0 0 15,0 2 0-15,0-1 0 0,0 0 0 0,0 0 0 0,0 0 0 0,0-1 0 0,0 3 0 0,0 0 86 0,0 0 41 0,0 0-32 0,0 0-11 0,0 0-42 0,0 0-23 16,0 0 24-16,0 0-1 0,0 0 11 0,0 0-28 16,0 0 17-16,0 0 1 15,0 0-1-15,0 0 29 0,0 3 11 0,0 3 7 16,0 0-1-16,0-1-46 0,0 2 1 0,0 1 35 16,0 0-25-16,0 1-11 0,0 2 0 0,0-1 7 15,-2-1-6-15,2 2 10 0,-2 0-11 0,0 1 1 16,2 0-1-16,-2-2 0 0,1 1 11 0,-1 1 0 15,0 1-11-15,-2 1 1 0,2 1 14 0,1-3-15 16,-1 2 0-16,-3-1 10 0,3-1-9 0,1 2-1 16,-1 0 0-16,0 0-30 0,0 0 0 0,0-1 41 15,2-1-13-15,-2 2-37 16,2-2 34-16,-1 2 2 0,1 0-83 0,0-3 47 16,0 4-18-16,0 0 46 0,0-2-59 0,-2 1-1 15,2 1 38-15,-2 1-13 0,0 1-13 0,0 0 32 16,1-1-12-16,-1 1 15 0,-1 0-10 0,1 2 1 15,0-2 1-15,2-2 28 0,-2 2-28 0,1 0 0 16,1-1 5-16,0 0 2 16,0 1-5-16,0 0 1 0,0-5-27 15,0 6 27-15,0-4 1 0,0 2-45 0,0-2 42 0,0 1-2 0,0 1 1 0,0 1 11 16,0-1-12-16,0 1-2 16,0-2 2-16,0 3 33 0,0-2-33 0,0 0-1 15,0 2 11-15,0-1-6 0,0 0-3 0,0 0 5 16,0-2-2-16,0 1 3 0,0 1-4 0,0-2-43 15,0 3 43-15,0-2 0 0,1-1-1 0,1 2-54 16,0-2 52-16,0 2-3 0,-2 0 2 0,3 2 3 16,-3-4-5-16,0 4-5 0,0-2 3 0,0 1 57 15,0 0-36-15,0 0-25 0,0-1 0 16,0 2 0-16,0-1 0 0,0 0 0 16,0 0 0-16,0-1 0 0,-3-2 0 0,3 2 0 15,0 0 0-15,0-2 0 0,0 0 0 0,-2 0 0 16,2-1 0-16,0 4 0 0,0-2 0 0,-2-2 0 15,0 3 0-15,1-1 0 0,1-1 0 0,-4 3 0 16,2-3 0-16,0-1 0 16,1 4 0-16,-1-2 0 0,0-2 0 0,0-1 0 0,0 4 0 0,0-4 0 15,2 2 0-15,-1 0 0 16,-1-2 0-16,2 2 0 0,-3 0 0 0,1 2 0 16,0-2 0-16,1 2 0 0,-3 0 0 0,2-1 0 15,-2 1 0-15,3 1 0 0,-1-3 0 0,-2 1 0 16,2-1 0-16,1 0 0 0,-1-3 0 0,-1 2 0 15,1-1 0-15,0-5 0 0,2 5 0 0,-2-1 0 16,2-3 0-16,-1 0 0 0,1 1 0 0,-2 0 0 16,2-2 0-16,-2 0 0 0,2-1 0 0,-2 3 0 15,2-2 0-15,-2-3 0 16,2 3 0-16,0-2 0 0,-1-1 0 0,1-1 0 16,0-1 0-16,0 2 0 0,0-2 0 0,0-1 0 15,0 0 0-15,0 0 0 0,0-1 0 0,0 1 0 16,0 0 0-16,0-2 0 0,0 2 0 0,0-2 0 15,0 3 0-15,0-3 0 0,0 1 0 0,0-1 0 16,0 0 0-16,0 0 0 0,0 0 0 0,0 0 0 16,0 0 0-16,0 0 0 0</inkml:trace>
  <inkml:trace contextRef="#ctx0" brushRef="#br0" timeOffset="36389.33">20595 3219 417 0,'0'0'0'0,"0"0"1373"0,0 0-687 0,0 0-344 15,0 0-1036-15,-2-3 327 0,2-11 162 0</inkml:trace>
  <inkml:trace contextRef="#ctx0" brushRef="#br0" timeOffset="39613.14">13599 1860 573 0,'0'-11'0'0,"0"2"0"0,0 2 0 0,0-1 0 0,0 3 0 0,0-1 0 0,0 0 0 0,0 2 0 0,0 1 0 0,0 0 0 0,0 0 29 0,0 0 48 0,0 0-52 0,0 1 1 16,0 1-1-16,2-3 57 0,-2 3 8 0,0-2-59 15,2 2 1-15,-2-1 86 0,0 0-40 0,0 2 0 16,2-2 73-16,-2 2-58 0,0 0 1 0,0 0-80 16,0 0 34-16,2 0 1 15,-2 0 11-15,1 0-5 0,1 4-6 0,0 2-1 16,0-1 1-16,0 1 10 0,-2 4 2 0,1 0-13 16,1 1 1-16,-2 1 55 0,0-1-55 0,0 2 0 15,0 1 27-15,0 1-27 0,0 0-1 0,0-1 36 16,0 1 0-16,0-2-35 0,0-1 12 0,0 2 7 15,0-2-19-15,0-1-1 0,0-1 1 16,0 0-27-16,0 1 39 0,0 1-12 0,0-3-1 16,0 5-30-16,0-3 0 0,0 0 43 15,0 3-49-15,0-1-1 0,0-1 22 0,-2 2-47 16,2 2-9-16,-1-4 69 0,-1 1-21 0,0 2-42 16,2 0-8-16,0-1 54 0,-2-2-11 0,2 2-37 15,0 0 41-15,0 0 0 0,0 0-7 0,-2 1 9 16,2-1-12-16,-1-1 2 0,1 2-30 0,-4 0 33 15,2 3-4-15,-3-2 66 0,2-1-28 0,-1 1 7 16,1-2-37-16,1 3 39 16,0-2-36-16,-2-1 5 0,4 1-4 0,-1 1-1 15,-1-5 2-15,2 5-26 0,-2-3 0 0,2 0 0 16,0 2 0-16,0-1 0 0,0 0 0 0,0 1 0 16,0 2 0-16,-2-2 0 0,2 0 0 0,0 3 0 15,0-4 0-15,-2 3 0 0,2 2 0 0,-2-2 0 16,0-1 0-16,0 2 0 0,0-1 0 0,0 1 0 15,2 0 0-15,-2 2 0 0,1-5 0 0,1-2 0 16,-2 3 0-16,2 1 0 0,0-1 0 0,-2 1 0 16,2-2 0-16,-2 0 0 15,2 1 0-15,-2-1 0 0,0 2 0 0,2 1 0 16,-1-2 0-16,-1-1 0 0,0 2 0 0,-2 0 0 16,3 0 0-16,-4 0 0 0,1 0 0 0,2-1 0 15,-1 3 0-15,-1-2 0 0,2 1 0 16,-1 0 0-16,1-1 0 0,-2 0 0 0,1 0 0 0,2 0 0 15,1 0 0-15,-2 0 0 0,0-3 0 0,0 4 0 16,0-1 0-16,1-1 0 0,-1-1 0 0,0 2 0 16,0-2 0-16,-2 2 0 0,1-1 0 15,-1 0 0-15,2 1 0 0,-2 2 0 16,0-2 0-16,0-2 0 0,1 1 0 0,-1 1 0 16,2 1 0-16,-1-2 0 0,1 1 0 0,0-2 0 15,0 2 0-15,2 0 0 0,0-2 0 0,0 0 0 16,0 2 0-16,0-3 0 0,0 1 0 0,0 1 0 15,0 0 0-15,0-2 0 16,0 3 0-16,0-2 0 0,0 2 0 0,0 0 0 0,0 0 0 16,0 0 0-16,0 1 0 0,0 2 0 15,-3 3 0-15,0 4 0 0,-1-3 0 0,1-3 0 16,1-1 0-16,-2 0 0 0,2 0 0 0,0 1 0 16,-1-2 0-16,1-5 0 0,0 2 0 0,0-4 0 15,0-2 0-15,2 1 0 0,-2-1 0 0,0-3 0 16,2-2 0-16,-2 1 0 0,2 0 0 0,0-2 0 15,-2-2 0-15,2 0 0 0,0-1 0 0,0-1 0 16,0 0 0-16,0 0 0 0,0 0 0 0,0 0 0 16,0 0-72-16,-1 0-29 15,1 0 17-15,-2 0-196 0,0 0 114 0,2 0 56 16,-2 0-12-16,2 0-620 0</inkml:trace>
  <inkml:trace contextRef="#ctx0" brushRef="#br0" timeOffset="40670.75">13531 1904 386 0,'0'-6'0'0,"0"-3"0"0,0 3 0 0,0-1 0 0,0-1 0 0,0 3 0 0,0 0 0 0,0-1 0 0,0 0 0 0,0 0 0 0,0 1 28 0,0-3-23 0,0 3 16 0,0-3-23 16,0 1 22-16,0-1 0 0,0 1 5 16,0 1 38-16,0-2-42 0,0 3 0 15,0-1 0-15,0-2 26 0,0 6-20 0,0-4-5 16,0 1 2-16,0 0 62 0,0 1-57 0,0 2-3 16,0-2 14-16,0 0 10 0,0 3-15 0,0-1-5 15,0-2-12-15,-2 2 12 0,2 0 12 0,0 1-24 16,0-2 12-16,0 0 0 0,0 1-1 0,0-2-12 15,0 2 17-15,0-1-5 0,0-1-6 16,0 1-39-16,2-2 40 0,3 0 2 0,-2 0 3 0,1-1-49 16,1 0-5-16,-3 2 100 15,2 0-54-15,-1 0 1 0,1 1 2 0,-2-1-47 16,0 0 0-16,2 0 42 0,-2 2-5 0,0-1-124 16,0 1 59-16,0 0 29 0,-1 0-7 0,-1 1-67 15,0 1 39-15,0-3 1 0,0 3-199 0,0 0 119 16,0 0 34-16,-7 0-122 0,1 0 84 0,-2 0 45 15,3 0-13-15,-1 0 97 0,3 3 11 0,-3-3 0 16,5 1 0-16,-2-1 0 16,3 0 0-16,0 0 0 0,0 0 0 0,0 0 0 15,0-4 0-15,0 1 0 0,0-1 0 0,3-1 0 16,-2 0 0-16,1 2 0 0,0 1 0 0,-2 0 0 16,0 0 0-16,0 2 103 0,0 0-52 0,0 0-17 15,0 0 0-15,0 0 19 0,0 0-42 0,0 8 11 16,0 3-9-16,2-1-76 0,0 0 37 0</inkml:trace>
  <inkml:trace contextRef="#ctx0" brushRef="#br0" timeOffset="41142.92">13665 1888 777 0,'0'1'0'0,"0"1"0"0,0-2 0 0,0 0 0 0,0 0 0 0,0 0 0 0,0 0 0 0,0 0 0 0,0 0 0 0,0 0 0 0,0 0 82 0,0 0 1 0,0-2 8 15,-2-2 0-15,2 1-49 16,0-1 19-16,0-1-11 0,0-1-1 0,0 2-29 0,-2-1 29 0,2-1 1 15,-3 0-28-15,3 2-11 0,-1-1 38 16,-1-1 1-16,0-2-40 16,0 2 0-16,0 1 39 0,1-3-4 0,-1 2-18 0,2-3 15 15,-2 1-59-15,2-2 53 0,-2 1-30 16,2-1 27-16,0-1-4 0,0 0 3 0,0-3-39 16,0 4 36-16,0-2 8 0,0-1-8 0,0-1-8 15,0-1 8-15,0 3-3 0,0-3-55 0,0-1 60 16,0 2-9-16,0 0 3 0,0 2-54 0,0 2 51 0,0-2 0 15,0 0-21-15,2 7 16 16,0-4 1-16,-2 2-75 16,0-1 35-16,2 3-2 0,-2 3 33 0,0-2-9 0,0 3 8 15,0-2-9-15,0 3-91 0,0 0 43 0,0 0 0 0,0 0 39 0,0 0-325 16,0 0 149-16,0 10 80 0,0-1-262 16,-4 4 166-16,0-1 76 15,2 2 39-15,-1 1-161 0</inkml:trace>
  <inkml:trace contextRef="#ctx0" brushRef="#br0" timeOffset="42205.75">13577 1566 1180 0,'0'-7'0'0,"0"3"0"0,0-4 0 0,0 2 0 0,0-1 0 0,0-1 0 0,0 3 0 0,1-2 0 0,7 1 0 0,-1 2 0 0,3 1 7 0,-1-3-1 15,2 2 56-15,1 1-13 0,1-1-59 0,-3 0-1 16,2 2 60-16,1-2 1 0,-1 3-55 0,3-2 20 16,-4 2 0-16,2-1 31 0,2-1-41 15,0 2 1-15,0-2 6 0,0 2 18 0,2 1-54 0,0 0 0 16,0 0 34-16,0 0-49 0,2 0 58 16,-3 0-2-16,3 0-4 0,0 0-49 0,0 0 48 0,4 0 1 15,-2 0-2-15,4 0-21 0,0 0 18 0,1 0 1 16,1 0-5-16,3 0-13 0,1 0 13 0,1 0-2 15,2 0-22-15,2 1 24 0,-1 2 0 0,-1-2-16 16,2 2 15-16,0 0-1 16,-1 1 1-16,1 0-14 0,-4 0 12 0,2-2 0 15,-3 3 1-15,1-3-10 0,-2 4 9 0,2-2-2 16,0-2 2-16,0 1-3 0,2-1 2 0,1 0 0 16,-2 0 1-16,5-2-2 0,-3 2 1 0,2-2-1 15,1 0 1-15,6 0 0 0,-3 0 0 0,-2 1 0 16,3 1 0-16,-9 0 0 0,7 0 0 15,-1 2 1-15,-1-3-1 0,-1 3 0 16,1 0 0-16,-1 1 0 0,2 0 0 0,1-2 0 16,-4-1 0-16,5 2 5 0,1 0-5 0,-5-2 1 15,11-1 30-15,-5-1-29 0,-1 0 0 0,4 0 28 16,-1 0-28-16,-3 0 4 0,8 0-2 0,-3 0 16 16,-2 0-15-16,0 0 2 0,-4 0-1 0,-3 0 9 15,9 0-9-15,-8 0 3 0,2 0-3 0,-4 0 3 16,5 0-2-16,-6 0 2 0,1 0-5 0,7 0 2 15,-5 0 1-15,2 0 13 0,-1 0-13 0,-2 0 1 16,6 0-1-16,-2 0 2 16,-1 0-2-16,0-1 2 0,3-1-2 0,-6 0 9 15,6 2-9-15,-2-2 3 0,-7 2 4 0,1 0-5 16,1 0 0-16,-1 0-4 0,0 0 4 0,0 0-1 16,-1 0-1-16,2-2-21 0,1 2 21 0,0 0 2 15,0 0-2-15,2-2 14 0,-4 2-14 0,8 0-1 16,-9 0 0-16,5 0 35 0,5 0-34 0,-6 0 0 15,2 0 4-15,1 0-3 16,-1 0 0-16,-3 0-26 0,9 0 26 0,-8 0 1 16,-5 0-1-16,3 0-6 0,-1 0 7 0,-3 0 2 15,2 0-6-15,-3 0-4 0,0 0 2 0,0 0 4 16,-2 0-2-16,2 0-5 0,0 0 3 0,1 0 1 16,-1 0-7-16,0 0 8 0,2 0 1 0,-2 0-7 15,0 0 6-15,0 0 0 0,-1 0 0 0,1 0-14 16,-5 0 14-16,7 0-1 0,-4 0-1 0,0 0-24 15,0 2 22-15,-2 0 2 0,2 0-4 0,0 2-13 16,0-3 13-16,0 2 1 16,2-3-10-16,-2 1 10 0,4 1-2 0,-4-2-2 15,4 3 2-15,-2-2 1 0,0 0-1 0,-1-1 1 16,-2 3 1-16,4-3-1 0,-4 2 0 0,1 0 7 16,-2-2-6-16,0 2-1 0,-3-2 1 0,3 3 35 15,-1-1-34-15,0 0-1 0,1 1 10 0,0-1-9 16,1 2 3-16,1-2-10 0,0 2 9 15,4-2-2-15,-3-2 3 0,3 1-8 0,3 1 8 16,-4-2-1-16,3 0 0 0,-4 0-9 16,0 2 7-16,-2-2 2 0,-6 1-3 0,8-1 22 15,-5 3-22-15,-7-3 2 0,4 2 50 0,-3 0 0 16,-1 0-42-16,1-1-5 0,-2 1 5 0,0 1-1 16,-2-2 4-16,-2 1-47 0,2-2 47 0,-4 2-4 15,0 0 4-15,-4-2-84 0,-1 2 38 0,-1-1-1 16,-1-1 33-16,-4 0-54 0,0 0 19 0,0 0-1 15,-2 0-197-15,0 0 107 0,0 0 30 0,-2 0 38 16,-17 2-277-16,-2 2 145 16,-9 1 71-16</inkml:trace>
  <inkml:trace contextRef="#ctx0" brushRef="#br0" timeOffset="43079.49">14805 789 679 0,'-2'-2'0'0,"0"0"0"0,1-2 0 0,-2 0 0 0,3 3 0 0,-2-4 0 0,0 2 0 0,2 1 0 0,-2 1 0 0,2-4 0 0,0 4 44 0,0-1 59 15,-2 0-30-15,2 2 0 0,0-2 24 0,0 2-11 16,0 0-42-16,-1 0 48 15,1-2 0-15,-2 2-47 0,0 0 10 0,-2 0-2 16,1 0-8-16,-3 0-1 0,-2 0 1 0,-3 0-5 16,0 6 15-16,-3 2-10 0,-2 1-1 0,-5 4 0 15,0 1 0-15,-2 4 1 0,-4 0 11 0,-1 2-65 16,-2 0 54-16,-8 5-59 0,2-1 23 0,-1 2 1 16,-3 0 28-16,-2 4-61 0,-4 2 24 0,1 1 1 15,-2 0 19-15,0 1-35 0,2 0 35 0,0-2 4 16,1 2-21-16,2-4-17 0,0 2 20 0,1-3 10 15,0 2 47-15,2-1-48 0,-2 0-1 0,4-3 37 16,3 2-33-16,1-3-1 16,6 0 8-16,-1-5 35 0,3 2-37 0,2-2-3 15,5-3 9-15,1-3-36 0,2 2 8 0,0-2 21 16,2-2 2-16,2-1-39 0,1-3 34 0,3 0 2 16,-2-2-52-16,1-1-10 0,2 2 56 0,-1-5-81 15,3 1 33-15,-1 0 0 0,1-2 27 0,-1-2-71 16,4 0 37-16,-1 0-14 0,0 0 46 0,2 0-131 15,0 0 49-15,0 0 30 0,0-7-1 16,4-5-160-16,15-3 91 0,5-2 26 16,8-4-362-16</inkml:trace>
  <inkml:trace contextRef="#ctx0" brushRef="#br0" timeOffset="44937.35">14676 721 1074 0,'0'0'0'0,"0"0"0"0,0 0-1 0,0 0-3 0,0 0 1 0,0 0 0 0,0 0 1 0,5 0 1 0,6 0 0 0,4 0 1 0,4-1 163 16,5-4-57-16,-3 4 13 0,8-1-12 0,-9 0-57 0,4 0 0 0,-1 2-20 15,-1 0 20-15,-3 0 13 16,-2 0-13-16,-2 0-47 0,0 0 0 0,-2 0 47 0,-2 0 0 0,-1 0-27 15,1 0-13-15,-2 0 40 0,1 0-38 16,-1 0-10-16,0 0-1 0,1 0 22 16,0 0-38-16,-1 0 45 0,1 0-6 0,-1 0-37 15,-2 0-2-15,-2 0 47 0,1 0-9 0,0 0-38 16,-2 0 35-16,0 0 3 0,-1 0-9 0,-1 0-27 16,2 0-14-16,-1 0 43 0,-1 0-13 0,2 0 46 15,0 2-40-15,0 0 6 0,2 0 37 0,-1 1-39 16,6 0 1-16,1-2 55 0,1-1-46 0,4 2-6 15,1-2 7-15,1 0-6 0,4 0 7 16,-1 0-5-16,1 0 17 0,5 0-49 16,-3 0 2-16,1 0 31 0,-1 0-3 0,-2 0-34 15,-2 0-1-15,7 0 33 0,-3 0-42 0,0 0 1 16,-5 0 29-16,8 0-53 0,-5 0-6 0,5 0 60 16,0 0-12-16,-1 0-47 0,-2 0-6 15,2 0 53-15,-5 0-10 0,3-2-27 0,-3 1 23 0,-1-2 8 16,-2 1 21-16,-1 1-23 0,-2-1-11 15,-2 0 11-15,2 2 36 0,-2-2 1 16,0 0-35-16,-1 2 80 0,2 0-34 0,-2-1 0 16,3 1-26-16,0 0 26 0,1-3-25 0,3 1-5 15,3 1 15-15,5-2-23 0,-1 2 21 0,1 0-8 16,0-3-27-16,2-1 26 0,2 4 5 0,0-4-35 16,-2 4 27-16,-1-3 0 0,-1 3-6 0,-3-2-4 15,-2 3 4-15,2-1 3 0,-1 1-6 0,3 0 25 16,-7 0-19-16,6 0 1 0,-5 0 1 15,6 0 20-15,-2 0-19 0,1 0 0 16,3 0 0-16,-1 0 0 0,2 0 4 0,-2 0 0 16,2-3-8-16,0 2 5 0,2-1 0 0,-2-1-9 15,2 3 10-15,-2-1-3 0,0 0 0 0,2 1-1 16,-2-3 0-16,-2 3 0 16,4-1 1-16,-2 1 21 0,0-3-20 0,4 3-1 0,-2 0 7 0,2-2-4 15,1 2 0-15,1-1 1 0,-2 1 9 0,4-2-8 16,-3 0-2-16,3 2-7 0,-1-2 9 0,-2 2 0 15,2-2-3-15,-3 2-20 0,-1-1 19 16,-1 1 0-16,0 0 0 0,0 0 21 16,-2 0-20-16,2 0-2 0,-2 0 8 0,2 0-4 15,2 0-1-15,-2 0 0 0,1 0 12 0,3 0-11 16,0 0 0-16,2 0 26 0,6 0-25 0,-10 0 1 16,6 0-1-16,-1 0 35 0,1 0-34 0,-3-2 4 15,-1 2-4-15,2 0-25 0,-3 0 25 0,-1 0 2 16,2 0-37-16,-1 0 39 0,2 0-3 0,-2 0 0 15,1 0-21-15,5 0 18 16,-8 0 1-16,7 0-32 0,-2 0 29 0,1 0-6 16,0 0 5-16,0 0-12 0,0 0 9 0,-2 0-2 15,0 0 2-15,1 0 6 0,0 0-5 16,-2 0 0-16,-3 0-5 0,3 0 6 0,-2 0 0 0,-1 0 0 16,1 0-14-16,2 0 13 0,-2 0-1 15,0 0-6-15,1 0 6 0,1 0-1 0,-1 0 0 0,1 0-13 16,1 0 13-16,-4 0-2 0,3 0 1 15,-3 0-7-15,1 0 6 0,-4 0-1 16,0 0 2-16,-1 0-33 0,2 0 31 0,-2 0 1 16,1 0 3-16,-2 0-4 0,2 0 0 0,-3 0-4 15,5 0 2-15,-5 0 2 0,3 0-1 0,-4 0 1 16,3 0-1-16,-5 0-2 0,4 0 1 0,-1 0-14 16,-7 0 14-16,3 0 1 0,-1 0-30 0,1 0 28 15,-3 0 1-15,1 0 0 0,2 0 13 0,-3 0-13 16,1 0-2-16,2 0 12 0,0 0-11 0,-2 0 1 15,6 0-2-15,-4 0 26 16,-2 0-23-16,1 0-1 0,-3 0 6 0,-1 0 10 16,-1 0-10-16,-4 0-4 0,-1 0-2 0,-3 0 4 15,3 0 1-15,-5 0-1 0,2 0-33 0,0 0 32 16,1 0-2-16,3 0-14 0,1 0 14 0,-1 0 0 16,-1 0-2-16,2 0-18 0,-3 0 15 0,4 0 3 15,-4 0-4-15,-2 0-4 0,1 0 5 0,-2 0 2 16,-3 0 6-16,-1 0-4 0,-2 2-3 0,-1-2 0 15,1 0 8-15,-2 0-7 16,0 0 0-16,0 0-24 0,0 0 24 0,0 0 0 16,0 0 1-16,0 0-48 0,0 0 43 0,0 0 3 15,0 0-2-15,2 1-36 0,0-1-5 0,1 2 39 16,-3-2-12-16,2 2 14 0,-2-2-12 0,1 0 6 16,-1 2-33-16,0-2 30 0,0 0-8 0,2 0 60 15,-2 0-52-15,0 2 1 0,2-2-1 0,-2 0 42 16,2 1-2-16,0-1-36 15,1 0 7-15,1 2 29 0,0-2-26 0,-3 0-5 16,1 3 0-16,3-3-48 0,-3 0 5 0,-1 1 43 16,1-1-148-16,-2 0 70 0,0 0 24 0,0 0 6 15,0 0-60-15,0 0 42 0,0 0 8 0,0 0 57 16,0 0-23-16,0 0-9 0,0 0-14 0,0 0 144 16,0 0-64-16,0 0-31 0,0 0-2 0,0 0 46 15,0 0-21-15,0 0 0 0,0 0-70 0,0 0 0 16,0 0 65-16,0 0-297 0,0 3 131 0,2-2 64 15,-2 0 28-15,2 4-144 16,0-1 70-16,0 0 52 0,-2 1 0 0,1-2 77 16,-1 1-6-16,0 2 0 0,0-2 15 0,0-3 0 15,0 3 0-15,0-2 0 0,0 1 77 0,0-3-83 16,0 0-12-16,0 1 290 0,0-1-143 0,0 0-32 16,0 0-48-16,0 0 233 0,0 0-128 0,0 0-33 15,0 0-38-15,0 0 28 0,0 0-33 0,0 0 11 16,0 0-106-16,0 2 30 0,-1 2 1 15,1-1 31-15,-4 3-10 16,0 2 21-16,-4 2-10 0,1-2-32 0,-2 2 0 0,0 3 31 16,-3 0 0-16,1 1-64 0,-3 4 23 0,1 1-22 15,-1-1 49-15,-2 1-72 0,-3 2 33 0,5-4-6 16,-7 7-143-16,1-4 80 0,-1 4 43 0,0-2-61 16,-1 3 47-16,1-1 4 0,-2 2 3 0,2 1-95 15,-3 2 56-15,-2 5 7 0,1-2 2 16,2 0-30-16,-3 3 12 0,8-6 23 0,-3 1 21 0,5-4-134 15,4-7 67-15,-1 2 24 0</inkml:trace>
  <inkml:trace contextRef="#ctx0" brushRef="#br0" timeOffset="45161.81">20744 888 1055 0,'3'-6'0'0,"3"2"0"0,-3 3 0 0,-1-2 0 0,-2 3 0 16,0 0 0-16,0 3 0 0,-12 10 0 0,-4 6 0 0,0 2 0 0,-5 1 142 0,0 3-39 0,-1 2-11 0,-1 4-111 0,0 0 31 0,-5 4 0 16,10-6 32-16,-3 0-126 0,0 1 58 15,4-3 34-15,0-1-1 0,3-3-361 0,2-1 162 0,3-3 106 16</inkml:trace>
  <inkml:trace contextRef="#ctx0" brushRef="#br0" timeOffset="45354.9">20640 935 1115 0,'5'-8'0'0,"0"7"0"0,-2-1 0 0,1 2 0 0,-2 0 0 0,0 9 0 0,-2 5 0 0,0 8 0 0,0 1 0 0,0 7 0 0,0 2 72 16,0 4 88-16,-6 0-59 0,1 2-28 0,-2-2 0 16,0-2-205-16,0-1 83 0,0-3 46 0,-2-1-354 15,4-4 193-15,-2-5 96 0,-1 1 56 0</inkml:trace>
  <inkml:trace contextRef="#ctx0" brushRef="#br0" timeOffset="45508.27">20684 1058 414 0,'0'7'0'0,"0"12"0"0,0 7 0 0,-2 3 96 0,-5 2-55 0,-2 6 1 0,-2 5-47 0,-2 11 1 0</inkml:trace>
  <inkml:trace contextRef="#ctx0" brushRef="#br0" timeOffset="53567.25">13646 3746 1055 0,'0'-1'0'0,"0"-1"0"15,0-2 0-15,0 0 0 0,0 0 0 0,0-2 0 0,-2 2 0 0,2 1 0 0,0 1 0 0,0-1 0 0,0 1 70 0,-2 0 74 0,2 0-41 0,0 0-36 0,0 0 91 16,0 0-58-16,0 2-30 16,0-2 0-16,0 1 50 0,0 1-45 0,-2-2-1 15,2-1-33-15,0 2 125 0,0-1-63 0,0-1-20 16,0 0-11-16,0 3 76 0,0-3-54 0,0 1-26 16,0 0 82-16,0 0-44 0,0 2-38 0,0-2 66 15,0 2-46-15,0 0-1 0,-2 0-46 0,2 0 58 16,0 0-58-16,0 0 0 0,0 0 0 0,0 0 44 15,0 0-44-15,0 0-13 16,0 0-28-16,0 0 0 0,0 0 0 0,0 0 0 16,0 0 0-16,0 0 0 0,0 0 0 0,0 0 0 15,0 0 0-15,0 0 0 0,0 0 0 0,0 0 0 16,0 0 0-16,0 0 0 0,0 0 0 0,0 0 0 16,0 0 0-16,0 0 0 0,0 0 0 0,0 0 0 15,0 0 0-15,0 0 0 0,0 0 0 0,0 0 0 16,0 0 0-16,0 0 0 0,0 0 0 0,0 0 0 15,0 0 0-15,0 0 0 0,0 0 0 16,0 0 0-16,0 0 0 0,0 0 0 16,0 0 0-16,0 0 0 0,0 0 0 0,0 0 0 15,0 0 0-15,0 0 0 0,0 0 0 0,0 0 0 16,0 0 0-16,0 0 0 0,0 0 0 0,0 0 0 16,0 0 0-16,0 0 0 0,0 0 0 0,0 0 0 15,0 0 0-15,0 0 0 0,0 0-109 0,0 0 30 16,0 0 26-16,0 0-91 0,-1 0 53 15,-3 0 16-15,-2 0-311 0,0 6 177 0,-1 3 84 0,1 2-730 16,1 3 406-16</inkml:trace>
  <inkml:trace contextRef="#ctx0" brushRef="#br0" timeOffset="55009.67">13413 4200 2851 0,'-4'0'0'0,"0"0"0"0,1 0 0 0,-1 0 0 0,2 0 0 0,-2 0 0 0,1 0 0 0,1 0 0 0,-2 0 0 0,3 5 0 0,-4 4 202 0,3 1-71 16,0 2-49-16,2-2-1 0,0-1 180 0,0 3-109 0,0-3-56 15,2-1-21-15,6-1-75 16,1-3 0-16,1 0 0 0,3-3 0 0,-6-1 0 0,4 0 0 16,1 0 0-16,-3-5 0 0,0-6 0 15,1-3 0-15,-2 1 0 0,-3-4 0 0,-1 1 0 0,0-2 0 16,-3 1 0-16,-1 1 0 0,0-3 0 16,0 4 0-16,0 0 0 0,-5 2 0 0,-4 1 0 15,-1 5 0-15,1 2 0 0,-2 0 0 0,-3 4 0 16,1 1 0-16,0 0 0 0,-2 7 0 0,2 4 0 15,1 3 0-15,3 1 0 0,2 0 0 0,2 0 0 16,4 1 0-16,1 1 0 16,0-3 0-16,0-3 0 0,4 2 0 0,7-3 0 15,0-1 0-15,-1-3 0 0,3-1 0 0,0-3 0 16,-2-2 0-16,0 0 0 0,-2 0 0 0,3 0 0 16,-3-7 0-16,1-5 0 0,-2-1 0 0,-3-3 0 15,1 1 0-15,-3-4 0 0,-1 2 0 0,-2 0 0 16,0-3 0-16,0 6 0 0,0-1 0 0,-5 3 0 15,-4 1 0-15,-3 4 0 16,1 1 0-16,-2 4 0 0,-2 2 0 0,0 0 0 16,0 4 0-16,2 9 0 0,-1 4 0 0,3 0 0 15,2 4 0-15,1-1 0 0,4 1 0 0,4-1 0 16,0 2 0-16,0-6 0 0,0 1 0 0,7-2 0 16,5-2 0-16,-1-2 0 15,3-3 0-15,1-2 0 0,-2-5 0 0,2-1 0 0,2 0 0 0,-4 0 0 16,2-5 0-16,-2-6 0 0,-2-3 0 0,-1-2 0 15,-3-2 0-15,1 0 0 0,-5-1 0 16,-1 0 0-16,0-1 0 0,-2-1 0 16,0 0 0-16,-2 2 0 15,-7-1 0-15,-2 1 0 0,-3 4 0 0,2 2 0 16,-2 4 0-16,-1 3 0 0,2 5 0 0,-2 1 0 0,2 0 0 0,0 2 0 16,2 14 0-16,-3 4 0 0,5 3 0 0,2 2 0 15,3-2 0-15,2 2 0 0,2 5 0 0,0-4 0 16,2-1 0-16,5-7 0 0,6 3 0 0,1-6 0 15,0 2 0-15,4-8 0 16,-4 1 0-16,5-4 0 0,-4-4 0 0,2-2 0 16,-2 0 0-16,-1 0 0 0,-2-4 0 0,2-10 0 15,-5 2 0-15,0-5 0 0,-3-2 0 0,-2 0 0 16,-2-1 0-16,-2-4 0 0,0 3 0 0,-2-5 0 16,-11 3 0-16,-2-2 0 0,-2 2 0 0,-4 3 0 15,1 4 0-15,-5 2 0 0,4 6 0 0,-1 5 0 16,-1 0 0-16,1 3 0 0,2 5 0 0,2 14 0 15,3 1 0-15,4 5 0 0,2 2 0 16,3 4 0-16,6 0 0 0,0 2 0 16,0-2 0-16,9-1 0 0,6-1 0 0,4-3 0 15,-3-7 0-15,9 3 0 0,-2-4 0 0,-4-7 0 16,3-3 0-16,-1-2 0 0,2-4 0 0,-3-2 0 16,1 0 0-16,-2 0 0 0,-3-11 0 0,3-5 0 15,-6-2 0-15,3-6 0 0,-7 1 0 16,-4 0 0-16,-1-1 0 0,-2-2 0 15,-2 4 0-15,0-9 0 0,-8 5 0 0,-4 0 0 16,-8 3 0-16,2 3 0 0,-3 6 0 0,-3 2 0 16,3 6 0-16,-1 4 0 0,-1 2 0 0,-3 0 0 0,9 11 0 15,-2 10 0-15,2 1 0 0,4 6 0 16,4 2 0-16,1 3 0 0,4-2 0 0,4 1 0 16,0-2 0-16,2-2 0 0,8-3 0 0,4-3 0 15,2-7 0-15,2 2 0 0,1-5 0 0,2-5 0 16,-3-1 0-16,2-4 0 0,0-2 0 0,-1 0 0 15,-2-2 0-15,3-14 0 0,-2 0 0 0,-4-2 0 16,-2-2 0-16,1-4 0 16,-6-2 0-16,-3 7 0 0,-2-4 0 0,-2-1 0 15,0-3 0-15,-2 4 0 0,-11-1 0 0,-5 4 0 16,-1 0 0-16,-2 5 0 0,-8 1 0 0,3 7 0 16,-2 2 0-16,0 5 0 0,0 0 0 0,3 10 0 15,1 6 0-15,3 6 0 16,4 0 0-16,4 4 0 0,2 1 0 0,7-4 0 0,2 8 0 15,2-5 0-15,0 1 0 0,9-2 0 16,7-5 0-16,-1-3 0 0,9 1 0 0,-1-5 0 16,1-5 0-16,0-4 0 0,1-1 0 0,-2-3 0 15,5 0 0-15,-6-7 0 0,1-8 0 0,-2 1 0 16,-5-6 0-16,-4 2 0 0,-1-4 0 0,-4-2 0 16,-3 2 0-16,-2 0 0 0,-2-5 0 0,-2 6 0 15,-11-3 0-15,-6 5 0 0,-1 3 0 0,-7 2 0 16,1 5 0-16,-2 6 0 0,-3 1 0 0,1 2 0 15,4 2 0-15,2 10 0 16,7 2 0-16,0 2 0 0,4 1 0 0,6 4 0 16,3 0 0-16,4-1 0 0,0-1 0 0,0 2 0 15,11-5 0-15,8 3 0 0,-1-3 0 0,5-3 0 16,0-4 0-16,-1-3 0 0,8 1 0 0,-2-4 0 16,0-2-29-16,1-1-1139 0,-1 0 564 0</inkml:trace>
  <inkml:trace contextRef="#ctx0" brushRef="#br0" timeOffset="58044.04">20632 2839 3078 0,'0'-4'0'0,"0"1"0"0,0 1 0 0,0 0 0 0,0 2 0 0,0 0 0 0,0 0 0 0,0 0 0 0,0 0 0 0,0 0 0 0,0 0 149 15,0 0-60-15,0 10 43 0,-1 1-46 0,-1 0 0 16,2 3-47-16,0-5 42 0,0 2-10 0,0 0-31 16,0-2 0-16,0-2 0 0,2-1-40 0,3-2 0 15,4-2 0-15,1-2 0 0,-1 0 0 0,2 0 0 16,-1-2 0-16,-2-8 0 15,-1-1 0-15,-3-1 0 0,-1-2 0 0,-1-1 0 16,-2 2 0-16,0 2 0 0,0-4 0 0,-2 5 0 16,-5 0 0-16,-2 5 0 0,-3 2 0 0,1 0 0 15,-4 2 0-15,0 1 0 0,0 0 0 0,0 10 0 16,-3 6 0-16,6-1 0 0,-1 5 0 0,6 2 0 16,0 0 0-16,6 0 0 0,1 2 0 0,0-3 0 15,0-1 0-15,10-2 0 16,1-3 0-16,3-1 0 0,2-3 0 0,-2-3 0 0,3-3 0 15,1-3 0-15,-2-2 0 0,0 0 0 16,-2 0 0-16,-1-7 0 0,-1-4 0 0,-1-2 0 16,-4-1 0-16,-2 1 0 0,-2-4 0 0,-1 0 0 15,-2-2 0-15,0 2 0 0,0-4 0 0,-5 3 0 16,-7-1 0-16,3 2 0 0,-5 2 0 16,1 3 0-16,-1 3 0 0,0 4 0 0,-1 3 0 0,2 2 0 15,-2 0 0-15,1 0 0 0,2 13 0 16,0 3 0-16,3 4 0 0,2 1 0 0,3-1 0 15,2 4 0-15,2 2 0 0,0-7 0 0,2 4 0 16,5-4 0-16,6-2 0 0,2-4 0 0,3-2 0 16,0-4 0-16,1-1 0 0,-1-6 0 0,3 0 0 15,0 0 0-15,-3-1 0 0,2-11 0 0,-4-1 0 16,-2-3 0-16,-3-2 0 0,-1 1 0 0,-3 0 0 16,-3 1 0-16,-3-1 0 0,-1-1 0 15,0 3 0-15,-1 2 0 0,-10 3 0 16,-1 2 0-16,-3 2 0 0,-2 5 0 15,1 1 0-15,-2 0 0 0,-5 3 0 0,5 14 0 16,3-1 0-16,0 7 0 0,1 0 0 0,9-3 0 16,-1 3 0-16,5-1 0 0,1-1 0 0,0 0 0 15,0-4 0-15,5-2 0 0,6-3 0 0,3-2 0 16,-2-3 0-16,4-3 0 0,-1-4 0 0,2 0 0 16,1 0 0-16,1-5 0 0,-1-7 0 0,-4-4 0 15,-3 1 0-15,1-2 0 0,-5-1 0 16,-1-2 0-16,-5 1 0 0,-1-2 0 0,0 2 0 15,0-1 0-15,-9 1 0 0,-2 6 0 0,-4 0 0 16,-1 6 0-16,-2 2 0 0,-1 3 0 16,3 2 0-16,-2 0 0 0,4 12 0 0,0 3 0 0,3 4 0 15,4 5 0-15,3-3 0 0,2 1 0 0,2-1 0 16,0 0 0-16,2-2 0 0,7-4 0 16,4-2 0-16,1-1 0 0,2-6 0 0,3-1 0 0,-1-5 0 15,2 0 0-15,-1 0 0 16,-3-5 0-16,0-6 0 0,-5-2 0 0,-1-2 0 15,-5 0 0-15,-3 0 0 0,-2 0 0 0,0 3 0 16,-4-1 0-16,-9 3 0 0,-2 0 0 16,-6 7 0-16,0 1 0 0,-1 2 0 0,0 0 0 15,2 0 0-15,4 5 0 0,6 1 0 0,-1 1 0 16,7 2 0-16,1 2 0 0,3 1 0 0,0 0 0 16,5-1 0-16,8 2 0 0,6-4 0 0,0-1 0 15,5 2 0-15,-3-3 0 0,5 1 0 16,-5-2-479-16,9 4-31 0,-6 1 236 0,4 3 116 15</inkml:trace>
  <inkml:trace contextRef="#ctx0" brushRef="#br0" timeOffset="59472.93">14954 837 1127 0,'0'-16'0'0,"0"-5"0"0,0 2 0 0,0 3 0 0,0-2 0 0,0 3 0 0,0 4 0 0,0 0 0 0,-3 0 0 0,-3 3 0 0,3-2 73 0,-3 5-33 16,1 2 178-16,-1-4-94 0,-2 4 122 0,1-1-103 0,-4 3-52 15,-1-2-25-15,-3 3 148 0,-2 0-90 16,-3 5-40-16,-1 9 0 0,0 3 139 15,3 2-89-15,1-3-35 0,-2 9-9 0,6-8 69 16,4 2-56-16,1 0-29 0,4-3 192 16,2-4-117-16,2-1-149 0,0-4 0 0,0 1 0 0,4-5 0 15,9 0 0-15,2-3 0 0,6 0 0 0,0-4 0 16,2-9 0-16,-3-2 0 0,1-3 0 0,-5 2 0 16,3-5 0-16,-6 4 0 15,-3-1 0-15,-3 0 0 0,-3 2 0 0,-2 5 0 0,-2-7 0 0,0 7 0 16,0 4 0-16,-8-1 0 0,-4 4 0 15,-4 2 0-15,-3 2 0 0,-1 0 0 16,-3 10 0-16,2 5 0 0,1 2 0 0,3 2 0 16,-4 3 0-16,12-5 0 0,-2 0 0 0,5 2 0 15,4-4 0-15,2-3 0 0,0 0 0 0,2-2 0 16,9-2 0-16,4-1 0 0,0-5 0 0,0-1 0 16,0-1 0-16,0 0 0 0,-1 0 0 0,-3-1 0 15,-1-4 0-15,1-5 0 0,-4-2 0 0,0 0 0 16,-3 0 0-16,-1 1 0 15,-2-1 0-15,-1-3 0 0,0 2 0 0,-4 3 0 16,-9-3 0-16,-3 7 0 0,-5-2 0 0,-4 4 0 16,-1 4 0-16,-1 0 0 0,-3 0 0 0,2 12 0 15,6 0 0-15,-6 5 0 0,5 0 0 0,10-4 0 16,1 3 0-16,7-5 0 0,3-1 0 16,2 2 0-16,0 0 0 0,2-6 0 0,9 0 0 0,4-1 0 15,3-4 0-15,0-1 0 16,1 0 0-16,-3 0 0 0,2 0 0 0,-9 0 0 15,2-1 0-15,-5-2 0 0,-2 1 0 0,-1 1 0 16,-1-1 0-16,-2-1-130 0,0 3-318 0,0 0 209 16,0 5 98-16,0 7-671 0,-2 6 386 0,1 7 191 15,-1-4 87-15</inkml:trace>
  <inkml:trace contextRef="#ctx0" brushRef="#br0" timeOffset="64896.5">9333 11061 2853 0,'-9'-7'0'0,"6"5"0"0,3-1 0 0,0 3 0 0,0 0 0 0,0 0 0 0,0 0 0 0,0 0 0 0,0 0 0 0,0 0 0 0,0 0 541 0,0 0-250 0,7 0-114 15,4 0-108-15,4 3-69 0,2 0 0 16,4 0 0-16,6 3 0 0,-1-2 0 0,4 1 0 0,3 0 0 16,6 0 0-16,4 1 0 0,3-1 0 15,7 2 0-15,0-2 0 0,13-1 0 0,-3 0 0 16,-1-3 0-16,0 2 0 0,-8-3 0 0,2 1 0 15,-3-1 0-15,-3 2 0 0,-2 0 0 0,-13 1 0 16,2 0 0-16,-5 0 0 0,-7-1 0 0,-2 2 0 16,-7-2 0-16,-2 0 0 0,-3-2 0 0,-3 0 0 15,-4 0 0-15,0 0 0 0,-3 0 0 16,-1 0 0-16,0 0 0 0,0 0 0 16,0-2 0-16,0-2 0 0,-1 0 0 0,-7 2 0 15,-2 2 0-15,-6 0-571 0</inkml:trace>
  <inkml:trace contextRef="#ctx0" brushRef="#br0" timeOffset="68445.03">14203 3298 401 0,'0'-5'0'0,"0"1"492"0,0-1-215 0,0 2-124 0,0 0-56 0</inkml:trace>
  <inkml:trace contextRef="#ctx0" brushRef="#br0" timeOffset="68462.09">14209 3268 401 0,'0'0'0'0,"0"0"0"0</inkml:trace>
  <inkml:trace contextRef="#ctx0" brushRef="#br0" timeOffset="68657.73">14211 3268 3194 0,'3'3'0'0,"-3"10"0"0,0 2 0 16,0 7 0-16,-12 6 0 0,1 3 0 0,-5 3 0 0,2 7 0 0,0-9 0 0,1 2 0 0,4-4 69 0,3-5 10 0,0-1-22 0,4-6-17 0,2-1 0 15,0-6 0-15,0-1 69 0,0-3-24 0,0-1-11 16,2-3 54-16,7-2-112 0,0-1-16 0,3 0 0 16,2-1 0-16,4-11 0 0,1-3 0 0,1-3 0 15,-2-2 0-15,3 0 0 16,-5 1 0-16,7-6 0 0,-4 7 0 0,-3-1 0 16,0 4 0-16,0 0-39 0,0 0-126 15,-2 4 33-15,0 1-688 0,-3 1 390 0,0 2 195 0,1 1-524 16,-3 0 349-16</inkml:trace>
  <inkml:trace contextRef="#ctx0" brushRef="#br0" timeOffset="69048.92">13835 2984 1195 0,'0'0'0'0,"-2"0"0"16,1 0 0-16,1 0 0 0,-2-2 0 0,0 2 0 0,0-2 0 0,0 2 0 0,1-2 0 0,1 2 0 0,-2 0 84 0,0 0 74 0,2 0-63 0,0 0-27 0,0 0 0 0,0 0 204 15,0 0-115 1,0 0-48-16,11 0 134 0,10 0-101 0,3-2-50 16,4 1 0-16,0-3 156 0,2-1-92 15,0-1-63-15,-2 1 1 0,-1-1-84 0,-6 2 32 0,3 0-1 0,-4 0-47 16,-2 2 19-16,-2 0 0 0,-4 0-262 0,-1 1 146 0</inkml:trace>
  <inkml:trace contextRef="#ctx0" brushRef="#br0" timeOffset="69172.25">14044 2802 413 0,'-4'-3'367'0,"3"2"-184"15</inkml:trace>
  <inkml:trace contextRef="#ctx0" brushRef="#br0" timeOffset="69260.5">14051 2793 2859 0,'19'3'0'0,"2"3"0"0,-2 0 0 0,3 2 0 0,5-1 0 0,-9 0 0 0,1 2 0 0,0 2 0 0,-4 1 0 0,-2 1 0 0,-3-1 42 0,-5 2-147 0,-1-1 70 0,-2 3 35 16,-2-1 10-16,0 2-204 0,-9-3 102 0,-5 3 51 0</inkml:trace>
  <inkml:trace contextRef="#ctx0" brushRef="#br0" timeOffset="69276.56">14191 3038 413 0</inkml:trace>
  <inkml:trace contextRef="#ctx0" brushRef="#br0" timeOffset="69451.89">13860 3328 2868 0,'-11'17'0'0,"-1"-2"0"0,3 3 0 0,2 0 0 0,1 2 0 0,2 1 0 0,2-1 0 0,2 1 0 0,0-1 0 0,0-1 0 0,2-2 103 16,6 0-31-16,1-4-79 0,2-1 0 0,3-3 48 0,-2-2-95 0,2-3 43 16</inkml:trace>
  <inkml:trace contextRef="#ctx0" brushRef="#br0" timeOffset="69516.08">13947 3584 413 0,'7'-12'0'0,"0"1"0"15,-3-2-1-15,0-1 170 0,0-1-116 0,-2 0-42 0,0-2-26 0</inkml:trace>
  <inkml:trace contextRef="#ctx0" brushRef="#br0" timeOffset="69570.22">13933 3184 412 0</inkml:trace>
  <inkml:trace contextRef="#ctx0" brushRef="#br0" timeOffset="69633.39">13909 3168 3256 0,'-2'0'0'0,"2"0"0"0,0 0 0 0,0 0 0 0,0 0 0 0,0 0 0 0,0 0 0 0,4 2 0 0,5 4 0 0,-2-1 0 0,3 4-4 0</inkml:trace>
  <inkml:trace contextRef="#ctx0" brushRef="#br0" timeOffset="71083.78">16050 2903 391 0,'-2'-2'0'0,"0"0"0"0,0-1 144 0,-1 1-53 0,1-2-26 0,0 3 75 0</inkml:trace>
  <inkml:trace contextRef="#ctx0" brushRef="#br0" timeOffset="71291.48">16029 2883 1977 0,'0'0'0'0,"0"0"0"0,10 0 0 0,1 0 0 0,4 0 0 0,4 0 0 0,0 1 0 0,-1-1 0 0,1 5 0 0,0-2 0 0,-2 1 64 0,0 1 1 0,-3 1-26 16,2 3-15-16,-3-1 15 0,0 1 0 0,-2 1-43 15,0-1 43-15,-1 1 0 0,-2-1 10 16,-1-2-66-16,0 0 28 0,-2 1 0 0,-2-2-22 0,-1-3 14 16,0 1 7-16,-2 2-6 0,0-2 74 15,0 1-8-15,-7 1-47 0,-9 2-7 0,2 2 57 16,-7-2-46-16,0 2 0 0,-2 1-191 16,1-2 92-16,-2 3 47 0,3-3 4 0,-1 0-140 15,1 2 85-15,-2 2 34 0,0-4 0 0,7 4-470 16,-3 2 243-16,2-2 108 0,4 2 61 0</inkml:trace>
  <inkml:trace contextRef="#ctx0" brushRef="#br0" timeOffset="71643.11">15871 3567 2343 0,'-2'0'-2'0,"-1"5"0"0,1-1-2 0,-2 1 2 0,2 2 0 0,-1 1 1 0,-1 2 0 0,2 0 0 0,1 2 1 0,1 2 0 0,0-2 194 0,0 3-76 16,0 0-38-16,0 2 91 0,1-2-70 0,5 3-30 15,1-2 0-15,2 1 100 0,1 0-64 0,-4 2-22 16,3-3-11-16,-4 4 13 0,2-4 1 15,-4 1-47-15,1 0 29 0,-2 0 4 0,-2 2-74 0,0-2 0 16,0-2 0-16,0 2 0 0,-6-3 0 0,-2 1 0 16,1-1 0-16,-2 0 0 15,0-3 0-15,-3-1 0 0,-1-2 0 0,-1-1 0 16,2-1 0-16,-4 0 0 0,0-3 0 0,0-1 0 16,-2-2 0-16,1 0-5 0,-3 0-72 0,0 0-312 15,1-3 165-15,3-6 97 0</inkml:trace>
  <inkml:trace contextRef="#ctx0" brushRef="#br0" timeOffset="71687.22">15595 3971 413 0,'-4'-19'0'0,"4"-6"0"0,0-4 0 0,0 3 67 0</inkml:trace>
  <inkml:trace contextRef="#ctx0" brushRef="#br0" timeOffset="71782.58">15759 3373 410 0,'0'0'0'0</inkml:trace>
  <inkml:trace contextRef="#ctx0" brushRef="#br0" timeOffset="71860.3">15761 3367 3527 0,'4'2'0'0,"1"0"0"0,1 1 0 0,4 1 0 0,-3 0 0 0,0 2 0 0,2-3 0 0,0 2 0 0,0-1 0 0,-4 2 0 0,0-1-16 16,1 0 23-16,0 0 1 0</inkml:trace>
  <inkml:trace contextRef="#ctx0" brushRef="#br0" timeOffset="72214.1">15623 3319 411 0,'23'0'0'0,"5"2"0"0,1 1 1007 0,1-2-503 0,0 2-253 0,0-3-125 0,-4 3 163 0,4 0-129 0,-1-2-60 0</inkml:trace>
  <inkml:trace contextRef="#ctx0" brushRef="#br0" timeOffset="72428.6">16022 3230 2721 0,'17'4'0'0,"1"0"0"0,7 1 0 0,-2 1 0 0,-2-1 0 0,-1 3 0 0,1-1 0 0,-2 2 0 0,-5 2 0 0,-3-2 0 0,-3 0 41 0,-2 0 10 16,-4 3-10-16,-2 3-32 0,0-2 32 0,-6 2 0 0,-8-1 1 0,-2 4 29 15,-7-1-30-15,1 0 0 0</inkml:trace>
  <inkml:trace contextRef="#ctx0" brushRef="#br0" timeOffset="73245.61">14604 1867 2433 0,'-19'25'0'0,"0"2"0"0,0-1 0 0,1 0 0 0,-1-1 0 0,1-1 0 0,-2 0 0 0,8-8 0 0,-2 1 0 0,5-2 0 0,2-6-316 15,0-1 143-15,5-5 67 0,0 0 33 0,2-2-343 16,0-1 188-16,2 0 84 0,14-13 57 0,-2-5-142 0</inkml:trace>
  <inkml:trace contextRef="#ctx0" brushRef="#br0" timeOffset="73415.59">14621 1730 2070 0,'2'-10'0'0,"1"2"0"0,-1 5 0 0,0 0 0 0,0 0 0 0,1 1 0 0,3 2 0 0,2 0 0 0,5 0 0 0,2 0 0 16,2 9 157-16,2 1 327 0,6 1-222 0,-7 0-102 0,6 5 124 0,1-1-123 0,-3-1-60 0,-1 3-31 16,2-1-178-16,-5-1 84 0,5 3 27 15,-8-3 0-15,0 5-437 0,-3-4 237 16,-2-1 118-16,-2 1 70 0,-3-2-306 0,-1 0 83 0</inkml:trace>
  <inkml:trace contextRef="#ctx0" brushRef="#br0" timeOffset="74606.14">15011 1964 2497 0,'-2'0'0'0,"0"0"0"0,2 0 0 0,0 0 0 0,0 0 0 0,4 0 0 0,11 0 0 0,10 0 0 0,2 0 0 0,3 0 0 0,0 0 117 15,-1 0-29-15,-3 0-14 0,6 0-10 0,-5 0-25 0,-7 0-82 16,3 0 42-16,-3 0-1 0,-1 0 51 0,-4 0-374 16,1 0 181-16,-7 0 92 15,1 0 46-15,-3 0-661 0,0-1 266 0,-1-3 181 16</inkml:trace>
  <inkml:trace contextRef="#ctx0" brushRef="#br0" timeOffset="74803.69">15381 1783 1981 0,'0'-1'0'0,"3"-3"0"0,2 3 0 0,2-1 0 0,1 0 0 0,4 0 0 0,0 2 0 0,1 0 0 0,3 0 0 0,-2 4 0 0,0 4 113 0,-1 4-42 0,-2 3 83 16,-1 0-58-16,-5 2-28 0,-3 4 0 0,-2 1 91 16,0 5-64-16,-6-1-28 0,-11 2-68 0,1 0 1 15,-4-2 39-15,1 0 10 0,-2-1-205 0,-2 0 98 16,5-5 48-16,-2-1-358 0,3-3 169 0,1-2 110 15,0-3-1-15,2-1-196 0</inkml:trace>
  <inkml:trace contextRef="#ctx0" brushRef="#br0" timeOffset="75226.83">15271 2201 0 0,'-9'0'0'0,"0"0"0"0,4 0 0 0,-1-6 0 0,1-3 0 0,0-2 0 0,-2 1 0 0,2-3 0 0,-1 3 0 0,1 3 0 0,-1-1 277 0,0 2-133 16,-1 3-65-16,1 1-35 0,2 1 414 0,1 1-209 0,-1 0-105 15,1 0-52-15,0 11 124 0,3 1-93 0,0 7-42 16,0 0 257-16,0 7-150 0,0 3-74 0,0-1 173 15,0 2-130-15,3 0-58 0,-3-1-30 0,1-1 7 16,-1-6 0-16,0 0-27 0,0 2-10 0,0-4-128 16,0-3 64-16,0-2 33 15,0-8-1-15,-1 0-15 0,-4-1 19 0,1-6 0 16,-1 0 33-16,-1 0-5 0,5-4-55 0,1-8 82 16,0-5-45-16,0-2-26 0,1 0 21 0,10-1-31 15,3 0 1-15,4 0 42 0,1 5-10 0,2 2-45 16,-2 4 0-16,1 0 55 0,1 8-2 0,-1 0-85 15,0 1 36-15,-6 0-16 16,2 5 49-16,-4 8-62 0,-1 1 27 0,-4 2-8 0,-5 1-5 0,-1 1 25 16,-1 0 4-16,0-1 83 15,-10-4-42-15,-4 0 2 0,-3-4-39 0,0-1 266 0,-2-5-125 16,1-1-49-16,-1-2-31 0,2 0-15 16,2 0-41-16,2-2 0 0,6-3 0 0,-2 1 0 15,6-2 0-15,1 5 0 0,2-1 0 0,0 0 0 0,0-1 0 16,2 3 0-16,10 0 0 0,4 0 0 0,1 0 0 15,2 11 0-15,0-2 0 0,5 3 0 16,-5-1 0-16,7 5 0 0,-1-2 0 16,1-3 0-16,-1-2 0 0,2 1 0 15,1-3-170-15,0-2-488 0,3 0 309 0,-1-1 155 0</inkml:trace>
  <inkml:trace contextRef="#ctx0" brushRef="#br0" timeOffset="80326.56">11499 11296 2258 0,'0'0'0'0,"0"0"0"0,0-2 0 0,0 0 0 0,0 2 0 0,0 0 0 0,0 0 0 0,0-1 0 0,0 1 0 0,0 0 0 0,0 0 70 0,0 0 184 0,0 0-106 0,0 0-54 0,0 0 117 16,0 0-75-16,0 0-53 0,0 0 32 15,0 0-38-15,0 0 1 0,0 0 55 16,0 0-36-16,0 0-10 0,0-2-46 0,0-1 0 15,0 2-33-15,3-3-8 0,2-1 0 16,-1 2 0-16,-1 1 0 16,-1-1 0-16,2-1 0 0,-1 1 0 0,-1 0 0 0,2 1 0 0,-2 0 0 15,-1 1 0-15,2-3 0 0,1 2 0 0,-1 1 0 16,1-4 0-16,0 4 0 0,1-3 0 0,2 0 0 16,0 0 0-16,0 1 0 15,-1 1 0-15,1-2 0 0,-2 2 0 0,4 0 0 0,-2 1 0 16,0-2 0-16,-1 3 0 15,4 0 0-15,-3 0 0 0,0-1 0 0,2 1 0 0,3-3 0 16,-3 1 0-16,3 2 0 0,-3-1 0 0,0-1 0 16,3 0 0-16,-3 0 0 0,0 0 0 0,0 0 0 15,3 2 0-15,-4-1 0 0,1 1 0 0,1 0 0 16,1 0 0-16,0 0 0 0,1 0 0 0,-2 0 0 16,1 0 0-16,3 0 0 0,-1 0 0 0,2 0 0 0,-2 1 0 15,1 1 0-15,0-2 0 0,2 0 0 16,0 0 0-16,0 0 0 0,0 0 0 15,1 0 0-15,0 0 0 0,0 0 0 16,1 0 0-16,0 0 0 0,-1 0 0 0,-2 0 0 0,2 0 0 16,-3 0 0-16,2 0 0 0,-1 2 0 15,0 0 0-15,0 0 0 0,0 0 0 0,0-2 0 16,2 1 0-16,-2-1 0 0,2 2 0 0,-1-2 0 16,2 0 0-16,-2 0 0 0,3 0 0 0,-2 0 0 0,2 0 0 15,0 0 0-15,-1 0 0 16,-1 0 0-16,2 0 0 0,0 3 0 0,0-2 0 15,-3-1 0-15,2 3 0 0,0-2 0 16,-1 1 0-16,0 0 0 0,0 0 0 0,0-2 0 16,1 2 0-16,0 0 0 0,0-2 0 0,-1 0 0 15,1 0 0-15,0 0 0 0,1 0 0 0,-3 0 0 16,2 0 0-16,-2 0 0 0,1 0 0 16,-2 0 0-16,2 0 0 0,-2 0 0 0,2 0 0 15,-2 0 0-15,0 0 0 0,2 0 0 0,0 0 0 16,0 0 0-16,-2 0 0 0,4 0 0 0,-3 0 0 15,4 0 0-15,0 0 0 0,-1 0 0 0,2 0 0 16,-1 0 0-16,-1 0 0 16,0 0 0-16,1 0 0 0,-1-2 0 0,-1 2 0 15,2 0 0-15,-1 0 0 0,-1 0 0 0,3 0 0 16,-4 0 0-16,1 0 0 0,2 0 0 0,-2 0 0 0,1 0 0 16,0 0 0-16,-1-2 0 0,1 2 0 0,1-2 0 15,1 0 0-15,2 0 0 0,-2 1 0 0,1-2 0 16,-1-1 0-16,2 2 0 0,-1-1 0 15,-1-1 0-15,0 2 0 0,0 0 0 16,0 1 0-16,-1-1 0 0,0 0 0 16,1 0 0-16,0 0 0 0,-1 0 0 0,1 2 0 0,0 0 0 15,5 0 0-15,-4 0 0 0,4-3 0 0,1 3 0 16,-3-1 0-16,3 0 0 0,-1-2 0 0,-2 3 0 16,6-1 0-16,-2-1 0 0,-1 2 0 15,1-2 0-15,-2 2 0 0,-1-2 0 0,7 2 0 16,-4 0 0-16,-1 0 0 0,0 0 0 15,1 0 0-15,-2 0 0 0,6 0 0 0,-2 0 0 16,1 0 0-16,2 0 0 0,-3 0 0 16,2 0 0-16,2 0 0 0,-2 0 0 0,0 2 0 0,2 0 0 15,-2 0 0-15,4-2 0 0,-2 1 0 16,1-1 0-16,1 3 0 0,1-3 0 0,1 0 0 16,0 0 0-16,-1 0 0 0,9 0 0 0,-5 0 0 0,-6 0 0 0,10 0 0 15,-9 0 0-15,3 0 0 0,6 0 0 16,-5 0 0-16,-4 0 0 0,8 0 0 15,-8 0 0-15,8 0 0 0,-5 0 0 16,-4 0 0-16,11 0 0 0,-7 0 0 0,0 0 0 16,7 0 0-16,-3 0 0 0,-1 0 0 0,-1 0 0 15,1 0 0-15,-1 0 0 0,5 0 0 16,3 0 0-16,0 0 0 0,-2-3 0 0,3 2 0 16,3-1 0-16,2 0 0 0,-1 2 0 0,0-2 0 0,1 2 0 15,1 0 0-15,-1 0 0 0,0 0 0 16,-2 0 0-16,2 0 0 0,0 0 0 0,1 0 0 15,8 0 0-15,-12 4 0 0,6-2 0 0,-2 2 0 16,1-2 0-16,-1 3 0 0,1-3 0 0,1 2 0 16,-2-2 0-16,10-2 0 0,-4 1 0 0,-4 1 0 15,12-2 0-15,-8 2 0 0,0 0 0 0,-2 0 0 16,2 0 0-16,-8-1 0 0,10 1 0 0,-4 1 0 16,4 1 0-16,-5-3 0 15,3 1 0-15,-9 0 0 0,4 0 0 0,-2-2 0 0,1 2 0 16,-4 0 0-16,3-1 0 0,-4-1 0 15,1 0 0-15,1 2 0 0,-2 0 0 0,-5-2 0 16,0 0 0-16,-11 2 0 0,4-2 0 0,-5 2 0 16,0 0 0-16,-6 0 0 0,0 0 0 0,-7 1 0 15,2 0 0-15,-3 0 0 0,-3 1 0 0,0-3 0 16,-5 1 0-16,0 0 0 0,-2 1 0 0,0 0 0 16,-3-1 0-16,0-2 0 0,-3 0 0 0,0 2 0 15,-2-2 0-15,0 0 0 0,0 0 0 0,0 0 0 16,-2 0 0-16,0 0 0 15,0 0 0-15,0 0 0 0,0 0 0 0,0-2 0 16,-4-4 0-16,-6 4 0 0,-5 0 0 0,-7 2 0 16</inkml:trace>
  <inkml:trace contextRef="#ctx0" brushRef="#br0" timeOffset="84882.64">3586 11174 2213 0,'-5'-6'0'0,"0"-2"0"0,0 3 0 0,1-1 0 0,1 3 0 0,1-3 0 0,0 0 0 0,-2 1 0 0,2 1 0 0,1 0 0 0,-1 2 362 0,-1-2-163 0,1 3-76 16,2-1-37-16,-2 2 142 0,2-2-90 0,0 2-34 0,0 0 245 16,0 0-220-16,0 0-129 15,0 0 0-15,0 0 0 0,0 0 0 0,0 0 0 16,0 0 0-16,9 0 0 0,2 0 0 0,6 0 0 15,-1 2 0-15,5 0 0 0,5-2 0 0,1 1 0 16,1 2 0-16,0-2 0 0,4-1 0 0,3 0 0 16,10 0 0-16,-3 0 0 0,5 0 0 0,4 0 0 15,-1-1 0-15,3-3 0 0,1-2 0 0,-1 1 0 16,-4 1 0-16,-3-1 0 0,-10 4 0 16,1-1 0-16,-2 2 0 0,-5 0 0 15,-3 0 0-15,1 0 0 0,-8 0 0 0,3 2 0 16,-4 2 0-16,-3-2 0 0,-1 2 0 0,-2-3 0 15,-3 1 0-15,-1-2 0 0,-3 0 0 0,1 0 0 16,-5 0 0-16,3 0 0 0,-3 0 0 0,2 0 0 16,-2-2 0-16,2-3 0 0,-2-3 0 0,0 0 0 15,0 1 0-15,-2-1 0 0,0 1 0 0,0 3 0 16,0-1 0-16,0 2 0 0,0 2 0 16,0-1 0-16,0 2 0 0</inkml:trace>
  <inkml:trace contextRef="#ctx0" brushRef="#br0" timeOffset="95734.11">20225 11333 2925 0,'-2'-4'0'0,"2"1"0"0,-2 1 0 0,2 0 0 0,0-2 0 0,0 1 0 0,0-1 0 0,0 2 0 0,0 0 0 0,0-1 0 0,0 0 72 16,0 1 152-16,0 1-91 0,0-1-44 0,0 0 11 16,2 2 72-16,-2-2-65 0,0 2-31 0,2 0-43 15,-2 0-33-15,0-1 0 0,2 1 0 0,0-2 0 16,0-1 0-16,-1 0 0 0,5-4 0 15,-1 4 0-15,2-1 0 0,0 1 0 0,0-3 0 0,-1 2 0 16,1 1 0-16,-1 1 0 16,0 0 0-16,-1 0 0 0,1 1 0 0,-1 1 0 15,2 0 0-15,-4 0 0 0,5 0 0 0,-3 0 0 16,2 0 0-16,2 0 0 0,-2 0 0 0,2 0 0 16,0 0 0-16,3 0 0 0,-3 0 0 0,2 0 0 15,1 0 0-15,-1 0 0 0,2 0 0 0,-2 0 0 16,4 0 0-16,-1 0 0 0,0 0 0 0,4 0 0 15,-2 0 0-15,1 1 0 0,4-1 0 16,-3 0 0-16,5 0 0 0,4 0 0 0,-1 0 0 16,4 0 0-16,2 0 0 0,2 0 0 15,-1-1 0-15,1-4 0 0,-2 4 0 0,-2-1 0 16,-2 0 0-16,1 0 0 0,-7 2 0 0,7 0 0 16,-4 0 0-16,2 0 0 0,-1 0 0 0,2 0 0 15,2 2 0-15,0 2 0 0,2-1 0 16,0 1 0-16,4-2 0 0,-1 3 0 0,4-1 0 0,7-2 0 15,0 2 0-15,2-2 0 16,5 0 0-16,2-1 0 0,-2-1 0 0,4 2 0 16,1 0 0-16,-5-2 0 0,2 3 0 0,-2 0 0 15,-2-1 0 1,2 2 0-16,-1-3 0 0,-1 2 0 0,6 0 0 0,-4-1 0 0,4 0 0 0,8 0 0 16,-13 1 0-16,6 0 0 15,-1-2 0-15,-1 3 0 0,-3 1 0 0,1-2 0 0,-3 0 0 16,0 1 0-1,-5-2 0-15,3 3 0 0,2-1 0 0,-2-2 0 0,0 2 0 0,-3-3 0 0,0 1 0 16,-3 1 0 0,-6-3 0-16,4 0 0 0,-1 1 0 0,-2-1 0 0,-3 0 0 0,-3 0 0 15,-7 0 0-15,5 0 0 16,-9 2 0-16,-1 0 0 16,-1-2 0-16,-3 2 0 0,-2-2 0 0,-1 2 0 0,-1-1 0 0,-3 2 0 0,-4-3 0 15,2 2 0-15,-2-2 0 0,-1 0 0 0,-2 0 0 0,-1 0 0 16,1 2 0-16,-2-2 0 0,0 0 0 15,0 0 0-15,0 0 0 0,0 0 0 16,0 0 0-16,0 0 0 0,0 0 0 0,0 0 0 16,0 0 0-16,0 0 0 0,0 0 0 0,-3 0 0 15,-6 0 0-15,-3 0 0 0,-1 0-447 0,-4 1-363 16</inkml:trace>
  <inkml:trace contextRef="#ctx0" brushRef="#br0" timeOffset="145253.87">12130 15886 2345 0,'0'0'-1'0,"0"0"1"0,0 0 0 0,0 0 0 0,0 0 0 0,0 0 0 0,0 0 0 15,0 0 0-15,0 0 0 0,0 0 0 0,0 0 104 16,0 0 103-1,0 0-74-15,0 0-38 0,0 0 14 0,0 0 49 0,2 0-50 0,0 0 0 0,0 0 20 0,-2 0-1 0,1 0-55 0,1 0-14 16,-2 0 122-16,0 0-180 0,2 0 0 0,-2 0 0 16,0 0 0-16,0 0 0 0,0 0 0 0,0 0 0 15,0 0 0-15,0 0 0 0,2 0 0 0,-2 0 0 16,2 0 0-16,0 0 0 0,-1 0 0 0,2 0 0 16,1 0 0-16,-1 1 0 0,1 1 0 0,0 2 0 15,-1-2 0-15,1 2 0 0,1-2 0 0,0 1 0 16,-1-1 0-16,1-1 0 15,-1 4 0-15,-1-4 0 0,3 2 0 0,-2-1 0 16,2-1 0-16,-2 2 0 0,1-2 0 0,1 1 0 16,-1 0 0-16,0 0 0 0,2 0 0 0,0 0 0 15,-1-1 0-15,1 2 0 0,1-2 0 0,-1 1 0 16,2 0 0-16,-1-2 0 0,2 2 0 0,-3-2 0 16,2 0 0-16,1 2 0 0,-1-2 0 0,0 0 0 15,1 0 0-15,1 0 0 0,-1 0 0 0,3 0 0 16,-2 0 0-16,0 0 0 15,5 0 0-15,-4 0 0 0,4 0 0 0,-2 0 0 16,2 0 0-16,0 0 0 0,0 0 0 0,0 0 0 16,3 0 0-16,0 0 0 0,2 0 0 0,-2 0 0 15,1 0 0-15,1-2 0 0,0 0 0 0,-1 0 0 16,1 0 0-16,0-2 0 0,-3 1 0 0,3-1 0 16,-2 2 0-16,1 0 0 0,1 1 0 0,0-2 0 15,-1 0 0-15,1 0 0 0,2 2 0 0,-3-1 0 16,3-1 0-16,-1 2 0 0,1-1 0 15,-1 0 0-15,3 1 0 0,-1-1 0 16,-3-2 0-16,3 2 0 0,0-2 0 0,-1 2 0 16,6-2 0-16,-5 1 0 0,2 0 0 0,0 1 0 15,-1-1 0-15,-3-1 0 0,5 3 0 0,-5-1 0 16,1 0 0-16,-1-2 0 0,1 2 0 0,-1 1 0 16,4-1 0-16,-3 0 0 0,2-2 0 0,-1 2 0 15,0 0 0-15,-1-2 0 0,3 2 0 0,1-2 0 16,-1 3 0-16,-2-1 0 0,2 0 0 0,-1 0 0 15,3 1 0-15,-1-1 0 16,-1 0 0-16,2 2 0 0,1-2 0 0,-6 2 0 16,7 0 0-16,-3-2 0 0,-1 2 0 0,1-2 0 15,-3 2 0-15,0 0 0 0,4-1 0 0,-1 1 0 16,-1-3 0-16,0 3 0 0,3-1 0 0,-5 1 0 16,6 0 0-16,-4 0 0 0,2 0 0 0,-2 0 0 15,3 0 0-15,-3 0 0 0,6 0 0 0,0 0 0 16,0 0 0-16,0 0 0 15,0 0 0-15,0 0 0 0,-1 0 0 0,1 0 0 16,0 0 0-16,2 0 0 0,-2-2 0 0,0 2 0 16,1-3 0-16,0 2 0 0,-1 1 0 0,-2-3 0 15,-1 3 0-15,4 0 0 0,-3 0 0 0,0 0 0 16,2 0 0-16,-2 0 0 0,2 0 0 0,-2 0 0 16,0 0 0-16,-1 0 0 0,0 0 0 0,-1 0 0 15,0 0 0-15,2 0 0 0,-1 0 0 0,1 0 0 16,-2 3 0-16,2-3 0 15,-4 0 0-15,8 0 0 0,-6 1 0 0,3-1 0 16,-1 3 0-16,0-3 0 0,2 2 0 0,-2-2 0 16,2 1 0-16,-1-1 0 0,0 3 0 0,-1-3 0 15,1 0 0-15,0 0 0 0,0 0 0 0,0 0 0 16,0 0 0-16,1 0 0 0,2 0 0 0,-2 0 0 16,2 0 0-16,-1 0 0 0,1 1 0 0,3-1 0 15,0 0 0-15,4 0 0 0,-7 0 0 0,6 2 0 16,-3-2 0-16,2 0 0 0,-1 0 0 0,-1 2 0 15,1-2 0-15,0 0 0 16,1 0 0-16,3 0 0 0,-7 2 0 0,8-2 0 16,-4 2 0-16,5 0 0 0,-1-1 0 0,3 3 0 15,-8-2 0-15,10-1 0 0,-6 3 0 0,1-2 0 16,1 0 0-16,-1 2 0 0,-2-2 0 0,8 0 0 16,-3 0 0-16,2 0 0 0,3 0 0 0,1-1 0 15,3-1 0-15,-1 2 0 16,3-2 0-16,-4 0 0 0,2 2 0 15,2-2 0-15,-1 0 0 0,1 0 0 0,1 0 0 0,9 0 0 16,-3 0 0-16,0 0 0 0,-6 0 0 16,12 0 0-16,-10 0 0 0,2 0 0 0,0 0 0 15,0 0 0-15,-6 0 0 0,17 0 0 0,-5 0 0 16,0 0 0-16,-2 2 0 0,-5 0 0 0,-4 0 0 16,10-1 0-16,-3 3 0 15,-2-1 0-15,4-1 0 0,5 1 0 0,-1-1 0 0,1-1 0 0,-3 2 0 0,1-3 0 16,1 0 0-16,-8 0 0 0,15 0 0 0,-4 0 0 15,4 0 0 1,-1 0 0-16,-4 0 0 0,-8 0 0 16,14 0 0-16,-7 0 0 0,-2 0 0 0,2 0 0 0,7 0 0 15,-13 0 0-15,15 0 0 0,-11 0 0 0,-2 1 0 0,1 1 0 16,-3 0 0-16,-6 2 0 16,16 0 0-16,-4-2 0 0,-1 1 0 15,-5-1 0-15,2-1 0 0,-12 2 0 0,17 0 0 0,-10 2 0 16,2-1 0-16,4-1 0 0,1 1 0 15,-5 0 0-15,11 0 0 0,-7-3 0 16,-1 1 0-16,-1 2 0 0,-1-2 0 0,-8 0 0 0,17 1 0 16,-5 0 0-16,-2-3 0 0,-1 0 0 0,-2 1 0 15,-10 1 0-15,14-2 0 0,-6 4 0 0,0-2 0 0,0-1 0 16,3 2 0-16,-3-2 0 0,12-1 0 16,-8 0 0-16,-4 1 0 0,0-1 0 0,-2 3 0 15,-5-2 0-15,5-1 0 0,5 0 0 16,-3 3 0-16,0-2 0 0,-7-1 0 15,2 2 0-15,-4 0 0 0,2 0 0 0,-4-1 0 0,1 3 0 0,-3-4 0 16,-4 3 0-16,9-1 0 0,-1 2 0 16,-3-2 0-16,0 1 0 15,-2-1 0-15,-6 1 0 0,7 2 0 0,-13-4 0 0,3 3 0 0,-2 1 0 16,0-3 0-16,-2 0 0 0,-1 2 0 0,-2 0 0 16,-2 0 0-16,0-3 0 0,-4 3 0 0,-2-2 0 15,4 2 0-15,-5-1 0 0,0-1 0 16,-3 0 0-16,-3 2 0 0,1-2 0 0,-2 0 0 15,-2-2 0-15,0 3 0 0,-3-2 0 16,-1 0 0-16,-1-1 0 0,-1 3 0 0,-1-3 0 0,-1 0 0 16,0 1 0-16,-4-1 0 0,5 0 0 15,-5 0 0-15,1 0 0 0,-1 0 0 0,0 0 0 16,0 0 0-16,0 0 0 0,-1 0 0 0,2 0 0 16,-3 0 0-16,0 0 0 15,2 0 0-15,-2 0 0 0,0 0 0 0,0 0 0 0,0 0 0 0,2 0 0 16,-2 0 0-16,2 0 0 15,-2 0 0-15,0 0 0 0,3 0 0 0,1-1 0 16,0-3 0-16,-1 0 0 0,0-1 0 0,4-2 0 16,-3 2 0-16,0 1 0 0,-3-1 0 0,1 1 0 15,0 2 0-15,-2-1 0 0,0 0 0 0,0 1 0 16,0 1 0-16,-2 0 0 0,-9 1 0 0,-8 0 0 16,-4 7 0-16</inkml:trace>
  <inkml:trace contextRef="#ctx0" brushRef="#br0" timeOffset="148894.49">13009 16137 1334 0,'0'0'0'0,"0"0"0"0,0 0 0 0,0 0 0 0,0 0 0 0,0 0 0 0,0 0 0 0,0 0 0 0,0 0 0 0,0 0 0 0,0 0 86 0,0 0 1 16,0 0 51-16,0 0-50 0,0 0 1 0,0 0-38 15,0 0 52-15,0 0 1 0,0 0-40 0,2 0-13 16,4-3 114-16,-2 0-58 0,3 0 1 0,-2-3 71 16,3 1-51-16,0-1-13 0,-1-1-64 0,0 1 34 15,1 1 0-15,0-4-33 0,-1 4 65 0,2-5-13 16,1 3-52-16,1-3-1 0,-2 1 6 0,3 0-5 16,1-2 12-16,-2-3-13 15,4 2-21-15,-2-4 21 0,3 2-19 0,-2-2-32 16,4-1 0-16,-4 1 0 0,2-1 0 0,-2 2 0 15,-2 1 0-15,-1 1 0 0,-4 4 0 0,1-1 0 16,-2 1 0-16,-1 4 0 0,-1 1 0 0,-2 0 0 16,0 2 0-16,0 1 0 0,-2 1 0 0,1-3 0 15,1 3 0-15,2-1 0 0,2-1 0 16,0-1 0-16,1 2 0 0,-2-2 0 0,3 2 0 0,0 0 0 16,-3-2 0-16,1 1 0 15,-2 1 0-15,-1-2 0 0,1 2 0 0,-2 1 0 16,0-3 0-16,0 3 0 0,0 0 0 0,2 0 0 15,-3 0 0-15,3 0 0 0,0 0 0 0,-1 0 0 16,3 0 0-16,0 0 0 0,2 3 0 0,-3 1 0 16,4 2 0-16,1 0 0 0,-3 4 0 0,3 0 0 15,0 1 0-15,2 4 0 0,-1 1 0 0,5 5 0 16,-3 0 0-16,0 2 0 0,2-1 0 0,-3 0 0 16,4 0 0-16,-1 1 0 0,0-2 0 15,-4-5 0-15,5 2 0 0,-6-2 0 16,2-2 0-16,-1-2 0 0,-3-5 0 0,-3 1 0 15,1-2 0-15,-2-3 0 0,-2-1 0 0,0-2 0 16,0 0 0-16,-2 0 0 0,0 0 0 0,0 0 0 16,0 0 0-16,0 0 0 0,0 0 0 0,0-4 0 15,0-3 0-15,0 1 0 0,0 0 0 0,0 1 0 16,0 1 0-16,1 2 0 0,1 0 0 0,0 0 0 16,3 2 0-16,6 0 0 15</inkml:trace>
  <inkml:trace contextRef="#ctx0" brushRef="#br0" timeOffset="153415.18">28224 15883 1279 0,'-2'-7'0'0,"2"-2"0"0,0 1 0 0,0-1 0 0,0 1 0 0,0-1 0 0,2 2 0 0,7-3 0 0,3 3 0 0,0-1 0 0,-1-2 52 0,3 3 81 0,-3-1-40 0,-1 4 12 15,2-5-53-15,-1 4 146 0,-2 1-73 0,0 1-36 16,0-2-1-16,1 4-23 0,2-1-14 16,3 0 1-16,0 0 212 0,3-1-104 0,7-2-53 0,-8 4 143 15,5-4-105-15,7 0-47 0,-7 0 0 16,-2-1 117-16,5 2-68 0,-5 0-82 0,2 1-65 15,0 0 0-15,4 1 0 0,-1-1 0 0,-2 3 0 16,7 0 0-16,0 0 0 0,3 0 0 0,8 0 0 16,-8 0 0-16,7 0 0 0,6 0 0 0,-3 3 0 15,1-2 0-15,0 3 0 0,2-1 0 0,-6 1 0 16,12 2 0-16,-9-2 0 16,3 1 0-16,0 3 0 0,-1-2 0 0,-4 1 0 15,9 1 0-15,-2 1 0 0,-2-1 0 0,5 1 0 16,-1-3 0-16,-6 0 0 0,11 4 0 0,-4-5 0 15,1 2 0-15,1-4 0 0,5 1 0 0,0-2 0 16,1 0 0-16,6 0 0 0,-2 0 0 0,-3 0 0 16,-4-2 0-16,0 0 0 0,-1 0 0 15,1 0 0-15,-2 0 0 0,2 0 0 0,0 0 0 0,3 0 0 16,11 0 0-16,-8 0 0 16,1 0 0-16,0 0 0 0,2-2 0 0,-6 0 0 15,9 0 0-15,-5 0 0 0,-3 0 0 0,4 2 0 16,-3 0 0-16,-4 0 0 0,-1 0 0 0,-2 0 0 15,-6 0 0-15,-3 0 0 0,0 4 0 0,-5 0 0 16,8 1 0-16,-6-1 0 0,4 0 0 0,3-1 0 16,2-1 0-16,0 0 0 0,2 0 0 0,-5 0 0 15,-3-2 0-15,-2 2 0 0,-8-2 0 0,2 0 0 16,-5 0 0-16,-2 2 0 16,-2 0 0-16,-5-2 0 0,-1 2 0 0,-2 1 0 15,0-1 0-15,-2 0 0 0,0 2 0 0,3-3 0 16,0 3 0-16,-1-1 0 0,8-2 0 0,-6 0 0 15,0-1 0-15,1 0 0 0,-6 0 0 0,3 0 0 16,-2 0 0-16,-6 0 0 0,-2 0 0 0,1 0 0 16,-4 0 0-16,-2 0 0 0,2 0 0 0,-1 0 0 15,-4-1 0-15,1 0 0 0,1-2 0 0,-1 3 0 16,0-7 0-16,1 3 0 0,-1-1 0 16,1-1 0-16,0 0 0 0,-1 2 0 15,3 1 0-15,0-1 0 0,1 2 0 0,0 2 0 16,1 0 0-16,-3 3 0 0,-5 15-1265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57:07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12364 8779 2163 0,'0'0'0'0,"0"0"0"0,0 0 0 0,0 0 0 0,0 0 0 0,0 0 0 0,0 0 0 0,0 0 0 0,0 0 0 0,0 0 0 0,0 0 194 0,0 0-82 0,3 0-37 16,-1 0 179-16,0 0-107 0,1 0-54 0,-1 2 173 16,2 0-118-16,0-2-54 0,-3 0-26 0,3 2 83 15,0-2-55-15,0 0-26 0,0 0-70 0,0 0 0 16,-1 0 0-16,1 0 0 0,-1 2 0 15,1-2 0-15,2 0 0 0,0 0 0 16,-1 2 0-16,1-2 0 0,-1 0 0 0,3 0 0 16,0 1 0-16,-1-1 0 0,2 0 0 0,1 0 0 15,-1 0 0-15,0 0 0 0,1 0 0 0,0 0 0 16,-1 0 0-16,0 0 0 0,3 0 0 16,-3 0 0-16,2 3 0 0,1-2 0 0,-1-1 0 0,2 4 0 15,0-4 0-15,0 2 0 16,2-2 0-16,2 2 0 0,-4-2 0 0,2 0 0 0,0 0 0 0,-2 0 0 15,3 0 0-15,-2 0 0 0,0 0 0 0,0 0 0 16,0 0 0-16,-3 2 0 16,4 0 0-16,-2-1 0 0,0 2 0 0,3 0 0 15,-2 1 0-15,3 0 0 0,-2 0 0 0,1-1 0 16,0 3 0-16,1-2 0 0,1 1 0 0,2-1 0 16,-3 2 0-16,1-2 0 0,1-1 0 0,-2 1 0 15,0-2 0-15,0 1 0 16,0-1 0-16,-2-2 0 0,-2 1 0 0,0-1 0 15,-1 0 0-15,-1 3 0 0,-1-3 0 0,2 0 0 16,-1 0 0-16,1 0 0 0,-1 0 0 0,0 0 0 16,3 0 0-16,-2 0 0 0,-3 0 0 0,5 0 0 15,-3 0 0-15,-1 0 0 0,3 0 0 0,-2 0 0 16,-1 0 0-16,1 0 0 0,-2 0 0 0,3 0 0 16,-1 0 0-16,-2 0 0 0,3 0 0 0,-1 2 0 15,-2 0 0-15,3-2 0 0,-2 2 0 0,4-1 0 16,-3 2 0-16,2-1 0 0,1-2 0 0,-2 0 0 15,4 1 0-15,-3-1 0 16,0 0 0-16,2 2 0 0,-4-2 0 0,4 0 0 16,0 0 0-16,-2 0 0 0,0 0 0 0,3 0 0 15,-5 0 0-15,4 0 0 0,-2 0 0 0,0 0 0 16,0 0 0-16,0 0 0 0,1 0 0 0,0 0 0 16,2 0 0-16,-2 0 0 15,4 0 0-15,-4 0 0 0,2 0 0 0,0 0 0 0,2 0 0 0,-6 0 0 16,4 0 0-16,-3 0 0 15,2 0 0-15,-2 0 0 0,2 0 0 0,-2 0 0 16,3 0 0-16,-4 0 0 0,5 0 0 0,-2 0 0 16,3-2 0-16,0 1 0 0,1-1 0 0,-1-1 0 15,3 2 0-15,-2-1 0 0,1 0 0 0,-1 0 0 16,1-1 0-16,-2 2 0 0,1-1 0 0,-3 1 0 16,3 1 0-16,-2 0 0 0,0 0 0 0,0 0 0 15,2 0 0-15,-2 0 0 0,1 0 0 0,3 0 0 16,0 0 0-16,1 0 0 0,1 0 0 0,0 0 0 15,1 0 0-15,-2 0 0 0,1 0 0 16,0 0 0-16,-1 0 0 0,-2 0 0 16,1 0 0-16,0 0 0 0,-1 0 0 0,1 0 0 15,-1 1 0-15,0 1 0 0,1-1 0 0,0 2 0 16,-1 1 0-16,4-2 0 0,-3-1 0 0,7 2 0 16,-2-3 0-16,0 2 0 0,1-2 0 0,3 0 0 15,0 0 0-15,2 0 0 0,0 0 0 16,0 1 0-16,1-1 0 0,-1 0 0 0,2 2 0 0,-2 0 0 15,1 0 0-15,-1-1 0 16,1-1 0-16,-1 2 0 0,2-2 0 0,1 3 0 16,1-3 0-16,1 0 0 0,2 0 0 0,-2 0 0 15,8 0 0-15,-3 0 0 0,-1 0 0 0,-6 0 0 16,2 0 0-16,2 1 0 0,-2-1 0 0,-1 2 0 16,-1 1 0-16,1-2 0 0,-1 3 0 0,2-2 0 15,0 2 0-15,0-3 0 0,1 3 0 0,1-2 0 16,5 0 0-16,-7-2 0 0,2 1 0 15,0 1 0-15,-2 1 0 0,0-2 0 16,-3 1 0-16,2-2 0 0,-3 2 0 0,1 0 0 16,1 1 0-16,-2-2 0 0,1 0 0 0,0-1 0 15,0 2 0-15,-1-2 0 0,1 2 0 0,1-2 0 16,-1 0 0-16,3 0 0 0,-5 0 0 0,-1 0 0 16,-3 0 0-16,-6 0 0 0,4 2 0 0,-5-2 0 15,-1 0 0-15,0 2 0 0,-5 0 0 0,-2-2 0 16,0 2 0-16,-1-2 0 0,-3 2 0 0,0-2 0 15,1 2 0-15,-3-2 0 0,-1 0 0 0,1 0 0 16,-1 0 0-16,1 0 0 16,-1 0 0-16,-2 0 0 0,1 0 0 0,-3 0 0 15,1 0 0-15,0 0 0 0,-1 0 0 0,0 0 0 16,0 0 0-16,0 0 0 0,-2 0 0 0,0 0 0 16,0 0 0-16,0 0 0 0,0 0 0 0,0 0 0 15,0 0 0-15,0 0 0 0,0 0 0 0,0 0 0 16,0 0 0-16,0 0 0 0,0 0 0 0,-11 0 0 15,-7 0 0-15</inkml:trace>
  <inkml:trace contextRef="#ctx0" brushRef="#br0" timeOffset="4586.66">20627 8734 2062 0,'-4'-2'0'0,"1"1"0"0,0-1 0 0,1 0 0 0,0 0 0 0,2 2 0 0,0 0 0 0,0 0 0 0,0 0 0 0,0 0 0 0,0 0 145 16,0 0-57-16,0 0 152 0,0 0-98 0,0 0-49 15,0 0-1-15,0 0 129 16,0 0-95-16,0 0-41 0,0 0 0 0,0 0 10 15,0 0-1-15,4 0-39 0,2 0 155 0,0 0-112 16,-1 0-98-16,3 0 0 0,-3 0 0 16,3 0 0-16,0 0 0 0,-1 0 0 0,0 2 0 0,1-2 0 15,1 0 0-15,1 0 0 0,1 0 0 0,-1 0 0 16,2 2 0-16,2-2 0 0,-1 0 0 0,0 0 0 16,0 0 0-16,3 2 0 0,-4-2 0 15,3 1 0-15,2 1 0 0,-1-2 0 16,-2 3 0-16,4-1 0 0,-4-2 0 0,4 1 0 15,0 1 0-15,-1 0 0 0,1 1 0 0,0-1 0 16,3-2 0-16,-3 2 0 0,3 0 0 0,0-2 0 16,1 1 0-16,2-1 0 0,1 0 0 0,-4 0 0 15,4 0 0-15,-2 0 0 0,5 0 0 0,-1 0 0 16,-1 0 0-16,2 0 0 0,1 0 0 0,-6 0 0 16,11 0 0-16,-6 0 0 0,2 0 0 0,0-1 0 15,-1-1 0-15,1 2 0 0,0 0 0 16,-2 0 0-16,0 0 0 0,3 0 0 15,-1 0 0-15,0 0 0 0,2 0 0 0,-1 0 0 16,1 2 0-16,0 2 0 0,0-1 0 0,0-3 0 16,2 3 0-16,-1-3 0 0,1 1 0 0,3-1 0 15,0 0 0-15,0 0 0 0,1 0 0 0,-1 2 0 16,1-2 0-16,5 2 0 0,-7 0 0 0,4 0 0 16,-1 0 0-16,-2 0 0 0,-1-1 0 0,1 3 0 15,2-2 0-15,-2 2 0 16,-2-2 0-16,3-1 0 0,6 3 0 0,-5-2 0 15,-2 2 0-15,9-2 0 0,-2 0 0 0,6 1 0 16,-2 0 0-16,1-3 0 0,-6 1 0 0,12 1 0 16,-8 0 0-16,-1-2 0 0,0 2 0 0,1 0 0 15,-6 0 0-15,6-1 0 0,-4-1 0 0,-1 3 0 16,-1-3 0-16,1 1 0 0,-3 1 0 0,7-2 0 16,-5 2 0-16,3-2 0 0,-4 2 0 0,5-2 0 15,-4 0 0-15,12 0 0 0,-7 0 0 0,3 0 0 16,0 0 0-16,3 0 0 15,0 0 0-15,-2 0 0 0,1-2 0 0,-4 0 0 16,-2 0 0-16,-2 1 0 0,-5-3 0 0,8 2 0 16,-7-2 0-16,3 2 0 0,-2-1 0 0,-5 0 0 15,4 2 0-15,7-1 0 0,-5 0 0 16,1 0 0-16,-1 0 0 0,-7 0 0 0,7 0 0 0,-5 1 0 16,0 1 0-16,-3-3 0 0,-1 2 0 0,-2-1 0 15,-3 0 0-15,3 0 0 16,-7 0 0-16,-2 0 0 0,2 0 0 0,-6-1 0 15,-3 1 0-15,2 0 0 0,-6 0 0 0,-1 0 0 16,0 2 0-16,-1-2 0 0,-2 1 0 0,-3-2 0 16,3 3 0-16,-3 0 0 0,-1-3 0 0,2 0 0 15,-1 0 0-15,0-1 0 0,-2 2 0 0,2-1 0 16,-1 0 0-16,-2-2 0 16,0 3 0-16,0 1 0 0,-5 1 0 0,-17 0 0 0,-11 13-668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4:57:59.65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3T14:58:21.005"/>
    </inkml:context>
  </inkml:definitions>
  <inkml:trace contextRef="#ctx0" brushRef="#br0">15149 2760 2085 0,'-8'0'-1'0,"2"-1"1"0,0-1-1 0,1 2 1 0,-2 0 0 0,1 0 0 0,0 0 0 0,-2 0 0 0,3 0 0 0,-2 3 0 0,1 4 120 0,-2-2 87 16,3 1-83-16,-3 4-42 0,1 1 10 0,-3 0 119 15,3 5-86-15,-2 2-42 0,-3 2 0 0,1 0 174 16,0 3-98-16,-3 7-65 0,0-1-26 0,0 0 75 16,-1 6-143-16,4-2 0 0,0-1 0 0,1 0 0 15,3 2 0-15,4-2 0 16,3-1 0-16,0-1 0 0,0 0 0 0,5 0 0 16,8 1 0-16,4-5 0 0,3-1 0 0,1 0 0 15,4-1 0-15,1-3 0 0,1-3 0 0,-2-1 0 16,1-1 0-16,-5-2 0 0,0-2 0 0,-2 1 0 15,-2-2 0-15,-4-1 0 0,-1 0 0 0,-5-3 0 16,0 1 0-16,-3-4 0 0,-2 2 0 0,-1-5 0 16,1 2 0-16,-2-3 0 0,0 0 0 0,0 0 0 15,0 0 0-15,0 0-404 0,0 0 84 0,2-4 129 16,5-8-646-16,0-1 399 0,0-5 199 0</inkml:trace>
  <inkml:trace contextRef="#ctx0" brushRef="#br0" timeOffset="565.04">15428 2567 3314 0,'-11'-12'0'0,"3"8"0"0,1-1 0 0,1 2 0 0,1-1 0 0,3 2 0 0,0 2 0 0,2 0 0 0,-1 0 0 0,1 2 0 0,0 14 178 0,0 5-69 0,0 5-34 0,0 7 122 16,1 6-139-16,5 3-58 0,-3 1 0 0,1 3 0 16,0 5 0-16,-2 0 0 0,-1 2 0 0,-1-2 0 15,0-1 0-15,0-4 0 0,0 0 0 16,0-11 0-16,0 4 0 0,-1-8 0 0,-1-2 0 0,-2-7 0 16,0-3 0-16,3-4 0 15,-1-6 0-15,-2-1 0 0,4-4 0 0,-2-4 0 16,-1 0 0-16,0 0 0 0,1-2 0 0,0-5 0 15,2-7 0-15,0 1 0 0,0-2 0 0,7-2 0 16,4 2 0-16,1 0 0 0,4 2 0 0,2 2 0 16,-1 1 0-16,4 2 0 0,-1 3 0 0,1 3 0 15,-1 2 0-15,0 0 0 0,-3 0 0 0,-3 6 0 16,2 5 0-16,-5 1 0 16,-2 4 0-16,-1 0 0 0,-4 2 0 0,-2-1 0 15,-1 1 0-15,-1 3 0 0,0-2 0 16,-3-2 0-16,-9 0 0 0,3-4 0 0,-4-1 0 0,-2-3 0 15,0-2 0-15,-2-2 0 16,0-1 0-16,0-4 0 0,1 0 0 16,-4 0 0-16,3 0 0 15,3 0 0-15,-2-5 0 0,5 0 0 0,2-3 0 0,1 2 0 16,2 0 0 0,5 1 0-16,1-3 0 0,0-1 0 15,5 0-224 16,12-3-2-31,4 1-815 0,5-2 501 0,0 1 241 0,2 0-516 0</inkml:trace>
  <inkml:trace contextRef="#ctx0" brushRef="#br0" timeOffset="784.13">15774 3190 3111 0,'2'0'0'0,"-1"0"0"0,1 0 0 15,0-3 0-15,4 0 0 0,2-4 0 0,1 2 0 0,0 1 0 0,5 3 0 0,-2-2 0 0,2 3 185 0,2 0-63 0,-2 0 263 0,1 8-257 0,0 4-128 0,-4 0 0 0,-2 4 0 16,-1 2 0-16,-2 1 0 0,-4 3 0 0,0 1 0 15,-2 2 0-15,0-1 0 0,-8-5 0 0,-4 1 0 16,0 1 0-16,-2-6 0 0,-1-2 0 0,-2-4 0 16,2-1 0-16,0-3 0 0,-1-1 0 0,0-4 0 15,3 0 0-15,4 0 0 0,-1 0 0 16,3 0 0-16,1-2 0 0,5-2 0 0,1-2 0 16,0-8-879-16,1 3 391 0,12-4 224 15,5-2 112-15,1 2-286 0,-1-2 200 0,-1 2 89 16,0-5 60-16</inkml:trace>
  <inkml:trace contextRef="#ctx0" brushRef="#br0" timeOffset="980.28">16050 3146 2447 0,'5'-7'0'0,"-3"1"0"16,0 1 0-16,-2 4 0 0,0-2 0 0,0 2 0 0,-7 1 0 0,-1 0 0 0,-3 0 0 0,1 4 0 0,1 6 90 0,0 2 640 0,1 3-350 0,1-2-171 15,1 4-134-15,4 1-75 0,1-2 0 0,1 2 0 16,0-1 0-16,0 4 0 0,1-6 0 0,9 0 0 15,0-1 0-15,-1 3 0 0,2-2 0 0,0-4 0 16,0 2 0-16,0-3 0 0,1-4 0 0,-1 3 0 16,3-6 0-16,-1-1 0 0,1-2-840 0,2 0 341 15,-2 0 230-15,4 0-632 0</inkml:trace>
  <inkml:trace contextRef="#ctx0" brushRef="#br0" timeOffset="1183.43">16287 3328 3236 0,'0'0'0'0,"-4"-3"0"0,2 2 0 0,2 1 0 0,-1-3 0 0,1 3 0 0,0 0 0 0,0 0 0 0,0 0 0 0,0 7 0 0,0 2 172 15,1 3-67-15,-1-1 245 16,0 3-282-16,0 1-68 0,0 1 0 0,0 0 0 16,-1 2 0-16,-6-4 0 0,0 1 0 0,0-1 0 15,-1-3 0-15,3-3-135 0,-3-2-27 0,2 0 96 16,1-3 52-16,-1-2-730 0,1-1 355 0,-2 0 167 15,5 0-486-15,1-11 340 0</inkml:trace>
  <inkml:trace contextRef="#ctx0" brushRef="#br0" timeOffset="1658.89">16602 2548 3590 0,'0'-7'0'0,"0"3"0"0,0 2 0 0,0 0 0 0,0 0 0 0,0 2 0 0,0 0 0 0,0 0 0 0,0 14 0 0,2 10 0 0,0 5 188 0,0 8-75 0,-2 0-73 16,0 12-40-16,0 2 0 0,0-3 0 0,-8 6 0 16,-1-3 0-16,-1 2 0 0,1-4 0 0,-2-2 0 0,-1-4 0 15,3-9 0-15,0 2 0 0,4-11 0 0,-4-2 0 16,4-5 0-16,1-8 0 0,2-2 0 15,1-4 0-15,-1-2 0 0,0-2 0 0,0-2 0 16,2-10 0-16,0-5 0 0,2-1 0 0,3-3 0 0,6-1 0 16,5 1 0-16,-2 1 0 0,6 3 0 0,1 1 0 15,-1 1 0-15,4 2 0 16,1 6 0-16,-4 2 0 0,1 2 0 16,0 3 0-16,-1 0 0 0,-4 10 0 0,0 5 0 15,-4 5 0-15,-4 0 0 0,-3 6 0 0,-4-4 0 0,-2 10 0 16,0-6 0-16,0 1 0 0,-12-4 0 0,0-5 0 15,-4 0 0-15,-2-2 0 0,-1-2 0 16,-6-7 0-16,1-2 0 0,3 1 0 0,-7-5 0 16,2-1 0-16,6 0 0 0,-3 0 0 0,4-3 0 15,4-6 0-15,2-1 0 0,5 1 0 0,5 0 0 16,1-4 0-16,2 3 0 0,0-3 0 0,11 2-82 0,6-1-401 16,3 0 222-16,3 3-703 15,1 0 463-15,-1-1 221 0,6 2 126 16</inkml:trace>
  <inkml:trace contextRef="#ctx0" brushRef="#br0" timeOffset="1826.35">16850 3167 2753 0,'5'0'0'0,"-1"0"0"0,-1 0-1 0,-1 0 1 0,-2 0 0 0,0 0 0 0,0 0 0 0,0 0 0 0,0 0 0 0,0 0 0 0,2 0 464 0,3 0-214 0,0 0 215 16,3 3-465-16,4 3 0 0,-3-1 0 15,0 4 0-15,3-1 0 0,-1 3 0 0,-1 1 0 0,1 1 0 16,-3-1 0-16,-1 2 0 0,1-1 0 0,-2-2 0 15,1-1-3-15,-1-3-953 0,-1 1 461 0,1-3 214 16,0 0 120-16,3-5-558 0,-3 0 345 0</inkml:trace>
  <inkml:trace contextRef="#ctx0" brushRef="#br0" timeOffset="2067.54">17129 3080 2841 0,'2'-9'0'0,"-2"4"0"0,0-4 0 0,0 3 0 0,0 5 0 0,0-1 0 0,0 0 0 0,0 1 0 0,0 1 0 0,0 0 0 0,0 6 606 0,0 9-283 0,0 2-162 16,0 7-161-16,0 2 0 0,-7 3 0 16,-2 5 0-16,-1 0 0 0,1 2 0 0,-4-1 0 0,-1 9 0 15,0-7 0-15,0 2 0 0,-1 1 0 16,0 0 0-16,2-7 0 0,-2 5 0 16,2-3 0-16,1-3 0 0,1-2 0 0,2-3 0 15,4-9 0-15,0 2 0 0,1-4 0 0,1-6 0 16,1-3 0-16,2-1 0 0,0-5 0 0,0-1-27 15,0 0-394-15,0 0 191 0,0 0 96 0,0-7-639 16,5-4 357-16</inkml:trace>
  <inkml:trace contextRef="#ctx0" brushRef="#br0" timeOffset="2269.88">17291 3321 3846 0,'1'-2'0'0,"2"-1"0"0,-1 1 0 0,-2 1 0 0,0 1 0 0,0 0 0 0,0 0 0 0,0 0 0 0,0 1 0 0,0 9 0 0,0 1 85 0,-2 0-85 16,-1 5 0-16,-2-2 0 15,1 1 0-15,-1 3 0 0,-2-2 0 0,1-1 0 0,-2-2 0 16,1 0 0-16,-1-1-451 0,-4-1 219 16,5-5 136-16,0 0-643 0,1-3 317 0,1-1 192 15,1-2 87-15,0 0-455 0</inkml:trace>
  <inkml:trace contextRef="#ctx0" brushRef="#br0" timeOffset="2725.96">17591 2435 2909 0,'4'-10'0'0,"1"2"0"0,2 1 0 0,-4 4 0 0,1 1 0 0,2 2 0 0,-1 0 0 0,0 2 0 16,2 17 0-16,-2 6 0 0,-1 5 112 0,1 5 303 0,-3 11-194 0,0 0-93 0,0 3-45 0,-2 4-20 16,0 0-63-16,0 0 0 0,-7-1 0 15,-1 0 0-15,-1-1 0 0,-1-4 0 0,3-9 0 16,-2-1 0-16,-1-6 0 0,1-2 0 16,1-8 0-16,1-5 0 0,3-6 0 0,-2-5 0 15,2-1 0-15,1-4 0 0,1 0 0 0,0 0 0 16,2-4 0-16,0-5 0 0,0-6 0 0,0 4 0 15,6-2 0-15,3 2 0 0,3 2 0 0,-1-1 0 16,2 2 0-16,2 2 0 0,4 4 0 0,-1-2 0 16,1 4 0-16,2 0 0 0,-1 0 0 0,1 4 0 15,-3 6 0-15,2 2 0 0,-7 1 0 16,0 5 0-16,-6-4 0 0,-1 8 0 16,-4-3 0-16,-2 0 0 0,0-1 0 0,-6-1 0 15,-7 0 0-15,-4-2 0 0,-1-4 0 0,-1 1 0 16,-8-3 0-16,7-3 0 0,-6 0 0 0,1-3 0 15,4 0 0-15,-2-3 0 0,5 0 0 0,5 0 0 16,-2 0 0-16,6-3 0 0,2-4 0 0,7-4-14 16,0-4-266-16,7-3 106 0,9-2 51 0,7 1 44 15,2-1 18-15</inkml:trace>
  <inkml:trace contextRef="#ctx0" brushRef="#br0" timeOffset="3034.8">17858 3083 2597 0,'11'-2'0'0,"-3"1"0"16,0-1 0-16,-3 0 0 0,-1 0 0 0,1 0 0 0,3-2 0 0,4 2 0 0,0-5 0 0,4 1 0 0,2 1 330 0,1-1-148 0,4 2-72 0,-3 1 278 0,3 0-167 0,-2 3-118 0,-3 0-103 0,-1 0 0 15,-2 6 0-15,-1 6 0 0,-7 4 0 0,-5 1 0 16,-2 7 0-16,0 1 0 16,-11 2 0-16,-7-1 0 0,0 1 0 0,-3-4 0 15,-2 2 0-15,3-1 0 0,-1-1 0 0,8-6 0 16,-2 2 0-16,4-2 0 0,3-4 0 15,4-4 0-15,3 3 0 0,1-1 0 16,0-2 0-16,0-2 0 0,5 2 0 0,9-4 0 0,0-1 0 0,4-3 0 16,2-1 0-16,4 0 0 0,-1 0 0 0,2-1 0 15,-1-6 0-15,-6 2 0 16,3-2 0-16,-2-2 0 0,-4 1 0 0,-2-1 0 16,-1-1 0-16,-5 0-650 0,-5 0 182 0,0-4 220 15,-2 1 105-15,0 1-665 0,-9-2 386 0,-5 2 192 16,-3-3 88-16</inkml:trace>
  <inkml:trace contextRef="#ctx0" brushRef="#br0" timeOffset="3162.89">18076 3245 2643 0,'-24'-2'0'0,"-7"1"0"0,5-2 0 0,6 3 0 0,-1 0 0 0,4 0 0 0,8 0 0 0,0 0 0 0,5 0 0 0,2 0 0 0,2 0 401 0,0 0-182 16,13 0-82-16,4 0 332 0,3 0-407 0,5 0-62 16,-1 0 0-16,5 0 0 0,-5 0 0 0,6 0 0 15,-2 0 0-15,0 0 0 0,-4 0 0 0,-1 0-901 16,0 0 459-16,-1 0 190 0</inkml:trace>
  <inkml:trace contextRef="#ctx0" brushRef="#br0" timeOffset="3384.49">18425 2646 3931 0,'14'-14'0'0,"0"8"0"0,2-3 0 0,0 8 0 0,4-1 0 0,2 2 0 0,4 0 0 0,0 13 0 0,1 6 0 0,-1 6 0 0,4 6 0 0,-9-1 0 0,3 12 0 0,-9 1 0 16,-7 6 0-16,-7 4 0 0,-1 3 0 0,-5 0 0 16,-18 8 0-16,0-6 0 0,-6-6 0 0,3-7 0 15,-6 4 0-15,-5 1 0 0,-11-3 0 16,4-4 0-16,-6-4 0 0,-1-5 0 16,-2-3 0-16,3-7-611 0,-4-3 232 0</inkml:trace>
  <inkml:trace contextRef="#ctx0" brushRef="#br0" timeOffset="4038.05">20298 2510 1736 0,'-15'-9'0'0,"0"2"0"0,-1-1 0 0,-4 3 0 0,-2 1 0 0,-5 2 0 16,-3 2 0-16,-2 11 0 0,-9 15 0 0,-3 10 0 0,0 9 406 0,1 6-183 0,-3 9-92 0,5 6 276 16,6 3-189-16,5 2-89 0,5-3 103 0,12-14-97 0,3 3-47 15,9-14 9-15,1 9 20 16,5-12-105-16,12-10-12 0,8 0 0 0,10-1 0 16,-3-11 0-16,15 1 0 0,-2-5 0 0,0-7-454 15,2-2 229-15,-7-3 124 0,11-2-775 0,-8 0 418 16,0 0 209-16,-2-9-466 0</inkml:trace>
  <inkml:trace contextRef="#ctx0" brushRef="#br0" timeOffset="4451.84">20572 2956 1950 0,'-7'-21'0'0,"-5"0"0"0,-1-3 0 0,1-2 0 0,-2 1 0 0,5 6 0 0,-5-3 0 0,1 2 0 0,3 6 0 0,-4 3 0 0,1 3 336 0,-2 5-148 0,-2 3-65 15,-6 0 176-15,-1 9-130 0,-4 14-65 0,-1 5 257 16,3 5-161-16,0 7-71 0,2 4-57 0,1 1-72 16,5-1 0-16,4-2 0 0,7-6 0 15,3 1 0-15,4-3 0 0,0-3 0 16,4-6 0-16,10-3 0 0,5-4 0 0,1-5 0 16,5-4 0-16,0-3 0 0,3-6 0 0,0 0 0 15,1-4 0-15,-5-11 0 0,1-4 0 0,-5-3-91 16,-3-3-132-16,-2 1 92 0,-3-4 46 0,-5 0 6 15,-2-2 9-15,-1-3 30 0,-2 5 1 0,-2 5 56 16,0 1-28-16,0 4-10 0,0 6 271 0,-6-1-145 16,1 7-72-16,-2 2 352 0,0 2-385 0,0 2 0 15,0 6 0-15,1 12 0 0,2 0 0 16,0 3 0-16,4 5 0 0,0-3 0 16,0 6 0-16,0-6 0 0,6 1 0 0,3 1 0 15,0-6 0-15,3 2 0 0,-1 1 0 0,2-3 0 16,1-3 0-16,-3 2-63 0,2-3-396 0,-2-5 200 15,0 1 115-15,1-4-649 0,-1-5 376 0,0-2 189 16,1 0 85-16,-1-4-445 0,-4-12 275 0</inkml:trace>
  <inkml:trace contextRef="#ctx0" brushRef="#br0" timeOffset="4654.1">20655 3155 2184 0,'4'-16'0'0,"1"5"0"0,3 2 0 0,2 1 0 0,1-2 0 0,1 2 0 16,4 2 0-16,0 5 0 0,3-2 0 0,2 3 0 0,-2 0 257 0,0 0-109 0,-1 12-54 0,-4 0 347 0,-3 4-190 0,-3 3-112 15,-6 1 142-15,-2 6-145 0,0-1-136 0,-12 0 0 16,-3-5 0-16,-8 3 0 0,1-5 0 0,-3 2 0 16,0-4 0-16,-2-1 0 0,4-5 0 15,-1-3 0-15,4 0 0 0,0-3 0 16,10-2 0-16,-1-2 0 0,4 0 0 0,5 0 0 16,2-2-606-16,2-5 92 0,19-9 237 0,1-2-284 15,6 0 251-15,9-7 141 0,-5-1 64 0</inkml:trace>
  <inkml:trace contextRef="#ctx0" brushRef="#br0" timeOffset="4828.38">21022 3021 2888 0,'7'-13'0'0,"-5"5"0"0,-2 6 0 0,0-1 0 0,-6 1 0 0,-9 2 0 0,0 0 0 0,0 9 0 0,0 5 0 0,1 1 0 0,2 2 138 0,3 3-40 0,0 1 581 16,4 6-551-16,5-4-128 0,0 0 0 0,0 2 0 15,2-5 0-15,13 7 0 0,0-7 0 0,2 1 0 16,1-3 0-16,-2-4 0 0,2 0 0 0,1 0 0 15,0-3 0-15,1-2-257 0,0-6 5 0,-1 1 131 16,-1-4-121-16,3 0-589 0,-3 0 397 0,-1 0 197 16</inkml:trace>
  <inkml:trace contextRef="#ctx0" brushRef="#br0" timeOffset="5013.89">21284 3212 2962 0,'0'0'0'0,"0"0"0"0,0 0 0 0,0 0 0 0,0 0 0 0,0 0 0 16,2 0-1-16,2 1-2 0,-1 7 1 0,2 1 0 0,-3 0 189 0,-1 2 296 0,-1 2-227 0,0 2-205 0,0 1-51 0,-1-1 0 16,-9 1 0-16,-1 0 0 0,2-1 0 0,-3-2 0 15,1-2 0-15,0-2 0 16,3-3 0-16,0-1-119 0,1-2-89 0,2-3 124 16,-2 0-768-16,5 0 410 0,2-14 181 0,0-4-513 15</inkml:trace>
  <inkml:trace contextRef="#ctx0" brushRef="#br0" timeOffset="5406.73">21549 2464 3488 0,'2'2'0'0,"0"3"0"0,-2 2 0 0,0 5 0 0,0 3 0 0,0 7 0 16,0 2 0-16,0 9 0 0,0 9 0 0,0-1 0 0,0 4 339 0,0 3-235 0,0 1-104 0,0-5 0 0,0 12 0 0,0-9 0 15,-2-3 0-15,0 1 0 0,-1-10 0 16,-4 1 0-16,2-6 0 0,1-6 0 0,-1-6 0 16,1-6 0-16,2-3 0 0,0-5 0 15,1-4 0-15,-1 0 0 0,2-1 0 0,0-15 0 16,0-2 0-16,7 2 0 0,2 0 0 0,5-2 0 16,-1 2 0-16,4 2 0 0,1 2 0 0,3 2 0 15,-1 5 0-15,3 0 0 0,0 5 0 0,-2 0 0 16,0 0 0-16,-3 12 0 0,-2 3 0 0,-2 4 0 15,-5 1 0-15,-4 5 0 0,-3-5 0 0,-2 8 0 16,0-5 0-16,-12-1 0 0,-4 1 0 0,-4-3 0 16,1-6 0-16,-8 3 0 0,7-7 0 15,-2-3 0-15,-1 1 0 0,3-5 0 16,-1 0 0-16,2-3 0 0,2 0 0 0,4 0 0 16,2-3 0-16,5-12 0 0,6-3 0 0,0-7-627 15,4-3 285-15,19-8 150 0,-2 4 75 0,6-2-894 16</inkml:trace>
  <inkml:trace contextRef="#ctx0" brushRef="#br0" timeOffset="5552.42">21801 3016 3615 0,'11'0'-2'0,"2"0"0"0,-5 0 1 0,-1 5 0 0,0 6 0 0,2 2 1 0,-2-2-1 0,0 1 1 0,0 3 0 0,2 0 0 0,0 0 158 0,0 0-60 0,1 3-30 16,-1-3-68-16,0 0 0 0,3-1 0 0,-3-1 0 15,0 0 0-15,-2-6 0 0,2 0-272 0,-2-2-105 16,2-1 217-16,3-4 94 0,-1 0-952 0,0 0 489 15,4-9 245-15</inkml:trace>
  <inkml:trace contextRef="#ctx0" brushRef="#br0" timeOffset="5747.53">22162 2993 3086 0,'2'-15'-1'0,"-1"8"0"0,-1 2 1 0,0 1-1 0,0 2 1 0,0-1 0 0,0 3 0 0,0 0 0 0,0 10 0 0,-5 5 0 0,-2 8 213 15,-2 3-87-15,-2 4 294 0,-4 7-331 0,0 2-89 16,0-6 0-16,-5 13 0 0,1-8 0 0,0 1 0 15,2-1 0-15,0-2 0 0,-3 6 0 0,1-3 0 16,-2 0 0-16,2-3 0 0,0-3 0 0,3-1 0 16,-1-3 0-16,6-7 0 0,1-1 0 15,2-6-681-15,3-3 194 0,1-6 214 16,2 2 121-16,2-4-283 0,0-2 198 0,0-2 99 16</inkml:trace>
  <inkml:trace contextRef="#ctx0" brushRef="#br0" timeOffset="6089.25">22403 3266 3197 0,'0'0'0'0,"0"0"0"0,0 0 0 0,0 2 0 0,0-2 0 0,0 1 0 0,0 1 0 0,3 2 0 0,-3-1 0 0,0 3 0 0,0 0 527 0,0 2-320 0,0 1-207 15,-3 3 0-15,-4 0 0 0,-2 0 0 16,-2 3 0-16,-3-2 0 0,1 0 0 0,0-2 0 0,-2-1 0 15,-2-1-494 1,4-3 218-16,1-2 151 0,1-3-349 0,4-1 230 0,0 0 42 0,2 0 82 16,5-11-463-16,0-12 279 0</inkml:trace>
  <inkml:trace contextRef="#ctx0" brushRef="#br0" timeOffset="6500.86">22721 2413 3759 0,'4'-14'0'0,"1"8"0"0,1 2 0 0,-3 2 0 0,1 2 0 0,1 0 0 0,0 7 0 0,-1 15 0 0,1 6 0 0,-1 9 0 0,-2 7 172 16,0 6-172-16,-1 3 0 0,-1 5 0 0,0 0 0 0,0 8 0 0,-3-5 0 16,-3-8 0-1,-1 3 0-15,-2-4 0 0,1-4 0 0,0-12 0 0,-1-3 0 0,4-8 0 0,-5-3 0 16,2-6 0-16,3-9 0 15,0-2 0-15,-2-5 0 0,2 0 0 0,1-11 0 0,4-12 0 16,0 1 0-16,2-4 0 16,8 0 0-16,1 5 0 0,5-6 0 0,2 7 0 0,3 3 0 15,-5 6 0-15,5 2 0 0,0 3 0 16,-1 3 0-16,1 3 0 0,-2 0 0 0,-1 6 0 0,-2 9 0 16,-2 3 0-16,-5 2 0 15,-2 6 0-15,-5-1 0 16,-2 1 0-16,-4 0 0 0,-13-2 0 0,-3 4 0 0,0-6 0 0,-4-2 0 15,-1-3 0-15,-1-3 0 16,4-4 0-16,-8 0 0 0,5-5 0 16,4 0 0-16,0-5 0 0,3 0 0 15,6 0 0-15,3 0 0 0,4-5 0 0,5-10 0 0,0-6 0 16,12-8-894 0,9 1 352-16,11-8 256 0,4 4 124 0,4 0-374 0,1 0 249 0</inkml:trace>
  <inkml:trace contextRef="#ctx0" brushRef="#br0" timeOffset="6868.34">23014 2988 2753 0,'30'-13'-1'16,"-6"8"0"-16,1-1 0 0,-7 2 1 0,0 1-1 0,-9 3 1 0,3 0-1 0,-5 0 1 0,-2 0 0 0,3 0 0 0,-2 0 136 0,1 5 633 0,4-1-491 0,0 0-278 0,5 1 0 16,-2 0 0-16,4 3 0 0,-3-1 0 0,0 4 0 0,-3 3 0 15,-2 1 0-15,-2 6 0 16,-6 3 0-16,-2 2 0 0,0 1 0 0,-15 4 0 16,-8 5 0-16,-1-4 0 0,3-4 0 0,-3 1 0 15,1-4 0-15,6-4 0 0,0 0 0 0,7-4 0 16,5-6 0-16,3 0 0 0,2-3 0 0,0-2 0 15,4-3 0-15,13-3 0 0,6 0 0 16,-1-1 0-16,2-11 0 0,-1 2 0 0,4-5 0 16,-4 3 0-16,-5 0-78 0,1-1-315 15,-5-3 177-15,0 4 80 0,-7-1-569 0,-5-2 334 16,-2 0 167-16,0-2 82 0,-9 2-229 0,-8 0 147 16,-8 1 88-16,-3 5-272 0,-1 3 176 0,-2 3 87 15,0 1 44-15,8 1 188 0,-4 1-67 0,3 0-39 16,6 0 1-16,9 0 596 0,4 0-318 0,1 0-168 15,4 0 842-15,0 0-458 0,15 0-230 0,9 0 273 16,3 0-251-16,3 0-269 0,2 0-19 0,3 0 0 16,3 0 0-16,0 0 0 0,-1 0 0 15,-1 0 0-15,-1-3-49 0,-3 0-20 16,0-1-852-16,-3-3 479 0,-3-3 183 0</inkml:trace>
  <inkml:trace contextRef="#ctx0" brushRef="#br0" timeOffset="7068.53">23679 2509 3931 0,'18'-11'0'0,"9"7"0"0,-3 2 0 0,3 2 0 16,1 0 0-16,4 15 0 0,0 9 0 0,-2 7 0 0,-3 5 0 0,-3 7 0 0,-6 5 0 0,-6 7 0 0,-8 10 0 0,-4 0 0 0,-9-2 0 0,-11 0 0 15,-2-7 0-15,-16 9 0 0,3-10 0 0,-4-4 0 16,-3-5 0-16,-3-3 0 0,-1-4 0 0,-10 0 0 15,13-12 0-15,2 2 0 0,8-8-4 16,1-3-110-16,10-5-30 0</inkml:trace>
  <inkml:trace contextRef="#ctx0" brushRef="#br0" timeOffset="7225.98">24260 3471 352 0,'-6'-8'0'0,"6"8"0"0,9 5 0 0,-9-5 0 0,-12 0 545 0,-8 4-256 0,-2 4-126 0,-1-1-55 0</inkml:trace>
  <inkml:trace contextRef="#ctx1" brushRef="#br0">18649 15682 0</inkml:trace>
  <inkml:trace contextRef="#ctx0" brushRef="#br0" timeOffset="21719.54">7695 8721 3530 0,'-7'-11'0'0,"7"11"0"0,0 0 0 16,0 0 0-16,2 0 0 0,5 0 0 0,6 0 0 0,5 0 0 0,4 0 0 0,6 0 0 0,2 0 333 0,5 0-265 0,2 0-68 0,9 0 0 15,-6 0 0-15,1 0 0 0,2 0 0 0,-5 0 0 16,9 0 0-16,-6 0 0 0,-5-4 0 0,2-2 0 15,-5-1 0-15,-6-1 0 0,-1 1 0 0,-6 1 0 16,-2 1 0-16,-7-1-734 0,0 1 249 0,-5-1 212 16,-2-4 123-16,-2-1-292 0,-2-4 202 15,0-4 100-15</inkml:trace>
  <inkml:trace contextRef="#ctx0" brushRef="#br0" timeOffset="22259.06">8235 8409 2950 0,'-23'-2'0'0,"2"2"0"0,2 0 0 0,8 0 0 0,3 0 0 0,2 0 0 0,6 2 0 0,0 2 0 0,7 0 0 16,13 0 0-16,11-1 109 0,8 4-35 0,0-2 408 0,3 2-221 0,1 1-206 0,-5-1-55 16,1 3 0-16,-4 3 0 0,-5 0 0 0,-3 3 0 15,-8-2 0-15,-5 4 0 0,-2 2 0 0,-6 4 0 16,-6 3 0-16,0 0 0 0,-16 4 0 16,-4-2 0-16,-2 2-5 0,-5-2-94 15,2 0-366-15,-3-5 166 0,4-1 119 0,-4-2-506 16,3-7 323-16,0-4 161 0,-2-3 82 0,2-5-318 15,3-2 189-15,-6 0 110 0,7 0 50 0,-2 0-6 16,5-2 28-16,-1 1 0 0,3-1 423 0,0 2-193 16,6 0-101-16,-1 0-51 0,4 9 286 0,1 4-169 15,3 4-94-15,3 7 754 0,0 3-376 0,0 5-178 16,2 7-97-16,3 2 428 16,4-6-253-16,3 15-248 0,-3-5-64 0,-2 0 0 15,2-4 0-15,-5-5 0 0,-1 4 0 0,1-7 0 16,-3-3 0-16,1-7 0 0,-2-3 0 0,0-5 0 15,0-5 0-15,0-2 0 0,-7-7 0 0,0-1 0 16,-2 0 0-16,4-13 0 0,3-4 0 0,2-7 0 16,0 1 0-16,2 0 0 15,10 1 0-15,2 1 0 0,1 6 0 0,9-2 0 0,-1 8 0 0,-2 3 0 16,1 5 0-16,1-1 0 0,1 2 0 0,-1 6 0 16,-3 10 0-16,-2 3 0 15,-6 4 0-15,-2 4 0 0,-6-4 0 0,-2 11 0 16,-2-3 0-16,-6-2 0 0,-9-2 0 0,-3-1 0 15,-2-9 0-15,-8 3 0 0,2-4 0 0,-4-5 0 16,2-5 0-16,-3-3 0 0,5-1 0 0,-4-2 0 16,9 0 0-16,-3-2 0 0,5-9 0 0,5-2 0 15,6-6 0-15,0-9 0 0,8-3 0 16,0-6 0-16,10-2 0 0,8 5-197 0,12-9-946 16,4 4 551-16,8 1 277 0</inkml:trace>
  <inkml:trace contextRef="#ctx0" brushRef="#br0" timeOffset="22400.45">8602 9080 3708 0,'26'-3'0'0,"-8"2"0"0,0-1 0 0,0 0 0 0,-2 2 0 0,1-1 0 0,3-2 0 0,3 3 0 0,2-1 0 0,-1-1 0 0,7 0 223 0,-1 0-223 0,-2 2 0 0,2 0 0 16,0 0 0-16,-5 0-132 0,5 0-206 0,-8 0 188 16,-1 4 95-16,-4 2-490 15,-6 3 292-15</inkml:trace>
  <inkml:trace contextRef="#ctx0" brushRef="#br0" timeOffset="22526.78">8903 9238 3832 0,'-19'9'0'16,"3"2"0"-16,3-5 0 0,1-1 0 0,7-3 0 0,1-1 0 0,4 2 0 0,2 0 0 0,12-3 0 0,11 0 0 0,3 0 99 0,2 0-99 0,4 0 0 0,3 0 0 16,2 0 0-16,-2 0 0 0,0 0 0 0,1 0 0 15,-1 0 0-15,0 0-904 0,0 4 386 0</inkml:trace>
  <inkml:trace contextRef="#ctx0" brushRef="#br0" timeOffset="22958.54">10124 9039 2679 0,'-8'-12'0'0,"6"9"0"0,-1 0 0 0,3 1 0 0,-2 2 0 0,2 0 0 0,0 0 0 0,0 0 0 0,0 0 0 0,0 5 0 0,0 10 112 0,0 2 322 0,0 1-187 15,-4 8-109-15,-1 5 183 0,-3 1-321 0,-5 8 0 16,-2 0 0-16,-4-4 0 0,-4 11 0 16,0-6 0-16,-4-1 0 0,-1-3 0 0,0-3 0 15,3-9 0-15,-2-3 0 0,-2-5 0 0,2-6 0 16,7-6 0-16,-1-5-275 0,3 0-84 0,2-5 172 15,7-20-470-15,7-16 309 0,2-6 154 0,2-14-443 16,11-8 289-16,3-5 159 0,-4-5 75 0,2-2-217 16,-3 2 165-16</inkml:trace>
  <inkml:trace contextRef="#ctx0" brushRef="#br0" timeOffset="23142.62">9856 8727 2537 0,'10'-51'0'0,"-1"15"0"0,-4 9 0 0,1 2 0 0,-5 8 0 0,1 6 0 0,0 3 0 0,1 6 0 0,-2 0 0 0,0 2 0 0,11 0 386 0,1 2-173 0,8 13 487 16,2 4-605-16,2 10-95 0,0-2 0 0,7 15 0 15,-4 1 0-15,0 4 0 0,-1 2 0 0,-3 2 0 16,3 3 0-16,-3-1 0 0,0-1 0 0,-1-1 0 16,2-4 0-16,-4-8 0 0,4 8 0 0,0-8 0 15,-3-1 0-15,-2-11 0 0,1 0 0 0,-1-7 0 16,0-4 0-16,1-5-525 16,0-5 30-16,2-5 227 0,2-1 115 0,-4 0-344 15,3-16 234-15</inkml:trace>
  <inkml:trace contextRef="#ctx0" brushRef="#br0" timeOffset="23336.23">10514 8644 3507 0,'-9'-5'0'0,"6"3"0"0,3 0 0 0,0 0 0 0,0 0 0 0,1-2 0 0,12-1 0 0,8 3 0 16,7-2 0-16,6 1 0 0,2 0 323 0,2 1-222 0,8 1-101 0,-10 1 0 0,11 0 0 0,-4 0 0 15,-2 1 0-15,-6 5 0 0,2 1 0 0,-5 1 0 16,0 0-268-16,-4 1-23 0,1-3 166 0,-8-2-909 16,2-2 497-16,-2-2 238 0</inkml:trace>
  <inkml:trace contextRef="#ctx0" brushRef="#br0" timeOffset="23542.9">11052 8385 2949 0,'-14'-8'0'0,"5"1"0"0,0 0 0 0,4-2 0 0,3 5 0 0,2-3 0 0,0 2 0 0,14 4 0 0,9-1 0 0,7 2 0 0,0 0 170 0,2 8 287 16,2 7-209-16,5 8-141 0,-9-2-107 0,2 3 0 0,-2 3 0 15,-3-1 0-15,-5-1 0 16,-3 3 0-16,-4-6 0 0,-2 8 0 0,-8-6 0 16,-2 1 0-16,-3 0 0 0,0-3 0 0,-14 6 0 15,-2-4-31-15,-3 1-73 0,-2-3-772 0,-4 3 409 16,2-1 203-16,-9 5 118 0,4-1-670 0</inkml:trace>
  <inkml:trace contextRef="#ctx0" brushRef="#br0" timeOffset="23949.51">11135 9200 2890 0,'2'0'0'0,"0"0"0"0,0-6 0 0,-2-9 0 0,0-1 0 0,0-5 0 0,0 0 0 0,0 0 0 0,0-2 0 15,0 3 0-15,0-2 177 0,0 1 151 0,0 2-145 0,-6 3-61 0,-2 0 63 16,-1 1-139-16,-2 4-46 0,-3 1 0 0,-2 3 0 16,-3 4 0-16,-4 1 0 0,-1 2 0 0,-2 3 0 15,-4 12 0-15,0 6 0 0,-1 4 0 16,-2 6 0-16,4 1 0 0,5 0 0 16,7-1 0-16,2 2 0 0,6 1 0 0,2-3 0 15,7-1 0-15,0-1 0 0,2-4 0 0,12-2 0 16,1-7 0-16,7 2 0 0,3-8 0 0,3-6 0 15,2-4 0-15,0 0 0 0,2-6 0 0,-4-13 0 16,1-3 0-16,-4-2 0 0,0-5 0 0,-4 3 0 16,-7 1 0-16,0 1 0 0,-5 5 0 0,-2 2 0 15,-5 10 0-15,1-1 0 0,-1 5 0 0,-2 1 0 16,0 0 0-16,0 2 0 0,0 9 0 0,0 10 0 16,0 2 0-16,0 3 0 15,0 0 0-15,4 4 0 0,6-3 0 0,4-5 0 16,2 11 0-16,4-9 0 0,0-1 0 0,2 0 0 15,3-3 0-15,2-5 0 0,-1-1 0 0,4-3-112 16,0-1-2-16,2-4-1129 0,0-4 602 0</inkml:trace>
  <inkml:trace contextRef="#ctx0" brushRef="#br0" timeOffset="24075.95">11683 9313 3931 0,'2'-2'0'0,"2"1"0"0,-2-3 0 0,-2 1 0 0,0 1 0 0,0 1 0 0,0-2 0 0,0 1 0 0,0 1 0 0,0 1 0 0,0 0 0 16,0 0 0-16,0 0 0 0,4 6 0 0,1 5 0 0,1 6 0 0</inkml:trace>
  <inkml:trace contextRef="#ctx0" brushRef="#br0" timeOffset="30876.91">10040 13602 3836 0,'0'0'0'0,"0"0"0"0,0 0 0 0,0 0 0 0,0 0 0 0,3 0 0 0,8 2 0 0,1 0 0 0,1 1 0 0,4 0 0 0,-1 0 95 0,5 1-95 0,6-1 0 16,-2 0 0-16,-4-2 0 0,9 1 0 0,-9 0 0 15,4-2 0-15,-4 0 0 0,-2 0 0 16,-6 0 0-16,1 0 0 0,-4 0 0 16,1 0 0-16,-7 0 0 0,-2 0 0 0,0 0 0 15,0 0 0-15,-2 0-223 0,0 0-132 0,0 0 159 16,0 0-524-16,0 0 332 0,0 2 179 0,0 3-516 16,-6 5 344-16</inkml:trace>
  <inkml:trace contextRef="#ctx0" brushRef="#br0" timeOffset="31073.45">10194 13944 3611 0,'-14'15'0'0,"-2"-2"0"0,3-2 0 0,3-5 0 0,4 0 0 0,1-5 0 0,3-1 0 0,2 2 0 0,0 0 0 0,7-2 0 0,11 0 133 16,3 0-49-16,-1 0 19 0,6 0-103 0,-5 0 0 0,3 0 0 0,-3 0 0 15,0 0 0-15,-3 0 0 0,1 0 0 0,-3 0 0 16,0 0 0-16,-2 0 0 15,0 0 0-15,-1 0 0 0,1 0 0 0,-2 1-955 0,4 4 417 0,-2-4 254 16,6 1 124-16,0 1-321 16</inkml:trace>
  <inkml:trace contextRef="#ctx0" brushRef="#br0" timeOffset="31319.42">10945 13723 3344 0,'0'0'0'0,"0"0"0"0,0 0 0 0,0 0 0 0,0 0 0 0,0 0 0 0,-2 0 0 0,2 0 0 0,0 6 0 15,0 4 0-15,0 3 76 0,0 3-8 0,-2 2 375 0,-2 6-443 0,1 0 0 0,-5 1 0 16,1 3 0-16,-3 3 0 0,-1-3 0 0,-4 3 0 16,0 1 0-16,-2 0 0 0,-2 3 0 0,-2-6 0 15,1 3 0-15,0-4 0 0,0-4 0 0,1 0 0 16,5-10-296-16,-1 2 58 0,0-6-464 0,5-4 332 15,0-4 166-15,1-2 84 0,2 0-253 0,5-9 173 16,0-17 81-16</inkml:trace>
  <inkml:trace contextRef="#ctx0" brushRef="#br0" timeOffset="31607.44">10695 13348 3129 0,'2'-36'0'0,"4"4"0"0,1 5 0 16,-1 2 0-16,3-1 0 0,-2 7 0 0,5 2 0 0,-1 2 0 0,3 4 0 0,-2 1 0 0,6 2 110 0,-4 5 305 0,4 2-188 16,-2 1-177-16,1 0-50 0,0 11 0 0,0 7 0 15,-2 5 0-15,-2 5 0 0,-2 4 0 0,1 10 0 0,-3-7 0 16,0 12 0-16,-3-4 0 0,2 6 0 0,-1 0 0 16,1 0 0-16,-1 3 0 0,3-1 0 0,1-2 0 15,2-2 0-15,2-4 0 0,1-2 0 0,2-7 0 16,1 0 0-16,-3 0 0 0,5-4 0 0,-4-3 0 15,0 1 0-15,-4-6 0 0,4 0 0 0,-6-3 0 16,1 0 0-16,-1-2 0 16,-2-2 0-16,3 0 0 0,-1-2 0 0,0 2 0 15,2-3 0-15,4 2-420 0,2 2-166 0,2-2 265 16</inkml:trace>
  <inkml:trace contextRef="#ctx0" brushRef="#br0" timeOffset="31798.51">11877 14312 3931 0,'-4'0'0'0,"4"0"0"0,-3 0 0 0,3 0 0 0,0 0 0 0,0 0 0 0,0 0 0 0,0 0 0 0,0 0 0 0,0 0 0 0,0 0 0 0,0 0 0 0,3 0 0 0,-1 0 0 15,0 0 0-15,0 0 0 0,-2 0 0 0,2 0 0 0,-2 0 0 16,0 0 0-1,0 0-927-15,0 3 293 0</inkml:trace>
  <inkml:trace contextRef="#ctx0" brushRef="#br0" timeOffset="75611.7">17488 13652 1885 0,'-1'-1'0'0,"1"-2"0"0,0 2 0 15,0-1 0-15,0-2 0 0,0-2 0 0,0 1 0 0,0 0 0 0,1-1 0 0,1-1 0 0,0-3 152 0,2-1-58 0,-3-1-29 0,3 1 10 0,-2-4-77 16,2-2-1-16,-2-1 40 0,0-4-1 16,0 1-75-16,-2-4 47 0,0-3-9 15,0 1 7-15,0 1 0 0,0-4 30 0,-6 2 1 0,0 2 18 16,-3-2-66-16,0 6 35 0,-3 2 167 16,1 3-80-16,-3 2-42 0,0 4 8 0,-1 5 135 15,-2 2-84-15,0 3-43 0,-2 1 1 0,0 0 18 16,1 13-22-16,-5 6-11 0,2 3-32 15,1 6 6-15,-1 8-6 0,0 3 0 0,5 5 35 16,-1 4-55-16,4 4-19 0,-1 4 0 16,7 0 0-16,1 2 0 0,5-2 0 0,1 1 0 15,0-7 0-15,1-2 0 0,10-4 0 0,1-10 0 16,3 2 0-16,2-7 0 0,1-6 0 0,3-2 0 16,0-8 0-16,1-2 0 0,-1-5 0 0,0-6 0 15,1 0 0-15,-1 0 0 0,2-12 0 0,-7-6 0 16,1-6 0-16,-2-5 0 0,-3-4 0 0,-1-11 0 15,-2 3 0-15,-3 1 0 0,-2 0 0 16,-2 2 0-16,-2 5 0 0,0 13 0 16,0-2 0-16,0 8 0 0,-4 2 0 0,-1 4 0 15,2 6 0-15,1 0 0 0,0 0 0 0,0 2 0 16,2 0 0-16,0 15 0 0,0 6 0 0,2 2 0 16,8 0 0-16,1 4 0 0,2 0 0 0,2-1 0 15,0-1 0-15,2-4 0 0,2 0 0 0,-4-6 0 16,4 2 0-16,-1-2 0 15,0-3 0-15,-2-5 0 0,1 1 0 0,-2-7 0 0,1 2 0 0,-4-3 0 16,2 0 0-16,-1-3 0 16,-4-6 0-16,1-4-574 0,-1-5 117 0,-2-9 210 15,-1 1-520-15,-2-4 364 0,0 0 184 0,-2-2 82 16,-2 1-223-16,0 4 162 0,0 6 81 0,0-2 58 16,-9 6 22-16,4 4-9 0,0 4 9 0,-1 1 428 15,3 4-214-15,1 3-107 0,0-1-54 0,0 2 723 16,2 0-280-16,0 7-231 0,0 6 489 15,0 3-340-15,4-1-170 0,1 2-76 0,2 1 3 16,1 1-122-16,2 0-12 0,1 0-399 16,-2 0 151-16,4-5 152 0,-2 1 61 0,3-4-352 15,-1 1 211-15,0-5 107 0,2-1 8 0,0-6-784 16,2 0 408-16</inkml:trace>
  <inkml:trace contextRef="#ctx0" brushRef="#br0" timeOffset="75910.53">18053 13521 2792 0,'-5'-13'0'0,"3"7"0"0,-2 0 0 0,1 1 0 0,-1 4 0 0,2-2 0 0,0 3 0 0,0 0 0 0,0 3 0 0,0 11 0 0,-2 3 215 0,1 6 497 0,-1-1-500 0,-3 10-212 16,0 2 0-16,-2 2 0 0,0 7 0 0,-4-2 0 16,4-2 0-16,-6 13 0 0,-1-5 0 0,2 2 0 15,-2-2 0-15,2 3 0 0,-2 0 0 0,4-3 0 16,-4 0 0-16,5 0 0 0,2-5 0 0,1-9 0 15,0 4 0-15,5-4 0 16,-1-4 0-16,-1-1 0 0,3-9 0 0,-2 1 0 16,1-7 0-16,2-2 0 0,-1-3 0 0,0-3 0 15,0-1 0-15,0-2 0 0,-1 0 0 0,1-2 0 16,0 0 0-16,-1 0 0 0,1 0 0 0,0 0 0 16,0 0 0-16,0 0 0 0,2 0 0 0,-3 0-609 15,3 0 209-15,0 0 182 0,0-8 82 0,0-3-671 16,3-4 385-16</inkml:trace>
  <inkml:trace contextRef="#ctx0" brushRef="#br0" timeOffset="76422.03">18412 13452 3822 0,'-9'-7'0'0,"8"7"0"0,1 0 0 0,0 0 0 0,0-2 0 0,0 2 0 0,0-3 0 0,7-2 0 0,11-5 0 0,7 1 0 0,3-2 109 0,2 3-109 0,2 1 0 0,2 1 0 16,-1 2 0-16,1 3 0 0,3-1 0 0,-2 2 0 16,-1 0 0-16,-2 0 0 0,-2 0 0 15,-2 5 0-15,-8 1 0 0,1-1-642 0,-4 5 146 0,-6-1 243 16,-4 4 32-16,-3 2-582 0,-4 6 382 15</inkml:trace>
  <inkml:trace contextRef="#ctx0" brushRef="#br0" timeOffset="76612.22">18514 13696 3145 0,'-34'11'0'0,"6"2"0"0,7-1 0 0,2-3 0 0,10-5 0 0,3-1 0 0,6 1 0 0,0-3 0 0,8 4 0 0,18-5 0 0,4 0 404 16,6 0-187-16,7 0-90 0,-4 0-89 0,-3 0-38 0,6 0 0 0,-3 0 0 15,-2 0 0-15,-3 0 0 16,-4 0 0-16,-2 1 0 0,-9 5 0 0,2 2 0 16,-6-1 0-16,-6 1-551 0,-1-2 152 0,-2-2 76 15,-4 2-190-15,-2-1 243 0,0-5 115 0,0 0 59 16,-6 0-467-16</inkml:trace>
  <inkml:trace contextRef="#ctx0" brushRef="#br0" timeOffset="76832.4">18809 13179 3600 0,'0'-9'0'0,"-2"5"0"0,-4 3 0 0,-2 1 0 0,-1 0 0 0,0 5 0 0,-3 10 0 0,1 3 0 0,-4 9 0 16,2 3 0-16,-4 10 331 0,0 1-331 0,-2 4 0 0,1 2 0 0,-7 11 0 16,1 1 0-16,-1 0 0 0,-1 0 0 0,-3 1 0 15,6-9 0-15,-7 15 0 0,3-9 0 0,3-2 0 16,3-6 0-16,1 3 0 0,6-9 0 0,1 7 0 15,8-15-397-15,1-2-85 16,2-8 222-16,2-4 111 0,0-6-556 0,0-5 339 16,11-7 163-16,7-3-434 0</inkml:trace>
  <inkml:trace contextRef="#ctx0" brushRef="#br0" timeOffset="77136.23">18988 13626 3389 0,'0'2'0'0,"0"7"0"0,0 6 0 0,0 3 0 0,0-1 0 0,0 1 0 0,0 6 0 0,0-1 0 0,1 5 0 0,10 1 0 0,4-4 218 15,4 4-81-15,4-5 50 0,0-3-187 0,4-4 0 0,3-3 0 16,0-7 0-16,-5-2 0 0,8-5 0 0,-4 0 0 16,-3 0 0-16,-1-7 0 0,-3-7 0 15,-5-2 0-15,0-8 0 0,-6-3 0 0,-4-3 0 0,-5 0 0 16,0-4 0-16,-2 0 0 15,-4-7 0-15,-8 4 0 0,-6-1 0 0,0 8 0 16,-5 0 0-16,-3 5 0 0,-1 6 0 0,-3 8 0 16,-2 8 0-16,1 2 0 0,0 1 0 0,7 2 0 15,-3 14 0-15,2 2 0 0,6 3 0 0,6 4 0 16,1 0 0-16,7 3 0 0,3 3 0 0,2 1-304 16,0-2 63-16,7 0-782 0,12 1 492 0</inkml:trace>
  <inkml:trace contextRef="#ctx0" brushRef="#br0" timeOffset="77295.62">19767 13908 3931 0,'-4'0'0'0,"2"0"0"0,-6 0 0 0,-3 0 0 0,0 2 0 0,1 6 0 0,1 3 0 0,2 0 0 0,-1 2 0 0,2 4 0 0,-1 5 0 0,3 5 0 16,2 1 0-16,-1 5-402 0,-1 10-122 15</inkml:trace>
  <inkml:trace contextRef="#ctx0" brushRef="#br0" timeOffset="77949.53">20544 13493 1827 0,'-13'-21'0'0,"5"10"0"15,3 0 0-15,-1-6 0 0,3-4 0 0,-1 2 0 0,4-1 0 0,0-1 0 0,0 1 0 0,0 0 0 0,0-2 111 0,0 0-42 0,0 2 19 0,0 2-26 0,0 6 0 0,0-3 23 16,-4 8-15-16,-1-1-9 0,-7 5-24 0,-3 1 53 15,-7 2-27-15,-3 13 1 16,-5 14-18-16,-7 8 144 0,-4 12-76 0,4 0-39 0,1 6 1 16,3 4 187-16,8-5-103 0,2 16-66 15,7-18 130-15,7 6-224 0,5-7 0 0,4-9 0 16,2-1 0-16,13-5 0 0,6-8 0 0,5-4 0 16,2-6 0-16,2-7 0 0,4-6 0 0,0-3 0 15,0 0 0-15,-1-12 0 0,1-15 0 0,-8 3 0 16,4-15 0-16,-5-1 0 0,-5-5 0 0,-1-2 0 15,-3 2 0-15,-5 10 0 16,-6-3 0-16,-1 8 0 0,-4 9 0 0,0 0 0 16,0 10 0-16,0 2 0 0,-4 5 0 0,-3 2 0 15,-2 2 0-15,-1 8 0 0,1 8 0 0,3 3 0 16,-2 9 0-16,4 4 0 0,4 2 0 0,0 1 0 16,0 2 0-16,0-2 0 0,9-3 0 0,3-2 0 15,4 1 0-15,0-7 0 0,1-2 0 0,-2-3 0 16,2-2 0-16,0-2-414 0,0-2 44 0,-1-6 166 15,2-1 84-15,0-3-310 16,-1-3 201-16,4 0 96 0,-1-10-521 0,-1-11 309 16</inkml:trace>
  <inkml:trace contextRef="#ctx0" brushRef="#br0" timeOffset="78281.4">20852 13606 2424 0,'0'-19'0'0,"-2"8"0"0,-3 1 0 0,1 3 0 0,1 1 0 0,1 4 0 0,2 1 0 0,0-2 0 0,3 3 0 0,14 0 0 0,7 0 424 0,3 0-193 0,1 4-97 15,6 0 101-15,1-2-99 0,1 0-40 16,-1 0-34-16,2 0 39 0,-5 0-32 0,-10-1-50 16,0 3-19-16,-9-2 0 0,-1 3 0 0,-7 0 0 15,-3 4 0-15,-2 2 0 0,-12 6 0 0,-11-1 0 16,-6 6 0-16,-6 4 0 0,1-2 0 0,2 1 0 16,-1 1 0-16,4-2 0 0,-6 7 0 15,10-10 0-15,2 4 0 0,6-6 0 0,3-1 0 0,6-4 0 16,0 1 0-16,4-6 0 0,4 5 0 15,0-5 0-15,4 0 0 0,8 1 0 16,4-3 0-16,3 1 0 0,4-1 0 0,2-4 0 16,-7 2 0-16,10-4 0 0,-7 1 0 0,1-2 0 15,6 0 0-15,-5 0 0 0,-2 0 0 0,1 0 0 16,-1 0 0-16,-2 0 0 0,-1-2 0 0,0 2 0 16,-6-1-102-16,0 1-417 0,-1-2 241 0,-4-1 120 15,0 2 60-15,-3-4-719 0,-3-7 380 0</inkml:trace>
  <inkml:trace contextRef="#ctx0" brushRef="#br0" timeOffset="78436.78">20953 13743 2616 0,'-33'0'0'0,"1"0"0"0,3 0 0 0,9 0 0 0,7 0 0 0,4 0 0 0,3 0 0 0,4 0 0 0,2 2 0 0,4 5 0 0,12 0 555 0,7 5-259 0,0 1-130 15,2-2 132-15,0 3-298 0,3-1 0 0,0-1 0 16,3 0-104-16,-1-1-115 0,0-3 128 15,0 0-351-15,0-5 249 0,0-3 111 16,-2 0 59-16</inkml:trace>
  <inkml:trace contextRef="#ctx0" brushRef="#br0" timeOffset="78633.25">21496 13375 3931 0,'-9'-6'0'0,"6"5"0"0,3 1 0 0,0 0 0 0,0 0 0 0,0 0 0 0,9 0 0 0,9 0 0 0,5 0 0 0,7 0 0 16,2 0 0-16,3 0 0 0,11 1 0 0,-3-1 0 0,2 0 0 15,-2 0 0-15,-7 2 0 0,4-2 0 0,-7 4 0 16,-4 0-65-16,-7 1-37 0,-1 1-807 0,-7 4 341 16,-4 0 270-16,-8 4-551 0</inkml:trace>
  <inkml:trace contextRef="#ctx0" brushRef="#br0" timeOffset="78820.39">21592 13652 3492 0,'-45'6'0'0,"9"2"0"0,-1 1 0 0,5-4 0 0,15-2 0 0,4 1 0 0,5-4 0 0,7 0 0 0,1 1 0 0,14 1 0 0,14-2 155 0,13 0 129 0,1 0-284 0,-3 0 0 16,16 0 0-16,-4 0 0 0,6 0 0 0,-5 0 0 15,1 0 0-15,-13 0 0 0,6 0 0 0,-9 0-17 16,-3 0-296-16,-9 0 176 0,-2 0 87 0,-11 0-847 15,-1 0 435-15,-4 0 212 16,-6 0 107-16,-1 0-458 0,0-3 281 0</inkml:trace>
  <inkml:trace contextRef="#ctx0" brushRef="#br0" timeOffset="79023.58">21973 13144 3173 0,'0'-10'0'0,"0"8"0"0,0 0 0 0,0 2 0 0,0 2 0 0,0 13 0 0,-9 10 0 0,-2 3 0 0,-1 7 0 0,-6 10 0 0,-3 4 129 16,-6 12 276-16,-3-3-184 0,-3 4-218 0,-3 2-3 16,-3 2 0-16,0-3 0 0,1 2 0 0,2-6 0 15,2-2 0-15,10-11 0 0,4 3 0 0,4-6 0 16,9-7 0-16,1-2 0 0,6-4-703 0,0-9 237 16,2-6 230-16,13-5 20 0,11-9-265 0,12-1 222 15,2-18 101-15</inkml:trace>
  <inkml:trace contextRef="#ctx0" brushRef="#br0" timeOffset="79314.31">22332 13566 3142 0,'7'-7'0'0,"-2"5"0"0,-3 0 0 0,-2 2 0 0,-10 11 0 0,-3 10 0 0,-1 5 0 0,3 6 0 0,0 0 0 0,3 4 0 0,6 2 609 0,2-1-429 0,0-3-180 0,12-3 0 15,6-2 0-15,7-7 0 16,3-3 0-16,4-6 0 0,2-5 0 0,1-6 0 0,2-2 0 15,-1-2 0-15,-3-13 0 0,5-12 0 16,-8 1 0-16,-2-4 0 0,-7 0 0 0,1-12 0 16,-7 3 0-16,-6-2 0 0,-3-2 0 0,-4-4 0 15,-2 6 0-15,-2-11 0 0,-11 12 0 0,-8 4 0 16,-2 10 0-16,-7 1 0 0,-3 9 0 0,-10 2 0 16,0 12 0-16,-3 2 0 0,3 0 0 0,0 12 0 15,11 3 0-15,0 6 0 0,5 4 0 0,9 3 0 16,6 4 0-16,5 4 0 0,5 0-169 0,2 7-294 15,0-3 198-15,11 0-896 16,3-12 562-16</inkml:trace>
  <inkml:trace contextRef="#ctx0" brushRef="#br0" timeOffset="79455.25">23086 14022 376 0,'-2'-3'0'0,"2"3"0"0,-5 0 0 0,-9 0 1278 0,-5 6-639 0,2 6-320 0,0 2-767 0,1 5 205 0</inkml:trace>
  <inkml:trace contextRef="#ctx0" brushRef="#br0" timeOffset="80804.33">25037 13457 1525 0,'0'0'0'0,"0"0"0"0,-2 0 0 0,2 0 0 0,0 0 0 0,0 0 0 0,0-7 0 0,0-3 0 0,2-3 0 0,3-2 0 0,3-4 155 16,0 1-59-16,-3-5 113 0,1 0-76 0,-3-3-53 15,-1 2 1-15,0 5 70 0,-2-3-56 0,0-1-29 16,0 4 10-16,-7-1 40 0,-2-1-39 0,-1 2 0 16,-1 2-4-16,0-1-26 0,-1 2-10 0,-1 2 1 15,-2 2 43-15,2 3 0 0,-4 2-43 0,0 4 141 16,-2 3-75-16,-6 0-34 15,0 10 1-15,-7 15 104 0,0 4-175 0,-2 9 0 16,-2 5 0-16,0 12 0 16,8-12 0-16,-4 17 0 0,9-12 0 0,2 7 0 0,2 0 0 0,6-1 0 15,3-2 0-15,4-1 0 0,6-4 0 0,0-9 0 16,0 1 0-16,4-7 0 0,10-3 0 16,0-9 0-16,2-5 0 0,4-2 0 0,1-6 0 0,2-7 0 15,3 0 0-15,-2-2 0 0,2-12 0 0,-2-9 0 16,5-9 0-16,-3-1 0 0,-1-8 0 0,0-1 0 15,0-5 0-15,0-4 0 16,1-1 0-16,-4 1 0 0,-1 2 0 0,-7 15 0 16,-2 0 0-16,-4 14 0 0,-4-1 0 0,-2 10 0 15,-2 2 0-15,0 5 0 0,0 4 0 0,-6 0 0 16,-5 9 0-16,-2 13 0 0,-1 7 0 0,5 3 0 16,1 0 0-16,2 3 0 0,5 10 0 15,1-1 0-15,0-2 0 0,6-3 0 0,3-8 0 0,6 3 0 16,2-4 0-16,2-3 0 0,-2-8 0 15,0-3 0-15,-1-5 0 0,2-3 0 16,-4-4 0-16,0-4 0 0,-1 0 0 0,-1-3 0 16,0-13 0-16,-3-4 0 0,0-5 0 0,-2-3 0 15,0-1 0-15,-1 1 0 0,-1-2 0 0,1 6 0 16,2-6 0-16,-3 9 0 0,2-1 0 0,3 2 0 16,0 5 0-16,-3 7 0 0,6-4 0 0,0 8 0 15,2 3 0-15,2 1 0 0,1 0 0 0,2 7 0 16,-1 10 0-16,-1 5 0 15,-2 1 0-15,-4 5 0 0,-4 2 0 0,0 2 0 16,-6 0 0-16,-2-1 0 0,0 2 0 0,-12-1 0 16,-5-2 0-16,-2-2 0 0,-2-4 0 0,-1-1 0 15,0-6 0-15,-1-2 0 0,5-6 0 0,-5-2 0 16,2 2 0-16,3-8 0 0,2 1 0 0,5-2 0 16,4 0 0-16,0 0 0 0,6 0 0 0,1-2 0 15,0-8 0-15,16-1 0 0,4-1-414 16,6-4-194-16,4 0 285 0,6-5 143 15,2 1-676-15,-1-6 409 0,-4 4 195 0</inkml:trace>
  <inkml:trace contextRef="#ctx0" brushRef="#br0" timeOffset="80987.39">25604 13643 2269 0,'17'-24'0'0,"-6"7"0"0,-3 0 0 0,-4 4 0 0,-4 0 0 0,0 5 0 0,-2 1 0 0,-10 3 0 0,-1 2 0 0,-4 2 0 16,3 2 396-16,-7 11-169 0,4 8 595 15,0 3-605-15,2 4-217 0,2 6 0 0,5 0 0 0,6 1 0 0,2 1 0 16,0 0 0-16,8-3 0 15,7-2 0-15,4-3 0 0,2-2 0 0,1-5 0 16,0-2 0-16,1-4 0 0,2-3 0 0,-1-6 0 16,-4-2 0-16,8-4 0 0,-3 0 0 0,2 0-36 15,-1-1-61-15,2-14-746 0,-1 1 394 0,2-6 210 16,7-8-613-16</inkml:trace>
  <inkml:trace contextRef="#ctx0" brushRef="#br0" timeOffset="81169.89">26138 13365 3931 0,'-12'-3'0'0,"4"0"0"0,1 2 0 0,0-1 0 0,3 0 0 0,0 2 0 0,4-2 0 0,0 1 0 16,8-2 0-16,10 3 0 0,9 0 0 0,-1 0 0 0,0 0 0 0,4 0 0 0,0 0 0 0,3 0 0 16,-1 0 0-16,-2 0 0 0,0 4 0 15,-2 0 0-15,-6-1 0 0,1 3 0 16,-2 0-727-16,-3 2 256 0,-4-1 106 0,-5 2-647 15</inkml:trace>
  <inkml:trace contextRef="#ctx0" brushRef="#br0" timeOffset="81337.34">26276 13583 3776 0,'-20'8'0'0,"-1"3"0"0,8-4 0 0,4-1 0 0,1-2 0 0,6 2 0 0,2-1 0 0,0 2 0 0,10-1 0 0,8 2 0 0,9-2 155 0,-2-1-155 0,5-1 0 15,3 0 0-15,-2-4 0 0,4 2 0 0,-1-2 0 16,0 0-157-16,-1 0 44 0,0 0 75 0,0-2-768 16,1-2 432-16,-2-4 121 0,1-2-597 0,-1-1 406 0</inkml:trace>
  <inkml:trace contextRef="#ctx0" brushRef="#br0" timeOffset="81641.56">26904 13469 3294 0,'4'-14'0'0,"-3"7"0"0,-1-1 0 0,0 3 0 0,0 0 0 0,0 4 0 0,-1-1 0 0,-5 2 0 0,0 0 0 0,4 13 0 0,0 6 139 0,2 2 257 0,0 7-294 0,0 2-102 16,2 2 0-16,12 2 0 0,2-4 0 0,4-2 0 16,8-2 0-16,2-6 0 0,4-5 0 0,1-3 0 15,1-6 0-15,3-6 0 0,-1 0 0 0,5-6 0 16,-13-7 0-16,4-6 0 0,-6-1 0 0,-2-5 0 16,-6-1 0-16,-2-4 0 0,-6 0 0 0,-3-4 0 15,-4-2 0-15,-3-7 0 0,-2 4 0 16,0-2 0-16,-9 9 0 0,-9-3 0 15,-1 8 0-15,-10 6 0 0,-9 4 0 0,-3 11 0 16,-4 6 0-16,-3 0 0 0,13 6 0 0,-4 11 0 16,6 2 0-16,2 3 0 0,9 2 0 0,1 1 0 15,8 3 0-15,3 2 0 0,4-2 0 0,3 3 0 16,3-1 0-16,0-1 0 0,0-4 0 0,0 5 0 16,3-6 0-16,1-1-413 0,2 3-167 0,-3-1 271 15</inkml:trace>
  <inkml:trace contextRef="#ctx0" brushRef="#br0" timeOffset="93413.53">20208 14852 2189 0,'7'-20'0'0,"-2"2"0"0,2-7 0 0,-3 4 0 0,-3-3 0 0,1 3 0 0,-2 0 0 0,0 5 0 0,0-1 0 0,-11 3 0 0,-2 3 126 0,-2 1-43 0,-4 5 209 16,-6 2-132-16,3 3-61 0,-4 0-31 0,-4 0 129 16,0 13-79-16,-2 3-31 0,-5 7 146 0,5 3-97 15,2 4-49-15,1 2-31 16,10-2-56-16,2 0 0 0,6 2 0 0,7-4 0 15,4 1 0-15,0-3 0 0,6-1 0 0,13-2 0 16,7 0 0-16,4-6 0 0,10 2 0 0,-8-8 0 16,5 1 0-16,-3-1 0 0,-4-2 0 15,-9 1 0-15,0-2 0 0,-5 6 0 0,-5 0 0 0,-5 3 0 16,-2 4 0-16,-4 8 0 0,0 3 0 0,0 8 0 16,-7-9 0-16,-2 11 0 0,0 6 0 0,2 1 0 15,3-1 0-15,0 4 0 16,4-1 0-16,0 1 0 0,0 0 0 0,8-1 0 0,5 2 0 15,2 1 0-15,2 0 0 0,0 2 0 16,1 7 0-16,-2-6 0 0,-4 3 0 0,-3-8 0 16,-4 6 0-16,-1 0 0 0,-2 11 0 0,-2-17 0 15,0 15 0-15,-4-4 0 0,-3-1 0 0,-2-8 0 16,2 4 0-16,0-2 0 0,1-3 0 0,2-5 0 16,2 2 0-16,2-7 0 15,0 9 0-15,0-6 0 0,0-4 0 0,5-7 0 16,4 0 0-16,-2-7 0 0,4 6 0 0</inkml:trace>
  <inkml:trace contextRef="#ctx0" brushRef="#br0" timeOffset="95060.46">21043 14227 2273 0,'0'-1'0'0,"-1"-1"0"16,1-1 0-16,0 3 0 0,0 0 0 0,0 0 0 0,1 9 0 0,5 5 0 0,2 7 0 0,-4 0 0 0,1 7 67 0,-1 3-1 0,0 3 107 0,-1 8-68 0,-1-8-24 15,1 12 129-15,0-4-86 16,-1 1-43-16,2-3 0 0,-2 3 48 0,0-5-36 15,-1 6-9-15,1-9-47 0,0 2 116 0,-2-4-58 16,0-1-29-16,0-5-53 0,0 3-13 0,0-12 0 16,0 1 0-16,0-8 0 0,0 1 0 0,0-6 0 15,0-2 0-15,0-3 0 0,0-1 0 16,0 0 0-16,0 0 0 0,2-14 0 0,3-6 0 0,5 0 0 16,3-5 0-16,3 1 0 15,2-3 0-15,-1 9 0 0,8-9 0 0,-3 9 0 16,4 3 0-16,-1 1 0 0,-4 9 0 0,0 2 0 15,0 0 0-15,-1 3 0 0,-4 0 0 0,-2 6 0 16,-3 7 0-16,-2 1 0 0,-6 6 0 0,-1 0 0 16,-2 1 0-16,0 2 0 0,-4-3 0 0,-6-1 0 15,-8 2 0-15,4-3 0 0,-6-1 0 0,4-5 0 16,-5-1 0-16,2-3 0 0,-1-3 0 0,1-3 0 16,1-2 0-16,0 0 0 0,4 0 0 15,-2-2 0-15,5-8 0 0,3-3 0 16,4-3 0-16,3-1 0 0,1 0 0 0,0-2 0 15,10 1-408-15,2 4-100 0,8 1 235 0,0-2-717 16</inkml:trace>
  <inkml:trace contextRef="#ctx0" brushRef="#br0" timeOffset="95339.48">21547 14614 3603 0,'-6'-6'0'0,"4"5"0"0,0 1 0 0,2 0 0 0,0 0 0 15,0 0 0-15,0 0 0 0,0 0 0 0,2 0 0 0,10 9 0 0,-1 2 328 0,3 2-328 0,-3 1 0 0,1 1 0 0,2 2 0 16,-3-1 0-16,-2 1 0 0,1 1 0 0,-3 0 0 15,-1-1 0-15,-1-3 0 0,-1 2 0 0,-1-3 0 16,-1-3-399-16,-1-3-52 0,1 0 222 0,-2-3 18 16,2-2-250-16,0-2 212 0,0 0 97 0</inkml:trace>
  <inkml:trace contextRef="#ctx0" brushRef="#br0" timeOffset="95605.85">21829 14547 3586 0,'2'-4'0'0,"-2"4"0"0,0 0 0 0,0 0 0 0,0 0 0 0,0 2 0 0,-6 9 0 0,0 1 0 0,-1 2 0 0,-2 8 0 0,0 0 245 0,-5 6-145 0,1 0-100 0,-1 4 0 15,2 2 0-15,-4 1 0 0,2 1 0 0,-2 0 0 16,3-1 0-16,2 1 0 0,-2-2 0 0,0-2 0 16,1-1 0-16,1 0 0 15,0-3 0-15,-1-1 0 0,3-2 0 16,0 0 0-16,2-7 0 0,-3 0 0 0,6-5 0 0,-1-1 0 15,1-2 0-15,0-2 0 0,3-5 0 0,-1 1 0 16,2-4 0-16,-3 2 0 0,3-2 0 0,-2 0-39 16,0 0-41-16,-1 0-332 0,1 0 178 0,-2 0 104 15,1 0-659-15,-3 0 377 0,1 0 187 16</inkml:trace>
  <inkml:trace contextRef="#ctx0" brushRef="#br0" timeOffset="95960.98">20854 15369 3144 0,'-23'-3'0'0,"3"3"0"0,1 0 0 0,4 0 0 0,3 0 0 0,9 0 0 0,-1 0 0 0,4 0 0 0,0 3 0 0,9 0 0 0,14-3 611 0,5 0-435 0,4 0-176 15,7 0 0-15,3 0 0 0,3 0 0 0,1 0 0 0,4 0 0 16,3 0 0-16,1 0 0 0,5 0 0 0,-4 0 0 16,12 0 0-16,-14 0 0 0,16 0 0 0,-7-3 0 15,-10 0 0-15,6 2 0 0,0-1 0 16,-3 0 0-16,-5 1 0 0,-2-3 0 0,-6-1 0 0,-8 0 0 16,1 0 0-16,-13 1 0 15,-1-1 0-15,-9 1 0 0,-2 2 0 0,-4-3 0 16,-4 4 0-16,-2 0 0 0,0-3 0 0,-4 0 0 15,-10-2 0-15,2 5 0 0,-6-3 0 0,0 2 0 16,-3-1-52-16,-4 2-840 0,-3 1 428 0,1 0 213 16,-3 7 107-16,-3 11-677 0</inkml:trace>
  <inkml:trace contextRef="#ctx0" brushRef="#br0" timeOffset="96548.8">21395 15704 2143 0,'0'0'0'0,"0"0"0"0,0-3 0 0,0-3 0 0,0 1 0 0,0-4 0 0,2 1 0 0,0-1 0 0,0-5 0 0,-2 3 0 0,0 2 90 0,0-2-17 0,0-1 83 16,0-1-59-16,-4 2-31 0,-3 0 1 0,-3-1 121 16,-1 1-67-16,-1 0-46 0,-1 2 157 0,-1-1-97 15,-2 3-49-15,0 3-25 0,-2 0 166 0,1 2-113 16,-1 2-114-16,-5 0 0 0,2 11 0 0,-1 7 0 16,-2 6 0-16,-5 5 0 0,7 3 0 0,0 6 0 15,3-4 0-15,3 0 0 16,3 4 0-16,4-1 0 0,4-1 0 0,5-1 0 15,0-1 0-15,0-3 0 0,0-6 0 0,7 5 0 16,2-9 0-16,4-1 0 0,1-4 0 0,2-2 0 16,0-5 0-16,3-4 0 0,-1-3 0 0,1-2 0 15,1 0 0-15,3-3 0 0,0-13 0 0,-1-6 0 16,0-3 0-16,1-3 0 0,-2-2 0 0,-1-2 0 16,-1 0 0-16,-1 2 0 0,-6 2 0 0,-4 10 0 15,0-3 0-15,-3 3 0 16,-3 9 0-16,0 2 0 0,-2 2 0 0,0 3 0 15,0-1 0-15,0 3 0 0,0 0 0 0,0 6 0 16,0 8 0-16,-2 4 0 0,2 3 0 0,0 1 0 16,0 7 0-16,2-3 0 0,7-1 0 0,3 1 0 15,-1-4 0-15,2-4 0 0,0 0 0 0,2-2 0 16,-1-1 0-16,0-5 0 0,0-1 0 0,-5-3 0 16,2-3 0-16,-1 1 0 0,-3-4 0 0,0 0 0 15,1 0 0-15,0 0 0 16,-3 0-259-16,1-2-219 0,-1-5 220 0,1-6-705 15,1-2 463-15</inkml:trace>
  <inkml:trace contextRef="#ctx0" brushRef="#br0" timeOffset="96696.86">21668 15781 3458 0,'-3'-2'0'0,"1"-1"0"0,-1 2 0 0,3-2 0 0,-2 3 0 0,2 0 0 0,0 0 0 16,2 0 0-16,6 4 0 0,1 6 0 0,2 1 194 0,1 1-84 0,-1 3-36 0,-2-1-170 0,1 2 66 15,-1-2 34-15,0 1 9 0,0-1-624 0,1-4 324 16,-3-1 162-16,4-3-759 0,-1-3 442 0</inkml:trace>
  <inkml:trace contextRef="#ctx0" brushRef="#br0" timeOffset="96917.08">21934 15672 3745 0,'2'-10'0'0,"-1"4"0"0,-1 0 0 0,0 3 0 16,0 1 0-16,0 0 0 0,0 2 0 0,0 0 0 0,0 12 0 0,0 8 0 0,-7 6 186 0,0 4-186 0,-5 11 0 0,-1-1 0 0,-1 5 0 0,-4 2 0 16,1 3 0-16,3-2 0 0,-4 2 0 0,2-2 0 15,0-8 0-15,0 4 0 0,2-10 0 0,1-1 0 16,1-4 0-16,2-3 0 0,1-7 0 16,3-2 0-16,2-7 0 0,1 0 0 15,0-4-38-15,3-2-356 0,0-3 169 0,0-1 99 16,0 0-350-16,0 0 219 0,0-1 110 0</inkml:trace>
  <inkml:trace contextRef="#ctx0" brushRef="#br0" timeOffset="97328.9">22601 15177 2969 0,'-16'-17'0'0,"6"11"0"0,6 3 0 0,4 3 0 0,0 0 5 0,0 0 4 0,0 0-2 0,0 0-2 0,7 0 0 0,9 0-2 16,6 0 182-16,2 0-69 0,3 3 48 0,1 2-61 0,0 0-32 0,-3 0-365 15,8 5 160-15,-6-2 85 0,-4 0 43 0,-2 1-697 0,-1-1 360 16,-4 3 185-16,-2 0-376 0,-5 4 218 16</inkml:trace>
  <inkml:trace contextRef="#ctx0" brushRef="#br0" timeOffset="97486.86">22649 15555 2629 0,'-14'4'0'0,"1"5"0"0,5-2 0 0,4-3 0 0,0 0 0 0,4-3 0 0,0 2 0 0,10-1 0 0,12-1 0 0,5-1 0 0,5 0 187 0,3 0 117 0,3 0-139 0,2 0-64 16,-1 0-32-16,-2 0-479 0,2 0 224 0,2 0 120 15,-6 0-682-15,-3 0 384 0,0-1 192 16,-4-1 97-16</inkml:trace>
  <inkml:trace contextRef="#ctx0" brushRef="#br0" timeOffset="97722.5">23315 15349 3536 0,'-2'-6'0'0,"0"2"0"0,2 1 0 0,0-3 0 0,2 0 0 0,12 1 0 0,12 1 0 0,13 0 0 0,2 0 0 0,7 1 0 0,19 0 300 0,-10 2-205 16,19-1-95-16,-5-1 0 0,3 2 0 0,-3 1 0 15,0 0 0-15,-11-2 0 0,14 2 0 0,-12 0 0 16,-12 0 0-16,3 0 0 0,-14-2 0 0,1 2 0 15,-14-2-249-15,-2 0 116 0,-6 0 79 0,-7 1-679 16,-8-1 339-16,-2 0 183 0,-1-6-286 0,-4 1 231 16,-11-2 114-16,-4-5 58 0,1-1-319 0,-7-6 193 15</inkml:trace>
  <inkml:trace contextRef="#ctx0" brushRef="#br0" timeOffset="98130.73">23667 14136 2340 0,'-13'-16'0'0,"4"16"0"0,3 0 0 0,2 6 0 0,1 7 0 0,3 6 0 0,0 5 0 0,0 7 0 0,0 4 0 0,6 10 0 0,3 4 140 0,-2 2-52 0,3 1 82 0,-4-1-67 15,-2-8-23-15,-1 8 0 0,-1-14 0 0,-2 2-43 16,0-5 1-16,0-1 42 0,0-11 10 0,-5 0-53 15,-4-6 0-15,4-5 151 0,-1-4-75 0,1-3-39 16,0-4 82-16,-1 0-156 0,1-5 0 16,5-11 0-16,0-6 0 0,5 1 0 0,8 1 0 0,6-4 0 15,3 4 0-15,2 2 0 0,3 3 0 16,-1 5 0-16,-6 5 0 0,5 3 0 0,0 2 0 0,-5 0 0 16,-1 0 0-16,-4 11 0 15,-2 6 0-15,-3 2 0 0,-6 1 0 0,-2 5 0 16,-2 0 0-16,0-2 0 0,-12 2 0 0,-5-1 0 15,-4-2 0-15,-2-2 0 0,0-2 0 0,-2-7 0 16,2-1 0-16,-7-1 0 0,4-5 0 0,6 0 0 16,-1-4 0-16,2 0 0 0,4 0 0 0,6 0 0 15,-1-4 0-15,8-9 0 0,2-8-76 0,2-4-349 16,14-10 199-16,5 2-756 16,4-3 472-16,1 2 236 0,-3 8 119 0</inkml:trace>
  <inkml:trace contextRef="#ctx0" brushRef="#br0" timeOffset="98412.49">23950 14527 2795 0,'11'-5'0'15,"-1"1"0"-15,1 1 0 0,-2 1 0 0,0 0 0 0,1 0 0 0,-1 0 0 0,4 0 0 0,2 0 0 0,2 2 0 0,0 0 352 0,2 0-157 0,1 0 91 0,4 4-124 16,0 5-62-16,-6-1-59 0,1 4-41 0,-5 0 0 0,0 3 0 16,-8 3 0-16,-6 2 0 0,0 2 0 15,0 3 0-15,-15 5 0 0,-6-1 0 0,-2-2 0 16,-3-1 0-16,4 0 0 15,-1-1 0-15,8-5 0 0,-2-4 0 0,5 1 0 0,7-8 0 0,0 4 0 16,3-5 0-16,2 2 0 16,0-3 0-16,5-2 0 0,11 0 0 0,2 0 0 0,6-5 0 0,3 0 0 15,-1 0 0-15,3 0 0 0,-3-6 0 16,-4 1 0-16,1-5 0 0,-2 5 0 16,-5-4-92-16,-4 6-331 0,-3-3 192 0,-4 3 88 15,-3-3-616-15,-2-1 361 0,0-1 181 0,-3-2 89 16,-17 0-267-16,2-8 170 0</inkml:trace>
  <inkml:trace contextRef="#ctx0" brushRef="#br0" timeOffset="98557.51">24109 14702 2864 0,'-19'-5'0'0,"8"2"0"0,-3 2 0 0,7 1 0 0,2 0 0 0,1-2 0 0,4 2 0 0,0 0 0 0,4 0 0 0,9 0 0 0,7 0 169 0,3 2-67 0,-3 2-22 0,10 1 90 15,-5 2-67-15,-2-1-32 0,0 2-430 0,-3 2 198 16,-3 1 109-16,-3 2 39 0,-2 0-706 0,-4 3 379 15,-5 0 126-15,-3 1 115 0,0-2-722 0</inkml:trace>
  <inkml:trace contextRef="#ctx0" brushRef="#br0" timeOffset="99061.16">23846 15639 1843 0,'-2'-5'0'0,"0"1"0"0,2-3 0 0,-2-4 0 0,1-1 0 0,1 1 0 0,0-4 0 0,0-4 0 0,0 1 0 0,0 0 0 0,0-2 88 0,0 2-26 16,0 0 136-16,-6 1-81 0,-1 2-30 0,-1 2-9 0,-3 3 120 15,-2 3-80-15,-3 6-40 0,-3 1 167 16,-1 0-94-16,-6 8-62 0,1 13-25 0,-1 6 174 15,-3 5-100-15,8 3-51 0,0-3-35 0,3 13-52 16,6-6 0-16,2 3 0 0,7-1 0 0,3-5 0 16,0 1 0-16,0-1 0 0,5-4 0 0,8-6 0 15,3-2 0-15,-2-8 0 16,5-3 0-16,1-6 0 0,1-2 0 0,0-5 0 0,4 0 0 16,-5-12 0-16,1-8 0 0,0-3 0 15,-4-4 0-15,1-5 0 0,-3 3 0 0,-1-3 0 16,-3-1 0-16,-2 2 0 0,-1 2 0 0,-6 11 0 15,1-3 0-15,-1 8 0 0,-2 4 0 0,0 0 0 16,0 6 0-16,0 2 0 0,-2 1 0 0,-5 0 0 16,-1 14 0-16,2 7 0 0,1 2 0 0,3 2 0 15,2 2 0-15,0 0 0 0,0 5 0 0,0-2 0 16,4-3 0-16,3 0 0 0,5-5 0 16,-3-5 0-16,2 2 0 0,1-4 0 15,-1-2 0-15,-2-6 0 0,1-2 0 0,-1-1 0 16,0-4 0-16,3 0-708 0,-3 0 269 0,0-3 200 15,3-6-615-15,3-4 398 0,0-6 214 0,-2-3 102 16</inkml:trace>
  <inkml:trace contextRef="#ctx0" brushRef="#br0" timeOffset="99331.9">24088 15679 3181 0,'0'-7'0'0,"-2"1"0"0,1 2 0 0,-1 0 0 0,2 2-1 0,0 1 0 0,0-4 1 16,3 2 0-16,11 1-1 0,2 2 1 0,7 0 141 0,-3 0-43 0,9 0 70 0,-8 2-65 0,0 6-33 0,-1 1-41 15,-3 2 8-15,-6 4 10 0,-3 0-9 0,-7 5-45 16,-1 4 36-16,0-1-29 0,-15 5 0 0,-3-1 0 16,-5 2 0-16,1-3 0 0,-3-1 0 15,5-1 0-15,-1-1 0 0,7-9 0 0,3 2 0 16,4-3 0-16,3-3 0 0,3 0 0 0,1-1 0 16,0-1 0-16,7-3 0 0,14-1 0 15,1-2 0-15,8-2 0 0,2 0 0 0,0-2 0 16,1-7 0-16,0 1 0 0,-6 1 0 0,2 1 0 15,-10 2 0-15,2 1 0 0,-5 1-258 0,-6 0-129 16,-1 1 175-16,-3-1-271 0,-4 0 213 0,-2 2 122 16,0-3 55-16</inkml:trace>
  <inkml:trace contextRef="#ctx0" brushRef="#br0" timeOffset="99484.32">24111 15863 3528 0,'-17'-7'0'0,"4"3"0"0,4 0 0 0,1 0 0 0,6 2 0 0,2-2 0 0,8 0 0 0,18 3 0 0,12-1 0 0,1 0 0 0,4 0 403 0,4 2-403 16,-6 0 0-16,12 0 0 0,-11 0 0 0,1 6 0 0,-8-1 0 0,3 3-218 15,-3 2-193-15,-1 1 220 0,-4 2-573 16</inkml:trace>
  <inkml:trace contextRef="#ctx0" brushRef="#br0" timeOffset="101294.39">21284 16520 1823 0,'0'-6'0'0,"-2"3"0"0,2 1 0 0,0 0 0 0,0 2 0 0,0 0 0 0,0 6 0 0,4 13 0 0,3 7 0 0,3 11 0 0,-4 4 68 16,1 9 228-16,-2 4-131 0,2 7-54 0,-2 10-42 15,1-6 165-15,1 6-99 0,-2 0-49 0,1-3-4 16,0-7-36-16,0-2-10 0,-1-2 14 0,1-8-34 15,-3-13 36-15,1-1-1 0,1-10 9 0,-4-3 31 16,1-5-42-16,-2-5-2 0,0-7 77 0,0-3-41 16,0-2 9-16,0 0-51 0,0-2-17 0,-3-11-24 15,1-6 0-15,2-5 0 0,0 3 0 16,2-8 0-16,9 5 0 0,8 2 0 16,1 3 0-16,4 2 0 0,3 4 0 0,3 4 0 15,0 3 0-15,0 5 0 16,-2 1 0-16,-1 0 0 0,-7 3 0 0,1 10 0 0,-5 4 0 0,-6 1 0 15,-4 6 0-15,-5 2 0 0,-1-4 0 0,-7 6 0 16,-10-2 0-16,-6 1 0 0,-2-1 0 0,-6-3 0 16,1-3 0-16,-3-3 0 15,1-4 0-15,2-4 0 0,0-1 0 0,7-3 0 0,0-2 0 16,5-3 0-16,0 0 0 0,11 0 0 16,-1 0 0-16,4 0 0 0,4-8 0 0,0-4 0 15,9-3 0-15,7-5-102 0,7 4-384 0,3-5 224 16,4 2-735-16,8-4 484 0,-3 2 238 0,1 1 118 15</inkml:trace>
  <inkml:trace contextRef="#ctx0" brushRef="#br0" timeOffset="101522.4">21771 17315 2376 0,'5'-7'0'0,"4"1"0"0,1 2 0 0,-1-2 0 0,4 2 0 15,1 3 0-15,4 1 0 0,3 0 0 0,2 5 0 0,-2 5 0 0,2 8 89 0,0 2 89 0,-2-1-71 0,-3 5-34 0,-4-4 103 16,-1 8-74-16,-6-4-31 0,-2 1-1 0,-5 0 107 15,0 0-69-15,-2-4-25 0,-15 5 213 0,-3-2-271 16,-1-5-25-16,-2-2 0 16,-4 1 0-16,5-7 0 0,-7 2 0 0,9-5 0 0,-4-3 0 0,3-1 0 15,4-4 0-15,4 0 0 16,4 0 0-16,1 0 0 0,6-8 0 0,2-4-469 16,4-9 20-16,12 2 204 0,4-2-618 0,4-3 413 15,3-2 205-15,5-4 104 0</inkml:trace>
  <inkml:trace contextRef="#ctx0" brushRef="#br0" timeOffset="101716.43">22071 17343 2040 0,'11'-19'0'0,"-5"8"0"0,-3 0 0 0,-1 5 0 0,-2 0 0 0,0 4 0 0,-2 1 0 0,-7 1 0 0,-2 0 0 0,1 11 0 0,-2 8 594 0,3 1-268 16,-3 8-149-16,3 0-70 0,3 4 525 0,3 1-577 16,1 0-55-16,2-1 0 0,0 0 0 0,0-1 0 15,9-4 0-15,2-3 0 0,4 0 0 0,-2-8 0 16,4 0 0-16,0-1 0 0,0-6 0 0,1-2 0 15,3-5 0-15,-2-2 0 0,1 0 0 0,5-2-319 16,-4-5-121-16,2-5 202 0,0-1 99 0,-2 0-571 16,8-5 341-16,-3 0 165 15</inkml:trace>
  <inkml:trace contextRef="#ctx0" brushRef="#br0" timeOffset="101942.05">22601 17038 3931 0,'0'-13'0'0,"0"8"0"0,0 5 0 0,0-2 0 0,0 0 0 0,0 1 0 0,2-4 0 0,5 3 0 0,5-4 0 0,4 3 0 0,2 2 0 16,2-2 0-16,1 2 0 0,1-1 0 0,2 0 0 15,-1 2 0-15,0 0 0 0,-1 0 0 0,-2 0 0 16,0 0 0-16,-3 5 0 0,-2 1 0 0,-3 2 0 15,0 1 0-15,-3 2-1029 0,-3 4 493 0,-4 2 210 16,-1 8 144-16</inkml:trace>
  <inkml:trace contextRef="#ctx0" brushRef="#br0" timeOffset="102137.55">22631 17344 3931 0,'-12'0'0'0,"7"0"0"0,3 0 0 0,2 0 0 0,0 0 0 0,0 0 0 0,7 0 0 0,9 0 0 0,8 0 0 0,3 0 0 0,-2 0 0 0,5 0 0 16,0 0 0-16,0-1 0 0,-1 1 0 15,-1 0 0-15,-2 0 0 0,-1 0 0 0,3 0 0 16,-3 1 0-16,-1 3 0 0,-4 2 0 0,3 2 0 16,-1-1-572-16,-1 1 56 0,4-1 169 0,-1-3-279 15</inkml:trace>
  <inkml:trace contextRef="#ctx0" brushRef="#br0" timeOffset="102594.86">23495 17044 3869 0,'-5'-11'0'0,"1"5"0"0,2 3 0 0,-3-1 0 16,2 4 0-16,1-2 0 0,0 2 0 0,0 0 0 0,1 0 0 0,-3 0 0 0,2 11 62 0,0 3-62 0,0 3 0 0,1 7 0 15,-3 0 0-15,4 4 0 0,0 4 0 0,0 1 0 0,0-1 0 0,0 2 0 16,2 1 0-16,5-4 0 0,2 1 0 0,3-4 0 16,0-2 0-16,5-3 0 0,1 0 0 15,2-8 0-15,5 2 0 0,2-6 0 16,3-4 0-16,4-2 0 0,1-5 0 0,-1 0 0 16,1-2 0-16,1-8 0 0,-4-3 0 0,-2-2 0 15,-4-2 0-15,-8 3 0 0,3-2 0 0,-5-1 0 16,-5-6 0-16,-2 0 0 0,-6-3 0 0,-1-5 0 15,-2-3 0-15,0-8 0 0,0 2 0 0,-5-6 0 16,-6 3 0-16,-2 8 0 0,-4-11 0 16,-1 17 0-16,-2-1 0 0,-2 5 0 0,-5 6 0 0,3 8 0 15,-7 0 0-15,1 5 0 16,0 4 0-16,0 2 0 0,0 0 0 0,1 8 0 16,-1 7 0-16,2 2 0 0,1 1 0 0,3 0 0 15,1 6 0-15,8-6 0 0,0 6 0 0,4 0 0 16,4-4 0-16,0 5 0 0,4-5 0 0,3 2 0 15,0 1 0-15,0-2 0 0,0-2 0 0,0 1 0 16,0-1 0-16,0 1 0 0,3-1 0 0,0-2 0 16,-1 2 0-16,0 1-343 0,-1 5-283 0,-1-2 284 15</inkml:trace>
  <inkml:trace contextRef="#ctx0" brushRef="#br0" timeOffset="111910.02">3266 15408 1059 0,'-9'-6'0'0,"3"1"0"0,-1 0 0 0,1-1 0 0,-1-1 0 0,0 0 0 0,2 0 0 0,-6 0 0 16,6 0 0-16,-1 1 0 0,1 0 64 0,-2 3 111 0,5-1-62 0,-3 2 0 0,3-2 101 16,-1 2-81-16,1-1-28 0,2 3-13 0,0 0 223 15,0 0-132-15,0 0-66 0,0 0-33 16,0 0 120-16,0 0-82 0,0 0-36 16,0 0 279-16,0 0-157 0,0 0-79 0,0 0-79 0,0 0-50 15,0 0 0-15,0 5 0 0,2-1 0 0,-2 2 0 16,1-3 0-16,1 3 0 15,0-2 0-15,1-1 0 0,0 1 0 0,2-2 0 16,0 1 0-16,0-1 0 0,4 0 0 0,2-1 0 16,-1-1 0-16,2 3 0 0,-1 0 0 0,3-3 0 15,-2 0 0-15,1 5 0 0,-1-3 0 0,1 1 0 16,-2 1 0-16,1 2 0 0,3-1 0 0,-1 0 0 16,2 1 0-16,-4 1 0 0,6-4 0 0,-1 2 0 15,-1-1 0-15,4-2 0 0,4 2 0 16,-1-3 0-16,-1-1 0 0,7 0 0 15,-2 0 0-15,1 0 0 0,2 0 0 0,-2 0 0 16,-4 0 0-16,6-1 0 0,-1-1 0 0,-1 0 0 16,0 2 0-16,-1 0 0 0,-1 0 0 0,2 0 0 15,2 0 0-15,-2 0 0 0,2 0 0 0,0 0 0 16,3 0 0-16,0 0 0 0,3 0 0 0,-1 0 0 16,1-2 0-16,-1 1 0 0,0-3 0 0,-2 0 0 15,-1 2 0-15,1 1 0 0,0-2 0 16,-3 2 0-16,2 1 0 0,-2 0 0 0,-1 0 0 15,5 0 0-15,-3 0 0 0,1 0 0 16,2 0 0-16,7 0 0 0,0 0 0 0,3 0 0 16,-3 0 0-16,-3 0 0 0,8 0 0 0,-9 0 0 15,6 0 0-15,-1 0 0 0,-2 0 0 0,-3 0 0 16,12 0 0-16,-3 1 0 0,-2-1 0 0,5 3 0 16,2-2 0-16,2 1 0 0,1 0 0 0,-2 0 0 15,3-1 0-15,1-1 0 0,1 3 0 0,3-3 0 16,8 0 0-16,-5 0 0 15,6 0 0-15,1 0 0 0,-2 0 0 0,-8 0 0 0,15 0 0 16,-8-3 0-16,1 2 0 0,0 1 0 16,0-2 0-16,-5 2 0 0,16 0 0 0,-4-2 0 15,-5 2 0-15,2-2 0 0,1 1 0 0,0 1 0 16,2-3 0-16,4 2 0 0,11-2 0 0,-16 0 0 16,4-1 0-16,1-2 0 0,1 3 0 0,0-2 0 15,3-1 0-15,11 0 0 0,-2 0 0 16,-16 2 0-16,11-1 0 0,-2 1 0 15,-2 0 0-15,0 1 0 0,10 0 0 0,-19 2 0 16,7-1 0-16,-3 0 0 0,-2 0 0 0,2 0 0 16,0 1 0-16,1-1 0 0,15 0 0 0,-19-2 0 15,4 2 0-15,0-3 0 0,-2 4 0 0,-4 0 0 16,-1-3 0-16,-5 2 0 0,4 0 0 0,-9 0 0 16,-9 2 0-16,6-2 0 0,-1 0 0 0,-8 1 0 15,-4-2 0-15,-11 2 0 0,-5-1 0 0,-1-1 0 16,-6 2 0-16,-4-1 0 0,-3 0 0 0,-5 0 0 15,-4 0 0-15,-2 0 0 16,-1 1 0-16,1-1 0 0,-3 0 0 0,-1-1 0 16,-1-2 0-16,0 2 0 0,0-3 0 0,0 0 0 15,0 0 0-15,0 1 0 0,0-1 0 0,0 3 0 16,0-3 0-16,0 2 0 0,0 3 0 0,-1-1 0 16,1-1 0-16,0 3 0 0,0 0 0 0,0 14 0 15,1 7 0-15,1 7 0 0,-2 15-58 16,0 18-936-16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5:00:31.3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3461 8972 2069 0,'-7'3'0'0,"0"1"0"0,2-1 0 0,-1-1 0 0,1 2 0 0,2-2 0 0,1-2 0 0,2 2 0 0,0-2 0 0,0 0 0 0,0 0 147 0,0 0-40 16,0 0-12-16,0 0-10 0,0 0 0 0,0 0-41 16,0 0 141-16,0 0-60 0,0 0-46 0,0 0 201 15,0 0-118-15,0 0-59 0,0 0-30 0,0 0 208 16,2 0-270-16,-2 0-11 0,3-2 0 0,-3 0 0 15,5 0 0-15,0 0 0 0,0 0 0 0,0 1 0 16,0-1 0-16,2-2 0 16,4 0 0-16,-2 0 0 0,1 0 0 0,-3 1 0 15,4-3 0-15,-4 2 0 0,4 0 0 0,-4 0 0 16,1-1 0-16,2 0 0 0,0-1 0 0,-3-2 0 0,3 3 0 16,-1-2 0-16,0-4 0 15,3 1 0-15,-3 0 0 0,2-1 0 0,2 0 0 0,0-2 0 16,-3 1 0-16,2 1 0 0,0 0 0 15,-1 1 0-15,4 1 0 0,-5-2 0 16,1 1 0-16,1 4 0 0,-1-5 0 0,2 2 0 16,0 0 0-16,1-1 0 0,4-1 0 0,3-2 0 15,0-1 0-15,2 0 0 0,2-1 0 0,3-2 0 16,2 0 0-16,0 0 0 0,-3-2 0 0,1 2 0 16,-1-2 0-16,3 3 0 0,0-1 0 0,0-1 0 15,-3 3 0-15,3 1 0 0,0-3 0 0,1 2 0 16,1-4 0-16,-1 0 0 0,6-2 0 0,1 2 0 15,-8-1 0-15,10-4 0 0,-3 2 0 0,3-1 0 16,-2 0 0-16,2-2 0 0,-7 5 0 16,8-6 0-16,0 5 0 0,-5-1 0 15,0 1 0-15,-1 0 0 0,-5 5 0 0,5-5 0 0,-2 1 0 16,-1 4 0-16,2-3 0 0,-2 0 0 16,3-2 0-16,3 1 0 0,1-3 0 0,-2 3 0 15,0-3 0-15,2 1 0 0,-1-1 0 0,9-1 0 16,-7-1 0-16,-2 5 0 0,2-3 0 0,-2 1 0 15,-4 3 0-15,6-3 0 0,-5 2 0 0,0-2 0 16,1 1 0-16,1-2 0 16,-4 5 0-16,4-4 0 0,0 1 0 0,-2 0 0 15,4 0 0-15,0-1 0 0,-3 3 0 0,11-5 0 16,-9 3 0-16,3-1 0 0,-1-1 0 0,-1 0 0 0,-3 2 0 16,5-1 0-16,-4 0 0 0,1 1 0 15,-2 2 0-15,-6 1 0 0,4-2 0 0,5 1 0 16,-1-2 0-16,-1 2 0 0,4-4 0 0,1 1 0 15,1-3 0-15,0 1 0 0,2 0 0 16,0 0 0-16,3-4 0 0,-2 3 0 0,1-1 0 16,2-1 0-16,-2 2 0 0,0-1 0 0,2 2 0 15,0-1 0-15,-3 2 0 0,1 0 0 0,-1-2 0 16,0 1 0-16,2 1 0 0,-4-2 0 0,3-1 0 16,0 2 0-16,-2-2 0 0,2 0 0 0,-1 1 0 15,0-1 0-15,1 2 0 0,-4 0 0 0,-1 0 0 16,-1 4 0-16,-3-1 0 0,-7 4 0 15,5 2 0-15,0-5 0 0,-5 4 0 0,3 2 0 16,-3 0 0-16,3-1 0 0,-4 2 0 16,2 0 0-16,-2 0 0 0,-2 2 0 0,0 1 0 15,-4 1 0-15,-1 0 0 0,0 0 0 0,-2 3 0 16,-5 1 0-16,0-1 0 0,-6 3 0 0,3-1 0 16,-3 1 0-16,-1 1 0 0,0-2 0 15,0 3 0-15,-4-2 0 0,-1 2 0 0,-1-2 0 16,1 2 0-16,-1-1 0 0,-2 2 0 0,0 0 0 15,-1 0 0-15,0-2 0 0,0 2 0 0,0 0 0 16,0 0 0-16,0 0 0 0,-10 0 0 16,-11 13 0-16</inkml:trace>
  <inkml:trace contextRef="#ctx0" brushRef="#br0" timeOffset="830.3">3391 8882 3228 0,'0'0'0'0,"0"0"0"0,0 0 0 0,0 0 0 0,0 0 0 0,0 0 0 0,3 3 0 0,4 2 0 0,3 6 0 0,0 1 0 0,-3 1 409 0,4 3-185 0,-4 2-154 0,-1 1-70 16,0-1 0-16,-1 1 0 0,1 0 0 0,-3-3 0 16,-1 1 0-16,0-2 0 0,-1-4 0 0,-1 0 0 15,0-4 0-15,0-2 0 0,0-3 0 0,0 1 0 0,0 0 0 16,0-3 0-16,-3 0 0 0,-2 0 0 16,-3 0 0-16,-2 0 0 0,3 0-240 15,-1 0 20-15,3 0 51 16,-4 0-353-16,3 6 242 0,-1 1 120 0</inkml:trace>
  <inkml:trace contextRef="#ctx0" brushRef="#br0" timeOffset="1297.49">2313 8942 2953 0,'0'-22'0'15,"-2"9"0"-15,2 3 0 0,-3 1 0 0,-2 2 0 0,0 3 0 0,0-1 0 0,0 4 0 0,-1-1 0 0,-1 2 0 0,-2 0 90 0,0 6 0 0,2 6 395 0,-2 2-222 16,2 2-213-16,0 4-50 0,0 3 0 0,2 3 0 0,0 2 0 16,1 2 0-16,1 6 0 0,-3 1 0 0,1 10 0 0,1-4 0 15,-1 4 0-15,0 5 0 0,0 0 0 0,-3 2 0 16,1-1 0-16,0 0 0 16,2-3 0-16,-2-1 0 0,0-2 0 0,2-10 0 0,-1 2 0 0,1 0 0 15,-2-6 0-15,3-2 0 16,-1-3 0-16,3-4 0 0,-3 0 0 0,3-3 0 0,-1 0 0 15,0-4 0-15,-2-5 0 16,0 2 0-16,2-5 0 0,1-1 0 0,-1-3 0 16,1 1 0-16,-1-4 0 0,1-2 0 0,-3 0 0 15,5 0 0-15,-5 0 0 0,2-4 0 0,3-9-271 16,0-6 25-16,0-3-612 0,0-5 409 0,6-3 203 16,-1-4 101-16,4-11-560 0</inkml:trace>
  <inkml:trace contextRef="#ctx0" brushRef="#br0" timeOffset="1613.06">2190 8918 2756 0,'0'-18'0'0,"0"5"0"0,0 5 0 0,-2-2 0 0,1 5 0 0,-3 3 0 0,2 0 0 0,1 0 0 0,-1 2 0 0,2 0 0 0,0 0 402 0,0 4-169 0,0 6 307 15,2 5-540-15,5 1 0 16,4 7 0-16,1-1 0 0,3 5 0 0,1 3 0 0,1 2 0 0,5 5 0 15,-2-1 0-15,2 1 0 16,-4-1 0-16,5 9 0 0,-4-2 0 0,0 3 0 16,-3 0 0-16,2 3 0 0,-2 1 0 0,-2-4 0 15,2-1 0-15,-2-4 0 0,-2-6 0 0,2 0 0 0,0-4 0 16,-3 0 0-16,1-3 0 0,-4-3 0 16,0-5 0-16,-1 0 0 0,0 1 0 0,-5-1 0 15,-2-4 0-15,0-2 0 0,0 2 0 0,-2-1 0 16,-8 0 0-16,-2-4 0 0,-1-1-132 0,-3-3-105 15,-2-4 98-15,-1-3-691 0,-6 0 398 0,3-12 196 16,-8-14 96-16</inkml:trace>
  <inkml:trace contextRef="#ctx0" brushRef="#br0" timeOffset="1799.05">2028 9599 3633 0,'-25'0'0'0,"7"0"0"0,3 0 0 15,5 0 0-15,0 0 0 0,5 0 0 0,2 0 0 0,3 0 0 0,0-6 0 0,13 0 0 0,10-3 298 0,4-1-298 0,1 0 0 16,2 0 0-16,2 0 0 0,0 1 0 0,-2 1 0 0,0 0 0 16,-2 1 0-16,-2 4 0 0,6-3 0 0,-4 4 0 15,1 0 0-15,-1-1 0 0,-3 3 0 0,-2 0 0 0,2 0 0 16,-2 0 0-16,-2 0-94 0,-1 5-196 16,-2 5-1025-16</inkml:trace>
  <inkml:trace contextRef="#ctx0" brushRef="#br0" timeOffset="2743.98">8489 5913 3348 0,'-2'0'0'0,"1"0"0"0,1 0 0 0,0 0 0 15,0 5 0-15,0 2 0 0,1 0 0 0,4 4 0 0,4 1 0 0,-1-1 0 0,0 2 344 0,-1 1-151 0,-1-2-147 0,-1 3-46 0,-1-1 0 0,-1-1 0 16,-1 0 0-16,1 0 0 0,-1-1 0 0,0-1 0 16,-2-2 0-16,0 1 0 0,0-5 0 15,0 1 0-15,0-2 0 0,0-4 0 0,0 1 0 16,0-1 0-16,0 0-117 0,0 0-151 0,0 0 126 15,0 0 18-15,0-1-552 16,0-5 316-16,0-2 160 0,0 1 67 0,3-5-256 0</inkml:trace>
  <inkml:trace contextRef="#ctx0" brushRef="#br0" timeOffset="3056.06">9076 5831 3838 0,'-5'0'0'0,"0"0"0"0,5 0 0 0,-2 0 0 0,1 0 0 0,-1 4 0 0,2 5 0 0,0 2 0 0,0 2 0 0,0 4 0 16,0 6 78-16,2 1-63 0,1 1-15 0,2 3 0 0,0 2 0 16,-1 2 0-16,0 0 0 0,-2 2 0 0,-1 1 0 15,1 1 0-15,0 0 0 0,-2 0 0 0,0 1 0 16,0 8 0-16,0-12 0 0,0 7 0 0,0-4 0 0,0 0 0 15,0-6 0-15,0-5 0 16,0-2 0-16,0-2 0 0,0-6 0 0,0-3 0 16,0-3 0-16,0-4 0 0,-2-3-115 0,2 0-142 15,-2-2 114-15,-1 0 51 0,1-7-365 0,0-13 208 16,0-3 105-16,2-11 41 0,-2-10-474 0,1-5 269 16,0-12 133-16,-5 1 68 0,1-4-409 0</inkml:trace>
  <inkml:trace contextRef="#ctx0" brushRef="#br0" timeOffset="3618.59">8991 5867 2873 0,'-12'-20'0'0,"2"5"0"0,-1 1 0 0,4 3 0 0,-4 0 0 0,10 1 0 0,-1 0 0 0,2 1 0 0,0-3 0 0,15 4 0 0,7-5 75 0,5 1 181 16,3 0-108-16,3 2-54 0,7 0 294 0,2-1-291 0,-3 3-97 16,-4 3 0-16,4 1 0 0,-4 2 0 15,-3 2 0-15,-4 0 0 0,-1 5 0 0,-4 5 0 16,-2 5 0-16,-5 2 0 0,-5 2 0 15,0 5 0 1,-6 2 0-16,-2 2 0 0,-3 3 0 0,0 2 0 0,-8 2 0 0,-7 5 0 0,-4-4 0 16,1 2 0-16,-7-3 0 15,1-1 0-15,1-7 0 0,-4 1 0 0,4-3 0 0,-4-7 0 0,3-2 0 16,3-4 0-16,-1-3 0 0,1-1 0 0,5-2 0 16,2-5 0-16,0-1 0 0,5 0 0 0,4 0 0 15,3 0 0-15,0 0 0 16,0 0 0-16,2 0 0 0,0 0 0 0,9 0 0 0,10 0 0 0,6 0 0 15,0 0 0 1,7 0 0-16,2 0 0 0,4 0 0 0,1 0 0 0,1 0 0 0,-3 0 0 16,1 0 0-16,-4 0 0 0,0 2 0 15,-6 6 0-15,0 2 0 0,-3 2 0 0,-5 5 0 0,-3 2 0 16,-4 0 0-16,-1 7 0 0,-7 0 0 16,-3 3 0-16,-2-1 0 15,0 2 0-15,-5-1 0 0,-7-2 0 0,-3 0 0 0,0-7 0 0,-3 3 0 16,-2-5 0-16,-1-4 0 0,-2 1 0 0,-4-6 0 15,-1-1 0-15,-2-1 0 16,-1-3 0-16,-2-2 0 0,-1-2 0 0,1 0 0 16,1 0 0-16,-1-4 0 0,6-5 0 0,6 1 0 15,-2-3 0-15,3-1 0 0,3 1 0 0,1 1 0 16,3-2 0-16,2 2 0 0,3-1 0 0,1 4 0 16,3-3 0-16,1 3 0 0,1-2 0 15,2 1 0-15,0 0 0 0,0 1 0 0,2 0 0 0,7-1 0 16,2 3 0-16,-1 0 0 15,4 2 0-15,4 1 0 0,-1 2 0 0,3 0 0 16,5 0-107-16,3 5-989 0,2 8 528 0</inkml:trace>
  <inkml:trace contextRef="#ctx0" brushRef="#br0" timeOffset="3858.18">10286 6734 3931 0,'0'-1'0'0,"0"-1"0"0,0 2 0 0,0 0 0 0,0 0 0 0,0 0 0 0,0 0 0 0,0 0 0 0,1 0 0 0,1 0 0 0,2 0 0 0,1 0 0 0,0 0 0 16,0 0 0-16,-1 0 0 0,0 0 0 0,-1-2 0 0,0 2 0 15,-2-2 0-15,1 2 0 0,0 0 0 16,-2-2 0-16,0 2 0 15,0-2 0-15,0 0 0 0,-5 2 0 0,-7 0-193 0,-1 0-385 16</inkml:trace>
  <inkml:trace contextRef="#ctx0" brushRef="#br0" timeOffset="14219.71">1377 10422 702 0,'-10'0'0'0,"5"0"0"0,0 3 0 0,0-2 0 0,0 1 0 0,3 0 0 0,-4 1 0 0,4-3 0 0,1 0 0 0,1 0 0 0,0 0 57 0,0 0 20 0,0 0-28 16,0 0 0-16,0 0-72 0,0 0 32 0,0 0 12 16,0 0 21-16,6 0-20 0,2-5 18 0,-1-2-1 15,0-1 0-15,4 2-11 0,-1-5 7 16,2 4 2-16,-2-1-8 0,0-2-41 0,0 1 37 16,3-2 6-16,-3 0 15 0,5 3-14 15,-3-3-2-15,0 0-17 0,2 0 19 0,0-3 9 16,1 3-9-16,0-2-29 0,0 2 25 0,2-2 1 15,-3 1-5-15,3 1-47 0,0 0 49 0,-2 0-2 16,0 0 2-16,2 1-38 0,1-3 1 0,-5 5 31 16,5-3-18-16,2 0 14 0,-3-4 2 0,3 2-51 15,-1-5 49-15,-1 4-3 0,5-5 1 16,-1 2-39-16,-2 0 36 0,1-2-4 16,0 2 3-16,0 2-10 0,4-4 9 0,-5 3-2 15,2 0-9-15,1 0 9 0,-3 2 3 0,2-2-4 16,-1 1-8-16,1 0 8 0,-5 2 1 0,3 0-26 15,-1-1 26-15,0 1-2 0,-1 0 1 0,-1 0-28 16,3 0 26-16,0 0-2 0,-3-1 3 0,1 2-21 16,3-4 19-16,0 4-4 0,-3-2-5 0,0 3 6 15,2-5 1-15,2 1-2 0,-2 0-1 0,0-2 2 16,1 3 0-16,-2-1 0 0,-3-1 0 16,7 0 0-16,-9 2 0 0,7-2 19 15,0 2-18-15,-3 1 0 0,0 1 0 0,-1-1 12 16,1-1-11-16,1 0 0 0,2 3-7 0,-1 0 7 0,-3-2 1 15,3 0 0-15,0 0-12 0,0-2 11 16,0 1 0-16,0 0-5 0,-2-1 5 0,7-3-1 16,-2 4 1-16,-1-3-9 15,3 2 8-15,-3 0-3 0,-1 0-2 0,5-3 3 0,-3 4-1 0,0 0 1 16,-3-1-1-16,0 2 2 16,0 0 0-16,-1 0 0 0,4 0-25 0,-4 2 24 15,-1 0 0-15,3 0-3 0,-3 1 2 0,-1-1 0 16,1-1-1-16,-1 1 5 0,3 0-4 0,-4-1-1 15,1 1-3-15,3 0 12 0,-5 0-12 0,5-1 0 16,-3 1 0-16,1-2 33 0,2 0-31 0,-3 2 0 16,3-2 8-16,-2-2-7 0,2 5 3 0,-2-1-7 15,1 0 7-15,-1-1-1 16,-1 1 2-16,1 0-5 0,-2 1 5 0,1 1 1 16,0-2 0-16,-2 1-9 0,3 1 8 0,-3-1 0 15,3 0-3-15,-2 0 0 0,3-2 1 0,5 1 1 16,-9 0-7-16,8-2 7 0,0 2-1 0,-4-2 2 15,3 0-2-15,1-1 1 0,-3 3-1 0,0 0 2 16,0-1-1-16,-2-1 0 0,4 3-1 0,-4 0 2 16,0-2-2-16,4 4 1 0,-2-7-1 0,0 5 3 15,5-4-5-15,0 3-1 16,-2-2 21-16,2-2-20 0,1 2 1 0,2-5 8 16,0 4-6-16,-1-3 0 0,6 0 1 0,-3 0-9 15,1-1 9-15,3-1 1 0,6-3 1 0,-6 5-24 0,3-3 22 16,0-1 0-16,-2 3 0 0,-5 1-63 0,8-4 57 15,-8 4 3-15,4-2-32 0,1 2 29 0,-4-3-6 16,1 2 26-16,1 0-23 0,-2 2 2 0,1-1-3 16,0 0 32-16,-2 0-28 0,5 0-2 0,-5 0 4 15,1 0 21-15,3 2-19 16,-2-2-2-16,-1-2 5 0,3 3 5 0,-1-1-8 16,4-2 0-16,-2 0 0 0,-5 2-2 0,5 0 0 15,-3 3-31-15,-3-4 30 0,4 1 0 0,-6 2 0 16,3-1 1-16,-1 1-1 0,-1 0-1 0,0-1 2 15,0 2 12-15,1-1-12 0,-1-1 0 0,2 2 6 16,-2-2-6-16,0 0 1 0,2-1 0 0,0 0 12 16,0-1-10-16,4 0-1 0,1-1-4 0,-4-2 4 15,0 3 1-15,3-1 0 16,-2-2-12-16,-2 4 10 0,2-2 0 0,0 0 1 16,1 1-3-16,-3 0 3 0,1 0-2 0,1 1 9 15,0-1-8-15,-1-1 0 0,0 2 0 0,0-2 4 16,1 3-5-16,-2-3-1 0,0 1 9 0,2 0-9 15,-2 1 2-15,1-2-1 0,1 0 5 0,-3 2-4 16,2-3 1-16,0 3 0 0,1-2 2 0,0 0-1 16,1 0 0-16,-2 0 0 15,1 3 0-15,0-4 0 0,1 2 0 0,-4 1 0 0,1 1 0 16,0-4 0-16,0 4 1 0,0 0-1 16,0-2 0-16,0 1 0 0,0 2 13 0,-1-1-13 15,-1 1 1-15,1-1 0 0,-2 1-2 0,0-2 1 16,2 2 2-16,-3 0-1 0,3 0-1 0,-5 0 1 15,4 0 0-15,-3 0-1 0,2-2 1 16,-5 5 0-16,7-6 0 0,-7 3-2 0,0 1 1 0,1-2 1 16,-1 3 6-16,-1 0-6 0,2-2 0 15,1 2 0-15,-2-1 43 0,3 1-42 16,-3 0 1-16,1 2 4 0,4-2-4 0,-5 0 0 16,2 1-9-16,-1 1 10 0,2-1 1 0,-4 2 2 15,4-3-12-15,-2 2 10 0,1-1 0 0,-2 1-1 16,1 0-11-16,-2 0 10 0,4-1 0 0,-4 0-5 15,-3 3 6-15,3-2-4 0,-1 1 2 0,-1-1 34 16,-1 2-33-16,1-1 1 0,1 1 0 16,0-3 26-16,-1 3-26 0,3 0 5 0,-2-4 0 0,2 3-2 15,0-1-1-15,-4 1 2 16,7 0-3-16,-6 0 5 0,6-3-3 0,-3 2 3 16,0-1-23-16,-1 3 18 0,3-2 1 0,-5 1-16 15,8 0 15-15,-3-2-1 0,-2 3 1 0,3-3 11 16,-1 1-11-16,0 1 0 0,3-1 23 0,-2 0-23 15,1-2 1-15,0 0 0 0,0-1 21 0,4 1-18 16,0 0-2-16,1-2 2 0,-1 0 13 0,0 0-12 16,4 0-2-16,-3-1 7 0,1 1 25 0,0-3-26 15,4 2-3-15,-3-1 10 16,1 0-9-16,1 0 5 0,5-2-7 0,-4 2 3 16,0-2 0-16,-4 4 1 0,6-2-20 0,3-3 19 15,-2 1 0-15,-1-1-1 0,4 4-24 0,-1-3 21 16,-4 2 5-16,11-5-7 0,-4 3-9 0,2-1 9 15,-2 1 1-15,4-4-27 0,-2 2 27 16,0-1-4-16,0-1-22 0,3 1 21 0,0 0 1 16,0-3-2-16,0 0 36 0,-2 3-33 0,2-2 0 0,-3-1 1 15,3 3 57-15,0 0-54 16,-2-1 0-16,0 0 26 0,-2 1-26 0,0-1 4 16,2 3-3-16,-4-2-13 0,-4 5 23 15,7-5-7-15,-5 4-24 0,1-3 23 0,-3 3 1 0,0 0 0 16,-3 5-56-16,7-4 53 0,-11 2-4 0,9 0 3 15,-9 4-13-15,2-3 9 0,0 3-3 0,-3-2 2 16,0 4 0-16,-1-2 0 0,-2 3-2 0,-2-1 49 16,-5 2 5-16,-1-3-50 15,1 4 66-15,-2-1-31 0,-2 1 7 0,-2 0-35 16,-4 3 28-16,1 0-22 0,-3 0 9 0,-1-1-7 16,-3 2-45-16,0 1 0 0,0-1 53 0,-3-1-8 15,0 3-160-15,0 0 74 0,-2 0 31 0,0 0-148 16,0 0 74-16,-11 0 50 0,-12 8-620 0,-16 15 315 15</inkml:trace>
  <inkml:trace contextRef="#ctx0" brushRef="#br0" timeOffset="17351.06">24346 5591 2605 0,'-10'0'-2'0,"1"0"-2"0,2 0 1 0,0 0 2 0,2 0 1 0,1 0 0 0,4 0 0 0,-2 0 0 0,2 0 0 0,0 0 0 0,0 0 104 16,0 0 234-16,0 0-146 0,0 0-73 0,0 0-37 15,0 0 83-15,2 0-48 0,5 1-42 0,5 4 69 16,1 0-144-16,3-2 0 0,2 1 0 0,1 1 0 16,2-2 0-16,1 0 0 15,4 0 0-15,-1-2 0 0,-1 1 0 0,1 0 0 16,7 2 0-16,-4-1 0 0,1 1 0 0,6 0 0 16,4 2 0-16,0-3 0 0,14 3 0 0,9-2 0 15,2-1 0-15,5-2 0 0,11-1 0 0,2 0 0 16,16 0 0-16,-4 0 0 0,2-1 0 0,-18-2 0 15,3 1 0-15,-7 2 0 0,-9 0 0 0,-9 0 0 16,-4 0 0-16,-14 0 0 0,-2 6 0 0,-12-2 0 16,-1 1 0-16,-10-1 0 15,-1-1 0-15,-7 1 0 0,-3-2 0 0,0 0 0 16,-2-2 0-16,0 0 0 0,0 0 0 0,0 0 0 16,0 0 0-16,0 0 0 0,0 0 0 0,2 0 0 15,1 0 0-15,3 0 0 0,4 0 0 0,-1 0 0 16,4 0 0-16,6 0 0 0,7 0-279 0,8 2-97 15,11 6-462-15,13 1 401 0</inkml:trace>
  <inkml:trace contextRef="#ctx0" brushRef="#br0" timeOffset="17734.99">28257 5511 2622 0,'-7'-6'-2'0,"5"5"1"0,2 0 1 0,0 1 0 15,-1 0 0-15,1 0 0 0,0 0 0 0,0 0 0 0,5 0 0 0,11 0 0 0,4 0 194 0,9 1 485 0,14 5-317 0,13-1-285 0,-2 0-77 0,27 2 0 16,9-2 0-16,4 1 0 0,11-1 0 0,23 1 0 15,-13-2 0-15,31 0 0 0,-14-1 0 0,0 2 0 16,-3-2 0-16,0 0 0 0,-24 1 0 16,10 0 0-16,-11 1 0 0,-3 0 0 15,-3 0 0-15,-3 1 0 0,-17-2 0 0,2 1 0 16,-7 1 0-16,-16-1 0 0,2-4 0 0,-13 2 0 16,4-1 0-16,-15 0 0 0,-4-2 0 0,-10 0 0 15,-5 0 0-15,-2 0 0 0,-6 0 0 0,-7 0 0 16,1 0 0-16,-2 0 0 0,-2-2 0 0,-16-1 0 15,-7-3 0-15,-5 3-271 0,-10 0-62 0,-2 1 145 16</inkml:trace>
  <inkml:trace contextRef="#ctx0" brushRef="#br0" timeOffset="18690.38">5811 7294 3497 0,'0'0'0'0,"0"-3"0"0,0 2 0 0,1 1 0 0,10 0 0 0,1 0 0 0,0 1 0 0,1 11 0 0,1 3 0 0,0 3 0 0,-1 2 284 0,-1 4-134 16,-1 0-150-16,-1-7 0 0,-3 4 0 0,1 0 0 15,-4-4 0-15,-1-1 0 0,-1-4 0 0,0 0 0 0,-2-7 0 16,0-1 0-16,0-1 0 16,0-3 0-16,0 0 0 0,-4-1 0 0,-3-10 0 15,-1-7 0-15,3-2 0 0,0-1 0 0,0 2 0 16,2 1 0-16,-1 1 0 0,3 7 0 0,-2-1 0 0,1 5 0 15,2 3 0-15,0 1 0 16,0-1 0-16,0 3 0 0,0 0 0 16,2 0 0-16,3 10 0 0,6-1 0 0,-4 3 0 0,3-1 0 0,-4 0 0 15,4 4 0-15,-3-1 0 0,1 0 0 16,-3 1 0-16,-1 3 0 0,0-4 0 0,-2 2-116 16,0 2-36-16,-2-1 53 0,0 3-912 0,0 1 486 0,-2 2 232 15</inkml:trace>
  <inkml:trace contextRef="#ctx0" brushRef="#br0" timeOffset="19301.74">5752 8324 3442 0,'-6'-9'0'0,"6"8"0"0,0 1 0 0,0-2 0 0,0 2 0 0,-4 0 0 0,4 0 0 0,0 0 0 0,-2 12 0 0,2 7 0 0,-2 8 103 0,0 5-32 0,0 4 244 15,-1 11-315-15,0-3 0 0,-3 2 0 16,2-1 0-16,0 0 0 0,0-10 0 0,2 7 0 0,0-5 0 0,0-3 0 16,2-2 0-16,-1-9 0 0,1-1 0 0,0-5 0 15,0-7-374-15,0-5 94 0,0-3 61 16,0-2 95-16,0-6-439 0,0-18 266 0,0-4 129 0,0-10-354 15,1-3 241-15,1-6 120 0,2-10 52 16,2-8-216-16,-1 4 143 0,0 14 72 16,0-6 7-16,-2 15 32 0,1-1 29 0,0 5 42 15,0 9 289-15,1 4-184 0,-2 5-73 0,-1 6-35 16,1 5 654-16,1 1-265 0,3 3-200 0,4 1 607 16,-1 1-377-16,5 16-189 0,-2 1-84 0,5 9 438 15,-4 3-456-15,6 8-125 0,-3-2 0 0,-1 1 0 16,-2-4 0-16,0 5 0 0,2-2 0 15,-4-3 0-15,1-4 0 0,-2-3 0 0,1-7 0 16,-2-2 0-16,-3-6 0 0,0-3 0 0,-1-5 0 0,1-3 0 16,3 0 0-16,-3-17 0 15,4-7 0-15,-1-4 0 0,-1-4 0 0,3-2 0 16,-1 0 0-16,1-1 0 0,0 0 0 0,-1 4 0 16,1 2 0-16,-5 9 0 0,2 1 0 0,-2 6 0 15,-1 3 0-15,-1 3 0 0,0 5 0 16,2 1 0-16,1 1 0 0,0 3 0 0,3 12 0 15,0 4 0-15,3 1 0 0,-1 5 0 0,-2-4 0 0,6 8 0 16,-4-1 0-16,2-3 0 16,0 0 0-16,-1-1 0 0,-4-4 0 0,4 1 0 15,-3-2 0-15,-1-3 0 0,-2-4 0 16,-3-2 0-16,0-3 0 0,-2-1-52 0,-1-2-487 0,-2-3 250 16,0-1-743-16,0 0 486 0</inkml:trace>
  <inkml:trace contextRef="#ctx0" brushRef="#br0" timeOffset="20054.93">4367 8103 1956 0,'-11'-4'0'0,"0"1"0"0,1 1 0 0,-3-2 0 0,3 0 0 0,0 3 0 0,0-3 0 0,5 2 0 0,0 0 0 0,0 0 0 0,3 1 411 0,2 1-186 0,0-3-93 0,0 3-46 16,0 0 0-16,0-1-37 0,4-1 140 0,6 1-74 0,3-2-38 15,0-1 177-15,4 2-98 0,0-2-63 0,1 1 9 16,1 1-102-16,0 0 0 0,4 0 0 16,-2-1 0-16,7-1 0 0,-3-1 0 15,5-1 0-15,0 1 0 0,2-2 0 0,2-1 0 16,0-1 0-16,2-3 0 0,1 3 0 0,-2 0 0 16,-5-1 0-16,-7 5 0 0,2-1 0 0,-3 1 0 0,-6 1 0 15,-5 2 0-15,-1 1 0 0,-3-2 0 16,-3 2 0-16,-2 1 0 0,0 0 0 0,-2 0 0 15,0 0 0-15,0 0 0 0,0 0 0 0,0 0 0 16,0 0 0-16,0 0 0 16,0 0 0-16,0 0 0 0,0 0 0 0,0 0 0 0,1 0 0 15,1 0 0-15,-2 4 0 0,2 3 0 16,1 4 0-16,-3 2 0 0,0 2 0 0,0 8 0 16,0 0 0-16,-5 4 0 0,-2 4 0 0,-4-1 0 15,1 3 0-15,-1 2 0 0,-1-2 0 0,1 1 0 16,3-2 0-16,0-5 0 0,1-4 0 0,2 2 0 0,0-5 0 15,1-1 0-15,3-4 0 0,1-4 0 0,-2-1 0 16,2-3 0-16,0-3 0 16,0-1 0-16,0-2 0 0,0-1 0 0,0 0 0 15,0 0 0-15,0 0 0 0,0 0 0 0,0 0 0 16,0 0 0-16,0 0 0 0,0 0 0 16,0 0 0-16,0 0-431 0,0 0-192 0,2 0 291 0</inkml:trace>
  <inkml:trace contextRef="#ctx0" brushRef="#br0" timeOffset="21441.51">7102 6603 1911 0,'-1'-3'0'0,"-4"3"0"0,3-3 0 0,0 1 0 0,2 0 0 0,-2 0 0 0,2 2 0 0,0 0 0 0,0 0 0 16,0 0 0-16,0 0 72 0,0 0 231 0,0 0-130 0,0 0-67 0,2 0-22 0,7-1 317 16,2-1-180-16,1 0-90 0,4-2-45 0,0-1 278 15,5-1-285-15,6-2-79 0,-3 1 0 0,0-1 0 16,3-1 0-1,-1 2 0-15,-2-1 0 0,6-1 0 0,0 0 0 0,1-1 0 16,1 0 0-16,-1-1 0 0,3-2 0 0,-2 1 0 0,2 1 0 16,-4 0 0-16,-2 1 0 0,-4 3 0 0,-2 0 0 15,-2 1 0-15,-2 1 0 0,-6 3 0 0,0 0 0 16,-1 1 0-16,-4 1 0 0,-2 0 0 0,2 0 0 16,-2 0 0-16,-1 0 0 0,-2 0 0 0,1 0 0 15,-1 0 0-15,0 0 0 0,0 0 0 0,-1 0 0 16,1 0 0-16,-2 0 0 0,0 0 0 0,0 0 0 15,0 0 0 1,0 0 0-16,0 0 0 0,0 0 0 0,2 0 0 16,-2 0 0-16,0 0 0 0,0 5 0 0,0 0 0 15,0 3 0-15,0 1 0 0,0 0 0 0,0 2 0 16,0 3 0-16,0-1 0 0,0 2 0 0,0 2 0 16,-4 2 0-16,-1 3 0 0,-2 0 0 0,-1 3 0 15,0 0 0-15,1 4 0 0,-2 0 0 0,2-3 0 16,-2 0 0-16,2 0 0 0,2-5 0 0,-1 4 0 15,2-5 0-15,0-1 0 0,0-2 0 16,1-3 0-16,1-3 0 0,0 0 0 16,0-4 0-16,1-4 0 0,1 2 0 0,0-3 0 0,-3-1 0 15,3-1 0-15,-1 0 0 0,0 0 0 16,-4 0 0-16,3 0 0 0,1 0 0 0,-1 0 0 16,-1-1 0-16,3 1 0 0,0 0 0 0,0 0 0 15,0 0 0-15,0 8-1263 0</inkml:trace>
  <inkml:trace contextRef="#ctx0" brushRef="#br0" timeOffset="33166.5">13484 3946 2975 0,'0'-8'0'0,"0"2"0"0,2-1 0 0,2-1 0 0,3 3 0 0,-1-2 0 0,0 0 0 0,0 4 0 0,-1 1 0 0,0 0 0 0,1 0 214 0,0 0-83 0,2 2-31 16,-3 0-12-16,4 0 95 15,-1 0-68-15,3 0-35 0,0 0-35 0,1 0-45 16,1 0 0-16,2 0 0 0,0 0 0 0,-1 0 0 16,4 0 0-16,-3 0 0 0,0 0 0 0,0 0 0 0,-2 0 0 15,2 0 0-15,-2 0 0 0,0 0 0 0,3 0 0 16,-2 0 0-16,4 0 0 16,0 0 0-16,6 0 0 0,-1-2 0 0,7-1 0 15,-1-1 0-15,1-2 0 0,1 0 0 16,1 1 0-16,0-1 0 0,0 1 0 0,2 0 0 0,-2 0 0 15,0 4 0-15,0-1 0 0,-1 0 0 0,5-1 0 16,-2 3 0-16,4 0 0 16,3 0 0-16,0 0 0 0,-4 0 0 0,7 0 0 0,-3 0 0 0,1 0 0 15,-1 0 0-15,2 0 0 0,-3 0 0 16,6 0 0-16,-4 0 0 0,1 0 0 0,-2 0 0 16,-5 0 0-16,4 0 0 0,5 0 0 15,0 0 0-15,-4 3 0 0,0 1 0 0,-3-1 0 16,9 1 0-16,-2 0 0 0,0 0 0 0,3-3 0 15,0 1 0-15,3 0 0 0,2-2 0 0,-1 0 0 16,11 0 0-16,-2 0 0 16,-1 0 0-16,-6 0 0 0,14 0 0 0,-6 0 0 0,2 0 0 0,1-2 0 15,2 2 0-15,-3-2 0 0,18 2 0 16,-9-1 0-16,2 1 0 0,1-3 0 0,2 3 0 0,3-1 0 16,1-1 0-16,15 0 0 15,-6 1 0-15,-1-2 0 0,2 1 0 0,-11 1 0 16,18-1 0-16,-9 2 0 0,4 0 0 0,-3 0 0 15,-5 0 0-15,-9 0 0 0,16 5 0 0,-8 1 0 16,0 0 0-16,5 1 0 0,0-2 0 0,-11 1 0 16,21 2 0-16,-10-3 0 0,4 1 0 15,4-1 0-15,3-1 0 0,-11 1 0 16,21 1 0-16,-10-4 0 0,1 2 0 0,2 0 0 16,2 0 0-16,-16 0 0 0,22 2 0 0,-15 0 0 15,1 1 0-15,-1-2 0 0,4 3 0 16,-12-3 0-16,18 5 0 0,-9-2 0 0,1-4 0 0,2 4 0 15,7-2 0-15,-13-2 0 0,24 2 0 0,-11-2 0 16,2-2 0-16,17 3 0 0,-24-1 0 0,8-3 0 16,2 3 0-16,-2-2 0 0,4 1 0 15,1 2 0-15,-4-2 0 0,-1 4 0 0,6-3 0 0,-2 0 0 16,18 2 0-16,-26-3 0 16,13 3 0-16,2 0 0 0,16-5 0 0,-7 4 0 15,0-2 0-15,-2-1 0 0,4-1 0 0,-8-1 0 16,29 0 0-16,-19 0 0 0,5 0 0 0,-2 0 0 15,7 0 0-15,-6 0 0 0,-4 0 0 16,0 0 0-16,1 0 0 0,-3 0 0 0,-20 0 0 0,26 0 0 16,-17 0 0-16,2 0 0 0,-2 0 0 15,-18 3 0-15,10-3 0 16,-3 2 0-16,3-2 0 0,-3 1 0 0,-8 2 0 0,-1-3 0 0,-20 3 0 0,14-1 0 16,-21 0 0-16,4 2 0 15,-7-3 0-15,-7 3 0 0,-16 0 0 0,4-2 0 16,-14 2 0-16,-2 0 0 0,-4-2 0 0,-6 1 0 15,-6-1 0-15,-2 0 0 0,-5-2 0 0,-1 0 0 16,-4 0 0-16,-3 0 0 0,-1 0 0 0,-2 0 0 16,2 0 0-16,-1 0 0 0,-3 0 0 0,1-4 0 15,0-1 0-15,0-2 0 16,-1 0 0-16,-1 2 0 0,0-3 0 0,-12 6-542 16</inkml:trace>
  <inkml:trace contextRef="#ctx0" brushRef="#br0" timeOffset="36459.64">2322 12560 3133 0,'-12'-7'0'0,"7"4"0"0,3 1 0 0,0 1 0 0,1-2 0 0,-1 3 0 16,2 0 0-16,-2-1 0 0,2 1 0 0,0 0 0 0,0 0 132 0,0 0 287 0,0 0-189 15,0 0-213-15,0 0-17 0,0 11 0 0,0 4 0 16,0 4 0-16,0 2 0 0,0-1 0 0,0-1 0 16,0-1 0-16,0-2 0 0,0-7 0 15,0 1 0-15,0-5 0 0,0-1 0 0,0-2 0 0,0-2 0 16,0 0 0-16,0 0 0 0,0 0 0 0,0 0 0 15,2-2 0-15,0-4 0 0,-2 2 0 0,0 1 0 16,1-1 0-16,-1 2 0 0,0 1 0 16,0 1 0-16,0 0 0 0,0 0 0 0,0 0 0 15,0 0 0-15,0 0 0 0,0 0 0 16,0 0 0-16,0 0 0 0,0 0 0 0,0 0 0 16,0 0 0-16,0 1 0 0,0-1 0 0,0 0 0 15,0 0 0-15,0 0 0 0,0 0 0 0,0 0 0 16,0 0 0-16,0 0 0 0,0-1 0 15,0-2 0-15,0 0 0 0,0 1 0 0,0 0 0 0,0 0 0 16,0 1 0-16,0 1 0 0,0 0 0 0,0 0 0 16,0 0 0-16,0 0 0 0,0 0 0 0,0 0 0 15,0 0 0-15,0 0 0 0,0 0 0 16,0 0 0-16,0 0 0 16,0 0 0-16,0 0 0 0,0 1 0 0,0-1 0 0,0 0 0 15,0 0 0-15,0 0 0 0,0 0-62 0,0 0-381 16,4 0 203-16,6 0-895 0</inkml:trace>
  <inkml:trace contextRef="#ctx0" brushRef="#br0" timeOffset="37693.18">3458 9068 1431 0,'-2'0'0'0,"0"0"0"0,0 0 0 0,2 0 0 0,0 0 0 0,0 0 0 0,-1 0 0 0,1 0 0 0,0 3 0 0,0 0 0 16,0 0 39-16,0 5 37 0,-2 0 0 0,0 1-28 0,1 4 115 15,-3 1-63-15,1 0-31 0,-5 6 1 0,3-2 88 16,-2 4-50-16,-1 5-40 0,-2-3 0 0,-2 3 91 16,2-1-61-16,-3 4-20 0,3-1-10 15,-4 0 73-15,3 1-51 0,-1 2-26 16,-1 1 59-16,-2 2-33 0,2 1-9 0,1-3-10 16,-2 2-33-16,0-2 0 0,2 0 1 0,0 0 8 15,-1 0-8-15,1-1-1 0,-1 3 0 0,1-3 43 16,-1 1-45-16,1 0-36 0,-2 3 0 0,2 0 0 15,-2 6 0-15,-1-4 0 0,2 1 0 0,-2-4 0 16,0 6 0-16,2-1 0 16,1 0 0-16,-3-1 0 0,2-2 0 0,1-3 0 0,-1 4 0 0,-1-2 0 15,3-1 0-15,1 1 0 16,-2-2 0-16,-1 0 0 0,3 1 0 0,-1-1 0 16,-1 2 0-16,1-3 0 0,0 1 0 0,-1 0 0 15,0 2 0-15,1-3 0 0,-3 1 0 0,0 2 0 16,2-2 0-16,2 1 0 0,-5-1 0 0,5 0 0 15,-5 0 0-15,7-2 0 16,-4 2 0-16,-1-1 0 0,4 2 0 0,-1-2 0 0,-3 2 0 0,5-2 0 0,-4-1 0 16,2-3 0-16,0 1 0 15,0 0 0-15,0 0 0 0,0 1 0 0,0-1 0 16,-2-6 0-16,1 7 0 0,2-2 0 0,-2-1 0 16,-1 2 0-16,3 1 0 0,-2-1 0 0,1-2 0 15,1-1 0-15,0 2 0 0,0-1 0 16,3 1 0-16,0-6 0 0,-3 5 0 0,2 0 0 15,0-2 0-15,1 0 0 0,-2-1 0 0,3-4 0 16,-2 6 0-16,0-2 0 0,2 1 0 0,-6-4 0 16,4 3 0-16,0-1 0 0,-3 2 0 15,2-1 0-15,1-1 0 0,-1-3 0 0,3 2 0 16,-3-1 0-16,3-1 0 0,-1-1 0 16,0 1 0-16,2-2 0 0,-1 1 0 0,-1-1 0 0,3 1 0 15,-4-1 0-15,2 0 0 0,0 0 0 0,-2-2 0 16,4 0 0-16,0-2 0 0,-2-2 0 15,3-3 0-15,0-1 0 0,-1-3 0 0,3-1 0 16,-2-2 0-16,2 0 0 0,0-2 0 0,0-1 0 16,0 0 0-16,0 0 0 0,0 0 0 15,0 0 0-15,0 0 0 0,0 0 0 16,0 0 0-16,0 0 0 0,0 0 0 0,0 0 0 16,0 0 0-16,0 0 0 0,0 0-249 0,0 0 107 15,0 0 51-15,0-1-853 0,2-10 452 0</inkml:trace>
  <inkml:trace contextRef="#ctx0" brushRef="#br0" timeOffset="38554.42">3256 9551 604 0,'0'2'0'0,"0"-2"0"0,0 2 0 0,-2 0 0 0,2-2 0 0,0 0 0 0,0 0 0 0,0 0 0 0,0 0 0 0,0 0 0 0,0 0 120 0,-2 0-45 16,2 0 0-16,0 0-36 15,0 0 111-15,-1 0-55 0,-2 0-19 0,1 0-9 0,-1 0 45 0,1 1-36 16,-3 4-1-16,-2-2-35 16,2 3 185-16,-5 3-98 0,2 0-44 0,-4 5 145 0,-4 3-94 15,4-1-47-15,-1 4 117 16,-6 5-87-16,-1 0-39 0,5 1 0 0,-5 2 10 16,1-1 0-16,2 1-39 0,0-1-10 0,2-2-42 15,-3 0 42-15,3 0 1 0,0-5-1 0,3-1-32 16,1 0-9-16,-1-3 42 0,5 0-165 0,0-1 72 15,1-6 44-15,1 1-266 0,0-5 138 0,5 1 44 16,-2-4 44-16,2 0-298 0,-3-2 145 0,3 0 84 16,0 0 39-16,0-2-336 15,7-11 188-15,9-10 94 0,3-4 37 0,5-7-269 16,-2 1 163-16,6-3 81 0,-4 1-51 0,3-1 67 16,-6 8 39-16,2-4 66 0,-4 4 0 0,1 1 0 15,-8 9 0-15,4 1 130 0,-6 6-114 0,-2 1-23 16,-1 3 0-16,-2 3 446 0,0 2-234 0,0 0-47 15,3 2-84-15,-3 0 541 0,2 0-287 0,3 4-145 0,1 4 144 16,3 1-144-16,-4 0-61 0,3 1 287 16,1 3-184-16,2 0-94 0,-4 0-45 15,1 2 16-15,2-2-22 0,-5 2-9 0,5 2-32 16,-3-2-369-16,1 2 185 0,-3-1 92 0,2 5 56 16,1 2-824-16,-5-1 421 0</inkml:trace>
  <inkml:trace contextRef="#ctx0" brushRef="#br0" timeOffset="39889.67">2211 12896 916 0,'-5'-1'0'0,"2"-2"0"0,-2 1 0 0,2 1 0 0,-2-1 0 0,3-1 0 0,1 2 0 0,1 1 0 0,-2-1 0 0,2-2 0 0,0 1 133 0,0 0-47 0,0-1-24 0,0-3 57 0,2 2-30 15,1-1-11-15,4-1 46 0,-1-2-43 16,1 0-1-16,1 0-42 0,-1-2 37 0,2 1-9 16,0-3-28-16,3 1 0 0,-1-2 7 0,3-1-7 15,-2 2 9-15,6-5-29 0,-2 0 20 16,5-2 0-16,0-3 0 0,-1-1-48 15,4-4 33-15,4-3-8 0,-2-1-55 0,3-5 36 0,1 1 6 16,0-3 1-16,3-2-8 0,-1-1-6 0,3 1 19 0,-2 0 10 16,2-1 23-16,0 1-26 15,1 0-1-15,-1-1 0 0,2-2 22 0,5-4-21 16,-1 3 4-16,-1-1-5 0,-3 5 11 0,10-12-8 16,-2 5-28-16,1 1 1 0,-2-3 28 0,2 2 0 15,-4 4-38-15,8-8 35 0,-3 3-6 0,-4 2 5 16,0 1 3-16,-4 3-2 0,10-7-9 0,-7 4 42 15,1 0-1-15,-1 1-34 0,-2 1 1 16,0 1 30-16,7-7-25 0,-5 6-3 0,2 2 27 0,1-5-25 16,0 4 8-16,-7 0-1 0,11-6-31 15,-4 2 0-15,1-1 27 0,-2 0-1 16,1-2-42-16,-4 7 3 0,8-8 30 0,-4 4 5 16,-2 5-14-16,1-1 10 0,-1-1-6 0,-2 3-3 15,6-8 1-15,-2 4 6 0,3-1-1 0,-1-2 0 16,-1 0-2-16,-2 4 4 0,11-10-26 0,-9 4 23 15,4 1 2-15,-1 1-1 0,2-4-48 0,-6 6 1 16,12-9 41-16,-9 3 2 16,4 1-63-16,-4-4 28 0,0 4-9 0,-1 3 32 15,6-8 0-15,-6 5-7 0,2 1 6 0,0 0 24 16,1 2-31-16,-8 4-3 0,13-10 34 16,-10 5 1-16,3 1-24 0,0-2 0 0,1 1 5 0,-7 4 3 15,9-11-5-15,-3 7 12 0,-1 0-46 0,-4 0 0 16,1 1 34-16,-5 5-51 0,9-10 3 15,-7 5 37-15,2 0 4 0,-5 0-20 0,1 0 18 16,-4 5-17-16,9-10 52 0,-8 12-42 16,2-5 4-16,0 1-5 0,-2 3 78 0,3-1-35 15,-4 3 3-15,-2-1-26 0,3 1 40 0,-1 2-15 16,1 0 0-16,0 0-12 0,0-1-11 0,0 2 11 16,1-1-62-16,0 2 27 0,3-3 0 15,0 2 25-15,-1 0-49 0,0 0 43 0,1 1 3 16,0-1-16-16,-3 0-14 0,4 0-16 0,-5 3 38 0,0-1-17 15,-3 1 50-15,1-1-41 0,-6 4 1 0,6-7 31 16,-4 3 0-16,0-3-24 0,-1 4 40 16,1-1-36-16,-2 5-4 0,4-10 9 15,-4 10 8-15,0-2-7 0,-6 5-5 0,4-2 7 16,0-2-44-16,-2 2 3 0,-2-1 34 0,0 2-38 16,1 0 35-16,-4 0-3 0,1 4 30 15,-1 0-29-15,-1 0 0 0,-2 1-3 0,1-1 44 16,-2 3-41-16,1 1-1 0,3-7 2 0,-1 5 26 15,3-2 2-15,-1 1-25 0,1-3 8 0,2 4 11 16,-3-2-6-16,5 1-9 0,-3 1 9 0,1 1 10 16,-3 2-13-16,-3 2-3 15,0 1-7-15,-2 3 7 0,-2 0 2 0,-2 3-20 0,-1 1 18 0,-3 3 0 16,-1-2 0-16,1 4-20 0,-4 2 18 16,0-3 0-16,-1 2-1 0,0 2 0 0,0 0-2 15,-2 0 3-15,0 0-4 0,0 0 24 0,0 0-22 16,0 0 1-16,0 0 26 0,0 0 0 15,0 0-21-15,0 0-80 0,0 0 38 0,0 0 0 0,0 0 37 16,0 0-369-16,0 0 167 16,-2 0 90-16,-7 10 30 0,-3 8-449 15,-4 2 251-15</inkml:trace>
  <inkml:trace contextRef="#ctx0" brushRef="#br0" timeOffset="40291.42">7812 6985 1984 0,'0'-8'0'0,"0"3"0"0,0 4 0 0,0-3 0 0,0 1 0 0,0 0 0 0,0 2 0 0,0-2 0 0,0 2 0 0,-1 1 0 0,-2 0 147 0,-6 0-54 16,0 0 98-16,-7 1-67 0,-2 13-48 0,-5 1 0 0,-3 3 204 16,-6 7-122-16,-4 2-60 0,4-1-20 0,-10 8 163 15,1-4-101-15,4-4-52 0,0-1 53 0,2-1-125 16,6-4-16-16,0 3 0 0,-1-4 0 15,5-1 0-15,5-5 0 0,0 1 0 0,3-3 0 0,4-4 0 16,1-1 0-16,6-1 0 16,-1-3 0-16,4 0 0 0,1-2-386 0,2 0 118 15,0 0 129-15,0 0-620 0,2 0 361 0,13 0 180 16,5-5 81-16,6-6-489 0,6-5 294 0,-2 0 147 0</inkml:trace>
  <inkml:trace contextRef="#ctx0" brushRef="#br0" timeOffset="40548.11">7673 7116 2439 0,'14'-15'0'0,"-1"5"0"0,-3 1 0 15,-2-3 0-15,0 1 0 0,-3 4 0 0,1 0 0 0,-3 0 0 0,5 2 0 0,-4 1 0 0,2 2 170 0,1 2-67 0,-2 0 163 0,4 0-114 0,-2 6-58 0,2 7 274 16,-4 4-170-16,3 2-80 0,-4 5-95 16,-2 1-23-16,0 1 0 0,0-1 0 0,0-3 0 15,-2 7 0-15,0-6 0 0,0 0 0 16,0 1 0-16,0-1 0 0,0 2 0 0,0-9 0 0,0 1 0 0,-2-4 0 15,2-1 0-15,-2-5 0 0,2-2 0 16,0 1 0-16,0-6 0 0,0 0 0 16,0 0 0-16,0 0 0 15,0 0 0-15,0 0 0 0,0 0 0 0,-2 0 0 0,0 0 0 0,1 0 0 16,-2 0 0-16,-3-2 0 0,1 2-860 16,-1 0 243-16</inkml:trace>
  <inkml:trace contextRef="#ctx0" brushRef="#br0" timeOffset="44456.89">13235 6365 2150 0,'-25'-12'0'0,"2"9"0"0,1 2 0 0,0 1 0 0,1 0 0 0,2-2 0 0,4 1 0 0,-1-2 0 0,7 2 0 0,4-1 0 0,1 2 564 0,2-2-263 15,2 2-121-15,0-4-77 0,6 1 386 0,15-5-345 16,3-2-144-16,4 1 0 0,6 0 0 0,8-2 0 15,-2-1 0-15,6 1 0 0,-1 0 0 16,2 2 0-16,3-3 0 0,-1 3 0 0,3-2 0 16,-2 2 0-16,2 1 0 0,1 0 0 0,-3 2 0 0,0-1 0 15,0 2 0-15,-3-1 0 16,-4 1 0-16,-9 2 0 0,2-1 0 0,-6 1 0 16,-8-3-82-16,3 2-802 0,-6-1 423 0,-3-1 212 15,-4 0 96-15,-5 1-557 0,-1-5 336 0,-6-1 168 16,0-6 84-16</inkml:trace>
  <inkml:trace contextRef="#ctx0" brushRef="#br0" timeOffset="44655.11">13980 5940 2567 0,'-24'-9'0'0,"5"1"0"0,-2 3 0 0,2-1 0 0,7 2 0 0,4 1 0 0,2 2 0 0,4 0 0 0,2 1 0 0,2 0 0 0,19 0 367 0,5 0-155 16,6 0-92-16,9 0 431 0,1 0-437 0,-3 0-114 0,-3 5 0 15,1 3 0-15,-1 1 0 0,-6 4 0 0,-4-1 0 16,-8 3 0-16,-2-1 0 0,-4 6 0 0,-7-2 0 15,-5 6 0-15,0 1 0 0,-11 1 0 0,-10 0 0 16,-3 1 0-16,-8 3 0 16,2-5 0-16,2-4 0 0,-3 4 0 0,3-4 0 15,-2 0-146-15,2-3-42 0,2 3 77 0,0-2-806 16,3 0 439-16,2-3 211 0</inkml:trace>
  <inkml:trace contextRef="#ctx0" brushRef="#br0" timeOffset="44978.59">13454 6644 3528 0,'-24'17'0'0,"-1"4"0"0,3-3 0 0,1 0 0 0,4-2 0 0,1 6 0 0,4-5 0 0,1 5 0 0,4 0 0 0,3 6 0 0,4 0 147 0,0 2 109 0,0 1-256 16,4 2 0-16,6 0 0 0,8-2 0 0,0-3 0 16,5-3 0-16,3-3 0 0,1-3 0 0,-3-8 0 15,6-1 0-15,-4-7 0 0,-3-3 0 0,-1 0 0 16,-1-2 0-16,-4-14 0 0,0-9 0 15,-8-3 0-15,-2-4 0 0,-5-2 0 16,-2-1 0-16,0-1 0 0,-7-6 0 0,-9 7 0 16,-3-1 0-16,-6 5 0 0,2 6 0 0,-3 2 0 15,-2 5 0-15,-2 5 0 0,2 9 0 0,0 1 0 16,1 3 0-16,5 0 0 0,-3 16 0 0,5 0 0 16,3 3 0-16,4 2 0 0,3 2 0 0,4-1 0 0,3 6 0 15,1-3 0-15,2 1 0 0,0-1 0 0,5-3 0 16,9-4 0-16,6 4 0 15,3-7-800-15,5-8 303 0,4-5 229 0,9-2-597 0</inkml:trace>
  <inkml:trace contextRef="#ctx0" brushRef="#br0" timeOffset="45173.12">13873 6586 3931 0,'2'-8'0'0,"0"5"0"0,-2-1 0 0,0 3 0 0,0 1 0 0,-2 2 0 0,-4 14 0 0,-1 6 0 15,1 4 0-15,-1 6 0 0,-5 10 0 0,3 1 0 0,-2 2 0 0,-1 0 0 0,5 0 0 0,1-5 0 16,-1 11 0-16,-1-9 0 0,3 2 0 16,1-7 0-16,-2 1 0 0,3-4 0 0,-1-4 0 15,2-10 0-15,2-6 0 16,0-3-725-16,0-7 185 0,0-4 242 0,2-12-503 0,9-22 381 0,2-6 191 16,-1-9 95-16</inkml:trace>
  <inkml:trace contextRef="#ctx0" brushRef="#br0" timeOffset="45347.2">13841 6711 3260 0,'4'-37'0'0,"0"3"0"0,0 12 0 0,-1-1 0 0,1 10 0 0,1 6 0 16,3 3 0-16,4 4 0 0,0 0 0 0,6 9 0 0,-4 14 157 0,7 9 357 0,-6 1-514 0,4 15 0 0,-2-2 0 15,0 5 0-15,0 1 0 0,-3 1 0 0,6-3 0 16,-2 0 0-16,-1-3 0 0,2-2 0 0,-2-2 0 16,-2-1 0-16,-2-9 0 0,0 3 0 15,-5-4 0-15,-3-2 0 0,-3-11 0 0,0 0-287 16,-2-6-295-16,0-4 277 0,-5-5 133 0,-7-4-773 15,-8-2 454-15</inkml:trace>
  <inkml:trace contextRef="#ctx0" brushRef="#br0" timeOffset="45490.3">13772 7074 3628 0,'-31'-15'0'0,"9"7"0"0,2-1 0 0,6 2 0 0,5 3 0 0,3 2 0 0,5 0 0 0,1 0 0 0,3 2 0 0,12 0 0 0,8 0 204 0,1 0-105 0,3 0-99 0,1 0 0 16,2 0 0-16,2 0 0 0,0 0 0 0,0 4 0 15,0-2 0-15,-1 2 0 16,1-4-313-16,2 0 157 0,0 0 96 0,10 0-1119 0</inkml:trace>
  <inkml:trace contextRef="#ctx0" brushRef="#br0" timeOffset="45638.84">14423 6621 3931 0,'-7'-3'0'0,"0"1"0"0,-1 0 0 0,4 0 0 0,4 0 0 0,0-1 0 0,4-1 0 0,14 1 0 0,7 0 0 0,-2 1 0 0,7 0 0 0,0 2 0 16,2 0 0-16,-4 0 0 0,-1 0 0 0,-6 10-448 0,0 1 110 0,-1 4 188 15,-9 2 94-15</inkml:trace>
  <inkml:trace contextRef="#ctx0" brushRef="#br0" timeOffset="45779.73">14527 6903 3147 0,'-28'19'0'0,"1"0"0"0,3-3 0 0,7-6 0 0,2 0 0 0,8-7 0 0,1 0 0 0,6-1 0 0,0-1 0 0,6 1 0 0,18-2 609 0,0 0-434 0,6 0-175 0,0 0 0 16,0 0 0-16,-4 0 0 0,8 0 0 0,-6 0-423 15,1 3 66-15,-3 1 198 0,1 1 99 0,-5-2-380 16,8 1 206-16</inkml:trace>
  <inkml:trace contextRef="#ctx0" brushRef="#br0" timeOffset="45989.3">15313 6395 3931 0,'-20'-10'0'0,"3"8"0"0,0 2 0 0,0 0 0 0,0 0 0 0,3 8 0 0,-2 9 0 0,1 5 0 16,2 8 0-16,4 9 0 0,3 5 0 0,6-2 0 0,0 11 0 0,0-2 0 0,11 0 0 0,6-3 0 15,4-2 0-15,-2-7 0 16,7 8 0-16,-3-6 0 0,0-2 0 0,-5-8 0 15,5 1 0-15,-5-4-296 0,3-3 7 0,0-8 137 16,3-9-915-16,2-8 515 0</inkml:trace>
  <inkml:trace contextRef="#ctx0" brushRef="#br0" timeOffset="46217.38">15515 6667 3416 0,'-17'-17'0'0,"6"2"0"0,2 1 0 0,2-1 0 0,7-1 0 0,0 3 0 0,10-3 0 0,12 5 0 0,4 4 0 0,5 3 0 0,2 3 268 0,1 1-119 0,2 0-51 16,-2 12-98-16,-4 3 0 0,-3 6 0 0,-7 3 0 16,-5 4 0-16,-7 6 0 0,-8 5 0 0,0 3 0 15,-11 0 0-15,-9-7 0 0,-10 10 0 0,0-7 0 16,-3-5 0-16,-1-2 0 0,6-8 0 0,-4-5 0 16,3-3 0-16,7-6 0 0,2-3 0 0,6-3 0 15,3-3-111-15,6 0-112 0,5-5 62 0,0-14 62 16,14-8-738-16,11-8 400 15,5-2 199-15</inkml:trace>
  <inkml:trace contextRef="#ctx0" brushRef="#br0" timeOffset="46399.51">15943 6473 3251 0,'17'-20'0'15,"-10"8"0"-15,-1 5 0 0,-4-1 0 0,-2 6 0 0,-5 2 0 0,-13 0 0 0,-3 10 0 0,1 9 0 0,-2 5 0 0,-1 5 157 0,5 3 366 0,0 2-523 16,6 3 0-16,3-4 0 0,6 3 0 0,3-4 0 0,0-6 0 15,3 6 0-15,11-8 0 16,4-3 0-16,1-1 0 0,-1-8 0 0,0 2 0 0,1-5 0 16,-3-2 0-16,2-3 0 0,-2 0-90 0,0-2-103 15,0-2-887-15,1 0 526 0</inkml:trace>
  <inkml:trace contextRef="#ctx0" brushRef="#br0" timeOffset="46574.99">16202 6782 3931 0,'-4'3'0'0,"1"0"0"0,-1-1 0 0,1 0 0 0,-2 3 0 0,3-4 0 0,2 5 0 0,0-1 0 0,0 1 0 0,0 3 0 0,0 2 0 0,5 1 0 0,-2 1 0 15,1 0 0-15,0 2 0 0,-3 0 0 0,1 2 0 16,-2-1 0-16,0 0 0 0,0-1 0 0,0-2 0 16,0-3 0-16,0 0 0 0,0-1-24 0,2-4-70 15,0-1 76-15,1-1-1187 0,8-3 583 16</inkml:trace>
  <inkml:trace contextRef="#ctx0" brushRef="#br0" timeOffset="46790.18">16519 6830 3850 0,'0'0'0'0,"0"0"0"0,0 3 0 0,0-1 0 0,2 4 0 0,1 4 0 0,4 2 0 0,-1-2 0 0,-1 3 0 0,4 4 0 0,-1 2 81 0,0 5-81 0,-1-2 0 16,-5 4 0-16,-1 0 0 0,-1-1 0 0,0 8 0 0,-7-5 0 16,-5 2 0-16,-4-4 0 0,0-2 0 0,2-4 0 15,-2 0 0-15,-2-1 0 0,-1-4 0 0,3-4-483 16,-2 1 97-16,4-5 165 0,5-1 96 0</inkml:trace>
  <inkml:trace contextRef="#ctx0" brushRef="#br0" timeOffset="47000.78">16829 6346 3931 0,'-2'0'0'0,"2"17"0"0,2-1 0 0,4-2 0 0,4 4 0 0,2 6 0 0,6 3 0 15,-2-3 0-15,3 3 0 0,2-2 0 0,1 0 0 0,4 5 0 0,-1 0 0 0,-1-1 0 0,-1-3 0 0,-5 0 0 16,1-1 0-16,-8-7 0 0,1 2-819 0,-1-8 351 16,-4-3 252-16</inkml:trace>
  <inkml:trace contextRef="#ctx0" brushRef="#br0" timeOffset="47190.84">17325 6135 3931 0,'0'-1'0'0,"0"1"0"0,0 0 0 0,-8 5 0 0,1 10 0 0,-2 7 0 0,0 7 0 0,-5 10 0 0,-4 6 0 0,-3 15 0 0,-4 2 0 0,0 6 0 0,1 1 0 15,-3 1 0-15,2 3 0 0,-3-2 0 0,-1 2 0 16,1-1 0-16,0 0 0 0,5-5 0 0,4-2 0 16,3-4 0-16,5-9 0 0,1-5 0 15,1 6-141-15,7-20 0 0</inkml:trace>
  <inkml:trace contextRef="#ctx0" brushRef="#br0" timeOffset="47373.08">17289 6822 3931 0,'-4'-4'0'0,"4"3"0"0,0 1 0 0,0 0 0 0,0 0 0 0,0 11 0 0,0 4 0 0,0 2 0 0,0 6 0 0,-2 7 0 0,0 0 0 0,-3 4 0 16,0 1 0-16,-3 1 0 0,0 0 0 0,3-3 0 15,1-3 0-15,2-7 0 0,0 0 0 0,2-7 0 16,0-7 0-16,0-1 0 0,2-6-460 0,9-2-143 0</inkml:trace>
  <inkml:trace contextRef="#ctx0" brushRef="#br0" timeOffset="47558.38">17531 6824 3931 0,'0'2'0'0,"0"7"0"0,0-1 0 0,0 0 0 15,0 1 0-15,0 1 0 0,0 1 0 0,0-2 0 0,2 0 0 0,0 3 0 0,0-1 0 16,-1 1 0-16,2 0 0 0,-3-1 0 0,0-1 0 0,0 2 0 0,0-3 0 0,0-3-418 0,-3 1-5 16,0-4 230-16,-3 2 122 15</inkml:trace>
  <inkml:trace contextRef="#ctx0" brushRef="#br0" timeOffset="47945.98">17779 6216 3594 0,'0'-17'0'0,"5"8"0"0,9-3 0 0,-1 0 0 0,1 0 0 0,0 4 0 0,7 0 0 0,4 0 0 0,1 0 0 0,3 2 0 0,0 3 139 0,5 0 59 0,0 2-198 16,0 1 0-16,-1 0 0 0,-2 0 0 0,-3 6 0 16,-4 3 0-16,-5 2 0 0,-2 4 0 0,-4 3 0 15,-8 7 0-15,-5 3 0 0,0 7 0 0,-14-2 0 16,-17 11 0-16,-4 4 0 0,-5 1 0 0,2 0 0 16,-1 0 0-16,6-7 0 15,-5 2 0-15,5-1 0 0,1-4 0 0,11-10 0 16,1-1 0-16,6-9 0 0,2-1 0 15,7-6 0-15,-1-1 0 0,6-3 0 0,0-5 0 0,0 1 0 16,4-4 0-16,13 0 0 0,3 0 0 0,5-6 0 0,1-3 0 16,2 0 0-16,2-3 0 0,2 2 0 15,2-4 0-15,0 3 0 0,0 0 0 0,-1-1 0 16,-1 3 0-16,-2 1 0 0,0-1-387 0,0 1-49 16,-7-1 190-16,7 0 109 0,-7-2-323 0,-5-1 212 15,-2 0 105-15,-5-2 53 0</inkml:trace>
  <inkml:trace contextRef="#ctx0" brushRef="#br0" timeOffset="48109.56">17940 6365 3256 0,'-14'-6'0'0,"5"4"0"0,3 1 0 0,2-2 0 0,4 0 0 0,1 2 0 0,17 1 0 0,8 0 0 0,2 0 0 0,4 1 0 0,9 8 503 16,0-2-331-16,-6-2-172 0,11 3 0 0,-5 1 0 0,-6-4-75 15,1 2 28-15,-1 2 41 0,-3-1-401 0,-2-1 217 16,2-1 113-16</inkml:trace>
  <inkml:trace contextRef="#ctx0" brushRef="#br0" timeOffset="48267.99">18634 6511 3931 0,'-6'17'0'0,"1"0"0"0,-3-1 0 0,2 1 0 0,1 5 0 0,1-1 0 0,2 0 0 0,1 2 0 0,-1-2 0 0,2 1 0 0,-2 1 0 16,2-5 0-16,-2 1 0 0,2-4 0 0,0-3 0 0,0-3-625 16,0-1 234-16,0-3 213 0,0-4-516 15,4-1 331-15</inkml:trace>
  <inkml:trace contextRef="#ctx0" brushRef="#br0" timeOffset="48466.53">18893 5971 3931 0,'22'-8'0'0,"1"5"0"0,0 2 0 0,-1 1 0 16,1 0 0-16,3 12 0 0,2 10 0 0,1 2 0 0,3 9 0 0,-2 6 0 0,-2 7 0 0,-3 3 0 0,-7 3 0 0,-3 5 0 0,-6 7 0 16,-7-8 0-16,-2 15 0 0,-2-7 0 0,-15-3 0 15,-3-3 0-15,-5-2 0 16,-3-9 0-16,-9 7 0 0,-5-7 0 0,-3-5-219 0,-6-4-147 15</inkml:trace>
  <inkml:trace contextRef="#ctx0" brushRef="#br0" timeOffset="48981.98">20139 6166 2790 0,'-21'-14'0'0,"8"7"0"0,7 5 0 0,5 2 0 0,1-2 0 0,1 2 0 0,19-2 0 0,14-2 0 0,10 0 0 0,16-3 0 0,4-2 608 0,3 1-284 16,6 1-132-16,6-3-175 0,1 3-17 0,-4-1 0 0,2-1 0 15,-7 3 0-15,-9 2 0 0,0 0 0 16,-4 2 0-16,-6 2-10 0,-5 0-252 0,-9 0 150 15,-5 2-940-15,-6 2 519 0,-6 5 255 0,-8-6 65 16</inkml:trace>
  <inkml:trace contextRef="#ctx0" brushRef="#br0" timeOffset="49181.52">20999 5836 2469 0,'-6'-9'0'0,"6"3"0"0,0 2 0 0,8-1 0 0,13 4 0 0,6 1 0 0,13 0 0 0,3 0 0 0,2 9 0 0,-4 2 0 0,12 4 156 0,-12 4-58 0,-9-2 304 16,2 1-182-16,-8 3-90 0,-8 0-37 0,-6 5-4 16,-8 1-25-16,-4 1-1 0,-4-1-313 0,-18 4 154 15,-10 3 63-15,-6-6 35 0,-3 0-431 0,-4 0 234 16,-2-1 57-16,-2-3-623 0,1 0 365 16,0-1 179-16,4-2 90 0,-4 3-217 15</inkml:trace>
  <inkml:trace contextRef="#ctx0" brushRef="#br0" timeOffset="49464.28">20407 6593 2915 0,'-31'23'0'0,"4"7"0"0,-1 8 0 0,9-8 0 0,0-1 0 0,8 3 0 16,7-3 0-16,4 0 0 0,0-3 0 0,7-2 0 0,12-1 765 0,4-7-514 0,4-2-251 0,3-1 0 0,2-6 0 0,1-3 0 15,5-4 0-15,-3 0 0 0,8-11 0 0,-8-9 0 16,-5 2 0-16,-5-7 0 0,-2-1 0 0,-9 1 0 15,-3-6-14-15,-10 2-36 0,-1 0-17 0,0-1 44 16,-12 2-177-16,-11-3 72 0,-7-1 49 0,0 7 1 16,-6 0 222-16,1 6-91 0,0 8-46 0,-1 4-9 15,1 4 228-15,1 3-86 0,1 0-77 0,1 15-55 16,3 6-8-16,5 1 0 16,4 5 0-16,2-1 0 0,7 2 0 0,7 0 0 0,4 1 0 15,0 0 0-15,8-1 0 0,12-4 0 16,7-1-801-16,4-2 306 0,3-4 228 0,5-5-662 15</inkml:trace>
  <inkml:trace contextRef="#ctx0" brushRef="#br0" timeOffset="49958.47">20869 6627 3931 0,'8'-2'0'0,"-6"2"0"0,-2 0 0 0,0 8 0 0,-4 15 0 0,-3 0 0 0,0 8 0 0,2 2 0 0,1 6 0 0,2-3 0 0,0 5 0 16,2-2 0-16,0-2 0 0,0-4 0 0,0 0 0 15,0-3 0-15,2-9 0 0,4-3 0 0,-1-4 0 16,0-5-63-16,-3-3-749 0,-1-4 425 0,-1-2 130 16,0-2 133-16,0-13-436 0,-8-6 252 0,-1-6 140 15,-2 0 119-15,-1-5 11 0,0-10 0 0,2 3 1 16,2 3 263-16,1-2-128 0,3 4-67 16,2-1-35-16,2 7 187 0,0 5-110 0,6 0-66 15,9 3 611-15,5 3-301 0,5 6-89 16,3 0-95-16,4 3 180 0,2 5-128 0,-2 3-78 15,2 0 67-15,-3 0-69 0,0 9-58 0,-5 2-47 16,-5 2 0-16,-5 2 0 0,-2 4 0 0,-9 0 0 16,-3 4 0-16,-2 0 0 0,-9 0 0 0,-10-2 0 15,-4 1 0-15,0-3 0 0,-4-2 0 0,8-6 0 16,-4 0 0-16,9-1 0 0,5-6 0 0,2 0 0 16,3-4 0-16,3 2 0 0,1-2 0 15,5 0 0-15,12 1 0 0,6-1 0 16,-3 2 0-16,3 1 0 0,-2 4 0 0,-1 2 0 15,-3 2 0-15,-2 3 0 0,-3 0 0 0,-7 4 0 16,-3 3 0-16,-2 3 0 0,-2 0 0 0,-10 0 0 16,-8 0 0-16,-1-3 0 0,0 2 0 0,-4-5 0 15,2 1 0-15,0-6 0 0,5-3 0 0,-3 0 0 16,5-5 0-16,0-1 0 0,4-4 0 16,0 0 0-16,3 0 0 0,1 0 0 15,0-4 0-15,8-13 0 0,0-5-22 0,0-12-401 16,14-4 189-16,7-6 97 0,4-10-1040 0</inkml:trace>
  <inkml:trace contextRef="#ctx0" brushRef="#br0" timeOffset="50080.8">21284 6631 2961 0,'34'-17'0'0,"-6"9"0"0,6-1 0 0,-2 3 0 0,-2 0 0 0,3 1 0 0,1 0 0 0,3 2 0 0,0 2 0 0,0 0 0 16,3-2 238-16,3 3-100 0,-4 0 97 0,-3 0-89 0,0 4-59 15,-1 3-921-15,-5 3 436 0,-11 2 217 16,0 0 110-16</inkml:trace>
  <inkml:trace contextRef="#ctx0" brushRef="#br0" timeOffset="50207.14">21675 6777 3931 0,'-35'11'0'0,"-4"1"0"0,5 0 0 0,4-6 0 0,12-2 0 0,6 0 0 0,3-2 0 0,6-2 0 0,3 2 0 0,3 1 0 0,20-2 0 16,5 0 0-16,6 3 0 0,2 0 0 0,3 2 0 0,8 1 0 0,-4 2 0 15,-1 4 0-15,-3-1 0 16,-2 5-422-16,-3-2-64 0</inkml:trace>
  <inkml:trace contextRef="#ctx0" brushRef="#br0" timeOffset="50567.89">22672 6203 2899 0,'-9'-10'0'0,"-2"9"0"0,1 1 0 16,-1 0 0-16,-4 7 0 0,-2 12 0 0,-6 10 0 0,4 8 0 0,-1 4 0 0,1 4 0 0,4 6 121 0,4-1 251 0,3 3-172 0,6 0-82 0,2-3 103 15,0-3-221-15,10-3 0 0,5-5 0 16,8 2 0-16,-1-5 0 0,2-10 0 0,3 2-340 16,1-5 64-16,0-6 166 0,1-4 70 15,-3-5-930-15,-1-5 416 0,0-3 258 0</inkml:trace>
  <inkml:trace contextRef="#ctx0" brushRef="#br0" timeOffset="50799.55">22727 6511 2817 0,'-9'-17'0'0,"5"6"0"0,1 1 0 0,3-3 0 0,5 0 0 0,17 4 0 0,6 3 0 0,6 2 0 0,4 4 0 15,1 0 0-15,8 2 251 0,-7 15-108 0,-3 2-52 0,-7-1 182 0,-3 7-118 16,-6 4-50-16,-7-2-38 0,-8 5-38 0,-6 2-29 15,-4 2 0-15,-17-3 0 0,-6-2 0 0,-10 2 0 16,-2-5 0-16,-5-3 0 0,3-4 0 0,2-6 0 0,5-4 0 16,-3-2 0-16,2-4 0 15,8-4 0-15,6-1-38 0,4 0-231 0,6 0 92 16,5-8 85-16,6-7-624 0,2-8 340 0,23-8 169 0,0 2 75 16,15-6-610-16</inkml:trace>
  <inkml:trace contextRef="#ctx0" brushRef="#br0" timeOffset="50958.56">23074 6454 2608 0,'7'-9'0'0,"0"3"0"0,-6 5 0 0,-1 1 0 0,-1 0 0 0,-19 12 0 0,1 9 0 0,-1 4 0 0,1 1 0 0,1 4 0 0,2 3 813 0,6-4-387 0,4-3-342 0,3 8-84 16,3-4 0-16,0-1 0 0,10-3 0 0,9-2 0 16,3-1 0-16,3-5 0 15,3-1 0-15,2-5 0 0,-1-2 0 0,-1-5-23 0,-3-3 9 16,5-2-972-16,-1 0 498 0,-3 0 96 0</inkml:trace>
  <inkml:trace contextRef="#ctx0" brushRef="#br0" timeOffset="51223.39">23283 6688 2629 0,'-13'-2'0'0,"5"0"0"0,0 0 0 0,5-1 0 0,3 2 0 0,0-1 0 0,2 0 0 0,10 0 0 0,11 2 0 0,2 0 0 0,-1 0 134 0,1 10 106 0,-5-1-92 16,3 2-59-16,-2 4-27 0,-7-1-20 0,-6 2-4 15,-2 4-1-15,-6-2 10 0,0 3-12 0,-10-3 2 16,-6 3 1-16,-7-3 146 0,0-2-73 0,5-4-51 16,-5 3-60-16,2-5 0 0,6 0 0 0,7-7 0 15,1 2 0-15,3-4 0 0,2 0 0 0,2-1 0 16,4 0 0-16,17 0 0 0,2 0 0 16,2-1 0-16,5-5 0 0,2-1 0 15,3-1 0-15,-1 1-195 0,-1-1-252 0,-1 0 138 16,-2 3-539-16,0-2 405 0,-1-1 203 0,-4 1 101 15,-4-1-471-15,-2-1 291 0</inkml:trace>
  <inkml:trace contextRef="#ctx0" brushRef="#br0" timeOffset="51358.78">23757 6818 2477 0,'2'-5'0'0,"1"1"0"0,-3 2 0 0,0 1 0 0,0-1 0 0,0 0 0 0,0 2 0 0,0 0 0 0,0 0 0 0,0 0 0 0,0 5 120 0,0 9 339 16,-5-1-216-16,2 4-102 0,-1 0-52 15,-3 0-19-15,0 1 1 0,1 1-24 0,-2-2-10 16,1-2-220-16,1-4 110 0,1-4 55 0,-2 1-604 15,4-3 339-15,-1-4 156 0,2-1-743 16,2 0 416-16</inkml:trace>
  <inkml:trace contextRef="#ctx0" brushRef="#br0" timeOffset="51533.81">23893 6371 3114 0,'4'-14'0'0,"0"6"0"0,3 2 0 16,1 3 0-16,-1 1 0 0,2 2 0 0,5 0 0 0,2 2 0 0,4 7 0 0,3 7 0 0,-2-2 733 0,4 3-649 0,-2 2-84 0,-1 1 0 16,0 4 0-16,1-2 0 0,-2 1 0 0,-3-1 0 0,0-2 0 0,-7-3 0 15,1 0-553-15,-2-4 106 0,-4 0 243 0,1-5 121 16,-3-1-991-16</inkml:trace>
  <inkml:trace contextRef="#ctx0" brushRef="#br0" timeOffset="51741.91">24375 6193 3419 0,'3'-11'0'0,"-1"4"0"0,0 3 0 0,-2 1 0 0,0 3 0 0,0 0 0 16,0 22 0-16,0 6 0 0,-9 11 0 0,-3 6 0 0,-6 16 135 0,2-1 242 0,-5 7-377 0,2-7 0 16,-5 15 0-16,0-5 0 0,-3-3 0 0,3-1 0 15,0-3 0-15,4-8 0 0,-2 11 0 0,7-15 0 16,0 3 0-16,2-4 0 0,-1-5 0 0,5-10 0 15,2-1-313-15,2-14 50 0,5-8 126 0,0-5-531 16,0-7 313-16,1 0 148 0</inkml:trace>
  <inkml:trace contextRef="#ctx0" brushRef="#br0" timeOffset="51969.96">24209 6865 2084 0,'15'-27'0'0,"3"2"0"0,5 4 0 0,4 1 0 0,-1 5 0 0,6 1 0 0,2 5 0 0,1 2 0 0,1 5 0 0,-5 2 0 0,1 0 371 0,-9 4-158 15,4 10-93-15,-15 2-41 0,0 2 177 0,-6 5-109 16,-6 3-55-16,0-1 198 0,-18-1-131 0,-3 0-61 16,-4-1-76-16,-2-2-22 0,3-3 0 0,3-5 0 15,3-1 0-15,6-4 0 0,3-1 0 0,1-5 0 16,5-1 0-16,3-1 0 0,0 0 0 16,2 0 0-16,13 0 0 0,9 0 0 15,2-4 0-15,1-6 0 0,3 3 0 0,0-4 0 16,2 3 0-16,0-4-612 0,-2 3 56 0,0 0 250 15,2 1-695-15</inkml:trace>
  <inkml:trace contextRef="#ctx0" brushRef="#br0" timeOffset="52117.14">24911 6847 3379 0,'2'0'0'0,"2"0"0"0,-4 0 0 0,3 0 0 0,-3 0 0 0,0 0 0 0,0 0 0 0,0 2 0 0,0 5 0 0,0 5 0 0,0 3 552 0,-3 3-552 0,-1 1 0 0,-1 2 0 16,-6 3 0-16,4-4 0 0,-2-1 0 0,2 2 0 15,-1-4 0-15,2-2 0 0,1-5 0 0,1-3-533 16,0-3 106-16,3-1 228 0,1-3-923 0</inkml:trace>
  <inkml:trace contextRef="#ctx0" brushRef="#br0" timeOffset="52428.59">25028 6334 2879 0,'11'-17'0'0,"6"0"0"0,3 1 0 0,1 0 0 0,4 5 0 0,3 0 0 0,6 3 0 0,2 1 0 0,8-1 0 0,-2 5 0 0,1-1 113 0,-1 2 357 15,-5 0-216-15,-2 2-100 0,-3 0-93 0,-11 0-61 0,-2 9 0 16,-6 3 0-16,-5 2 0 0,-7 7 0 0,-1 8 0 16,-19 5 0-16,-7 1 0 0,-8 5 0 0,-2 1 0 0,1 2 0 15,1-4 0-15,4 2 0 16,9-11 0-16,1 5 0 0,6-5 0 0,9-7 0 0,0 0 0 15,5 0 0-15,0-5 0 0,0-2 0 16,5-5 0-16,9 0 0 0,4-1 0 0,7-4 0 0,-2-5 0 16,4-1 0-16,-1 0 0 0,-5 0 0 15,4 0 0-15,-4 0 0 0,-1-1 0 0,-3-5 0 16,-4 1-192-16,-4-2 16 16,-1-4 78-16,-2-2-962 0,-5-2 512 0</inkml:trace>
  <inkml:trace contextRef="#ctx0" brushRef="#br0" timeOffset="52580.07">25260 6445 2958 0,'-34'-7'0'0,"12"3"0"0,11 2 0 0,-2 0 0 16,5 2 0-16,4 0 0 0,4 0 0 0,2 0 0 0,17 0 0 0,6 8 0 0,5 1 760 0,4 0-547 0,8 3-213 0,1 1 0 0,1-4 0 16,-3 1 0-16,-6 1 0 0,5-2 0 15,-4 3 0-15,-2-3 0 0,0-2-360 0,-4 1 117 16,-2-1 140-16</inkml:trace>
  <inkml:trace contextRef="#ctx0" brushRef="#br0" timeOffset="52817.97">25736 6595 2785 0,'0'-7'0'0,"11"5"0"0,2 1 0 0,0-2 0 0,0 1 0 0,1 2 0 0,2 0 0 0,0 6 0 0,-4 5 0 0,2 2 0 0,-7 4 192 16,1 3-78-16,-8 4 210 0,0 1-149 15,0 0-69-15,-11 1 103 0,-13 0-183 0,0 1-26 0,-4-3 0 16,2-1 0-16,0-2 0 0,7-6 0 0,3-2 0 16,7-6 0-16,4 1 0 0,1-5 0 0,4 3 0 15,2-6 0-15,21 0 0 0,11 0 0 16,-1-2 0-16,14-5 0 0,-3-6 0 0,6 0 0 0,3-4 0 16,-1 0-22-16,-2 0-51 15,-1-2-554-15,-1-1 296 0,-3-3 148 0</inkml:trace>
  <inkml:trace contextRef="#ctx0" brushRef="#br0" timeOffset="53024.54">26382 6020 3931 0,'13'-15'0'0,"10"14"0"0,3-1 0 0,-4 2 0 0,1 0 0 0,0 7 0 0,1 12 0 0,0 3 0 0,0 14 0 0,-4 6 0 0,-2 8 0 0,-6 5 0 0,-3 11 0 0,-7-5 0 15,-2 5 0-15,-2-2 0 0,-15-8 0 0,-11 16 0 16,-4-8 0-16,-4-5 0 0,-3 2 0 0,-1 0 0 16,-5-4 0-16,-5 2 0 0,0-3 0 0,0-5 0 15,-3 1-349-15,8-5-146 0</inkml:trace>
  <inkml:trace contextRef="#ctx0" brushRef="#br0" timeOffset="53162.61">26819 7583 350 0,'-3'-2'0'0,"14"14"2015"0,6-1-1008 0,-15-11-504 0,-2 0-1285 0,-28 5 378 0,-6 7 184 0</inkml:trace>
  <inkml:trace contextRef="#ctx0" brushRef="#br0" timeOffset="55835.78">12141 8807 2733 0,'-14'0'0'0,"2"0"0"0,6 0 0 0,4 3 0 0,1-2 0 0,1-1 0 0,0 0 0 0,1 0 0 0,22 0 0 0,9-1 0 0,7-7 630 0,7-4-295 16,4 1-148-16,1 0-141 0,2 0-46 0,-1 3 0 0,-3 1 0 0,-3 2 0 15,2-1 0-15,-9 2 0 0,8 2 0 16,-11 1 0-16,0 1 0 0,-3 0 0 16,-4 0 0-16,-7 0 0 0,1 0 0 0,-7 0 0 15,-2 0 0-15,-1 0-93 0,-4 0-105 0,1 0-847 16,-3-3 509-16,-1-6 248 0,-4-8 125 0</inkml:trace>
  <inkml:trace contextRef="#ctx0" brushRef="#br0" timeOffset="56068.23">12764 8428 3454 0,'-18'-4'0'0,"1"2"0"0,4 1 0 0,-1 1 0 0,7 0 0 0,2 0 0 0,5 0 0 0,0 0 0 15,7 5 0-15,19 5 0 0,10 0 303 0,6-2-132 0,1 2-168 0,6-2-3 0,1 2 0 16,1 0 0-16,0-1 0 0,-4 1 0 0,-10-1 0 15,1 4 0-15,-4-1 0 0,-9 3 0 16,-7-3 0-16,-3 4 0 0,-7 0 0 0,-7 0 0 16,-1 1 0-16,-9 6 0 0,-13 0 0 15,-12 4 0-15,0 0 0 0,-4 0 0 0,4-2 0 0,-9 5 0 16,8-6 0-16,7-1 0 16,-3-1 0-16,5 1 0 0,5-2 0 0,-1 1 0 15,1 3 0-15,4-1-1128 0,1 4 508 0</inkml:trace>
  <inkml:trace contextRef="#ctx0" brushRef="#br0" timeOffset="56939.37">12235 9260 2764 0,'0'-9'0'0,"0"5"0"0,0 2 0 0,0 2 0 0,0 0 0 0,0-2 0 0,0 2 0 0,0 0 0 0,0 0 0 0,0 0 0 0,-4 8 197 0,1 5 120 0,-3 2-140 0,1 3-59 16,-3 7 240-16,0 3-358 0,1 3 0 0,-2 5 0 0,-5 4 0 15,3-4 0-15,-4 11 0 16,0-2 0-1,0 0 0-15,-2 3 0 0,-2-2 0 0,5-5 0 0,-6 8 0 0,4-7 0 16,1-1 0-16,5-9 0 0,-1 3 0 0,1-3 0 0,3-2 0 16,0-3 0-16,2-7 0 0,2 0 0 15,-1-2 0-15,2-6 0 0,0-2 0 16,1 0 0-16,1-5 0 0,0-3 0 0,0-2-262 0,0 0-741 16,1 0 487-16,8-13 239 0,7-11 119 15,0-8 60-15</inkml:trace>
  <inkml:trace contextRef="#ctx0" brushRef="#br0" timeOffset="57196.7">12173 9288 2967 0,'4'-22'0'0,"-3"6"0"0,6-2 0 0,-5 3 0 0,0 8 0 0,-1 0 0 0,-1 4 0 15,2 1 0-15,0 2 0 0,2 0 0 0,3 0 67 0,3 4 530 0,1 9-297 0,0 4-300 0,4 4 0 16,0 5 0-16,2 5 0 0,1 7 0 0,2 2 0 0,-5-4 0 0,5 12 0 15,-3-5 0-15,0 3 0 0,-2-1 0 16,0-4 0-16,-1-3 0 0,-2 7 0 0,0-6 0 16,-1-3 0-16,-2-1 0 0,1 1 0 15,-2-4 0-15,-1-2 0 0,-2-6 0 0,1-1 0 16,-3-6 0-16,0-4 0 0,-1-2 0 0,0-1 0 16,-2-4-348-16,0-1-66 15,0 1 187-15,0-2 94 0,-4-1-674 0,-6-1 388 0,-3-1 190 0</inkml:trace>
  <inkml:trace contextRef="#ctx0" brushRef="#br0" timeOffset="57369.17">12100 9797 3604 0,'-11'-5'0'0,"5"1"0"0,2 2 0 0,4 0 0 0,0 0 0 0,0 1 0 0,0-4 0 0,7 2 0 0,13-1 0 0,2 0 0 0,7-1 327 0,3-1-327 0,1 2 0 0,1 0 0 15,3 3 0-15,-1-1 0 16,2 2 0-16,0 0 0 0,-1 0-68 0,7 9 36 0</inkml:trace>
  <inkml:trace contextRef="#ctx0" brushRef="#br0" timeOffset="58192.04">27606 6157 2481 0,'-4'-12'0'0,"1"6"0"0,-4 2 0 0,0 0 0 0,2 1 0 0,-1 1 0 0,2 0 0 0,1 0 0 0,1 0 0 0,-1 2 0 0,3 0 197 0,0 0 422 15,10 0-291-15,15 0-144 0,10 0-73 0,1 0-100 0,17 0-11 16,8 0 0-16,-3-2 0 16,-4-1 0-16,4-2 0 0,-4 4 0 0,-3-1 0 0,-2 0 0 0,-6 2 0 15,-7 0 0-15,-1 0 0 16,-8 0 0-16,-4 2 0 0,-1 4-134 0,-7-1-333 16,-7-1 228-16,3 2 32 0,-7-3-652 0,-4 1 415 15,3-1 203-15,-3-2 101 0</inkml:trace>
  <inkml:trace contextRef="#ctx0" brushRef="#br0" timeOffset="58411.63">28165 5950 2528 0,'-15'-10'0'0,"9"4"0"0,-2-1 0 0,2 1 0 0,6 3 0 0,0 1 0 0,2-2 0 0,15 4 0 0,7 0 0 0,8 0 0 16,8 0 138-16,-1 9-50 0,-6 1 340 0,13 2-200 0,-14 2-95 15,0 2 75-15,-6 2-85 16,-3 0-66-16,-11 1-57 0,2 5 0 0,-11 1 0 0,-3-2 0 0,-3 3 0 15,-16 0 0-15,-6 0 0 0,-8 3 0 0,1-5-159 16,4-3 98-16,-4 1 49 16,2-1-38-16,2 0-541 0,0 1 240 0,-1-4 156 0,5-1-415 15,-2 3 286-15,2-2 142 0,-5 3 63 0,3-3-369 16,-4 2 224-16,-4-6 113 0</inkml:trace>
  <inkml:trace contextRef="#ctx0" brushRef="#br0" timeOffset="58687.39">27762 6595 2248 0,'-45'17'0'0,"-3"4"0"0,1 3 0 0,-1-2 0 0,3 3 0 0,8 0 0 0,9 2 0 0,0-1 0 0,8 1 0 0,8 3 0 0,6-1 184 0,6-1-72 16,0 0 477-16,11 0-266 0,10-3-147 0,6-1 123 15,3-5-299-15,5-3 0 0,0-1 0 0,3-7 0 16,-1-4 0-16,0-4 0 0,-2 0 0 0,-1-2 0 16,-2-8 0-16,-10-5 0 0,3-3 0 0,-7-3 0 15,-6 1 0-15,-1-3 0 0,-7 3-11 0,-2-5-58 16,-2-3-39-16,0 1 126 0,-10-1-44 0,-5 0-1 15,-2 0-40-15,-1 1 255 0,-1 2-100 0,-4 6-74 32,3-1-14-32,-3 8 0 0,3 4 0 0,-1 2 0 0,-2 5 0 0,0 1 0 15,0 0 0-15,1 7 0 0,4 6 0 0,1 4 0 16,0 4 0-16,8-2-100 0,2 4-194 0,4-2 116 16,3 1 79-16,3 1-737 0,13-3 399 0,9-4 200 15,5-2-233-15</inkml:trace>
  <inkml:trace contextRef="#ctx0" brushRef="#br0" timeOffset="58866.5">28175 6646 3239 0,'2'0'0'0,"-2"1"0"0,-2 9 0 0,-13 0 0 15,-1 5 0-15,-3 3 0 0,2 3 0 0,-1 4 0 0,1 1 0 0,3 2 0 0,-2 0 389 0,3 0-175 0,3 2-125 0,3-5-255 0,-4 5 78 16,6-4 64-16,1-5 31 0,1 0-702 0,-2-5 367 15,5-5 193-15,0-1 82 0,0-3-341 0,0-4 64 16,0-3 158-16,5-3-27 0</inkml:trace>
  <inkml:trace contextRef="#ctx0" brushRef="#br0" timeOffset="59200.48">28120 6711 2273 0,'7'-29'0'0,"1"6"0"0,-1 2 0 0,-2 3 0 0,3 5 0 0,-1 3 0 0,1 3 0 0,2 5 0 0,7 2 0 0,-4 0 0 0,7 15 117 0,-3 7 401 0,-1 5-239 0,-2 7-121 15,-1 1 254-15,0 6-238 0,-6-6-174 0,4 3 0 16,-6-2 0-16,2 0 0 0,-1-9 0 0,-3 4 0 16,0-10 0-16,3 0 0 15,-4-8 0-15,3-2 0 0,-3-6 0 0,0-1 0 16,1-4 0-16,4 0 0 0,4-13 0 0,-2-10 0 16,1-2 0-16,4-5-16 0,0-8-91 0,2 0 42 15,-4 4-67-15,3-1 47 0,-3 3-10 0,-2 1 57 16,1 8 223-16,-1 1-110 0,-1 8-46 0,-6 4-37 15,1 5 265-15,2 1-257 16,-1 4 0-16,5 0 0 0,-3 9 0 0,1 8 0 0,1 8 0 16,1 1 0-16,1 2 0 0,-1 2 0 0,0 2 0 0,2-2 0 15,-1 1 0-15,0 0 0 16,0-4 0-16,3-2 0 0,-6-4 0 0,5 0 0 16,-3-4 0-16,1-2-18 0,-4-2-193 0,0-6-287 15,0 3 230-15,1-6 105 0,2-1-648 0,0-3 386 16</inkml:trace>
  <inkml:trace contextRef="#ctx0" brushRef="#br0" timeOffset="59354.63">28944 6522 2743 0,'0'-9'0'0,"0"2"0"0,4-2 0 0,8 2 0 0,-1 1 0 0,5 1 0 0,1 3 0 0,-1 0 0 0,4 2 0 0,-1 0 0 0,0 0 96 0,1 0-266 0,0 4 104 0,-3 6 61 15,1 0-333-15,-5 2 188 0,-6 3 94 0</inkml:trace>
  <inkml:trace contextRef="#ctx0" brushRef="#br0" timeOffset="59501.51">29006 6736 2550 0,'-16'7'0'0,"7"-1"0"0,4-2 0 0,-1 0 0 0,4-4 0 0,2 2 0 0,2-1 0 0,11 1 0 0,8 3 0 0,-2-2 0 0,10 2 173 0,0-1-68 16,2 2-33-16,0-3-589 0,2-2 287 0,1 0 129 0,-4 1 70 16,-2-2-821-16</inkml:trace>
  <inkml:trace contextRef="#ctx0" brushRef="#br0" timeOffset="59716.77">29701 6317 3309 0,'0'-15'0'0,"-7"8"0"0,-8 4 0 0,-3 0 0 0,-3 3 0 0,-3 0 0 0,2 15 0 0,2 6 0 0,5 4 0 0,4 10 0 0,2 3 409 0,3 9-196 0,4-2-213 0,2 1 0 16,0-1 0-16,2-1 0 0,8-8 0 0,3 1 0 16,2-1 0-16,3-6 0 0,1-2 0 0,2-6 0 15,-3-2 0-15,6-1-62 0,1-9-276 0,-7-4 164 16,7-2 102-16,-4-4-979 0,-2 0 497 15,3 0 263-15</inkml:trace>
  <inkml:trace contextRef="#ctx0" brushRef="#br0" timeOffset="59942.25">29851 6548 2760 0,'0'-20'0'0,"-2"1"0"0,2 1 0 0,0 4 0 0,0 3 0 0,0 4 0 0,0 1 0 0,13 2 0 16,2 2 0-16,10 2 0 0,-1 2 456 0,6 9-214 0,0 6-102 0,-1 3-51 0,-3 3 155 0,0 2-244 0,-6 1 0 0,-6 0 0 15,-5 2 0-15,-5 0 0 0,-4-2 0 0,-2 1 0 16,-16-2 0-16,-5-3 0 16,-3-2 0-16,-8-3 0 0,1-3 0 0,-2-5 0 0,1-4 0 15,4-1 0-15,2-4 0 0,13 0 0 16,-7 0 0-16,14 0 0 0,-1 0 0 0,6-9 0 16,3-6-185-16,10-1-278 0,22-9 212 0,-4 1-332 15,12-9 278-15,4 0 133 0</inkml:trace>
  <inkml:trace contextRef="#ctx0" brushRef="#br0" timeOffset="60093.25">30235 6430 3242 0,'7'-9'0'0,"-7"3"0"0,2 2 0 0,-2 2 0 0,-7 2 0 0,-6 0 0 0,-5 0 0 0,-1 14 0 0,1 4 0 0,1 3 0 0,5 6 496 16,1 2-303-16,3 3-193 0,4 0 0 0,3 2 0 16,1 0 0-16,0 0 0 0,5-2 0 0,11-2 0 15,-1-3 0-15,9 0 0 0,0-6 0 0,5-3 0 16,2-3 0-16,1-4-1065 0,1-5 373 0,-3-2 333 15</inkml:trace>
  <inkml:trace contextRef="#ctx0" brushRef="#br0" timeOffset="60251.2">30585 6727 3560 0,'2'-6'0'0,"-2"3"0"0,0 2 0 0,0 0 0 0,0-1 0 0,0-1 0 0,0 3 0 0,0 0 0 0,-2 3 0 0,-6 10 0 16,-1 1 121-16,-4 5-41 0,0 0 90 0,0-1-170 15,-6 6 0-15,6-10 0 0,-2 5 0 0,0-2 0 0,5-2 0 0,3-3-279 16,-1-3-104-16,3-2 211 0,5-1-395 16,0-4 190-16</inkml:trace>
  <inkml:trace contextRef="#ctx0" brushRef="#br0" timeOffset="60413.47">30665 6532 2886 0,'5'-12'0'0,"0"8"0"0,1 3 0 0,0-1 0 0,2 2 0 0,2 0 0 0,2 0 0 0,5 9 0 0,2 1 0 0,-5 3 0 0,6 2 96 0,-2 2 405 0,1-1-232 16,-3-2-106-16,3 2-473 15,0-3 174-15,-2 1 88 0,1-1 42 0,-1-4-862 16,-4 1 463-16,-1-6 216 0</inkml:trace>
  <inkml:trace contextRef="#ctx0" brushRef="#br0" timeOffset="60593.6">31175 6388 3122 0,'8'-13'0'0,"-3"6"0"0,0 2 0 0,-3 2 0 0,1 3 0 0,-3 8 0 0,-8 20 0 0,-14 10 0 0,-8 12 0 0,1 4 0 0,-8 3 151 16,-2 4-47-16,-7 1 450 0,-3 2-554 0,1-3 0 16,-5 2 0-16,6-1 0 0,3 1 0 0,3-1 0 15,4-3 0-15,2-4 0 0,5 1 0 0,4-12 0 16,4-2 0-16,6-1-156 0,2-7 17 0,11-12-683 15</inkml:trace>
  <inkml:trace contextRef="#ctx0" brushRef="#br0" timeOffset="60765.51">31207 6928 3217 0,'16'-17'0'0,"3"17"0"0,-3 0 0 0,-14 0 0 0,-2 0 0 0,0 0 0 0,0 9 0 0,-5 5 0 0,-10-3 0 0,0 4 0 0,-3-1 286 15,-1 7-125-15,-1-2-63 0,7-2-177 0,-7 0 52 16,5-2 32-16,4-2-609 0,5-7 320 0,1-2 169 16,2 1 71-16,3-5-458 15,0 0 254-15</inkml:trace>
  <inkml:trace contextRef="#ctx0" brushRef="#br0" timeOffset="61023.78">31558 6497 2679 0,'33'-22'0'0,"2"9"0"0,12 0 0 0,3-1 0 0,-2 3 0 0,-11 8 0 0,1 0 0 0,-1 3 0 0,-7 0 0 0,-7 3 0 0,-5 10 213 0,-4 6-89 0,-14 7 238 0,0 4-154 16,-9 7-91-16,-24 2 111 0,-10 5-228 0,-4-2 0 16,-6-2 0-16,11-4 0 0,-2 2 0 0,5-2 0 15,12-6 0-15,1 2 0 0,7-2 0 0,10-8 0 16,0 3 0-16,9-2 0 0,0-5 0 0,0-1 0 15,17-4 0-15,1-4 0 0,14-1 0 0,0-5 0 16,3-3 0-16,4 0 0 0,-4 0-34 0,0 0-312 16,-3-3 162-16,-7-3 50 15,-5-3-893-15,-2-4 495 0,-11-6 248 0</inkml:trace>
  <inkml:trace contextRef="#ctx0" brushRef="#br0" timeOffset="61142.11">31656 6772 3007 0,'-21'-12'0'0,"12"9"0"0,6 2 0 0,0-2 0 0,3 2 0 0,0-2 0 0,6 1 0 0,10 2 0 0,7 0 0 0,3 0 0 0,3 0 235 0,2 2 40 16,3 5-120-16,-1-1-51 0,2 2-38 0,-5-3-918 0,0 2 444 0,-2-6 222 15</inkml:trace>
  <inkml:trace contextRef="#ctx0" brushRef="#br0" timeOffset="61321.56">32281 6499 3921 0,'37'-22'0'0,"6"20"0"0,9 2 0 0,-1 15 0 0,-16 1 0 0,-8 7 0 0,-12 5 0 0,-9 8 0 0,-4 2 0 0,-2 5 0 0,-7 4 10 0,-21 11-10 0,-2-9 0 0,-16 11 0 16,-1-9 0-16,-3-2 0 0,-3-4 0 0,1-2 0 16,7-5 0-16,-2 0 0 0,4-7 0 0,13-2 0 15,2-3-998-15,15-10 319 0,7-6 266 0</inkml:trace>
  <inkml:trace contextRef="#ctx0" brushRef="#br0" timeOffset="61449.41">32348 7335 2324 0,'0'-9'0'0,"-2"9"0"0,2 0 0 0,-3 0 0 0,-19 0 0 0,-5 0 0 0,-6 0 0 0,-2 0 0 16,0-2 0-16,-3 2 0 0</inkml:trace>
  <inkml:trace contextRef="#ctx0" brushRef="#br0" timeOffset="62290.4">12943 9222 389 0,'0'0'0'0,"0"2"0"0,-2 13 0 0</inkml:trace>
  <inkml:trace contextRef="#ctx0" brushRef="#br0" timeOffset="62365.62">12897 9457 3772 0,'-16'49'0'0,"2"2"0"16,-4-2 0-16,0 0 0 0,-1-1 0 0,0-1 0 0,4-5 0 0,-4 3 0 0,6-9 0 0,0-1 0 0,2-3-84 0,3-11 35 0,1-1-444 0</inkml:trace>
  <inkml:trace contextRef="#ctx0" brushRef="#br0" timeOffset="62468.12">12803 9460 389 0,'3'-47'0'15,"3"5"-46"-15,-2 8 0 0,-3 10 46 0,3-1 0 0,-2 12 534 0,1 2-239 0</inkml:trace>
  <inkml:trace contextRef="#ctx0" brushRef="#br0" timeOffset="62778.28">12856 9253 3931 0,'18'13'0'16,"-1"8"0"-16,5 9 0 0,-1 7 0 0,2 6 0 0,-5 7 0 0,3 11 0 0,-8-11 0 0,2 5 0 0,-4 1 0 0,1-3 0 0,-3-4 0 0,2-4 0 0,-1-11 0 0,-1-1 0 0,0-8 0 16,-1-2 0-16,0-11 0 0,-5-2 0 15,3-5 0-15,-1-5 0 0,1 0 0 0,4-15 0 0,-1-10 0 16,0-8 0-16,1-2 0 0,3-10 0 0,-2-2 0 15,3-1 0-15,-2-5 0 0,2 0 0 0,-1 2 0 16,0 4 0-16,-4 9 0 16,2 3 0-16,-2 5 0 0,0 11 0 0,-6 6 0 0,3 3 0 15,-4 4 0-15,1 5 0 16,3 1 0-16,2 1 0 0,-1 15 0 0,4 8 0 0,1 2 0 16,-1 7 0-16,6 6 0 0,0-3 0 0,-4-2 0 15,7 7 0-15,-2-3 0 0,0-2 0 0,-3-4 0 16,4 1 0-16,-2-1 0 0,0 0 0 0,-2-2 0 15,-2-2 0-15,-1-4 0 16,-3-1 0-16,0-3 0 0,-1-1 0 0,-1-3 0 16,-3-4 0-16,-1-1 0 0,1-3 0 0,0-2-327 15,0-3 93-15,2-3-685 0,-1 0 440 16,8-11 220-16</inkml:trace>
  <inkml:trace contextRef="#ctx0" brushRef="#br0" timeOffset="62871.83">13911 9388 389 0,'2'-7'0'0,"3"1"0"0,1 0 480 0,1-2-239 0,5 1-121 0</inkml:trace>
  <inkml:trace contextRef="#ctx0" brushRef="#br0" timeOffset="62943.02">14057 9328 2398 0,'28'-2'0'0,"2"2"0"0,2 0 0 0,-7 0 0 15,6 3 0-15,-2 8 0 0,-3 4 0 0,-3 1 0 0,-5 3 0 0,-2-1 0 0</inkml:trace>
  <inkml:trace contextRef="#ctx0" brushRef="#br0" timeOffset="63087.89">14048 9678 3696 0,'-19'7'0'0,"2"6"0"0,4-4 0 0,5-3 0 0,4-2 0 0,4-3 0 0,0 1 0 0,6-2 0 0,15 2 0 0,5-2 0 0,3 0 176 0,3 0-117 0,1 0-59 15,1 0 0-15,-2 0 0 0,2 2-383 0,-3 0 207 0,0 2 107 16,-1 1 55-16,-8 0-965 0,8 7 494 0</inkml:trace>
  <inkml:trace contextRef="#ctx0" brushRef="#br0" timeOffset="64757.05">15143 8927 2517 0,'-15'-3'0'0,"2"3"0"0,6 0 0 0,0 0 0 0,5 0 0 0,0 0 0 0,2 0 0 0,0 0 0 0,0 2 0 0,11-1 0 0,7 1 107 0,8-2-39 0,4 0 362 0,9 0-196 16,3 0-97-16,3 0 301 0,6-5-438 16,3-2 0-16,12-3 0 0,-4-2 0 0,8 4 0 0,2-2 0 15,4 2 0-15,-3 1 0 0,0 3 0 16,-1-1 0-16,-1 1 0 0,-5 2 0 0,-12 0 0 16,5 0 0-16,-3 1 0 0,-8 1 0 0,-7 0 0 0,-4 0 0 15,-9 0 0-15,0 0 0 0,-8 0 0 16,-2 0 0-16,-7 0-14 0,-4 0-175 0,-2 0-497 15,-4 0 328-15,-1 0 159 0,0 0-158 16,0 0 158-16,-13 0 80 0,-2 0 29 16,0 0 11-16,-5-6-515 0</inkml:trace>
  <inkml:trace contextRef="#ctx0" brushRef="#br0" timeOffset="64985.83">16183 8552 2485 0,'-18'0'0'0,"-1"8"0"0,8-3 0 0,2-1 0 0,0-1 0 0,7 2 0 0,2-1 0 0,2 1 0 0,21 6 0 0,11-1 0 0,3 3 533 0,9 0-246 0,2 4-114 0,1 2 278 16,0 1-449-16,-2 3-2 0,-3-1 0 15,-9-2 0-15,6 7 0 0,-13-6 0 0,1 2 0 0,-8-1 0 16,-7-3 0-16,-5 0 0 0,-5 2 0 0,-4-1 0 16,-2 4 0-16,-18-2 0 0,-10 3 0 0,-2-6 0 15,-10 5 0-15,-1-1 0 0,1-1 0 0,-4-1 0 16,3 2-23-16,-4-1-450 0,2 1 221 15,0 1 107-15,-2 2-344 0,0 1 225 16,-2 0 112-16,2 1 47 0</inkml:trace>
  <inkml:trace contextRef="#ctx0" brushRef="#br0" timeOffset="65314.75">15455 9566 2271 0,'-23'4'0'0,"-2"4"0"15,5 1 0-15,-1 0 0 0,0 1 0 0,5 3 0 0,2 2 0 0,3 4 0 0,2 0 0 0,3 7 0 0,2 4 181 0,4 0 487 0,0-2-315 0,0 2-156 0,4 0-79 16,8-2 25-16,2-1-143 16,4-5 0-16,-2 0 0 0,5-5 0 0,2-3 0 0,-5-7 0 15,5-1 0-15,3-6 0 0,-1 0 0 0,-5-2 0 16,1-11 0-16,-4-3 0 0,1-6 0 0,-4-2 0 16,-3-3 0-16,-2 2 0 0,-2-6 0 0,-4 1 0 15,-1-2 0-15,-2-3 0 0,0-2 0 0,-5 2 0 16,-6-1 0-16,1 2 0 0,-6 7 0 15,1 4 0-15,0 8 0 0,-3 0 0 0,-1 5 0 16,-1 7 0-16,-3 1 0 16,2 2 0-16,-4 2 0 0,3 9 0 0,7 2 0 0,-3 3 0 15,2 0 0-15,-1 5 0 0,6-5 0 0,2 5 0 16,0-2 0-16,4 2 0 16,1-3-72-16,4-1-313 0,0 3 173 0,2-4-299 0,10-1 225 15,6-2 129-15,7-3-673 0</inkml:trace>
  <inkml:trace contextRef="#ctx0" brushRef="#br0" timeOffset="65890.33">15926 9425 3426 0,'-2'0'0'0,"-3"3"0"0,-3 11 0 0,2 1 0 0,-3 4 0 0,3 4 0 0,-1 0 0 0,-1 6 0 16,-1 3 0-16,1 2 0 0,1 0 324 0,-3 0-143 0,5 1-181 0,-3-3 0 0,3 0 0 0,1-2 0 15,1-1 0-15,0-7 0 0,-1-2 0 16,2 0-335-16,2-7 61 0,0-5 156 0,0 0 78 16,0-6-721-16,0-2 371 0,0 0 118 0,0-7 121 15,2-16-227-15,5-3 170 0,2-6 85 0,0-9 43 16,-2 5-113-16,3-17 82 0,-3 4 37 0,1 1 62 16,-1-1-26-16,1 6 0 15,-2 9 78-15,-1 4-34 0,-1 7 1 0,1 5-45 16,-3 6 434-16,3 5-217 0,-2 1-84 0,5 6-58 0,-3 0 647 15,4 6-323-15,3 14-162 0,-3 5-80 16,4 5 423-16,-1 3-256 0,-1 2-125 0,1 0 325 16,-2 3-450-16,1-1-36 0,1-3 0 0,-1 0 0 15,-2-6 0-15,3-1 0 0,-3-7 0 0,0-2 0 16,1-2 0-16,-4-5 0 0,-1-3 0 0,-1-5 0 16,0 1 0-16,-3-4 0 0,3 0 0 0,3 0 0 15,-2-11 0-15,2-10 0 0,2-3 0 0,1-5 0 16,1-2 0-16,2-4 0 15,1-3 0-15,0 3 0 0,0 2 0 0,1 3 0 16,-2 4 0-16,-2 7 0 0,0 3 0 0,-3 3 0 16,-2 6 0-16,-3 3 0 0,1 2 0 0,2 2 0 15,-1 0 0-15,1 10 0 0,0 11 0 0,-1 3 0 16,3 4 0-16,-1 2 0 0,1 4 0 0,3 0 0 16,-2 1 0-16,3-1 0 0,-1-2 0 0,3-2 0 15,-3 0 0-15,1-3 0 0,2-3 0 0,-5-3 0 16,2-3 0-16,-1-1 0 0,-1-2 0 0,-3-2 0 15,-1-3 0-15,2 1 0 16,-4-4 0-16,-1 3-372 0,0-4 155 0,-2 1 89 16,0-3-619-16,0 0 344 0,0-2 188 0,0-2 88 15,0 0-291-15</inkml:trace>
  <inkml:trace contextRef="#ctx0" brushRef="#br0" timeOffset="66098.56">16732 9649 3682 0,'0'0'0'0,"0"-2"0"0,0-1 0 0,0-4 0 0,0 0 0 0,8 1 0 0,8 1 0 0,5-1 0 0,7 3 0 0,4-1 0 0,2 2 199 16,2 0-149-16,-1 2-50 0,-2 0 0 0,1 0 0 0,-4 0 0 0,0 0 0 0,-2 0 0 16,-7 2 0-16,2 1 0 0,-5 0 0 15,0 0 0-15,-7 1 0 0,-2-2 0 0,-1 1-112 16,-3 1-2-1,-1-1-906-15,-2 0 490 0,0-1 247 0,0 0 122 0,-1-2-523 0</inkml:trace>
  <inkml:trace contextRef="#ctx0" brushRef="#br0" timeOffset="66330.82">17490 9210 3212 0,'-2'-7'0'0,"2"6"0"0,0-3 0 0,2-1 0 15,13-3 0-15,8 0 0 0,5-1 0 0,11-1 0 0,8-1 0 0,3 1 0 0,5-2 203 0,2 2-82 0,1 3 274 0,-1-1-395 0,-3 2 0 0,-4 4 0 16,0-1 0-16,-4 1 0 0,-11 0 0 0,2 0 0 16,-7 2 0-16,-2 0 0 0,-6 0-494 0,-1 0 169 15,-6 0 164-15,-3 0 98 0,-3-1-905 16,-4-1 470-16</inkml:trace>
  <inkml:trace contextRef="#ctx0" brushRef="#br0" timeOffset="66562.34">18106 8838 2656 0,'-15'-12'0'0,"4"7"0"0,4-1 0 0,1 1 0 0,6 1 0 0,0-2 0 0,11 2 0 0,15 2 0 0,12 1 0 0,1 1 0 0,8 0 153 15,2 0-57-15,4 0-29 0,1 7 208 0,-1 3-124 16,-3 1 8-16,-2 2-60 0,-7 0-30 15,-11 2-1-15,0 2 7 0,-7 1-37 16,-11 2-13-16,-3 0-25 0,-9 6-30 0,0-1 9 16,-20 1 38-16,-10 2-8 0,-2-3-170 0,-5 1 85 15,-3-4 55-15,-3 1-427 0,6-3 213 0,-14 3 71 16,8-2-392-16,-3-2 260 0,2 2 128 0,-4-3 55 16,2 0-208-16,-2-1 140 0,4 3 71 0,10-7 36 15</inkml:trace>
  <inkml:trace contextRef="#ctx0" brushRef="#br0" timeOffset="66842.09">17905 9390 2237 0,'-11'3'-1'0,"0"4"0"0,-1 3 1 0,1 4 0 0,-3 4 0 0,0 3 0 0,-3 3 0 0,0 7 0 15,2 0 0-15,-3 9 0 0,2 0 130 0,5-1-46 0,4-6 652 0,1 5-340 0,4-6-183 16,2-2-76-16,0-2-137 0,2-7 0 0,9-3 0 0,4-3 0 16,4-3 0-16,2-6 0 0,5-6 0 15,-2 0 0-15,2-2 0 0,-1-15 0 0,-2-2 0 0,-1-4 0 16,-5 1 0-16,-4-4 0 15,-1-3 0-15,-7 5 0 0,-1-9 0 0,-2 2 0 16,-2-2 0-16,0 1-30 0,-10 0-38 0,-3 2 166 16,-4 4-98-16,-2 4 0 0,-1 5 0 15,-3 6 0-15,-1 5 0 0,-1 5 0 0,-3 1 0 0,1 0 0 16,4 13 0-16,2 4 0 0,0 1 0 0,1 3 0 16,3 2 0-16,2 1 0 0,5 2 0 0,4-1 0 15,5 0 0-15,1-4-578 0,0 1 100 0,3-4 221 16,16-1-622-16,4-7 421 0,1-10 210 15</inkml:trace>
  <inkml:trace contextRef="#ctx0" brushRef="#br0" timeOffset="67042.64">18367 9372 3798 0,'10'-11'0'0,"-1"4"0"16,-4 3 0-16,-3 0 0 0,0 2 0 0,-2 2 0 0,-2 2 0 0,-10 19 0 0,-6 5 0 0,2 10 0 0,-3 1 133 0,4 5-133 0,-2 1 0 15,6-5 0-15,-6 10 0 0,6-6 0 0,3-6 0 16,0 1 0-16,1-3 0 0,3-6 0 0,1 4 0 16,-1-10 0-16,0 0 0 0,1-4 0 0,2-7 0 15,-1-4-787-15,0-1 282 0,0-4 231 0,2-2-425 16,-2 0 330-16,2-13 166 0,0-11 73 0</inkml:trace>
  <inkml:trace contextRef="#ctx0" brushRef="#br0" timeOffset="67221.13">18324 9428 2930 0,'9'-20'0'0,"1"9"0"0,-1 2 0 0,-1 2 0 0,-1 5 0 0,3-1 0 0,-1 3 0 0,4 5 0 0,2 13 0 0,0 4 0 15,0 7 326-15,0 3-136 0,2 8-80 0,0-1 265 0,-2 0-375 16,0 1 0-16,0 1 0 0,-2-5 0 0,2 5 0 16,-5-7 0-16,1-1 0 0,-3 2 0 15,-3-6 0-15,-1-5 0 0,-2 1 0 0,-2-2-197 16,0-5 74-16,0-3-481 0,-8-2 299 15,-3 1 44-15,-2-5 117 0</inkml:trace>
  <inkml:trace contextRef="#ctx0" brushRef="#br0" timeOffset="67372.52">18147 9814 3221 0,'-12'-7'0'0,"4"1"0"0,2 2 0 0,2 0 0 0,2 1 0 0,2-1 0 0,2-3 0 0,19 1 0 0,6 2 0 0,4 0 0 0,5 0 179 0,3 1-62 15,1 1 3-15,-2 2-41 0,-1 0-1 16,0 0-747-16,-3 0 353 0,-4 7 186 0,0 5 78 16</inkml:trace>
  <inkml:trace contextRef="#ctx0" brushRef="#br0" timeOffset="67537.84">19165 9782 3500 0,'4'0'0'0,"4"0"0"0,-2 0 0 0,-5 0 0 0,1 0 0 0,0 0 0 0,-2 6 0 0,0 3 0 0,0 6 0 0,-13 8 0 0,-10 10-712 0,-5 11 384 0</inkml:trace>
  <inkml:trace contextRef="#ctx0" brushRef="#br0" timeOffset="69924.03">21249 8907 2903 0,'-23'-6'0'0,"6"6"0"0,5 0 0 0,7 2 0 0,3 1 0 0,2-3 0 0,0 1 0 0,6 3 0 0,16 0 0 0,18-4 0 0,9 0 113 0,15 0 455 0,-2 0-265 0,-4-2-259 15,15-5-44-15,-9 1 0 16,-2 1 0-16,1 2 0 0,-10 1 0 0,4 0 0 0,-4 2 0 16,-7 0 0-16,-9 0 0 0,4 0 0 15,-6 4 0-15,-5 1-64 0,-8-1-274 0,1 1 189 0,-4-4 13 16,-4 2-825-16,-4-3 451 16,-1 0 240-16,-1 0 116 0</inkml:trace>
  <inkml:trace contextRef="#ctx0" brushRef="#br0" timeOffset="70157.35">22049 8724 2963 0,'-18'-14'0'0,"7"8"0"0,1 1 0 0,1 1 0 0,6 1 0 16,-1 0 0-16,4 1 0 0,0 2 0 0,4 0 0 0,15 0 0 0,7 0 149 0,4 6-55 0,4 0 405 0,2 3-273 0,-1 1-226 0,1 1 0 0,-4 2 0 0,-4 2 0 16,-4 0 0-16,-6 0 0 0,-4 0 0 15,0 2 0-15,-9 0 0 0,-3 1 0 16,-2-1 0-16,0 4 0 0,-15 2 0 0,-7-1 0 0,-6 1 0 15,-9 3 0-15,2-4 0 0,-5 3 0 16,-1-2 0-16,8-3 0 0,-11 6 0 0,7-6 0 16,7 1 0-16,-2 0 0 0,0 0-841 0,0 1 362 0,0-1 225 15,0 1 107-15,-3 0-619 16</inkml:trace>
  <inkml:trace contextRef="#ctx0" brushRef="#br0" timeOffset="70665.2">21325 9410 2689 0,'-14'0'0'0,"3"0"0"0,-1 0 0 0,3 0 0 0,0 0 0 0,2 0 0 0,0 8 0 0,3 3 0 0,1 4 0 0,1 7 0 0,0 1 601 0,0 1-271 0,0 5-150 15,0 1-49-15,-1 0-131 0,-2 2 0 0,0-2 0 16,1-4 0-16,0 4 0 0,3-7 0 0,-1-3 0 16,2-2 0-16,0-7 0 0,0-2 0 0,0-3-651 15,0-5 306-15,0-1 85 0,0 0 127 16,11-15-406-16,2-9 240 0,2-5 135 15,1-4-79-15,0-6 102 0,-2-3 51 0,-5-3 25 16,0 4-68-16,-2-10 52 0,3 9-1 0,-4 7 43 16,-1-1 169-16,-1 12-84 0,1 1-53 0,0 5 544 15,-2 8-288-15,-1 1-114 0,0 5-82 0,2 3 779 16,1 1-387-16,4 0-207 0,1 10 322 0,1 15-513 16,-2 1-47-16,5 10 0 0,-5-2 0 15,0 11 0-15,1-3 0 0,-1-7 0 16,0 1 0-16,0-2 0 0,0-8 0 0,0 0 0 15,-2-6 0-15,0-2 0 0,-2-8 0 0,0-3 0 16,-1-2 0-16,-2-3 0 0,2-2 0 0,1 0 0 16,3-13 0-16,1-8 0 0,0-7 0 0,3-2 0 15,-1-6 0-15,0 1 0 0,1-4 0 0,-1 2 0 16,-2 12 0-16,-1-3 0 0,0 6 0 0,-3 9 0 16,-1 1 0-16,-1 6 0 0,-1 2 0 0,0 1 0 15,3 3 0-15,0 3 0 0,1 10 0 0,1 6 0 16,0 2 0-16,1 5 0 15,0 0 0-15,-1 4 0 0,-2-2 0 0,2 2 0 16,-2-5 0-16,1 6 0 0,-1-4 0 0,1-3 0 16,-1-4 0-16,1 2 0 0,0-4 0 0,-1-1 0 15,3 0-572-15,-3-4 85 0,3 0 224 0,1-3 112 16,2-3-722-16,5-5 421 0</inkml:trace>
  <inkml:trace contextRef="#ctx0" brushRef="#br0" timeOffset="71206.25">22022 9428 2995 0,'0'-7'0'0,"0"4"0"0,0 2 0 0,0-3 0 16,0 4 0-16,0 6 0 0,0 12 0 0,0 2 0 0,2 5 0 0,0 3 0 0,0 2 86 0,-2 0 366 0,0 4-211 0,0-4-101 0,0-2-148 0,0 0 0 16,0-7 41-16,0 0-33 0,0-3-411 0,2-7 198 15,-2-1 126-15,0-5 63 16,0 0-519-16,0-4 284 0,0-1 13 0,0 0-31 15,0-3 119-15,0-13 58 0,0-7 30 0,0 1-24 16,0-10 54-16,0-3 0 0,-4-1 0 0,2-3 1 16,0 0 0-16,0 1-11 0,1 2 528 0,1 2-259 15,0 4-98-15,0 7-74 0,0 1 565 0,0 3-277 16,1 3-149-16,9 7 292 0,1 0-224 0,2 3-254 16,6 5 0-16,1 1 0 15,7 0 0-15,-4 0 0 0,-1 7 0 0,-3 5 0 16,-2-1 0-16,-1 4 0 0,-4 0 0 0,-3 2 0 15,-5 0 0-15,-2 2 0 0,-2-1 0 0,0 1 0 16,-13 0 0-16,-1-2 0 0,-4-4 0 0,-1 0 0 16,1-1 0-16,-1-5 0 0,1 1 0 0,4-4 0 15,5-3 0-15,0-1 0 0,6 2 0 0,-1-2 0 16,4 0 0-16,0 0 0 0,0 0 0 0,7 0 0 16,11 2 0-16,1-1 0 0,1 4 0 15,3 2 0-15,-4 1 0 0,-1 1 0 0,-1 6 0 16,-2-2 0-16,-1 4 0 0,-5 2 0 15,-2 2 0-15,-5 0 0 0,0-4 0 0,-2 5 0 16,0-4 0-16,-2 1 0 0,-9 0 0 0,-5-4 0 16,0 0 0-16,-7 0 0 0,7-4 0 0,-9 0 0 15,6-3 0-15,-2 0 0 0,1-4 0 0,1-1 0 16,1-1 0-16,0-2 0 0,6 0 0 0,-2 0 0 16,5 0 0-16,0-2 0 0,4-11 0 0,5-4 0 15,0-8 0-15,3-2-926 16,13-9 283-16,9-8 307 0</inkml:trace>
  <inkml:trace contextRef="#ctx0" brushRef="#br0" timeOffset="71347.22">22461 9343 2804 0,'20'-8'0'0,"-1"2"0"0,-3-1 0 0,3 0 0 0,-2 2 0 0,4-2 0 0,2 4 0 0,3-3 0 0,1 1 0 0,1 3 0 15,4-1 470-15,-2 1-215 0,2 2-109 0,0 0-379 0,0 0 135 16,-2 0 78-16,-2 7 25 0,-1 5-914 0,-8-2 474 15,4 7 236-15</inkml:trace>
  <inkml:trace contextRef="#ctx0" brushRef="#br0" timeOffset="71523.7">22806 9538 3278 0,'-35'4'0'0,"14"2"0"0,-2-1 0 0,4-3 0 0,6 0 0 0,6-2 0 0,0 0 0 0,5 0 0 0,2 0 0 0,0 0 0 0,16 1 242 16,5 4-91-16,4-2 109 0,2 3-260 0,-1-2 0 15,2 1 0-15,-1 1 0 0,-4-3 0 0,0 1 0 16,-2 1 0-16,0-2-24 0,-3 1-83 0,0 0 72 16,-4-1-767-16,0 1 404 0,-3 0 72 0,1-1-148 15,-1-1 218-15,3 1 99 0</inkml:trace>
  <inkml:trace contextRef="#ctx0" brushRef="#br0" timeOffset="71968.11">23626 9188 3931 0,'-14'-9'0'0,"2"7"0"16,-1 1 0-16,-1-3 0 0,0 2 0 15,-2 2 0-15,0 0 0 0,-1 13 0 0,2 6 0 0,-4 7 0 0,1 12 0 0,2 3 0 0,5 2 0 0,8 2 0 0,3-1 0 0,0-5 0 0,1 11 0 16,10-10 0-16,5-8 0 0,4 2 0 0,4-4 0 16,1-8 0-16,3-2 0 0,1-8 0 0,-1-4 0 0,0-6 0 15,1-2 0-15,-6 0 0 16,5-13 0-16,-5-4 0 0,-7-3 0 0,-2-1 0 15,-5-6 0-15,-5 3 0 0,-2-10 0 0,-2 2 0 16,0-8 0-16,-5 2 0 0,-9-3 0 0,-1 5 0 16,-7-9 0-16,-1 12 0 0,1 7 0 0,-7-1 0 15,1 6 0-15,-2 5 0 0,0 6 0 0,0 5 0 16,8 1 0-16,-3 4 0 0,4 0 0 0,5 0 0 16,0 9 0-16,7 5 0 0,2 3 0 0,4 2 0 15,3 2 0-15,0 2-562 16,5-2 94-16,9 0 215 0,6-3-666 15,0 0 441-15,-2-5 210 0</inkml:trace>
  <inkml:trace contextRef="#ctx0" brushRef="#br0" timeOffset="72230.32">23454 8864 3314 0,'-23'-13'0'0,"8"9"0"0,6 2 0 0,1 0 0 0,6 1 0 0,2-1 0 0,0 2 0 0,4 0 0 0,19 0 0 0,12 0 0 0,12 3 617 0,15 5-617 0,0-5 0 16,5 3 0-16,2-2 0 0,-2-2 0 16,-5-2 0-16,11 2 0 0,-9-2 0 0,-10 0 0 0,4 0 0 15,-4 0 0-15,-13 3 0 16,3-2 0-16,-7 6-275 0,-7-4-195 0,-8 2 243 0,-1-4-780 15,-6-1 476-15,-4 0 251 0,-4 0-298 16</inkml:trace>
  <inkml:trace contextRef="#ctx0" brushRef="#br0" timeOffset="72418.63">24278 8680 2670 0,'-18'-20'0'0,"8"6"0"0,4 7 0 0,1-7 0 0,5 5 0 0,0 1 0 0,11 1 0 0,11 3 0 0,8 2 0 0,6 0 0 0,-1 2 76 0,4 0 255 16,0 8-147-16,-2 1 28 0,-1 6-88 15,-6 0-33-15,-4 1 96 0,-8-1-131 16,-6 3-56-16,-4 3 0 0,-8 6 0 0,0-1 0 0,-22 5-10 0,-6-3-8 16,-4 3 27-16,-2-3-571 0,2 1 299 15,0-7 160-15,-8 6 5 16,3-6-696-16,1-1 379 0,-3-3 189 0,1 1 94 0,2-5-227 16</inkml:trace>
  <inkml:trace contextRef="#ctx0" brushRef="#br0" timeOffset="72961.23">24038 9076 3501 0,'-3'1'0'0,"3"4"0"0,0 6 0 0,0-2 0 0,0 6 0 0,0 6 0 0,0 5 0 15,3 3 0-15,-1 4 0 0,0 1 0 0,0 3 248 0,-1 3-106 0,1-2-102 0,-2 0-40 0,0 1 0 0,0-2 0 0,0 2 0 16,-2-4 0-16,-1-5 0 16,1-4-248-16,0-1-112 0,-1-5 198 0,3-2 100 15,0-8-778-15,0-1 395 0,0-4 214 0,0-4 56 16,0-1 69-16,0-1-165 0,0-17 117 15,0-6 59-15,0-3 19 0,0-3-188 0,0-11 113 16,-3 0 58-16,-3-4 27 0,-1 0 109 0,2 7-50 0,-4-1 10 0,2 0 377 16,3 7-209-16,3 3-104 0,1 7 596 15,0-3-284-15,1 7-187 0,15-1 189 0,4 5-171 16,5 3-87-16,3 4 195 0,3 3-131 16,5 3-80-16,0 1-35 0,-3 0 45 0,2 3-40 15,-6 10 0-15,-4 0-94 16,1 6 23-16,-10-4-1 0,-3 3 32 0,-8 3-41 15,-3-2 0-15,-2 1 50 0,0-3-9 0,-18 5 83 16,-3-7-107-16,-2-3-13 0,-2-1 0 0,3-3 0 16,-2-2 0-16,1-3 0 0,3 0 0 0,4-2 0 15,6-1 0-15,-1 0 0 0,8 0 0 0,-1 0 0 16,4 0 0-16,0 0 0 0,2 0 0 0,17 5 0 16,4-1 0-16,-1 4 0 0,4 4 0 15,-1 1 0-15,0 4 0 0,-1 2 0 16,-4 1 0-16,-1 1 0 0,-4 2 0 0,-3 1 0 0,-5-3 0 15,-3 5 0-15,-3-5 0 0,-1 1 0 0,0-1 0 16,-16-2 0-16,1-3 0 0,-10 2 0 16,0-6 0-16,-2-2 0 0,-2-3 0 0,0-2 0 15,-1-2 0-15,0-3 0 0,-1 0 0 0,5 0 0 16,0 0 0-16,5-3 0 0,1-2 0 0,4-2 0 0,3-1 0 0,3-1 0 16,5-2 0-16,3 1 0 15,2-2 0-15,0-2-221 0,10-1-261 0,8 0 223 16,1 3-802-16,8 0 512 0</inkml:trace>
  <inkml:trace contextRef="#ctx0" brushRef="#br0" timeOffset="73178.87">24552 9371 3692 0,'4'-5'0'0,"-2"0"0"15,-1 2 0-15,4-1 0 0,-1 0 0 0,5-2 0 0,3 5 0 0,6 1 0 0,8 0 0 0,3 0 0 0,4 0 239 0,12 0-239 0,0 0 0 0,-3 0 0 0,5 0 0 16,-10 0 0-16,2 0 0 0,-5 0 0 0,-2 0 0 0,-7 0 0 16,-3 0 0-16,-5 0 0 0,-5 0 0 15,-5 0 0-15,-3 0 0 0,-1 0 0 0,-2 0 0 16,-1 0 0-16,-1 1 0 0,-10 1 0 0,4 0-70 16,-4 2-76-16,3-1-1019 0</inkml:trace>
  <inkml:trace contextRef="#ctx0" brushRef="#br0" timeOffset="73634.31">25595 8843 3539 0,'-25'-13'0'0,"8"11"0"0,4 2 0 0,8 0 0 0,1 0 0 0,4 0 0 0,0 0 0 0,2 0 0 0,17 0 0 0,17 0 0 0,11 0 392 0,10 0-392 15,11 0 0-15,-2 0 0 0,-2 0 0 0,3 0 0 0,-8 0 0 16,13 0 0-16,-9 0 0 15,-13 0 0-15,2-2 0 0,-6 2-64 0,-12 0-217 0,-8 0 155 16,-1 0 81-16,-9 2-982 16,-8 0 495-16,0 2 248 0,-6 0-417 0,-2-4 337 0</inkml:trace>
  <inkml:trace contextRef="#ctx0" brushRef="#br0" timeOffset="74114.4">26218 8646 2134 0,'-7'-21'0'0,"2"9"0"0,5-2 0 0,0 1 0 0,7 5 0 0,16 2 0 0,7 5 0 0,9 1 0 0,2 0 0 0,4 6 0 0,2 9 233 0,4 1-89 0,-2 5-58 16,1 2 143-16,-4-1-97 0,-5 4-47 0,-13-1-24 31,-2 1 276-31,-9 2-155 0,-4 3-72 0,-9-1 21 0,-4-2-64 0,-4-1-67 0,-19 2-85 0,-10-1 18 16,-3-5 52-16,-3-5 26 0,-3 1-399 16,-1-2 213-16,4-4 82 0,-12 1 56 15,4-2-606-15,2 0 303 0,-3 0 151 0,4-4 76 16,1 2-148-16,-8-1 116 0,2 3 54 0,1-1-271 15,-3 0 161-15,2 2 83 0,11-2 16 0,1 2 37 16,2 3 0-16,5 2 28 0,4 3 483 0,4 2-242 16,2 1-130-16,2 3-51 0,6 4 753 0,0 3-387 15,3 7-101-15,1-1 507 0,7-6-369 0,1 5-266 16,0-1-160-16,0-4 0 0,3-2 0 0,9-5 0 16,3-6 0-16,3 2 0 15,2-8 0-15,0-8 0 0,2-2 0 0,1-5 0 16,-1 0 0-16,3-3 0 0,-5-14 0 0,-3-2 0 15,-2-3 0-15,-3-2 0 0,-3-5 0 0,-4-3 0 16,-3 1 0-16,-2-3 0 0,0-2 0 0,-5-1 0 16,-12-2 0-16,4 6 0 0,-7 1 0 0,-1 4 0 15,-2 5 0-15,-5 4 0 0,-3 6 0 16,0 8 0-16,-1 3 0 0,-2 2 0 0,-3 0 0 0,5 10 0 16,-1 7 0-16,2 4 0 0,2 1 0 15,5 0 0-15,3 3 0 0,8-1 0 16,0 6 0-16,5-3 0 0,8-2 0 0,0 0 0 15,1-1-419-15,12-5-41 0,9 2 216 0,6-6 104 16,10-4-727-16,-7-5 414 0</inkml:trace>
  <inkml:trace contextRef="#ctx0" brushRef="#br0" timeOffset="74611.23">26342 9343 3646 0,'4'-8'0'0,"-1"5"0"0,-3 0 0 0,0 2 0 16,-7 1 0-16,-9 0 0 0,0 12 0 0,0 6 0 0,-3 5 0 0,2 1 0 0,-2 4 263 0,2 2-241 0,-2 2-22 0,4-2 0 0,4-4 0 16,0 6 0-16,3-11 0 0,2 1-33 0,3-3-136 15,3-6 103-15,0-2-557 0,0-2 326 0,0-6 136 16,0-3 94-16,0 0-589 0,3-2 309 0,5-11 146 16,5-8 86-16,-3-3-82 0,7-3 80 15,-4-3 40-15,8-9 68 0,-7 4-38 16,4-7 10-16,-1 2-1 0,-4 8 109 0,-1 2-54 15,-2 8-28-15,-2 1 396 0,-3 7-207 0,-1 6-94 16,-2 2-58-16,1 3 808 0,0 3-399 0,3 7-189 16,1 14 343-16,0 1-276 0,0 8-223 0,0 2-90 15,2 2 0-15,0 2 0 0,-2-1 0 16,-1-2 0-16,5-2 0 0,-4-3 0 0,-1-7 0 16,0-1 0-16,4-2 0 0,-7-9 0 0,2 0 0 0,0-5 0 15,2-2 0-15,1-2 0 16,1 0 0-16,0-7 0 0,5-13 0 0,-1 0 0 15,2-7 0-15,0-2 0 0,9-10 0 0,-1 4 0 16,1-2 0-16,2-1 0 0,-3 8 0 0,0 2 0 16,-1 2 0-16,-7 11 0 0,0-1 0 0,-2 8 0 15,-2 3 0-15,1 3 0 0,-1 2 0 0,-3 5 0 16,3 9 0-16,-2 11 0 0,-1 1 0 0,-1 3 0 16,1 2 0-16,-3 1 0 0,-1 2 0 0,-3 1 0 15,2-5 0-15,-1 3 0 16,0-5 0-16,-2 0 0 0,3 0 0 0,-1-3 0 15,2 0 0-15,-2 0 0 0,2 0-463 0,-1-3-153 16,2 7 289-16</inkml:trace>
  <inkml:trace contextRef="#ctx0" brushRef="#br0" timeOffset="74771.7">27549 10075 3931 0,'1'-9'0'0,"1"5"0"0,0 2 0 0,-2-1 0 0,0-5 0 0,0 2 0 0,-5 5 0 0,-2-4 0 0,2 4 0 0,-3-1 0 0,-1 2 0 0,-4 0 0 0,0 17 0 15</inkml:trace>
  <inkml:trace contextRef="#ctx0" brushRef="#br0" timeOffset="76715.82">24768 5626 1398 0,'-24'-2'0'0,"3"-1"0"0,-3 3 0 0,-1 0 0 0,0 0 0 0,0 3 0 0,2 3 0 0,2-4 0 0,7 1 0 0,4-3 0 0,4 3 306 0,1-2-138 0,2-1-65 0,3 0-32 15,0 0 183-15,3 0-108 0,11 0-44 0,7 0 115 16,1-1-89-16,-3-3-44 0,4 0 1 0,0 0 177 16,2 1-102-16,-3 1-64 0,4 1 47 0,0-2-52 15,-1 3-25-15,1 0-15 0,6 0-51 0,2 0 0 16,9 0 0-16,1 0 0 0,6 3 0 16,6-3 0-16,6 0 0 0,14 0 0 15,-3 0 0-15,20 0 0 0,-4-3 0 0,3 0 0 16,-7-4 0-16,20 0 0 0,-6 1 0 0,8 1 0 15,4-3 0-15,2 2 0 0,2 1 0 0,15 0 0 16,-7 0 0-16,3 2 0 0,-4 1 0 0,-13 2 0 16,9 0 0-16,14 0 0 0,-8 0 0 15,-2 0 0-15,2 4 0 0,-14-3 0 0,33 1 0 0,-8 1 0 16,1-3 0-16,1 0 0 16,4 0 0-16,7 0 0 0,-6 0 0 0,5 0 0 15,-6-3 0-15,9-4 0 0,-3-2 0 0,-18 1 0 16,22-3 0-16,-15 4 0 0,-2 0 0 0,-10-2 0 15,-23 5 0-15,-8-1 0 0,15-1 0 0,-17 1 0 16,-19 3 0-16,1-1 0 0,-21 2 0 0,-2 1 0 16,3 0 0-16,-16 0 0 0,-2 0 0 0,-5 0 0 15,-9 0 0-15,-5 0 0 0,0 1 0 0,-6 4 0 16,-3-4 0-16,-2 2 0 0,-3-3 0 0,2 1 0 16,-2-1 0-16,-2 0 0 15,0 0 0-15,0 0 0 0,-2 0 0 0,-12 0 0 16,-2 0-249-16,-3 0-365 0,-4 4 287 0,-2 6 144 15</inkml:trace>
  <inkml:trace contextRef="#ctx0" brushRef="#br0" timeOffset="77727.5">11026 11094 3357 0,'-13'-7'0'0,"3"1"0"0,-1 3 0 0,0 1 0 0,-1 0 0 0,1 2 0 0,-2 0 0 0,0 5 0 0,-3 9 0 0,2 3 0 0,-2 5 94 15,2 4 349-15,1 5-406 0,-1 1-37 0,1 3 0 0,0 7 0 0,2-1 0 16,2 0 0-16,-1 7 0 0,1-3 0 15,1 6 0-15,3 4 0 0,-2 0 0 0,4 3 0 16,1 0 0-16,2-1 0 0,0 0 0 0,4-7 0 16,9-3 0-16,4-6 0 0,0-9 0 0,6-1 0 15,0-6 0-15,2-4 0 0,0-4 0 0,-4-4 0 16,-1-4 0-16,1-3 0 16,-4-1 0-16,-2-2 0 0,0-3 0 0,-4 0 0 15,2 0 0-15,-1 0 0 0,0 0 0 0,-1 0 0 16,3 0 0-16,-1 0-448 0,2-3 173 0,-2 2 108 15,3-1 69-15,-2 0-780 0,0-1 418 0</inkml:trace>
  <inkml:trace contextRef="#ctx0" brushRef="#br0" timeOffset="78419.1">10879 11129 2247 0,'0'-4'0'0,"0"0"0"0,0-2 0 0,0 1 0 0,0-1 0 0,12-1 0 0,2 1 0 0,6 2 0 0,1 0 0 0,4 2 0 0,1 2 202 0,4 0-82 0,1 0 228 16,0 13-159-16,7 7-75 0,-3 2-38 0,0 7 191 16,-1 2-114-16,-6-1-47 0,4 13 3 15,-7-1-109-15,-2 1 0 0,-2 0 0 16,-5 4 0-16,-2-8 0 0,-3 14 0 0,-4-2 0 16,-4 0 0-16,-3 2 0 0,0 0 0 0,-3 2 0 15,-9-2 0-15,-1-1 0 0,-4-3 0 0,-3-8 0 16,4-6 0-16,-5-4 0 0,-2-2 0 0,0-7 0 15,-2-5 0-15,-3-6 0 16,1-2 0-16,5-4 0 0,-2-5 0 0,1 0 0 0,2 0 0 0,5-7 0 16,2-7 0-16,3-7 0 0,4-5-100 15,5-2-78-15,2-4-576 0,0 0 358 0,0 0 178 16,7-3 80-16,6 3-564 16,3 2 332-16,2-1 165 0</inkml:trace>
  <inkml:trace contextRef="#ctx0" brushRef="#br0" timeOffset="79113.7">11849 11204 3914 0,'-9'-2'0'0,"4"0"0"0,3 2 0 0,0 0 0 0,0 0 0 0,1 0 0 0,1 10 0 0,-2 5 0 0,2 9 0 0,-2 6 0 0,0 8 17 0,-3 2-17 0,-2 4 0 0,-2 4 0 16,-2 4 0-16,-2-2 0 0,-2 1 0 0,1 1 0 16,2 1 0-16,-1-2 0 0,1 0 0 15,3-5 0-15,0-3 0 0,2-8 0 0,2 0 0 16,1-9 0-16,2-1 0 0,2-9 0 15,0-4 0-15,0-2 0 0,0-7-55 0,0-3-850 0,4 0 439 16,8-16 214-16,-3-9 108 0,6-15-491 16,-5-3 299-16,-1-7 140 0,-4-4 84 0,1-14-285 0,-5 5 180 15,1-3 90-15,1 3 64 16,-3 10 37-16,2-5 26 0,-2 7 0 16,2 12 0-16,0-1 0 0,-1 8 0 0,1 9 318 15,4 3-197-15,-3 10-78 0,5-2-41 0,2 6 750 0,1 4-367 16,1 2-113-16,7 4-122 0,-1 13 401 0,0 7-257 15,1 9-128-15,-1 4 447 0,-4-2-349 16,1 15-264-16,-4-4 0 0,-1 0 0 0,-5-2 0 0,0 1 0 16,-3-5 0-16,1 2 0 15,-1-5 0-15,0-3 0 0,0-10 0 0,-1-1 0 16,3-10 0-16,-2-1 0 0,0-7 0 0,-1-4 0 16,1-1 0-16,2 0 0 0,4-16 0 0,1-13 0 15,4-8 0-15,-1-1 0 0,-1-5 0 16,0-2 0-16,-1 8 0 0,3-12 0 0,-4 14 0 0,1-1 0 15,-3 12 0 1,0 1 0-16,-1 9 0 0,-3 3 0 0,2 3 0 0,-1 7 0 0,1-1 0 16,2 2 0-16,2 7 0 15,1 14 0-15,0 2 0 0,-1 4 0 0,3 3 0 16,-3 4 0-16,2 2 0 0,0 0 0 0,2 0 0 0,1-3 0 16,0 1 0-16,2-5 0 0,0 0 0 0,0-4 0 15,-3-6 0-15,2 0 0 0,-2-3 0 0,-2-3 0 16,-3 1 0-16,-1-3 0 0,-1-2-805 0,-3-3 372 15,1 0 198-15,-2-3 89 0,-2 0-257 16,0-3 182-16,-4 0 92 0</inkml:trace>
  <inkml:trace contextRef="#ctx0" brushRef="#br0" timeOffset="79352.82">11137 10896 3931 0,'-46'-16'0'0,"13"12"0"0,6 3 0 0,7 1 0 16,6-2 0-16,9 2 0 0,3 0 0 0,2 0 0 0,0 0 0 0,21 0 0 0,16 0 0 0,8 0 0 0,8 0 0 0,14 0 0 0,-3 0 0 0,5 0 0 16,5 0 0-16,1-2 0 0,-9 0 0 0,15-3 0 15,-10 3 0-15,-3 0 0 0,-2 2 0 0,-4 0 0 0,-9 0 0 16,14 4-232-16,-17 0-283 0,3 1 140 0,-4-2 168 15,-4 0-652-15,-6-3 400 0,-2 0 215 0</inkml:trace>
  <inkml:trace contextRef="#ctx0" brushRef="#br0" timeOffset="79594.5">12178 10610 3569 0,'-37'-14'0'0,"5"6"0"0,0 0 0 0,2 3 0 0,7 1 0 0,9 2 0 0,3 0 0 0,3 0 0 0,8 2 0 0,3 0 0 0,24 4 87 0,13 7 188 0,5 5-275 15,6-2 0-15,5 5 0 16,10 6 0-16,-8-3 0 0,-10-1 0 0,7 3 0 0,-4 1 0 0,-10-4 0 0,4 3 0 16,-12-5 0-16,-2 1 0 0,-9 1 0 15,-8-4 0-15,-7 4 0 0,-5 1 0 16,-2 0 0-16,-19 1 0 0,-11 3 0 0,-4-1 0 16,0-4 0-16,-10 3 0 0,2-2 0 0,3-2 0 15,-2 1 0-15,2 0 0 0,7-2 0 0,1 0 0 16,5 0 0-16,5 2-671 0,10-5 165 0,5 5 234 15,6 1 107-15</inkml:trace>
  <inkml:trace contextRef="#ctx0" brushRef="#br0" timeOffset="79824.95">12725 11514 3931 0,'-14'-2'0'0,"5"0"0"0,6 2 0 16,1 0 0-16,2 0 0 0,0 0 0 0,0 0 0 0,0 0 0 0,2 0 0 0,15 0 0 0,6 0 0 0,2 5 0 0,8 1 0 0,3 2 0 0,1-3 0 15,6 5 0-15,-7-5 0 16,11 3 0-16,-6-3 0 0,3 0 0 0,-1-3 0 0,0 3 0 16,-3-1 0-16,6 0 0 0,-6-1 0 0,-4 3-678 15,6-1-12-15,-8 1 317 16</inkml:trace>
  <inkml:trace contextRef="#ctx0" brushRef="#br0" timeOffset="80325.82">13909 11025 2716 0,'-6'0'0'0,"4"0"0"0,2 0 0 0,0 0 0 0,0 0 0 0,6 3 0 0,9 0 0 0,8 1 0 0,5 2 0 0,2-3 0 0,6-1 122 0,6 0 541 16,0-2-312-16,5 0-272 0,0 0-79 0,3 0 0 15,1 0 0-15,0 0 0 0,3 0 0 0,1 0 0 16,-2 0 0-16,-9 0 0 0,9 0 0 0,-10 0 0 16,-9 0 0-16,2 0-507 15,-4 0 109-15,-8 0 86 0,4 0 153 0,-7 0-736 0,2 0 429 16</inkml:trace>
  <inkml:trace contextRef="#ctx0" brushRef="#br0" timeOffset="80942.61">14531 10701 2343 0,'-27'-4'0'0,"10"3"0"0,6-2 0 0,4 1 0 0,3 2 0 0,4 0 0 0,11 0 0 0,25 0 0 0,9 0 0 0,13 5 0 16,3 0 102-16,4 2-31 0,1 3 437 0,-2-2-234 0,-13 6-107 0,2 1-69 15,-2 0 270-15,-4 0-368 0,-11 0 0 16,-2 2 0-16,-10 0 0 0,-3 0 0 0,-6 0 0 16,-6 1 0-16,-7 1 0 0,-2 2 0 0,0-3 0 15,-17 7 0-15,-5-2 0 0,-4-3 0 0,-3 1 0 16,-1-2 0-16,0 0 0 0,0-3 0 0,0 0 0 16,4-1 0-16,-3-1 0 0,3 3-378 15,-1 1-91-15,-2-2 220 0,-1 5-598 0,2 0 404 0,-2 0 202 16,-2-1 100-16,0-1-220 15,-3 3 166-15,-2-5 78 0,0 1 38 0,-1 0-146 16,1-2 112-16,-1 4 40 0,-7 0 73 0,4-5 0 16,6-3 0-16,-4-3 0 0,6-2 90 0,-1-1-85 15,6 0 1-15,-1-5 393 0,9 3-217 0,-1 0-111 16,6-1 42-16,2 6 408 0,4-3-239 0,1 8-121 16,4 0-62-16,0 6 124 0,4 2-83 0,0 6-55 15,0 1 0-15,0 3 304 0,0-3-175 0,2 5 201 16,2-2-178-16,6-2-104 15,-3-2-52-15,4-3-81 0,1-7 0 16,1 0 0-16,0-3 0 0,2-7 0 0,1 1 0 0,-2-8 0 0,3-1-44 16,0 0-17-1,2-3 60-15,1-15 15 0,-1-1 1 0,-2-7-92 0,-2 0-5 0,-2-2-139 16,-1-2 71-16,-5 0 68 0,-2-2-11 16,-3 2 29-16,0-2 25 0,-2 0 0 15,0 2 93-15,-9-2-42 0,-6 0-25 0,0 1 3 16,-4 4-28-16,-1 3 194 0,1 5-86 15,-6 2-29-15,1 6 102 0,1 3-54 16,-1 6-42-16,-1 2 199 0,5 0-119 0,-4 6-127 0,1 9 0 0,2 4 0 16,3 4 0-16,0 1 0 0,6-3 0 15,-2 10 0-15,7-11 0 0,3 5 0 0,2-2 0 0,2-1-170 16,0-1-63-16,7 2-551 16,7-8 372-16,6 3 187 0,1-3 92 0,6-3 47 0,1-1-313 15,4-5 185-15</inkml:trace>
  <inkml:trace contextRef="#ctx0" brushRef="#br0" timeOffset="81176.87">14775 11357 3223 0,'0'-3'-3'0,"-10"1"0"0,3 2 2 0,-3 0 0 0,0 0 0 0,-4 4 1 0,3 9 0 0,-3 4 0 0,0 5 0 0,-4 7 0 0,2 1 145 0,-5 7 427 0,5-2-572 16,-2 2 0-16,-3 4 0 0,7-4 0 15,0-5 0-15,1 6 0 0,2-2 0 0,1-3 0 16,3-3 0-16,2-4 0 0,1-4 0 0,4-4 0 16,0-6 0-16,0-1-889 0,0-4 433 0,4-5 144 31,7-2 135-31,8-6-500 0,1-16 319 0,1-7 150 16,1-12-239-16,-5 2 224 0</inkml:trace>
  <inkml:trace contextRef="#ctx0" brushRef="#br0" timeOffset="81346.33">14688 11564 1857 0,'13'-43'0'0,"-3"11"0"0,-1-2 0 16,0 5 0-16,-3 6 0 0,2 2 0 0,-1 6 0 0,-1 4 0 0,1 3 0 0,1 4 0 0,5 2 116 0,0 2 452 0,2 8-265 0,0 11-132 0,4 5 437 16,0 11-300-16,-4-4-308 0,4 16 0 0,-5-2 0 15,2 2 0-15,-2 4 0 0,0-2 0 0,1 1 0 16,0-2 0-16,0-3 0 0,0-3 0 0,0-2 0 16,-1-6 0-16,-2-2 0 0,-1-2 0 0,-1-8 0 15,-1-1 0-15,-1-4 0 0,-5-6-440 0,3-2 133 16,-3-3 88-16,-2-4-610 15,-1 0 395-15,0-2 198 0</inkml:trace>
  <inkml:trace contextRef="#ctx0" brushRef="#br0" timeOffset="81514.78">14681 11764 2811 0,'-21'-10'0'0,"2"4"0"0,6 2 0 0,2 1 0 0,5 1 0 0,2-1 0 0,2 2 0 0,2-1 0 0,6 1 0 0,13 1 0 0,7 0 372 0,5-3-167 15,0 3-83-15,5 0-183 0,3 0 60 0,9-1 14 16,-6 1 0-16,0-2-698 0,-1 0 362 16,0-2 180-16,-2 0-354 0,5-3 262 0</inkml:trace>
  <inkml:trace contextRef="#ctx0" brushRef="#br0" timeOffset="81672.78">15573 11348 3740 0,'-2'-7'0'0,"1"5"0"0,1 0 0 0,0 0 0 0,0-2 0 0,0 2 0 0,11-1 0 0,3 3 0 0,9-2 0 0,-2 2 0 0,11 0 191 0,0 0-191 0,1 0 0 15,5 2 0-15,6-2 0 0,-11 3 0 0,6 1-704 16,-1 0 312-16,-5 0 215 0,-2 2 108 0,-11 3-485 16</inkml:trace>
  <inkml:trace contextRef="#ctx0" brushRef="#br0" timeOffset="81814.17">15828 11538 2869 0,'-24'6'0'0,"7"1"0"0,-2-1 0 0,7-4 0 0,1 0 0 0,6-2 0 0,3 0 0 0,2 0 0 0,0 0 0 0,19 0 0 0,5 0 421 0,6 1-182 0,2-1-105 16,4 2-48-16,4 1-290 0,4-1 121 0,0 1 60 16,-8-1 41-16,10 0-843 15,-4 0 432-15,-6-2 216 0</inkml:trace>
  <inkml:trace contextRef="#ctx0" brushRef="#br0" timeOffset="82030.47">16869 11289 3931 0,'2'-3'0'0,"-2"2"0"0,0 1 0 0,0 0 0 0,-5 0 0 0,-7 16 0 0,-3 9 0 0,1 3 0 0,-2 4 0 0,-3 8 0 0,2-1 0 16,4-6 0-16,-5 13 0 0,-2-5 0 0,3-1 0 15,-1 0 0-15,-1-1 0 0,1-7 0 0,-3 3 0 0,0-5 0 16,2-3-113-16,2-11-216 0,1-1 181 0,-3-7-316 16,3-3 120-16,1-5 152 0,0 0 76 0,2-13-465 15,8-9 272-15,1-8 126 0,4-10 78 0,0-3-337 16</inkml:trace>
  <inkml:trace contextRef="#ctx0" brushRef="#br0" timeOffset="82216.98">16591 11043 2827 0,'9'-38'0'0,"2"13"0"0,-1 1 0 0,-1 5 0 0,-1 6 0 0,-1 6 0 0,3 2 0 0,3 4 0 0,2 1 0 0,3 6 0 0,3 14 390 0,2 14-176 0,-3 3 286 0,1 12-500 15,2 15 0-15,-5-6 0 0,3 19 0 0,-2-4 0 16,0 1 0-16,-2-4 0 0,4-1 0 0,-5-13 0 16,9 11 0-16,-6-16 0 0,4 2 0 0,2-6 0 15,-1-6 0-15,-1-7 0 16,1-4 0-16,-1-4 0 0,-1-7-416 0,3-3-170 15,1-9 274-15</inkml:trace>
  <inkml:trace contextRef="#ctx0" brushRef="#br0" timeOffset="82405.5">17807 10928 3931 0,'-20'-21'0'0,"-2"19"0"0,1 2 0 0,-10 0 0 16,-2 13 0-16,-1 10 0 0,-2 12 0 0,6 7 0 0,2 8 0 0,-4 26 0 0,8 10 0 0,9 1 0 0,7 1 0 0,4-1 0 0,4-11 0 0,0 9 0 16,18-5 0-16,8-3 0 0,10-5 0 0,6-7 0 15,9-4 0-15,4-9 0 0,7-5 0 0,5-6-708 16</inkml:trace>
  <inkml:trace contextRef="#ctx0" brushRef="#br0" timeOffset="82901.47">18264 11067 3315 0,'-19'-21'0'0,"11"14"0"0,7 5 0 0,1 2 0 0,0 0 0 0,0 0 0 0,1 0 0 0,17 0 0 0,4 4 0 0,8 1 0 0,13 3 153 15,4-1-57-15,6-1 271 0,2 1-367 0,-1-2 0 0,5 2 0 0,8 0 0 16,-3-1 0-16,-6-1 0 0,13 1 0 0,-9-1 0 16,2 1 0-16,-4-1 0 0,-7-1-523 0,-7-2 60 15,7 2 113-15,-8 0-661 0,-10-2 486 0</inkml:trace>
  <inkml:trace contextRef="#ctx0" brushRef="#br0" timeOffset="83123.95">19119 10849 2288 0,'-21'-7'0'0,"12"1"0"0,3 1 0 0,4 4 0 0,2-1 0 0,8 0 0 16,16 2 0-16,14 0 0 0,3 2 0 0,4 10 0 0,7 2 94 0,8 8 404 0,-5 3-229 0,-8-2-115 0,2 3 215 0,-12-3-155 0,9 7-169 0,-20-8-45 16,1 5 0-16,-11-3 0 15,-5 3 0-15,-8-5 0 0,-3 8 0 0,-9-5 0 16,-14 6 0-16,-7-4 0 0,-5-4 0 0,-1-1 0 15,-8 2 0-15,0-5 0 0,-1 2 0 0,3-3 0 16,-6 3-730-16,4-2 214 0,-2 2 243 0,-2 1-626 16</inkml:trace>
  <inkml:trace contextRef="#ctx0" brushRef="#br0" timeOffset="83453.4">18499 11643 3801 0,'-14'7'0'0,"3"14"0"0,-2 4 0 0,4-3 0 0,0-1 0 0,3 4 0 0,0 1 0 0,4 0 0 16,2 4 0-16,0-2 0 0,0 2 130 0,10-2-130 0,4-1 0 0,7-4 0 0,4-3 0 15,3-5 0-15,2-2 0 0,4-5 0 0,0-6 0 16,0-2 0-16,-1 0 0 16,-1-11 0-16,-5-4 0 0,-6-3 0 0,-7 1-51 15,-1-5-63-15,-3-6-58 16,-8 0 72-16,-2-1 5 0,0-2 28 0,-10-9 0 15,-5 10 139-15,-8-12-51 0,-1 7-29 0,-2 1 126 16,0 3-78-16,1 6-26 0,-3 3-8 0,1 4 214 0,-1 8-111 0,0 5-35 16,0 3-74-16,2 2 0 0,3 0 0 0,-3 10 0 15,5 5 0-15,1 2 0 0,3-1 0 0,2 5 0 16,5 0 0-16,1 3 0 0,3 1 0 0,5 1 0 16,1-4-78-16,0 3-51 15,7-4 71-15,10 3-799 0,3-5 409 0,3 0 204 16,5-6 103-16</inkml:trace>
  <inkml:trace contextRef="#ctx0" brushRef="#br0" timeOffset="83985.26">19126 11564 3931 0,'-5'3'0'0,"-3"9"0"0,-2 7 0 0,-1 6 0 0,0 2 0 0,-2 8 0 0,-2 4 0 0,3 2 0 0,1 1 0 0,6-6 0 0,-1 3 0 0,6-2 0 0,0-2 0 15,0 0 0-15,0-5 0 0,8-6 0 0,1-5 0 0,5-1 0 16,-4-6-295-16,0-5 163 0,0-2-633 0,-3-5 401 16,0 0 201-16,-1-3-50 0,-5-9-262 0,-1-8 218 15,0-5 109-15,0-2 14 0,-9-5 48 0,-3-6-9 16,-8-6 56-16,3 0 121 0,1-3-61 0,-3 0-29 16,4 2 0-16,5 8 220 0,1-3-121 0,3 7-64 15,5 2 516-15,1 6-272 16,0 3-59-16,5 4-86 0,12 2 275 0,3 5-181 15,7 5-91-15,1 3 11 0,2 3-51 0,2 0-16 16,2 2-9-16,-4 11-58 0,-2 3 0 0,-1 1 32 16,-5 3 0-16,-9-4-44 0,0 5 17 15,-7 0 0-15,-4 0 116 0,-2-2-44 0,-8 5-1 0,-5-7-34 16,-10 2-11-16,3-7-37 0,1 0 0 0,-2-4 0 16,5-1 0-16,4-3 0 0,3-3 0 0,3 1 0 15,3-2 0-15,1 0 0 16,2 0 0-16,2 0 0 0,14 2 0 0,7 2 0 15,5 0 0-15,4 3 0 0,3 2 0 0,1 5 0 16,-2-2 0-16,-4 8 0 0,-4-1 0 0,-5 1 0 16,-3 5 0-16,-9-7 0 0,-4 4 0 0,-3 1 0 15,-2 0 0-15,-4-1 0 0,-13-2 0 0,-5-4 0 16,-6-2 0-16,-2 1 0 0,-2-5 0 0,0-2 0 16,0-2 0-16,8 0 0 0,-3-5 0 15,1-1 0-15,3 0 0 0,5 0 0 16,4 0 0-16,3 0 0 0,4 0 0 0,3 0 0 15,4-5 0-15,0-5 0 0,15-6 0 0,9-3-693 16,10-6 307-16</inkml:trace>
  <inkml:trace contextRef="#ctx0" brushRef="#br0" timeOffset="84132.42">19721 11701 3931 0,'10'-5'0'0,"1"1"0"0,-4 1 0 0,-3-1 0 0,-2 2 0 0,2-2 0 0,2 0 0 0,5 0 0 0,4 1 0 0,9-1 0 0,4 0 0 15,12 1 0-15,1 0 0 0,6-1 0 0,6 3 0 16,1-1 0-16,5-1 0 0,6 3 0 0,-3 0 0 16,-7 0 0-16,12 6-399 0</inkml:trace>
  <inkml:trace contextRef="#ctx0" brushRef="#br0" timeOffset="84974.93">20572 11073 3519 0,'-24'-12'0'0,"9"6"0"0,5 5 0 0,8 1 0 0,0 0 0 0,2 0 0 0,0 0 0 0,9 0 0 0,16 0 0 0,12 0 0 0,13 3 191 0,12-2-77 16,-2-1-38-16,4 0-45 0,-1 3-31 16,-4-3 0-16,13 0 0 0,-8 0 0 0,1 0 0 0,-11 0 0 15,2 0 0-15,-10 0-43 16,-3 0-65-16,-6 0-683 0,-7 3 339 0,-9 0 220 15,-5 1 37-15,-7-1-260 0,-4-1 213 0,-5-2 103 16,0 0 50-16,-11 0-364 0,-10-3 208 0,4-9 94 16,-7-6 61-16,0-3-52 15,-3-2 71-15,1-1 38 0,1-1 124 0,4 1-93 0,0 2 9 0,3 4 319 16,4 1-183-16,0 5-89 0,10 2-47 16,2 1 419-16,2 1-158 0,9 4-125 0,14 1-7 0,9 1 22 15,10 2-60-15,-3 0-20 16,14 4 157-16,-3 9-99 0,1 0-49 0,-1 0-25 15,-8 3 164-15,-10 1-85 0,0 4-57 0,-9 2 159 16,-7 1-103-16,-6 1-51 0,-8 1-25 0,-2-1 60 16,-5 2-48-16,-16-1 0 0,-4 1-39 0,-8 1-31 15,1-5 32-15,2-4 9 0,-4 1-9 0,0-3-265 16,0 2 133-16,4-5 66 0,0 1-588 16,0 0 310-16,2-5 94 0,2 3-457 0,-3-3 316 15,3-1 157-15,-1 0 79 0,4-1-253 16,-7 2 170-16,1-1 82 0,-2 1 40 0,-1-2 78 15,0 4-37-15,0 1-10 0,-3 3 9 0,3 2 212 16,2 3-105-16,0 1-54 0,3 4 649 0,0 5-360 16,3 2-141-16,3 3-96 0,6 2 906 0,3-6-468 15,5 5-233-15,5-1 277 0,2-2-549 0,0-4 0 16,4-5 0-16,11 0 0 0,2-8 0 0,7-2 0 16,1-5 0-16,5-7 0 0,0-3 0 15,2 0 0-15,-2-5 0 0,-2-13 0 16,-4 0 0-16,-3-3 0 0,-5-2 0 0,-6-2 0 15,-6 2 0-15,-2-7 0 0,-2 2 0 0,-4 0 0 16,-8-2 0-16,-8 0 0 0,-2 2 0 0,-9-6 0 16,5 11 0-16,-4-1 0 0,-2 5 0 0,-3 2 0 15,-1 5 0-15,0 4 0 0,-1 7 0 0,2 1 0 16,-4 0 0-16,6 8 0 0,1 5 0 0,2 3 0 16,5 1 0-16,5 3 0 15,8-2 0-15,1 9 0 0,9-8-63 0,2 6-121 16,0-1 77-16,13-1-661 0,6-4 366 0,6-2 182 15,3-2-269-15,2-4 231 0</inkml:trace>
  <inkml:trace contextRef="#ctx0" brushRef="#br0" timeOffset="85502.03">21284 11435 3049 0,'6'-4'0'0,"-5"2"0"0,1 2 0 0,-2 0 0 0,0 4 0 0,-7 12 0 0,-8 7 0 0,-2 3 0 0,1 5 0 0,-4 2 0 0,1 1 341 0,3 0-156 0,-1 1-74 0,4-1 134 16,-1-1-245-16,3-3 0 0,6-6-39 0,-2 0-90 16,5-5 83-16,0-5 42 0,2-5-291 0,0-4 166 15,0-1 93-15,0-4-653 0,0 0 349 0,0-6 31 16,5-11 135-16,3-5-180 0,1-4 149 16,1-4 88-16,2-2 39 0,1-4-61 15,3-6 50-15,-4 9 17 0,4-2 97 0,0 0-31 16,-2 6 0-16,-3 8-32 0,1-3 418 0,-5 12-218 15,2-1-96-15,-3 8 315 0,-1 0-131 0,3 5-123 16,-2 0 33-16,-1 11 376 0,-1 13-255 0,0 6-121 16,-3 1-61-16,1 4 380 0,0 1-291 0,-2 2-188 15,3 1 0-15,-1-5 0 0,1-2 0 0,5-1 0 16,-3-11 0-16,2 1 0 0,2-6 0 0,-2-6 0 16,-2-4 0-16,4-1 0 0,1-4 0 0,0 0 0 15,0-9 0-15,2-9 0 16,-1-6 0-16,2 1 0 0,1-6 0 0,-2-1 0 15,6-1 0-15,-4 1 0 0,4 1 0 0,-2 3 0 16,-2 7 0-16,-2 2 0 0,-3 8 0 0,0-1 0 16,-2 7 0-16,-1 1 0 0,2 2 0 0,-1 0 0 15,0 15 0-15,2 5 0 0,2 5 0 0,-1 3 0 16,0 2 0-16,3 0 0 0,-2 2 0 0,3 0 0 16,-1-2 0-16,-1-2 0 15,2-4 0-15,-1-3 0 0,2-2 0 0,-2-4 0 16,1-2 0-16,-5-5 0 0,0-3 0 0,0-3-266 15,-1-2-20-15,1 0 123 0,-1-4 60 0,0-16-631 16,-3-5 348-16,3-4 165 0,1-13-367 0,1-1 276 16,-5-6 138-16</inkml:trace>
  <inkml:trace contextRef="#ctx0" brushRef="#br0" timeOffset="85690.19">22060 11046 2588 0,'26'-41'0'0,"-1"11"0"0,7 5 0 0,-2 8 0 0,2 7 0 0,-1 5 0 0,9 5 0 0,2 0 0 0,-3 19 0 0,2 8 0 0,-4 8 213 0,-4 9 647 0,-1 14-590 0,-12-1-270 16,-6 2 0-16,-7 16 0 0,-5-5 0 0,-2-1 0 16,-13-2 0-16,-12 2 0 0,-3-13 0 15,-9 12 0-15,-2-11 0 0,0-4 0 0,7-8 0 0,-7-2 0 16,7-9 0-16,-12 0 0 0,7-6 0 0,-2-5 0 16,-2-2 0-16,-3-6 0 15,-2 1 0-15,-4 1-1087 0</inkml:trace>
  <inkml:trace contextRef="#ctx0" brushRef="#br0" timeOffset="94068.17">10266 13358 1963 0,'-10'-11'0'0,"0"5"0"0,2 4 0 0,1 0 0 0,-2-1 0 0,2 2 0 0,0 0 0 0,2-2 0 0,3 2 0 0,0 1 0 0,0 0 603 0,2 0-282 0,0 0-140 16,0-2 314-16,9 0-227 0,12-4-168 0,6 0-100 15,3-1 0-15,2-2 0 0,3 0 0 0,3 0 0 16,4 0 0-16,6 2 0 0,-3 2 0 0,2-1 0 15,2 0 0-15,-2 2 0 16,-5 1 0-16,14 0 0 0,-8 0 0 0,2-1 0 0,0 1 0 16,-3-1 0-16,-8-2 0 0,10-1 0 15,-6 1 0-15,-9 0 0 0,2-2 0 0,-5 3 0 16,-6 1 0-16,0-1 0 0,-6 1 0 0,-6 2-71 16,-3-1-330-16,-1 0 180 0,-6 2 81 0,-1-3-697 15,-2-3 398-15,0-3 200 0</inkml:trace>
  <inkml:trace contextRef="#ctx0" brushRef="#br0" timeOffset="94311.88">10990 12803 3190 0,'-12'-3'0'0,"7"1"0"0,1 2 0 15,2 0 0-15,2 0 0 0,0 0 0 0,4 0 0 0,15 0 0 0,6 10 0 0,3-1 0 0,4 4 379 0,7 4-174 0,-3 0-83 0,1 2-87 0,-7-2-35 0,4 2 0 16,-4 2 0-16,-2 1 0 0,-3-2 0 0,-3-2 0 15,-9 0 0-15,1 0 0 0,-7 3 0 16,-5 2 0-16,-2 1 0 0,0-1 0 0,-16 1 0 16,-5 1 0-16,-4-1 0 0,-3 1 0 15,-2-3 0-15,-2-1 0 0,-2 0 0 0,2-1 0 16,-1 0 0-16,1-1 0 0,-9 4 0 0,8-3 0 16,-3 5-490-16,4-2-58 0,-9 7 259 0,4 1 124 15</inkml:trace>
  <inkml:trace contextRef="#ctx0" brushRef="#br0" timeOffset="94638.69">10270 13857 3705 0,'-22'18'0'0,"1"5"0"0,-9 4 0 0,7-1 0 0,2 6 0 0,0 6 0 0,5-1 0 0,9-3 0 0,0 10 0 0,7-3 0 0,0-7 226 0,1 3-226 0,10-3 0 16,7-4 0-16,4-6 0 0,5-3 0 0,0-6 0 0,1-6 0 15,1-4 0-15,-5-5 0 0,6 0 0 0,-7-5 0 16,-5-10 0-16,0-3 0 0,-7-5 0 0,-3 0 0 16,-1-9 0-16,-5 5 0 15,-2-5 0-15,0-2 0 0,0 0 0 0,-9-2 0 16,-5 0 0-16,1 2 0 0,-6 4 0 0,3 3 0 16,-3 8 0-16,0 6 0 0,-5-1 0 0,5 9 0 15,-4 1 0-15,0 4 0 0,1 0 0 0,1 0 0 16,5 11 0-16,-1 1 0 0,1 5 0 0,3-2 0 15,1 9 0-15,2-6 0 0,-1 8 0 0,3-1 0 16,3 2 0-16,-1-4 0 0,6 5 0 0,0-8-788 16,0 0 316-16,8 5 216 0,8-8 108 15</inkml:trace>
  <inkml:trace contextRef="#ctx0" brushRef="#br0" timeOffset="94863.93">10748 13865 3931 0,'0'0'0'0,"0"0"0"0,-2 3 0 0,2 7 0 0,-4 3 0 0,-1 7 0 16,-2 3 0-16,2 6 0 0,-2 0 0 0,-1 5 0 0,1 3 0 0,-3 0 0 0,3 2 0 0,-2-1 0 0,0-1 0 16,0-3 0-16,2 2 0 0,-2-5 0 0,-1-1 0 15,3-9 0-15,1-1 0 0,2-8 0 0,1-2-177 16,-2-4-242-16,5-5 212 0,-2-1-592 0,2 0 380 15,0-14 180-15,2-11 104 0,10-9-191 0,1-4 144 16,1-5 70-16</inkml:trace>
  <inkml:trace contextRef="#ctx0" brushRef="#br0" timeOffset="95252.01">10723 13953 2378 0,'4'-24'0'0,"-2"5"0"0,-1 5 0 0,1 4 0 0,1 2 0 0,-3 6 0 0,2 1 0 0,0 1 0 0,3 0 0 16,4 5 0-16,5 11 90 0,-3 7 466 0,3 6-248 0,0 2-139 0,2 9-64 0,-2 1 220 0,-3 2-325 15,3 1 0-15,-5-8 0 0,2 14 0 0,-1-14 0 0,-1-1 0 16,0 0 0-16,1-6 0 0,-4-8 0 16,1-2 0-16,-4-8 0 0,1-1 0 15,0-7 0-15,-2-1 0 0,2-2 0 0,2 0 0 16,-1-13 0-16,2-10 0 0,2-5 0 0,5-9 0 16,-5 1 0-16,9-13 0 0,0 4 0 0,1-2 0 15,2 2 0-15,-1 4 0 0,-1 7 0 0,-1-1 0 16,0 8 0-16,-6 8 0 0,2 3 0 0,-7 3 0 15,2 5 0-15,-2 4 0 0,-2 1 0 16,1 3 0-16,-1 0 0 0,1 8 0 0,0 9 0 0,0 0 0 16,1 7 0-16,0 5 0 0,0 1 0 15,3 0 0-15,0 4 0 0,-1-2 0 16,1 1 0-16,1-1 0 0,-2 0 0 0,1 0 0 16,-1-3 0-16,-2-4 0 0,0-4 0 0,0 2 0 15,-4-5 0-15,3-1 0 0,-4-3 0 0,1-3 0 16,-1-1 0-16,0-2 0 0,0 0 0 0,0-1 0 15,-1-2 0-15,-1-2 0 0,2-3 0 0,1 2 0 16,1-2 0-16,3-2-875 16,2-17 315-16,5-3 261 0</inkml:trace>
  <inkml:trace contextRef="#ctx0" brushRef="#br0" timeOffset="95417.95">11693 13882 3700 0,'7'-14'0'0,"2"7"0"0,7 1 0 0,2-1 0 0,5-4 0 0,1 1 0 0,6 1 0 0,2 0 0 0,0-2 0 0,5 4 0 0,1 2 231 0,2 1-231 0,-3 1 0 15,1 1 0-15,-1-1 0 0,-3 3 0 0,-4 0 0 16,-7 0 0-16,-2 5-178 0,-7 4-315 0,-7 4 276 16</inkml:trace>
  <inkml:trace contextRef="#ctx0" brushRef="#br0" timeOffset="95569.42">11932 14107 3931 0,'-7'0'0'0,"3"0"0"0,4 0 0 0,0 0 0 0,0 0 0 0,0 0 0 0,14 0 0 0,4 0 0 0,7 0 0 0,5 0 0 0,2 0 0 0,2 0 0 0,1 0 0 16,3 0 0-16,0 0 0 0,5 0 0 0,-10 1-228 15,5 7-211-15,-2 6 233 0</inkml:trace>
  <inkml:trace contextRef="#ctx0" brushRef="#br0" timeOffset="96265.06">13007 14004 2002 0,'-7'-3'0'0,"3"2"0"0,0-1 0 0,1 2 0 0,1 0 0 0,2 0 0 0,0 0 0 0,0 0 0 0,2 0 0 0,10 0 0 15,8 2 185-15,0 2-74 0,2 1-37 0,1-2 141 0,7 1-94 0,-3 1-41 0,3-1 266 0,4 0-155 16,1-1-76-16,2 1-30 0,9 0 227 0,-3-1-218 16,0-1-94-16,4 1 0 0,4 1 0 0,-1 1 0 15,7 1 0-15,6-3 0 0,-1-1 0 0,6 0 0 16,8-2 0-16,2 0 0 0,5 0 0 0,13 0 0 15,-4-4 0-15,1-4 0 16,5 1 0-16,-8-1 0 0,18 1 0 0,-11-3 0 16,1 3 0-16,-4 0 0 0,-2 1 0 0,-8 0 0 15,14 1 0-15,-25 2 0 0,8 0 0 16,-2 0 0-16,-4 3 0 0,-11 0 0 16,15 0 0-16,-10 0 0 0,-3 0 0 15,-11 0 0-15,1 0 0 0,-2 0 0 0,-5 0 0 0,-6 3 0 0,-7-1 0 16,0-2 0-1,-6 0 0-15,-7 0 0 0,-5 0 0 0,-4 0 0 0,-5 0 0 0,-6 0 0 16,-1 0 0-16,-2 0 0 0,0 0 0 16,-3-2 0-16,-13-4 0 0,-6 3-283 0,-6 2 122 0,-6 1-946 15,-13 0 539-15</inkml:trace>
  <inkml:trace contextRef="#ctx0" brushRef="#br0" timeOffset="96669.01">13869 14331 2592 0,'-7'-4'0'0,"1"2"0"0,1 0 0 0,1 2 0 0,1 0 0 0,0 0 0 0,1 0 0 0,0 0 0 16,2 13 0-16,0 8 0 0,0 1 329 0,0 9-145 0,0 0 457 0,2 10-456 0,0-5-185 0,4 14 0 15,0-5 0-15,-1 0 0 0,1 4 0 0,-1-1 0 16,1-7 0-16,0 10 0 0,-1-7 0 0,-1-8 0 15,-2 2 0-15,0-3 0 0,-1-8 0 16,-1 4 0-16,0-11 0 0,0 1 0 16,0-7 0-16,0-2 0 0,-1-3 0 0,1-4 0 15,-2 0-37-15,2-5-114 0,0 0 48 0,0 0-777 16,2-2 411-16,7-19 221 0,3-3 105 0,2-7-310 16</inkml:trace>
  <inkml:trace contextRef="#ctx0" brushRef="#br0" timeOffset="96875.18">14021 14648 3649 0,'0'-5'0'0,"0"1"0"0,0 2 0 0,0-2 0 0,2-2 0 0,8 5 0 0,6-4 0 0,7 3 0 0,6 1 0 0,4 1 0 0,5 0 214 0,9 0-146 0,-2 0-68 0,0 0 0 16,0 1 0-16,2 3 0 0,3-1 0 0,-2 0 0 15,-4-1 0-15,0 0 0 0,-12-1 0 0,2-1 0 16,-10 3 0-16,-2-1-184 0,-8-1 36 0,-5 2 92 15,-4-2-869-15,-3-1 441 0,-2 2 213 0,-2-2 122 16,-12 0 56-16,-2 0-442 16,2-7 249-16</inkml:trace>
  <inkml:trace contextRef="#ctx0" brushRef="#br0" timeOffset="97048.65">14517 14353 2380 0,'-9'-9'0'0,"-2"5"0"0,1 3 0 0,1 1 0 0,0 0 0 0,0 0 0 0,0 6 0 0,4 10 0 0,-1 4 0 0,5 5 0 0,-3 5 111 0,2 2 550 16,0 3-312-16,2 5-146 0,-1 5-88 0,-2-4-3 0,3-1-112 0,0 0 0 16,0-4 0-16,0 5 0 0,0-7 0 15,0 1 0-15,0-4 0 0,0-4-79 0,0-6 52 0,3-1-768 16,2-5 409-16,2-3 84 0,2-6 145 0,3 0-667 16,3-6 394-16</inkml:trace>
  <inkml:trace contextRef="#ctx0" brushRef="#br0" timeOffset="97277.77">15156 14539 2776 0,'11'-6'0'0,"-3"5"0"0,-1-1 0 0,-5-1 0 0,0 3 0 0,0 0 0 0,-2 0 0 0,0 10 0 0,0 1 0 0,-6 6 0 0,-5 4 679 0,-2 6-326 0,-2-1-230 15,-4 5-123-15,0-1 0 0,-1 3 0 16,-1 0 0-16,-2-1 0 0,-2 4 0 0,4-9 0 0,-6 2 0 15,1-3 0-15,-1-1 0 0,1-3 0 16,2-4 0-16,5-6 0 0,-2 0 0 16,3-2-3-16,2-5-784 0,2-4 375 0,6-1 188 15,-2 0 93-15,5-1-484 0,5-12 280 0,0-10 154 16</inkml:trace>
  <inkml:trace contextRef="#ctx0" brushRef="#br0" timeOffset="97641.71">14979 14355 2651 0,'6'-19'0'0,"4"3"0"0,-1 0 0 0,3-1 0 0,0 3 0 0,1 0 0 0,4 3 0 0,1 3 0 0,-2 2 0 0,3 2 0 0,-2 3 118 0,2 1-46 16,-1 0 215-16,1 1-126 0,-2 9-61 0,0 3 360 16,-2 4-378-16,4 4-82 0,-6 2 0 0,0-1 0 15,-2 3 0-15,1 0 0 0,-1-3 0 0,1 7 0 16,-3-2 0-16,2 1 0 0,-1-2 0 0,-1 1 0 15,0-3 0-15,0 8 0 16,1-6 0-16,-1 2 0 0,2 1 0 0,-1-1 0 16,1-1 0-16,-2 4 0 0,1-1 0 0,-1 1 0 15,0-4 0-15,0 1 0 0,-2-3 0 0,0 5 0 16,-1-5 0-16,-1 1 0 0,1-6 0 0,0 4 0 16,-1-5 0-16,1 2 0 0,-1-4 0 0,2-2 0 15,-2 0 0-15,2-4 0 0,1-1 0 0,-1 0 0 16,3-4 0-16,-1 2 0 0,0-2 0 0,1-1 0 15,-1 0 0-15,-1 1 0 0,-1 1 0 0,1-2 0 16,1 5 0-16,-3-2 0 0,-1 2 0 0,-1-2-939 16,0-3 355-16,0 1 274 15,-2 3 136-15</inkml:trace>
  <inkml:trace contextRef="#ctx0" brushRef="#br0" timeOffset="98149.14">14572 12833 2628 0,'0'-30'0'0,"0"15"0"0,-2 6 0 0,-2 2 0 0,2 0 0 0,1 0 1 0,-1 6 2 0,2-1 0 0,0 2-1 0,0 0 0 0,0 2 498 0,0 17-228 16,0 7-115-16,0 5-58 0,0 15 165 0,0 3-264 16,0 11 0-16,2 2 0 0,-1 0 0 0,1 2 0 15,2 0 0-15,-1-10 0 0,-1 6 0 0,2-4 0 16,1 2 0-16,-2-8 0 0,1-5 0 0,-1 4 0 16,1-16 0-16,0-1 0 0,-1-8 0 0,-1-3 0 15,0-6 0-15,0-4 0 0,1-6 0 0,-2 0 0 16,-1-5 0-16,2 0 0 0,-2 0 0 0,0 0 0 15,0 0 0-15,0 0 0 0,-3 0 0 0,-4 0 0 16,4 0 0-16,-1 0 0 16,-2 0 0-16,3 0 0 0,-1 0 0 0,1 7-643 15,0 5-67-15,3 0 340 0,-2 6 167 0</inkml:trace>
  <inkml:trace contextRef="#ctx0" brushRef="#br0" timeOffset="101825.55">17019 13518 395 0,'-5'-7'0'0,"0"0"0"16,-2 3 0-16,1-3 995 0,-1 5-478 0,-1 1-238 0</inkml:trace>
  <inkml:trace contextRef="#ctx0" brushRef="#br0" timeOffset="102026.9">16951 13482 3931 0,'-11'2'0'0,"0"7"0"0,-6 6 0 0,1 3 0 0,-2 9 0 15,-3 9 0-15,3 7 0 0,-5 13 0 0,6 4 0 0,1 8 0 0,-2 6 0 0,4 2 0 0,0 16 0 0,7-7 0 0,5-10 0 16,2 4 0-16,0-13 0 0,5 12 0 0,13-16 0 16,1-13 0-16,3 3 0 0,2-8 0 0,1-5 0 0,5 3 0 0,-4-8 0 15,-2-8 0-15,1 0 0 16,-3-5 0-16,-3-5 0 0,-2 2 0 0,-2-7 0 15,-2-2 0-15,-4-2 0 0,-3-3 0 0,0 0 0 16,-3-2 0-16,-1 0 0 0,-2-2 0 0,0 0 0 16,0 0 0-16,0 0 0 0,0 0-242 0,0 0-192 15,0 0 197-15,0 0 99 0,0 0-429 0</inkml:trace>
  <inkml:trace contextRef="#ctx0" brushRef="#br0" timeOffset="104135.25">17708 13739 2494 0,'-7'-2'0'0,"1"0"0"0,2 0 0 0,2 1 0 0,2-2 0 0,0 2 0 0,2-1 0 0,13-1 0 0,8 2 0 0,1-3 0 0,6-1 433 0,4 0-188 0,7 0-107 15,2 0 339-15,5-1-333 0,2-1-144 0,4 1 0 16,7-1 0-16,6-1 0 0,-7 1 0 16,2-2 0-16,-9 4 0 0,5-3 0 0,-3 3 0 15,-5 1 0-15,-3-1 0 0,-11 2 0 16,3 0 0-16,-5 1 0 0,-8 1 0 0,-1-2 0 15,-2 1 0-15,-7-1 0 0,-4 1-64 0,-3 0-763 16,-3-2 384-16,-1 0 207 0,-3-1 98 0,0-3-505 16,-2-3 302-16,0 2 151 0,0-4 65 0</inkml:trace>
  <inkml:trace contextRef="#ctx0" brushRef="#br0" timeOffset="104198.42">18655 13227 395 0</inkml:trace>
  <inkml:trace contextRef="#ctx0" brushRef="#br0" timeOffset="104359.86">18745 13273 3931 0,'30'19'0'0,"0"1"0"0,-1 1 0 0,-2 2 0 0,-1-2 0 0,-3-1 0 0,-2-1 0 16,-8-2 0-16,0 2 0 0,-5-2 0 0,-6-1 0 0,-2 5 0 0,0-1 0 0,-12 4 0 0,-8-4 0 0,-1 5 0 0,-6-2 0 15,1 0 0-15,-4 2 0 0,2 1 0 0,-2-2 0 16,-4 5-545-16,5-3 87 15,-1 1 210-15,-1 2-526 0,1-1 368 0,2-1 173 16,-6 5 102-16</inkml:trace>
  <inkml:trace contextRef="#ctx0" brushRef="#br0" timeOffset="104668.37">18151 14165 2455 0,'-41'21'0'0,"4"6"0"0,-1 0 0 0,2 3 0 0,2 2 0 0,10-3 0 0,0 3 0 0,6-1 0 0,7 1 0 0,8-1 0 0,3-2 113 0,0-6 540 15,5 7-312-15,12-6-150 0,5-4-77 0,5 1-50 0,-1-7-64 0,6-5 0 16,-2-2 0-16,0-4 0 0,0-3 0 0,-1 0 0 16,-5-3 0-16,-4-5 0 0,-1-7 0 0,-4-3 0 15,-1-2 0-15,-7-2 0 0,-2-5 0 0,-3 6 0 16,-2-6 0-16,0 2 0 0,-2-1 0 0,-8-1 0 16,-4 1 0-16,-3-2 0 15,-4 3 0-15,0 1 0 0,0 2 0 0,-4 4 0 16,0 3 0-16,7 5 0 0,-6 6 0 0,3-1 0 15,0 3 0-15,1 2 0 0,2 0 0 0,2 8 0 16,-1 5 0-16,4 4 0 0,-1 1 0 0,3 2 0 16,2 0 0-16,1 1 0 0,4 0-195 0,2-1-164 15,2-3 160-15,0 0-249 16,2-3 204-16,10-3 92 0,5-2 61 0,5-3-584 0,5-6 317 0</inkml:trace>
  <inkml:trace contextRef="#ctx0" brushRef="#br0" timeOffset="104896.72">18591 14014 3931 0,'0'1'0'0,"-4"13"0"0,0 4 0 0,0 8 0 0,1 2 0 0,-1 7 0 0,-3 3 0 0,-1 2 0 0,0-6 0 0,-1 15 0 0,0-7 0 0,-3-4 0 16,3-4 0-16,-2 3 0 0,-3 2 0 0,3-6 0 0,-2-1 0 0,0-2 0 15,2-4 0-15,1-5 0 0,3-2 0 0,1-2 0 16,3-8-104-16,1-1-348 0,0-6 176 0,2-2-545 16,0 0 381-16,2-6 206 0,5-18 96 0,8-9-384 15,-2-5 241-15,2-6 121 0</inkml:trace>
  <inkml:trace contextRef="#ctx0" brushRef="#br0" timeOffset="104970.93">18583 14070 395 0,'2'-22'0'0,"2"4"210"0,0 4-104 0,-2 2-54 0,0 3-25 0,1 3 688 0</inkml:trace>
  <inkml:trace contextRef="#ctx0" brushRef="#br0" timeOffset="105068">18710 14077 3931 0,'18'38'0'0,"1"-2"0"0,-5 2 0 0,4 0 0 0,-2 4 0 0,-2-7 0 0,2 9 0 0,-4-13 0 0,1 5 0 0,-2-3 0 0,1-2 0 0,-3-5 0 0,2 2 0 15,-5-8 0-15,1 2 0 0,1-5 0 0</inkml:trace>
  <inkml:trace contextRef="#ctx0" brushRef="#br0" timeOffset="105417.48">18542 14404 3931 0,'-11'-3'0'0,"4"-2"0"0,2 3 0 0,5 1 0 0,0-3 0 0,0 1 0 0,12 0 0 0,4 1 0 0,3 0 0 0,2 0 0 0,5 1 0 0,0 1 0 0,-1 0 0 15,1 0 0-15,-3 0 0 0,1 0 0 0,-1 0 0 16,-4 0 0-16,-3 0 0 0,-4 1 0 0,-1-1 0 16,-4 0 0-16,-3 0 0 0,1 0 0 15,-4 0 0 32,-1 0 0-31,0 0 0 15,0 0 0-31,0 0 0 0,0 0 0 0</inkml:trace>
  <inkml:trace contextRef="#ctx0" brushRef="#br0" timeOffset="105429.01">18831 14383 395 0</inkml:trace>
  <inkml:trace contextRef="#ctx0" brushRef="#br0" timeOffset="107545.05">20022 13966 2403 0,'11'0'0'0,"-3"0"0"0,-4 0 0 0,-1 0 0 0,-1 0 0 0,0 0 0 0,-2 0 0 0,0-1 0 0,0-1 0 16,0-2 0-16,-2 2-352 0,-2-2 161 0,-1 1 76 0,1-1 38 16,0-1-468-16</inkml:trace>
  <inkml:trace contextRef="#ctx0" brushRef="#br0" timeOffset="109094.2">19475 13961 2996 0,'-5'-4'0'0,"1"2"0"0,0 0 0 0,4 0 0 0,-2 2 0 0,2 0 0 0,0 0 0 0,0 0 0 0,0 0 0 0,2 0 0 0,13 0 127 0,2 0 255 0,8 0-172 0,1 0-85 16,4 2-34-16,4 0-91 0,2 0 0 0,6 2 0 15,0-2 0-15,1 1 0 0,0 3 0 16,1-2 0-16,-5-1 0 0,10 4 0 0,-13-4 0 0,3 0 0 16,-5 3 0-16,-3-3 0 0,-6 0 0 0,2-1 0 15,-6-1 0-15,-5 1 0 0,-4-2 0 0,-3 0 0 16,-4 0 0-16,-3 0 0 16,0 0 0-16,0 0 0 0,-2 0 0 0,0 0 0 15,0-2 0-15,-4-5 0 0,-1 2 0 0,-4-4-671 16,0-1 226-16,2-3 203 0,-2 0 91 0,-3-8-644 15,5 0 378-15</inkml:trace>
  <inkml:trace contextRef="#ctx0" brushRef="#br0" timeOffset="109319.68">20016 13369 3250 0,'-12'-5'0'0,"0"3"0"0,-1-1 0 0,3 2 0 0,1 1 0 0,2 0 0 0,-1 4 0 0,5 11 0 0,0 9 0 0,3 2 0 0,0 9 451 0,0 13-221 15,0 3-230-15,0 10 0 0,0 0 0 0,3-9 0 16,-3 8 0-16,0 0 0 0,0-4 0 16,0 1 0-16,0 0 0 0,0-5 0 0,0-1 0 0,-3 0 0 15,-3-4 0-15,1-4 0 16,1-8 0 0,-1 1 0-16,-1-6 0 0,2-7 0 0,0-2 0 0,1-4 0 0,-1-7 0 0,0 0 0 15,2-4 0-15,1-3 0 0,-1-3 0 0</inkml:trace>
  <inkml:trace contextRef="#ctx0" brushRef="#br0" timeOffset="109357.73">19883 14468 395 0,'2'-8'0'0,"9"-7"0"0,2-5 0 0,6-7 0 0</inkml:trace>
  <inkml:trace contextRef="#ctx0" brushRef="#br0" timeOffset="109468.51">20709 13786 395 0,'16'-6'0'0,"-6"5"0"0,-1 1 511 0,-4 0-255 0,-1 1-128 15,-4 13-64-15</inkml:trace>
  <inkml:trace contextRef="#ctx0" brushRef="#br0" timeOffset="109533.68">20747 13861 3931 0,'-8'30'0'0,"-3"2"0"0,-3 10 0 0,-2-3 0 0,0 0 0 0,-2 4 0 0,4-6 0 0,-2 0 0 0,-3 7 0 0,1-8 0 0,-1-3 0 0,-1-2 0 16,-1-2 0-16,-2-5 0 0</inkml:trace>
  <inkml:trace contextRef="#ctx0" brushRef="#br0" timeOffset="109597.35">20388 14423 395 0,'-12'-4'0'0,"1"-11"867"0,4-10-434 0,7-12-216 0,0-7-548 0,2-15 150 0,9-3 71 0</inkml:trace>
  <inkml:trace contextRef="#ctx0" brushRef="#br0" timeOffset="109831.49">20551 13496 3419 0,'7'-34'0'0,"-4"15"0"0,1 0 0 0,0 4 0 0,-2 1 0 15,-1 5 0-15,1 5 0 0,4 2 0 0,1 2 0 0,5 2 0 0,0 19 175 0,4 5 162 0,-1 16-337 0,0 2 0 16,1 15 0-16,-2-5 0 0,3 18 0 0,-2-8 0 0,0-3 0 15,2 4 0-15,-1-5 0 0,0-10 0 0,-2 7 0 16,4-6 0-16,-4 1 0 0,2-8 0 0,-2 0 0 16,-2-12 0-16,-1 0 0 0,-2-11 0 0,3-1 0 15,-3-5 0-15,0-4 0 0,0-4 0 0,-2 0 0 16,-2-4 0-16,3-1 0 16,-3-2 0-16,1 0 0 0,0 0 0 0,-1 0 0 15,1 0 0-15,1 0-127 0,1-5 5 0,0-9-893 16,-1-4 477-16,8-7 254 0</inkml:trace>
  <inkml:trace contextRef="#ctx0" brushRef="#br0" timeOffset="110094.19">21105 13718 3931 0,'-14'-22'0'0,"5"13"0"0,2 2 0 0,6 0 0 0,-3 0 0 0,4 1 0 0,0 3 0 0,2-2 0 0,15 1 0 0,10 3 0 0,10-1 0 0,4 2 0 0,8 0 0 15,6 0 0-15,12 3 0 0,-8 1 0 0,17 4 0 16,-9-2 0-16,4-2 0 0,-4-1 0 0,-1 1 0 16,-12-4 0-16,3 2 0 0,-7-2 0 0,-4 0 0 15,-9 0 0-15,0 0 0 0,-10 0 0 16,-1-2 0-16,-6-2 0 0,-2 1 0 16,-11-1 0-16,0 0 0 0,-4-1 0 0,-1-5 0 15,-2-3-12-15,0-2-516 0,-2-4 244 0,-10-2 113 16,-1-7-363-16,-2-2 247 0,-2 0 124 0,0-2-618 15,-8-5 370-15</inkml:trace>
  <inkml:trace contextRef="#ctx0" brushRef="#br0" timeOffset="110605.12">21948 13329 2764 0,'-20'-11'0'0,"1"2"0"0,5 3 0 0,5 1 0 0,2-1 0 0,3 4 0 0,4-1 0 0,0-1 0 0,12 0 0 0,12 0 0 0,4 2 213 0,6 2 355 16,10 0-264-16,-7 2-222 0,11 12-82 0,-4 4 0 15,0 3 0-15,-3 2 0 0,-2 1 0 0,-5-2 0 16,3 6 0-16,-9-5 0 0,-1 4 0 0,-6-6 0 15,-5 2 0-15,-6-2 0 0,-4 2 0 0,-4-3 0 16,-2 3 0-16,-8-1 0 0,-11-2 0 0,-4 0 0 16,-5-1 0-16,-1-3 0 0,-4-1 0 0,-2 0 0 15,-1 0 0-15,-3 1 0 0,-7 2 0 16,5-2 0-16,-3 0 0 0,-2 0 0 16,0 0-24-16,5-3-190 0,-7 3 69 0,8-4-1007 15,6 1 556-15,2 1 278 0,2-2-384 0,7 1 321 16,-2-4 175-16,2-2 90 0,6-1 39 0,1-2 77 15,-2 1 0-15,4-1 237 0,0-1-157 0,-1 3-60 16,3 0-29-16,-2 3 740 0,1 0-385 0,0 6-202 16,-2 4 1024-16,1 6-564 15,2 5-283-15,-1 7-32 0,-1 3-289 0,3 0 0 0,-1 8 0 0,3-4 0 16,6-1 0-16,3-8 0 16,0 3 0-16,0-7 0 0,7-4 0 0,7-9 0 15,0-2 0-15,7-5 0 0,-3-8 0 0,7-3 0 16,1 0 0-16,-1-11 0 0,0-9 0 0,-2-5 0 15,-2-1 0-15,0-3 0 0,-4-1 0 0,0-3 0 16,-4-1 0-16,-1-3 0 0,-5 1 0 0,-4 1 0 16,-1 1 0-16,-2 4 0 0,0 3 0 0,-9 8 0 15,-6 0 0-15,-2 3 0 16,-2 4 0-16,-4 5 0 0,-2 3 0 0,0 2 0 16,1 2 0-16,-6 0 0 0,3 4 0 0,1 8 0 15,-1 1 0-15,2 4 0 0,0 1 0 0,2 0 0 16,6 0 0-16,4 1 0 0,2 0 0 0,3-1 0 15,4 1 0-15,4-2 0 0,0 2 0 0</inkml:trace>
  <inkml:trace contextRef="#ctx0" brushRef="#br0" timeOffset="110647.24">21374 14308 388 0,'13'7'0'0,"4"-2"0"0</inkml:trace>
  <inkml:trace contextRef="#ctx0" brushRef="#br0" timeOffset="111145.6">21840 14101 3931 0,'9'-4'0'0,"-2"2"0"0,-2-1 0 0,-1 3 0 0,-1 0 0 0,1 4 0 0,-2 13 0 0,-1 6 0 0,1 1 0 0,-2 5 0 0,0 6 0 0,0-2 0 16,0 1 0-16,0 0 0 0,0-2 0 0,0-3 0 0,0-7 0 15,0 1 0-15,0-7 0 16,0-5 0-16,0-1 0 0,2-5 0 0,-2-2 0 16,0-3-14-16,0 0-761 0,0 0 370 0,0-3 170 15,0-8-153-15,-5-4 174 0,-1-3 79 0,-1-7 53 16,2-3-11-16,-2-4 27 0,3-2 1 0,-1-3 78 15,1 3-35-15,1 2 10 0,-1 2-26 0,0 9 338 16,3 1-168-16,-1 0-95 0,2 5-33 0,0 4 838 16,0 0-413-16,3 2-140 0,10-1-126 15,6 4 172-15,6-1-335 0,0 5 0 0,5 0 0 0,4 0 0 16,1 2 0-16,0 0 0 16,-1 0 0-16,-6 6 0 0,-8 4 0 0,1 1 0 15,-3 1 0-15,-9 4 0 0,-4-1 0 0,-5 2 0 16,0 2 0-16,-7 2 0 0,-14-3 0 0,-4 0 0 15,0 2 0-15,-5-5 0 0,0-1 0 0,0-2 0 16,3-2 0-16,10-5 0 0,-1 1 0 0,6-5 0 16,3 2 0-16,5-3 0 0,0 0 0 0,4 0 0 15,0 0 0-15,8 3 0 16,15-1 0-16,2 1 0 0,3 3 0 0,2 2 0 16,4-1 0-16,-1 3 0 0,-1 3 0 0,-5 0 0 15,-2 2 0-15,-6 1 0 0,2 8 0 0,-8-3 0 16,-6-4 0-16,-2 6 0 0,-3-2 0 0,-2 0 0 15,-3 2 0-15,-12-6 0 0,-6 3 0 0,-4-5 0 16,2-2 0-16,-2-3 0 0,-5-2 0 0,4-1 0 16,-1-4 0-16,6-3 0 0,1 0 0 0,1 0 0 15,4-3 0-15</inkml:trace>
  <inkml:trace contextRef="#ctx0" brushRef="#br0" timeOffset="111192.73">21955 14573 381 0,'0'-26'0'0,"0"-6"0"0,0-13 0 0,13-2 988 0,6-11-513 0,9 1-257 0</inkml:trace>
  <inkml:trace contextRef="#ctx0" brushRef="#br0" timeOffset="111386.88">22681 13455 3931 0,'17'-16'0'0,"6"10"0"16,4 3 0-16,-4 2 0 0,4-1 0 0,-1 2 0 0,4 6 0 0,0 14 0 0,8 11 0 0,0 6 0 0,1 14 0 0,-5 7 0 0,-2 4 0 0,-6 4 0 0,-3 3 0 15,-8-9 0-15,-3 19 0 0,-3-8 0 0,-6-13 0 16,-3 0 0-16,-5 15 0 0,-14-19 0 0,-11 8 0 15,-6-13 0-15,-5 0 0 0,-6-8 0 0,-3-4 0 16,4-8 0 0,-16-1 0-16,4-5 0 0,-6 2 0 0,-2-2 0 0,-3 0 0 0,-3-1 0 0</inkml:trace>
  <inkml:trace contextRef="#ctx0" brushRef="#br0" timeOffset="111412.93">22205 14781 367 0</inkml:trace>
  <inkml:trace contextRef="#ctx0" brushRef="#br0" timeOffset="114065.75">23630 13807 3804 0,'-28'-6'0'0,"4"6"0"0,-1 3 0 0,-1 7 0 0,1-2 0 0,4-5 0 0,7 1 0 0,5 0 0 0,2-4 0 0,4 1 0 0,3-1 127 0,0 0-127 0,0 3 0 0,13-1 0 15,14-1 0-15,8 2 0 16,3-3 0-16,3 0 0 0,-4 2 0 0,5-2 0 0,-1 0 0 0,-4 1 0 16,0-1 0-16,-5 2 0 15,-9 0 0-15,2 1 0 0,-4-1 0 0,-5 0 0 16,-5 0 0-16,1 0 0 0,-2 0-208 0,-4 0-49 16,-4 1 111-16,1-2-749 0,-1 3 429 0,-2 1 215 15,0 3 98-15</inkml:trace>
  <inkml:trace contextRef="#ctx0" brushRef="#br0" timeOffset="114250.05">23589 14128 3931 0,'-19'9'0'0,"4"-1"0"0,1-2 0 0,7-4 0 0,2 1 0 0,1-1 0 0,4-2 0 0,0 4 0 0,7 2 0 0,16-1 0 0,4-1 0 0,1-1 0 0,1-1 0 15,4 2 0-15,-1-1 0 0,-2-1 0 0,0 2 0 16,-5-2 0-16,-2-1 0 0,0 2 0 0,-2-1 0 15,-3-2 0-15,1 1 0 0,-2-1 0 0,-3 3 0 16,0-3-243-16,0 0 9 0,-4 0 114 16,3 0-798-16</inkml:trace>
  <inkml:trace contextRef="#ctx0" brushRef="#br0" timeOffset="114830.08">24723 13170 3277 0,'-5'-5'0'0,"-1"-1"0"0,-2-2 0 0,3 3 0 0,-1-1 0 0,3 0 0 0,-4 2 0 0,2 3 0 0,1-3 0 0,-3 1 0 0,2 2 179 0,-6 1-71 16,2 0-36-16,-2 0 223 0,-2 8-295 15,0 0 0-15,-3 6 0 0,4 1 0 0,-1 1 0 16,-3 0 0-16,4 1 0 0,0 3 0 0,1-2 0 16,0 4 0-16,-1-1 0 0,3 1 0 15,0-1 0-15,-1 5 0 0,3-3 0 0,-1 3 0 16,3 0 0-16,-2 5 0 0,4 0 0 0,-3 3 0 15,5 4 0-15,-1 3 0 0,0-2 0 0,0-3 0 16,2 9 0-16,0-3 0 16,0-1 0-16,0 0 0 0,0 0 0 0,0-5 0 15,2 11 0-15,2-5 0 0,-1 1 0 0,1 2 0 16,-1 0 0-16,2-2 0 0,1 9 0 0,1-3 0 16,-1-3 0-16,2-3 0 0,2 0 0 0,-1-6 0 15,7 7 0-15,-5-11 0 0,3 2 0 0,4-2 0 16,-1-3 0-16,0 0 0 0,0-6 0 0,1-1 0 15,-4-4 0-15,0-2 0 0,2-4 0 0,-5 1 0 16,0-4 0-16,-1-1 0 0,-3-3 0 16,-2 2 0-1,1-4 0-15,-2-1 0 0,-3 2 0 0,0-4 0 0,3 1 0 0,-2 0 0 0,0-2 0 16,-2 0 0-16,0 2 0 0,0-2 0 16,0 0 0-16,0 0 0 0,0 0 0 0,0 0 0 15,0 0 0-15,1 0-362 0,-1 0-182 0,0 0 254 16,0 0-974-16</inkml:trace>
  <inkml:trace contextRef="#ctx0" brushRef="#br0" timeOffset="117155.55">24990 14073 2197 0,'-4'0'0'0,"-2"0"0"0,1-2 0 0,0 1 0 0,3-1 0 0,-4 0 0 0,3 0 0 0,2 1 0 0,-3-2 0 0,2 1 0 0,0 1 96 0,2 1 35 16,-1 0-48-16,1 0-15 0,0 0-8 0,0 0 72 15,0 0-48-15,0 0-25 0,0 0 1 0,0 0 63 16,0 0-48-16,0 0 0 0,0 0 78 0,0 0-58 16,0 0-30-16,0 0 9 15,0 0 41-15,0 0-40 0,0 0 1 0,0 0-41 16,0 0-35-16,0 0 0 0,0 0 0 16,0 0 0-16,0 0 0 0,0 0 0 0,5 0 0 0,9 0 0 15,0 0 0-15,4 0 0 0,6 0 0 0,2 0 0 16,1-3 0-16,6 0 0 15,2-1 0-15,7-3 0 0,-3 1 0 0,2 1 0 0,3-2 0 16,3 1 0-16,4 4 0 0,0-3 0 16,3 3 0-16,0 1 0 0,3 1 0 0,1 0 0 15,-1 0 0-15,1 0 0 0,-3 3 0 0,2 3 0 16,1 0 0-16,-1-1 0 0,-4 1 0 0,-1-1 0 16,-3-1 0-16,-5 0 0 0,2-2 0 0,-10-2 0 15,-1 0 0-15,-2 0 0 0,-4 0 0 0,-8 0 0 16,-2 0 0-16,-6 0 0 0,-4 0 0 0,-1 0 0 15,-6 0 0-15,0 0 0 0,0 0 0 16,-2 0 0-16,0 0 0 0,0-2 0 16,0-2 0-16,-10-3 0 0,2 3 0 0,-2-4 0 15,-2 5 0-15,0-1-723 0,-2 3 239 0,-2 1 224 16,-3 0 104-16</inkml:trace>
  <inkml:trace contextRef="#ctx0" brushRef="#br0" timeOffset="117444.06">25276 14233 2716 0,'-10'0'0'0,"1"1"0"0,1 17 0 15,1 0 0-15,-1-1 0 0,-1 4 0 0,1 5 0 0,1 3 0 0,-1 2 0 0,1 7 0 0,-1 3 733 0,5 2-349 0,-3-7-286 0,2 4-98 0,2 1 0 16,2 6 0-16,-2-7 0 0,2-5 0 16,0 3 0-16,0 0 0 0,0-3 0 0,0-4 0 15,0-2 0-15,0-4 0 0,2-5 0 0,0-2-18 16,-1-6-32-16,4-1-35 0,-3-5-387 0,2-1 178 16,-3-2 129-16,2-3-556 0,2 0 334 0,4-3 180 15,3-15 86-15</inkml:trace>
  <inkml:trace contextRef="#ctx0" brushRef="#br0" timeOffset="117621.13">25303 14601 3858 0,'-4'-6'0'0,"1"4"0"0,1 1 0 0,0-1 0 0,2 0 0 0,2 0 0 0,15-1 0 0,8 3 0 0,2 0 0 0,6 0 0 0,1 0 73 0,1 0-73 0,3 0 0 15,-6 0 0-15,5 0 0 0,-3 3 0 0,-3 1 0 16,0-2 0-16,-4-2-87 15,-3 0-172-15,-3 1 147 0,-3 1 74 0,-6-2 46 0,-1 2-822 0,-4-1 390 32</inkml:trace>
  <inkml:trace contextRef="#ctx0" brushRef="#br0" timeOffset="117825.69">25711 14350 2971 0,'-13'-6'0'0,"2"4"0"0,0 0 0 0,-3 2 0 0,3 0 0 0,-3 0 0 0,7 8 0 0,-2 3 0 0,1 6 0 0,5 7 0 0,-1-1 280 0,2 9-126 0,0 0-60 0,0-1 338 16,0 3-432-16,2 0 0 0,-1-1 0 0,1 0 0 15,0-1 0-15,0-4 0 0,0-1 0 0,-2-3 0 0,2-1 0 16,0-1-232-16,-2-5-73 0,2-1 170 16,0-2 86-16,0-5-806 0,0-2 401 15,0 1 214-15,0-1 102 0,7-7-262 0,5 0 183 0</inkml:trace>
  <inkml:trace contextRef="#ctx0" brushRef="#br0" timeOffset="118054.86">26246 14466 3704 0,'0'0'0'0,"0"0"0"0,0 0 0 0,0 0 0 0,0 0 0 0,0 0 0 0,0 2 0 0,-5 11 0 0,-1 2 0 0,-3 5 0 0,-1 3 227 0,-1 3-227 15,0 2 0-15,-2 2 0 0,-2 2 0 0,0 0 0 16,-2 0 0-16,-6 6 0 0,0-5 0 0,-2 0 0 16,0-4 0-16,-9 5 0 0,2-4 0 0,-2-1 0 15,1-3 0-15,-1-4 0 16,4-3 0-16,0-2-659 0,1-2 296 0,7-7 163 0,0-1 82 0,4-5-491 16,6-2 278-16,-1 0 152 0</inkml:trace>
  <inkml:trace contextRef="#ctx0" brushRef="#br0" timeOffset="118377.26">26066 14227 3415 0,'5'-6'0'0,"2"3"0"0,0-1 0 0,1 3 0 0,5 1 0 0,-1 0 0 0,2 3 0 0,5 11 0 0,-2 8 0 0,-2 4 0 0,7 10 116 0,-7 1 284 0,0-2-400 0,2 15 0 16,0-7 0-16,0 0 0 15,0 0 0-15,2-1 0 0,-3-9 0 0,7 9 0 0,-5-12 0 16,3 0 0-16,0-2 0 0,-4-2 0 16,1-6 0-16,-2 2 0 0,-2-5 0 0,-2-1 0 15,-1-1 0-15,-1-4 0 0,-3-1 0 0,-2-1 0 16,2 1 0-16,-3-2 0 16,-1-3 0-16,-2 3 0 0,4-3 0 0,-5-1 0 0,3 2 0 0,-1-5 0 15,0 2 0-15,0 0 0 0,-2-1 0 0,0-2 0 16,0 0 0-16,0 0 0 0,0 0 0 0,0 0 0 15,2 0 0-15,-2 0 0 0,0 0 0 16,0 0-177-16,0 0-223 0,0 0 173 16,0 0-760-16,2 0 475 0</inkml:trace>
  <inkml:trace contextRef="#ctx0" brushRef="#br0" timeOffset="120116.33">24958 13273 2072 0,'-9'-11'0'0,"3"2"0"0,-2 1 0 0,5 1 0 0,-1-1 0 0,2 5 0 0,2-3 0 0,0 3 0 0,2 0 0 0,15 0 0 0,3 3 96 0,5 0 143 0,1 0-101 0,-1 7-51 15,-1 4-25-15,-1 4 123 0,-7 0-65 16,4 8-46-16,-6-1 0 0,-4 2 125 16,-4 5-82-16,-5-5-30 0,1 8-10 0,-2-1 183 15,-2-4-216-15,-11 2-44 0,-2-4 0 0,-2 0 0 16,-5 0 0-16,-3-3 0 0,1 1 0 0,-6-4 0 16,1-1 0-16,-1-3 0 0,2-1 0 0,-2-3 0 15,4-2 0-15,6-3 0 0,-1-1 0 0,1-3 0 16,7-2 0-16,3 0 0 0,2 0 0 0,4 0 0 15,2 0-321-15,2 0-35 16,0-4 165-16,14-9 76 0,9-3-321 0</inkml:trace>
  <inkml:trace contextRef="#ctx0" brushRef="#br0" timeOffset="120352.97">25332 13039 3307 0,'-17'-3'0'0,"-4"3"0"0,-3 0 0 0,1 3 0 0,1 9 0 0,1 9 0 0,3 7 0 0,-2 1 0 0,2 10 0 0,4 2 0 0,4 7 624 0,2-2-624 0,4 3 0 0,4 0 0 15,0-2 0-15,0-2 0 0,4-4 0 0,7-7 0 16,2 2 0-16,4-6 0 0,1-2 0 16,0-5 0-16,-1-3 0 0,-4-5 0 0,4 0 0 15,-4-3 0-15,1-3 0 0,0-3 0 0,-1-3-245 0,-1 1-229 16,2-4 224-16,-1 0-555 0,3 0 385 0,-2 0 191 15,3-4 96-15,1-10-500 0</inkml:trace>
  <inkml:trace contextRef="#ctx0" brushRef="#br0" timeOffset="120554.38">25486 13518 2621 0,'0'-12'0'0,"0"6"0"16,0-1 0-16,-6 4 0 0,1-2 0 0,3 4 0 0,-2-1 0 0,2 2 0 0,0 0 0 0,0 2 0 0,2 9 201 0,-1 5-87 0,1 3 453 0,0 6-264 0,0-1-178 0,-2 3-125 15,2-3 0-15,-2 6 0 16,0-3 0-16,-1-6 0 0,2 4 0 0,1-5 0 16,0 0 0-16,-2-2 0 0,2-5 0 0,0-1 0 15,0-3 0-15,0-4-655 0,0 2 257 0,0-4 117 16,0-3-190-16,3 0 218 0,7 0 108 0,0-3 54 16,-1-12-513-16</inkml:trace>
  <inkml:trace contextRef="#ctx0" brushRef="#br0" timeOffset="120731.36">25565 13484 2735 0,'0'-9'0'0,"0"3"0"0,0 2 0 0,0-2 0 16,0 4 0-16,0-2 0 0,0-1 0 0,9 2 0 0,10 1 0 0,1-2 0 0,9 2 433 0,-1 0-198 0,1 0-99 0,2 2-50 0,-1 0 44 16,0 0-38-16,2 0-32 0,-4 0-300 15,-5 0 139-15,-1 0 69 0,-2 0 34 0,0 0-195 0,-5 4 110 16,-6-2 61-16,0-1-677 0,-2 4 346 0,-2-4 84 15,-1 1 107-15,-2-2-461 16,-1 0 294-16</inkml:trace>
  <inkml:trace contextRef="#ctx0" brushRef="#br0" timeOffset="120929.28">25912 13157 2825 0,'-17'-10'0'0,"4"7"0"0,-2 1 0 15,1 0 0-15,5 2 0 0,0 0 0 0,2 2 0 0,1 11 0 0,4 4 0 0,0 9 0 0,0 3 187 0,2 2-66 0,0 3 371 0,-2 3-227 0,2-1-224 16,-2 2-41-16,1-1 0 0,1-2 0 16,-3-2 0-16,3-1 0 0,0-2 0 0,0-4 0 15,0-3 0-15,0-1-330 0,0-3 78 0,0-4 145 16,4-2-792-16,8-1 431 0,1-7 216 0,3-5 98 16,9 0-440-16,0-2 278 0</inkml:trace>
  <inkml:trace contextRef="#ctx0" brushRef="#br0" timeOffset="121119.42">26220 13371 3250 0,'6'-9'0'0,"-2"5"0"0,-3 0 0 0,2 2 0 0,-3 2 0 0,0 0 0 0,0 0 0 0,0 6 0 0,0 9 0 0,0 2 0 0,-3 7 200 0,-2 1-81 0,-8 4-41 0,5 3 206 16,-5-3-284-16,0 3 0 0,-2-2 0 0,2 0 0 15,-4-3 0-15,0 0 0 0,0-4 0 0,-2-1 0 16,0-5 0-16,3-2-328 0,-3-3 82 0,8-3 149 15,-3-3-40-15,3-3-267 16,1-3 163-16,3 0 102 0,3-2 51 0,4-14-407 16</inkml:trace>
  <inkml:trace contextRef="#ctx0" brushRef="#br0" timeOffset="121148">25987 13660 368 0</inkml:trace>
  <inkml:trace contextRef="#ctx0" brushRef="#br0" timeOffset="121342.03">26140 13012 3149 0,'3'-12'0'0,"1"2"0"0,-2 5 0 0,0 4 0 0,-1-1 0 0,0 2 0 0,4 3 0 0,3 17 0 0,-1 10 0 0,2 6 0 0,1 3 213 0,-2 6 356 0,-2 2-569 0,1 4 0 16,-2-1 0-16,0 1 0 0,2-2 0 0,-2-4 0 15,1-6 0-15,-1 10 0 0,1-13 0 0,2 1 0 16,-3-3 0-16,1-4 0 0,-1-5 0 0,2-3 0 16,0-5 0-16,-1-2 0 0,-1-3 0 0,2-5-113 15,-2 1-305-15,4-3 187 0,-2-1 97 0,-1-3-599 16,2-1 347-16,5 0 175 0,1-3 78 0</inkml:trace>
  <inkml:trace contextRef="#ctx0" brushRef="#br0" timeOffset="121594.46">26460 13365 2774 0,'-7'-13'0'0,"5"4"0"0,-1-2 0 0,3-2 0 0,0 3 0 0,0 2 0 0,7 1 0 0,9 3 0 0,-1 3 0 0,11 1 0 0,-7 0 190 0,4 9 261 15,-4 5-198-15,6 7-112 0,-7 0-53 0,0 4-54 16,-7-1-34-16,-5 3 0 0,-3-2 0 0,-1 7 0 16,-2-4 0-16,-8 1 0 0,-8-1 0 0,-5-2 0 15,-2-2 0-15,1-1 0 0,-2-4 0 0,-2-3 0 16,4-4 0-16,2-4 0 0,-1-1 0 0,0-3 0 16,3-2 0-16,-1-1 0 15,3-1 0-15,5 0 0 0,2 0 0 0,2 0-89 0,3 0-312 0,2 0 183 16,-1 0-599-16,3 0 390 0,0-1 186 0,13-5-274 15</inkml:trace>
  <inkml:trace contextRef="#ctx0" brushRef="#br0" timeOffset="122009.86">26902 13253 2767 0,'0'-6'0'0,"0"-1"0"0,0-3 0 0,0 1 0 0,0 0 0 0,-2 5 0 0,-4-4 0 0,-1 4 0 0,-4 3 0 0,-4-1 0 0,-2 2 199 0,-3 5 365 0,-3 12-263 0,2 6-201 16,-1 5-100-16,0 6 0 0,2 5 0 16,7 1 0-16,6-7 0 0,0 5 0 0,6-3 0 0,1 1 0 15,0-4 0-15,1 0 0 0,11-4 0 0,1-4 0 16,0 1 0-16,0-8 0 15,1 2 0-15,-2-4 0 0,2-5 0 0,-1-1 0 16,-2-2 0-16,1-3-312 0,-1-2-155 0,-2-2 214 16,4 0 109-16,-1 0-304 0,-1 0 206 0</inkml:trace>
  <inkml:trace contextRef="#ctx0" brushRef="#br0" timeOffset="122302.33">26966 13540 2591 0,'-8'-11'0'0,"3"5"0"0,-1-2 0 0,1 3 0 0,0-1 0 0,4 3 0 0,1 2 0 0,0-3 0 0,4 3 0 0,12 1 0 0,2 0 181 0,5 0-72 16,-2 7 186-16,2 5-129 0,-4 0-55 0,2 6-6 15,-1 1-33-15,-7-5-1 16,-1 5-33-16,-5 0 4 0,-3 0 4 0,-4 1-8 0,0 3-1 0,-8-2-8 16,-9-5-29-16,-1 2 0 0,1-7 0 0,-3-1 0 15,0 1 0-15,3-6 0 0,1 0 0 0,7-2 0 16,0-3 0-16,2 0 0 0,5 0 0 15,-1 0 0-15,3 0 0 0,0 0 0 16,0 0 0-16,7 0 0 0,9 0 0 0,7 0 0 16,0 0 0-16,3 0 0 0,4 0 0 0,2 0 0 15,1 0 0-15,2 0 0 0,2-3 0 0,-1 2 0 16,-2-1 0-16,2 0 0 0,-4 1 0 0,1 1 0 16,-4 0 0-16,1 0-1222 0</inkml:trace>
  <inkml:trace contextRef="#ctx0" brushRef="#br0" timeOffset="122703.66">27392 14766 2702 0,'0'-9'0'0,"0"7"0"0,0 2 0 0,3 0 0 0,-3 0 0 0,0 0 0 0,3 0 0 16,-3 4 0-16,0 3 0 0,0 4 0 0,0 2 110 0,0 5 95 0,-3 3-74 0,-9 5-52 0,-1 0-85 0,-3 0 0 0,2 1 43 16,0-5 0-16,0-3-405 0,5-2 199 0,-3-2 102 15,3-6 53-15,3-2-677 0,2-3 282 0,4-2 189 16</inkml:trace>
  <inkml:trace contextRef="#ctx0" brushRef="#br0" timeOffset="123065.34">27930 14287 2394 0,'0'-7'0'0,"0"5"0"0,0 0 0 15,0 2 0-15,0 0 0 0,0 0 0 0,0 0 0 0,7 0 0 0,8-1 0 0,7 1 0 0,6 0 429 0,13 0-195 0,1 0-99 0,8 0 241 0,7 0-160 16,13 0-94-16,1-2-97 0,18-1-25 15,-18 2 0-15,12 0 0 0,0-2 0 0,0-1 0 16,0 0 0-16,0-1 0 0,-4-1 0 0,-5 0 0 16,-14 3 0-16,0-1 0 0,-10 0 0 0,-3 1 0 15,-11-2 0-15,-2 2 0 0,-8-1 0 0,-3 3 0 16,-11-3 0-16,-1 2-32 0,-8-1-262 0,3 2 120 16,-6-1 59-16,-3-1-492 0,-17 2 285 0,-7 1 143 15,-1 0-727-15</inkml:trace>
  <inkml:trace contextRef="#ctx0" brushRef="#br0" timeOffset="123309.48">28250 14455 3341 0,'-15'0'0'0,"8"7"0"0,1 8 0 0,1 0 0 0,3 2 0 0,-3 0 0 0,5 5 0 0,0 7 0 0,0 2 0 0,0 0 0 0,0 4 240 16,3 0 110-16,2 10-350 0,1-5 0 0,-2-5 0 16,0 4 0-16,-3-3 0 0,1-3 0 0,-2 1 0 15,0-3 0-15,0-2 0 0,0-5 0 0,-3-1 0 16,-2-2 0-16,-4-4-71 0,6-2-713 0,-2-7 300 16,2 1 228-16,1-6 108 0,2 0-557 0</inkml:trace>
  <inkml:trace contextRef="#ctx0" brushRef="#br0" timeOffset="123494.8">28284 14832 2719 0,'0'-7'0'0,"0"5"0"0,0-5 0 0,4 2 0 0,8-2 0 0,9-1 0 0,2 1 0 0,10 1 0 0,10-2 0 0,-8 3 0 0,12-2 94 0,-3 3 379 0,-9 0-218 15,4 3-109-15,0-2-55 0,-7 3-82 0,3 0 28 0,-5 0 0 16,-8 0-565-16,1 0 282 15,-4 0 141-15,-6 0 80 0,-3 0-313 0,-5 4 187 16,-2-2-4-16,-1 1-722 16,-2 0 421-16</inkml:trace>
  <inkml:trace contextRef="#ctx0" brushRef="#br0" timeOffset="123676.17">28703 14533 2557 0,'-10'-7'0'0,"6"3"0"0,-3 2 0 0,2 0 0 0,1 2 0 0,-1 0 0 0,0 0 0 0,2 0 0 0,2 15 0 0,1 5 0 0,-4 5 206 16,4 4 406-16,-1 1-288 0,1-1-143 0,-2 3-130 16,0 1-51-16,0 1 0 0,-1-5 0 0,1 3 0 15,-3-3 0-15,0-3 0 0,2 2 0 0,-2-5-203 16,2-1 80-16,1-4 79 0,2-3 40 0,0-2-798 16,0-6 290-16</inkml:trace>
  <inkml:trace contextRef="#ctx0" brushRef="#br0" timeOffset="123883.76">29116 14731 3085 0,'5'0'0'0,"-3"0"0"0,-1 0 0 0,1 2 0 0,0 7 0 0,-2 4 0 0,0 2 0 15,0 4 0-15,0 6 0 0,-12-3 0 0,1 4 147 0,-3-2-46 0,-6 3-21 16,1-1-1-16,-4 0-42 0,0 1-182 0,-5-4 91 15,3 0 55-15,-1 0-10 0,-1-2-335 0,2-2 191 16,1-2 94-16,6-6-591 0,-1-1 308 0,2 0 122 16,4-2 92-16,4-6-374 0,2-2 233 0</inkml:trace>
  <inkml:trace contextRef="#ctx0" brushRef="#br0" timeOffset="124083.83">29036 14466 2807 0,'7'-14'0'0,"0"5"0"0,4 3 0 0,-1 1 0 0,1 2 0 15,5 0 0-15,2 3 0 0,2 3 0 0,4 13 0 0,-1 5 0 0,-3 5 204 0,1 12 416 0,-7-5-320 0,4 17-300 0,-6-5 0 0,1 4 0 16,-3 1 0-16,1-2 0 0,1-5 0 0,-1 10 0 16,1-9 0-16,-1-8 0 0,-1 1 0 0,1-3 0 15,-1-3 0-15,1-6 0 0,1 1-323 16,-1-6-173-16,2-2 243 0</inkml:trace>
  <inkml:trace contextRef="#ctx0" brushRef="#br0" timeOffset="125560.61">28037 13388 1493 0,'-1'-2'0'0,"-1"0"0"0,2 0 0 0,-2 0 0 0,2 1 0 0,0-1 0 0,0 0 0 0,0 0 0 16,0 2 0-16,2-2 0 0,7 2 156 0,3 0-59 0,0 0 118 0,5 0-93 0,-1 0-43 15,1 2 0-15,2 4 118 0,0 3-81 0,-2 0-30 16,-2 1 55-16,3 1-52 0,-5 1-27 0,-1 1 1 16,-2-1 12-16,-2 2-29 0,-2-3-9 15,-2 2 31-15,0-4-1 0,-3 0-30 0,2-1 0 16,-3-1 42-16,0-3-9 0,0 0-34 15,0 0 39-15,0-2 0 0,0-2-31 0,0 1 8 16,0-1-5-16,0 0-5 0,0 0 0 0,0 0-35 16,0 0-7-16,0 0 0 0,0 0 0 0,0 0 0 15,0 0 0-15,0 0 0 0,0 0 0 0,0 0-107 16,0 0 16-16,0 0 51 0,0 0-41 0,0 0 38 16,0 0 4-16,0 0-2 0,0 0 71 0,0 0-1 15,0 0-55-15,0 0 11 0,0 0 58 0,0 0-28 16,0 0 9-16,0 0-7 15,0 0-6-15,0 0-14 0,0 0 34 0,0 0-95 16,0 0 38-16,0 0 0 0,0 0 30 0,0 0-3 16,0 0-7-16,0 0 6 0,0 0-73 0,0 0 31 15,0 0-15-15,0 0 52 0,0 0-11 0,0 0-2 16,0 0 0-16,0 0 33 0,0 0 1 0,0 0-28 16,0 0 8-16,0 0 19 0,0 0 11 0,0 0-34 15,0 0 11-15,0 0 34 0,0 0 6 0,0 0-45 16,0 0-27-16,0 0 29 15,0 0 7-15,0 0-76 16,0 0 34-16,0 0 0 0,0 0 31 0,0 0-38 0,0 0 31 0,0 0 3 16,0 0-13-16,0 0 34 0,0 0-26 0,0 0 1 15,0 0 105-15,0 0-50 0,0 0-26 0,0 0 12 16,0 0 33-16,0 0-29 0,0 0-4 0,0 0 1 16,0 0-20-16,0 0 16 0,0 0-11 0,0 0-32 15,0 0-1-15,0 0 33 0,0 0 3 16,0 0-49-16,0 0 41 0,0 0-12 15,0 0 24-15,0 0-24 0,0 0 8 0,0 0-10 16,0 0 22-16,0 0-12 0,0 0-1 0,0 0-72 16,0 0 35-16,0 0-1 0,0 0 35 0,0 0-150 15,0 0 70-15,0 0 28 0,0 0-2 0,0 0-327 16,0 0 171-16,0 0 85 0,0 0-208 0,0 0 146 16,0 0 65-16,0 5 46 0,0 0-509 0</inkml:trace>
  <inkml:trace contextRef="#ctx0" brushRef="#br0" timeOffset="125838.76">28123 13410 1831 0,'-3'-1'0'0,"3"-5"0"0,0 3 0 0,-1-2 0 0,1 0 0 0,0-1 0 0,0 2 0 15,0 1 0-15,0 1 0 0,1 0 0 0,9 0 180 0,0 2-71 0,0 0-35 0,2 0 242 0,1 8-130 0,-1 3-79 16,3 4-34-16,-4 2 278 0,4 4-156 0,-4 1-79 16,-2-5-30-16,5 5 132 0,-3-3-129 0,0 2-89 15,-2-4 0-15,3-1 0 0,-2-2 0 0,1-1 0 16,-4-4-40-16,-1-1-74 0,0-3 75 0,0 1 47 16,-5-4-248-16,0-1 133 0,2-1-17 0,-1 0-514 15,-2 0 300-15,0 0 141 0,0 0 84 16,2 0-358-16,1-1 217 0,9-11 108 15</inkml:trace>
  <inkml:trace contextRef="#ctx0" brushRef="#br0" timeOffset="126092.69">28624 13080 3173 0,'0'-2'0'0,"0"1"0"0,0-1 0 0,0 2 0 0,-2 0 0 0,-7 7 0 0,-3 13 0 0,1 7 0 0,-2 9 0 0,-2 2 0 0,0 7 192 0,-4 8-68 0,-1 11-49 0,-5-2 292 16,0 4-367-16,1 4 0 0,-2-3 0 0,4-5 0 16,-4 11 0-16,3-11 0 0,3-9 0 0,3 0 0 15,-1-6 0-15,4-6 0 0,0-2 0 0,0-3 0 16,4-6 0-16,0-8 0 0,3-2 0 0,1-6 0 16,1-2 0-16,1-3 0 0,0-3 0 15,0-2 0-15,1-1 0 0,3-3 0 0,0 0 0 16,0 0 0-16,-2 0-613 0,2 0 196 15,0 0 190-15</inkml:trace>
  <inkml:trace contextRef="#ctx0" brushRef="#br0" timeOffset="126300.8">28482 13843 2490 0,'3'-4'0'0,"-1"2"0"0,-1-1 0 0,-1 2 0 0,0 1 0 0,0 0 0 0,2 0 0 0,1 0 0 0,-1 12 0 0,5 2 0 0,-1 2 102 15,-2 2 451-15,1 3-262 0,-2-1-127 0,0 3-63 16,-1-3 129-16,1-1-230 0,-1 0 0 0,0-4 0 16,1-2 0-16,-3-2 0 0,0-1 0 0,0-3 0 15,0-1 0-15,0-3 0 0,0-1 0 0,0 2-62 16,0-4-45-16,0 0 31 0,0 0-760 0,0 0 405 16,0 0 196-16</inkml:trace>
  <inkml:trace contextRef="#ctx0" brushRef="#br0" timeOffset="126821.46">28738 13621 3743 0,'-3'-2'0'0,"3"1"0"0,-2-2 0 0,2 3 0 0,0 0 0 0,0 0 0 0,0 0 0 0,0 0 0 15,7 0 0-15,11 0 0 0,5 0 188 0,1 0-188 0,2 0 0 0,0 0 0 0,-3 0 0 0,-1 0 0 0,-1 0 0 0,-3 0 0 0,-1 0 0 16,-4 0 0-16,-3 0-84 0,-1 0-147 16,-3 0 134-16,-2 3 68 0,-3-2-832 0,2 1 384 15,-1-1 210-15,-2 2-413 0,0-2 321 0</inkml:trace>
  <inkml:trace contextRef="#ctx0" brushRef="#br0" timeOffset="127028.03">28948 13351 2664 0,'-7'-4'0'0,"-1"4"0"0,5 0 0 0,-2 0 0 0,1 0 0 0,-1 4 0 16,5 10 0-16,-2 7 0 0,2 5 0 0,-3 2 0 0,2 4 210 0,1 2-86 0,-2 1 480 0,0 1-282 0,1 0-315 0,1-2-7 15,-3-1 0-15,1 0 0 0,0-1 0 0,0-3 0 16,1 0 0-16,1-5 0 0,0 1 0 0,0-2-650 16,0-5 281-16,0-1 204 0,0-4 36 0,1-2-786 15,9-1 444-15,2-4 216 16</inkml:trace>
  <inkml:trace contextRef="#ctx0" brushRef="#br0" timeOffset="127248.86">29278 13540 2763 0,'3'-10'0'0,"2"5"0"16,-2 3 0-16,-1-2 0 0,0 3 0 0,-2 1 0 0,0 0 0 0,0 0 0 0,0 11 0 0,0 4 0 0,0 7 304 0,-7 1-133 0,-2 3-57 0,-5 2 168 0,0 1-123 0,1 0-60 16,-2-1-155-16,0 1 47 0,-1-3 9 15,-3 0 38-15,1-3-156 0,-2-1 79 16,0-2 38-16,1-4 0 0,1-3-370 0,1 1 180 15,1-6 112-15,2 0-586 0,3-2 313 0,4-5 158 16,0-1 67-16,2 0-340 0,2 0 215 0,3-7 106 16</inkml:trace>
  <inkml:trace contextRef="#ctx0" brushRef="#br0" timeOffset="127496.96">29201 13155 2688 0,'2'-9'0'0,"3"5"0"0,1 2 0 0,-4-1 0 0,1 2 0 0,3 1 0 0,2 0 0 0,3 18 0 0,1 2 0 0,-3 6 0 15,3 7 324-15,0 9-142 0,-3-8-63 0,2 15 445 0,1-6-510 0,-1 2-54 0,-2-1 0 0,3-2 0 16,-5-4 0-16,2 10 0 16,0-14 0-16,-2 4 0 0,-2-5 0 0,2 0 0 15,-5-9 0-15,3 0 0 0,-1-3 0 0,-3-6 0 16,1-3 0-16,0-1 0 0,-2-4 0 0,0-1 0 15,0 0-121-15,0-2-80 0,0 0-535 0,0-3 340 16,0 1 183-16,0-2 88 0,0 0-591 0,2 0 339 16</inkml:trace>
  <inkml:trace contextRef="#ctx0" brushRef="#br0" timeOffset="127712.03">29546 13410 2857 0,'-2'-7'0'0,"1"1"0"0,-1 2 0 0,2 2 0 0,0-1 0 0,0 1 0 0,0 2 0 0,11 0 0 0,3 0 0 0,6 7 0 0,0 9 338 0,0-1-150 15,1 1 230-15,-3 3-288 0,-4 2-130 0,-2-1 0 16,0 3 0-16,1 1 0 0,-10-5 0 16,2 4-156-16,-3-3-66 0,-2-1 140 0,0 0 55 0,0-4-329 15,0-5 169-15,0-2 108 16,0 0-116-16,0-2-629 0,0-4 397 0</inkml:trace>
  <inkml:trace contextRef="#ctx0" brushRef="#br0" timeOffset="127931.3">29916 13221 2933 0,'2'-6'0'0,"-2"3"0"0,0 3 0 0,3 0 0 0,-3 0 0 0,0 0 0 0,0 13 0 0,0 7 0 0,0 4 0 0,-3 7 0 0,-6 6 122 0,-3 3 482 15,1 1-332-15,-3 2-272 0,-4 2 0 0,7-4 0 16,-16 12 0-16,8-6 0 0,-4 0 0 0,-2-2 0 16,4-5 0-16,-6 5 0 0,3-6 0 0,8-7 0 15,-5-1 0-15,5 0 0 0,4-8 0 0,-1 3 0 16,3-6 0-16,5-3-839 0,1-2 333 0,2-2 234 16,2-2-262-16,0-5 253 0</inkml:trace>
  <inkml:trace contextRef="#ctx0" brushRef="#br0" timeOffset="128235.24">29866 13698 2199 0,'11'-18'0'0,"3"8"0"0,8-3 0 0,-13 3 0 0,8-2 0 0,8 5 0 0,-11 4 0 0,7 0 0 0,6 3 0 0,-12 0 0 0,5 4 204 0,-1 10-88 15,-5 6-39-15,-1 0-4 0,-6 5-34 0,-5 2-1 16,-2-3-30-16,0 6-9 0,-7 0 40 15,-11-3-1-15,-4-1 2 0,0-2-1 0,2-6 8 0,-4 1-8 16,6-5 186-16,-3-3-94 0,8-5-46 0,1-1 288 16,-5-3-251-16,17 0-122 0,-6-2 0 0,6 0 0 15,-5 0 0-15,5 0 0 0,0 0 0 16,0 0 0-16,0 0 0 0,10 0 0 0,1 0 0 0,12 0 0 16,-14-2 0-16,21 0 0 15,-9 1 0-15,0 1 0 0,4-2 0 0,-2 2 0 16,-2 0 0-16,-4 0 0 0,3 0 0 0,-3 0 0 15,-2 5-376-15,-5 4 143 0,2 0 87 0,-1 5-808 16,-1 2 457-16</inkml:trace>
  <inkml:trace contextRef="#ctx0" brushRef="#br0" timeOffset="128471.45">30304 14800 3107 0,'0'-2'0'0,"-4"2"0"0,4 0 0 0,-5 0 0 0,0 4 0 0,-4 5 0 0,-5 9 0 0,1-2 0 0,-1 5 0 0,-4 1 0 0,2 5 2 0,-3 3 1 0,2 0 33 15,-1 3-1037-15</inkml:trace>
  <inkml:trace contextRef="#ctx0" brushRef="#br0" timeOffset="129053.05">30719 14300 1910 0,'-15'-10'0'0,"6"4"0"0,9 4 0 0,0 2 0 0,0 0 0 0,0 0 0 0,9 0 0 0,6 5 0 0,12 1 0 16,15 1 0-16,7-2 312 0,21 2-141 0,-2-4-67 15,9 0 421-15,18-3-243 0,-7 0-121 0,-10 0-52 0,24 0 239 16,-10 0-339-16,-3 0-9 0,-15 1 0 0,7 0 0 15,-16 2 0-15,10 1 0 0,-21-2 0 0,2 0 0 16,-3 0 0-16,-9-2 0 0,-11 0 0 0,-3 0 0 16,-10 0 0-16,-5 0 0 0,-5 0 0 0,-5 0 0 15,-2 0 0-15,-3 0-323 16,0-2-10-16,-11 0 127 0,-11 0 83 0,-4 2-631 0,-8 0 348 16,-3 13 188-16</inkml:trace>
  <inkml:trace contextRef="#ctx0" brushRef="#br0" timeOffset="129306.74">31127 14524 2903 0,'-15'0'0'0,"6"0"0"0,4 3 0 0,2 9 0 0,-1 0 0 0,0-1 0 0,2 5 0 0,-1 3 0 0,3 5 0 0,0 3 0 0,0 5 663 0,0 0-312 0,3 4-337 15,5-1-14-15,1 1 0 0,-2-3 0 0,-1 1 0 16,4-2 0-16,-5-5 0 0,0 5 0 0,-3-9 0 16,-1 0 0-16,1-3 0 0,-2-2 0 0,0-5 0 15,0 2 0-15,0-3 0 0,-2-4-315 0,-1-1-38 16,0-2 124-16,1-3 84 16,0 0-412-16,2-2 258 0,-1 0 130 0,1 0-367 0</inkml:trace>
  <inkml:trace contextRef="#ctx0" brushRef="#br0" timeOffset="129339.33">31153 15040 399 0,'9'-28'0'0</inkml:trace>
  <inkml:trace contextRef="#ctx0" brushRef="#br0" timeOffset="129487.24">31195 14909 2547 0,'0'-15'0'0,"0"3"0"0,3 1 0 0,-3 2 0 0,0-2 0 0,2 1 0 0,5 1 0 0,2 0 0 0,3 0 0 0,5-1 0 0,5 0 118 0,1 2 513 0,7 1-296 0,-2 2-148 16,4 1-74-16,0 2-113 0,1 0 0 16,0 2 0-16,-3 0 0 0,0 0 0 15,-2 0 0-15,-8 2 0 0,1 4 0 0,-5-1 0 16,-2 2 0-16,-5-4-263 0,-4 2-64 0,0 1 137 15,-3-1 102-15,-2 1-773 0,0-2 410 0,0 0 206 16,-7 0 102-16,2-4-193 0</inkml:trace>
  <inkml:trace contextRef="#ctx0" brushRef="#br0" timeOffset="129677.64">31555 14577 2203 0,'-10'-14'0'0,"3"9"0"0,0 0 0 0,4 4 0 0,0 0 0 0,-4-2 0 0,4 3 0 0,-2 0 0 0,2 5 0 0,-1 11 0 0,1 7 506 0,-2 3-233 0,-2 2-116 0,2 2 328 16,-1 2-213-16,-1-1-237 0,0 4-35 0,-1-1 0 16,3-3 0-16,0 1 0 0,3-3 0 0,-1 3 0 15,1-6-99-15,2-3 20 0,0 1-307 0,0-6 213 16,0 2 116-16,0-8-3 0,7-1-913 0,3-3 467 16,12-4 233-16</inkml:trace>
  <inkml:trace contextRef="#ctx0" brushRef="#br0" timeOffset="129887.02">31959 14715 2534 0,'4'-13'0'0,"1"5"0"0,2 5 0 0,-4-1 0 0,-1 3 0 0,-2-1 0 0,0 2 0 0,0 0 0 0,0 13 0 0,0 4 0 0,-2 6 488 16,-5 0-224-16,-5 6-112 0,-1-2-56 0,-2 2 106 15,-1 2-70-15,-3-3-69 0,-1 0-63 0,-1-2 0 16,-1 0 0-16,-1-3 0 0,-1-3 0 0,1-1 0 15,3-2 0-15,-5-2-382 0,2-2 207 0,4-2 93 16,1-1-42-16,-2-4-568 0,5-1 326 0,4-3 163 16,2-2-349-16,2 0 256 0,4-2 118 15</inkml:trace>
  <inkml:trace contextRef="#ctx0" brushRef="#br0" timeOffset="130132.61">31861 14543 2219 0,'7'-23'0'0,"-2"10"0"0,5 3 0 0,0 3 0 0,-4-1 0 0,1 5 0 0,-2 1 0 0,4 2 0 0,0 0 0 0,5 4 0 0,2 12 637 16,-2 7-298-16,-1 4-139 0,1 4-86 0,-2 4 308 15,0 0-422-15,0 10 0 0,1-1 0 0,-4-6 0 16,4 13 0-16,-3-4 0 16,-2-2 0-16,1 0 0 0,2-1 0 0,-6-7 0 15,2 2 0-15,0-1 0 0,1-4 0 0,0-5 0 16,1-1 0-16,-1-8 0 0,2-3 0 0,0-2 0 15,0-3 0-15,2-5 0 0,-6-2 0 0,3 1 0 16,-2-5 0-16,-1 2 0 0,-5-3-775 0,1 0 284 16,0 0 223-16,0 0 103 0</inkml:trace>
  <inkml:trace contextRef="#ctx0" brushRef="#br0" timeOffset="130698.14">30942 13362 2159 0,'-4'-15'0'0,"0"7"0"0,2 1 0 0,2 3 0 0,0-2 0 0,0 0 0 0,0 2 0 0,10-1 0 0,7 1 0 0,6-1 0 0,5 1 133 0,2 0-46 0,2 1 273 15,-2 1-160-15,0 0-80 0,-7 2 95 0,-1 0-92 16,-1 0-42-16,-4 0 0 0,-4 4 139 0,-2 3-90 16,-5 0-108-16,-1 6-22 0,-3 2 0 0,-2 8 0 15,-2 2 0-15,-18 8 0 16,2-3 0-16,-9 10 0 0,-1-2 0 0,-2 1 0 16,1-4 0-16,1 3 0 0,5-8 0 0,-2 4 0 15,3-6 0-15,4 1 0 0,0-7 0 0,6-4 0 16,3 0 0-16,3-3 0 0,1-5 0 0,3 1 0 15,2-3 0-15,0 0 0 0,0 0 0 0,0-1 0 16,7 1 0-16,4-1 0 0,1-2 0 0,3 1 0 16,4-3 0-16,0 2 0 0,1-5 0 0,8 1 0 15,-9-1 0-15,4 0 0 16,1 0 0-16,-4 0 0 0,-2 0 0 0,2 0 0 16,-7 0 0-16,4 0 0 0,-9 0 0 0,4 0 0 15,-2 3 0-15,-2-2-810 0,-1 3 360 0,0-2 205 16</inkml:trace>
  <inkml:trace contextRef="#ctx0" brushRef="#br0" timeOffset="130899.69">31008 13640 2570 0,'-10'-14'0'0,"6"13"0"0,4-2 0 0,0 3 0 0,0 0 0 0,0 0 0 0,0 0 0 0,0 0 0 0,0 0 0 0,4 0 0 0,10 0 206 0,1 0-84 0,7 0 465 15,-1 6-273-15,0-2-182 0,0 4-132 0,2-3 0 16,2 4 0-16,-2 1 0 0,-1 1-115 0,-2-1-107 16,3 3 126-16,-2 0 68 0,-2-2-360 0,-1 2 213 15,1 0 102-15,2 3-961 0</inkml:trace>
  <inkml:trace contextRef="#ctx0" brushRef="#br0" timeOffset="131076.74">31466 13786 2478 0,'-3'2'0'0,"-3"1"0"0,4 1 0 0,0-1 0 0,-1 0 0 0,1 3 0 0,2 1 0 0,0 1 0 0,0 3 0 0,0 2 0 0,0 2 325 15,0 2-142-15,0 0-72 0,2-1 189 0,1 3-120 0,-3-1-75 0,0-1-32 16,0-2-201-16,0 1 84 16,0 0 42-16,0-6-190 0,0 2 112 0,0-1 59 15,0-5-572-15,2 1 316 0,-2-2 65 0,2-2 113 16</inkml:trace>
  <inkml:trace contextRef="#ctx0" brushRef="#br0" timeOffset="131277.29">31583 13696 2801 0,'0'-11'0'0,"0"6"0"0,0 2 0 0,2-4 0 0,1-1 0 0,5-2 0 0,4 3 0 0,3-1 0 0,5 1 0 0,7 2 0 0,-2 1 301 0,3 1-130 0,-1 0 69 0,-4 1-100 15,-3 2-40-15,3 0-10 0,-1 0-229 0,-5 2 89 16,-1 5 45-16,-2 1 1 0,-5-1-453 0,-2 3 244 16,0-3 127-16,-4 1-660 0,-1 0 369 0,0-1 92 15,-2-1 112-15,0-1-384 0</inkml:trace>
  <inkml:trace contextRef="#ctx0" brushRef="#br0" timeOffset="131464.46">31778 13348 2692 0,'-5'4'0'0,"1"12"0"0,-2 7 0 16,3 2 0-16,-1 2 0 0,1 2 0 0,0 7 0 0,-4 7 0 0,5-2-4 0,-4-1-3 0,4 1 367 0,-1-7-161 0,0 4-69 0,1-1-29 0,2-5-31 0,0 0 0 15,-2-3-31-15,0-2-530 0,1-6 276 0,-1 2 122 16,0-4-674-16,2-5 398 0,0 2 198 0,0-7 14 15</inkml:trace>
  <inkml:trace contextRef="#ctx0" brushRef="#br0" timeOffset="131676.66">32086 13602 3016 0,'3'-4'0'0,"1"4"0"0,1 0 0 0,-2 0 0 0,-1 0 0 0,-2 14 0 0,0 0 0 0,-2 8 0 0,-10 0 0 0,-6 4-5 0,3 0 197 0,-6 3-77 0,-1-1 172 0,3 0-122 16,-2-5-62-16,4-1-45 0,-6 4-131 16,7-6 44-16,0-3 35 0,0 1-219 0,1-5 126 0,0 0 76 15,3-4 21-15,3-3-556 0,0-3 215 0,2-1 172 16,2-2-568-16,2 0 331 0,3 0 182 16,0-11 86-16</inkml:trace>
  <inkml:trace contextRef="#ctx0" brushRef="#br0" timeOffset="131877.47">32051 13185 3334 0,'7'-19'0'0,"-4"12"0"0,4 5 0 0,1 2 0 0,0 5 0 0,-3 11 0 0,1 8 0 0,2 6 0 0,0 10 0 0,-3 0 0 0,2 7 250 16,1 3-110-16,0 0 67 0,-1 2-207 0,0 0 0 15,1-3 0-15,-3-9 0 0,2 8 0 0,-4-15 0 16,0 3 0-16,-1-4 0 0,1-9 0 0,-3 1 0 15,0-4 0-15,0-6 0 0,0-1-95 0,0-4-855 16,0-3 404-16,0-1 242 0,0-1 136 0,0-4-259 16,4 0 193-16</inkml:trace>
  <inkml:trace contextRef="#ctx0" brushRef="#br0" timeOffset="132175.23">32321 13380 2364 0,'3'-16'0'0,"2"6"0"0,5 3 0 0,1-3 0 0,3 1 0 0,0 0 0 0,6 2 0 0,3 4 0 0,-1-1 0 0,6 2 0 0,-6 0 106 0,9 2 353 0,-8 0-209 16,-1 0-104-16,-2 10 96 0,-2 1-90 0,-1 4-60 15,-4 6-1-15,-4 1-62 0,-7 7-29 0,-2 7 0 16,-14-3 0-16,-13 14 0 16,-3-2 0-16,-1-2 0 0,-3 2 0 0,1-3 0 15,8-7 0-15,-8 7 0 0,13-12 0 0,0 0 0 16,8-4 0-16,2-5 0 0,5-3 0 15,1-2 0-15,2-4 0 0,2-2 0 0,0 0 0 0,0-3 0 16,3 1 0-16,12-5 0 0,-5 1 0 16,5-2 0-16,2-2 0 0,3 0 0 0,-1 0 0 0,-2 0 0 15,1 0 0-15,-1 0 0 16,-2 0 0-16,-5 0-396 0,-1-2-94 0,2-2 229 16,-4-1 110-16,3-5-733 0</inkml:trace>
  <inkml:trace contextRef="#ctx0" brushRef="#br0" timeOffset="132351.41">32380 13589 2265 0,'-6'-10'0'0,"6"8"0"0,0 2 0 0,0 0 0 0,0 0 0 0,0 0 0 0,0 0 0 0,10 0 0 0,5 0 0 0,3 0 0 0,3 5 375 0,0-2-168 0,2 3 224 15,-2 1-185-15,2-1-108 0,-3 2-49 0,-2 1-331 16,2 0 142-16,-3 2 69 0,-2 2 46 0,0-1-731 15,0 1 378-15,-2 0 189 0</inkml:trace>
  <inkml:trace contextRef="#ctx0" brushRef="#br0" timeOffset="132648.47">32713 13741 2579 0,'-2'0'0'0,"0"0"0"0,2 0 0 0,0-2 0 0,0 0 0 0,0 0 0 0,7 0 0 0,6 2 0 0,2 0 0 0,3 0 0 0,1 4 220 15,-1 7-90-15,0 0 436 0,-4 3-264 0,-1-1-168 16,-1 2-134-16,-6 0 0 0,-4-1 0 0,-2 4 0 16,0-1 0-16,-2 0 0 15,-8-1 0-15,-6-3 0 0,1 1 0 0,-4-3 0 0,4-1 0 16,-3-3 0-16,10-3 0 0,-4 0 0 16,4-2 0-16,3 0 0 0,3-2 0 0,0 0 0 15,2 0 0-15,0 0 0 0,0 0 0 0,0 1 0 16,7 3 0-16,8-2 0 0,4 0 0 0,2 0 0 15,0 1 0-15,0-2 0 0,2 2 0 0,0 0 0 16,-1 0 0-16,0 0 0 0,-1 1 0 0,1 0 0 16,-4 0-87-16,0-1-149 0,-4 2 103 0,2-3-806 15,0-1 449-15</inkml:trace>
  <inkml:trace contextRef="#ctx0" brushRef="#br0" timeOffset="132885.04">33125 13830 3412 0,'0'0'0'15,"7"0"0"-15,2-1 0 0,1-1 0 0,3 2 0 0,2 0 0 0,5 0 0 0,3 13 0 0,-3 8 0 0,2 5 0 0,-1 10 498 0,-2 2-477 0,-3 1-21 0,-7 6 0 16,-2 2 0-16,-6 6 0 0,-1 0 0 0,0 2 0 16,-3 0 0-16,-14 2 0 0,-3-3 0 0,-6-2 0 15,-3-1 0-15,-2-2 0 0,-1-4 0 0,-5 0 0 16,2-6 0-16,5-6 0 0,-10 4 0 0,3-5 0 15,1 0 0-15,-2-2 0 0,6-4 0 0,-8 5 0 16,3-1 0-16,-1-3 0 0,0 2 0 0,3 0 0 16,5-4-629-16,-7 7 36 0</inkml:trace>
  <inkml:trace contextRef="#ctx0" brushRef="#br0" timeOffset="134795.78">10537 15831 2649 0,'-13'-16'0'0,"2"6"0"0,-2 2 0 0,-3 1 0 0,-2-2 0 0,1 7 0 15,-3-1 0-15,-3 3 0 0,0 3 0 0,-1 12 0 0,2 6 165 0,-3 6-52 0,2 14 352 0,0 1-213 0,5 2-106 16,3 4-52-16,6 2-47 0,3-8-47 0,6 10 0 15,0-7 0-15,2-1 0 0,13-4 0 0,4-3 0 16,0-7 0-16,5 1 0 0,2-2 0 16,2-2 0-16,2-8 0 0,0 1 0 0,2-4 0 15,0-4 0-15,0-3 0 0,0-4 0 16,0-2 0-16,0-3-445 0,0 0-127 0,0 0 270 16,-1-4-727-16</inkml:trace>
  <inkml:trace contextRef="#ctx0" brushRef="#br0" timeOffset="135196.47">10762 16128 3927 0,'-12'-11'0'0,"4"3"0"0,3 6 0 0,-2-1 0 0,6-1 0 0,1-1 0 0,1 4 0 0,19 0 0 0,6 1 0 0,2 0 0 0,6 2 4 0,-2 12-4 16,3 2 0-16,-3 4 0 0,-2 0 0 0,-3 3 0 15,-6 1 0-15,-7 0 0 0,-5 3 0 0,-7 1 0 16,-2 3 0-16,-7-2 0 0,-18 3 0 0,-2-2 0 15,-5 1 0-15,-4-1 0 0,-5-5 0 0,7-5 0 16,-2 1 0-16,3-7 0 0,10-5 0 16,-2-3 0-16,9-6 0 0,6 0 0 15,1-1 0-15,9-24 0 0,2-9-55 0,15-3-749 16,8-5 382-16,7-2 181 0,5-4-573 0,6-3 387 16,-12 12 193-16,7-3-112 0,-3 4 153 0,-6 4 66 15,-1 2 49-15,-4 3 291 0,-4 5-127 0,-8 7-63 16,-4 7-32-16,-2 1 277 0,-2 5-149 0,-2 2-79 15,-2 2 800-15,0 2-435 0,-6 19-70 0,-4 5-152 16,-1 2 794-16,2 7-716 0,-1 0-261 0,3-1 0 16,-1-2 0-16,7-1 0 0,1 2 0 0,0-4 0 15,1 0 0-15,10-3 0 16,8-3 0-16,3-2 0 0,3-5 0 0,3 0 0 16,2-8 0-16,2 0 0 0,0-5 0 0,0 1 0 15,0-3 0-15,0-1-1081 0,1 0 442 0</inkml:trace>
  <inkml:trace contextRef="#ctx0" brushRef="#br0" timeOffset="135371.96">11505 16275 3931 0,'-15'0'0'0,"4"0"0"0,-5 0 0 0,7 0 0 0,0 1 0 0,1 3 0 0,4 3 0 0,0 1 0 0,4 3 0 0,0 5 0 0,0-1 0 0,0 0 0 15,0 5 0-15,2-1 0 0,-2 2 0 0,0-3 0 16,0 1 0-16,0-1 0 0,0-1 0 0,0-2 0 15,-7-1 0-15,1-2-555 0,1-3 198 0,-1 1 36 16,0-4 150-16,2-4-626 0,4-2 379 0</inkml:trace>
  <inkml:trace contextRef="#ctx0" brushRef="#br0" timeOffset="135554.1">11576 16131 3931 0,'0'-1'0'0,"2"1"0"0,0 0 0 0,-2 0 0 16,0 0 0-16,0 0 0 0,2 0 0 0,1 4 0 0,4 5 0 0,5 0 0 0,-1 0 0 0,3 3 0 0,-1-2 0 0,1 1 0 15,0 1 0-15,1 0 0 0,-2-1 0 0,0 1 0 16,1-2 0-16,-3 2-87 0,1-3-353 0,2 0 240 16,-1 1 121-16,2-4-1026 0,2-1 523 0</inkml:trace>
  <inkml:trace contextRef="#ctx0" brushRef="#br0" timeOffset="135771.03">11978 15880 3931 0,'-9'-8'0'0,"1"1"0"0,2 3 0 0,1 0 0 0,1 3 0 0,2 1 0 0,0 0 0 0,2 16 0 0,0 11 0 0,-1 11 0 0,-5 4 0 0,-2 5 0 0,-1 7 0 15,-4 11 0-15,-2-5 0 0,-2 2 0 0,-2 0 0 16,2-4 0-16,-7 15 0 0,3-8 0 0,-2 4 0 15,0-6 0-15,5-3 0 0,1-10 0 0,2 0 0 16,5-13 0-16,3 2 0 0,3-9 0 0,3-9 0 16,1 0 0-16,0-6-162 15,0-5-492-15,7-5 308 0,8-5 152 0</inkml:trace>
  <inkml:trace contextRef="#ctx0" brushRef="#br0" timeOffset="135938.7">12070 16417 3720 0,'4'-13'0'0,"-1"6"0"0,-1 1 0 0,0 2 0 0,-2 3 0 0,0 1 0 0,0 0 0 0,0 0 0 0,0 7 0 0,-4 7 0 0,-1 2 211 0,-4 6-211 0,-1 0 0 0,2-2 0 16,3 0 0-16,0 1 0 0,3-5 0 0,2-5 0 16,0-1 0-16,0-2-307 0,2-6-113 0,12-2 230 15,7-6-1008-15</inkml:trace>
  <inkml:trace contextRef="#ctx0" brushRef="#br0" timeOffset="136238.51">12318 16105 3126 0,'9'-21'0'0,"1"9"0"0,-3 0 0 0,1 1 0 0,-1 3 0 16,1 1 0-16,5-1 0 0,1 4 0 0,7-3 0 0,2 1 0 0,2 1 673 0,5 2-541 0,0-1-132 0,2 0 0 0,0 2 0 15,0 2 0-15,-4 0 0 0,-8 0 0 0,-1 10 0 16,-10 8 0-16,-5 8 0 0,-4 9 0 0,-15 7 0 15,-18 11 0-15,-1-6 0 0,-15 17 0 0,2-4 0 16,-2 1 0-16,2 4 0 0,4-7 0 0,9-5 0 16,0-1 0-16,10-6 0 0,6-10 0 0,7-4 0 15,8-9 0-15,3-2 0 16,0-7 0-16,19-4 0 0,9-8 0 0,10-2 0 16,-3-2 0-16,12-17 0 0,0-4 0 0,-2-1 0 15,2-2 0-15,-1 0 0 0,-5 6 0 0,5-5 0 16,-14 9 0-16,2 2 0 0,-10 5-16 0,-3 0-177 15,-6 4 68-15,-3 2-426 0,-5-4 255 0,-3 4 127 16,-4-5-732-16</inkml:trace>
  <inkml:trace contextRef="#ctx0" brushRef="#br0" timeOffset="136391.91">12474 16337 2920 0,'-32'-12'0'0,"0"3"0"0,2 3 0 0,9-2 0 0,1 1 0 0,10 2 0 0,1 1 0 0,3-1 0 15,6 2 0-15,0-3 0 0,8 6 218 0,11-5 334 0,1 3-311 0,8 0-241 0,-2 0 0 0,3 2 0 16,-1 0 0-16,0 0 0 0,-1 4 0 0,3 3-277 16,-4 2-90-16,0 0 202 0,0 0-393 0,0-2 266 15</inkml:trace>
  <inkml:trace contextRef="#ctx0" brushRef="#br0" timeOffset="136614.2">12957 15972 3931 0,'3'-18'0'0,"3"2"0"0,-1 9 0 0,-1-2 0 0,4 5 0 0,5 4 0 0,4 0 0 0,3 16 0 16,7 11 0-16,-1 5 0 0,1 4 0 0,-1 4 0 0,0 6 0 0,-5 0 0 0,-4 4 0 0,-6-2 0 0,-4 3 0 16,-5 0 0-1,-2 1 0-15,-4 2 0 0,-10-2 0 0,-7-1 0 0,-4 1 0 0,-1-5 0 0,-6-2 0 16,0-4 0-16,-2-5 0 0,0-3 0 0,4-5 0 15,-5 3 0-15,8-9-690 0,1 3 143 0,6-3 254 16,8-1-641-16</inkml:trace>
  <inkml:trace contextRef="#ctx0" brushRef="#br0" timeOffset="137025.76">13586 16278 3931 0,'0'-11'0'0,"0"9"0"0,0 0 0 0,10 0 0 0,4-3 0 15,3-1 0-15,7 0 0 0,6-2 0 0,6-1 0 0,8-2 0 0,4 0 0 0,5-3 0 0,0 2 0 0,3-2 0 0,-4-1 0 16,1-1 0-16,-4 4 0 0,-1 1 0 0,-2 2 0 0,-9 1 0 16,-1 3 0-16,-4 4 0 15,-11 1 0-15,-7 0-793 0,-4 12 166 0,-6 13 251 16</inkml:trace>
  <inkml:trace contextRef="#ctx0" brushRef="#br0" timeOffset="137196.84">13883 16606 3931 0,'-2'-4'0'0,"2"4"0"0,2 0 0 0,10-1 0 0,6-2 0 0,8-4 0 0,4 0 0 0,4-1 0 0,2 2 0 0,1 4 0 0,9-5 0 0,-4 4 0 0,-3-1 0 0,11 2 0 16,-7 0 0-16,-2 1 0 0,2 1 0 0,-2 0 0 15,-9 0-30-15,0 9-60 0,-4 8-1396 0</inkml:trace>
  <inkml:trace contextRef="#ctx0" brushRef="#br0" timeOffset="139196.76">15285 15698 1219 0,'0'-4'0'0,"0"0"0"0,0 0 0 0,0 2 0 0,0 1 0 0,0-1 0 0,0 0 0 0,0 2 0 0,0 0 0 0,0 0 0 0,0 0 64 0,0 0 9 0,0 0 90 16,0 0-63-16,0 0-30 15,0 0-1-15,0 0 87 0,0 0-49 0,0 0-40 16,0 0 1-16,0 0 85 0,0 0-57 0,0 0-29 16,0 0 82-16,0 0-60 0,0 0-26 0,-3 0 28 15,-3 0-27-15,-1 2 1 0,0 1-18 0,-2-1 34 16,-2 5 0-16,2-5-44 0,-3 4 1 0,3-1 28 15,0 2 10-15,-4 0-38 16,2 3-1-16,-3-1 34 0,3 3-1 0,0 0-32 0,-3 4 83 16,2 0-45-16,-4 7-15 0,2-1-61 15,-2 5 0-15,2 3 0 0,-4 2 0 0,2 8 0 16,-2 3 0-16,6 1 0 0,-2 4 0 0,3 2 0 16,2 1 0-16,5 3 0 0,4 3 0 0,0-1 0 15,0 10 0-15,6-14 0 0,10 18 0 0,2-10 0 16,0-8 0-16,5 1 0 0,3-1 0 0,2-3 0 15,-1-2 0-15,1-5 0 0,0-3 0 0,-1-1 0 16,-2-5 0-16,-4-4 0 0,0 3 0 16,-3-6 0-16,-2-2 0 0,-5-5 0 15,1 0 0-15,-3-2 0 0,-4-4 0 0,-1-4 0 16,-1-2 0-16,-1 1 0 0,0-4-328 0,0 0 114 16,-2-3 92-16,0-1-300 0,0 0 193 0,3 0 95 15,0 0 48-15,6-9-586 0,2-13 322 0</inkml:trace>
  <inkml:trace contextRef="#ctx0" brushRef="#br0" timeOffset="139534.84">15519 16576 2631 0,'-6'-13'0'0,"4"10"0"0,0 1 0 0,2-1 0 0,0 2 0 0,0-1 0 0,4-1 0 0,11 0 0 0,6 0 0 0,7 1 0 0,4 1 312 0,11-5-142 0,4 6-66 0,5-2 272 0,13 0-170 16,-2 0-84-16,10-2-112 0,4 0-10 16,15 1 0-16,-2-1 0 0,10 0 0 15,3-1 0-15,4-1 0 0,2 1 0 0,3-1 0 16,1-1 0-16,4 1 0 0,-4 0 0 0,-3-2 0 16,-3 0 0-16,-2 0 0 0,-1-4 0 0,-3 3 0 15,-7-2 0-15,-16 1 0 0,7-1 0 0,-7-1 0 16,-7 3 0-16,-6 1 0 0,-12 1 0 0,-2-1 0 15,-15 5 0-15,-2-3 0 0,-14 5 0 16,-5-2 0-16,-4 1 0 0,-7 1 0 0,-1-1 0 16,-3 0 0-16,-11 2 0 0,-5 0-32 15,-7-2-182-15,-5 2 81 0,0 0-626 0,-6 0 361 16,0 0 181-16,-11 7-540 0</inkml:trace>
  <inkml:trace contextRef="#ctx0" brushRef="#br0" timeOffset="139790.73">16315 16717 3301 0,'-10'0'0'0,"6"23"0"0,4 2 0 0,0-2 0 0,0 2 0 0,0 2 0 0,0 2 0 0,2 1 0 0,3 5 0 0,2 1 0 0,0 4 208 15,-3-4-76-15,1 9 158 0,-3-11-290 0,0 6 0 0,0-3 0 16,1-2 0-16,-3 0 0 0,0-8 0 16,0-3 0-16,0-3-11 0,0-6-73 0,2-1-298 15,-1-4 219-15,1-3 96 0,2-2 52 0,1-1-896 16,4-4 436-16,3 0 219 0,-1-6 100 0</inkml:trace>
  <inkml:trace contextRef="#ctx0" brushRef="#br0" timeOffset="139956.84">16487 16992 2862 0,'2'-9'0'0,"0"3"0"0,1 3 0 0,4 2 0 0,2-3 0 0,5-2 0 0,4-2 0 0,8 3 0 0,6-1 0 0,9 2 0 0,-1-2 217 0,1 2 237 0,-5 2-208 16,3 0-104-16,1 2-132 0,-1 0-164 0,-1 0 52 16,-5 0 70-16,-1 0-297 0,-9 0 183 0,-2 0 101 15,-5 0 37-15,-6 4-657 0,-3 0 245 0,-1-1 208 16,-6 1-26-16</inkml:trace>
  <inkml:trace contextRef="#ctx0" brushRef="#br0" timeOffset="140125.84">16919 16679 2882 0,'-12'-10'0'0,"2"6"0"0,-1 2 0 0,1 0 0 0,1 2 0 0,-1 0 0 0,3 8 0 0,2 7 0 0,1 5 0 0,2 8 0 0,-2 1 177 0,4 5-69 0,-1 7 167 16,1-2-119-16,0-3-49 0,0 2-40 0,0-1-163 15,0-3 67-15,7 0 33 0,4-8-647 0,1-5 350 16,4 1 160-16,3-5 86 16,3-5-756-16,1-2 393 0</inkml:trace>
  <inkml:trace contextRef="#ctx0" brushRef="#br0" timeOffset="140306.72">17590 16781 3596 0,'3'-1'0'0,"1"1"0"0,-4 6 0 0,0 5 0 0,-2 5 0 0,-9 9 0 0,-4 1 0 0,-4 6 0 0,-3 9 0 0,-3-4 0 0,3 1 245 0,-3 1-155 0,4-3-90 0,3-3 0 15,-6 8 0-15,5-11 0 0,-4-1-18 0,3-2-114 16,2-7 85-16,4-6 52 0,2-5-687 16,3-3 360-16,2-3 180 0,1-3-70 0,4-1-596 0</inkml:trace>
  <inkml:trace contextRef="#ctx0" brushRef="#br0" timeOffset="140481.23">17411 16650 3034 0,'12'-28'0'0,"-1"11"0"0,1 3 0 0,0 9 0 0,1 2 0 0,3 3 0 0,4 8 0 0,4 21 0 0,-1 5 0 0,0 7 0 0,5 15 839 16,-3-1-781-16,2 6-58 0,3-2 0 0,2 5 0 0,-4-6 0 15,9 11 0-15,0-12 0 0,-5-12 0 0,2-3 0 0,1-10 0 16,-7-7-13-16,2-3-88 0,-3-4 69 0,-5-3-1021 15,-5-1 518-15,-2-2 198 0,-5-1 140 0</inkml:trace>
  <inkml:trace contextRef="#ctx0" brushRef="#br0" timeOffset="140846.94">15749 15643 2997 0,'0'-38'0'0,"0"26"0"0,8 3 0 0,11 7 7 0,3-3 3 0,5 2-3 0,5 1-1 0,3 2-1 0,3 0-2 0,2 2 0 0,1 8 327 0,-8 5-134 0,5-1-79 16,-6 5-26-16,-6-1 0 0,-5 4-49 0,-6 0-16 16,-10 0-26-16,-3 8 0 0,-2 0 0 15,-6 3 0-15,-17 4 0 0,-4-3 0 0,-3-7 0 16,-10 8 0-16,1-8 0 0,0 1 0 0,0-6 0 16,7-7 0-16,-5 1 0 0,5-4 0 0,11-5 0 15,1 1 0 1,9-6-82-16,3-1-15 0,6-1-676 0,2 0 371 0,23-16 181 0,11-9 91 0,11-8-601 15</inkml:trace>
  <inkml:trace contextRef="#ctx0" brushRef="#br0" timeOffset="141030.94">16352 15456 2740 0,'2'-19'0'0,"0"8"0"0,-2 0 0 0,0 3 0 0,-9 3 0 0,-3 5 0 0,1 0 0 0,-3 16 0 0,0 10 0 0,-1 11 0 0,2 4 205 16,2 3 572-16,2 6-568 0,2 4-209 0,4-2 0 0,3-2 0 0,0 0 0 15,1-4 0-15,9-8 0 0,7 5 0 0,-2-11 0 16,5-1 0-16,1-2 0 16,0-3 0-16,-4-6 0 0,5 0 0 0,-4-5-95 15,0-3-93-15,-1-1 105 0,2-6-1043 0,-4-3 534 16,1-2 280-16</inkml:trace>
  <inkml:trace contextRef="#ctx0" brushRef="#br0" timeOffset="141209.26">16589 15872 2915 0,'0'-11'0'0,"0"7"0"0,-6 1 0 0,0 1 0 0,3 2 0 0,-1 0 0 0,2 0 0 0,2 7 0 0,0 9 0 0,0 6 0 0,0 0 195 15,4 5-79-15,3 0 467 0,-3 6-461 0,2-1-122 16,-2-1 0-16,1 0 0 0,-1-3 0 0,2-1 0 16,-1-6 0-16,1 0 0 0,2-3 0 0,-1-6-262 15,2-3-111-15,3-3 206 0,3-4 114 0,0-2-1034 16,8 0 524-16</inkml:trace>
  <inkml:trace contextRef="#ctx0" brushRef="#br0" timeOffset="141367.6">16832 15837 2880 0,'-8'-13'0'0,"4"7"0"0,0 4 0 0,1-2 0 0,1 1 0 0,2 0 0 0,0 2 0 0,9-2 0 0,8 3 0 0,5 0 0 0,5 0 158 0,-1 0-59 0,4 0 71 0,0 4-71 16,0 2-29-16,2-2-288 15,-2 0 128-15,-2 0 65 0,-5-2 43 0,0 1-602 0,-3-1 311 0,-3 1 157 16,-6 3 78-16,-2-2-783 0</inkml:trace>
  <inkml:trace contextRef="#ctx0" brushRef="#br0" timeOffset="141544.64">17138 15433 2326 0,'0'0'0'0,"0"1"0"0,0 15 0 0,0 2 0 0,-1 8 0 0,-1 5 0 0,-2 8 0 0,0 2 0 0,1 3 0 0,-3-5 0 0,3 10 363 0,-3-6-162 0,0-1-80 15,2-7-41-15,1 1-230 0,1-7 104 0,0 3 39 16,2-13-553-16,0 1 300 0,0-6 151 0,7-4 83 16</inkml:trace>
  <inkml:trace contextRef="#ctx0" brushRef="#br0" timeOffset="141719.03">17446 15647 2736 0,'10'-6'0'0,"1"6"0"0,-5 0 0 0,0 0 0 0,-2 6 0 0,-2 9 0 0,0 2 0 0,-2 8 0 0,0 1 0 0,-11 4 0 0,-1 4 120 0,-7 5-41 0,4-5 410 16,-6 9-230-16,5-5-109 0,0-9-207 0,0 6 48 15,0-8 0-15,4-4 59 0,-4-2-643 0,5-6 316 16,4-4 158-16,3-5-725 0,0-2 367 15,4-4 226-15</inkml:trace>
  <inkml:trace contextRef="#ctx0" brushRef="#br0" timeOffset="141922.59">17363 15328 3329 0,'7'-28'0'0,"-2"14"0"0,1 9 0 0,2 0 0 15,1 2 0-15,0 3 0 0,3 15 0 0,1 13 0 0,0 16 0 0,0 3 0 0,0 14 602 16,-1-6-602-16,2 19 0 0,-2-9 0 0,3-2 0 0,-4-13 0 0,4 6 0 0,2-5 0 16,0-6 0-16,2-4 0 0,-4-7-5 15,4-2-185-15,-3-2 114 0,0-7 69 0,-3-1-1083 16,2-5 546-16,0 0 184 0,-2-6 160 0</inkml:trace>
  <inkml:trace contextRef="#ctx0" brushRef="#br0" timeOffset="142178.26">17837 15548 3085 0,'-7'-11'0'0,"5"8"0"0,2 2 0 0,0-1 0 0,0 0 0 0,0 0 0 0,4 0 0 15,17 0 0-15,7 2 0 0,6 0 0 0,5 8 255 0,-5 3-99 0,11 6-62 16,-13-2 173-16,4 1-193 0,-6 6-74 0,-7-2 0 15,-7 3 0-15,-3 5 0 0,-11 0 0 0,-2 2 0 16,-17 4 0-16,-11-3 0 0,-2-3 0 0,-13 5 0 16,3-5 0-16,3-1 0 0,-3-5 0 0,1-2 0 15,9-5 0-15,-2 0 0 0,4-3 0 16,9-5 0-16,6-3 0 0,1-2-610 0,7-2 213 0,5 0 184 16,3-12 87-16,27-14-649 0</inkml:trace>
  <inkml:trace contextRef="#ctx0" brushRef="#br0" timeOffset="142361.07">18271 15461 2874 0,'12'-15'0'0,"-6"7"0"0,-1 4 0 0,-1 3 0 0,-3 1 0 0,-1 0 0 0,-3 10 0 0,-14 13 0 0,-2 12 0 0,4 1 0 0,0 1 888 0,0 5-719 0,6-2-169 0,-2 10 0 16,3-2 0-16,4-2 0 0,4-4 0 0,0-1 0 15,6-5 0-15,7-1 0 0,1-6 0 16,4-5 0-16,-1-7 0 0,1 0 0 0,2-8 0 0,1 0-998 15,-1-6 330-15,-1-1 314 16,-5-2-543-16,-4 0 419 0</inkml:trace>
  <inkml:trace contextRef="#ctx0" brushRef="#br0" timeOffset="142602.09">18425 15868 2549 0,'2'-18'0'0,"2"5"0"0,4 2 0 0,-3-3 0 0,3 3 0 0,1 4 0 0,3-1 0 0,0 3 0 0,6 4 0 0,0 0 0 0,1 1 162 0,0 0 32 15,-1 7-83-15,-2 4-35 0,-3 1 0 0,-4 3 74 0,-3 1-56 16,-4 1-16-16,-2 1-11 0,-4 2 81 16,-11-2-54-16,-2 0-27 0,2-5-2 0,-1-2-65 15,0-2 0-15,5-1 0 0,1-3 0 0,5-3 0 16,1 0 0-16,2-2 0 0,2 0 0 0,0 0 0 16,7 0 0-16,16 0 0 0,0 0 0 0,1 0 0 15,9 0 0-15,0 0 0 0,3 0 0 0,-1 0 0 16,-1 0-94-16,-2 6-370 0,-2 6 174 0,-4 4 126 15,-3 3-837-15,-14-1 480 0</inkml:trace>
  <inkml:trace contextRef="#ctx0" brushRef="#br0" timeOffset="142748.57">19199 16586 3784 0,'-4'0'0'0,"4"0"0"0,0 9 0 0,-2 5 0 0,-3-1 0 0,-2 6 0 0,-5 5 0 0,1 2 0 0,-5 3 0 0,0-2 0 0,1 3 136 0,0 6-534 0,0 5 229 16,-2 10 99-16,-4-6 55 16</inkml:trace>
  <inkml:trace contextRef="#ctx0" brushRef="#br0" timeOffset="143232.07">19687 16487 3406 0,'0'-13'0'0,"0"11"0"0,0-1 0 0,18 3 0 0,12-6 0 0,11-3 0 0,10 0 0 0,29-6 0 0,7 4 0 0,-4-1 0 0,30 3 372 0,-7 8-219 0,7-2-153 16,20 2 0-16,-9 1 0 0,-14 0 0 15,24 5 0-15,-29 4 0 0,27 3 0 0,-29-3 0 0,7-1 0 16,-15-4 0-16,16 0 0 0,-21-4 0 16,-13 0 0-16,-2 0 0 0,-9 0 0 0,-17 0 0 0,-12 0 0 15,-10 0 0-15,-11 0 0 0,-4 0-131 0,-10 0-245 16,-4 0 173-16,-23 0-209 15,-7 1 187-15,-10 5 92 0,-4 3 47 0,-5 0-611 0,-3 1 333 16</inkml:trace>
  <inkml:trace contextRef="#ctx0" brushRef="#br0" timeOffset="143446.31">20416 16706 3783 0,'-10'0'0'0,"-1"10"0"0,8 18 0 0,1 0 0 0,2-3 0 0,0 1 0 0,0 2 0 0,2 2 0 0,3 0 0 0,4 2 0 0,-4-1 148 0,2 4-148 0,-1-1 0 0,-1-2 0 15,-3 3 0-15,0-5 0 0,1-3 0 0,-3-7 0 16,0 1 0-16,0-3 0 0,0-4 0 16,0-3 0-16,0-4-667 0,0-1 333 0,0-3 62 0,0-3-658 15,1 0 445-15,10 0 222 0</inkml:trace>
  <inkml:trace contextRef="#ctx0" brushRef="#br0" timeOffset="143770.21">20548 16952 3462 0,'0'-15'0'0,"0"8"0"0,-2 3 0 0,2 1 0 0,0 0 0 0,0 0 0 16,4-3 0-16,15 0 0 0,9 3 0 0,6-1 0 0,7 0 134 0,1 3 201 0,-1-2-335 0,-6 3 0 15,2 0 0-15,2 0 0 0,-2 3 0 0,-3 0 0 0,-4 0 0 0,-7 2 0 16,-3-1 0-16,-3-1-251 0,-8 1-378 15,0 0 334-15,-5 0 85 0,-1 1-600 16,-3-3 390-16,0 2 189 0,-5-4 96 0,-6 0-96 16,2 0 85-16,-1-8 58 0,1-7-171 0,-2-8 126 15,1-1 66-15,-1 0 41 0,0-3 26 0,-1 1 0 16,1 1 0-16,0 7 112 0,-2 1-96 0,2 2-29 16,2 5-9-16,0 3 539 0,2 2-270 0,2 2-62 15,-1 3-91-15,3 0 473 0,-2 10-254 0,3 9-141 16,-1 5 83-16,1 3-108 15,-2 1-53-15,0 3-28 0,-1 5 383 0,-2 7-210 16,-3-4-99-16,4-4-23 0,1 2-39 0,1-2 1 16,4 1-29-16,0-7-673 0,0-1 332 0,9-5 165 15,9-3 83-15,3-3-932 0</inkml:trace>
  <inkml:trace contextRef="#ctx0" brushRef="#br0" timeOffset="143961.56">21417 16959 3250 0,'0'-9'0'0,"0"8"0"0,-2 1 0 0,-7 3 0 0,-2 10 0 0,-2 7 0 0,-2 0 0 0,-1 2 0 0,-2 6 0 0,-4 3 0 0,2-1 290 0,0 1-125 0,1-1-52 0,-2 1-104 16,3-3 31-16,-1-3 0 0,-1-1-16 0,1-7-435 16,1 1 227-16,2-5 107 0,0-3-558 0,6-5 332 15,0-1 165-15,2-4-38 0,3 0-232 0,3-2 189 16,2-16 89-16,0-5-377 0</inkml:trace>
  <inkml:trace contextRef="#ctx0" brushRef="#br0" timeOffset="144145.07">21213 16806 2409 0,'9'-38'0'0,"0"14"0"0,3 3 0 0,-3 4 0 0,2 8 0 0,1 5 0 0,1 4 0 0,6 0 0 0,2 13 0 0,-1 10 0 0,4 9 651 15,1 5-305-15,0 8-153 0,5 11-77 0,-7-6 100 0,7 17-216 0,-1-8 0 16,-1 4 0-16,0-4 0 15,-3-13 0-15,0-6 0 0,0 0 0 0,0-11 0 0,-3-4 0 16,-2-4 0-16,-6-7-110 0,0-1-8 16,-5-2 31-16,-4 1-957 0,-1-5 502 0,-2-1 251 15,-2-2 125-15,0-4-471 0</inkml:trace>
  <inkml:trace contextRef="#ctx0" brushRef="#br0" timeOffset="144444.06">19944 15630 2876 0,'0'-23'0'0,"0"21"0"0,3 2 0 0,12 4 0 0,0 2 0 0,2-1 0 15,4 4 0-15,1 0 0 0,0 0 0 0,3 0 0 0,-1 3 320 0,-1-1-140 0,4 3-70 0,-5-2-365 0,6 5 143 16,-7 0 76-16,-3-5 38 0,-1 0-709 0,-2 1 358 0,-3-5 183 16,-1-1 87-16,1-3-554 0,-2 1 296 0,1-5 148 15,3 0-95-15,-1-16 127 0</inkml:trace>
  <inkml:trace contextRef="#ctx0" brushRef="#br0" timeOffset="144627.6">20578 15454 1779 0,'5'-11'0'0,"-1"5"0"0,0 3 0 0,-2 3 0 0,-2 0 0 0,0 13 0 0,-10 8 0 16,-8 12 0-16,-3 4 0 0,-4 4 0 0,-5 5 597 0,0 2-279 0,-2 4-139 15,-1-5-69-15,1 3 359 0,0 0-204 0,0-4-117 0,2 0-82 0,3-1-66 16,1-4 0-16,2-2 0 0,5-3-151 0,2-3-31 15,6-3 112-15,4-7 54 16,3-1-322-16,4-4 189 0,0 0 104 0,0-7 2 16,15-4-889-16,9-4 446 0</inkml:trace>
  <inkml:trace contextRef="#ctx0" brushRef="#br0" timeOffset="144792.04">20685 15893 3116 0,'6'0'0'0,"1"0"0"0,-3 9 0 0,-2 5 0 0,-2 3 0 0,0 4 0 0,0 2 0 0,0 2 0 0,-2 2 0 0,-2-4 0 0,-1 8 269 16,1-3-114-16,2-2-58 0,2-5-384 0,0 0 163 15,0-5 92-15,0-2-315 0,6-3 194 0,3-4 96 16,3-5 49-16,2-2-806 0,4 0 396 0</inkml:trace>
  <inkml:trace contextRef="#ctx0" brushRef="#br0" timeOffset="144946.74">20884 15872 2266 0,'5'-15'0'0,"1"8"0"0,6-1 0 0,-1 0 0 0,6 1 0 0,3 2 0 0,1 1 0 0,9 2 0 16,2-2 0-16,0 3 0 0,2 1 99 0,-1 0 95 0,1 0-67 0,1 0-48 16,-2 1-447-16,-1 5 204 0,-2 0 102 0,-3 1 52 0,-5-4-269 15,-1 3 155-15,-2 0 82 0</inkml:trace>
  <inkml:trace contextRef="#ctx0" brushRef="#br0" timeOffset="145133.34">21245 15472 3030 0,'-2'-7'0'0,"0"3"0"0,0 2 0 0,1 2 0 0,-1 2 0 0,-3 18 0 0,3 6 0 0,-1 4 0 0,-1 10 0 0,0-1 0 0,-1 7 426 0,-5 1-193 0,1 4 9 0,0 0-242 15,1-1 0-15,0-4 0 0,5 1 0 16,-1-10 0-16,2 2 0 0,2-2 0 0,0-4-331 16,0 1 11-16,-2-3 181 0,2 5-991 0</inkml:trace>
  <inkml:trace contextRef="#ctx0" brushRef="#br0" timeOffset="146026.65">21658 15590 1473 0,'0'-3'0'0,"0"0"0"0,2 2 0 0,-1 1 0 0,3 0 0 0,-1 0 0 0,0 0 0 0,-1 6 0 0,0 5 0 0,0 2 0 0,-2 0 372 16,0 4-170-16,0 2-81 0,-7 3 197 0,-3 0-139 16,-1 3-69-16,-5 2-25 0,2 1 75 0,-4 2-60 15,0-2-30-15,-1 3-153 0,1-5 62 0,-2 0 41 16,-1-2-10-16,2-2-95 16,-1-1 63-16,6-6 32 0,-2-1-1 0,7-7-409 0,-1-3 147 15,3 1 130 16,3-5-523 1,4 0 302-1,0-5 152-31,6-10 66 0</inkml:trace>
  <inkml:trace contextRef="#ctx0" brushRef="#br0" timeOffset="146216.16">21569 15187 1994 0,'0'-23'0'0,"0"5"0"0,0 6 0 0,0 3 0 0,-2 5 0 0,2 1 0 0,0 1 0 47,0 2 0-47,0 2 0 0,9 11 0 0,2 4 198 16,3 7-83-16,2 4-38 0,0 11 371 0,1 1-204 0,3 2-92 0,-2 6-60 0,1 3 297 0,2-3-174 0,-3 2-208 0,1-2-7 0,-2-1 0 0,-4 0 0 15,0-1 0-15,-4-1 0 0,1-2 0 0,-4 0 0 0,-1-5 0 0,-1 6 0 0,-1-8 0 0,-1 0 0 0,3-4 0 0,-3-8 0 0,0-2-101 0,1-3-49 0,-1-3-569 0,2-5 339 16,-1-1 169-16,1-1-389 0,-1-3 270 0,4-3 150 0,0-3 69 15,2 0-322-15</inkml:trace>
  <inkml:trace contextRef="#ctx0" brushRef="#br0" timeOffset="146559.12">22116 15454 1760 0,'0'-16'0'0,"-2"7"0"0,2 2 0 0,-2 1 0 15,2 1 0-15,0-1 0 0,0 2 0 0,0 0 0 0,-1 2 0 0,1 0 0 0,0 2 492 0,0 0-225 0,1 0-112 16,5 12-45-16,3 5 415 0,1 4-241 0,1 1-120 15,1 1 10-15,-1 1-174 0,0-3 0 0,2 6 0 16,0-3 0-16,1-1 0 0,-3 0 0 0,0-6 0 16,1 0 0-16,-2 0 0 0,0-3 0 0,-2-3 0 15,-3-1 0-15,-1 0 0 0,0-2 0 16,-1-1-404-16,-1-3-117 0,0 2 239 0,0-5-411 0,-1 1 315 16,1 0 172-16,0-2 82 0,3 0-348 0</inkml:trace>
  <inkml:trace contextRef="#ctx0" brushRef="#br0" timeOffset="146808.37">22555 15256 1977 0,'9'-11'0'0,"-8"7"0"0,3 1 0 0,-2 1 0 0,0 0 0 0,-2 2 0 0,0 0 0 0,0 11 0 0,0 12 0 0,-8 4 0 0,-3 12 594 15,-4 4-275-15,-4 6-139 0,-1 3 590 0,-5 3-679 16,1-4-91-16,-5 12 0 0,1-9 0 0,0-1 0 15,0 2 0-15,1-8 0 0,2 4 0 0,0 0 0 16,4-3 0-16,0-5 0 0,7-9 0 0,-1 2 0 16,3-5 0-16,3-2 0 0,2-8 0 0,-2 1 0 15,6-6 0-15,1-3-231 0,2 3-93 0,0-8 140 16,0-3-579-16,0-1 361 16,9-4 179-16,5 0-361 0,2-15 277 0,2-8 131 0,-1-5 67 15</inkml:trace>
  <inkml:trace contextRef="#ctx0" brushRef="#br0" timeOffset="147071.1">22357 15927 1943 0,'11'-25'-1'0,"1"6"-1"0,2 1 2 0,3 1 0 0,2 2 0 0,0 4 0 0,4-2 0 0,-2 5 0 0,0 2 0 0,2 5 0 0,-3 1 185 0,-1 0-61 0,1 0-45 0,-8 8 39 16,-1 8-38-16,-3 0 0 0,-4 9-37 0,-4-4 57 16,0 9-57-16,-9-3-1 0,-8 0 21 0,-4-3-21 15,-1 1 12-15,-5-4 141 0,1-3-75 0,-1-2-40 16,3-5 1-16,4-2 247 15,1-2-194-15,3 0-134 0,7-4 0 0,2-1 0 16,3-2 0-16,1 2 0 0,3-2 0 0,0 0 0 16,1 0 0-16,12 0 0 0,10 0 0 0,0 0 0 15,-2 0 0-15,8 0 0 0,-1 0 0 0,0 0 0 16,-1 0 0-16,-1 0 0 0,-3 0 0 0,1 0 0 16,-2 0 0-16,-1 0-695 0,-2 0 205 0,0 4 224 15,-3 8-272-15,1-3 253 0</inkml:trace>
  <inkml:trace contextRef="#ctx0" brushRef="#br0" timeOffset="147373.68">23065 16867 2741 0,'2'0'0'0,"-1"0"0"0,1 18 0 0,0 1 0 0,-2-3 0 0,-5 5 0 0,-11 3 0 0,-2 3 0 15,-5 1 0-15,-1 2 0 0,2 0 147 0,-5 0-58 0,4 0 0 0,4-5-449 0,3 0 202 16,5-7 100-16,-1 0 61 0,7-1-829 0,1 1 392 16</inkml:trace>
  <inkml:trace contextRef="#ctx0" brushRef="#br0" timeOffset="147675.43">23459 16554 2859 0,'4'-11'0'0,"12"11"0"0,9 0 0 0,7 0 0 0,5-2 0 0,5 1 0 0,7-2 0 0,5 0 0 0,17 3 0 0,18-2 0 0,3 0 245 15,4 2-102-15,15 0-39 0,-1 0 131 0,5 0-97 0,0-2-48 0,-1-1 1 16,17 2-65-16,-21-3-26 0,6-2 0 0,-3 1-71 16,-4 0 7-16,-10 0 53 0,-3 0 26 0,-19 4-170 15,-3-2 94-15,-20 3 51 0,-13 0-524 0,-11 0 262 16,-7 3 59-16,-17 8 79 0,-6 4-492 0,-21 0 292 16,-17 5 145-16</inkml:trace>
  <inkml:trace contextRef="#ctx0" brushRef="#br0" timeOffset="147919.23">24310 16761 2717 0,'-8'0'0'0,"1"0"0"0,5 19 0 0,1 2 0 0,1-2 0 0,0 2 0 0,0 2 0 0,0 3 0 0,0-1 0 0,1 7 0 0,3 0 470 0,-2 1-214 0,0 3-106 16,-2 2-43-16,0-1-29 0,0-4-1 0,0 2-34 16,0-7-367-16,0-6 183 0,0-1 103 0,0-4 35 15,0-6-291-15,1-2 168 0,7-3 85 0,5-3-793 16,2-3 395-16,4 0 172 0,4-9 113 0</inkml:trace>
  <inkml:trace contextRef="#ctx0" brushRef="#br0" timeOffset="148087.51">24522 17055 2710 0,'0'-17'0'0,"0"6"0"15,0 4 0-15,0-1 0 0,2-2 0 0,3 3 0 0,7 2 0 0,6-2 0 0,7 1 0 0,7-1 0 0,8 0 488 0,1 3-222 0,4 0-112 0,0 3-20 0,-2-1-46 16,-7 2 3-16,3 0-91 0,-3 0-432 16,-2 0 211-16,-11 0 133 0,-1 0 65 0,-7 0-307 15,-4 2 181-15,-3 3 96 0,-6 1-861 0,-2 3 436 16,0 0 217-16,-14-4 99 0</inkml:trace>
  <inkml:trace contextRef="#ctx0" brushRef="#br0" timeOffset="148260.91">24855 16861 2643 0,'-11'-14'0'0,"1"3"0"15,-1 3 0-15,4 0 0 0,-1 5 0 0,0-1 0 0,4 3 0 0,-1 1 0 0,1 0 0 0,1 14 0 0,-1 8 172 0,2 3-64 0,-4 6 416 0,2 0-241 16,-3 4-119-16,0 4-127 0,-4-2-37 0,4 1 0 15,2-2 0-15,-1-4 0 0,3-1 0 0,1-6 0 16,2-1 0-16,0-5-481 0,0-3 192 0,3-2 166 16,10-3-864-16,3-4 461 0,6-4 248 0</inkml:trace>
  <inkml:trace contextRef="#ctx0" brushRef="#br0" timeOffset="148447.01">25297 16962 2679 0,'12'-13'-2'0,"-8"7"1"0,2 4 0 0,-5 2 1 0,-1 0 0 0,0 2 0 0,0 9 0 0,0 5 0 0,-7 6 0 0,-4 2 0 16,-3 0 295-16,-2 5-126 0,-1-1-52 0,-2 2-43 0,-1-2-41 15,-1 0 10-15,-2-1-1 0,1-1 1 0,-1-1-261 16,0-5 125-16,-1-3 68 0,2 0-480 0,-3-4 274 16,6-1 93-16,1-4 90 0,1-2-614 0,3-1 310 15,3-5 155-15,-2 0-278 0</inkml:trace>
  <inkml:trace contextRef="#ctx0" brushRef="#br0" timeOffset="148632.53">25039 16828 2611 0,'8'-24'0'0,"1"11"0"0,2 5 0 0,-2 2 0 0,7 4 0 0,-4 2 0 0,9 2 0 0,4 14 0 0,7 10 0 0,-6 0 0 0,10 14 202 0,-6 1-80 0,-1 6 454 0,6 7-267 16,-5-1-198-16,-5-6-111 0,3 6 0 0,3-3 0 15,-5-5 0-15,-1-3 0 0,-5-15 0 0,2 2-70 16,-4-10 50-16,1-1-862 0,-4-4 463 0,-6 2 231 16,-2-1-18-16,-4-4-434 0</inkml:trace>
  <inkml:trace contextRef="#ctx0" brushRef="#br0" timeOffset="149104.67">23613 15579 2184 0,'-1'-19'0'0,"1"13"0"16,3 6 0-16,15 0 0 0,9 1 0 0,7-1 0 0,4 0 0 0,3 0 0 0,4 0 0 0,4 0 0 0,6-1 113 0,1-4-35 0,-6 2 74 16,-1 1-55-16,-13 0-27 0,-6 2 10 0,-2 0-75 15,-10 2 0-15,-6 9 37 0,-10 3-11 0,-2 10 12 16,-15 2 10-16,-16 9 64 0,-4-1-37 0,-4 4 173 15,-2-1-104-15,-3 5-54 0,3-3 12 16,4 0-65-16,1-3 93 0,6 0-135 0,9-8 0 16,6-4 0-16,4 1 0 0,7-5 0 0,4-3 0 0,0-2 0 15,4-1 0-15,15-5 0 0,9-1 0 16,4-6 0-16,0-2 0 0,2 0 0 0,-1 0 0 0,-8 0 0 16,3-2 0-16,-4 0 0 0,-3-2 0 0,-8 0-62 15,-2 3-271-15,-4 1 134 16,-1 0 84-16,-2 0-474 0,-4 0 273 0,0 0 137 15,0 5-465-15,-2 1 290 0,-6-2 161 0,0-4 75 16</inkml:trace>
  <inkml:trace contextRef="#ctx0" brushRef="#br0" timeOffset="149290.72">23792 15876 2395 0,'-14'-15'0'0,"7"10"0"0,3 3 0 0,3-2 0 0,-1 2 0 0,2 0 0 16,0 0 0-16,5-2 0 0,15 2 0 0,3 1 0 0,7-2 511 0,2 3-235 0,2 0-117 0,-1 0-59 0,4 0-11 0,-3 6 10 16,-2 2-57-16,1 1-456 0,-3 2 228 0,0 1 114 15,-3-1 57-15,-3-1-686 0,4 2 341 0,-5-2 194 16,-2 0-16-16,-3-1-285 0</inkml:trace>
  <inkml:trace contextRef="#ctx0" brushRef="#br0" timeOffset="149573.17">24467 16047 3286 0,'-3'0'0'16,"-2"0"0"-16,1 0 0 0,0 0 0 0,0 3 0 0,-3 6 0 0,2 0 0 0,-2 2 0 0,4 3 0 0,-3 2 0 0,2 1 256 0,3 2 133 0,1-1-389 0,0 2 0 0,0-2 0 0,0 1 0 15,0-3 0-15,0 2 0 0,0-3 0 16,1-4 0-16,1 0 0 0,0-1 0 0,0-4-74 16,-2 3-192-16,2-3 154 0,0-3-31 15,-1-1-725-15,1 0 414 0,4-2 195 0,4 0-415 0</inkml:trace>
  <inkml:trace contextRef="#ctx0" brushRef="#br0" timeOffset="149764.81">24589 15831 2509 0,'0'-15'0'0,"0"10"0"0,11-1 0 0,5 1 0 0,3-1 0 0,2-1 0 0,4 1 0 0,4 4 0 0,5-2 0 0,6 1 0 0,-3 0 256 15,-1 3-107-15,1 0-43 0,-3 0-75 0,0 0 11 0,-5 3 0 16,-3 4 0-16,-4 0-471 0,-3 2 246 0,-5 1 107 16,-3 1-556-16,-2 0 325 0,-8 0 163 0,-1 1-15 15</inkml:trace>
  <inkml:trace contextRef="#ctx0" brushRef="#br0" timeOffset="149957.51">24926 15566 2111 0,'-6'0'0'0,"1"2"0"0,-2 12 0 0,-4-2 0 0,1 7 0 0,0 2 0 0,0 9 0 0,0 1 0 0,4 5 0 0,-3 8 0 0,1-4 101 0,0 1 279 16,5 0-170-16,1-4-73 16,2 2-251-16,0 0 78 0,0-4 39 0,2-3-249 0,7-4 143 0,-1-5 83 15,5-3 26-15,0-1-675 16</inkml:trace>
  <inkml:trace contextRef="#ctx0" brushRef="#br0" timeOffset="150134.37">25333 15827 2275 0,'5'-9'0'0,"0"6"0"0,-1 3 0 0,-2 0 0 0,-1 0 0 0,-1 1 0 0,0 10 0 0,0 4 0 0,0 2 0 0,-9 7 0 0,-6 0 260 16,0 3-110-16,-6 3 70 0,1 3-89 0,-1-4-34 15,0 1-10-15,3-3-389 0,-2-1 173 0,2-4 85 16,5-7 43-16,2 0-245 0,-1-3 138 0,5-5 76 16,2 1-624-16,1-5 326 0,-4-3 54 0</inkml:trace>
  <inkml:trace contextRef="#ctx0" brushRef="#br0" timeOffset="150357.46">25308 15501 2974 0,'3'-15'0'0,"1"7"0"0,0 8 0 0,3 0 0 0,0 0 0 0,1 11 0 0,1 8 0 0,1 6 0 0,0 5 0 0,-1 4 0 0,-2 1 401 0,3 8-179 0,-3-3 112 16,0-6-334-16,1 3 0 0,0-1 0 16,-1-4 0-16,0-4 0 0,1-9 0 0,0 2 0 15,-2-5-121-15,-1 0 44 0,1-6 59 0,-4-1-613 16,5-1 337-16,-3-1 56 0,2-1 121 0,1-1-645 15,2-3 360-15,3-2 180 0,1 0-123 0,-1-14 151 16</inkml:trace>
  <inkml:trace contextRef="#ctx0" brushRef="#br0" timeOffset="150609.65">25715 15597 1807 0,'15'-33'0'0,"-2"11"0"16,4 3 0-16,0 3 0 0,0 2 0 0,1 4 0 0,3 5 0 0,2 1 0 0,3 3 0 0,0 1 0 0,1 0 122 0,-1 0-40 0,-7 9 228 0,-1 6-123 0,-5 4-78 15,1 4-34-15,-12 4 172 0,-2 6-103 0,-4 6-51 16,-15-4 11-16,-11 8 218 0,1-3-140 0,-2-2-69 16,3-1-79-16,2-1-34 0,7-4 0 0,-2-2 0 15,4-1 0-15,4-3 0 0,7-4 0 0,3-2 0 16,0-3 0-16,3-1 0 0,0-3 0 16,0-2 0-16,10-5 0 0,7 0 0 15,2-1 0-15,1-3 0 0,1-2 0 0,2 2 0 16,-3-2-242-16,-2 0-230 0,-6 0 204 0,1 0 118 15,-3 0-579-15,-3 0 342 0,-1 0 172 0,-5 0-217 16</inkml:trace>
  <inkml:trace contextRef="#ctx0" brushRef="#br0" timeOffset="150768.57">25632 15752 2236 0,'-16'0'0'0,"6"0"0"0,2 0 0 0,5 2 0 0,1-2 0 0,2 0 0 0,0 2 0 0,5 3 0 16,15 0 0-16,4 4 0 0,2 0 439 0,1-2-189 0,6 3-109 0,-1 1-50 0,4-3-303 0,-4 1 127 16,0 0 64-16,-8 1-677 0,6-1 365 0,-11 1 187 15,2 0 94-15</inkml:trace>
  <inkml:trace contextRef="#ctx0" brushRef="#br0" timeOffset="151021.51">26117 15951 2216 0,'9'-7'0'0,"3"5"0"0,1 2 0 0,0 0 0 0,-2 0 0 0,2 0 0 0,0 0 0 0,-1 4 0 0,-3 4 0 0,0 1 0 15,-4 1 92-15,-2 4 90 0,-3 1-72 0,0 5-35 0,-17-4 122 16,-5 2-84-16,-5 1-36 16,1 0-1-16,-4-2 144 0,1-2-90 0,9-1-35 15,0-4-11-15,2 1 77 0,9-3-61 0,4-2-97 16,0-2-3-16,5 0 0 0,0 1 0 0,8-3 0 15,17-1 0-15,2 2 0 0,8-3 0 0,2 0 0 16,1 0 0-16,1 0 0 0,1 0 0 0,-1 0-458 16,-1 0 59-16,-3 0 127 0,-1 0 125 15,-2 0-275-15,-2 0 191 0,2 0 96 0</inkml:trace>
  <inkml:trace contextRef="#ctx0" brushRef="#br0" timeOffset="151286.79">26779 15741 3463 0,'10'-10'0'0,"0"9"0"0,1 1 0 0,-2 0 0 0,2 0 0 0,1 9 0 0,0 6 0 0,4 3 0 0,1 7 0 0,0 4 0 0,3 6 401 0,0 3-334 0,-3-3-67 0,6 15 0 15,-3-2 0-15,-4-1 0 0,0 4 0 0,-6-1 0 16,-2 1 0-16,-5-1 0 0,-3 3 0 0,0 0 0 15,-20 5 0-15,-6-1 0 0,-4-7 0 0,-11 14 0 16,-5-4 0-16,-2 1 0 0,-5-3 0 0,-5-2 0 16,-4 2 0-16,2-2 0 0,3-1 0 0,9-2 0 15,4-1-261-15,3-2-184 0,6-5 192 16,-7 10-598-16,6-6 406 0</inkml:trace>
  <inkml:trace contextRef="#ctx0" brushRef="#br0" timeOffset="151471.28">27060 17135 3624 0,'9'-34'0'0,"0"26"0"0,-8 6 0 0,1 2 0 0,-2 0 0 0,0 0 0 0,-12 0 0 0,0 4 0 0,-1 2 0 15,5 1 0-15,-1 2 69 0,0 5-1078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5:04:36.45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32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3T15:11:20.103"/>
    </inkml:context>
  </inkml:definitions>
  <inkml:trace contextRef="#ctx0" brushRef="#br0">18921 6008 2185 0,'-15'0'0'0,"2"0"0"0,2 0 0 0,2 0 0 0,0 0 0 0,4-3 0 0,0 2 0 0,3 1 0 0,2-2 0 0,0 2 0 0,0 0 108 16,0 0 273-16,0-2-160 0,3 2-95 0,11 0 169 15,2 0-127-15,4 0-63 0,1 0-32 0,0 0 113 16,8 0-103-16,-3 0-83 0,-1 2 0 0,1 4 0 15,-2 0 0-15,8 1 0 0,-4 0 0 16,0 0 0-16,4 1 0 0,0-1 0 16,5 2 0-16,5-2 0 0,-1-2 0 0,1 1 0 0,3 0 0 15,2 0 0-15,3-3 0 0,5 2 0 0,0-2 0 16,10 2 0-16,-1-1 0 0,2 0 0 16,8-4 0-16,0 2 0 0,6-2 0 0,2 0 0 15,11 0 0-15,0 0 0 16,-11 0 0-16,32-5 0 0,-8-2 0 0,2-2 0 0,2 1 0 15,3-1 0-15,7-2 0 0,13-1 0 0,-12-1 0 16,-1 4 0-16,0-2 0 0,0 1 0 0,-9 3 0 16,7-2 0-16,1 0 0 0,-1 2 0 0,12-1 0 15,-8 2 0-15,-16 1 0 0,13-2 0 16,-3 3 0-16,-3-2 0 0,3 3 0 0,-5-3 0 0,-17 4 0 16,18-2 0-16,-11 1 0 0,-6 1 0 15,-3 0 0-15,-16 1 0 0,-7 1 0 16,11 0 0-16,-11 0 0 0,-7 0 0 15,-9 1 0-15,2 3 0 0,-2 2 0 0,0 1 0 16,-5-3 0-16,-3 0 0 0,-7 0 0 0,-2 1 0 0,-8-1 0 16,4 2 0-16,-9-5 0 0,-2 3 0 0,-1-1 0 15,-3-1 0-15,-4 1 0 0,-2-2 0 16,-1 1 0-16,-5-2 0 0,-1 3 0 16,-2-3 0-16,-1 0 0 0,1 0 0 0,0 0 0 0,-2 0 0 15,0 0 0-15,0-3 0 16,-5 0 0-16,-10-4 0 0,-11 4 0 0,-15 1 0 0,-16 2 0 15</inkml:trace>
  <inkml:trace contextRef="#ctx0" brushRef="#br0" timeOffset="10288.98">4284 8720 2943 0,'-5'0'0'0,"3"0"0"0,2 0 0 0,-2 0 0 0,2 0 0 0,0 0 0 0,0 0 0 0,0 0 0 0,0 0 0 0,0 0 0 15,2 0 83-15,5 0 43 0,1 0-40 0,4 0 0 0,1-6 100 0,0 0-60 0,4-2-45 16,3-3-1-16,3-2-35 0,1 0 44 0,2-4-89 0,4-2 0 16,0-1 0-16,9-6 0 15,-3 1 0-15,1-4 0 0,4-1 0 0,1-3 0 16,13-9 0-16,0-3 0 0,5-3 0 0,10-10 0 16,-1 3 0-16,0 4 0 0,15-11 0 0,-4 4 0 0,6-1 0 15,4 2 0-15,-2-3 0 0,2-1 0 0,2 1 0 16,-2 0 0-16,-5 2 0 0,0 4 0 15,-2 3 0-15,-13 9 0 0,2-1 0 0,0 2 0 0,-3 3 0 16,-2 1 0-16,-8 4 0 16,-8 7 0-16,4-1 0 0,-7 2 0 0,-5 5 0 0,-9 4 0 15,-1 1 0-15,-10 5 0 0,2-1 0 16,-5 4 0-16,-6 2 0 0,-2 1 0 16,-3 0 0-16,-2 1 0 0,-5 2 0 0,3 0 0 0,-3 1 0 15,1 0 0-15,-3 0 0 0,0 0 0 0,0 0 0 16,0 0 0-16,0 0 0 0,0 0 0 0,0 0 0 15,0 0 0-15,0 0 0 0,-5 0 0 0,0 0 0 16,-4 0-429-16,0 1 157 0,-2 3-1350 16,3 0 1521-16</inkml:trace>
  <inkml:trace contextRef="#ctx0" brushRef="#br0" timeOffset="10554.84">7078 6946 3931 0,'18'11'0'0,"-1"3"0"0,-6 1 0 0,-6 3 0 0,-5 7 0 0,0-1 0 0,-10 7 0 0,-8-1 0 0,-3 2 0 0,-2-1 0 0,0-1 0 16,3 1 0-16,0-4 0 0,3 2 0 0,5-6 0 0,-1 3 0 0,5-2 0 16,3-1 0-16,1 1 0 15,3 0 0-15,-2-1-12 0</inkml:trace>
  <inkml:trace contextRef="#ctx0" brushRef="#br0" timeOffset="11347.94">6394 7012 3099 0,'-2'-2'0'0,"2"2"0"0,0 0 0 0,0 0 0 0,2 0 0 0,6 0 0 0,4 0 0 0,6 0 0 0,6-1 0 0,5 1 0 0,5-2 499 0,3 2-219 0,8-3-227 0,-4 2-53 16,4-1 0-16,0 2 0 0,-3 0 0 0,-5 0 0 15,10 0 0-15,-11-1 0 16,4 1 0-16,-7 0 0 0,-1 0 0 0,-7 0 0 0,-2 0 0 0,-4 0 0 16,-2 0-14-16,-6 0-81 0,-1 0-811 15,-4 0 415-15,-3 0 231 0</inkml:trace>
  <inkml:trace contextRef="#ctx0" brushRef="#br0" timeOffset="11736.87">4680 6943 3931 0,'-18'-2'0'0,"10"2"0"0,4 0 0 0,-1 0 0 0,5 0 0 0,0 0 0 0,0 0 0 0,2 0 0 0,13-5 0 0,15-2 0 0,13-2 0 0,2-4 0 0,8 2 0 16,11-4 0-16,0-1 0 0,0 2 0 0,1 1 0 16,2-1 0-16,-12 3 0 0,16-2 0 15,-19 5 0-15,4 1 0 0,-4 4 0 0,-14 0 0 16,1 1 0-16,-4 2 0 0,-7 0 0 0,-10 0-391 16,-3 0-78-16,-3 0 214 0,-7 0-182 15,0 2 203-15,-5-2 97 0,0 0 47 0,-7 0-417 0,-8 0 232 16</inkml:trace>
  <inkml:trace contextRef="#ctx0" brushRef="#br0" timeOffset="11749.9">5550 6759 418 0</inkml:trace>
  <inkml:trace contextRef="#ctx0" brushRef="#br0" timeOffset="11947.44">5360 6621 2213 0,'-16'-9'0'0,"7"4"0"16,4 4 0-16,0-2 0 0,3 0 0 0,2 3 0 0,2 0 0 0,19 0 0 0,9-3 0 0,2 3 0 0,4-2 265 0,8 0-111 0,-12 2 456 0,9 0-274 15,-4 0-152-15,-4 0-15 0,-1 0-169 0,-4 4 0 16,-7 5 0-16,0 1 0 0,-3 1 0 0,-6 2 0 15,-5 3 0-15,-1 2 0 0,-6 4 0 0,0-1 0 16,-3 8 0-16,-12-3 0 0,-7 2 0 16,2 2 0-16,-3-1-33 0,-2 0-233 0,0-1 48 15,-5 7-479-15,2-7 328 16,-2 2 163-16,0-3 82 0,0-2-452 0,-7 3 273 0,7-9 130 0</inkml:trace>
  <inkml:trace contextRef="#ctx0" brushRef="#br0" timeOffset="11964.49">5328 7147 418 0</inkml:trace>
  <inkml:trace contextRef="#ctx0" brushRef="#br0" timeOffset="12286.97">5081 7159 2078 0,'-13'-6'0'0,"1"2"0"0,7 2 0 0,1 1 0 0,2-2 0 0,2 3 0 0,0 0 0 0,6 0 0 0,7 9 0 0,3 1 0 15,-2 5 132-15,5 3-50 0,-5 2 223 0,4 0-132 0,-5 3-65 0,-3 0-11 16,2 4-11-16,-7 0-44 0,0 2-68 16,-2-2 33-16,-3 2 1 0,0-9 44 0,0 3-86 0,0-3 38 15,-6-2 0-15,-1-8 38 0,0 0 34 0,2-4 11 16,0-2-46-16,-1-4 151 0,1 0-76 15,3 0-37-15,2 0-13 0,0-2 48 0,2-10-114 16,14 1 0-16,3 0 0 16,4 1 0-16,2 3 0 0,-2 4 0 0,12-4 0 15,-8 7 0-15,3 0 0 0,-4 0 0 0,-2 7 0 16,-5 3 0-16,-3 4 0 0,-2 2 0 0,-5 0 0 16,-2 0 0-16,-5 3 0 0,-2-2 0 0,-5 4 0 15,-9-1 0-15,-8-3 0 0,-4-1 0 0,-2-3 0 16,-2-2 0-16,0-4 0 0,1-3 0 0,-1-2 0 15,1-2 0-15,3 0 0 0,5 0 0 0,-1 0 0 16,1-2 0-16,4-5 0 0,3 1-126 0,3 2-176 0,4 1-888 16</inkml:trace>
  <inkml:trace contextRef="#ctx0" brushRef="#br0" timeOffset="13146.07">4360 8847 2475 0,'-6'0'0'0,"4"0"0"0,0 0 0 0,2 0 0 0,0 0 0 0,0 0 0 0,0 0 0 0,0 0 0 0,4 0 0 0,4 0 0 0,-1 0 85 0,1 0-1 0,-1 0 90 16,6 0-71-16,-3 0-31 0,-1 4 0 0,3 3-30 0,0 1 108 15,5-2-43-15,-4 4-38 16,7 2 61-16,1 0-44 0,0 0 0 0,2 2 0 16,4-2 10-16,1 2-82 0,0 0-14 15,4 0 0-15,3 1 0 0,5 0 0 0,-5-2 0 16,11 4 0-16,-2-2 0 0,-4 0 0 0,5 2 0 0,2 0 0 16,-2-2 0-16,6 2 0 0,-4-1 0 15,2 2 0-15,2-1 0 0,2 3 0 0,3-1 0 16,5 2 0-16,-9-6 0 0,12 5 0 15,-4 2 0-15,-6-4 0 0,15 4 0 0,-2 0 0 0,-2-1 0 0,4 3 0 16,7-2 0-16,-4-1 0 0,5-1 0 16,0 0 0-16,12 5 0 0,-7-2 0 15,1-1 0-15,-4-3 0 0,17 5 0 16,-10-1 0-16,0-1 0 0,1 1 0 0,2 2 0 16,-11-3 0-16,22 8 0 0,-10-4 0 0,-2 1 0 0,2-1 0 15,-2-2 0-15,-4 0 0 0,12 4 0 16,-2-3 0-16,-4 1 0 15,-1-1 0-15,-1-1 0 0,-10-3 0 0,14 5 0 0,-18-7 0 0,15 3 0 0,-22-3 0 16,4 0 0-16,-12-2 0 0,10 1 0 16,-16-3 0-16,2 1 0 15,-6-3 0-15,-6 0 0 0,-10-4 0 0,1 3 0 16,-6-6 0-16,-5 1 0 0,-3 1 0 0,-4-7 0 0,-7 3 0 16,-2-2 0-16,-4-2 0 0,-1 0 0 0,-1 0 0 15,-1 0 0-15,0 0 0 0,0-6 0 0,-8-5 0 16,-1 0 0-16,0 2 0 0,-5-3 0 0,2 3 0 15,-6 1-22-15,5 2-222 0,-8 5-367 0,2 1 285 16,-6 0 142-16</inkml:trace>
  <inkml:trace contextRef="#ctx0" brushRef="#br0" timeOffset="13455.63">7950 10358 3460 0,'-8'-3'-3'0,"2"-5"0"0,3 4 0 0,3-1 1 0,0 1 1 0,0-2-3 0,14-1 1 0,11-1 1 0,3 3 1 0,12 2 1 0,2-2 78 0,5 2 337 0,7 2-415 16,-1-2 0-16,6 3 0 0,9 0 0 0,-5 0 0 15,-11 6 0-15,17 1 0 0,-17 0 0 16,7 3 0-16,-5-1 0 0,0-1 0 0,-11 1 0 0,8 0 0 15,-8 1 0-15,-9-4 0 0,0 1 0 16,-6-3 0-16,-5 1 0 16,-4-1 0-16,-8-2 0 0,-2 0 0 0,-4-2-83 15,-3 0-45-15,1 0-351 0,-3 0 223 0,-5 0 105 0,-7 0 53 16,-4-4-504-16,-2-1 279 0,-1-5 129 0,2-1 81 16</inkml:trace>
  <inkml:trace contextRef="#ctx0" brushRef="#br0" timeOffset="13669.23">8755 9839 3142 0,'-6'-6'0'0,"4"4"0"0,-1 0 0 0,3 1 0 0,0-2 0 0,0 3 0 0,0 0 0 0,11 0 0 0,8 12 0 0,-3 3 0 0,5 6 700 0,0 1-611 16,2 6-89-16,-1 7 0 0,-1 1 0 0,-5 0 0 15,1 0 0-15,1 6 0 0,-6-7 0 0,-1 3 0 16,-1-3 0-16,0-1 0 0,-3-1 0 15,-2-1 0-15,0 0 0 0,-1-3 0 0,-3-1 0 0,1-2 0 16,2-4-362-16,-2 1-127 16,2-4 223-16,-1-2 112 0,4-2-682 0,1-3 396 15</inkml:trace>
  <inkml:trace contextRef="#ctx0" brushRef="#br0" timeOffset="13864.67">9187 10224 3931 0,'-2'-6'0'0,"2"2"0"15,0-3 0-15,0 1 0 0,0-2 0 0,7 3 0 0,10-1 0 0,4 0 0 0,9-1 0 0,8-1 0 0,-1 5 0 0,11-5 0 0,-2 4 0 0,0 2 0 0,0 1 0 16,1-2 0-16,-6 2 0 0,9 1 0 0,-15 0 0 16,3 0 0-16,-5 0 0 0,-4 1 0 0,-6 2-428 15,-5 0 0-15,-5 1 71 0,-2 0 163 0,-5-2-632 16,-5-2 391-16</inkml:trace>
  <inkml:trace contextRef="#ctx0" brushRef="#br0" timeOffset="14081.84">9679 9961 2970 0,'-9'-12'0'0,"5"8"0"0,0-1 0 0,3 1 0 0,1 0 0 0,0 3 0 0,1-1 0 0,14-1 0 0,4 3 0 0,4 0 0 0,4 0 179 0,1 6-69 0,1 5 174 0,1 1-121 16,1 1-61-16,-4 0-20 15,-1 4-41-15,-3-2-41 0,-3 4 0 0,-4 0 0 0,-3-2 0 16,-5 5 0-16,-5-1 0 0,-3 5 0 16,0-2 0-16,-8 1 0 0,-10 1 0 0,-3-3 0 15,-4 0 0-15,-3 0 0 0,1 1-139 0,-5-1-70 16,2-2 97-16,-5 1-647 0,-4 7 365 0,2-3 176 16,-4 6 88-16</inkml:trace>
  <inkml:trace contextRef="#ctx0" brushRef="#br0" timeOffset="14388.71">9696 10823 2344 0,'0'-12'0'0,"0"1"0"0,2 0 0 0,0-8 0 0,-1-4 0 0,2 5 0 0,-3-3 0 0,0 0 0 0,0 1 0 0,0 1 0 0,-6-1 112 16,-1 2-37-16,-4 5 299 0,-3-1-158 0,-3 7-93 0,-5 4 168 0,-3 3-127 15,-5 0-62-15,0 10-31 0,-4 14-12 0,-6 6-59 16,6 1 0-16,1 4 0 16,3 4 0-16,3 0 0 0,9-3 0 0,-3 9 0 15,12-3 0-15,4-7 0 0,5 8 0 0,0-9 0 16,1 2 0-16,12-1 0 0,4-3 0 16,7-4 0-16,2-1 0 0,6-7 0 15,5-3 0-15,-2-5 0 0,3-3 0 16,5-5 0-16,-1-2 0 0,-3-2 0 0,-6 0 0 0,5 0 0 15,-3-8-378-15,0 1 131 0,-1-1 105 0,0 3-498 16</inkml:trace>
  <inkml:trace contextRef="#ctx0" brushRef="#br0" timeOffset="14541.85">10137 11183 3931 0,'-7'-13'0'0,"7"11"0"0,0-6 0 0,0-3 0 0,0 4 0 0,0 1 0 0,0 0 0 0,0 1 0 0,0-1 0 0,0 1 0 0,0-1 0 0,0 1 0 16,0 1 0-16,0-1 0 0,0 2 0 0,2 1 0 0,-1 0 0 16,1 2-593-16</inkml:trace>
  <inkml:trace contextRef="#ctx0" brushRef="#br0" timeOffset="19028.99">4309 8697 418 0,'0'-2'0'0,"0"-1"0"0,0-2 0 0,0 1 0 0,0 1 0 0,0-1 0 0,0 2 0 0,0-1 0 0,0 1 0 0,0 0 0 0,3 0 59 0,-1 0-31 0,-2 0 1 0,0 2-8 15,1 0 7-15,1 0 1 16,0 0 6-16,-1 0-54 0,1 0-1 0,1 0 44 15,0 0-35-15,1 0-1 0,1 2 34 0,-3 0-2 16,2 0-44-16,-2 2-5 0,2-3 43 0,-1 1-40 16,-1 0 31-16,1 0 5 0,0 0-1 0,-1 0-45 15,1-2 1-15,-3 1 32 0,2-1-12 0,-2 0 15 16,0 0-4-16,0 2 4 0,0-2 56 0,0 0-56 16,0 0-1-16,0 0 1 0,0 0 84 0,2 0-39 15,-2 0 6-15,3 0-44 0,0 0 55 0,1 0-4 16,1 0-24-16,1-2 26 15,2-1-26-15,-3-1-11 0,2 2 26 0,3-1-82 16,0 1 66-16,-1-2-6 0,-2 0-51 0,4 3-1 16,-3-1 49-16,4 0-2 0,-4 0-48 0,2 0-1 15,-1 0 31-15,2 0 10 0,-3 2-60 0,3-2 55 16,1 2-9-16,-5-2-3 0,7 1 2 0,-3-2 6 16,3 2 4-16,-1-1-5 0,-3 0-2 0,3 0 2 15,-1 0 32-15,0 0-30 0,0-2 0 0,1 1-1 16,-2 2 17-16,1 0-16 0,1-1 4 0,-2 0-16 15,2 0 14-15,0 1 0 16,3 1 0-16,-4-3-13 0,5 3 13 0,-7 0 1 16,8-2-3-16,-6 2-34 0,2 0 31 0,2-1 2 15,-1 1-15-15,2 0 15 0,-1-3-5 0,-2 2 3 16,3 1 9-16,-1-2-9 0,0 2-2 0,-1 0 2 16,2 0-6-16,-2 0 5 0,2 0 1 0,-1 0-12 15,1 0 12-15,-2 0 0 16,1 0 0-16,-3 0-7 0,4 0 6 0,-4 0 1 0,3 0-7 15,-2 0 6-15,-1 0-2 0,2 0 1 16,1 0 42-16,-4 0-41 0,1 0 0 0,2 0 13 16,-1 0-11-16,-1 0 0 0,0 0 2 0,0 0-1 15,1 0 1-15,-4 0 2 0,6 0-5 0,-4 0 5 16,5 0-3-16,-4 0 1 0,1 0-7 0,-1-2 7 16,2 2 0-16,-2-2-5 0,3 0-9 0,-4 2 10 15,4-2 2-15,-2 1 0 0,2 1-13 16,-2-2 12-16,2 2 0 0,-1 0-15 15,0 0 14-15,1 0 0 0,1 0 0 0,-2 0-7 16,0 0 7-16,2 0-3 0,1 0-4 0,-2 0 5 16,1 0 0-16,0 0 0 0,1 0-2 0,-1-2 2 15,1 2 0-15,-1-2 0 0,-1 0 0 0,2 0-1 16,-2 1 1-16,3-2 9 0,-3 2-9 0,2-1 0 16,-1-1 0-16,1 3 3 0,-1-1-3 0,3-1 1 15,0 0-3-15,-4 0 3 0,3 2 0 0,-2-2 0 16,0 1-2-16,0 1 2 15,0-2-1-15,1-1-2 0,-1 3 2 0,-1-1 1 16,2-1-1-16,3 0 3 0,-2 0-2 0,-1 0-1 16,3 1 3-16,0-1-3 0,0 0 0 0,-1 1 1 15,1-2 15-15,-1 1-15 0,1-2 0 0,-2 3 1 16,1-2-3-16,2 1 4 0,-2 1-1 0,-1-1 1 16,2 0-4-16,1 0 4 0,3 1-1 0,0-1 14 15,-5 0-13-15,6 0-1 0,-4 0 39 16,1 1-36-16,0-5-1 0,1 5 1 0,-2-1 53 15,4-2-50-15,-6 3-2 0,6-3 4 16,0 0 44-16,-2 1-41 0,2-1 5 0,1 0-6 16,-1-1 13-16,4 3-7 0,-5 0-5 0,3-2 5 15,-4 2 4-15,6 1-6 0,-4-2-33 0,1 3-1 16,-2 0 31-16,1-1 1 0,-1 1-43 0,5 0 40 16,-4 0-5-16,0 0 3 15,2-3-7-15,1 3 6 0,-4-1-4 0,6 1-5 0,-1-2 3 0,0 0 4 16,2 0-5-16,0 1 8 15,-1 1-2-15,1-3-2 0,2 2-21 0,-2-2 20 16,-2 3 2-16,2-1-1 0,0 1-27 0,0-2 25 16,0-1-1-16,-1 2 2 0,0 1-29 0,0-1 26 15,0-2-2-15,-1 1-3 16,0 0 4-16,0 0 0 0,2 1-3 0,-2-1 4 0,2 0-4 0,1 0 2 16,-3 0 4-16,2 0-3 0,2 0-1 0,-2 0 0 15,1-1 4-15,1 1-3 0,-3 0 0 0,1-2 0 16,2 3 5-16,-4-1-5 0,2-2 0 15,0 2 44-15,-2-2-42 0,2 1-1 16,0 0 2-16,1 0 30 0,-1-1-27 0,2 0-2 16,0 1 40-16,-1-2-38 0,1 4 4 0,1-3-3 15,-1 2-1-15,1-2 3 0,2 0 4 0,-2 1-4 16,2 1-39-16,-2-1 40 0,2-1-1 0,-4-2-34 16,3 2 29-16,-1 1 2 0,-1-1-5 0,2-1-18 15,-1 0 18-15,2 1 2 0,-2 0-5 0,3 3-1 16,-3-2 1-16,1-2 1 15,2 2 0-15,-3 1 1 0,3 0 0 0,-3-1 0 16,1 2-1-16,-1-1 1 0,-1 2 0 0,3 0-48 16,-2 0 47-16,1-2 0 0,-1 2-2 0,3-1-21 15,0 1 21-15,5 0-3 0,-10 0-4 0,5-2 4 16,-1 2 2-16,3 0-5 0,3 0 9 0,-4 0-8 16,-2 0 2-16,6 0-2 0,-8 0 6 0,7 0-6 15,-3 0 2-15,4 0-7 0,-4 0 7 16,3 0 2-16,-1 0-2 0,-5 0 12 0,9-2-11 0,-4 0-1 15,0 1 3-15,1 1-3 16,-1-3 1-16,-3 1-1 0,7 0-5 0,-6 1 6 16,2-1 0-16,-1-1 0 0,3 1-18 0,-4-1 16 15,9-1 1-15,-4 2-5 0,0 1 4 0,1-3 0 16,-1 2 1-16,-3 0-26 0,8 0 24 0,-6 0-2 16,0 2-34-16,2-2-1 0,-2 2 35 0,-1 0-7 15,6-1-30-15,0-2-3 0,-2 2 35 0,3-1-5 16,-2 0-36-16,2 0-12 15,2-2 48-15,-1 2-106 0,-1-2 49 0,0 3-14 16,0-1-15-16,-8 2 18 0,8 0 11 0,-6 0 18 16</inkml:trace>
  <inkml:trace contextRef="#ctx0" brushRef="#br0" timeOffset="108488.72">13037 6475 2310 0,'-16'-5'0'0,"0"1"0"0,5 2 0 0,-3 0 0 0,4 2 0 0,0 0 0 0,3 0 0 0,1 0 0 0,2 0 0 0,4 0 0 0,0 0 261 0,0 0-116 0,2 0-54 15,15 0 268-15,8 0-161 0,1 0-80 16,6 0-31-16,4 0 275 0,1 0-362 0,8 0 0 15,-1 0 0-15,2 0 0 0,-4 0 0 0,8 0 0 16,-3 0 0-16,0 0 0 0,-2-2 0 0,0-2 0 16,-5-2 0-16,7 1 0 0,-12-1 0 0,1-1 0 15,-2-1 0-15,-6 1 0 0,-7 1 0 0,-2 1 0 16,-6 2 0-16,-4-2 0 0,-1 2-228 0,-6 1-97 16,0 0 134-16,-2 2 82 0,0 0-218 15,-6 0 145-15,-6 0 72 0,-2 0-528 16,-2 0 291-16,2 2 160 0,-2 0 74 0</inkml:trace>
  <inkml:trace contextRef="#ctx0" brushRef="#br0" timeOffset="108690.97">13327 6115 3263 0,'-18'1'0'0,"8"7"0"0,-2 2 0 0,3-1 0 0,1 2 0 0,5 2 0 0,-1 2 0 0,4 3 0 15,0 3 0-15,0 4 0 0,7-1 471 0,1 5-274 0,2-1-197 0,1 5 0 0,-1 2 0 0,0 0 0 16,0 3 0-16,-1 0 0 0,0-1-13 0,1-2-28 16,-3-1 35-16,2-2-673 0,0-4 359 0,-2-5 175 15,2-2 91-15,-4-6-838 0,7-5 432 0,-6-8 211 16</inkml:trace>
  <inkml:trace contextRef="#ctx0" brushRef="#br0" timeOffset="108843.38">13612 6197 2688 0,'7'-5'0'0,"1"3"0"0,0 2 0 0,-5 0 0 0,1 10 0 0,-2 8 0 0,0 0 0 0,-2 2 0 0,2 6 0 0,-1 0 0 0,1 4 107 16,0 0-39-16,0 2 6 0,0 0-36 0,2 2-1 0,2-3 0 0,-1 1-562 16,-1 0 277-16,-1-2 142 0,-1 0-723 15,-2-1 402-15</inkml:trace>
  <inkml:trace contextRef="#ctx0" brushRef="#br0" timeOffset="109019.32">13347 6785 2948 0,'-18'0'0'0,"0"0"0"0,6 3 0 0,1-2 0 0,6-1 0 0,3 0 0 0,2 0 0 0,0 0 0 0,18 0 0 0,6 0 0 0,6 0 105 0,2 0 142 15,4 0-105-15,1 0-52 0,0 0-27 0,1 0-145 16,-4 1 55-16,0 4 32 0,-4-2-571 0,-8 3 302 15,1-1 151-15,-6 1-574 0,-6 0 257 0,-2-1 210 16,-3-1 23-16,-4-1-302 0</inkml:trace>
  <inkml:trace contextRef="#ctx0" brushRef="#br0" timeOffset="109307.9">13571 6627 1780 0,'-12'-6'0'0,"3"5"0"0,2 1 0 0,0 0 0 0,0 0 0 0,2 5 0 0,3 8 0 0,-2 1 0 0,4 2 0 0,0 2 0 0,-2 0 90 0,1 3-79 0,-1 0 1 0,-2 0 25 16,-2 4-109-16,-3-2 55 0,-2-4 37 0,-5 6-10 16,0-6-119-16,0-3 74 0,0-3 36 0,-3 0-1 15,-2-4 39-15,3-3-50 0,0-2-1 0,2 0 329 16,0-4-150-16,7 0-83 0,2 0-30 16,0 0 471-16,6 0-244 0,1 0-122 0,0 0 140 15,10 0-131-15,10-2-57 0,8-4-89 16,2 0-22-16,2 1 0 0,2-1 0 0,2 2 0 15,0-1 0-15,-3 3 0 0,-1 1 0 0,-3-2 0 16,-1 3 0-16,-8 0 0 0,1 0 0 0,-4 0-151 16,-4 6-152-16,-4-1 85 0,-3 5-678 0,-4 1 429 15,-2 3 206-15,0 1-177 0,-4 0 200 0</inkml:trace>
  <inkml:trace contextRef="#ctx0" brushRef="#br0" timeOffset="109462.99">13402 7025 2656 0,'-11'2'0'0,"-1"4"0"0,3 1 0 0,3 1 0 0,-1 1 0 0,3 1 0 0,1 1 0 0,3 2 0 15,0 0 0-15,0 1 0 0,0 1 289 0,3-2-116 0,3 2-121 0,3-2-15 0,-2-1 0 0,5-1 0 16,-1-2-548-16,-2-3 283 0,6-1 128 0,0-5-737 16,4 0 421-16,-4-2 212 0</inkml:trace>
  <inkml:trace contextRef="#ctx0" brushRef="#br0" timeOffset="109609.39">13612 7000 2821 0,'2'-5'0'16,"0"4"0"-16,-2 1 0 0,1 0 0 0,1 0 0 0,2 0 0 0,4 0 0 0,-1 7 0 0,4 2 0 0,1-1 0 0,-1 3 187 0,2-2-75 0,1 1-28 0,-2 1-9 0,-2 0-343 16,1 0 153-16,-3-1 76 0,-1-2-571 0,-2 1 333 15,-2 0 153-15,-1 1-621 16,-2-3 354-16,0 0 179 0</inkml:trace>
  <inkml:trace contextRef="#ctx0" brushRef="#br0" timeOffset="110044.06">13619 7096 1695 0,'-5'-5'0'0,"-2"3"0"0,1-1 0 0,1 3 0 0,0 0 0 0,0 0 0 0,-1 15 0 0,1 1 0 0,-3 3 0 0,-2 6 0 0,1-1 374 0,0 0-168 15,-3 0-75-15,0 3-52 0,-2-2 26 0,1-3-34 16,2-3 0-16,-1 0-77 0,1-5 10 15,6-5 33-15,-2 0-120 0,6-6 59 0,-1-1 31 16,2-2 0-16,0 0-139 0,2-2 79 0,13-14 46 0,2-2 1 16,4 0-181-16,1 1 64 0,-1 4 16 0,5-4 46 15,-2 6 46-15,-4 5-15 0,0-2-20 0,-3 6 114 16,-4 1-59-16,2 1 9 16,-6 0 268-16,0 7-144 0,-6 7-56 15,-1 0-42-15,-2 4 313 0,0 2-159 0,0-1-73 16,-5 1-42-16,-6 1 8 0,2-3-16 0,-3-1-9 15,2-2-136-15,-1-3 56 0,-3-3 27 0,3-1-78 16,0-5 62-16,-4 0 18 0,2-3-1 0,1 0-208 16,1-3 111-16,-2-9 19 0,5-6 42 0,-1 1-96 15,4-1 54-15,-1 1-9 0,1-1 26 0,5 7 271 16,-1 0-126-16,1 1-58 0,0 3 455 0,0 2-226 16,0 1-123-16,10 2-119 0,2 2-23 0,4 0 0 15,0 0 0-15,2 8 0 16,3 5 0-16,0 2 0 0,-1 2 0 0,4 3 0 0,-2-1 0 0,1 2 0 15,2-2 0-15,-1-1 0 0,-4-3 0 16,7 4 0-16,-3-6-817 0,-3-3 334 16,1-3 223-16,1-3 111 0,0-4-634 0,-3 0 377 15</inkml:trace>
  <inkml:trace contextRef="#ctx0" brushRef="#br0" timeOffset="110223.99">14069 6586 3528 0,'-6'-8'0'0,"4"7"0"0,2-1 0 0,0-2 0 0,2 0 0 0,9 0 0 0,8 2 0 0,3 1 0 0,6-2 0 0,2 2 0 16,4 1 135-16,4 0-48 0,0 0-351 0,-1 0 160 0,-1 0 67 0,-4 0 37 16,-2 0-717-16,-8 7 373 0,1 2 187 0,-6 5-768 15,-8 3 448-15</inkml:trace>
  <inkml:trace contextRef="#ctx0" brushRef="#br0" timeOffset="110398.03">14127 6864 2934 0,'-42'17'0'16,"12"-4"0"-16,-2 0 0 0,12-7 0 0,4-1 0 0,7-1 0 0,6-2 0 0,3 2 0 0,5-3 0 0,22-1 0 0,5 3 493 0,10-3-228 0,4 0-114 0,-5 0-63 15,15 0-88-15,-7 0 0 0,-2 0 0 0,-2 0-68 16,-9 0-95-16,0 0 110 0,-6 2-683 0,-8 3 388 15,-5 1 192-15,-6 1 98 0,-3-3-789 0,-6 1 396 16,-2 1 211-16,0-2 101 0</inkml:trace>
  <inkml:trace contextRef="#ctx0" brushRef="#br0" timeOffset="110570.51">14219 6734 3228 0,'-17'-3'0'0,"8"1"0"0,1 2 0 0,0 0 0 0,3 11 0 0,3 5 0 0,2 0 0 0,0 7 0 0,0 0 0 0,0 6 0 0,0-1 320 16,2 3-142-16,-1-1-60 0,3 1-46 0,-2 2-57 0,0-4-15 0,0 1 0 16,0 0 0-16,0-8-205 0,-2 3-5 0,0-4 124 15,2-6-718-15,-2-5 417 0,2-3 212 16,3-7-432-16,2 0 289 0</inkml:trace>
  <inkml:trace contextRef="#ctx0" brushRef="#br0" timeOffset="110747.2">14327 6729 3258 0,'2'-13'0'0,"0"3"0"0,-2 6 0 0,2 2 0 0,0 2 0 0,0 2 0 0,0 13 0 15,4 4 0-15,-3 5 0 0,3 6 0 0,-3 4 93 0,1 7 487 0,-2 0-580 0,0-1 0 16,1-3 0-16,-2 1 0 0,1 0 0 0,0-4 0 0,2-2 0 16,-1-10 0-16,-1-1 0 0,2-7-602 15,-2-1 202-15,-1-8 220 0,1-1 108 0,2-4-537 16,2-6 276-16,2-18 153 15,1-7-483-15</inkml:trace>
  <inkml:trace contextRef="#ctx0" brushRef="#br0" timeOffset="110895.73">14534 6640 3669 0,'4'-4'0'0,"1"4"0"0,-3 0 0 0,0 4 0 0,0 12 0 0,-2 0 0 0,0 1 0 0,0 4 0 0,0 2 0 0,-4 6 0 0,1-8 210 0,-1 3-158 0,0-3-52 0,1 2 0 16,-1-6-466-16,4-2 151 0,-2-4 176 0,2-4 88 15,0-1 44-15,0-4 1 0,0-2-857 0,2-2 439 16,9-15-225-16</inkml:trace>
  <inkml:trace contextRef="#ctx0" brushRef="#br0" timeOffset="111024.08">14711 6593 3450 0,'9'-3'0'0,"-2"1"0"0,-1 2 0 0,-1 0 0 0,-2 5 0 0,-1 9 0 0,-2 6 0 0,0-3 0 0,0 10 0 0,0-5 0 0,-5 8 185 0,-4-1-74 0,4-2-37 15,-1-2-313-15,5-3 138 0,1-1 79 0,0-4-944 16,0-2 502-16,0 0 251 0</inkml:trace>
  <inkml:trace contextRef="#ctx0" brushRef="#br0" timeOffset="111166.47">14954 6710 3931 0,'3'0'0'0,"-1"0"0"0,-2 4 0 0,0 15 0 0,-5 5 0 0,-9 9 0 0,-9 12 0 15,-5 16 0-15,-11 14 0 0,-6 13 0 0,-8 9 0 0,-3 3 0 0,-14 16 0 0,7-12 0 16,-3-1 0-16,0-1 0 0,0 0 0 0,2-13 0 0,-20 22 0 16,-1-2-705-16</inkml:trace>
  <inkml:trace contextRef="#ctx0" brushRef="#br0" timeOffset="157450.7">14892 8199 2022 0,'-23'-13'0'0,"4"5"0"0,2 4 0 0,4-1 0 0,2 1 0 0,2 0 0 0,2 2 0 0,5 0 0 0,0 1 0 0,2 1 0 0,0 0 471 0,0 0-207 0,11 0-118 16,9 0-51-16,6 0 244 0,4 0-149 0,4 0-76 16,3 0-27-16,11 0 116 0,-4-2-203 0,4-2 0 15,-4-1 0-15,4-1 0 0,-7 2 0 0,8-2 0 16,-6 1 0-16,-1 1 0 15,-9 3 0-15,5-3 0 0,-10 2 0 0,6 0 0 16,-12 2 0-16,0 0 0 0,-3 0 0 0,-4 0 0 16,-1 0 0-16,-5 0 0 0,-2 0 0 0,0 0 0 15,-2 0-675-15,0 0 263 0,1 0 178 0,1 0-240 16,3-7 219-16,-1-7 108 0,0-1 54 0</inkml:trace>
  <inkml:trace contextRef="#ctx0" brushRef="#br0" timeOffset="157713.91">15522 7814 2875 0,'-30'-4'0'0,"0"2"0"0,7 2 0 0,1 0 0 0,9 0 0 0,2 0 0 0,4 0 0 0,2 0 0 0,5 0 0 0,3 0 0 0,17 8 381 0,6-3-163 16,11 3-94-16,5-1 209 0,3 1-333 0,4 2 0 0,1-1 0 0,3 0 0 16,0 3 0-16,-6 0 0 15,-2 0 0-15,-2 1 0 0,-11 1 0 0,2 1 0 16,-8 1 0-16,-5 1 0 0,-6-2 0 0,-5 4 0 15,-5 2 0-15,-5-1 0 0,0 4 0 0,-8 1 0 16,-12 1 0-16,-5 0 0 0,-5 5 0 0,2-9 0 16,-9 5 0-16,8-7 0 0,-4 1 0 0,1-1 0 15,0 1 0-15,-2-2 0 0,-1 1 0 16,0 3 0-16,-1 1 0 0,1 1-235 16,-1 4-64-16,-3 0 122 0,1 5 73 0</inkml:trace>
  <inkml:trace contextRef="#ctx0" brushRef="#br0" timeOffset="158166.37">14955 8854 3047 0,'-8'0'0'16,"6"0"0"-16,2 0 0 0,0 3 0 0,0 0 0 0,0 5 0 0,9-4 0 0,5 3 0 0,5 1 0 0,7 0 0 0,4-2 173 0,3 3-68 0,0-6-34 15,1 1 178-15,0-3-96 0,-4 1-63 0,0 0-47 16,-2-2-43-16,-8 0 0 0,3 0 0 0,-2 0 0 16,-5 0 0-16,2 0 0 0,-6-5 0 0,2-5 0 15,-3-2 0-15,0-1 0 0,-1-3 0 0,-3-1 0 16,-1-4 0-16,-3 0 0 0,1-3 0 0,-2 1 0 16,-2-3 0-16,0 0 0 0,-4 3 0 0,-7 1 0 15,-1 3 0-15,-8-3 0 16,3 10 0-16,-3 1 0 0,-6 4 0 0,-1 5 0 15,3 2 0-15,-8 0 0 0,0 13 0 0,-4 6 0 16,4 7 0-16,0 4 0 0,4-2 0 0,-4 11 0 16,10 1 0-16,3 3 0 0,6 0 0 0,5 4 0 15,5-5 0-15,3 8 0 0,0-4 0 0,2-5 0 16,8-6 0-16,10 7 0 0,-4-13 0 0,7 4 0 16,1-3 0-16,3-4 0 0,1-3 0 0,0-1 0 15,1-5 0-15,-2 0 0 0,1-3 0 16,0-2 0-16,-1-1 0 0,-1-2 0 0,-3-5 0 15,2 0 0-15,0-4 0 0,0 0 0 16,-1-1 0-16,3-11-79 0,-3-7-385 0,0-5 217 16,1-1-709-16,3-9 458 0,-5 2 231 0</inkml:trace>
  <inkml:trace contextRef="#ctx0" brushRef="#br0" timeOffset="158349.43">15595 8990 3562 0,'-18'-6'0'0,"-5"3"0"0,2-2 0 0,3 4 0 0,6-2 0 0,3 2 0 16,3 1 0-16,5 0 0 0,1 0 0 0,5 0 0 0,18 0 218 0,3 0-67 0,6 0-151 0,4 0 0 0,3 1 0 0,8 3 0 16,-4 1 0-16,-2-2 0 0,1 1 0 0,-8-2 0 15,3 1 0-15,-1 1 0 0,-6 0 0 0,-7-2 0 16,1 2-65-16,-6-3-37 0,-2-1-882 0,-5 0 472 16,-4 0 238-16,0 0-445 0,-6-1 340 0,1-9 161 15,-2-5 96-15</inkml:trace>
  <inkml:trace contextRef="#ctx0" brushRef="#br0" timeOffset="158560.84">15979 8826 2150 0,'-16'-16'0'0,"4"2"0"0,2 5 0 0,2-2 0 0,1 3 0 0,5 0 0 0,0 2 0 0,2 3 0 0,0-1 0 0,11 2 0 0,10 2 441 0,4 0-201 0,-1 0-102 16,5 2-50-16,-8 5 164 0,10 7-113 0,-5-3-50 16,-1 3 269-16,-6-1-322 0,-1 0-36 15,-2 2 0-15,-6 0 0 0,-1 2 0 0,-3-2 0 0,-3 1 0 16,-3 2 0-16,0 0 0 0,-5-3 0 15,-6 2 0-15,-1-1 0 0,-6-4 0 16,2 2 0-16,-3-3 0 0,-1 2-14 0,-3-2-152 16,2 1-276-16,-4 1 186 0,1 0 109 0,-5 4-542 15,-1 0 331-15,-5 6 160 0,6-7 80 0,-4 3-533 16</inkml:trace>
  <inkml:trace contextRef="#ctx0" brushRef="#br0" timeOffset="158933.44">15736 9242 2625 0,'0'0'0'0,"0"0"0"0,0 0 0 0,0-3 0 0,0 3 0 0,2 0 0 0,2 0 0 0,-2 0 0 0,3 12 0 0,0 5 0 0,-2 3 187 15,-1 5-75-15,0 1 439 0,0 6-262 0,0 0-125 0,-1 0-161 0,-1-1-3 16,2 2 0-16,0-10 0 0,0 4 0 0,-2-2 0 16,0-5 0-16,0-4 0 0,0-5 0 0,0-2 0 15,0-5 0-15,0-1 0 0,0-3 0 0,0 0 0 16,0 0 0-16,-2-1 0 0,2-9 0 15,0-1 0-15,2 0 0 0,7 0 0 16,5 1 0-16,2 1 0 16,5 1 0-16,4 3 0 0,-1 2 0 0,3 3 0 0,-5 0 0 15,6 10 0-15,-5 5 0 0,-2 6 0 0,-5 1 0 0,-1 5 0 16,-7-5 0-16,-1 10 0 0,-5-2 0 0,-2 0 0 16,-2 0 0-16,-13-2 0 15,-4-1 0-15,-3-3 0 0,-3-5 0 0,-5-2 0 0,3-6 0 0,-4-3 0 16,5-7 0-16,-6-1 0 0,6 0 0 0,1-3 0 15,4-13 0-15,5-2 0 16,4-3 0-16,6-7 0 0,6 0 0 0,0 0 0 16,2 1 0-16,14 3 0 0,-2 5 0 0,9 0-1046 15,2 6 504-15,-1 6 253 0,5 5 125 0</inkml:trace>
  <inkml:trace contextRef="#ctx0" brushRef="#br0" timeOffset="159078.44">16345 9795 2668 0,'-3'-7'0'0,"1"5"0"16,-5-2 0-16,-2-5 0 0,6 3 0 0,1 0 0 0,2-1 0 0,0-2 0 0,2-1 0 0,7 5 0 0</inkml:trace>
  <inkml:trace contextRef="#ctx0" brushRef="#br0" timeOffset="160022.51">16852 8499 3870 0,'-9'-3'0'0,"7"1"0"0,0 2 0 0,2 0 0 0,0 0 0 0,0 0 0 0,0 0 0 0,0 0 0 0,2 0 0 0,14 0 0 0,16 0 61 16,3-2-61-16,9 0 0 0,1-1 0 0,0-2 0 15,0 2 0-15,-5 0 0 0,10-2 0 0,-4 4 0 16,-5-3 0-16,-6 2 0 15,1 0 0-15,-8 1-510 0,0 1 142 0,-5 0 58 16,-8 0 145-16,-2 10-790 0</inkml:trace>
  <inkml:trace contextRef="#ctx0" brushRef="#br0" timeOffset="160197.47">16981 8901 3931 0,'-15'10'0'0,"7"-1"0"0,-1-2 0 0,7-2 0 0,1-4 0 0,1 1 0 0,3-2 0 0,21 0 0 0,8 0 0 0,10 0 0 0,3 0 0 16,4-2 0-16,-2-2 0 0,0-1 0 0,-11 3 0 16,5 0 0-16,-2 0 0 0,-6 2 0 0,2 0 0 15,-8 0 0-15,-2 4 0 0,0 1-437 0,-4 3-121 16,-3 0 289-16,-3-3-27 0</inkml:trace>
  <inkml:trace contextRef="#ctx0" brushRef="#br0" timeOffset="160960.51">18097 7784 2867 0,'-10'-4'0'0,"6"2"0"0,4 1 0 0,-1 1 0 0,1-2 0 0,0 1 0 0,3-2 0 0,15-5 0 0,8 1 0 0,2-1 0 0,6-1 653 0,2-1-308 0,1 1-279 0,2 2-66 15,7-3 0-15,-5 1 0 0,0 3 0 0,1-1 0 16,-3 1 0-16,-4 3 0 0,3-1 0 0,0-2 0 16,-1 2 0-16,-1 0 0 0,-1 2 0 0,-8-3 0 15,-1 3 0-15,-3 0 0 16,-5 0-11-16,-6 0-392 0,-1 1 197 0,-4 1-812 16,-1 0 495-16,-2 0 243 0,-2 0 121 0</inkml:trace>
  <inkml:trace contextRef="#ctx0" brushRef="#br0" timeOffset="161189.01">18700 7412 2808 0,'-13'-11'0'0,"7"5"0"0,-2 2 0 0,6 1 0 0,2-1 0 0,0-1 0 0,4 1 0 0,21 0 0 0,3 1 0 0,4 3 0 0,5 0 634 0,9 0-302 0,-5 7-175 16,2 2-157-16,0 4 0 0,-2 0 0 0,-7-2 0 15,2 4 0-15,-4 3 0 0,-6 0 0 16,-5 1 0-16,-4 4 0 0,-10-3 0 15,-1 7 0-15,-6-2 0 0,0 6 0 0,-13-1 0 16,-8 0 0-16,-4 0 0 0,-6 2 0 0,4-8 0 16,-5 3-193-16,0-5-213 0,0 1 183 0,1-1-572 15,-3-2 383-15,2-1 187 0,-2-1 94 0,2-7-548 16</inkml:trace>
  <inkml:trace contextRef="#ctx0" brushRef="#br0" timeOffset="161552.01">18515 7829 2869 0,'-1'0'0'0,"-1"2"0"0,2 0 0 0,0 1 0 0,0 1 0 0,2 8 0 0,7 1 0 0,6 4 0 0,-2 5 0 0,1 5 0 0,-3 2 132 0,0 6 201 15,0 8-147-15,-5-4-74 0,-3 3 187 0,-1-2-299 16,0-4 0-16,0 4 0 0,-2-4 0 0,0-3 0 16,0-5 0-16,-2-6 0 0,-3-2 0 0,1-7 0 15,-3-4 0-15,-1-3 0 16,0-4 0-16,-1-2 0 0,0-2 0 0,4-13 0 15,2-4 0-15,3-6 0 0,0 2 0 0,0-1 0 16,10 5 0-16,8-7 0 0,1 8 0 0,6 1 0 16,5 4 0-16,2 3 0 0,3 5 0 0,-1 3 0 15,2 2 0-15,-5 2 0 0,0 13 0 0,-5 6 0 16,-1 4 0-16,-7 0 0 0,-3 5 0 0,-4 3 0 16,-5-2 0-16,-4-1 0 0,-2-4 0 0,0 4 0 15,-8-5 0-15,-3-8 0 0,-6 0 0 16,-1-4 0-16,-5-6 0 0,-5-3 0 15,1-4 0-15,3 0 0 0,-2-4 0 0,2-7 0 16,4-4 0-16,-1-4 0 0,7 3 0 0,3-2 0 16,3 2-126-16,8 4-354 0,0 1 211 0,0-2-370 15,17 1 301-15</inkml:trace>
  <inkml:trace contextRef="#ctx0" brushRef="#br0" timeOffset="161995.87">17873 8804 2330 0,'-27'-2'0'0,"4"0"0"0,2 2 0 0,0 0 0 0,3 0 0 0,4 0 0 0,9 0 0 0,-1 0 0 0,4 0 0 0,2 0 0 0,2 0 760 16,19 0-362-16,15-6-180 0,3-1 7 0,10-1-225 0,5-1 0 0,16-1 0 15,3 3 0 1,13-2 0-16,1 2 0 0,-5 1 0 0,29-1 0 0,-10 1 0 15,9 0 0-15,0 2 0 0,-1 0 0 16,-15 2 0-16,21 0 0 0,-23 2 0 0,-14 0 0 0,4 0 0 16,-11 0 0-16,-17 2 0 0,1 2 0 0,-18 0 0 15,-3-2 0-15,-13 1 0 0,-10-3 0 0,-2 3 0 16,-4-3 0-16,-3 0 0 0,-2 0 0 0,-11 0 0 16,-7-3 0-16,-5-2 0 0,-5-1 0 0,2 2 0 15,-6 1 0-15,-2 1 0 0,-9 2-406 16,0 0-124-16,-6 15 252 0</inkml:trace>
  <inkml:trace contextRef="#ctx0" brushRef="#br0" timeOffset="162277.16">18179 8975 3516 0,'0'-8'0'0,"0"6"0"0,0 0 0 0,0 2 0 0,0 0 0 0,0 0 0 0,0 0 0 0,0 0 0 16,0 0 0-16,4 16 0 0,2 6 349 0,-2 6-283 0,1 6-66 0,-1 11 0 0,-2 2 0 0,0 1 0 15,-1 6 0-15,-1-1 0 0,0 0 0 0,0 1 0 16,0-3 0-16,0 0 0 0,0-2 0 0,0-4 0 16,0-7 0-16,0 1 0 0,0-3 0 15,0-4 0-15,0-6 0 0,0-3 0 16,0-5 0-16,0-6 0 0,0-3 0 0,0-1 0 15,0-6 0-15,0-1 0 0,0-1 0 0,0 0 0 16,0 0-497-16,2-17-18 0,8-7 239 0</inkml:trace>
  <inkml:trace contextRef="#ctx0" brushRef="#br0" timeOffset="162493.75">18369 9211 3894 0,'-8'-1'0'0,"5"1"0"0,-1 0 0 0,0 0 0 0,3 0 0 0,1 0 0 0,0-3 0 0,16-1 0 0,10 1 0 0,12-3 0 0,2 2 37 16,-1-1-37-16,16-3 0 0,-3 3 0 0,4-1 0 15,-1 0 0-15,-2 3 0 0,-9 1 0 0,9-2 0 16,-8 2 0-16,-11 2 0 0,2 0 0 0,-9 0 0 16,-2 0 0-16,-4 0 0 15,-4 0 0-15,-8 0 0 0,-1 0 0 0,-5 0-267 16,1 2-206-16,-4-2 218 0,0 0-602 0</inkml:trace>
  <inkml:trace contextRef="#ctx0" brushRef="#br0" timeOffset="162506.78">19092 9143 371 0</inkml:trace>
  <inkml:trace contextRef="#ctx0" brushRef="#br0" timeOffset="162713.34">18921 8910 3051 0,'-6'-7'0'0,"5"1"0"0,1 3 0 0,0-3 0 0,0 3 0 0,12-1 0 0,8 0 0 0,4 2 0 0,6-1 0 0,2 3 0 0,4 0 281 0,1 3-112 16,-3 7-71-16,2 2 234 0,-4 4-332 0,-4 0 0 15,-4 3 0-15,-5 0 0 0,2 6 0 0,-10-1 0 16,-5 0 0-16,-5 4 0 0,-1-2 0 0,-1 1 0 16,-14-1 0-16,-2-1 0 0,-6-1 0 0,1-3 0 15,-3 0 0-15,-1-2 0 0,-2-5 0 0,-2 2-391 16,1-3-109-16,-4 0 231 0,-1 0 116 16,-2 0-767-16,1-2 446 0</inkml:trace>
  <inkml:trace contextRef="#ctx0" brushRef="#br0" timeOffset="163054.9">18731 9376 2681 0,'-1'0'0'0,"1"-1"0"0,0-2 0 0,0 3 0 0,1 0 0 0,5 3 0 0,2 7 0 0,1 5 0 0,-2 10 0 0,-1 4 0 0,-1 2 117 0,-4 5 424 0,-1 7-256 16,0-1-124-16,0-3-62 0,-6-3-52 0,-1 1-47 0,-2-3 0 16,1-5 0-16,2-7 0 0,-1-1 0 0,3-10 0 15,0-2 0-15,2-3 0 16,2-4 0-16,-1-2 0 0,1 0 0 0,0-4 0 15,0-13 0-15,9-3 0 0,4 1 0 0,0 2 0 16,2 0 0-16,6-4 0 0,-4 10 0 0,7-4 0 16,-5 7 0-16,2 3 0 0,-1 2 0 0,-3 3 0 15,2 0 0-15,-2 0 0 0,-2 15 0 0,-4-1 0 16,-2 7 0-16,0 3 0 0,-8-3 0 0,1 7 0 16,-2-2 0-16,0-2 0 0,-6 1 0 0,-3-6 0 15,-4 0 0-15,-3-3 0 0,0-2 0 16,-1-5 0-16,-1-1 0 0,-2-3 0 15,-1-3 0-15,1-2 0 0,-1 0 0 0,2 0 0 16,1-6 0-16,1-9 0 0,2-4 0 0,3-5 0 16,9 0-575-16,3-6 88 0,0-4 224 0,1 0-286 15,15-2 246-15,4-9 137 0</inkml:trace>
  <inkml:trace contextRef="#ctx0" brushRef="#br0" timeOffset="163405.5">19402 8918 3643 0,'2'-7'-1'0,"0"-1"0"0,0 0 0 0,-1 3 1 16,-1-3 0-16,2 5 0 0,0-1 0 0,0 0 0 0,3 2 0 0,0 2 0 0,0 0 253 0,1 0-215 0,-1 0-38 0,1 8 0 15,0 5 0-15,-2 4 0 0,-2 3 0 0,-1 7 0 16,1 3 0-16,-2 2 0 0,0 3 0 0,0 8 0 15,0-5 0-15,0 11 0 0,0-2 0 0,0 4 0 16,-2 2 0-16,1 10 0 0,1-10 0 0,0 17 0 16,0-10 0-16,0 2 0 0,0-2 0 0,0-10 0 15,0 5 0-15,1-4 0 0,1-4 0 0,-2-3 0 16,0-1 0-16,0-10 0 0,0-1 0 0,0-8 0 16,0-2 0-16,0-5 0 0,0-6 0 15,0-3 0-15,-2-2 0 0,2-5 0 16,-1 1 0-16,1-2 0 0,0 0 0 0,0 0 0 15,0 0 0-15,0 0 0 0,-2 0 0 0,0 0 0 16,-2 0 0-16,3 0 0 0,-4 2 0 0,1 2 0 16</inkml:trace>
  <inkml:trace contextRef="#ctx0" brushRef="#br0" timeOffset="168464.81">19517 6220 2888 0,'0'0'0'0,"0"0"0"0,0 1 0 0,0 5 0 0,0 2 0 0,0 1 0 0,2 3 0 0,0 2 0 0,-1 1 0 0,3 8 0 0,0 3 468 16,-1 5-215-16,1 8-108 0,1 0-53 0,-2 1-7 15,3 9-85-15,-1-1 0 0,1-1 0 16,-1 0 0-16,2 0 0 0,-2-8 0 0,0 10 0 0,1-7 0 16,-2-7 0-16,-1 1 0 0,-1-1 0 15,0-6 0-15,1-3 0 0,-2-2-109 16,-1-4-186-16,0-9 72 0,0-2 99 0,0-4-576 16,0-5 335-16,0 0 164 0,0-14-585 0</inkml:trace>
  <inkml:trace contextRef="#ctx0" brushRef="#br0" timeOffset="168658.37">19646 6490 3931 0,'-5'-1'0'0,"1"-2"0"0,1 3 0 0,3 0 0 0,0 0 0 0,9 0 0 0,17-2 0 0,12 1 0 0,3-3 0 0,-1-2 0 0,15-3 0 0,2 1 0 0,-1 1 0 0,3-1 0 15,-3 1 0-15,1 1 0 0,-4-1 0 0,-2 3 0 16,-6 0 0-16,-10 2 0 0,-2 0-21 0,-11 1-75 15,-3 1-925-15,-10 0 429 0,0 0 277 0,-6 0 139 16,-3 0-280-16,0-2 199 16</inkml:trace>
  <inkml:trace contextRef="#ctx0" brushRef="#br0" timeOffset="168851.34">20170 6199 2141 0,'-10'-13'0'0,"-2"2"0"0,6 4 0 0,3 0 0 0,3 3 0 15,0 1 0-15,0 1 0 0,12 0 0 0,9 2 0 0,4 0 0 0,-1 0 78 0,7 2 399 0,-1 7-220 0,-3 2-109 0,-2 3 180 0,-6-3-145 16,-3 6-64-16,0 0-45 0,-7-1 52 0,-6 5-126 16,-1 4 0-16,-2-1 0 0,-4-1 0 0,-10 5 0 15,-5-3 0-15,-1-1 0 0,-1 0 0 0,-4-1 0 16,6-6 0-16,-6 1-131 16,2-1-130-16,2-4 140 0,3-1-793 0,-5-1 438 15,4-2 210-15,-1 1 119 0</inkml:trace>
  <inkml:trace contextRef="#ctx0" brushRef="#br0" timeOffset="169195.96">19983 6575 3242 0,'-6'7'0'0,"0"2"0"0,0 3 0 0,1-1 0 0,3 2 0 0,0 0 0 0,2 4 0 0,0 2 0 0,0 1 0 0,0 5 0 0,2 0 330 0,2 4-151 16,-1 0-71-16,-1 0-36 0,0 1-72 0,0-3 0 15,-2-4 0-15,0 5 0 0,0-8 0 0,0 2 0 16,0-8 0-16,-2-2 0 0,0-5 0 0,0-3 0 15,-1 0 0-15,-1-4 0 0,0 0 0 0,3-12 0 16,1-3 0-16,0-3 0 0,1-1 0 0,7 0 0 16,1 2 0-16,5 0 0 0,2 4 0 0,1 2 0 15,2 3 0-15,1 4 0 0,1 3 0 16,0 1 0-16,1 0 0 0,-3 5 0 16,-1 10 0-16,0 2 0 0,-4 4 0 0,-5 0 0 15,0 4 0-15,-6 1 0 0,-1-2 0 0,-2 0 0 16,0-4 0-16,-3 1 0 0,-7-2 0 15,-2-2 0-15,-6-4 0 0,1-4 0 0,-1-3 0 0,-3-2 0 16,0-4 0-16,1 0 0 0,1 0 0 16,-2-4 0-16,4-8 0 0,0-2 0 0,6-5 0 0,2-5 0 15,5-3 0-15,4-3-536 16,0 0 15-16,10 0 233 0,11-8 129 0</inkml:trace>
  <inkml:trace contextRef="#ctx0" brushRef="#br0" timeOffset="169487.44">20576 6288 3856 0,'0'-11'-1'0,"0"4"1"0,0 2 0 0,0-1 0 0,0 0 0 0,0 3 0 0,0 0 0 0,0 2 0 0,2-1 0 0,0 2 0 0,3 0 76 0,1 0-76 0,0 6 0 0,1 7 0 15,-3 6 0-15,1 5 0 0,-3 8 0 16,0 3 0-16,1 7 0 0,-1-1 0 15,-2 14 0-15,0-3 0 0,0 1 0 16,0 3 0-16,0 1 0 0,0-3 0 0,0 1 0 0,0-3 0 16,0 3 0-16,0-5 0 0,0 0 0 0,0-11 0 15,0 1 0-15,0-5 0 0,1-8 0 16,-1-6 0-16,0-7 0 0,0-2 0 0,0-7 0 0,0-2 0 16,0-3 0-16,0 0 0 0,0 0 0 0,-6 0-148 15,2-6-285-15,1-3 197 0,1 1 99 0,-2-3-421 16,4 1 259-16</inkml:trace>
  <inkml:trace contextRef="#ctx0" brushRef="#br0" timeOffset="170390.78">21017 6591 2628 0,'-11'0'0'0,"4"0"0"0,3 4 0 0,2-2 0 16,2 1 0-16,0 3 0 0,0-2 0 0,11 2 0 0,8-2 0 0,3 1 0 0,8-3 276 0,0 0-120 0,4-2-59 0,1 0 133 16,-1 0-97-16,-1 0-38 0,-1 0-34 0,0 0 104 15,-4 0-75-15,1 0-204 0,-8 0 79 0,2 0 32 16,-4 0-1-16,-2 0-570 0,-5 0 305 0,-3 2 153 15,-2 2 86-15,-3 1-936 0,-1 2 465 0</inkml:trace>
  <inkml:trace contextRef="#ctx0" brushRef="#br0" timeOffset="170580.31">21171 6911 3931 0,'-18'9'0'0,"2"5"0"0,2-5 0 0,5-3 0 0,2-1 0 0,4-3 0 0,3-1 0 0,0 3 0 0,13-1 0 0,14 0 0 0,0-3 0 0,5 0 0 16,1 0 0-16,1 0 0 0,-3 0 0 0,-7 0 0 0,8 1 0 16,-11 2 0-16,4 0 0 0,-4 2 0 0,-5-1 0 15,-1 1 0-15,0 1 0 16,-1-3 0-16,-3 3-256 0,-1 0 123 0,2-1-1086 16,-1-1 582-16</inkml:trace>
  <inkml:trace contextRef="#ctx0" brushRef="#br0" timeOffset="171188.64">22107 6363 2930 0,'-5'-6'0'0,"3"5"0"0,0-2 0 0,2 0 0 0,0 2 0 0,0-1 0 0,0 1 0 0,9-2 0 0,9 2 0 0,3-1 0 0,6 0 279 0,1-2-121 0,4 3-61 0,9-1 236 15,3-2-199-15,6 0-134 0,10-1 0 0,0 0 0 16,6 2 0-16,6-1 0 0,0 0 0 15,8 2 0-15,0 1 0 0,16-1 0 0,-6 2 0 0,2 0 0 16,0 0 0-16,-7 0 0 0,18 0 0 16,-9 0 0-16,1 0 0 0,0 0 0 0,-3-2 0 15,-12 0 0-15,19 1 0 0,-12-3 0 16,-1 0 0-16,-9-1 0 0,3 0 0 0,-17 1 0 16,11 2 0-16,-20 1 0 0,1-1 0 0,-8 2 0 15,-11 0 0-15,-6 0 0 0,-5 0 0 0,-2 0 0 16,-6 0 0-16,-6 0 0 0,-4 0 0 0,-2 0 0 15,-3 0 0-15,0 0 0 16,-2 0 0-16,0 0 0 0,-8 0 0 0,-4 0 0 0,0 0 0 16,-6 0 0-16,-3 0 0 0,-2 0-282 0,-5 0 79 0,-6 0 86 15,-10 0-752-15,-2 5 415 16,-14 4 209-16</inkml:trace>
  <inkml:trace contextRef="#ctx0" brushRef="#br0" timeOffset="171622.31">22400 6313 2838 0,'-22'-11'0'0,"6"9"0"0,5 2 0 0,-1 0 0 0,5 0 0 0,0 2 0 0,1 6 0 0,3 5 0 0,-2 4 0 0,5 8 0 0,0 3 352 0,0 9-162 0,0 4-76 0,3 4 323 16,4 4-437-16,2 6 0 0,0 1 0 0,3 8 0 15,-1-4 0-15,-4 3 0 0,4-4 0 0,-6 4 0 16,0-10 0-16,-1 8 0 0,-2-4 0 0,0-7 0 16,-2-5 0-16,0-10 0 15,0 3 0-15,0-8 0 0,-6-9 0 0,-1-1 0 16,-5-6 0-16,1-5 0 0,-3-6 0 0,-2-3 0 16,-2 0 0-16,-5-5 0 0,0-12 0 0,2-5 0 15,-2-4 0-15,-4-11 0 0,4 2 0 0,1-5 0 16,0-1 0-16,3 2 0 0,3 9 0 0,0 2 0 15,5 9 0-15,-1 2 0 0,5 8 0 0,1 1 0 16,3 5 0-16,1 0 0 16,0 3 0-16,2 4 0 0,0 11 0 0,0 8 0 0,0 3 0 0,0 4 0 15,-3 2 0-15,0 3 0 16,-3 1 0-16,-1 0 0 0,-2 2 0 0,-3-4 0 16,1-3 0-16,-3-1 0 15,1-4 0-15,3-3 0 0,-4-2 0 0,3-2 0 0,2-5-251 0,1-5 63 16,2-2-850-16,6-6 491 0</inkml:trace>
  <inkml:trace contextRef="#ctx0" brushRef="#br0" timeOffset="172763.56">22796 6633 1329 0,'-2'-2'0'0,"0"0"0"0,2 0 0 0,0 0 0 0,0 2 0 0,-1 0 0 0,1 0 0 0,0 0 0 0,0 0 0 0,0 0 0 0,0 6 80 0,0 5-43 15,0 4 111-15,0 2-55 0,-4 2-28 0,-5 4 104 16,-5 1-70-16,0 0-31 0,-4 2 0 0,-3-1 28 16,-1-1-29-16,0 0 9 0,-1-2 87 0,-2-1-62 15,3-5-33-15,3-3 165 0,1-2-98 0,2-1-39 16,6-5-35-16,-1-1 255 15,6-2-139-15,3-2-70 0,0 0-35 0,2 0-65 0,0 0-7 0,11 0 0 16,12-2 0-16,5-3 0 16,4-1 0-16,4-2 0 0,9 3 0 0,-2-1 0 15,1 5 0-15,-3-1 0 0,0-1 0 0,-4 3 0 16,3 0 0-16,-2 0 0 0,-5 0 0 0,-2 7 0 16,-9 0 0-16,3 1 0 0,-9-2 0 0,0 2 0 15,-9-2 0-15,-1 0-10 0,-3 0-332 0,-1-3 143 16,-2 1-233-16,0-3 198 0,-2-1 98 0,-7 0 50 15,-3-1-564-15,3-12 297 0,-2-7 163 0</inkml:trace>
  <inkml:trace contextRef="#ctx0" brushRef="#br0" timeOffset="172966.49">22943 6609 2343 0,'-13'-6'0'0,"-1"3"0"0,5 3 0 16,-1 0 0-16,1 0 0 0,0 9 0 0,5 3 0 0,2 5 0 0,2 10 0 0,0-1 0 0,0 6 646 0,0 2-304 0,0 9-152 0,0-2-77 0,0 1 184 15,2-3-297-15,-2 11 0 16,2-4 0-16,0-1 0 0,0-2 0 0,0-8 0 16,-1 6 0-16,1-6 0 0,2-3 0 0,-1-3 0 15,1-8 0-15,1-2 0 0,0-2 0 0,1-1 0 16,-3-10-34-16,1 1-171 0,1-4 104 0,2-3-741 16,0 0 393-16,0-8 210 0,4-10-487 0,3-3 344 15</inkml:trace>
  <inkml:trace contextRef="#ctx0" brushRef="#br0" timeOffset="173156.45">23120 6878 2740 0,'1'-5'0'0,"3"3"0"0,3 1 0 0,1-1 0 0,3-1 0 0,4 2 0 15,6-3 0-15,4 3 0 0,3-2 0 0,6 1 0 0,-3 2 322 0,5 0-142 0,-1 0-72 0,-1 0 148 0,-2 0-101 0,2 0-63 16,-4 0-354-16,-2 2 150 0,-7 2 74 0,2 1 38 15,-7 0-580-15,-5-2 304 0,-3 2 157 16,-2-4-716-16,-4-1 383 0,-2 0 208 0,0 0 94 0</inkml:trace>
  <inkml:trace contextRef="#ctx0" brushRef="#br0" timeOffset="173343.44">23446 6635 2332 0,'-17'-8'0'0,"2"6"0"0,2 2 0 0,-2 0 0 0,4 0 0 0,3 8 0 0,3 5 0 0,0 4 0 0,5 4 0 0,0 6 0 0,0 3 197 16,0 1 479-16,0 4-319 0,0-1-160 0,0 4-71 0,2-3-80 0,1 3-46 16,-3-2 0-16,2 0 0 15,-2-3 0-15,2-6 0 0,-2 5 0 0,1-10-299 16,1-1 22-16,0-5 157 0,0-6-325 0,1 0 243 16,5-7-18-16,4-3 103 0,-1 0-646 0,6-13 362 15</inkml:trace>
  <inkml:trace contextRef="#ctx0" brushRef="#br0" timeOffset="173542.98">23619 6688 3077 0,'4'-16'0'0,"-3"9"0"0,1 5 0 0,0 0 0 0,0 0 0 16,0 2 0-16,-1 2 0 0,1 11 0 0,2 4 0 0,1 8 0 0,-2 0 393 0,1 4-168 0,-2 5-99 0,1 3-16 0,-1 7-110 0,-2-5 0 15,0 2 0-15,0-3 0 0,0 7 0 0,0-9 0 16,0 1 0-16,0-1 0 0,0-3 0 0,0-5 0 15,0 5 0-15,0-13 0 0,0 0 0 16,0-3-3-16,0-7-353 0,0 0 78 0,0-6 130 0,2-4-796 16,3 0 453-16,5-10 227 0</inkml:trace>
  <inkml:trace contextRef="#ctx0" brushRef="#br0" timeOffset="173697.41">23775 6928 3372 0,'5'-10'0'0,"1"3"0"0,0 2 0 0,1-2 0 0,4 6 0 0,5-1 0 0,0 0 0 0,9-1 0 0,1 3 0 0,3 0 0 0,1 0 186 0,-2 0-79 16,2 0 9-16,-5 0-40 0,2 0-2 0,-4 0-442 15,-1 5 210-15,-3-2 94 0,-4 1 50 0,-4 0-724 16,-1-2 388-16,-3 0 194 0,-3 0-30 0</inkml:trace>
  <inkml:trace contextRef="#ctx0" brushRef="#br0" timeOffset="173897.95">24030 6691 3931 0,'-7'-2'0'0,"1"2"0"0,1 4 0 0,-2 7 0 0,3 3 0 0,3 8 0 0,1 0 0 0,0 8 0 0,0 4 0 0,0 8 0 0,0-1 0 0,0 4 0 0,0-4 0 16,0 10 0-16,0-4 0 0,-4-4 0 0,1 0 0 0,1-9 0 15,-2 4 0-15,2-4 0 16,0-5 0-16,1-8 0 0,1 1 0 0,-2-4 0 15,2-9 0-15,0-3-666 0,0-5 82 0,0-1 274 16,2-5 136-16,7-17-582 0,5-9 350 0</inkml:trace>
  <inkml:trace contextRef="#ctx0" brushRef="#br0" timeOffset="174154.66">24350 6663 2727 0,'13'-6'0'0,"-3"5"0"0,1 1 0 0,-6 0 0 0,-3 3 0 0,-2 12 0 0,0 0 0 0,-2 7 0 0,-9-2 0 16,-4 8 0-16,0-4 363 0,-2 0-163 0,-3 3 209 0,1-5-185 0,3-3-216 0,-3 0-8 0,4-4 0 16,3-4 0-16,1-3 0 0,4-1 0 15,2-3 0-15,3-2 0 0,0-2 0 0,2 0 0 16,2 0 0-16,11 0 0 0,8 0 0 0,9 0 0 16,0 0 0-16,5 0 0 0,9 0 0 0,-8-2 0 15,12-1 0-15,-6 2 0 0,-1 0 0 0,-6 1 0 16,3 0 0-16,-8 0 0 0,3 0 0 0,-10 0 0 15,-2 0 0-15,-6 2-579 0,-5 3 108 0,-3-1 208 16,-5 0 117-16,-2-2-748 0</inkml:trace>
  <inkml:trace contextRef="#ctx0" brushRef="#br0" timeOffset="174319.9">24592 6578 3532 0,'-12'-11'0'0,"3"7"0"0,2 1 0 0,-1 0 0 0,2 3 0 0,3 0 0 0,3 18 0 0,0 10 0 0,0 9 0 0,0 5 0 0,0 7 399 16,1 12-399-16,1-6 0 0,0 16 0 0,0-6 0 0,0 3 0 0,1-2 0 16,0 2 0-16,1-8 0 15,-2 13 0-15,1-7 0 0,-2 0 0 0,2-1 0 16,-3 1-777-16,0-8-19 0</inkml:trace>
  <inkml:trace contextRef="#ctx0" brushRef="#br0" timeOffset="174648.93">25322 6686 3265 0,'-2'-14'0'0,"2"13"0"0,0-2 0 0,0 2 0 0,2-1 0 0,4 0 0 0,6 0 0 0,0 0 0 0,6 0 0 0,2 1 0 0,8 1 244 15,-2 0 178-15,4 0-422 16,0 0 0-16,1 0 0 0,-5 0 0 0,6 0 0 0,-4 0 0 0,-3 0-37 15,-6 5-273-15,1 2 173 16,-3 1 96-16,-6 4-1056 0,0 0 473 0</inkml:trace>
  <inkml:trace contextRef="#ctx0" brushRef="#br0" timeOffset="174817.86">25338 6968 3443 0,'-29'6'0'0,"8"3"0"0,0-4 0 0,9-2 0 0,4-3 0 0,3 0 0 0,5 0 0 0,0 0 0 0,18 3 0 0,7-2 0 0,9-1 147 16,1 2 194-16,13 1-341 0,-8-2 0 0,4 1 0 0,-8 2 0 16,1-1 0-16,1 3 0 0,-7 2-33 15,1-3-276-15,-5 2 173 0,-1 2 86 0,-1-2-938 16,-3-2 410-16,4 5 236 0</inkml:trace>
  <inkml:trace contextRef="#ctx0" brushRef="#br0" timeOffset="175525.79">25915 6538 1920 0,'-10'-12'0'0,"-1"2"0"0,1 1 0 0,2-1 0 0,0-1 0 15,4 2 0-15,0-2 0 0,4-2 0 0,0-1 0 0,0 1 0 0,7-2 337 0,12 0-151 0,1 2-74 0,7 1 54 0,1 1-64 0,4 4-24 16,2 1-10-16,-1 2 66 0,3 4-49 0,0 0-24 15,-2 0-1-15,-4 10-54 0,-4 5-9 0,-4 5 40 16,-2 1-117-16,-8 5 59 16,-6 5 28-16,-5 0 10 0,-1 1-138 0,-5 2 77 15,-12-2 0-15,-8 4 37 0,2-10-6 0,-4 3 16 16,-3-7-40-16,-3-3 175 0,3-5-79 0,-1-2-30 16,7-5-5-16,0 0 432 0,3-4-240 0,8-1-216 15,1-2 0-15,5 0 0 0,3 0 0 16,4 0 0-16,0 0 0 0,10 0 0 0,14 0 0 0,3 0 0 15,3 0 0-15,5 5 0 16,5 3 0-16,1 4 0 0,-4 0 0 0,1 5 0 16,-6 2 0-16,0 6 0 0,-6 3 0 0,-6 6 0 15,-4-1 0-15,-9 3 0 0,-6 1 0 0,-1 7 0 16,-5-8 0-16,-15 2 0 0,-6-5 0 0,-6-4 0 16,0-4 0-16,-15 2 0 0,4-9 0 0,-4-3 0 15,-3-5 0-15,4-5 0 0,2-3 0 0,-4-2 0 16,13 0 0-16,-1 0 0 0,7-6 0 0,7-2 0 15,1-8 0-15,12 0 0 0,3-7 0 0,6-4 0 16,0 0 0-16,11-3-874 0</inkml:trace>
  <inkml:trace contextRef="#ctx0" brushRef="#br0" timeOffset="176288.89">27372 6299 2359 0,'-7'-10'0'0,"1"5"0"0,3 0 0 0,0 4 0 0,1 0 0 0,0-2 0 0,0 3 0 0,-1 0 0 0,3 11 0 0,0 12 0 0,0 3 107 15,0 6 460-15,1 10-270 0,7 3-131 0,-2 2-64 16,2 3 231-16,2 0-333 0,-3-4 0 0,4 8 0 16,-2-5 0-16,-2-3 0 0,0-3 0 0,-1-10 0 15,0 7 0-15,-4-5 0 16,0-1 0-16,0-4 0 0,-2-5 0 0,0-3 0 0,0-5 0 0,0-6 0 15,0-1 0-15,-2-4-26 0,0-5-300 16,-2-1 119-16,3 0 77 0,1-16-544 16,0-7 318-16,1-9 161 0,13-8 79 0</inkml:trace>
  <inkml:trace contextRef="#ctx0" brushRef="#br0" timeOffset="176506.26">27595 6363 3672 0,'-19'-10'0'0,"3"4"0"0,-5 5 0 0,8-2 0 0,3 2 0 0,1-1 0 0,1 0 0 0,6 2 0 0,2 0 0 0,10 0 0 0,18 0 259 0,13 0-259 16,5 0 0-16,10-4 0 0,10 3 0 0,-3-1 0 15,-10 2 0-15,7-2 0 0,-6 0 0 0,-3 2 0 16,-14-2 0-16,4 2 0 0,-12 0 0 0,-1 0 0 16,-5 0 0-16,-4 0 0 0,-8 0 0 0,0 4 0 15,-3 0-449-15,-2-3 45 0,-5 3 184 0,0-4 92 16,2 0-245-16,-3 0 168 0,0 0 76 0,2 0-530 15,0 0 311-15</inkml:trace>
  <inkml:trace contextRef="#ctx0" brushRef="#br0" timeOffset="176719.89">28145 6196 2060 0,'-20'-10'0'0,"3"2"0"0,-1 1 0 0,4-1 0 0,0 0 0 0,7 1 0 0,0 2 0 0,5 0 0 0,-1 1 0 0,3 0 0 0,0 2 178 0,5 0 415 0,7 2-278 16,8 0-140-16,0 0-60 0,5 2 346 0,0 8-427 15,2 0-34-15,-1 2 0 16,1 0 0-16,-7 2 0 0,5 0 0 0,-7 0 0 16,1 1 0-16,-1-2 0 0,-4 1 0 0,-2-2 0 15,-3 2 0-15,-4-3 0 0,-1-2 0 0,-3 5 0 16,-1-5 0-16,0 4-58 0,-8-4-757 0,-6 3 390 16,0-1 194-16,-3 2 98 0,-2 4-625 0,4 0 352 15</inkml:trace>
  <inkml:trace contextRef="#ctx0" brushRef="#br0" timeOffset="177040.06">28103 6702 2598 0,'3'2'0'0,"3"0"0"0,-1-2 0 0,-2 0 0 0,2 0 0 0,-5-2 0 0,5-7 0 0,-3-2 0 0,1-2 0 16,-2 1 0-16,1-1 183 0,-2 2-73 0,0-3 230 0,0 5-143 0,0-3-85 0,-8 2 107 15,-2 2-91-15,-2 1-84 0,-6 3-44 16,-2 3 0-16,-4 1 0 0,-4 0 0 16,-2 5 0-16,-3 8 0 0,2 5 0 0,-1-1 0 15,0 4 0-15,6 3 0 0,3 3 0 0,4-4 0 16,8 6 0-16,7-6 0 0,2 7 0 0,2-4 0 16,4-1 0-16,14-3 0 0,5 1 0 15,4-5 0-15,3-3 0 0,2-3 0 0,-1-2 0 0,3-5 0 16,-7-1 0-16,6-4 0 0,-5 0 0 0,0 0 0 15,-3 0 0-15,0-6 0 16,-3-2 0-16,3-4 0 0,-2 0-4 0,2-1-990 16,0-5 479-16,1 2 240 0,0-3 110 0</inkml:trace>
  <inkml:trace contextRef="#ctx0" brushRef="#br0" timeOffset="177303.77">28680 6110 3700 0,'0'-13'0'0,"0"2"0"0,-2 0 0 0,-5 2 0 0,2 2 0 0,-1 0 0 0,0 4 0 0,2-1 0 0,1 2 0 0,3 2 0 0,-2 0 231 0,2 11-231 0,0 12 0 16,0 3 0-16,0 14 0 0,0 3 0 0,0 4 0 16,0 4 0-16,0 3 0 0,0 4 0 15,0 10 0-15,0-4 0 0,0-2 0 0,-7 1 0 0,2-2 0 16,-3-7 0-16,1 2 0 0,2 1 0 15,-2-4 0-15,1-1 0 0,0-5 0 16,4-8 0-16,-2 0 0 0,3-4 0 0,1-11 0 16,0-1 0-16,0-7-703 0,0-3 175 0,0-2 250 15,0-6-573-15,0-2 407 0</inkml:trace>
  <inkml:trace contextRef="#ctx0" brushRef="#br0" timeOffset="177567">28930 6539 3302 0,'-9'-17'0'0,"4"10"0"0,3 3 0 0,-1-1 0 0,3-4 0 0,0 3 0 0,0-1 0 0,7 2 0 0,8-1 0 0,7 3 0 0,1 1 327 0,8 0-146 0,1 0-73 15,0 2-95-15,1 0-13 16,2 0 0-16,-3 0 0 0,-2 0 0 0,0 4 0 16,-4-1 0-16,-6 3 0 0,-1 0 0 0,-1 0 0 15,-9-1 0-15,-2 5-823 0,-2 1 301 0,-4 2 255 16,-1 4 47-16</inkml:trace>
  <inkml:trace contextRef="#ctx0" brushRef="#br0" timeOffset="177737.55">28988 6835 3931 0,'-12'0'0'0,"6"0"0"0,4 3 0 0,0-3 0 0,2 1 0 0,2-1 0 0,15 0 0 0,6 0 0 0,3 0 0 0,8 0 0 0,1 0 0 16,10-5 0-16,-5-3 0 0,1 3 0 0,-2-3 0 16,-3 4-44-16,4 1-21 0,-3-1 45 0,-2 2-903 15,-2 0 479-15,-1 1 240 0,-2 1 121 16</inkml:trace>
  <inkml:trace contextRef="#ctx0" brushRef="#br0" timeOffset="178213.72">29821 6267 2088 0,'0'-8'0'0,"0"5"0"0,0-1 0 0,0-2 0 0,-2 1 0 0,-1 0 0 0,0 2 0 0,3-1 0 0,0 1 0 15,-4-2 0-15,4 4 282 0,0-1-124 0,0 0 260 0,4 0-191 16,4 0-86-16,5 1-57 0,2-1 102 0,8 2-75 0,2 0-38 0,7 0 90 15,3 0-163-15,18 0 0 16,5-2 0-16,6 0 0 0,9-4 0 0,17 0 0 16,-16 1 0-16,11-1 0 0,11 0 0 0,-11 2 0 15,-11 0 0-15,22 2 0 0,-16-1 0 0,17 1 0 16,-11 1 0-16,-16 1 0 0,22 0 0 0,-30 0 0 16,-3 0 0-16,18 0 0 0,-24 0 0 0,4 0 0 15,-4 1 0-15,-8 4 0 0,-5-4 0 0,0 0 0 16,-3 2 0-16,-4-3 0 0,-3 1 0 15,-7-1 0-15,-3 0 0 0,-5 0 0 16,-3 0 0-16,-6 0 0 0,1 0 0 0,-5 0 0 16,1 0 0-16,-3 0 0 0,0-1 0 0,-5-2 0 15,-5 1 0-15,-3-1-29 0,0 1-38 0,-2 1-617 16,-4-2 323-16,-6 3 163 0,0 0-563 0,-3 0 353 16,-9 4 191-16,-5-2 90 0</inkml:trace>
  <inkml:trace contextRef="#ctx0" brushRef="#br0" timeOffset="178675.31">29982 6220 3063 0,'-11'-8'0'0,"4"7"0"0,5 1 0 0,-4 0 0 0,2 0 0 0,-5 0 0 0,3 0 0 0,1 3 0 0,-3 9 0 0,2 3 0 16,-1 5 130-16,3 4 437 0,-4 7-396 0,3 3-171 0,2 12 0 0,-4 3 0 0,4 3 0 0,-1 12 0 15,4-4 0-15,-4-3 0 0,0 14 0 0,2-5 0 16,-3-2 0-16,2 2 0 0,-7-2 0 0,4-10 0 16,-3 4 0-16,-4-4 0 0,1-3 0 0,-3-6 0 15,-1-3 0-15,-2-9 0 0,0 0 0 0,-3-8 0 16,0-4 0-16,3-8 0 0,-3-5 0 15,0-4 0-15,-3-4 0 0,2 0 0 16,1-14 0-16,0-6 0 0,2-5 0 0,0-5 0 16,1-7 0-16,3-2 0 0,0-7 0 0,2 2 0 15,5-8 0-15,1 11 0 0,-2 0 0 0,0 7 0 16,2 10 0-16,0 1 0 0,0 7 0 0,-1 8 0 16,2 1 0-16,-1 4 0 0,-2 3 0 0,-4 5 0 15,1 12 0-15,-2 6 0 0,2 6 0 0,-4 2 0 16,3 2 0-16,-2 0 0 0,2 3 0 0,0 0 0 15,0-3 0-15,2 1 0 16,0-4 0-16,-1 1 0 0,2-7 0 0,0 3 0 16,2-5 0-16,0-2 0 0,1 1-242 0,2-2 73 15,0 2 64-15</inkml:trace>
  <inkml:trace contextRef="#ctx0" brushRef="#br0" timeOffset="180123.61">30181 6528 2030 0,'-4'15'0'0,"-4"2"0"0,-7 3 0 0,0 7 0 0,-7 2 0 0,2 2 0 0,0 1 0 0,7-4 0 0,5 1 0 0,4-10 0 0,4 3 129 0,0-4-49 0,7 0 102 15,14-4-70-15,8-2-36 0,8-3 94 0,-2-4-54 16,13 0-43-16,-7-4 1 0,-7-1-64 0,4 0 0 16,-4 0 32-16,-9 0 10 0,1-4-262 0,-6-1 126 15,-8 3 63-15,-4-2-550 0,0 0 290 16,-4 0 91-16,-3-1 92 0,-1-1-484 0,0-4 270 15</inkml:trace>
  <inkml:trace contextRef="#ctx0" brushRef="#br0" timeOffset="180315.15">30292 6590 2161 0,'-8'1'0'0,"-2"8"0"0,1 0 0 0,-2 2 0 0,-1 2 0 0,0 6 0 0,1 3 0 0,-1 3 0 0,1 3 0 0,4 1 0 0,-3 0 286 0,3 1-122 15,2 2-61-15,-3 2 159 0,6-2-110 0,-1 0-45 16,1 0-37-16,2 0-271 0,0-3 122 0,0 0 61 16,0-7-534-16,7-1 292 0,1-2 151 0,1-7 76 15,4-1-695-15,0-7 344 0,7-4 160 0,0 0 97 16</inkml:trace>
  <inkml:trace contextRef="#ctx0" brushRef="#br0" timeOffset="180649.09">30589 6734 1271 0,'15'-32'0'0,"-4"2"0"0,-2 2 0 0,0-2 0 0,-5 2 0 0,-1 2 0 0,-3 5 0 0,0 0 0 0,-3 3 0 0,-7 7 0 0,-2 3 153 0,-5 2-56 0,-1 4-17 0,-7 2 151 16,2 0-95-16,1 6-47 0,-1 6 100 0,3 4-74 16,7-3-26-16,-4 6-10 0,9-2 96 0,1-1-66 15,5 2-34-15,2-1 56 0,0-1-34 0,4-3-11 16,9 1-44-16,9-1 17 0,1-5-17 15,4-3 0-15,-7 1-34 0,3-2 33 16,0-2 1-16,-4 1 0 0,-1 1-36 0,-9 0 35 16,0-1 11-16,-4 3-10 0,0 2 47 0,-3 3 0 15,-2 2-47-15,0 4 8 0,-9-1-50 0,-5 9 0 16,0-2 0-16,1-1 0 0,1 0 0 0,0 3 0 16,3-2 0-16,0 7 0 0,1-5 0 0,3 4 0 15,0-2 0-15,2 1 0 0,3-6 0 0,0 3-143 16,0-6-219-16,0 1 129 15,0-2 106-15,0-4-579 0,0-5 322 0,3 1 176 16,-1-2-403-16,1-3 285 0,-1-5 141 0</inkml:trace>
  <inkml:trace contextRef="#ctx0" brushRef="#br0" timeOffset="180842.25">30742 6740 2807 0,'11'-7'0'0,"1"3"0"0,2 0 0 0,6 0 0 0,1-1 0 0,4 0 0 0,-1 4 0 0,4-1 0 0,0 2 0 0,-1 0 0 0,-1 0 168 15,-4 0-63-15,0 3-20 0,-1 4-364 0,-1 4 162 16,-6-4 79-16,-4 3 41 0,-2-4-267 0,-1 1 165 16,-6-2 65-16,-1-1-645 0,0 0 352 0</inkml:trace>
  <inkml:trace contextRef="#ctx0" brushRef="#br0" timeOffset="181022.26">30945 6572 2100 0,'0'-5'0'0,"0"3"0"0,3 2 0 16,-3 0 0-16,0 0 0 0,0 0 0 0,0 13 0 0,0 0 0 0,0 6 0 0,0 6 0 0,0-4 184 0,-8 9 328 0,2-2-234 0,-3-1-118 0,2 4-58 15,-3-3-71-15,2-2 22 0,-2 7-10 16,3-6-206-16,1 0 104 0,-1-1 50 15,4-5 1-15,-2-1-533 0,3 0 286 0,1-6 150 16,1-4-2-16,0-3-735 0</inkml:trace>
  <inkml:trace contextRef="#ctx0" brushRef="#br0" timeOffset="181239.39">31205 6496 2600 0,'10'-10'0'0,"-5"5"0"0,0 5 0 0,-2 0 0 0,-1 0 0 0,-2 8 0 16,0 7 0-16,0 7 0 0,-8 2 0 0,-4 6 0 0,0 0 129 0,-6 6 245 0,1-3-166 0,-1 9-82 0,5-11-42 0,-4 5-87 15,2-3 57-15,0 0-11 0,3-1-403 0,2-2 201 16,1 0 102-16,4-8 49 0,1 1-562 0,4-5 302 16,0-9 75-16,0-2-514 0,5-7 331 0,10 0 167 15,5-4 72-15,4-14-137 16,0-5 115-16,5-8 68 0</inkml:trace>
  <inkml:trace contextRef="#ctx0" brushRef="#br0" timeOffset="181507.13">31383 6606 1638 0,'11'-28'0'0,"-2"11"0"0,-9 10 0 0,3-1 0 0,-3 7 0 0,0 1 0 0,-12 7 0 0,-4 13 0 0,-4 8 0 0,-3 7 0 0,6 2 430 0,-1 1-183 0,-1 14-108 16,1-5 174-16,3 3-135 0,6-3-68 0,0-2-33 15,7-10 388-15,2 4-216 16,0-7-164-16,0-3-85 0,0-5 0 0,9-3 0 15,2-6 0-15,1-5 0 0,-2-4 0 0,3-6 0 16,1 0 0-16,0 0 0 0,-3-6 0 0,-1-9 0 16,1-1 0-16,-2-3 0 0,-3-5 0 0,-2-2 0 15,-2 3-183-15,-1-7 4 0,-1 6 77 0,0 2-16 16,0 4-56-16,-7 1 65 0,-3 2 22 16,-3 6 81-16,0 1 0 0,-3 4-37 0,0 3 0 0,2 1-61 15,3 0 20-15,-1 0 10 0,1 0-212 16,4 3 122-16,0 5 60 0,2-1 31 15,5 1-208-15,0-3 125 0,0 3 56 0</inkml:trace>
  <inkml:trace contextRef="#ctx0" brushRef="#br0" timeOffset="181665.57">31433 6815 2385 0,'0'-3'0'0,"0"0"0"0,0 0 0 0,0-1 0 15,0-3 0-15,5 1 0 0,7 2 0 0,6 1 0 0,-1 0 0 0,5 1 0 0,1 2 252 0,0 0-94 0,4 0-63 0,-4 0 1 0,-3 5-387 0,0 1 168 16,-2-2 82-16,-6 2 53 0,1 2-598 0,-6-2 310 16,-3-1 154-16,-4 0-331 0</inkml:trace>
  <inkml:trace contextRef="#ctx0" brushRef="#br0" timeOffset="181855.08">31550 6646 2226 0,'0'-6'0'0,"3"4"0"0,-1 0 0 0,-2 2 0 0,1 0 0 0,-1 0 0 0,2 4 0 0,-2 9 0 0,0 6 0 0,0 5 0 0,0 7 174 0,0 1-65 16,0-1 374-16,-8 3-220 0,1 1-109 0,-3-3-46 15,2 1-67-15,-2-1 2 0,0 0 0 0,3-2-439 16,0-2 219-16,1-6 121 0,1 1 44 16,3-3-315-16,2-6 185 0,0-3 92 0,0-4-817 0,0-4 402 15,13-3 216-15</inkml:trace>
  <inkml:trace contextRef="#ctx0" brushRef="#br0" timeOffset="182064.15">31953 6417 2676 0,'1'0'0'0,"-1"0"0"0,0 18 0 0,-1 7 0 0,-14 4 0 0,0 6 0 0,-9 12 0 0,1 2 0 0,-5 2 0 0,3 1 0 0,-5 0 206 0,6-1-72 0,1 1 192 15,0-2-142-15,3-4-70 0,7 0 83 0,-1-3-103 16,6-7-94-16,3-1 0 0,2-1-140 0,3-9-8 16,0-3 96-16,0-4-613 0,0-8 365 0,1 0 152 15,6-5 93-15,6-5-759 0,1 0 386 16,2 0 192-16</inkml:trace>
  <inkml:trace contextRef="#ctx0" brushRef="#br0" timeOffset="182358.74">32163 6600 2091 0,'0'-5'0'0,"0"5"0"0,0 0 0 0,-12 12 0 0,-11 2 0 0,-4 9 0 0,-8 11 0 0,2 4 0 0,0 3 0 0,1 6 0 0,2 0 586 16,5 3-261-16,3 0-146 0,2-6-69 0,4-1 411 16,9-7-402-16,2 0-119 0,3-6 0 0,2 0 0 15,0-10 0-15,5 2 0 16,10-8 0-16,2-5 0 0,4-5 0 0,8-4 0 15,-3 0 0-15,2-5 0 0,2-11 0 0,-4-2 0 16,-6 1 0-16,3-9 0 0,-9 3 0 0,-6-1-88 16,-2 3-74-16,-6-1 4 0,0 1 45 0,-14 0 99 15,-10 6 1-15,-6 5-30 0,-3 4 298 0,-4 2-146 16,-3 4-69-16,7 0-33 16,1 0 128-16,12 4-90 0,-1 6-45 0,4 2-58 0,8 3 39 0,3 2-3 15,6 2 94-15,0 3-962 16,6 0 414-16</inkml:trace>
  <inkml:trace contextRef="#ctx0" brushRef="#br0" timeOffset="187427.21">32561 6633 1557 0,'-7'-12'0'0,"2"7"0"15,2 3 0-15,1 2 0 0,2 0 0 0,0 0 0 0,-2 0 0 0,2 0 0 0,0 0 0 0,0 0 0 0,0 0 117 0,5 0-43 0,7 4 297 0,3-1-165 16,4-1-83-16,2 2-41 0,-1 0 186 0,0 0-118 0,4-1-56 0,-3-1 25 15,-1 2-39-15,0-1-1 0,0 0-28 16,-3 0-160-16,3 0 74 0,-5-2 39 0,3 1-204 16,-3 0 121-16,-3-2 70 0,-2 4 19 0,1-1-822 15,-9 3 400-15</inkml:trace>
  <inkml:trace contextRef="#ctx0" brushRef="#br0" timeOffset="187584.74">32602 6941 2406 0,'9'-7'0'0,"11"7"0"0,5 2 0 0,3 3 0 0,1-3 0 0,-5 0 0 0,1 2 0 0,-2-2 0 0,-2 1 0 0,2-1 0 16,-2-1 114-16,3 3-36 0,-4 0-1 0,3 2-26 0,-1-3-11 0,-2 2-568 0,-2-1 285 0,1-1 141 16</inkml:trace>
  <inkml:trace contextRef="#ctx0" brushRef="#br0" timeOffset="188287.22">33467 6741 1448 0,'12'-25'0'0,"-2"5"0"0,3 2 0 0,-1-1 0 0,2-2 0 0,0-3 0 0,-4 1 0 0,1-1 0 0,0-4 0 0,0 0 0 0,-6 0 167 0,0-1-62 0,-3 7-33 16,-2-1 10-16,0 3-9 0,-5 1-32 0,-13-1-1 15,-1 8 53-15,-6-1-27 0,0 5 10 0,-5 1-35 16,2 3 70-16,1 2-34 0,7 0-1 0,-3 2-36 16,3 0 117-16,3 4-63 0,1 6-27 15,2 1 146-15,3 2-87 0,2 3-42 0,1-2 9 0,3 1 200 16,2 0-126-16,3 2-138 16,0 1-29-16,0 0 0 0,0-1 0 0,8-1 0 15,4 2 0-15,4-4 0 0,3 0 0 16,-1-1 0-16,5-6 0 0,1 1 0 0,1-5 0 0,0-3 0 15,-1 0 0-15,1 0 0 0,-8-2 0 16,5-5 0-16,-5-2 0 0,-4 2 0 0,-5-2 0 0,-1 2 0 16,-2 0 0-16,-2-1 0 0,-3 1 0 0,0 3 0 15,0-2 0-15,0 2 0 0,0 1 0 0,0 1 0 16,-3 0 0-16,2 0 0 0,1 0 0 0,0 2 0 16,-2 0 0-16,2 0 0 15,0 0 0-15,0 0 0 0,0 0 0 0,0 0 0 16,0 0 0-16,0 2 0 0,0 5 0 0,-2-1 0 15,-1 1 0-15,1 2 0 0,0 0 0 0,-3 0 0 16,0 2 0-16,2-1 0 0,-3 1 0 0,-1 0 0 16,5 2 0-16,-5 0 0 0,2 4 0 0,0 0 0 15,-3 6 0-15,1-2 0 0,1 1 0 0,-1 6 0 16,-1-2 0-16,1 2 0 0,0 1 0 16,-1 0 0-16,-2 1 0 0,0-2 0 15,2 3 0-15,-4-1 0 0,0 3 0 0,2-2 0 16,-3 4 0-16,5-5 0 0,-4 0 0 0,4-1 0 15,1-1 0-15,2-7 0 0,0 2 0 0,0-5 0 16,0-3 0-16,2 0 0 0,0-1 0 0,-3-5 0 16,3-2 0-16,-2 1 0 0,3-3 0 0,-3-1 0 15,-1-3 0-15,4 4 0 0,-1-4 0 0,1-1 0 16,-1 3 0-16,3-3 0 0,0 1 0 0,-2-1 0 16,2 0 0-16,0 0 0 15,-2 2 0-15,2-2 0 0,0 0 0 0,0 2 0 16,0-2 0-16,-3 2 0 0,1 0 0 0,-3 1 0 15,-1 1 0-15,-1-1 0 0,2 2 0 0,-5-1 0 16,0 2 0-16,2-1 0 0,-1 0 0 0,1-1-539 16,-7 3 236-16</inkml:trace>
  <inkml:trace contextRef="#ctx0" brushRef="#br0" timeOffset="191123.83">20232 8590 2589 0,'-5'-6'0'0,"3"4"0"0,2 1 0 0,-2 1 0 0,2 0 0 0,0 0 0 0,0 0 0 0,2-3 0 0,11 2 0 0,10 1 0 0,3-2 112 0,2 2 414 0,2 0-242 16,2 0-111-16,0 0 74 0,0 3-247 15,0 3 0-15,2 2 0 0,-2-3 0 0,-2 2 0 16,-2-1 0-16,-5-2 0 0,-1 2 0 0,-3-4 0 16,-5 3 0-16,2-3 0 0,-5-2 0 0,-4 2 0 15,-1-2 0-15,-2 0-167 0,-2 0-256 0,0 0 203 16,-2 0-737-16,0 4 457 15,0 4 229-15</inkml:trace>
  <inkml:trace contextRef="#ctx0" brushRef="#br0" timeOffset="191291.29">20420 8903 3931 0,'-21'12'0'0,"5"-1"0"0,4-5 0 0,5-3 0 0,1-1 0 0,4 0 0 0,2 2 0 0,2 1 0 0,19 1 0 0,6 0 0 0,8 1 0 0,1-3 0 0,12 0 0 16,-4 0 0-16,-2-1 0 0,-3 3 0 0,0-2 0 15,-2-3 0-15,-1 3 0 0,-4 0 0 0,-4 2 0 16,-2-3 0-16,-6 1 0 0,-2 1-70 0,-1 1-472 16,-6 2 144-16,0 1-748 0</inkml:trace>
  <inkml:trace contextRef="#ctx0" brushRef="#br0" timeOffset="196533.99">21865 8293 1813 0,'-2'-17'0'0,"-2"8"0"0,2-1 0 0,-1 2 0 0,-2-5 0 0,1 2 0 0,1 2 0 0,-1 0 0 0,1 1 0 0,-1 4 0 0,0-1 67 0,2 3 240 0,-4 0-134 0,2 0-66 16,-3 2-24-16,-4 8 151 0,-4 12-97 0,-2 12-48 15,-4 8 235-15,-5 13-142 0,3-3-61 0,-4 20-45 16,2-3 142-16,2 2-218 0,1 5 0 15,7 1 0-15,6-2 0 0,2 2 0 16,7-2 0-16,0-5 0 0,11-5 0 0,3-10 0 16,9 2 0-16,3-4 0 0,4-7 0 0,4-4 0 15,2-2 0-15,1-5 0 0,-5-6 0 0,10 1 0 16,-12-9 0-16,-1-1 0 0,-1 0 0 0,-5-7 0 16,-4-2 0-16,-6-4 0 0,-4 1 0 0,-1-4 0 15,-6-2 0-15,0 2 0 0,0-2 0 0,-2 0 0 16,0 0 0-16,-6-4 0 0,-4-3 0 0,3 2 0 15,0-1 0-15,-2-3-304 0,2 5-136 0,2-1 201 16,-1-2 99-16,4 0-723 16,2-2 417-16,0-1 202 0</inkml:trace>
  <inkml:trace contextRef="#ctx0" brushRef="#br0" timeOffset="196861.92">22070 8888 3183 0,'-7'-6'0'0,"5"5"0"0,1-1 0 0,1 0 0 0,0 0 0 0,0-1 0 0,0 2 0 0,5-1 0 0,12 1 0 15,6 1 0-15,5 0 125 0,3 0 441 0,2 0-509 0,5 0-57 0,6 0 0 16,0 0 0-16,-1 0 0 0,1 0 0 0,-7 0 0 15,2 0 0-15,-3 0 0 0,-4 0 0 0,-10 0 0 16,1 0 0-16,-10 0 0 16,-1 0 0-16,-5 0 0 0,-3 1 0 0,-3-1 0 15,1 0 0-15,-2 0 0 0,0 0 0 0,0 0 0 16,0-1 0-16,-3-3 0 0,-1-2 0 0,0 1 0 16,4 1 0-16,-1 2 0 0,1 0 0 0,0 0-77 15,0 1-467-15,7 1 243 0,7 0 135 16,4 0-910-16</inkml:trace>
  <inkml:trace contextRef="#ctx0" brushRef="#br0" timeOffset="197187.75">23205 8828 3578 0,'-18'-7'0'0,"2"5"0"0,7 2 0 0,0-2 0 0,2 2 0 0,4-2 0 0,1 2 0 0,2-2 0 0,0 2 0 0,7 0 0 0,13-2 156 0,6 2 41 0,2-1-197 0,6 1 0 15,0 0 0-15,3 0 0 0,3 0 0 0,3 0 0 16,-7 0 0-16,8 0 0 15,-7 0 0-15,2 0 0 0,-2 0 0 0,2 0 0 16,-7-3 0-16,0 3 0 0,-11-1 0 0,4 1 0 16,-6 0 0-16,-3 0 0 0,-5 0 0 0,-2 0-93 15,-4 0-900-15,-1 0 482 0,-2 0 236 0,-1 4-657 16</inkml:trace>
  <inkml:trace contextRef="#ctx0" brushRef="#br0" timeOffset="197612.05">23286 9112 2737 0,'-14'0'0'0,"2"0"0"0,5 0 0 0,1 0 0 0,4 0 0 0,0-2 0 0,2 2 0 0,0-2 0 0,6 0 0 0,10 1 0 0,7-2 322 0,0 3-133 0,5 0 104 0,-1 0-128 16,3 0-64-16,-4 0-32 0,-8 6-61 0,5 1 8 15,-7 5 15-15,-2-1-131 0,-7 2 65 16,-3 2 36-16,-2 0 0 0,-2 2 3 15,-2 0-10-15,-11 1 43 0,-6 2-8 0,1-5 40 16,-3-1-74-16,2-1 10 0,-8 2-5 0,9-7 0 16,1 2 0-16,2-5 0 0,5-1 0 0,1-1 0 15,6-3 0-15,1 3 0 0,0-3 0 0,2 1 0 16,0 1 0-16,9 4 0 0,7 0 0 0,1 2 0 16,6 1 0-16,0 0 0 0,0 2 0 0,-5 2 0 15,5 4 0-15,-5 0 0 0,-4 1 0 0,-1 2 0 16,-3 0 0-16,-7 2 0 0,-1 1 0 0,-2 0 0 15,0 2 0-15,-3-7 0 0,-11 3 0 16,-1-4 0-16,-2-2 0 0,1-1 0 0,-5-6 0 16,0 0 0-16,-1-2 0 0,1-5 0 15,-2-1 0-15,0 0 0 0,2 0 0 0,-2-1 0 16,0-9 0-16,3-2 0 0,-5-9 0 0,4-2 0 16,-2-11 0-16,5-3 0 0,5-11 0 15,0-5-408-15,4-16-142 0,5 2 256 0,1-2 129 0,3-3-817 16</inkml:trace>
  <inkml:trace contextRef="#ctx0" brushRef="#br0" timeOffset="197959.21">23274 8192 3097 0,'0'-16'0'0,"0"8"0"0,0-6 0 0,1 2 0 0,8-3 0 0,4 7 0 0,5 0 0 0,6 4 0 0,3 0 0 0,1 2 0 16,2 2 190-16,-6 0-68 0,9 3 247 0,-3 10-216 0,-3-3-153 15,-3 6 0-15,-6-2 0 0,-4 4 0 16,-3 2 0-16,-3 6 0 0,-8-1 0 16,0 1 0-16,-8 1 0 0,-8-2 0 0,-7-3 0 15,-2 0 0-15,2-3 0 0,-5-4 0 0,1-4 0 16,4-2 0-16,-5 0 0 0,8-4 0 0,1-2 0 16,5 0 0-16,1-2 0 0,8-1 0 0,1 0 0 15,1 0 0-15,3 0 0 0,0 0 0 0,2 0 0 16,14 3 0-16,5-2 0 0,3 1 0 15,1 0 0-15,1 1 0 0,2 1 0 0,2 0 0 0,2-2 0 16,-2 2 0-16,0-1 0 16,-2-2 0-16,0 4 0 0,-5-3 0 0,2 1 0 15,-5 0 0-15,1-1 0 0,-2 1 0 0,-3-1 0 16,0 2-210-16,-3 1 42 0,-1 1 56 0,0 2-520 16,-1 1 297-16,-4 6 150 0</inkml:trace>
  <inkml:trace contextRef="#ctx0" brushRef="#br0" timeOffset="198156.72">24136 9269 3931 0,'-12'2'0'0,"6"15"0"0,4-5 0 0,-1-2 0 0,-1-3 0 0,1 5 0 0,1 2 0 0,0-2 0 15,0 4 0-15,-2 1 0 0,2 2 0 0,-4 6 0 0,-1-1 0 0,-4 3 0 0,-1 0 0 0,-1 1 0 0,-2 2 0 16,-1-2-666-16,-5 6 44 16</inkml:trace>
  <inkml:trace contextRef="#ctx0" brushRef="#br0" timeOffset="198751.72">24474 8922 3123 0,'-10'-5'0'0,"5"3"0"0,4 0 0 0,-1 0 0 0,2 2 0 0,0-1 0 0,2-2 0 0,12-1 0 0,8 1 0 0,4-3 0 0,2 0 356 0,4 0-148 0,4 1 36 16,-3 0-244-16,3 4 0 15,1-1 0-15,-2 1 0 0,-1 1 0 0,-2 0 0 16,-2 0 0-16,-2 0 0 0,0 0 0 0,-5 1 0 16,-1 2 0-16,1 2 0 0,-4-1 0 0,-4-3 0 15,-5 2 0-15,2-3 0 0,-4 2 0 0,-5-2 0 16,-1 0 0-16,-1 0 0 0,2 0 0 0,-3 0 0 16,0 0 0-16,0 0 0 0,0 0 0 0,0 0 0 15,0 0-30-15,0 0-96 16,0 0 33-16,0 0-587 0,0 0 320 0,0 0 160 15,13 7-693-15</inkml:trace>
  <inkml:trace contextRef="#ctx0" brushRef="#br0" timeOffset="198956.09">25550 8869 3245 0,'0'-5'0'0,"0"3"0"0,0 0 0 0,3 0 0 0,5 1 0 0,5-2 0 0,1 0 0 0,8 1 0 0,2 0 0 0,6 0 0 0,1 0 686 0,4 1-686 16,1 1 0-16,1 0 0 0,-2 0 0 0,3 0 0 16,0 0 0-16,5 0 0 0,-7 0 0 0,-1 0 0 15,0 1 0-15,0-1 0 0,-7 2-300 0,-5 0 137 16,-2 0 101-16,-5 2-1054 0,-2 1 539 0,-8 1 259 16</inkml:trace>
  <inkml:trace contextRef="#ctx0" brushRef="#br0" timeOffset="199353.95">25625 9077 2639 0,'-28'6'0'0,"-1"3"0"0,11-4 0 0,6-3 0 0,5-2 0 0,7 0 0 0,0 0 0 0,4 0 0 0,20 0 0 0,0 0 0 0,9 0 154 0,-1 0-57 0,5 0 78 16,-3 0-73-16,-2 0-31 0,-10 0-1 0,3 3-80 15,-9 5 24-15,-4-1 10 0,-3 5-39 0,-7-1 26 16,-2 4 1-16,0 0 26 15,-13 3 37-15,-3-3 10 0,-6 4-47 0,0-2 117 16,-1-2-58-16,2 0-29 0,5-3-37 0,2-4-31 16,2 0 0-16,6-2 0 0,2 1 0 0,4-2 0 15,0-2 0-15,0 3 0 0,10-1 0 0,6 1 0 16,5 2 0-16,4-1 0 0,-1 1 0 0,-2 0 0 16,8 2 0-16,-5-1 0 0,-6 3 0 0,-1-1 0 15,-1 5 0-15,-4 0 0 0,-6 1 0 0,-1 2 0 16,-6 2 0-16,0 0 0 0,0 1 0 0,-11-4 0 15,-5 5 0-15,-5-2 0 0,-2-4 0 16,1 0 0-16,-4-4 0 0,2-4 0 16,-5 2 0-16,2-2 0 0,-1-6 0 0,-1 1 0 15,4-4 0-15,-2 0 0 0,-3 0 0 0,0 0 0 16,2 0 0-16,2-10 0 0,1-5 0 0,1-3 0 16,6-9-415-16,-2-10-42 0,11-8 209 0,8-17 105 15,1-4-767-15,0-7 441 0</inkml:trace>
  <inkml:trace contextRef="#ctx0" brushRef="#br0" timeOffset="199548.51">25850 8027 3198 0,'-2'-16'0'0,"2"12"0"0,0 3 0 0,-2 1 0 0,2 0 0 0,0 0 0 0,0 0 0 0,0 1 0 0,4 11 0 0,6 7 0 0,-2 5 238 0,2 2 257 0,-2 5-495 16,0 0 0-16,-1 7 0 0,-3 1 0 15,-1 8 0-15,-1-1 0 0,-2-1 0 16,0-1 0-16,0 1 0 0,0-3 0 0,0 9 0 16,0-5-123-16,-4 0 49 0,-1 0 56 0,2 6-1109 15,2-2 535-15</inkml:trace>
  <inkml:trace contextRef="#ctx0" brushRef="#br0" timeOffset="199741.75">26349 9303 3702 0,'3'3'0'0,"1"4"0"0,3 2 0 0,-4-2 0 0,1 3 0 0,-2 3 0 0,-1 1 0 0,-1 1 0 0,0-1 0 0,0 4 0 0,0 4 131 0,0-1-33 0,0-1-98 16,-7-1 0-16,0-1 0 0,-3 0 0 0,1-4 0 15,-2-1 0-15,0-1-583 0,-1-4 268 0,0-1 176 0,-2-2-895 16,3-1 499-16</inkml:trace>
  <inkml:trace contextRef="#ctx0" brushRef="#br0" timeOffset="199966.4">26711 8943 3811 0,'0'-16'0'0,"5"13"0"0,10-4 0 0,0-4 0 0,5 0 0 0,5 3 0 0,0 0 0 0,5 1 0 0,2 1 0 0,2 0 0 0,5 3 120 0,1-1-120 0,3 2 0 0,-8 0 0 15,4 0 0-15,-1 0 0 0,-2 2 0 0,-1 0 0 16,-5 0 0-16,-5 0 0 0,-3 4-262 0,-4 4 103 16,-4-1 97-16,-4 1-1002 0,-4 5 513 0</inkml:trace>
  <inkml:trace contextRef="#ctx0" brushRef="#br0" timeOffset="200360.73">26763 9160 2847 0,'-7'-3'-1'0,"5"1"1"0,2 0 0 0,0 0 0 0,9-4 0 0,10 1 0 0,7-1 0 0,4 1 0 0,4 1 0 0,8 0 0 0,-5 2 146 0,2 2-54 0,-2 0-80 16,0 0 26-16,-14 6 10 0,2 6-10 15,-6-2-125-15,-8 3 62 0,-4 1 32 16,-6 0-1-16,-1 1-9 0,-11 4 15 0,-6-3 1 16,-4-3 150-16,-3 0-63 0,4-5-41 0,-7 4-32 15,8-4 208-15,3-3-99 0,5-1-68 0,4 1-68 16,2-4 0-16,5-1 0 0,0 4 0 0,0-2 0 16,5 2 0-16,9 1 0 0,8 1 0 0,1 1 0 15,1 1 0-15,-3 1 0 0,-1-1 0 16,1 3 0-16,-4 2 0 0,0 0 0 0,-4 0 0 0,-6 2 0 15,-3 2 0-15,-2 1 0 16,-2-2 0-16,0 1 0 0,-10 0 0 0,-8 1 0 16,-3-4 0-16,0-3 0 0,1 0 0 0,-10-1 0 15,4-1 0-15,-3-3 0 0,3-2 0 0,-2-1 0 16,1-3 0-16,-5 0 0 0,4 0 0 0,-2 0 0 16,0-6 0-16,3-6-60 0,0-5-331 0,1-6 181 15,1-9 86-15,5-6-708 0,8-11 398 0,1-16 198 16</inkml:trace>
  <inkml:trace contextRef="#ctx0" brushRef="#br0" timeOffset="200660.09">26710 8042 2398 0,'1'-29'0'0,"6"18"0"0,8 4 0 0,2-5 0 0,3 1 0 0,7 3 0 0,0 2 0 0,6 2 0 0,2 3 0 0,7 1 0 0,-9 0 522 0,11 9-241 0,-14 4-121 16,-2 7 14-16,-7-4-57 0,1 11-45 0,-8 2 1 0,-11-2-136 15,-3 6 51-15,0 5 26 16,-17-5 9-16,-8 4-79 0,-5-5 47 0,-1-4 0 16,-4-2 48-16,5-9-4 0,-3 2 14 0,1-6-46 15,4-3 117-15,6-5-120 0,0 0 0 0,12-2 0 16,-3-1 0-16,9-2 0 0,0 0 0 0,4 0 0 16,0 0 0-16,8 0 0 0,21 0 0 0,9 0 0 15,0 0 0-15,3-2 0 0,2-1 0 0,-3 3 0 16,9 0 0-16,-4 0 0 0,0 0 0 0,-3 0 0 15,-7 0 0-15,1 0 0 16,1 8 0-16,-5 0 0 0,-4-1-45 0,-1 2-1105 16,-6-3 556-16,0 4 268 0</inkml:trace>
  <inkml:trace contextRef="#ctx0" brushRef="#br0" timeOffset="200841.37">27699 8199 3654 0,'18'-11'0'0,"3"6"0"0,6 3 0 0,-2-1 0 0,2 3 0 0,10 10 0 0,-3 14 0 0,0 8 0 0,-2 9 0 16,2 12 0-16,-9 4 277 0,-4 5-277 0,-3 3 0 0,-8-5 0 0,-2 19 0 0,-5-6 0 15,-3 6 0-15,-16 0 0 0,-12 10 0 0,-2-19 0 16,-15 19 0-16,-4-8 0 0,-9 1 0 16,-10 5 0-16,-15 12 0 0,7-16-55 0,-30 20-178 0</inkml:trace>
  <inkml:trace contextRef="#ctx0" brushRef="#br0" timeOffset="201587.81">14934 10749 2931 0,'-41'-7'0'0,"7"7"0"0,6 0 0 0,2 5 0 0,3-1 0 0,4-2 0 0,6 0 0 0,6 0 0 0,5-2 0 0,2 1 0 0,0-1 216 0,18 0-89 0,12 0 428 15,14 0-453-15,1 0-102 0,8 0 0 0,1 0 0 16,14-3 0-16,-8-1 0 0,-6 0 0 0,4 3 0 16,-1-2 0-16,-6 2 0 0,-3 1 0 0,-1 0 0 15,-13 0 0-15,2 0 0 0,-8 0 0 0,-7 4 0 16,-3-3 0-16,-4 1-1059 0,-5-2 507 0,-4 0 249 16,-1 0-491-16,-1-2 379 0</inkml:trace>
  <inkml:trace contextRef="#ctx0" brushRef="#br0" timeOffset="201793.37">15437 10478 3095 0,'-14'-18'0'0,"2"9"0"0,3 0 0 0,3 1 0 0,5 2 0 0,1 4 0 0,0-2 0 0,18 4 0 0,10 0 0 0,12 0 0 0,-4 0 329 0,10 6-150 0,2 6 149 16,0 2-328-16,1 3 0 0,-1 2 0 0,-11-2 0 16,7 7 0-16,-12-6 0 0,-3 4 0 0,-7-1 0 15,-9-5 0-15,-5 7 0 0,-6 1 0 0,-4 2 0 16,-24 3 0-16,-8 1 0 15,-10 0 0-15,-6 0 0 0,-10 4 0 0,6-4 0 16,8-5 0-16,0 3-19 0,0-2-93 0,9-2-394 16,-6 6 239-16,7-2 114 0,1 2 58 0,5 4-764 15</inkml:trace>
  <inkml:trace contextRef="#ctx0" brushRef="#br0" timeOffset="202211.23">15034 11457 3128 0,'-17'0'0'0,"5"0"0"0,2 0 0 0,0 0 0 0,6 0 0 0,0 0 0 0,4 0 0 0,0 0 0 16,0 0 0-16,14 0 0 0,6 0 137 0,8 2 320 0,2-2-248 0,2 0-209 0,2 2 0 0,1-2 0 0,-2 3 0 0,1-3 0 16,-4 0 0-16,-2 0 0 0,-6 0 0 0,3 0 0 15,-4 0 0-15,-3 0 0 16,-3-3 0-16,-2-5 0 0,-1 1 0 0,-5-1 0 0,-1-1 0 15,-4-4 0-15,-1 0 0 0,-1-3 0 16,0 0 0-16,-3-3 0 0,-6-2 0 0,-9-1 0 16,4 4 0-16,-5-2 0 0,0 5 0 0,-3 2 0 15,1 6 0-15,-8-1 0 0,3 6 0 0,-1 2 0 16,-6 4 0-16,-1 15 0 0,4 1 0 0,-4 9 0 16,11-3 0-16,0 6 0 0,6-1 0 0,6 4 0 15,5-2 0-15,6 4 0 0,0 0 0 0,0-2 0 16,13 6 0-16,4-4 0 0,-2-6 0 15,9 7 0-15,-4-10 0 0,3 2 0 16,4-3 0-16,-1-3 0 0,1-3 0 0,-1-5 0 16,-1-2 0-16,-2-3 0 0,2-4 0 0,-4-3 0 15,2-4 0-15,-3 0 0 0,1 0 0 0,-3 0 0 16,1-4 0-16,-2-3-497 0,0-1 181 16,0 0 144-16,-1-1 67 0,5-2-879 0</inkml:trace>
  <inkml:trace contextRef="#ctx0" brushRef="#br0" timeOffset="202401.98">15563 11568 3610 0,'-13'-6'0'0,"10"5"0"0,1 1 0 0,0 0 0 0,2-2 0 0,2 0 0 0,16-1 0 0,7 2 0 0,9-3 0 0,7 2 0 0,0-1 321 0,2 1-321 0,-9 2 0 0,8 0 0 15,-7 0 0-15,1 0 0 0,-4 0 0 0,-4 0 0 16,-7 0 0-16,-1 2 0 15,-3 0 0-15,-6-1-296 0,1 3-99 0,-6-2 216 16,-1-2 109-16,-3 1-977 0,0-1 510 0</inkml:trace>
  <inkml:trace contextRef="#ctx0" brushRef="#br0" timeOffset="202600.03">15995 11357 3056 0,'-11'-16'0'0,"2"4"0"0,4 3 0 0,-2 3 0 0,4-3 0 0,3 3 0 0,0 3 0 0,1-1 0 0,19 3 0 0,4 1 0 0,3 0 202 0,5 0-73 0,-1 5 257 15,3 6-228-15,0 2-158 0,-2 2 0 16,-2-2 0-16,-6 1 0 0,2 4 0 0,-9-5 0 16,-1 2 0-16,-11 3 0 0,-3 0 0 0,-2 2 0 15,-10 2 0-15,-10-2 0 0,-6 0 0 0,-5 0 0 16,0 1 0-16,-5-3 0 0,-6 4-646 0,7 0 282 16,-3-1 163-16,1 2-534 0,0 3 349 0,6 1 164 15,3 1 98-15</inkml:trace>
  <inkml:trace contextRef="#ctx0" brushRef="#br0" timeOffset="202851.45">16000 11946 2940 0,'11'0'0'0,"-2"0"0"0,-2 0 0 0,-2-8 0 0,-4-4 0 0,1 0 0 0,0-4 0 0,-2 0 0 0,0-1 0 0,0-1 0 0,0 3 627 0,-8-1-294 0,-3 2-302 15,-2 5-31-15,-2 2 0 0,-5 5 0 16,-3 2 0-16,-2 0 0 0,1 9 0 0,-3 10 0 15,5 6 0-15,0 2 0 0,2 2 0 0,4 3 0 16,2 2 0-16,9 0 0 0,3 2 0 0,2-3 0 16,0-1 0-16,9 0 0 0,9-4 0 0,3-3 0 15,2-3 0-15,5-5 0 0,4-3 0 0,2-7 0 16,4-2 0-16,0-5 0 0,4 0 0 0,-1-2 0 16,-4-7 0-16,-3 0 0 0,5-4 0 0,3-5-584 15,-1 7-99-15</inkml:trace>
  <inkml:trace contextRef="#ctx0" brushRef="#br0" timeOffset="203658.87">16910 11215 1576 0,'-7'-5'0'16,"1"0"0"-16,0 4 0 0,1-1 0 0,1-2 0 0,2 2 0 16,-2 0 0-16,4 2 0 0,0 0 0 0,0 0 0 0,0 0 354 0,13 0-157 0,6 0-80 0,4 0-39 0,-1 0 411 0,0 0-215 0,8 0-123 0,-1 0 230 0,-3 0-171 31,-3 0-106-31,-1 0-104 0,0 0 0 0,-1 0 0 0,-1 0 0 0,-2 0 0 15,-3 4 0 1,0-2 0-16,-2 2 0 0,-2-1-582 0,-1 4 282 0,-1 0 158 0,-5 2 88 0,-2 7-974 16,0 2 485-16</inkml:trace>
  <inkml:trace contextRef="#ctx0" brushRef="#br0" timeOffset="203829.43">16905 11685 3518 0,'-21'20'0'0,"4"3"0"0,5-7 0 0,5-2 0 0,2-5 0 0,5-1 0 0,0-4 0 0,16 1 0 0,12-5 0 0,11 0 0 0,0 0 202 0,1-4 9 0,2-5-211 0,-1-2 0 16,-7 1 0-16,2 1 0 0,-5 1 0 0,-2 1 0 15,-3 1 0-15,-5 4 0 0,-1 0 0 0,-3 2 0 16,-2 0-847-16,-1 6 378 0,-3 5 250 0,-2 6-19 16</inkml:trace>
  <inkml:trace contextRef="#ctx0" brushRef="#br0" timeOffset="204443.12">18370 10567 2391 0,'-18'-11'0'0,"5"5"0"0,5 5 0 0,1-4 0 0,3 4 0 0,3-1 0 0,-1-1 0 0,2 2 0 0,2-1 0 0,16-2 0 0,8 1 287 0,4-2-115 0,12 0-72 16,-3 2 377-16,2-1-220 0,3 0-109 0,-1 2-49 15,-7 1-99-15,11-2 0 0,-6 2 0 0,-7 0 0 16,-1 1 0-16,-1 0 0 0,-7 0 0 0,1 0 0 16,-3 1-37-16,-5 3-47 0,-2-1 61 15,-5 1-927-15,-2-2 455 0,1 0 205 0,-3-2-198 0,0 0 225 16,-3 0 112-16</inkml:trace>
  <inkml:trace contextRef="#ctx0" brushRef="#br0" timeOffset="204652.69">18846 10290 2077 0,'-3'-7'0'0,"1"5"0"0,2 1 0 0,0-1 0 0,5-3 0 0,13 0 0 0,7 2 0 0,7 1 0 0,10 2 0 0,-1 0 0 0,5 4 132 15,-7 7-38-15,9 4 193 0,-6 2-124 0,-12-2-62 16,2 3 35-16,-6 1-48 0,-9 0-16 0,-4 4-9 16,-9 3-90-16,-4-2 33 15,-2 2-1-15,-17 1-22 0,-7 1 38 0,-8 2-11 0,-2-2 29 16,-1-3-226-16,-3 0 113 0,3-3 33 15,5-4-17-15,-2 2-489 0,2-4 218 0,2 3 146 16,3-2-414-16,3 2 280 0,8 0 130 0</inkml:trace>
  <inkml:trace contextRef="#ctx0" brushRef="#br0" timeOffset="205020.46">18919 10892 1979 0,'10'0'0'0,"-1"-1"0"0,-1-8 0 0,-5-4 0 0,-1 1 0 0,0-5 0 0,-2 0 0 0,0-2 0 0,0 2 0 0,0-2 0 0,-4 2 174 0,-5 0-68 0,-4 4-33 0,-2 2 68 16,-4 4-52-16,-1 5-15 0,-9 0-10 0,1 2 142 16,-2 5-84-16,-2 12-42 0,-3 8 203 0,6-3-113 15,1 6-71-15,4 2-30 0,5 1 133 0,4 1-202 16,6 2 0-16,5-3 0 0,4 1 0 0,0-2 0 16,2-2 0-16,14-4 0 0,5-1 0 0,4-4 0 15,3-3 0-15,4-4 0 0,0-3 0 16,0-3 0-16,0-2 0 0,-8-3 0 15,8-1 0-15,-12 0 0 0,3 0 0 0,-6 0 0 47,-4 0-41-47,-2 0-864 47,-3 0 437-47,-2 0 215 0,-4 4 108 47,-2 6-619-47,0 1 363 0</inkml:trace>
  <inkml:trace contextRef="#ctx0" brushRef="#br0" timeOffset="205200.45">18027 11538 3402 0,'-20'0'0'15,"6"1"0"-15,5 4 0 0,5-2 0 0,4-3 0 0,0 4 0 0,17-4 0 0,21 2 0 0,10-2 0 0,18 0 0 0,6-2 529 0,3-3-529 0,6-5 0 16,15 0 0-16,-20 3 0 0,22-2 0 0,-4 2 0 15,-6-2 0-15,0 4 0 0,-12-1 0 0,2 3 0 16,-4 1 0-16,-8 0 0 0,-14 2 0 0,2 0 0 0,-10 0 0 0,-1 0 0 0,-11-3 0 0,-8 3 0 16,-4 0 0-16,-9-1 0 0,-6 1-539 0,-3 0 133 15,-2 0 181-15,-13 0 91 0,-12 4-248 0,-3 3 170 16,-4 3 75-16,-3 1-585 0</inkml:trace>
  <inkml:trace contextRef="#ctx0" brushRef="#br0" timeOffset="205410.51">18465 11669 3474 0,'-10'0'0'0,"3"4"0"0,3 14 0 0,3-4 0 0,1 7 0 0,0 5 0 0,0 4 0 0,1 2 0 16,5 13 0-16,1-1 0 0,0-1 457 0,-2 2-457 0,-1-1 0 15,-3-2 0-15,3 7 0 0,-2-6 0 0,0-7 0 16,0 5 0-16,1-3 0 0,-1-3 0 0,0-3 0 15,0-7 0-15,0-5 0 0,0-7-249 0,-2-1 109 16,2-4-884-16,2-5 498 0,1-3 245 16,4-2-454-16</inkml:trace>
  <inkml:trace contextRef="#ctx0" brushRef="#br0" timeOffset="205601.03">18611 11866 3639 0,'-13'-11'0'0,"-2"9"0"0,8-2 0 0,-4 1 0 0,5 1 0 0,3 1 0 0,3-1 0 0,1 2 0 0,18 0 0 0,9-3 0 0,6 3 155 0,11 0-63 0,0 0-47 16,4-1-45-16,1-1 0 0,-1 0 0 0,-4 1 0 0,8-2 0 15,-9 0 0-15,-9 0-499 0,-1 2 181 0,-8 1 188 16,0 0 79-16,-5 0-787 0,-6 0 378 0,-4 0 211 16,-4 1 106-16,-1-1-213 15,-4 3 163-15,1-3 78 0,-3-3 39 0</inkml:trace>
  <inkml:trace contextRef="#ctx0" brushRef="#br0" timeOffset="205777.52">19152 11685 2196 0,'-13'-21'0'0,"2"4"0"0,4 4 0 0,-1 4 0 0,4-1 0 0,2 5 0 0,2-1 0 0,0 1 0 0,10 4 0 0,6-1 0 0,7 2 93 0,2 0 164 0,-1 0-110 0,-4 2-45 16,9 7 271-16,-7 3-167 16,-5-2-84-16,0 3 184 0,-4 2-177 0,-5 1-129 0,-4 3 0 0,-4 4 0 15,0-2 0-15,-8 5 0 16,-11-2 0-16,0 2-87 0,-3-1-93 0,0-3 109 15,-1 2 54-15,0-3-303 0,3-2 118 0,3 0 6 16,-3 0-684-16,2 2 422 0,3 1 210 0</inkml:trace>
  <inkml:trace contextRef="#ctx0" brushRef="#br0" timeOffset="206022.98">19142 12179 2523 0,'1'0'0'0,"1"0"0"0,-2 0 0 0,0-8 0 0,0-3 0 16,-8-5 0-16,-1 4 0 0,0-4 0 0,-3 4 0 0,-1 0 0 0,-4 3 105 0,0 1 204 0,-4 4-140 0,-5 4-66 0,1 0-33 0,-2 8 173 16,1 11-103-16,-1 3-42 0,4 2 73 0,3 5-171 15,5-1 0-15,6 0 0 0,5 0 0 0,4-5 0 16,0 7 0-16,6-5 0 0,12-5 0 0,5-3 0 16,3-2 0-16,6-8 0 0,2-3 0 0,1-4 0 15,4 0 0-15,-4-2 0 16,2-11 0-16,-3-2 0 0,0-3-515 0,0-4 77 15,-3 4 201-15,1-2 99 0,0-4-285 0,2-2 197 16,-4 2 94-16,0-2-593 0</inkml:trace>
  <inkml:trace contextRef="#ctx0" brushRef="#br0" timeOffset="206239.58">19643 11647 3219 0,'0'-15'0'0,"0"3"0"0,-4 2 0 0,-1 2 0 0,0 4 0 0,1 0 0 0,3 3 0 0,1 1 0 0,0 3 0 0,0 16 0 0,0 8 712 0,0 4-712 0,0 10 0 0,1 9 0 16,3 0 0-16,1 14 0 0,-2-6 0 0,1 2 0 16,0-6 0-16,1 12 0 0,0-13 0 0,-1 5 0 15,3 1 0-15,-4-3 0 0,1 0 0 0,-1 0 0 16,-1-3 0-16,0-1 0 0,0-5 0 0,0-9 0 16,-2 2 0-16,0-5 0 0,0-4-493 0,0-9 2 15,0 0 226-15,0-5-604 16,0-4 406-16,0-2 217 0</inkml:trace>
  <inkml:trace contextRef="#ctx0" brushRef="#br0" timeOffset="206454.16">20204 11416 3931 0,'-5'-24'0'0,"5"18"0"0,0-4 0 0,11-2 0 0,6 0 0 0,8 1 0 0,5 3 0 0,5 1 0 0,4 1 0 0,4 3 0 0,10 1 0 0,11 1 0 0,-13 1 0 15,5 0 0-15,-4 0 0 0,-6 1 0 0,4 10 0 0,-17 4 0 16,1 4-628-16,-9 3 155 0</inkml:trace>
  <inkml:trace contextRef="#ctx0" brushRef="#br0" timeOffset="206601.56">20303 11857 3931 0,'-14'0'0'0,"10"0"0"0,4 0 0 0,0 0 0 0,0 0 0 0,20 0 0 0,10 0 0 0,6 0 0 0,6 0 0 0,1 0 0 0,13-2 0 0,1 0 0 0,-1 1 0 16,-2 1 0-16,-1 0 0 15,-6 0 0-15,-4 0-225 0,-4 5 96 0</inkml:trace>
  <inkml:trace contextRef="#ctx0" brushRef="#br0" timeOffset="208671.31">21588 10798 2462 0,'-5'-5'0'0,"-2"-1"0"0,-3 2 0 0,1 2 0 0,-4 0 0 0,-3 2 0 0,-3 0 0 0,-1 15 0 0,-4 6 0 16,-5 10 0-16,1 3 221 0,2 9-90 0,-3 1 320 0,6 5-205 0,2 3-92 0,3 3-61 0,4 9 80 0,5-4-173 15,4 0 0-15,5 2 0 0,0-11 0 0,3 5 0 16,8-3 0-16,5 0 0 16,3-3 0-16,4 1 0 0,2-1 0 0,0-1 0 15,3-2 0-15,-1 0 0 0,3-4 0 0,-2-3 0 16,-3-8 0-16,1 0 0 0,1-5 0 0,-4-2 0 15,-2-6 0-15,-1-4 0 0,-2-4-331 0,-1-5 118 16,-1-3 84-16,0-3-585 16,-3 0 336-16,2-1 168 0,0-9 73 0,0-9-222 15,0-3 159-15</inkml:trace>
  <inkml:trace contextRef="#ctx0" brushRef="#br0" timeOffset="208891.89">21822 11405 3931 0,'-12'-6'0'0,"8"4"0"0,2 1 0 0,2-3 0 0,0 2 0 0,0-2 0 16,11 0 0-16,14 1 0 0,3-1 0 0,13 0 0 0,-4 2 0 0,11 0 0 16,-2 2 0-16,-2 0 0 0,2 0 0 0,-2 0 0 0,-4 0 0 0,7 0 0 15,-6 0 0-15,1 0 0 0,-8 0 0 0,1 0 0 16,1 0 0-16,-6 0 0 0,-4 0 0 0,-4-2-571 15,-1 1 29-15,-4-1 241 0,-2 2 136 0,-3 0-698 16</inkml:trace>
  <inkml:trace contextRef="#ctx0" brushRef="#br0" timeOffset="209366.27">22328 11714 2474 0,'-10'0'0'0,"-2"0"0"0,4 1 0 0,1-1 0 0,0 0 0 0,0 0 0 0,2-1 0 0,1-8 0 0,1-2 0 0,1-1 0 0,0-2 101 0,-2 0 138 0,1 0-100 0,-4-1-49 15,0 1 148-15,-2-1-89 0,-3 4-60 0,-4 2-25 16,-3 1 103-16,-3 4-64 0,-3 2-32 16,2 2-64-16,-7 2-7 0,2 12 0 15,0 6 0-15,1 1 0 0,7 2 0 0,5-1 0 16,0 6 0-16,10-6 0 0,3 0 0 0,2 0 0 15,0-1 0-15,11-3 0 0,12-3 0 0,0-5 0 16,6-6 0-16,1-4 0 0,0 0 0 0,0 0 0 16,-2-10 0-16,-3-5 0 0,-8 1 0 0,1-2 0 15,-4 1 0-15,-5 0 0 0,-2 0 0 0,-3 5 0 16,0 1 0-16,-3 1 0 16,-1 5 0-16,0 1 0 0,0 0 0 0,0 1 0 15,0 1 0-15,0 0 0 0,0 5 0 0,0 15 0 16,-1 7 0-16,-1 1 0 0,2 8 0 0,0 6 0 15,0 0 0-15,0-4 0 0,0 9 0 0,0-2 0 16,2-2 0-16,-1 0 0 0,4-2 0 0,-3-3 0 16,-2 9 0-16,0-6 0 0,0-5 0 0,0 2 0 15,0-3 0-15,0-4 0 0,-2-9 0 0,-3-1 0 16,2-7 0-16,-1-2 0 0,2-5 0 0,0-3 0 16,-1-4 0-16,-1 0-636 0,-1-2 246 15,0-15 175-15,1-8-418 0,3-14 302 16,-1-4 146-16,2-17 73 0</inkml:trace>
  <inkml:trace contextRef="#ctx0" brushRef="#br0" timeOffset="209765.09">21932 10500 2886 0,'-21'-33'0'0,"6"14"0"0,3 5 0 0,2 1 0 0,4-1 0 0,3 5 0 0,3 1 0 0,0 3 0 0,1-1 0 0,17 3 0 16,5 1 190-16,6-1-65 0,1 3 283 0,3 0-184 0,4 0-126 0,6 0-98 0,-10 3 0 15,5 1 0-15,-3 1 0 0,-5 1 0 0,-5-1 0 16,-2 1 0-16,-5-1 0 0,-1 3 0 16,-4-2 0-16,-5-3 0 15,0 3 0-15,-5-1 0 0,1 0 0 0,0 0 0 0,-3 0 0 16,1-1 0-16,-2 4 0 0,0 1 0 15,0 4 0-15,0 1 0 0,0 5 0 0,0 4 0 0,0 2 0 16,0 4 0-16,0 4 0 0,0 3 0 16,0 9 0-16,0-4 0 0,0 1 0 0,3-1 0 0,-1 0 0 15,0-4 0-15,-1 3 0 16,3 0 0-16,-2-3 0 0,2-1 0 0,-1-3 0 16,-1-1 0-16,0 0 0 0,0-1 0 0,-1-5 0 15,-1-3 0-15,0-3 0 0,0-3-8 0,0-6-450 16,0-1 208-16,0-2 106 0,0-5-304 0,-5-3 194 15,-2 0 112-15,-2 0-520 0,-3-9 312 0,1-14 155 16</inkml:trace>
  <inkml:trace contextRef="#ctx0" brushRef="#br0" timeOffset="209939.56">22068 10817 2824 0,'-25'-7'0'0,"4"2"0"0,2 5 0 0,5 0 0 0,4 0 0 0,4 0 0 0,2 0 0 0,4 0 0 0,0 0 0 0,7 0 0 0,15 0 131 0,6 0 449 0,4 5-270 0,5-1-224 15,9 1-86-15,-2-1 0 0,2-1 0 0,0 1 0 16,2-3 0-16,-7 2 0 0,8-1 0 0,-13 2 0 16,3 2 0-16,-4-3 0 0,2 2 0 0,-3 1 0 15,-1 2 0-15,-1-1-68 0,2 0 24 0,1 2-1189 16</inkml:trace>
  <inkml:trace contextRef="#ctx0" brushRef="#br0" timeOffset="210157.11">23017 11694 3931 0,'0'15'0'0,"0"12"0"0,0-3 0 0,0-9 0 0,0 0 0 0,0 4 0 15,0-2 0-15,-1-2 0 0,-1-1 0 0,0 2 0 0,-4 0 0 0,1 1 0 0,-2 0 0 0,-1 1 0 0,0 0 0 16,-1 1 0-16,2 1-372 0,-1-1 155 0</inkml:trace>
  <inkml:trace contextRef="#ctx0" brushRef="#br0" timeOffset="210670.64">23295 11339 2945 0,'-12'-4'0'0,"1"2"0"0,1 2 0 0,2 0 0 0,3-2 0 15,3 2 0-15,0 0 0 0,2-2 0 0,0-1 0 0,11 3 0 0,14-2 342 0,0-4-142 0,6 5-85 0,1-2 214 0,2 0-329 0,-2 1 0 16,0 0 0-16,-4 2 0 0,4 0 0 0,-4 0 0 15,-3 0 0-15,-5 2 0 0,1 4 0 0,-3-3-123 16,-1 1-218-16,-3 0 190 0,-3 1 95 16,0-1-541-16,-1 2 284 0,-1-3 101 0,4 0 92 0</inkml:trace>
  <inkml:trace contextRef="#ctx0" brushRef="#br0" timeOffset="210873.77">24060 11238 3635 0,'-4'-2'0'0,"4"0"0"0,0 2 0 0,2 0 0 0,10 0 0 0,6 0 0 0,7 0 0 0,5-2 0 0,9 0 0 0,3 0 0 0,-1 0 133 0,14-1-52 0,-7-3 1 16,3 0-82-16,0 0 0 0,-3 1 0 0,-7 1 0 15,9-1 0-15,-17 3 0 16,1 0-277-16,-6 2-60 0,-5 0 187 0,-6 0 104 0,0 2-1037 0,-8 7 522 15</inkml:trace>
  <inkml:trace contextRef="#ctx0" brushRef="#br0" timeOffset="211352.73">24509 11611 2127 0,'-2'0'0'0,"-1"0"0"0,1-4 0 0,-3-5 0 0,4-2 0 0,-1-2 0 0,2-2 0 0,0-5 0 0,-2 4 0 16,2-1 0-16,-2 0 208 0,-2 0-84 0,1 0 118 0,-3 3-92 0,-4 1-61 0,1 1-25 0,-3 1 61 15,-5 3-43-15,0 4 0 0,-6 3-34 16,-5 1 8-16,1 0-17 0,-3 7 0 16,0 8 46-16,0 2 0 0,2 5-37 0,1 1-9 15,6 2 84-15,1-2-47 0,9-1-76 0,3 0 0 16,6 1 0-16,2-3 0 0,0-1 0 15,14-2 0-15,7-4 0 0,3-4 0 0,-1-5 0 0,7-2 0 16,2-2 0-16,-4 0 0 0,-2-2-29 0,-8-7-26 16,3-5 36-16,-5 2-26 0,-2-3 9 0,-4 2-10 15,0-1 32-15,-5 3 258 16,-1 2-244-16,-1 1 0 0,-1 2 0 0,-1 3 0 16,-1 1 0-16,0-1 0 0,0 3 0 0,0 0 0 15,3 0 0-15,-3 8 0 0,0 9 0 0,2 3 0 16,-1 4 0-16,2 7 0 0,-1 1 0 0,0 4 0 15,2 7 0-15,-1-1 0 0,1-6 0 0,-2 4 0 16,1 0 0-16,-2-1 0 0,2-2 0 0,-1-1 0 16,0-4 0-16,-2 0 0 0,0-5 0 0,0-7 0 15,0-1 0-15,0-2 0 0,-4-8 0 0,0 1-49 16,-1-4-203-16,1-2 102 16,-3-3 55-16,0-1-600 0,0 0 319 0,0 0 173 15,0-11 83-15,-2-8-480 0,8-9 280 0</inkml:trace>
  <inkml:trace contextRef="#ctx0" brushRef="#br0" timeOffset="211695.55">24302 10280 2223 0,'0'-17'0'0,"0"12"0"0,0 4 0 0,0 1 0 0,0 0 0 0,-1 1 0 0,-1 15 0 0,-2 0 0 0,-1 6 0 0,-4 4 0 0,0 4 126 0,-3 2-42 16,-6 8-11-16,2-9 10 0,-9 6-42 0,2-2 56 0,1-9-28 0,0 2 0 15,-1-1-28-15,6-10 99 16,-1 0-54-16,2-2 0 0,7-8-45 0,2 0 274 16,3-3-137-16,4-2-59 0,0 2-59 0,2-2-60 15,16 0 0-15,8 0 0 0,12-1 0 0,-5 3 0 16,13 0 0-16,-1-3 0 0,-1 4 0 0,0-2 0 15,-2 2 0-15,-6-1 0 0,1 2 0 0,-2-2 0 16,-3 2 0-16,-3-1 0 0,-8-1 0 0,-1-1 0 16,-6 1 0-16,-4 1 0 0,-1-2-168 0,-2-1 25 15,-5 0-764-15,-1-2 422 16,-1 0 227-16,0 0-459 0,0 0 338 0</inkml:trace>
  <inkml:trace contextRef="#ctx0" brushRef="#br0" timeOffset="211872.02">24486 10407 3247 0,'-12'-9'0'0,"-3"5"0"0,7 0 0 0,-3 3 0 0,3-2 0 0,2 3 0 0,3 0 0 0,1 12 0 0,2 9 0 0,0 6 0 0,0 5 365 0,4 7-168 0,0 2-75 0,2 2-122 16,-1 2 0-16,-1 2 0 16,-2-8 0-16,-1 10 0 0,-1-5 0 0,0-3 0 15,0 0 0-15,0-2 0 0,0-3 0 0,0 4-387 16,-5 2-14-16,1-2 155 0,-2 2 131 15</inkml:trace>
  <inkml:trace contextRef="#ctx0" brushRef="#br0" timeOffset="212078.95">25077 11707 3931 0,'0'0'0'0,"-1"2"0"0,-1 15 0 0,-3-2 0 0,1 2 0 0,2 4 0 0,1 2 0 0,-3 3 0 0,2-2 0 0,-3 2 0 0,4 0 0 0,-5 2-183 0,1-3 16 0,-1 5 97 16,3-12 55-16,-3 3-417 0,-1-4 236 16,4-3 117-16,1-4-1049 0</inkml:trace>
  <inkml:trace contextRef="#ctx0" brushRef="#br0" timeOffset="212368.81">25497 11390 3757 0,'-17'-15'0'0,"6"12"0"0,5 2 0 0,1-1 0 0,3 0 0 0,2 0 0 0,0 1 0 0,4-3 0 0,14 0 0 0,5 0 0 0,7 0 139 16,2 0-104-16,0 1-35 0,1 1 0 0,-1 0 0 0,0 0 0 16,-5 0 0-16,5 0 0 0,-6 2 0 0,-3 0-107 15,-3 0 1-15,1 0 72 0,-4 0-798 0,-2 0 355 0,2 0 232 16,-1 0 44-16,7 0-590 0</inkml:trace>
  <inkml:trace contextRef="#ctx0" brushRef="#br0" timeOffset="212588.68">26429 11304 3357 0,'-4'-6'0'0,"4"4"0"0,0 2 0 0,0 0 0 0,0 0 0 16,1 0 0-16,15 0 0 0,2-2 0 0,7 2 0 0,5-2 0 0,9 2 418 0,3-1-262 0,-4-1-156 0,9-2 0 0,-4 0 0 0,-1-2 0 0,-8 2 0 15,4 1 0-15,-4-1-84 0,-6 0 23 0,-6 2-258 16,-1 0 177-16,-4 2 90 0,-5 0 44 16,-5 0-959-16,-2 0 469 0,-3 0 231 0</inkml:trace>
  <inkml:trace contextRef="#ctx0" brushRef="#br0" timeOffset="213050.28">26731 11630 2114 0,'0'-7'0'0,"0"3"0"0,-2 0 0 0,2-4 0 0,0-1 0 0,0 0 0 0,0-1 0 0,0-1 0 0,0 2 0 16,0-1 0-16,0-1 79 0,0-1-42 0,0 1 60 0,-10 2-21 0,-1 0-8 15,-3-1-31-15,-5 3 109 0,-6-1-54 0,-2 7-28 16,0-2 10-16,-3 3 183 0,-2 0-110 16,2 4-55-16,-2 7 210 0,4 3-133 15,5-1-89 1,-2 7-80-16,6-1 0 0,8-1 0 0,1 4 0 0,6-1 0 0,1-1 0 16,3-1 0-1,3 0 0-15,8-1 0 0,5-5 0 0,8-1 0 0,2-8 0 16,4-3 0-16,-3-1 0 0,3-1 0 15,-1-10 0-15,-2-4 0 16,-5-1 0-16,2-3 0 0,-8 5 0 16,-4-1 0-16,0 0 0 0,-6 7 0 0,-1-1 0 0,-3 5 0 0,0 0 0 0,0 2 0 15,-2 1 0-15,0 1 0 0,0 0 0 16,0 0 0-16,0 12 0 0,0 8 0 0,0 4 0 16,-2 3 0-16,0 4 0 0,2 5 0 0,0-1 0 0,0 3 0 0,0 0 0 15,0-3 0-15,0 1 0 0,0-4 0 16,2 0 0-16,0-2 0 0,-2-4 0 0,0-6 0 15,0 3 0-15,0-4 0 0,-4-1 0 0,-3-4 0 0,-3-3-203 16,1 0-277-16,-2 0 226 16,-1-3-532-16,3-2 375 0,0-4 187 0,-1-2 93 0,2 0-246 15</inkml:trace>
  <inkml:trace contextRef="#ctx0" brushRef="#br0" timeOffset="213397.73">26594 10426 2351 0,'0'-22'0'0,"0"16"0"0,0 4 0 0,0 2 0 0,4 0 0 0,2 0 0 0,-3 2 0 15,-1 13 0-15,0 5 0 0,-2 4 0 0,-2 5 123 0,-13 8-33 0,-7 3-9 0,-5-2-49 0,1 0 6 16,-2-4 1-16,1-10 49 0,-3 2-15 0,2-3-9 0,-1-7 203 31,6-2-114-31,4-5-57 0,2-1-29 0,7-5 302 0,5-1-369 0,-2 0 0 0,7-2 0 16,0 2 0-16,16-2 0 0,12 0 0 15,11 0 0-15,3 2 0 0,3-1 0 0,5 1 0 16,3 2 0-16,1 0 0 0,1-2 0 0,-4 2 0 16,-1 0 0-16,-13-3 0 0,0 3 0 15,-7 0 0-15,0 0 0 16,-7 1-23-16,-6-1-419 0,-4-2 195 0,-5 2 104 0,-5-3 43 0,1-1-659 15,-4 0 360-15,0 0 181 0,0 0-207 0,-7-1 193 16</inkml:trace>
  <inkml:trace contextRef="#ctx0" brushRef="#br0" timeOffset="213572.13">26819 10528 3167 0,'-11'-5'0'0,"3"2"0"0,1 3 0 0,-2 0 0 0,-1 0 0 0,2 6 0 0,3 11 0 0,0 5 0 0,1 9 0 0,-2 6 0 0,4 3 385 0,-2 3-173 0,-1 2-45 0,-1-1-167 16,1-3 0-16,-1 9 0 0,4-7 0 0,0-9 0 0,2 1 0 16,0 0 0-16,0-2 0 0,0-1 0 15,0-4 0-15,0-4-276 0,0-1 61 0,0-2 127 0,0-2-1115 16,2-4 588-16</inkml:trace>
  <inkml:trace contextRef="#ctx0" brushRef="#br0" timeOffset="213776.12">27142 10706 3931 0,'22'-3'0'0,"7"3"0"0,0 0 0 0,4 10 0 0,1 15 0 0,0 9 0 0,-3 8 0 0,-2 6 0 0,-5 5 0 0,-1 10 0 0,-8 0 0 16,0-1 0-16,-8 3 0 0,-5 1 0 0,-2-6 0 15,0 11 0-15,-21-5 0 0,-8-3 0 0,-6 0 0 16,-5-3 0-16,-1-9 0 0,-15 9 0 0,6-9 0 15,-3-2 0-15,-1-6 0 0,-2-2 0 0,3-7 0 16,-16 5-110-16,5-1-121 0,-4-2-1128 0</inkml:trace>
  <inkml:trace contextRef="#ctx0" brushRef="#br0" timeOffset="-211631.97">4775 8033 1344 0,'-4'-1'0'0,"1"-1"0"0,0-1 0 0,-2 3 0 0,2-1 0 0,3 1 0 0,-5-2 0 0,3 2 0 0,0 0 0 0,1 0 0 0,-1-2 68 15,2 2 108-15,-2 0-56 0,2 0-45 0,-1 0 75 16,1 0-55-16,0 0-26 0,0 0 0 15,0 0 185-15,0 0-111 0,0 0-51 0,0 0 1 16,0 0 166-16,0 0-108 0,0 0-44 16,0 0-38-16,0 0 148 0,0 0-88 0,0 0-43 15,0 0 79-15,0 0-165 0,0 0 0 0,0 0 0 16,0 0 0-16,0 0 0 0,0 0 0 0,0 0 0 16,0 0 0-16,5 0 0 0,2 0 0 0,4 0 0 15,-1 0 0-15,5 0 0 0,0 0 0 0,-1 0 0 16,7-1 0-16,-3-3 0 0,2-4 0 0,4 3 0 15,-1-4 0-15,2-1 0 0,-2 2 0 0,8-3 0 16,-1 2 0-16,0-1 0 0,4-1 0 0,-2 2 0 16,2-1 0-16,0 1 0 15,-2 3 0-15,-1-1 0 0,1 1 0 0,0 2 0 16,-3-1 0-16,0 2 0 0,-6 0 0 0,-1 1 0 16,-1 1 0-16,-2-1 0 0,1 0 0 0,-5 0 0 15,-5 0 0-15,-1 0 0 0,0 0 0 0,-4 0 0 16,-2 1 0-16,-1 1 0 0,0-2 0 15,0 0 0-15,-2 0 0 0,0 1 0 0,0-2 0 0,0 1 0 16,0-2 0-16,0 3 0 16,0-2 0-16,0 2 0 0,0-1 0 0,0 2 0 15,0-2 0-15,0 2 0 0,0 0 0 0,0 0 0 16,0 0 0-16,0 0 0 0,0 0 0 0,0 0 0 16,0 0 0-16,0 0 0 0,-2 0 0 0,-2 5 0 15,3 1 0-15,-3 4 0 0,-1-1 0 0,-2 4 0 16,3-1 0-16,-1 4 0 0,0-1 0 0,0 4 0 15,-2-1 0-15,3 3 0 0,0 0 0 0,-1-2 0 16,3 2 0-16,-1-3 0 0,1 2 0 16,0-4 0-16,2-2 0 0,-1 1 0 15,1-5 0-15,-2 0 0 0,2-4 0 0,0-3 0 16,0 1 0-16,0-2 0 0,0-2 0 0,0 0 0 16,0 0 0-16,0 0 0 0,-3 0 0 0,3 0 0 15,0 0 0-15,0 0 0 0,0-2 0 0,0 0 0 16,0 2-292-16</inkml:trace>
  <inkml:trace contextRef="#ctx0" brushRef="#br0" timeOffset="-210286.88">5391 9061 310 0,'0'0'0'0,"0"-1"0"0,0-2 0 0,0 2 0 0,0-1 0 0,0-1 0 0,0 0 0 0,0 1 0 0,0 0 0 0,0 0 0 0,0 0 22 0,0 1 0 0,0-1 60 16,-2 0 8-16,2 2-60 0,-4 0 0 0,2 0-34 16,-3 0 0-16,3 0 33 0,-4 0 8 0,2 0-58 15,3 0 0-15,-3 0 47 0,3 0 1 0,-4-2-36 16,4 0 35-16,0 0-12 0,-2 0 2 0,3 0 4 15,-2-2-13-15,2 2 10 0,-2-1-1 16,2 1-5-16,-2-2 3 0,2 2 48 16,-2 1 1-16,0-3-45 0,0 2 10 0,0 0 97 15,1 0-49-15,-1 0-19 0,0 0 1 0,1 1 102 16,-1-1-49-16,-1 0-39 0,1 0 39 0,2 2-35 16,0-2 0-16,0 2 92 0,0 0-53 0,0 0-42 15,0 0 1-15,0 0 76 0,0 0-54 0,0 0-27 16,0 0 11-16,0 0 77 0,0 0-57 0,0 0-29 15,0 2-1-15,0 2 142 0,0 1-75 0,0 1-53 16,0-2 49-16,5 3-45 16,0-1-1-16,2 0 0 0,1 1-87 0,4-1 0 15,-4 1 0-15,2 3 0 0,1-3 0 0,-2 4 0 16,3 0 0-16,-1 0 0 0,0 3 0 0,1-1 0 16,0 0 0-16,0 2 0 0,3-1 0 0,0-1 0 15,-2-2 0-15,2 2 0 0,0-2 0 0,0 0 0 16,-1-1 0-16,1 0 0 15,-4-1 0-15,2 0 0 0,-4-1 0 0,1-5 0 0,-3 5 0 16,1-3 0-16,-3-1 0 0,1 2 0 0,-2-3 0 16,-1 1 0-16,-1 1 0 0,0-1 0 15,1-3 0-15,-2 3 0 0,1-1 0 0,-2-2 0 16,0 2 0-16,0-1 0 0,2 0 0 0,-2 0 0 16,0-1 0-16,0 2 0 0,0 0 0 0,0-1 0 15,0 1 0-15,0 1 0 0,0 0 0 0,0 2 0 16,-2 1 0-16,-4 1 0 0,2 2 0 0,-5 1 0 15,-2-1 0-15,-2 3 0 0,-2 3 0 0,-4-1 0 16,-2 3 0-16,-2-2 0 16,-1 3 0-16,-1-1 0 0,-3 4 0 0,-1-4 0 15,0 1 0-15,5-3 0 0,-1 1 0 0,7-3 0 16,0-1 0-16,2 0 0 0,4-3 0 0,3-3 0 16,0-2 0-16,3 1 0 0,3 0 0 0,-1-5 0 15,3 2 0-15,-1-2 0 0,2-1 0 0,0 0 0 16,0 0 0-16,0 0 0 0,0 0 0 15,0 0 0-15,0 0 0 0,0 0 0 0,0 0 0 16,0 0 0-16,0 0 0 0,0 0 0 16,0 0 0-16,0 0 0 0,0 0 0 0,0 0 0 15,0 0 0-15,0 0 0 0,0 0 0 0,0 0 0 16,0 0 0-16,0 0 0 0,0 2 0 0,0 4 0 16,0 1 0-16,0 3-136 0</inkml:trace>
  <inkml:trace contextRef="#ctx0" brushRef="#br0" timeOffset="-208593.75">5365 7938 1993 0,'0'0'0'16,"0"0"0"-16,0 0 0 0,1 0 0 0,3 0 0 0,2 0 0 0,2 0 0 0,-3 2 0 0,2 0 0 0,-3-1 0 0,2 3 129 0,1-1-44 0,-2 0 1 15,-2-2 32-15,1 2-43 0,-3-2 0 0,3 1-12 16,-2 0-21-16,1-2 0 0,-3 0 10 0,3 0-9 16,0 0-2-16,-1 0 1 0,-1 0 0 0,1 0-42 15,0 0 10-15,-1 0 32 0,-1 0-34 0,0 0 34 16,0 0 0-16,0 0 0 0,0 0-70 0,0 0 18 16,0 0-1-16,0 0 5 0,0 0-1 0,0 0 22 15,0 0 13-15,0 0-61 0,0 0-1 0,0 0 43 16,0 0 7-16,0 0-112 0,0 0 54 0,2 0 17 15,0 0-26-15,-2 0 18 0,2 0 1 0,-1 0 20 16,1 0 2-16,0 2-10 0,0-2 9 16,1 0 64-16,-3 2-31 0,2-2-6 15,-1 2-29-15,2-2 96 0,-1 2-43 0,-1-2 13 16,3 2-52-16,-3 0 58 16,1-1 5-16,2 1-32 0,-1 0-27 0,-1 0 19 0,0 0-5 0,1 0 7 15,0-1-20-15,0 3 18 16,0-1-3-16,1-1-2 0,-3-1 0 0,5 4-5 15,-3-4 8-15,4 1 44 0,-1 1-47 16,-1-1-2-16,2 2 1 0,0 0 34 0,1-2 5 0,-2 1-29 16,1 2-46-16,2 0 44 0,-1-1-2 15,0-1 5-15,-1 3-39 0,0-2 36 0,4 1-2 0,-4 1-53 16,3-2-1-16,0 2 43 0,0-1 10 0,1 1-60 16,0-1-1-16,0 1 36 15,-1-1 12-15,-1 1-51 0,3 2 45 0,-3-2-9 0,2 1 14 0,-2-2-10 16,-1 1 2-16,-1 1 37 0,3-3-1 0,-2 2-33 15,-1-1-1-15,2 1 25 0,-1 0-23 16,1 0 7-16,0 0-7 0,3-3 33 16,-1 3-29-16,0-3 6 0,3 2-6 0,0-2-16 15,2 0 21-15,-1 1-3 0,2-2-33 0,-3 4 32 16,2-2 0-16,-2 0-1 0,2 1-57 0,-3 1 26 16,0-1-6-16,-2 1 2 0,0-1 0 0,-1 0 21 15,2 3-3-15,-2-1 9 0,3-2-12 0,-3 1 7 16,1-1-10-16,1 1 59 0,2 0-54 15,0-3 4-15,-1 1 54 0,3-1 1 0,-2 2-47 16,3-1-4-16,-1-1 45 0,-2 1-40 16,2-2 11-16,-2 2-20 0,2 0 19 0,-3-1-4 15,-1 2 7-15,1-1-53 0,3 2 45 0,-4-1-1 16,2 2-1-16,-1-2-34 0,2 0 28 0,-2 1 4 16,4 2-20-16,-4-2 17 0,4 1-5 0,-4 0 5 15,2-1-8-15,0 0 6 0,3-1 1 0,-2 1-9 16,0 1 9-16,-2-3-1 0,2 2 0 15,-2-2-39-15,-1 1 38 0,-1-1 0 0,-3-2-1 16,0 2-6-16,1-1 4 0,-3-2 1 16,-1 3 8-16,-1-3-7 0,2 1-3 0,-4-2 15 15,1 2-13-15,1-2 0 0,-1 0-1 0,0 1 37 16,-1-1-34-16,4 0-2 0,-4 0 2 0,1 0-8 16,-1 0 9-16,-1 0-1 0,1 0 4 0,-2 0-51 15,1 3 48-15,0-3 0 0,-2 0-69 0,0 0 32 16,0 0-6-16,0 0 36 0,0 0-183 0,0 0 85 15,0 0 33-15,0 2-479 16,0 1 244-16,-4 1 138 0,-7 5 63 0,-4 7-617 0</inkml:trace>
  <inkml:trace contextRef="#ctx0" brushRef="#br0" timeOffset="-207620.83">5543 9439 1324 0,'0'0'0'0,"0"0"0"0,0 0 0 0,0 0 0 0,0 0 0 0,2-2 0 0,3-2 0 0,0 3 0 0,1-6 0 0,1 3 0 0,0 0 40 0,1-3 1 16,1 0-1-16,0 1 27 0,3-3-26 15,-1 2-1-15,0-3 0 0,2 0 38 0,2 1-38 0,-2-3 11 16,4 0 15-16,-4 1-25 0,5-3-1 0,-4 0 31 16,2 4-31-16,0-1 10 0,2-3-10 15,0 2 0-15,-3-4 28 16,1 3-28-16,0 0 14 0,-1 0-4 0,2 0-10 0,-1-3 0 15,-2 3 1-15,2 0-1 0,1-2 0 16,-3 3-33-16,3-4 33 0,5 1 0 16,-9 2 0-16,5 0 1 0,-2 0-40 0,3-3 10 0,0 4 20 15,-1-2-48 1,0 2 22-16,-2-2-1 0,2-1-44 0,-1 2 38 0,-1 0-13 0,-1 2-95 0,2-1 119 31,-1 1 5-31,0 0-7 0,0-1 7 0,2 1-36 0,-1 0 0 0,0 0 14 0,3-6 11 16,-5 5-47-16,5-1 42 15,-4 0 34-15,1-2 1 0,-2 2-38 0,0 0 2 0,0 0 31 0,-4 0 1 16,2 1-27-16,1 2 9 0,0-2-8 16,-1 1 0-16,-1 0 5 0,2-1-2 0,-2 3-11 15,2-1 11-15,-1 1 7 0,0-2-41 0,0 1 35 0,2-1 1 16,-1 2-4-16,-2-3 38 0,1 3-39 0,2 1 2 16,-5-1-4-16,3-1 53 0,-1 3-48 15,-6 2 0-15,6-2 34 0,-3-2-32 0,-1 5 5 16,1-1 16-16,0 0-18 0,-1-1 4 15,-1 1-3-15,3-1 2 0,-2 2 5 0,-1-1-3 16,2 1-2-16,-2-2 6 0,0 1-6 16,-2 2 1-16,-1-1 3 0,1 1 29 0,-5 0 0 15,2 2-30-15,0 0 61 0,1-2-27 0,-3 3 5 0,0 0 6 16,0 0-35 0,0 0 3-16,0 0-2 0,0 0-67 0,0 0 41 0,0-2-2 0,0 2-398 15,0 0 196-15,0 0 103 0,0 0 38 0,-5 0 29 0,-2 0-776 16,0 7 383-16,-4 3-343 15</inkml:trace>
  <inkml:trace contextRef="#ctx0" brushRef="#br0" timeOffset="-204591.2">6212 8396 327 0,'-3'0'0'0,"1"0"0"15,-2-1 0-15,-1 1 0 0,3-2 0 0,-1-1 0 0,-1 3 0 0,2-1 0 0,-3-1 0 0,3 0 0 0,-2 0 65 0,1 0-1 0,-2 1-37 0,3-4 0 16,-5 4 23-16,2-1-14 15,1 0-6-15,-1 0-40 0,-2 0 0 0,2 1 37 0,-1-1 0 0,1-1 7 0,-2 3-25 16,0-2 17-16,0 2-1 0,2 0 26 16,0 0-25-16,-2 0 1 0,1 0 55 15,1 0-29-15,1 0 1 0,1 0-28 0,-1 0 1 0,0 0 80 16,2 0-40-16,0 0 10 16,2 0 32-16,0 0-34 0,-4 0 10 0,4 0-44 0,-2 0 59 0,2 0-30 15,-2 0 0-15,0 0 10 0,1 0 11 16,-1 0-50-16,0 0 0 0,0 2 0 15,2 1 91-15,-1-3-45 16,-2 2 103-16,2-2-79 0,0 1-36 0,1-1 131 16,-3 0-83-16,3 2-41 0,-2 0 11 0,0-2-52 0,-2 2 122 15,0 0-60-15,1-1-31 0,-1 4 101 16,1-4-88-16,-2 1-85 0,2 2 0 0,-1-2 0 0,2-1 0 0,-2 4 0 16,2-4 0-16,-1 1 0 0,0-2 0 15,3 2 0-15,-1-2 0 0,1 0 0 0,0 0 0 0,0 0 0 16,0 0 0-1,0 0 0-15,0 0 0 0,0 0 0 0,0 0 0 16,0 0 0-16,0 0 0 0,0 0 0 0,0 0 0 16,0 0 0-16,0 0 0 0,0 0 0 0,0 0 0 15,0 0 0-15,0 0 0 0,0 0 0 0,0 0 0 16,0 0 0-16,0 2 0 0,0-2 0 0,0 0 0 16,1 2 0-16,2-2 0 0,0 0 0 0,3 2 0 15,-2-2 0-15,1 1 0 16,0-1 0-16,-2 2 0 0,1-2 0 0,-1 2 0 0,1 0 0 0,2 0 0 15,-1 0 0-15,0 0 0 0,-2 0 0 16,2-1 0-16,1 1 0 0,2 0 0 16,-3 0 0-16,3 2 0 0,1-3 0 0,0 4 0 15,-1-4 0-15,3 3 0 0,0-1 0 0,-1 0 0 16,1 1 0-16,1 0 0 0,2 0 0 0,0-1 0 16,2 1 0-16,0-1 0 15,0 2 0-15,2-2 0 0,0-1 0 0,-1 2 0 0,2-1 0 0,-2 1 0 16,0-4 0-16,-2 2 0 15,0 0 0-15,-2 1 0 0,1-3 0 0,-5 2 0 0,2 0 0 16,-4-1 0-16,1 2 0 0,0 0 0 16,-3-3 0-16,-1 1 0 0,-1-1 0 0,2 0 0 15,-2 2 0-15,2 2 0 0,-2-2 0 0,0-1 0 0,1 3 0 16,1-2 0-16,-1-1 0 0,3 1 0 16,-2 1 0-16,-1 0 0 0,1-1 0 15,2 0 0-15,-2 1 0 0,-1-2 0 0,0 1 0 0,-1 0 0 16,0-2 0-16,-1 1 0 0,0-1 0 15,0 0 0-15,-2 0 0 0,2 0 0 0,-2 0 0 16,0 0 0-16,0 0 0 16,0 0 0-16,0 0 0 0,0 0 0 0,0 0 0 0,0 0 0 15,0 0 0-15,0 0 0 0,0 0 0 0,0 0 0 16,0 0 0-16,0 0 0 0,0 0 0 0,0 0 0 16,0 2 0-16,0 0 0 15,-6 0 0-15,-2 1 0 0,-5 3 0 0,-1 2 0 16,-4 2 0-16,-2 1 0 0,-8 4 0 15,1 0 0-15,-11 7 0 0,-2 3 0 0,-2 3 0 16,-14 7 0-16,-1 7 0 0,-13 14 0 0,-2 8-380 0,1 9 89 0</inkml:trace>
  <inkml:trace contextRef="#ctx0" brushRef="#br0" timeOffset="-200089.02">7639 13051 2963 0,'-4'0'0'0,"-1"0"0"0,3 0 0 15,2 0 0-15,-2 0 0 0,2 0 0 0,0 0 0 0,0 0 0 0,0 0 0 0,0 0 0 0,0 0 255 0,0 0-100 0,2 0-63 0,5 0 223 16,-1 3-164-16,3-2-151 0,3 1 0 0,-3 0 0 0,7 0 0 0,-3-1 0 15,4 3 0-15,3-1 0 0,6-1 0 0,2-1 0 0,6-1 0 16,2 0 0-16,9 0 0 0,-1 0 0 0,-1 0 0 16,-2 0 0-16,13-3 0 0,-7-5 0 0,1-2 0 15,-4 2 0-15,0-2 0 0,-9 3 0 0,3-1 0 16,-4 2 0-16,-6 3 0 16,-6 0 0-16,0 2 0 0,-6-1 0 0,-2 2 0 15,-2 0 0-15,-5 0 0 0,-1 0 0 0,-2 0 0 16,-3 0 0-16,1 0 0 0,-2 0 0 0,0 0 0 15,0 0 0-15,0 0-481 0,0 0 199 0,0 0 126 16,-3-3-552-16,-1-1 335 0,-2-8 168 0,5 1-548 16</inkml:trace>
  <inkml:trace contextRef="#ctx0" brushRef="#br0" timeOffset="-199852.29">8379 12746 3159 0,'-19'-6'0'0,"3"3"0"0,-2 2 0 0,2 1 0 0,7-2 0 0,-1 2 0 0,4 0 0 0,4 0 0 0,2 0 0 0,2 0 0 0,17 0 100 0,5 3-31 0,4 6 9 0,12 0 323 16,-2 1-277-16,1 1-124 0,4 1 0 0,-3 3 0 16,-5-1 0-16,10 4 0 0,-10-2 0 15,0 0 0-15,-6 4 0 0,-4-2 0 16,-6-1 0-16,-3 1 0 0,-5 4 0 0,-8-2 0 0,-1 3 0 16,-2-2 0-16,-9 3 0 0,-10-3 0 15,-1-1 0-15,-5-1 0 0,-1-2 0 0,-1-2 0 16,0-2 0-16,-2 0 0 0,1 1-62 0,-1-1-213 15,1 0 119-15,0 2-719 0,-1 2 424 0,-1 1 206 16,1 4 104-16</inkml:trace>
  <inkml:trace contextRef="#ctx0" brushRef="#br0" timeOffset="-199409.59">8026 13583 3106 0,'-13'0'0'0,"0"4"0"0,-1 0 0 0,2 0 0 0,1 1 0 0,2 1 0 0,2 0 0 0,5 0 0 0,2 2 0 0,0 3 0 0,2 3 549 16,16-1-273-16,2 0-276 0,5-2 0 16,2 1 0-16,3-4 0 0,1 0 0 0,0-2 0 0,1 0 0 15,-2-5 0-15,-3-1 0 16,1 0 0-16,-6 0 0 0,-1 0 0 0,-2 0 0 16,-2-6 0-16,-2-3 0 0,-4 0 0 0,-2 0 0 15,1-4 0-15,-2 0 0 0,-3 0 0 0,-2-3 0 16,-1 1 0-16,0 1 0 0,-2-3 0 15,0-1 0-15,0 0 0 0,-5 0 0 0,-4 2 0 0,-2-1 0 16,-3 2 0-16,-1 4 0 0,-4 0 0 0,0 5 0 16,-1 2 0-16,-5 2 0 0,-3 2 0 0,3 0 0 15,-3 9 0-15,0 3 0 0,1 4 0 0,-2 3 0 16,5 4 0-16,0 2 0 0,2-1 0 0,6 2 0 16,2 2 0-16,6 3 0 15,2-3 0-15,4 0 0 0,2 3 0 0,0 1 0 16,3 1 0-16,8-4 0 0,3 4 0 0,2-5 0 15,5-1 0-15,0 0 0 0,-1-3 0 0,3-1 0 16,2-2 0-16,-2-5 0 0,-2-2 0 0,6-1 0 16,-3-4 0-16,-3-2 0 0,2-5 0 0,-1 1 0 15,4-3 0-15,-1 0 0 0,2-4 0 16,1-5 0-16,-1-1 0 0,3-1 0 16,0-1 0-16,0 1-530 0,4-2-57 0</inkml:trace>
  <inkml:trace contextRef="#ctx0" brushRef="#br0" timeOffset="-199206.01">8717 13703 3931 0,'-21'0'0'0,"5"0"0"0,4-2 0 0,5 1 0 0,1 1 0 0,4 0 0 0,2 0 0 0,2 0 0 0,19 0 0 0,1 0 0 0,5 0 0 0,1 3 0 0,-4 1 0 0,10 0 0 16,-4-1 0-16,-2-1 0 0,-1 0 0 15,-1-2 0-15,-5 0 0 0,-1 0 0 0,-1 0 0 0,-4 0-742 16,-3 0 367-16,-1 0 58 0,-2 0 139 0,-2 0-289 16,1 0 215-16,0-7 107 0</inkml:trace>
  <inkml:trace contextRef="#ctx0" brushRef="#br0" timeOffset="-198683.3">9054 13475 2849 0,'-8'-7'0'0,"5"1"0"0,-2 3 0 0,3 1 0 0,2 0 0 16,0 2 0-16,8 0 0 0,9 0 0 0,4 7 0 0,5 3 0 0,1 2 146 0,1-1 181 0,-1 0-144 0,1 2-73 0,-5-6-27 16,2 5-9-16,-4-3-33 0,-7 1-3 15,-3-1-1-15,-6 2 6 0,-3 3-157 0,-2 2 73 0,-18 3 40 16,-4 2-66-16,-11 4 52 0,4-5 36 0,-11 6-336 16,5-1 137-16,-2-3 98 15,0 2-473-15,2-3 257 0,4-4 120 0,1 1-283 16,9-10 211-16,1 0 105 0,8-1 53 15,2-6-326-15,4-1 366 0,6 0 12 0,0 0 1 0,0-1-1 16,6-8 13-16,-1 5-13 0,3-1-8 16,1 0 8-16,-5 3 313 0,1-1-156 0,-1 2-78 0,3 1-39 0,-4 0 556 15,-1 6-290-15,0 6-61 0,1 9 573 16,-3 3-372-16,0 3-185 0,0 3-83 0,0 0 301 16,0 0-422-16,0-2-19 15,0 1 0-15,0-8 0 0,0 2 0 0,0-2 0 0,0-4 0 16,0-6 0-16,0-1 0 0,0-6 0 15,2-1 0-15,-2-1 0 0,2-2 0 16,2 0 0-16,1-8 0 0,3-3 0 0,1 0 0 16,-1 1 0-16,4 1 0 0,0 2 0 0,6 3 0 15,0-1 0-15,3 5 0 0,-1 0 0 0,5 0 0 16,-3 13 0-16,0-1 0 0,-6 8 0 0,-2-5 0 0,3 11 0 0,-13-8 0 16,3 8 0-16,-5-1 0 15,-2-3 0-15,-2-2 0 16,-12 4 0-16,0-9 0 0,-9 2 0 0,0-7 0 0,-2-2 0 15,3-4 0-15,-6-4 0 0,2 0 0 0,0 0 0 16,4 0 0-16,2-7 0 0,3-7 0 0,1-6 0 16,8-3 0-16,5-7 0 0,3-9 0 15,3 0 0-15,10 2 0 0,12-5-1091 0,0 2 491 16,7 6 281-16</inkml:trace>
  <inkml:trace contextRef="#ctx0" brushRef="#br0" timeOffset="-198497.4">9604 13634 3705 0,'2'-8'0'15,"1"4"0"-15,-1 1 0 0,-2 2 0 0,0-4 0 0,2 4 0 0,2-2 0 0,8 1 0 0,2 1 0 0,7-1 0 0,6 2 226 0,1 0-226 0,5 0 0 0,-1 0 0 16,4 0 0 0,-2 0 0-16,1 0 0 0,-1 0 0 0,-2 0 0 0,-6 0 0 0,-3 0-1 15,-5 0-332-15,-3 0 181 0,-5 0-845 16,0 0 490-16,-6 0 202 0,-3 0 134 0,-1 0 58 0,0 0-485 15</inkml:trace>
  <inkml:trace contextRef="#ctx0" brushRef="#br0" timeOffset="-198308.47">9878 13264 3170 0,'-13'-7'0'0,"5"3"0"0,1-1 0 0,2 4 0 0,3-1 0 0,0 2 0 0,2 0 0 0,0 8 0 0,0 11 0 0,7 7 0 0,1 4 465 16,1 11-213-16,-3 0-208 0,-1 6-44 0,-1-4 0 0,2 10 0 15,-5-4 0-15,1 0 0 0,0-4 0 16,2 0 0-16,-3-9 0 0,1 3 0 0,3-5 0 16,-1-2 0-16,-1-3-182 0,-1-10-232 0,3 1 224 15,-1-9-832-15,3-2 492 16</inkml:trace>
  <inkml:trace contextRef="#ctx0" brushRef="#br0" timeOffset="-198072.47">10229 13179 3694 0,'-2'-3'0'0,"2"1"0"0,0-4 0 0,0-1 0 15,4 3 0-15,11-2 0 0,5 1 0 0,5-1 0 0,6 2 0 0,6-2 0 0,5 5 237 0,4-3-237 0,5 1 0 0,2 2 0 0,1-1 0 16,0 1 0-16,-1 1 0 0,0 0 0 0,-5 0 0 0,0 0 0 15,-11 0 0-15,0 0 0 16,-3 0 0-16,-9 0 0 0,-1-3-692 0,-5 2-10 0,-6 1 326 16,-4-2 170-16,-5 0 84 0,-2-4 33 15,-2-1-486-15,0 1 268 0</inkml:trace>
  <inkml:trace contextRef="#ctx0" brushRef="#br0" timeOffset="-197851.77">10659 12912 2738 0,'-7'-7'0'0,"3"2"0"0,4-3 0 0,2 0 0 0,16-1 0 0,9 3 0 0,5 3 0 0,13 1 0 0,-2 2 0 0,3 0 0 0,0 0 608 15,2 8-285-15,-11 4-134 0,6 5-116 0,-13-2-73 0,2 6 0 0,-8 0 0 16,-4 1 0-16,-8-2 0 0,-4 9 0 16,-8-4 0-16,0-1 0 0,-10 0 0 0,-12 1 0 15,-2-2 0-15,-6-3 0 0,-2-2 0 0,-8 3 0 16,3-3 0-16,-6-4 0 0,-3 3-53 0,3-2-60 15,10-1 55-15,-1-1-962 0,4 1 492 0,12 1 245 0</inkml:trace>
  <inkml:trace contextRef="#ctx0" brushRef="#br0" timeOffset="-197416.39">10392 13700 3467 0,'-5'0'0'16,"1"0"0"-16,2 0 0 0,2 0 0 0,0 5 0 0,0 6 0 0,0 1 0 0,6 1 0 0,9 2 0 0,4 2 0 0,0-6 169 0,7 3-70 0,1-2-31 16,3-4 60-16,2-2-128 0,1-6 0 0,3 0 0 0,-3 0 0 15,-1-6 0-15,0-5 0 16,-3-2 0-16,-3-4 0 0,-5 4 0 0,3-6 0 0,-9 3 0 15,-2 0 0-15,-1-3 0 0,-7 2 0 16,-1-2 0-16,-2-2 0 0,-2 2 0 0,0-3 0 0,-11 0 0 16,-5 3 0-16,2 2 0 0,-11 0 0 15,0 6 0-15,-1 5 0 0,-6 4 0 0,-9 2 0 16,4 2 0-16,-12 17 0 0,6 4 0 16,3 1 0-16,9-2 0 0,3 7 0 0,5 2 0 0,2 2 0 15,10 0 0-15,1 2 0 0,10 1 0 16,0-1 0-16,0 0 0 0,6-1 0 0,7-2 0 0,1-4 0 15,5 2 0-15,2-4 0 0,1-1 0 16,1-5 0-16,2-3 0 16,-1-2 0-16,1-5 0 0,-1-3 0 0,-2-2 0 0,5-5 0 15,-3 0 0-15,1 0 0 16,-1 0 0-16,0-7-503 0,-1 1-23 0,4-9 250 0,-4 3 119 16,4-2-792-16,-1 5 455 0</inkml:trace>
  <inkml:trace contextRef="#ctx0" brushRef="#br0" timeOffset="-197232.29">10868 13869 3931 0,'-16'-10'0'0,"13"8"0"0,3 0 0 0,0 2 0 0,0 0 0 0,0-2 0 0,2 2 0 0,15-1 0 0,4 1 0 0,3 0 0 0,4 0 0 0,4 0 0 0,0 0 0 0,1 0 0 15,2 0 0-15,-3 0 0 0,-2 0 0 0,-3 0 0 16,-6 0-186-16,0-2 79 0,-6 0-736 0,-3 0 432 15,-7 1 215-15,-1-4-9 0,-2 2-288 0,-2-1 232 16</inkml:trace>
  <inkml:trace contextRef="#ctx0" brushRef="#br0" timeOffset="-197044.7">11162 13683 2738 0,'-3'-6'0'0,"3"2"0"0,0 1 0 0,0-1 0 0,2 0 0 0,9 2 0 0,6 0 0 0,6 1 0 0,1 1 0 0,1 0 0 0,3 1 189 0,-1 7 320 0,3 3-236 0,-3-1-118 0,-1 1-88 15,-7-2-67-15,0 2 0 0,-6 3 0 16,-4-3 0-16,-5 2 0 0,-4 0 0 0,0 4-63 16,-14-5-89-16,-9 6 90 15,-2-4-174-15,-1-1 134 0,-1-1 69 0,-5 2-56 0,-1-1 50 0,-7 1-695 16,5 4 349-16,7-3 174 16</inkml:trace>
  <inkml:trace contextRef="#ctx0" brushRef="#br0" timeOffset="-196780.57">11351 14107 3381 0,'0'0'0'0,"0"-2"0"0,0-3 0 0,-6-5 0 0,-2 6 0 0,-3-9 0 0,1 6 0 0,-1 1 0 0,1 0 0 0,-4 3 0 0,-1 0 173 0,0 3 109 0,-3 0-187 15,-5 0-95-15,0 15 0 0,-3-1 0 0,4 5 0 0,-1 0 0 16,4 2 0-16,2 1 0 15,4 2 0-15,4 1 0 0,3-5 0 0,4 8 0 0,2-1 0 0,0-4 0 16,2 3 0-16,9-4 0 16,5-3 0-16,5 2 0 0,4-6 0 0,3-2 0 0,0-5 0 15,4-5 0-15,0-3 0 16,0 0 0-16,0 0 0 0,-4-1-110 0,1-7-44 0,-3 0 53 16,-5 1 29-16,1 0-946 0,1 4 490 0</inkml:trace>
  <inkml:trace contextRef="#ctx0" brushRef="#br0" timeOffset="-196645.26">11808 14398 3931 0,'0'-2'0'0,"0"2"0"15,0 0 0-15,0 0 0 0,0 0 0 0,0 0 0 0,0 0 0 0,0 0 0 0,0-2 0 0,0 1 0 0,0-3 0 0,0 1-79 0,0 0-192 0</inkml:trace>
  <inkml:trace contextRef="#ctx0" brushRef="#br0" timeOffset="-189945.82">4462 13289 2790 0,'-16'-2'0'0,"7"2"0"0,2 0 0 0,2 0 0 0,0 0 0 0,5 0 0 0,0 0 0 0,0 0 0 0,0 0 0 0,0 0 0 0,0 0 289 15,12-2-126-15,5 0 217 0,8-1-171 0,3 2-109 16,4-3-100-16,12 1 0 0,-2 0 0 0,0 2 0 16,6-1 0-16,2 0 0 0,-7 0 0 0,12 0 0 15,-6 0 0-15,-1 2 0 0,-3-1 0 0,2 1 0 16,-6-4 0-16,7 4 0 0,-13-2 0 15,4-1 0-15,-9 2-36 0,1-1-77 0,-7-2-7 0,1 1-463 16,-5-2 273-16,0 0 136 0,-4-2 68 16,-4-2-215-16,0 0 147 0,-2-1 68 15,-5-5-472-15,1-2 270 0</inkml:trace>
  <inkml:trace contextRef="#ctx0" brushRef="#br0" timeOffset="-189732.23">5348 12928 2502 0,'-13'-9'0'0,"6"6"0"0,-3-1 0 0,4 2 0 0,2 1 0 0,4-1 0 0,0 2 0 16,6 0 0-16,15 0 2 0,9 0 2 0,1 0 270 0,3 2-117 0,10 5 329 16,-3 2-222-16,-6-1-101 0,11 4-84 0,-7-3-79 15,-6-1 0-15,2 1 0 0,-7 2 0 0,-7-2 0 16,-5 3 0-16,-2 1 0 0,-8 1 0 0,-6 4 0 16,0 6 0-16,-15 1 0 0,-12 3 0 0,-3 1 0 15,-2-1 0-15,-2-2 0 0,-1 1 0 16,6-2 0-16,-2 4 0 0,1-4-809 0,1 2 348 0,4 1 211 15,0 3 106-15,2-1-642 0,0 9 378 0</inkml:trace>
  <inkml:trace contextRef="#ctx0" brushRef="#br0" timeOffset="-189286.7">5253 13819 2742 0,'-7'15'0'0,"3"6"0"0,2-6 0 0,-1-7 0 0,1-2 0 0,0-3 0 0,2 0 0 0,0-3 0 0,0 0 0 0,0-3 0 0,2-4 111 0,5-8-42 15,1-2 110-15,0-2-71 0,-1-1-36 0,-2-1 1 0,-3 1-26 16,1-1 20-16,-3 0-29 0,0 2 0 0,-3 0-1 0,-8 4 1 16,-2 0 107-16,-4 4-58 15,-2 4-25-15,-5 1-44 0,0 4-18 0,-2 2 0 0,-2 0 0 16,-1 11 0-16,1 6 0 0,0 6 0 0,-4 8 0 16,9 0 0-16,-5 10 0 0,6 0 0 0,4 2 0 15,2 2 0-15,8 1 0 0,7-9 0 0,1 10 0 16,0-13 0-16,8 2 0 0,7-4 0 15,3-5 0-15,2-3 0 0,5-6 0 0,2-4 0 0,0-7 0 16,1-5 0-16,5-2 0 0,-3-9 0 16,5-12 0-16,-3-8 0 0,-2-4 0 15,-2-7 0-15,-1 1 0 0,-7 3 0 0,5-7 0 16,-7 11 0-16,-6 0 0 0,-3 9 0 0,0 3 0 16,-8 8 0-16,0 3 0 0,2 3 0 0,-1 4 0 15,-2 1 0-15,0 1 0 0,0 5 0 0,-2 13 0 16,-2 3 0-16,4 6 0 0,0 3 0 0,0 0 0 15,0 3 0-15,4-1 0 0,6-1 0 0,5-2 0 16,-2 0 0-16,4-4 0 16,-2-8 0-16,5 2 0 0,-3-4 0 0,1-2 0 15,3-6 0-15,-3-1 0 0,3-6-183 0,-2 0 1 16,2 0 61-16,-1 0-285 0,5-2 183 0,-1-9 94 16,2-4 35-16,8-7-640 0</inkml:trace>
  <inkml:trace contextRef="#ctx0" brushRef="#br0" timeOffset="-188960.06">6559 13080 3574 0,'-2'-18'0'0,"1"7"0"0,1 3 0 15,0-5 0-15,0 3 0 0,0 2 0 0,0 2 0 0,0 3 0 0,0 0 0 0,0 3 0 0,0 0 109 0,1 0 139 0,1 6-248 0,-2 16 0 16,0 1 0-16,-7 11 0 0,-9 6 0 16,-4 3 0-16,-2 1 0 0,-5 6 0 0,-5 7 0 15,3-5 0-15,-4 1 0 0,6-5 0 16,-8 10 0-16,3-5 0 0,6-8 0 0,-1 4 0 16,1-6 0-16,8-5 0 0,-3 1 0 0,5-3 0 15,0-4 0-15,6-4 0 0,1-7 0 0,3-2 0 16,3-4 0-16,1-4 0 0,0-2-328 0,2-1 114 15,0-5 88-15,0-2-558 16,0-1 328-16,0 0 158 0,2 0 81 0,7 0-211 0,4-3 145 16,-1-9 63-16</inkml:trace>
  <inkml:trace contextRef="#ctx0" brushRef="#br0" timeOffset="-188560.33">6964 13212 3812 0,'0'-6'0'0,"0"2"0"0,-3 0 0 0,1-1 0 0,0 0 0 0,2 4 0 0,0-1 0 0,0 0 0 0,0 2 0 0,0 0 0 0,0 0 119 0,0 0-119 0,-3 0 0 0,-1 12 0 16,-2 5 0-16,-4 4 0 15,-4 6 0-15,-5 7 0 0,-1 4 0 0,-3 1 0 0,-1 2 0 16,-1 4 0-16,0 2 0 0,3 0 0 15,-6 4 0-15,3-2 0 0,-3 1 0 0,2 0 0 0,-1-4 0 0,3 2 0 32,0-3 0-32,3-6 0 0,-2 4 0 0,3-3 0 0,5-9 0 0,3 2 0 15,-3-2 0-15,5-5 0 16,0 4 0-16,0-4 0 0,1-4 0 0,3-3 0 16,-3-1 0-16,5-5 0 0,-1 1 0 0,1-7 0 0,3-2 0 0,-1 1 0 0,0-4 0 15,2 0 0-15,0-2 0 0,-2 0 0 0,2 0 0 16,0 0 0-16,0 0 0 0,0 0 0 15,0 0 0-15,0 0 0 0,0 0 0 0,0 0 0 16,0 0 0-16,0 0 0 0,0 0 0 16,0 0 0-16,0 0 0 0,0 0 0 15,-1 0 0-15,1 0 0 0,0 0-1029 0</inkml:trace>
  <inkml:trace contextRef="#ctx0" brushRef="#br0" timeOffset="-185928.1">12436 13414 3799 0,'-1'0'0'0,"1"0"0"0,0 0 0 0,0 0 0 0,0 0 0 0,0 0 0 0,1 2 0 0,12 0 0 0,3 2 0 0,0-2 0 0,1-1 132 0,3 1-132 0,1-2 0 16,2 2 0-16,0 2 0 0,-1-2 0 0,2 0 0 15,-1 1 0-15,0 2 0 0,-3-2 0 16,1 1 0-16,-2-1 0 16,-2 1 0-16,-2-1 0 0,0 0 0 0,-6 0 0 15,1-2 0-15,-3-1 0 0,-1 0-678 0,-3 0 175 16,1 0 233-16,-2 0 116 0,-1 0-705 0</inkml:trace>
  <inkml:trace contextRef="#ctx0" brushRef="#br0" timeOffset="-185718.56">12500 13824 3931 0,'-17'0'0'0,"6"3"0"0,2 0 0 0,-1 0 0 0,8-2 0 0,0 2 0 0,2-1 0 0,0 4 0 0,6-1 0 0,16 4 0 0,3 0 0 0,5-2 0 0,4 2 0 0,7-2 0 16,1-2 0-16,-9-1 0 15,5 0 0-15,-1 0 0 0,-3-2 0 0,-2 2 0 16,-4-4 0-16,-5 1 0 0,-2 2 0 0,-5-2 0 15,-2-1 0-15,-3 2 0 0,-4 0 0 0,1 0 0 16,-4-1-47-16,0 3-115 0,-3-1 72 0,3 0-1086 16</inkml:trace>
  <inkml:trace contextRef="#ctx0" brushRef="#br0" timeOffset="-177510.56">13888 13071 2581 0,'-2'-5'0'0,"-1"1"0"0,-1 3 0 0,2-3 0 0,-2 2 0 0,2 1 0 0,0 1 0 0,-2 0 0 0,1 0 0 0,-1 0 0 0,0 0 200 16,-1 7-82-16,0 3-40 0,-2 1 0 0,0 0 97 15,0 2-60-15,-1 0-43 0,-2 4 163 0,1 1-98 16,0-2-51-16,-1 2-30 0,-1 3-56 0,0 2 0 15,-1-2 0-15,3 5 0 0,0-4 0 0,-1 5 0 16,3-4 0-16,-2 6 0 0,1-2 0 16,2 1 0-16,0 2 0 0,3 1 0 0,1 3 0 0,0 1 0 15,2 2 0-15,0 1 0 0,0-1 0 0,0 6 0 16,0-7 0-16,4 6 0 16,1-7 0-16,7 8 0 0,-1-5 0 0,0-4 0 15,5 1 0-15,-2-2 0 0,2 2 0 0,2-4 0 16,1 2 0-16,2-3 0 0,-1-4 0 0,-1 0 0 15,2-4 0-15,-3 2 0 0,-2-10 0 0,-3 4 0 16,0-3 0-16,-2-5 0 0,-5 0 0 0,1-5 0 16,-4 0 0-16,0-2 0 0,-1-1 0 0,-2-2 0 15,0 0 0-15,0 0 0 0,0 0 0 0,0 0 0 16,0 0 0-16,0 0 0 0,0 0 0 0,0-6 0 16,0-1 0-16,0-1 0 15,0 1 0-15,0-3 0 0,0 1 0 0,0 1-680 16,0-1-45-16</inkml:trace>
  <inkml:trace contextRef="#ctx0" brushRef="#br0" timeOffset="-176085.23">14157 13698 2654 0,'-10'-10'0'0,"5"9"0"0,3-1 0 0,0 2 0 0,2 0 0 0,0 0 0 0,0 0 0 0,2 0 0 0,11 0 0 0,11 0 0 0,6 0 299 16,10 0-131-16,-1-5 276 0,4 0-204 0,5-4-114 16,0 1-126-16,3-2 0 0,-2 2 0 0,-2 0 0 15,-2 1 0-15,-7 1 0 0,1 2 0 0,-4-2 0 16,-3 3 0-16,-2-1 0 0,-7 0 0 0,0 1 0 15,-5-1 0-15,-1 0-116 0,-6 2-22 0,-1 0 81 16,-4 1-870-16,-3 1 445 0,-1 0 213 16,0 0-473-16,-2 3 352 0</inkml:trace>
  <inkml:trace contextRef="#ctx0" brushRef="#br0" timeOffset="-175522.25">14596 14058 1743 0,'2'0'0'0,"0"0"0"0,0 0 0 0,0 0 0 0,-1-1 0 0,1-4 0 0,2 1 0 0,-1-3 0 0,0-4 0 0,3 2 0 0,-3-3 107 0,1-1-34 0,0 0 118 0,-3 0-81 16,1-2-37-16,-2 1 25 0,0-1-31 0,0 3 10 15,0-2-40-15,-5 4 30 0,-4 0-1 0,-5 0-28 16,-1 5-1-16,-2 1 95 0,-3 2-52 0,-5 2-1 16,-1 0 58-16,0 14-50 15,-3 0-25-15,3 7 9 0,2 0 35 0,1 1-35 0,6 1 1 0,6-5 89 16,4 5-72-16,1-4-89 16,6 1 0-16,0-3 0 0,0-1 0 0,11-3 0 15,6-2 0-15,2-4 0 0,7-2 0 0,1-5 0 16,1 0 0-16,2 0 0 0,-3-7 0 0,-6-2 0 15,6-6 0-15,-12 3 0 0,2-2 0 0,-4 0 0 16,-3 3 0-16,-5 2 0 0,-1-1 0 0,-3 4 0 16,1 2 0-16,0-1 0 0,-2 4 0 15,0-1 0-15,0-1 0 0,0 3 0 0,0 0 0 0,0 0 0 16,0 0 0-16,0 5 0 16,0 11 0-16,0 5 0 0,0 4 0 0,0 3 0 15,0 4 0-15,0 3 0 0,2 9 0 0,3-5 0 16,0 5 0-16,-1-1 0 0,-3 1 0 0,1-2 0 15,0 9 0-15,0-6 0 0,-2-2 0 0,0 3 0 16,0-4 0-16,0-6 0 0,0 1 0 0,0-1 0 16,-2-5 0-16,0-2 0 0,2-10 0 0,-2-2 0 15,1-2 0-15,1-5 0 0,0-4 0 0,-2-2 0 16,2-4 0-16,-2 0-78 16,0 0-340-16,-1 0 190 0,-4-4 95 0,5-10-577 15,-1-9 336-15,3-3 159 0</inkml:trace>
  <inkml:trace contextRef="#ctx0" brushRef="#br0" timeOffset="-175204.04">14605 12787 3011 0,'-3'-20'0'0,"-5"18"0"0,7 2 0 0,-1-3 0 16,2 3 0-16,-2 0 0 0,2 0 0 0,0 0 0 0,0 0 0 0,0 8 0 0,0 9 130 0,4 4-44 0,-1 3-1 0,-1 6 361 0,0 4-273 0,0 3-173 16,-2 9 0-16,0-1 0 0,0 2 0 15,-4 0 0-15,-1-4 0 0,1-8 0 0,0 4 0 0,0-1 0 0,2-2 0 16,0-4 0-16,0-2 0 0,0-4 0 15,2 4 0-15,-1-4 0 16,-1-4 0-16,2-1 0 0,-2 2 0 0,2-2-782 16,0-2 288-16,0 1 227 0,0 1 113 0,0 4-636 0,0 1 375 15</inkml:trace>
  <inkml:trace contextRef="#ctx0" brushRef="#br0" timeOffset="-174970.32">15304 14141 3931 0,'2'0'0'0,"4"2"0"0,-3 2 0 0,3 2 0 0,-2 3 0 0,0 2 0 0,0 4 0 16,-1 0 0-16,1 1 0 0,-2 4 0 0,1-2 0 0,-1 3 0 0,-2-1 0 0,0 2 0 0,0 6 0 0,-2-8 0 15,-9 6 0-15,1-1 0 0,-6-3 0 0,-3 3-1036 16,-1 1 366-16,-7 2 352 0</inkml:trace>
  <inkml:trace contextRef="#ctx0" brushRef="#br0" timeOffset="-169690.62">15687 13729 2704 0,'-18'-15'0'0,"4"9"0"0,5 5 0 0,0-1 0 0,-1 0 0 0,5 0 0 0,1 1 0 0,2 1 0 0,2 0 0 0,0 0 0 0,0 0 236 0,2 5-99 16,9 4-50-16,4 0 273 0,8 1-166 0,-1 0-78 16,4-2-39-16,3-1-57 0,1 0-20 0,0-1 0 15,0 0 0-15,-2-1 0 0,0-1 0 0,-1-1 0 16,-7-1 0-16,3 2 0 0,-2-4 0 0,-5 2 0 15,-4-2 0-15,-1 0 0 0,-4 0 0 0,1 0 0 16,-4 0 0-16,-2-2 0 16,0-4 0-16,-1 1 0 0,-1-2-230 0,2 1-4 15,0-1-264-15,0 1 231 0,3-1 115 0</inkml:trace>
  <inkml:trace contextRef="#ctx0" brushRef="#br0" timeOffset="-169469.38">16506 13634 3931 0,'-3'0'0'0,"1"0"0"0,2 0 0 0,0 0 0 0,0 0 0 0,0 0 0 0,0 0 0 0,9 0 0 0,8 1 0 0,7 1 0 0,2-2 0 16,5 3 0-16,0-2 0 0,5 1 0 0,1 0 0 15,0-2 0-15,-2 2 0 0,1-1 0 0,-1 2 0 16,-1-2 0-16,-4-1 0 0,-2 2 0 0,-3 1 0 15,-3-3 0-15,-2 0-165 0,-2 1-296 16,-3-1 151-16,-2 2 136 0,-6 0-668 16</inkml:trace>
  <inkml:trace contextRef="#ctx0" brushRef="#br0" timeOffset="-169004.42">16855 13961 2701 0,'-10'5'0'0,"0"-3"0"0,0 0 0 0,5-2 0 0,-1 0 0 0,3 0 0 0,-1-2 0 0,1-3 0 0,1-3 0 0,-3-6 0 0,1 3 181 0,-1 0-71 0,0 0-36 0,-5-1-1 16,0 2 132-16,0 0-88 0,-6 3-40 0,0 3 0 16,-4 2 47-16,-1 0-43 0,0 2 9 0,-8 2-69 15,3 10-21-15,1 4 0 0,2 3 0 0,0 1 0 16,6 1 0-16,2 0 0 0,3 2 0 0,7-3 0 15,5 1 0-15,0-3 0 0,0 1 0 16,12-4 0-16,6 0 0 0,6-5 0 0,3-5 0 16,3-5 0-16,2 0 0 0,1 0 0 15,-1-11 0-15,-2-4 0 0,-1-4 0 0,-7 3 0 16,2-7 0-16,-5 4 0 0,-6 2 0 0,1 2 0 16,-9 4 0-16,1 2 0 0,-5 1 0 0,1 4 0 15,0 3 0-15,-2-1 0 0,0 2 0 0,0 0 0 16,0 5 0-16,-2 14 0 0,-3 5 0 0,1 5 0 15,1 3 0-15,1 7 0 0,0 8 0 0,2-1 0 16,0 4 0-16,0 1 0 0,0-2 0 0,0-7 0 16,2 13 0-16,0-9 0 15,-1-1 0-15,1 1 0 0,-2-1 0 0,0-4 0 16,0 8 0-16,-5-6 0 0,-3 0 0 0,0-8 0 16,-1-2 0-16,4-9 0 0,-1-5 0 0,3-6 0 15,-2-4-103-15,3-4-344 0,-2-5 204 0,3 0 94 16,-1-21-527-16,2-13 319 0</inkml:trace>
  <inkml:trace contextRef="#ctx0" brushRef="#br0" timeOffset="-168613.25">16576 12757 2948 0,'-17'-23'14'0,"7"11"-3"0,1 2-2 0,2-1-2 0,1 0-2 0,5 1-1 0,1 2-1 0,0 1 0 0,3-1-1 0,12 2 0 0,8 1 223 0,5 1-91 0,2 2-36 0,4 1 36 16,8-2-48-16,-1 3-1 0,-8 0-46 0,6 0-29 16,-1 0 10-16,-4 0 19 0,-4 0-57 0,-9 4 28 15,-2 0 0-15,-3 2 41 0,-7-2-51 0,-1 1 0 16,-3 1 0-16,-1 0 0 0,0 0 0 0,-2 2 0 15,-2 0 0-15,0 1 0 0,0 4 0 0,0 2 0 16,0 5 0-16,0-3 0 16,0 4 0-16,0 8 0 0,0-1 0 0,0 6 0 15,0 6 0-15,0 3 0 0,1-5 0 0,5 10 0 16,2-5 0-16,-1 2 0 0,1-3 0 0,-3-8 0 16,0 2 0-16,2 1 0 0,-3-6 0 0,-3 0 0 15,1-5 0-15,-2-4 0 0,0-1 0 0,0-2 0 16,0-4 0-16,-2-6 0 0,-3 1-106 0,-2-7-723 15,-2-3 385-15,0 0 207 0</inkml:trace>
  <inkml:trace contextRef="#ctx0" brushRef="#br0" timeOffset="-168428.98">16753 13016 3166 0,'-27'-7'0'0,"4"4"0"0,5 2 0 0,4-1 0 0,3-1 0 0,4 3 0 0,5 0 0 0,2 0 0 0,0 0 0 0,17 0 0 0,7 0 219 0,6 5 327 15,6-1-546-15,3 1 0 0,12 2 0 16,-3 0 0-16,0-5 0 0,-1 3 0 0,-3-4 0 0,-8 2 0 16,6 1 0-16,-7-1 0 0,-1 1 0 15,0 0 0-15,-2 3 0 0,0 1 0 0,0 3-52 16,1 0-496-16,-1 4 265 0</inkml:trace>
  <inkml:trace contextRef="#ctx0" brushRef="#br0" timeOffset="-168235.06">17607 14007 3931 0,'0'7'0'0,"0"13"0"0,0-3 0 0,0-5 0 0,0-2 0 0,0 5 0 0,0 0 0 0,0 0 0 0,0 0 0 16,0 0 0-16,0 2 0 0,0 1 0 0,-2 10 0 0,-8-5 0 0,-5 4 0 0,0 2-499 15,-9 6-64-15,1 10 302 0</inkml:trace>
  <inkml:trace contextRef="#ctx0" brushRef="#br0" timeOffset="-164211.45">18121 13739 2664 0,'-13'-13'0'0,"2"9"0"0,8 2 0 0,-2 0 0 0,3 2 0 0,2 0 0 0,0 0 0 0,0 0 0 0,0 0 0 0,12 0 0 0,8 0 120 0,8-2 83 0,4 2-82 15,4-2-41-15,2-1 260 0,-1-1-151 16,1 0-66-16,1 1-47 0,-1-1-61 16,-2 2-15-16,-1-2 0 0,1 2 0 0,-4 1 0 15,0-3 0-15,-4 0 0 0,0 0 0 0,-1 1 0 16,-5-3 0-16,2 0 0 0,-3 0-239 0,0 0-16 15,-7-1 70-15,0 1-219 0,-5 1 171 0,0 1 102 16,-3 0 47-16,-2 1-515 0,-2 2 280 16,0-2 140-16</inkml:trace>
  <inkml:trace contextRef="#ctx0" brushRef="#br0" timeOffset="-163517.28">18527 14116 1251 0,'-3'0'0'0,"2"0"0"0,-1 0 0 0,2 0 0 0,0 0 0 0,-2 0 0 0,2 0 0 0,0 0 0 0,0 0 0 0,0 0 0 15,0 0 378-15,0-1-170 0,0-6-84 0,0 0 40 0,0 1-67 16,0-3-30-16,0-6 1 0,2 4 38 16,-2-2-34-16,0 0 10 0,0 0-43 0,0-2 80 0,0 1-40 15,-4 1 0-15,-1 0 43 0,-2 0-33 16,-3 1-8-16,0 1-43 0,-1 2 86 16,-2 2-43-16,0 1 0 0,0 2-1 0,-4 2-9 15,2 2-33-15,-2 0 1 0,-2 0 44 0,2 8-12 16,-2 3-71-16,5 4 0 0,-4 0 0 0,4 4 0 15,2-3 0-15,3 2 0 0,2-1 0 0,1-1 0 16,4 1 0-16,2-3 0 0,0 0 0 16,0-4 0-16,0 3 0 0,2-3 0 0,7-3 0 0,0-1 0 15,5-1 0-15,-1-2 0 16,6-3 0-16,-3 0 0 0,5 0 0 0,2-4 0 16,-1-6 0-16,-3 1 0 0,2-3 0 0,-3-1 0 15,0 2 0-15,-4 2 0 0,-2-1 0 0,-3 3 0 16,-3 1 0-16,-1 1 0 0,-1 1 0 0,-3 2 0 15,2 0 0-15,-3 0 0 0,0 2 0 16,0 0 0-16,0 0 0 0,0 0 0 0,0 0 0 0,0 0 0 16,0 0 0-16,0 0 0 0,0 4 0 0,0 3 0 15,0 4 0-15,0 3 0 16,0 0 0-16,0 6 0 0,0-2 0 0,0 3 0 16,0 0 0-16,0 2 0 0,0 7 0 0,0-3 0 15,-4 2 0-15,2 0 0 0,0 4 0 0,0-3 0 16,0 0 0-16,1 2 0 0,1-3 0 0,0 1 0 15,-2-3 0-15,2-3 0 0,0 5 0 0,-2-9 0 16,2 2 0-16,-2 0 0 0,-1-4 0 0,1-1 0 16,-2-4 0-16,0 0 0 0,2-3 0 0,-2 0 0 15,0-3 0-15,1-3 0 0,1-3 0 0,-2 0 0 16,2-1 0-16,-1 0 0 16,-1 0-267-16,1-2 43 0,0-14-571 0,1-4 379 15,0-7 188-15,2-2 95 0,0-14-535 0</inkml:trace>
  <inkml:trace contextRef="#ctx0" brushRef="#br0" timeOffset="-163076.52">18315 12953 2385 0,'-8'-23'0'0,"4"9"0"0,0 3 0 0,4 1 0 0,0-3 0 0,0 0 0 0,0 3 0 0,2 4 0 0,8-2 0 0,1 2 0 0,4 0 156 16,2 3 128-16,-1 2-123 0,5-1-62 0,-1 2-30 0,-2 0 67 16,-1 0-54-16,-2 3 0 0,-3 6-44 15,-3 3 8-15,-4 3-8 0,-3 3 10 0,-2 5 66 16,0 2-37-16,-11-2-1 0,-6 4-38 0,-3 0-36 15,-5-1-2-15,0 0 0 0,-1-3 0 0,0-5 0 16,-2-1 0-16,4-2 0 0,3-3 0 0,3-3 0 16,-2-3 0-16,8-1 0 0,3-3 0 15,4 0 0-15,1 0 0 0,2-2 0 16,2 0 0-16,0 0 0 0,6 0 0 0,8 0 0 16,7 0 0-16,4 0 0 0,-6 0 0 0,10 0 0 15,-4 0 0-15,1 0 0 0,-3 0 0 0,2 0 0 16,-1 0 0-16,-2 0 0 0,3 0 0 0,-4-2 0 15,1 2 0-15,-3 0 0 0,2 0 0 0,-5 0 0 16,3 0 0-16,-2 2-515 0,0 4-7 0,0-1 246 16,2 0-266-16,0 2 252 0,5-2 126 0</inkml:trace>
  <inkml:trace contextRef="#ctx0" brushRef="#br0" timeOffset="-162696.54">19053 13054 3416 0,'0'-3'0'0,"2"2"0"0,-2-1 0 0,0 0 0 0,2 1 0 0,1 1 0 0,3 0 0 0,1 0 0 0,3 0 0 0,3 0 0 16,0 5 196-16,2 2 123 0,3 2-319 0,-2 2 0 0,1 2 0 16,0 1 0-16,-2 1 0 0,3 6 0 15,-2-2 0-15,-2 4 0 0,0-5 0 0,1 9 0 0,-2-3 0 16,0 3 0-16,-2 0 0 0,-1 1 0 0,-1 1 0 15,0 2 0-15,-3 1 0 0,0 2 0 0,-2 0 0 16,-2 3 0-16,-1 1 0 0,1 0 0 16,-2-3 0-16,0 3 0 0,0-1 0 0,0 0 0 0,-7 1 0 15,-3-2 0-15,-1 0 0 16,0-1 0-16,-4 0 0 0,2-3 0 0,-3-1 0 16,2 2 0-16,-2-4 0 0,2 0 0 0,-4 0 0 15,4-2 0-15,-2-5 0 0,-2 4 0 0,3-4 0 16,-2-2 0-16,2-5 0 0,-4 2 0 0,2-4 0 15,-2 0 0-15,3 0 0 0,-4-2 0 0,2 1 0 16,-1 0 0-16,2-1 0 0,4-2 0 0,0 2 0 16,0 0-264-16,3-1-322 0,3 0 274 0,5 5 127 15</inkml:trace>
  <inkml:trace contextRef="#ctx0" brushRef="#br0" timeOffset="-162499.02">19676 14457 3742 0,'-3'-14'0'0,"3"12"0"0,0 1 0 0,-2 1 0 0,2-3 0 0,-2 2 0 0,2 1 0 0,0-2 0 0,0 2 0 0,0 0 0 0,0 0 116 0,0 0-299 16,0 0 111-16,0 0 55 0,0 0 38 0</inkml:trace>
  <inkml:trace contextRef="#ctx0" brushRef="#br0" timeOffset="-149902.89">4620 15433 3570 0,'-23'-2'0'16,"8"2"0"-16,5 2 0 0,0 2 0 0,5-4 0 0,3 1 0 0,0-1 0 0,2 0 0 0,0 2 0 0,0 1 0 0,16-2 361 0,8-1-361 0,3 0 0 0,6 0 0 0,2 2 0 16,14-2 0-16,-4 0 0 0,4 1 0 0,0-1 0 15,1 3 0-15,-8-3 0 0,11 2 0 0,-5-2 0 16,-4 0 0-16,-3 0 0 0,-5 0 0 15,-2 0 0-15,-2 0 0 0,-2 0 0 0,-10 0 0 16,3 0 0-16,-3-2 0 0,-8-1 0 0,1-1 0 16,-3-1 0-16,-3 0 0 0,0-1 0 0,-3-3 0 15,-2-1 0-15,0-3 0 0,-2 0 0 0,0 0 0 16,0 0 0-16,-2 0-117 0,-4 0-97 0,0-1 90 16,1 2-802-16,-1-2 443 0,1 3 223 0</inkml:trace>
  <inkml:trace contextRef="#ctx0" brushRef="#br0" timeOffset="-149684.25">5250 15154 3294 0,'-17'-8'0'0,"7"6"0"0,-3 0 0 0,3-1 0 0,4 2 0 0,0 0 0 0,5 1 0 0,1 0 0 16,0 0 0-16,9 0 0 0,12 0 637 0,2 7-637 0,5 0 0 0,4 2 0 0,1 3 0 16,2-2 0-16,3 3 0 0,-3-3 0 0,-3 4 0 15,-4-3 0-15,-4 2 0 16,-6 0 0-16,-3 2 0 0,-3 0 0 0,-7 4 0 15,-2 6 0-15,-3-3 0 0,-10 5 0 0,-8-1 0 16,-3 2 0-16,-5-2 0 0,-1 1 0 0,-1-4 0 16,-2 1 0-16,1 0 0 0,1-2-30 0,0-1-448 15,3 2 224-15,0-3 108 0,0 5-459 0,4 0 284 16</inkml:trace>
  <inkml:trace contextRef="#ctx0" brushRef="#br0" timeOffset="-149208.05">4765 16047 3376 0,'-20'0'0'0,"10"0"0"0,3 0 0 0,-1 3 0 0,3 1 0 0,3 1 0 0,2-2 0 0,0 3 0 0,0 1 0 0,5 2 0 0,7 0 167 16,5 0-64-16,2 0 182 0,-1 0-285 15,5 1 0-15,-2 0 0 0,0-4 0 0,0 2 0 16,2-4 0-16,-3-1 0 0,-1-1 0 0,1 0 0 15,-4-2 0-15,1 0 0 0,0 0 0 0,-2 0 0 16,0-2 0-16,-2 0 0 0,-2-5 0 0,1-1 0 16,-2 2 0-16,-2-4 0 0,0 0 0 0,1-1 0 15,-6-3 0-15,1 2 0 0,-3-2 0 0,1-1 0 16,-2-1 0-16,0 0 0 0,0-4 0 16,-9 1 0-16,-1-1 0 0,-1 1 0 0,-2 2 0 0,-2 0 0 15,-2 2 0-15,0 3 0 16,-4 4 0-16,4 1 0 0,-6 6 0 0,1 1 0 15,-3 0 0-15,0 13 0 0,-2 6 0 0,3 5 0 16,-1 4 0-16,0 5 0 0,8-2 0 0,-1 3 0 16,6 1 0-16,4 0 0 0,4-2 0 0,4-1 0 15,0 0 0-15,0-2 0 0,9 0 0 0,6-2 0 16,3-1 0-16,2-1 0 0,-3-4 0 16,4 0 0-16,0-1 0 0,0-3 0 0,-1-4 0 0,0 0 0 15,2-2 0-15,-4 2 0 16,0-4 0-16,1-1 0 0,-2-3 0 0,0-1 0 15,0-1 0-15,-2-4 0 0,2 0 0 0,-1 0 0 16,4 0 0-16,1-4 0 0,2-6-75 0,4-5-417 16,-1-1 227-16,6-11-921 0</inkml:trace>
  <inkml:trace contextRef="#ctx0" brushRef="#br0" timeOffset="-148783.89">5301 16059 3931 0,'-17'-3'0'0,"4"1"0"0,-2 2 0 0,5 0 0 0,4 0 0 0,1-2 0 0,5 2 0 0,0 0 0 0,11 0 0 0,14 0 0 0,4 0 0 16,2 0 0-16,3 0 0 0,1 0 0 0,3 2 0 15,0 0 0-15,-1 2 0 0,0-2 0 0,-4 3 0 16,-6-4 0-16,8-1 0 0,-7 1 0 0,-8-1 0 16,3 0 0-16,-1 0 0 0,-4 0 0 0,-4 0 0 15,2-2 0-15,-4-6 0 16,-2-1 0-16,-1 0-228 0,0-2 9 0,0-4 95 15,-6-3-646-15,1-6 365 0,-2 2 184 0,-2 2-464 16,0-1 314-16,0 2 171 0,-9 4 81 0,-3 4-77 16,1 0 78-16,-3 5 40 0,4 2-9 0,-2 2 181 15,1 0-67-15,2 2-32 0,1 0 577 0,6 0-314 16,-4 0-144-16,6 2-76 0,0 4 766 0,0 0-311 16,6 1-227-16,4 0 465 0,2 1-350 0,2 2-333 15,0-1-48-15,4 0 0 16,-4 0 0-16,2 3 0 0,-2 0 0 0,2-1 0 15,-2-1 0-15,-3 1 0 0,-2 1 0 0,-2-2 0 16,1 3 0-16,-2-2 0 0,-4 0 0 0,-2 2 0 16,0 0 0-16,0 2 0 0,-8-3 0 0,-2 3 0 15,-4-2 0-15,0 2 0 0,-3-3 0 0,0 4 0 16,-4-1 0-16,3 3 0 0,-3-1 0 0,-2-1-58 16,1 4-630-16,-3 1 315 0</inkml:trace>
  <inkml:trace contextRef="#ctx0" brushRef="#br0" timeOffset="-148307.84">5693 16444 3155 0,'0'0'0'0,"0"0"0"0,0 0 0 0,0-3 0 0,0-2 0 0,-2-3 0 0,-1-3 0 0,-1 0 0 0,3-1 0 0,-2 1 0 0,1-2 82 0,0 0 0 0,-1 2-44 0,-2 2 0 16,0-1 313-16,-4 3-166 0,0-3-185 0,-3 6 0 15,0 0 0-15,-4 3 0 0,2 1 0 0,-6 0 0 16,-1 1 0-16,0 13 0 0,-2 2 0 0,0 3 0 16,0 5 0-16,4 2 0 0,1 1 0 0,3 4 0 15,3-2 0-15,5 6 0 0,3-3 0 0,4 3 0 16,0-1 0-16,3-2 0 0,7-2 0 16,6-4 0-16,-2-6 0 0,4-1 0 0,1-3 0 0,-1-6 0 15,0-1 0-15,-1-8 0 16,3-1 0-16,-2 0 0 0,1-12 0 15,-3-6 0-15,-2-7 0 0,-1-1 0 0,0-6 0 0,-3 0 0 16,-3 0 0-16,1 5 0 0,-3 4 0 0,-3 0 0 16,-2 6 0-16,0 2 0 0,0 4 0 0,0 4 0 15,0 3 0-15,0 1 0 0,0 2 0 0,0 1 0 16,0 0 0-16,0 5 0 16,0 6 0-16,0 7 0 0,0 3 0 0,0 0 0 0,2 0 0 0,4 5 0 15,-1-4 0-15,3-2 0 16,1 1 0-16,-1 0 0 0,1-5 0 0,2-1 0 15,-1 0 0-15,-1-3 0 0,2-4 0 0,-1 2 0 16,2-4 0-16,-1-1 0 0,0-3 0 0,2 0 0 16,2-2 0-16,0 0 0 0,2 0 0 0,2-2-338 15,3-8-267-15,2-8 284 0,5-4 132 0</inkml:trace>
  <inkml:trace contextRef="#ctx0" brushRef="#br0" timeOffset="-148090.95">6324 15812 3931 0,'-20'-11'0'0,"10"10"0"0,8 1 0 0,1 0 0 0,-1-3 0 0,2 3 0 0,0 0 0 0,0 0 0 0,11 0 0 0,5 0 0 0,4 0 0 0,6 0 0 0,3 4 0 0,-2 1 0 15,1 1 0-15,2 0 0 16,0 0 0-16,0 1 0 0,-3-1 0 0,-1-1 0 15,-5 1 0-15,1 2 0 0,-5-1 0 0,-2 2 0 16,0-1 0-16,-9 3-1141 0,0 4 419 0</inkml:trace>
  <inkml:trace contextRef="#ctx0" brushRef="#br0" timeOffset="-147926.72">6437 16194 3931 0,'-19'1'0'0,"8"6"0"0,4 0 0 0,1-4 0 0,4 0 0 0,2-2 0 0,0 1 0 0,0 0 0 0,10-2 0 0,6 2 0 0,3-2 0 16,4 0 0-16,-2 0 0 0,1 0 0 0,0 0 0 16,0 0 0-16,-3 0 0 0,1 0 0 0,-2 0 0 15,-1 0 0-15,-6 4 0 0,6 1 0 0,-7 2-166 16,1 5-465-16</inkml:trace>
  <inkml:trace contextRef="#ctx0" brushRef="#br0" timeOffset="-146787.81">7332 15142 3424 0,'-8'-8'0'0,"4"7"0"0,1-3 0 0,3 2 0 0,-2 0 0 0,2 2 0 0,0-2 0 0,0 0 0 0,12 0 0 0,11 1 0 0,4-1 221 0,6-2-81 15,2-1-56-15,9-3-22 0,0 2-62 0,0-1 0 0,2-1 0 16,-7 4 0-16,11 1 0 0,-6 0 0 0,-1 3 0 16,-10 0 0-16,3 0 0 0,-7 0 0 0,-3 3 0 15,-2 2 0-15,-6 0 0 0,-6-3-879 16,-1 1 355-16,-3-2 231 0,-4 1 133 0,-2-2-270 0,-2 0 197 16,0 0 96-16</inkml:trace>
  <inkml:trace contextRef="#ctx0" brushRef="#br0" timeOffset="-146574.22">7804 14858 2425 0,'-7'-10'0'0,"3"5"0"0,2 3 0 0,2 0 0 0,0 1 0 0,2 1 0 0,17 0 0 0,-1 0 0 0,11 7 0 0,2 3 0 0,-1 1 106 0,3 2 472 0,2-1-269 16,-1 4-126-16,2-2 130 0,-6 2-296 0,1-1-17 16,-3-2 0-16,-5 0 0 0,-7 1 0 0,-2-1 0 15,-3 0 0-15,-8 2 0 16,-3 2 0-16,0 1 0 0,-14 3 0 0,-7-2 0 15,-5 2 0-15,-3 1-341 0,-7 4 133 0,3-3 29 16,4-3 71-16,-2 3-504 0,1 2 287 0,-1-1 143 16,5 3-466-16,1-1 304 0,6 1 143 0,1-2 87 15</inkml:trace>
  <inkml:trace contextRef="#ctx0" brushRef="#br0" timeOffset="-146146.05">7808 15548 2211 0,'0'6'0'0,"0"-1"0"0,0 0 0 0,0-3 0 0,0-2 0 0,0 0 0 0,0 0 0 0,0 0 0 0,1 0 0 0,1 0 0 0,-1-2 294 0,1-5-128 0,2-4-64 16,-1-1 171-16,1 0-122 0,0-2-57 0,-1-1-27 16,-1 0 16-16,1-2 10 0,-3 2-55 0,0 0 0 15,0 2 28-15,-7-3-1 0,-3 1-27 0,-2 3 69 16,-5 0-62-16,0 3-45 0,-1 4 0 16,-3 1 0-16,-4 4 0 0,3 0 0 15,-6 9 0-15,0 12 0 0,-2 9 0 0,2 3 0 16,1 5 0-16,6-2 0 0,-3 9 0 0,9-3 0 15,6-9 0-15,3 5 0 0,5-4 0 0,1-8 0 16,0 5 0-16,7-8 0 0,7-6 0 0,2 0 0 16,4-6 0-16,4-3 0 0,3-5 0 0,-1-3 0 15,4 0 0-15,-7-9 0 0,4-7 0 0,-2-8 0 16,0-2 0-16,0-2 0 0,-5-3 0 0,0 0 0 16,0-3 0-16,-8 9 0 0,0-1 0 0,-5 4 0 15,-3 9 0-15,-2 0 0 16,0 5 0-16,-2 5 0 0,0 1 0 0,0 0 0 15,0 2 0-15,0 2 0 0,-2 13 0 0,0 4 0 16,0 2 0-16,2 7 0 0,0 1 0 0,0 2 0 16,0 1 0-16,0-6 0 0,4 7 0 0,3-2 0 15,2-3 0-15,-2 0 0 0,0-1 0 0,-2-3 0 16,4 0 0-16,-4-1 0 0,-1-2 0 0,-2-3-80 16,-1-1-841-16,-1-2 431 15,0 0 231-15,0-6-592 0,0 2 406 0</inkml:trace>
  <inkml:trace contextRef="#ctx0" brushRef="#br0" timeOffset="-145883.91">7273 16075 3249 0,'-34'2'0'0,"6"5"0"0,3 3 0 0,7-2 0 0,4-5 0 0,7 1 0 0,3-2 0 0,4 0 0 0,0 2 0 0,11-1 0 0,19 2 671 0,12-4-660 0,4 3-11 0,6-3 0 15,13 2 0-15,-1-3 0 0,-5 0 0 0,13 0 0 16,-4 0 0 0,-2 0 0-16,4 0 0 0,-5 0 0 0,-10 0 0 0,3 0 0 0,-6-3 0 0,-3 2 0 15,-9-1 0-15,-3 2 0 0,-2-2 0 0,-12 1 0 16,2-2 0-16,-8 1 0 0,-6 2 0 0,-1-1 0 16,-7 1 0-16,0 0-399 15,-3 0-73-15,-3 0 217 0,-17 0-193 0,-3 0 205 16,-2 1 92-16</inkml:trace>
  <inkml:trace contextRef="#ctx0" brushRef="#br0" timeOffset="-145687.37">7327 16338 3586 0,'-15'6'0'0,"6"-1"0"0,8 4 0 0,-4 0 0 0,5-3 0 0,0 7 0 0,0 2 0 0,0 7 0 0,6 4 0 0,3 4 0 0,1 10 271 16,-3-5-197-16,2 13-74 0,0-2 0 0,-4 1 0 15,1-4 0-15,-2 0 0 0,1-5 0 0,0 1 0 16,0-3 0-16,0-4 0 0,-1-3 0 0,-1-7 0 16,1-4 0-16,0-5 0 0,-1-3 0 0,1-4-1024 15,2-5 439-15,2-1 273 0,1-7-530 0</inkml:trace>
  <inkml:trace contextRef="#ctx0" brushRef="#br0" timeOffset="-145505.83">7418 16490 3873 0,'0'-13'0'0,"0"5"0"0,0 6 0 0,0-3 0 0,0 2 0 0,0-2 0 0,0 2 0 0,14-1 0 0,11 2 0 0,5-2 0 0,5 3 58 15,0-1-58-15,4 0 0 0,0 2 0 0,-3 0 0 0,0 0 0 0,-3 0 0 16,-1 0 0-16,-5 0 0 0,-6 0 0 16,0 2 0-16,-7 0-346 0,-1-1-21 15,-3 2 149-15,-3-2 118 0,0-1-784 0,-2 0 413 16,-1 0 221-16,-2 0 106 0</inkml:trace>
  <inkml:trace contextRef="#ctx0" brushRef="#br0" timeOffset="-145321.53">7816 16251 3031 0,'-14'-9'0'0,"5"5"0"0,2 0 0 0,1 3 0 0,4-1 0 0,2 0 0 0,0 2 0 0,1-2 0 0,15 2 0 0,9 0 0 0,-2 0 131 0,7 0 394 0,-2 0-281 15,2 7-244-15,-3 1 0 0,0 4 0 0,-7-3 0 16,1 3 0-16,-2 0 0 0,-4 2 0 0,-6 1 0 15,-1 0 0-15,-7 1 0 0,1 4 0 0,-2-1 0 16,-3 1 0-16,-8-2 0 0,-5 3 0 0,2-4-250 16,-7 4-193-16,1 0 209 0,-5-1 64 0,0 6-712 15,-3 4 421-15</inkml:trace>
  <inkml:trace contextRef="#ctx0" brushRef="#br0" timeOffset="-144914.85">7780 16888 2173 0,'2'-7'0'0,"0"-2"0"0,0-5 0 0,0-3 0 0,-2 0 0 0,0 0 0 0,0-2 0 0,0 3 0 0,0 1 0 0,0 0 0 0,0 4 200 0,-8 0-81 0,0 3-41 16,-3 2 1-16,-1 2 117 0,-4 4-69 0,0 0-50 16,-1 4 81-16,-5 12-60 15,4 2-30-15,-1 4 0 0,3 3 164 0,0 3-101 16,5 0-47-16,1 1-41 0,6-3-43 0,4 0 0 15,0-3 0-15,0-1 0 0,6-1 0 0,9-2 0 16,-2-4 0-16,4-4 0 0,3-3 0 0,-4-3 0 16,3-5 0-16,-1 0 0 0,2 0 0 0,0-8 0 15,-5-7 0-15,2-5 0 0,-2 0 0 0,1-6 0 16,-6 2 0-16,-1 0 0 0,0 6 0 16,-4-2 0-16,-1 4 0 0,-2 4 0 15,-1 5 0-15,-1 1 0 0,0 4 0 0,0 0 0 16,0 2 0-16,0 0 0 0,0 8 0 0,0 7 0 15,0 3 0-15,2 3 0 0,2 0 0 0,3 0 0 16,2-1 0-16,1-2 0 0,1 0 0 0,1-4 0 16,-1 0 0-16,3-5 0 0,-3 1 0 0,1-5-235 15,-1-1-346-15,-1-4 277 0,3 0-370 0,-1 0 318 16,1 0 159-16,2-6 79 16,2-12-413-16,4-1 251 0</inkml:trace>
  <inkml:trace contextRef="#ctx0" brushRef="#br0" timeOffset="-144720.28">8306 16358 3678 0,'0'-18'0'0,"0"3"0"16,0 2 0-16,0 2 0 0,0 5 0 0,0 1 0 0,0 2 0 0,-2 2 0 0,2 1 0 0,0 0 0 0,0 4 177 0,0 12-101 0,0 5-76 0,2 10 0 0,5 9 0 16,-5 3 0-16,4 10 0 15,-2 8 0-15,-1-4 0 0,4 15 0 16,-2-5 0-16,0 1 0 0,1 0 0 0,-1 3 0 0,-1 1 0 15,1 6 0-15,-4 4 0 0,1-3 0 0,-2 0 0 16,0 0 0-16,0-1-308 0,-5 1-295 0</inkml:trace>
  <inkml:trace contextRef="#ctx0" brushRef="#br0" timeOffset="-143829.15">11631 15719 2024 0,'-21'-4'0'0,"5"0"0"0,4 2 0 0,1-1 0 0,2 2 0 0,4 0 0 0,3-2 0 0,-2 2 0 0,4 1 0 0,0 0 0 0,2 0 553 0,14 0-248 0,2 0-139 15,7 0-63-15,3 0 480 0,4 0-386 16,9 0-197-16,-6-2 0 0,15 2 0 0,-5-3 0 16,0 3 0-16,-1-1 0 0,0 0 0 0,-6 1 0 15,9-3 0-15,-13 3 0 0,-1 0 0 0,-1 0 0 16,-3 0 0-16,-9 0 0 0,1 0 0 0,-2 0 0 15,-7 0 0-15,2 0 0 0,-5-2 0 0,-2 2 0 16,-1-2-551-16,-1-1 145 0,2-3 184 16,-2-1-583-16,1-7 384 0,-1-3 181 0,-1-6 106 0</inkml:trace>
  <inkml:trace contextRef="#ctx0" brushRef="#br0" timeOffset="-143584.41">12224 15307 3292 0,'-11'-2'0'0,"5"2"0"0,-2 0 0 0,5 0 0 0,-1 0 0 0,4 4 0 0,0 3 0 0,0 5 0 0,11 3 0 0,10 0 0 0,2 4 230 16,5-1 179-16,9 5-409 0,-3-3 0 0,4 1 0 0,-3-4 0 0,9 6 0 15,-7-6 0-15,-5 0 0 0,2-1 0 0,-4-1 0 16,-5 0 0-16,-5-1 0 0,-3 0 0 16,-6-1 0-16,-5 1 0 0,-4 1 0 15,-2 2 0-15,-8 0 0 0,-12 1 0 0,-5 0 0 16,-3-1 0-16,-2-1 0 0,-4-2 0 0,0 4 0 0,1-1 0 15,-3 0 0-15,1-1-334 0,-2 6-132 16,7-1 204-16,-7 8-692 0,5 3 459 16,2 3 227-16</inkml:trace>
  <inkml:trace contextRef="#ctx0" brushRef="#br0" timeOffset="-142979.48">12118 16381 1504 0,'0'-2'0'16,"3"-2"0"-16,1 2 0 0,-1-1 0 0,1-3 0 0,1-1 0 0,1-1 0 0,-1-3 0 0,2 0 0 0,0 0 0 0,-1-4 231 0,-1 1-102 0,-1-1-45 0,-3 0-1 16,2-1 26-16,-1 1-35 0,-2 0 8 0,0-1-44 15,0 1 158-15,0-2-80 0,-6 3-39 0,-2-4 127 16,-1 4-75-16,-3-3-50 0,0 1 0 15,-1 0 76-15,-4 0-59 0,-3-2-29 0,4 8 52 0,-5-1-46 16,1 2 0-16,1 4 42 0,-2 0-96 16,1 5-19-16,1 0 0 0,-2 0 0 0,3 8 0 15,-3 5 0-15,1 4 0 0,2 3 0 16,1 3 0-16,-1 6 0 0,0 1 0 16,2 1 0-16,2 4 0 0,2 1 0 0,-2 3 0 0,3 6 0 15,4-3 0-15,1 0 0 0,6 1 0 16,0 0 0-16,0-8 0 0,0 1 0 0,9-2 0 15,4-4 0-15,6-4 0 0,-1-5 0 0,3-6 0 0,8-3 0 16,-3-7 0-16,2-3 0 0,-1-2 0 16,1 0 0-16,-1-13 0 0,3-8 0 0,3-6 0 15,-7 0 0-15,0-5 0 0,-1-2 0 16,-6 2 0-16,-1-4 0 0,-2 1 0 16,-4 3 0-16,-3 2 0 0,0 7 0 15,-6 1 0-15,-1 3 0 0,0 6 0 0,-2 2 0 16,0 3 0-16,0 3 0 0,0 3 0 0,0-1 0 0,0 2 0 15,0 1 0-15,-2 0 0 0,0 4 0 16,1 9 0-16,1 2 0 0,0 5 0 0,0 0 0 16,0 7 0-16,0-4 0 0,0 7 0 0,1-2 0 0,5-1 0 15,3-1 0-15,1 1 0 0,-3-7 0 0,4 3 0 16,-1-4 0-16,1 1 0 16,0-4 0-16,1 0 0 0,-1-3 0 0,0-1 0 0,-1-4 0 15,1 0 0-15,0-4 0 0,-3-1 0 16,3 1 0-16,2 0 0 0,-2-2 0 0,0 0 0 15,3 1 0-15,-1 0 0 0,1-1 0 0,4-1-1039 16,1-1 459-16</inkml:trace>
  <inkml:trace contextRef="#ctx0" brushRef="#br0" timeOffset="-142585.89">12859 16084 3919 0,'-12'-9'0'0,"2"6"0"0,4-1 0 0,0 0 0 0,2 0 0 0,2 3 0 0,2-2 0 0,0 1 0 0,0 0 0 16,14 0 0-16,6 2 12 0,1 0-12 0,7 0 0 0,0 0 0 15,4 0 0-15,-2 0 0 0,2 0 0 0,0 0 0 0,0 0 0 16,-4 0 0-16,1 0 0 0,-1 0 0 0,-6 0 0 15,0 0 0-15,-1 0 0 0,-4 0 0 0,-2 2 0 16,-6 2 0-16,0 2 0 0,-2 1-23 0,-3 3-383 16,-3 0 185-16</inkml:trace>
  <inkml:trace contextRef="#ctx0" brushRef="#br0" timeOffset="-142405.55">12947 16329 3931 0,'-15'11'0'0,"10"-4"0"0,-1-2 0 0,2 0 0 0,4-4 0 0,0-1 0 0,8 0 0 0,10 0 0 0,3 0 0 0,7 0 0 0,1 0 0 0,-1 0 0 0,-2-1 0 15,-4-1 0-15,3-1 0 0,-2 2 0 0,-3-1 0 0,2 0 0 16,-2 2 0-16,-2 0 0 16,1 0 0-16,0 0-447 0,-3 0 165 0,2 5 159 15</inkml:trace>
  <inkml:trace contextRef="#ctx0" brushRef="#br0" timeOffset="-141747.42">13991 15619 2157 0,'-4'-15'0'0,"-1"5"0"0,0 5 0 0,1 3 0 0,0-1 0 0,0 2 0 0,2 1 0 0,-2 0 0 0,4 11 0 0,0 8 0 0,0 7 264 0,2 3-114 0,6 9-56 0,0 2-29 15,1 0 393-15,0 12-216 0,3 1-102 0,-3 2 221 16,-2 1-361-16,3 1 0 0,-4-3 0 15,-1 1 0-15,-1-5 0 0,-3-1 0 0,1-4 0 0,0-2 0 16,0-7 0-16,-2-1 0 0,0-1 0 16,0-6 0-16,0-7 0 0,0 0 0 0,0-8 0 0,0-2 0 15,0-4 0-15,-2 0 0 16,2-6 0-16,-2-1 0 0,2 0 0 0,0 0 0 16,-2 0 0-16,1 0 0 0,-1 0 0 0,2-1-181 15,-2-6 16-15,2 0 55 0,0-4-664 0,0 0 369 16,0-7 184-16,5-2 92 0,7 1-293 0,1-5 197 15</inkml:trace>
  <inkml:trace contextRef="#ctx0" brushRef="#br0" timeOffset="-141488.22">14221 15919 2969 0,'-4'-17'0'0,"-2"6"0"0,0-3 0 0,1 2 0 0,1-1 0 0,4 3 0 0,0 1 0 0,0 0 0 0,2 1 0 0,11 1 0 0,8 0 327 0,3 2-145 16,5 3-73-16,4 1 235 0,3-2-344 0,9 3 0 0,0 0 0 16,4 0 0-16,0 0 0 0,-7 0 0 15,9 0 0-15,-7 3 0 0,-1-2 0 16,-11 1 0-16,3 2 0 0,-8-3 0 0,1 2 0 16,-3-2 0-16,-7-1 0 0,-3 3 0 0,-4-3 0 15,-2 0 0-15,-6 0-3 0,-1 0-156 0,0 0-315 16,-2 0 219-16,0 0 109 0,-6 0 45 0,-7 0-595 15,-2 0 330-15,3-3 165 0</inkml:trace>
  <inkml:trace contextRef="#ctx0" brushRef="#br0" timeOffset="-141294.49">14717 15634 2782 0,'-8'-4'0'0,"2"3"0"0,4-2 0 0,0 2 0 0,2 1 0 0,0 0 0 0,2 0 0 0,14 0 0 0,0 5 0 0,5 6 0 0,2 2 125 0,1 1 605 0,-2 1-436 16,3 2-294-16,-6-4 0 0,6 4 0 0,-9-4 0 15,1 2 0-15,-4-1 0 0,-4 0 0 0,-2 1 0 16,-6-1 0-16,-1 0 0 0,0 1 0 16,-4 2 0-16,-11 2 0 0,-4 2 0 0,-1 1 0 0,-3 3 0 15,0 3-278-15,2 0-197 16,-6 9 219-16,4-6 101 0,-1 10-710 0,3-2 415 16</inkml:trace>
  <inkml:trace contextRef="#ctx0" brushRef="#br0" timeOffset="-140863.28">14605 16413 2278 0,'2'0'0'0,"2"-7"0"0,0-8 0 0,0-3 0 0,2-6 0 0,-1 2 0 0,2-3 0 0,2-2 0 0,0 0 0 0,-4-1 0 0,1 2 186 0,-3 5-75 16,-1-2 41-16,-2 3-48 0,0 1-38 0,-2 1-1 16,-9 4 141-16,-1 3-85 0,-4 3-42 0,-3 4 9 15,-5 2-51-15,0 2 0 0,-3 8-1 0,-1 10 329 16,-4 9-365-16,7-3 0 0,1 5 0 0,2 5 0 15,3-1 0-15,2 9 0 0,5-10 0 0,3 4 0 16,8-1 0-16,1-1 0 0,0-2 0 0,1-2 0 16,12-5 0-16,1-9 0 0,8 3 0 0,-1-6 0 15,3-8 0-15,1-2 0 16,-3-3 0-16,6 0 0 0,-2-12 0 0,-3-8 0 16,0-3 0-16,-3-3 0 0,-1-2 0 0,-4-3 0 15,2-1 0-15,-4 1 0 0,-3-2 0 0,-1 6 0 16,-4 4 0-16,-3 2 0 0,0 5 0 0,-2 5 0 15,0 2 0-15,0 3 0 0,0 3 0 0,0 1 0 16,-4 2 0-16,1 0 0 0,-1 11 0 0,2 7 0 16,1 0 0-16,1 7 0 0,0-1 0 0,0 1 0 15,3-1 0-15,6 3 0 0,1-8 0 16,1 2 0-16,2 0 0 0,1-4 0 16,-2 0 0-16,2-4 0 0,-1-1 0 0,1-4 0 15,-4 1 0-15,1-6-96 0,-1 1-57 0,3-1 63 16,-4-3-650-16,5 0 357 0,-3 0 173 0,0 0 87 15,2-10-533-15,4-7 310 0</inkml:trace>
  <inkml:trace contextRef="#ctx0" brushRef="#br0" timeOffset="-140585.22">15173 15583 2797 0,'0'-20'0'0,"-2"6"0"0,2 3 0 0,-1 0 0 0,-2 2 0 0,1 0 0 0,2 7 0 0,0-1 0 0,0 1 0 0,0 2 0 0,0 0 198 0,0 5-81 0,0 13 405 0,0 8-243 16,0 7-261-16,0 12-18 0,0 3 0 0,0 6 0 15,0 10 0-15,0-2 0 16,0-6 0-16,0 18 0 0,0-9 0 0,0 0 0 16,2-2 0-16,2-2 0 0,2-11 0 0,1 5 0 15,0-4 0-15,3-4 0 0,-2-3 0 0,-3-8 0 16,2 1 0-16,-3-4 0 0,3-9 0 0,-6-1 0 15,1-7 0-15,0-1-88 0,-2-6-298 0,0 1 174 16,0-2-292-16,-2-3 234 0,-3 1 117 0,-4-2 48 16</inkml:trace>
  <inkml:trace contextRef="#ctx0" brushRef="#br0" timeOffset="-139258.22">15620 16062 2883 0,'-15'-13'0'0,"7"11"0"0,2 2 0 0,1 0 0 0,1 0 0 0,3-2 0 0,-1 2 0 0,2 0 0 0,0 0 0 0,0-2 0 0,2 2 587 0,7 0-275 0,3 0-163 15,-3 0-149-15,2 0 0 0,-1 0 0 0,-1 0 0 0,-2 0 0 16,-2 6 0-16,1-3 0 16,-3 4 0-16,-2-2-82 0,-1 0-149 0,0 1 134 0,0-2 67 15,0 0-477-15,0-3 247 0,-1 2 44 0,1-3-488 16,0 0 334-16</inkml:trace>
  <inkml:trace contextRef="#ctx0" brushRef="#br0" timeOffset="-139007.55">15917 15655 3931 0,'-7'-12'0'0,"5"10"0"16,2 0 0-16,0 1 0 0,0-3 0 0,0 2 0 0,5-1 0 0,12-1 0 0,7-1 0 0,8 4 0 0,9-3 0 0,5 1 0 0,0-2 0 0,5 2 0 0,4-1 0 0,10 1 0 16,-13-1 0-16,3 0 0 15,-8-1 0-15,8 3 0 0,-10-1 0 0,-8 1 0 16,0 0 0-16,-7 2 0 0,-8 0-8 0,-3 0-72 16,-7 0-49-16,0 0-715 0,-6 0 404 0,-4 0 201 15,-1 0-203-15,-1 0 207 0,0-6 99 0,-7-4 50 16</inkml:trace>
  <inkml:trace contextRef="#ctx0" brushRef="#br0" timeOffset="-138784.95">16482 15320 2611 0,'-18'-7'0'0,"0"5"0"0,7 0 0 0,1 2 0 0,5 0 0 0,1 0 0 0,4 0 0 0,0 0 0 0,18 0 0 0,7 4 0 0,7 3 703 0,10 5-333 0,-1 1-167 15,-4 0-159-15,14 6-44 0,-5-3 0 0,-5 3 0 0,0 0 0 16,-9-3 0-16,0 2 0 0,-4 0 0 0,-9-2 0 15,-4-2 0-15,-7 4 0 0,-6-3 0 0,-2 2 0 16,-7 3 0-16,-13-1 0 0,-8-1 0 0,-9 3 0 16,0-2 0-16,3-2 0 0,-8 4 0 15,4-3 0-15,-2 0 0 0,8 0 0 16,-9 2 0-16,9-2-80 0,-7 4-912 0,4-1 478 16,-2 3 239-16,3 1 119 0,4 0-333 0</inkml:trace>
  <inkml:trace contextRef="#ctx0" brushRef="#br0" timeOffset="-138336.75">16127 16131 3050 0,'-15'0'0'0,"2"0"0"0,3 0 0 0,3 0 0 0,1 0 0 0,4 3 0 0,1-3 0 0,1 6 0 0,0 3 0 16,3 0 0-16,10 2 202 0,6 3-83 0,0-2 270 0,-2 2-218 15,9 1-171-15,-1-5 0 0,1 2 0 0,2-4 0 0,-2-3 0 16,-1-1 0-16,1-4 0 0,-3 0 0 0,0 0 0 0,-3 0 0 16,-1-4 0-16,-3-7 0 15,0-1 0-15,-5 0 0 0,0-3 0 0,-3-3 0 16,-1 3 0-16,-3-1 0 0,-1-1 0 0,-1-1 0 16,-2-3 0-16,0 1 0 0,0-2 0 0,-11-1 0 15,2 7 0-15,-6-3 0 0,-4 6 0 0,-3-1 0 16,1 9 0-16,-9 1 0 0,-1 4 0 0,0 0 0 15,-9 11 0-15,7 7 0 0,1 2 0 0,-6 8 0 16,7 0 0-16,6-1 0 0,0 4 0 0,6 1 0 16,6 0 0-16,4 2 0 15,6 2 0-15,3-2 0 0,0 1 0 0,5-1 0 16,8-1 0-16,4-2 0 0,3 0 0 0,1-1 0 16,4-6 0-16,-2-1 0 0,0-3 0 0,4-4 0 15,-1-1 0-15,-1-4 0 0,1-1 0 0,-1-4 0 16,-5-2 0-16,3-4 0 0,-1 0 0 15,0 0 0-15,3 0 0 0,-4 0 0 0,3-6 0 16,0-4 0-16,1-1-371 0,1-4-157 0,2-4 246 0,2-1 123 16</inkml:trace>
  <inkml:trace contextRef="#ctx0" brushRef="#br0" timeOffset="-138127.9">16650 16179 3680 0,'-18'-9'0'0,"2"7"0"0,6-1 0 0,-1-1 0 0,4 3 0 0,2-1 0 0,5-1 0 0,0 2 0 0,14-1 0 16,12 2 0-16,2 0 251 0,6 0-251 0,3 0 0 0,-1 2 0 0,10 2 0 16,-11-1 0-16,12 1 0 15,-12 0 0-15,3-3 0 0,-4 2 0 0,-2-1 0 16,-6-2 0-16,-2 0 0 0,-2 0 0 0,-4 0 0 16,-7 0-124-16,0 0-369 0,-3 0 234 0,-3 0-508 15,-3 0 366-15,0-6 182 0,-2-3 91 0,0-5-454 16,0-1 278-16,0-1 133 0</inkml:trace>
  <inkml:trace contextRef="#ctx0" brushRef="#br0" timeOffset="-137937.84">17115 16049 2312 0,'-14'-15'0'0,"-2"5"0"0,-2 3 0 0,2 3 0 0,0 3 0 0,6-2 0 0,2 1 0 0,2 2 0 0,2 0 0 0,4 0 0 0,0 0 117 0,0 2 426 16,12 4-258-16,1 2-125 0,4-1 312 0,1 2-430 16,1 1-42-16,0 0 0 0,0-1 0 0,-2 0 0 15,-2 1 0-15,-3 1 0 0,0 0 0 0,-4-1 0 16,-3 2 0-16,-3 0 0 0,-2 3 0 0,0-3 0 15,-4 4 0-15,-8 0 0 0,-8 4 0 0,2-4 0 16,-5 3 0-16,1 0 0 0,-3 0-32 0,-2-2-70 16,4 2-441-16,-4 1 253 15,1 1 126-15,2 0 64 0,1-1-716 0,9 3 381 16</inkml:trace>
  <inkml:trace contextRef="#ctx0" brushRef="#br0" timeOffset="-137468.12">16880 16594 2070 0,'0'0'0'16,"0"0"0"-16,0 0 0 0,0 0 0 0,0 0 0 0,0-3 0 0,0-5 0 0,2-5 0 0,3 4 0 0,2-3 0 0,-2-3 406 0,-1 4-189 0,0-1-91 15,-1-1 138-15,-1-1-114 0,-2 5-57 0,0-3-19 16,0 1 133-16,0 3-85 0,-2-4-43 0,-5 4 0 16,-2-1-35-16,-5 3-44 0,1 1 0 0,-2 2 0 15,-3 0 0-15,0 2 0 0,-3 1 0 0,1 0 0 16,-2 5 0-16,-1 8 0 0,3 2 0 0,-1 4 0 15,5 0 0-15,-2 6 0 0,4 1 0 0,3-1 0 16,2 6 0-16,4 0 0 0,0 1 0 0,5 2 0 16,0-5 0-16,0 1 0 15,0-4 0-15,2-3 0 0,10-2 0 0,-3-3 0 16,5-4 0-16,-2 0 0 0,6-7 0 0,0-3 0 16,1-4 0-16,6 0 0 0,-5 0 0 0,3-13 0 15,1-4 0-15,-4-1 0 0,3-5 0 0,0-2 0 16,-2 0 0-16,-3-5 0 0,-1 3 0 0,-4-2 0 15,-4 8 0-15,-2 0 0 0,-4 3 0 0,-1 10 0 16,0-2 0-16,-2 5 0 0,0 0 0 16,0 3 0-16,0 2 0 0,-2 0 0 15,0 12 0-15,2 5 0 0,0 3 0 0,0 5 0 16,0-3 0-16,4 5 0 0,4-4 0 0,3 2 0 16,1-6 0-16,1 2 0 0,3 0 0 0,-4-4 0 15,4-3 0-15,-4 0 0 0,4-4 0 0,-5 0 0 16,2 0 0-16,-1-5 0 15,-3 3 0-15,0-4 0 0,-1 4 0 0,1-2 0 16,-3 3 0-16,-1 2-540 0,0 0-72 0,2 0 288 0</inkml:trace>
  <inkml:trace contextRef="#ctx0" brushRef="#br0" timeOffset="-137335.29">17620 16917 366 0,'-6'-12'0'0,"2"11"0"0,-1 1 883 0,-3-2-441 0,1-1-222 0,1 3-109 0,4 0-336 0,2 0 95 0</inkml:trace>
  <inkml:trace contextRef="#ctx0" brushRef="#br0" timeOffset="-129533.28">4728 14742 1281 0,'-6'-11'0'0,"4"9"0"15,-3 2 0-15,0 0 0 0,0 0 0 0,-2 0 0 0,1 0 0 0,2 0 0 0,1 0 0 0,1 0 0 0,1 0 296 0,1 0-120 0,-2 0-60 0,2 0 85 0,0 0-59 16,0 0-50-16,0 0-1 0,0 0 1 0,0 0-36 16,0 0-1-16,0 2 15 15,-3 1 68-15,3 2-41 0,0-2 0 0,0 0-2 0,0 2-1 16,0-1-24-16,0-1-14 0,0 0 73 0,0 2-36 16,0-4 0-16,0 1-37 0,0 0 68 0,0 2-13 15,3-3-101-15,0 1-10 0,2 0 0 0,1 0 0 16,2 0 0-16,0 1 0 15,2-3 0-15,2 4 0 0,-1-1 0 0,3 0 0 16,-1 1 0-16,1-2 0 0,0 1 0 0,0 0 0 16,2 0 0-16,-2 0 0 0,2-1 0 0,-2 1 0 15,2 1 0-15,-2-2 0 0,2 2 0 0,1-1 0 16,-2-1 0-16,2 2 0 0,-1-3 0 0,-1 1 0 16,2 0 0-16,-4 0 0 0,4 0 0 15,-4-2 0-15,4 1 0 0,-4-1 0 0,3 3 0 0,0-3 0 16,2 1 0-16,-1 2 0 0,-1-2 0 0,3 1 0 15,1 1 0-15,1-2 0 16,-2 1 0-16,2 0 0 0,-2 0 0 0,-1 1 0 16,2-1 0-16,-2 1 0 0,1-2 0 0,0 1 0 15,-3 0 0-15,3-2 0 0,0 1 0 0,1-1 0 16,0 0 0-16,3 0 0 0,-4 0 0 0,2 0 0 16,2 0 0-16,-1 0 0 0,2 0 0 0,-1 0 0 15,5 0 0-15,-6-1 0 0,3-1 0 16,-4 0 0-16,8 2 0 0,-5-1 0 15,-3-2 0-15,4 3 0 0,0-2 0 0,0 1 0 16,1-1 0-16,1 0 0 0,0 0 0 0,1 0 0 16,0 1 0-16,2-4 0 0,2 0 0 0,0-1 0 15,3 0 0-15,-2 1 0 0,3-3 0 0,1 1 0 16,1-1 0-16,5 1 0 0,-2-1 0 0,0-2 0 16,3 1 0-16,-5 2 0 0,15-3 0 0,-7 1 0 15,-1 0 0-15,-1 1 0 0,0-1 0 0,-5 3 0 16,9-1 0-16,-8-1 0 0,1 2 0 15,-2 2 0-15,4 1 0 0,-7-1 0 0,10 1 0 16,-7 1 0-16,0 0 0 0,3 0 0 16,-6 0 0-16,3 2 0 0,6-2 0 0,-6 1 0 15,2-2 0-15,4 2 0 0,-3-2 0 0,-1 0 0 16,10-2 0-16,-3 1 0 0,-1-2 0 0,3 2 0 16,2 0 0-16,-3 1 0 0,1-1 0 0,0 0 0 15,-2 2 0-15,0-2 0 0,-3 2 0 16,-2 0 0-16,11 1 0 0,-7-1 0 15,1 2 0-15,1 0 0 0,3 0 0 0,4-2 0 16,8 1 0-16,-14-1 0 0,6-1 0 0,-2-1 0 16,0 4 0-16,0-6 0 0,-1 5 0 0,1-1 0 15,-1 0 0-15,5 1 0 0,-5 1 0 0,1 0 0 16,-4 0 0-16,4 0 0 0,0 0 0 0,-2 0 0 16,-1 0 0-16,1 0 0 0,-1 0 0 0,3 0 0 15,1 0 0-15,0 0 0 0,-1 1 0 0,0 1 0 16,-2 0 0-16,2 2 0 0,0-1 0 15,-1 0 0-15,3 1 0 0,-2-1 0 16,2 1 0-16,9 1 0 0,-6 1 0 0,-7-1 0 16,5 0 0-16,-2 0 0 0,3-1 0 0,-4 2 0 15,10-2 0-15,-8 1 0 0,0-3 0 0,20-1 0 16,-7 2 0-16,-3-3 0 0,-1 1 0 0,-3-1 0 16,-4 0 0-16,13 0 0 0,-5 3 0 15,1-3 0-15,5 0 0 0,-3 0 0 0,-6 0 0 0,12 0 0 16,-8 0 0-16,-2 0 0 0,0 1 0 0,-2-1 0 15,-6 2 0-15,17 0 0 16,-10 0 0-16,1 0 0 0,-1-2 0 0,0 2 0 16,-8 0 0-16,16-2 0 0,-6 0 0 0,0 0 0 15,4 0 0-15,3 0 0 0,-10 0 0 0,13 0 0 16,-9 0 0-16,-1 0 0 0,1 0 0 0,-3 0 0 16,-3 0 0-16,16 0 0 0,-7 0 0 0,-2 0 0 15,-1 0 0-15,-2 0 0 0,-8 0 0 0,17 0 0 16,-9 0 0-16,3 0 0 0,3 0 0 15,-1 0 0-15,-11 0 0 0,13 0 0 16,-9 0 0-16,0 0 0 0,0 0 0 0,-1 0 0 16,-8 0 0-16,19 0 0 0,-8 3 0 0,-1-1 0 15,1 0 0-15,-2-1 0 0,-6 3 0 0,13-2 0 16,-4 0 0-16,0-2 0 0,2 2 0 0,2 1 0 16,-5-2 0-16,11 0 0 0,-6 2 0 15,0-1 0-15,2-2 0 0,-4 1 0 0,7-1 0 16,2 3 0-16,1-3 0 0,-2 0 0 0,0 0 0 15,0 0 0-15,2 0 0 0,-1 0 0 16,14 0 0-16,-5 0 0 0,0 0 0 0,-13 0 0 16,9-3 0-16,2 2 0 0,-3-4 0 0,15 3 0 15,-5-3 0-15,-11 3 0 0,17-1 0 0,-10 0 0 16,0 2 0-16,-3-1 0 0,7 0 0 0,-9 0 0 16,15 2 0-16,-22 0 0 0,11 0 0 0,5 0 0 15,-7 0 0-15,-5 0 0 0,20 0 0 0,-10 0 0 16,-2 0 0-16,-2 0 0 15,3 0 0-15,-12 0 0 0,21 0 0 0,-8 0 0 16,-2 0 0-16,-17 2 0 0,8 2 0 0,-13 0 0 16,13 1 0-16,-10 1 0 0,3 0 0 0,-3-1 0 15,2-1 0-15,-11 2 0 0,18-2 0 0,-9 0 0 16,0-2 0-16,5-2 0 0,1 0 0 0,4 0 0 16,0 0 0-16,-4 0 0 0,-2 0 0 15,0 0 0-15,-1 0 0 0,-10 0 0 0,13 0 0 16,-6-5 0-16,-1 2 0 0,-4-1 0 15,-14 0 0-15,5-1 0 0,-4-1 0 0,-6 1 0 16,-10 0 0-16,2 0 0 0,-7-1 0 0,-10 2 0 16,-1-1 0-16,-6-1 0 0,-3 3 0 0,-5-4 0 15,-1 4 0-15,-2-1 0 0,-2 0 0 0,0-3 0 16,-9 5 0-16,-14 0 0 0,-9 2 0 16,-10 2 0-16,-20 18-85 0,-16 14-151 0</inkml:trace>
  <inkml:trace contextRef="#ctx0" brushRef="#br0" timeOffset="-124918.52">22033 13155 3931 0,'0'0'0'0,"-2"0"0"0,2 0 0 0,0 0 0 0,0 0 0 0,0 0 0 0,0 0 0 0,7 0 0 0,4 0 0 0,-2 0 0 0,8 0 0 0,-2 0 0 0,6 0 0 15,0 0 0-15,4 0 0 0,0 0 0 0,7 0 0 16,0 0 0-16,-1 0 0 0,6 0 0 16,0 0 0-16,1 0 0 0,-3 0 0 15,1 0 0-15,-3 0 0 0,1 0 0 0,1 0 0 16,-3-1 0-16,-2 1 0 0,-2-3 0 0,-1 3 0 15,-2-1 0-15,1-3 0 0,-5 0 0 0,1-2 0 16,-1 0 0-16,-4-2 0 0,-2 4 0 0,-3-4 0 16,-3 2 0-16,-4 2 0 0,-3-3 0 0,0 1 0 15,-2 1-74-15,0-2-626 0,0-2 315 0,-4 4 173 16,-5-2 81-16,1-1-297 0,-3 1 193 16</inkml:trace>
  <inkml:trace contextRef="#ctx0" brushRef="#br0" timeOffset="-124657.06">22654 12875 3121 0,'-14'-6'0'0,"7"4"0"0,-2 1 0 16,2-1 0-16,4 0 0 0,1-1 0 0,2 2 0 0,0 0 0 0,2 1 0 0,11 0 0 0,9 0 144 0,3 7 406 0,1 4-434 0,4 1-116 0,2 1 0 16,0 1 0-16,0 5 0 0,2-2 0 15,-2 2 0-15,0 2 0 0,-2-2 0 16,-2 1 0-16,-5-1 0 0,-2 2 0 0,-7-6 0 15,-3 3 0-15,-1-1 0 0,-8 0 0 0,0 1 0 16,-2-2 0-16,-6 1 0 0,-13-1 0 0,3-1 0 16,-11-1 0-16,1-1 0 0,-2-1 0 0,-1-1 0 15,-1 0 0-15,2 0 0 0,-4 2 0 0,2-2-54 16,-4 4-163-16,3 1 84 0,-9 4-420 0,8-1 247 16,-9 6 138-16,3-1 64 0</inkml:trace>
  <inkml:trace contextRef="#ctx0" brushRef="#br0" timeOffset="-124152.68">22276 13685 2958 0,'-13'0'0'0,"2"3"0"0,-1 1 0 0,3-2 0 0,4 0 0 0,-2 2 0 0,3-3 0 0,4 3 0 0,0 4 10 0,0 1-3 0,4 2 583 15,8 3-272-15,3-2-270 0,5 3-48 0,-2-3 0 16,7 3 0-16,0-3 0 0,1-3 0 0,3-1 0 15,-7-1 0-15,8-1 0 0,-6-3 0 0,-3-1 0 16,2-2 0-16,-2 0 0 0,-3 0 0 0,1 0 0 16,-4-3 0-16,0-5 0 0,0 0 0 0,-3-2 0 15,0 0 0-15,-2-1 0 0,0 1 0 0,-3-1 0 16,0-2 0-16,-3 0 0 0,-1-1 0 0,-1-1 0 16,0 0 0-16,-2-2 0 0,0-1 0 0,0-2 0 15,-2 3 0-15,-7 1 0 16,0 1 0-16,-3 2 0 0,-2 1 0 0,-2 3 0 15,-2 4 0-15,-7 1 0 0,1 4 0 0,-5 0 0 16,-1 0 0-16,-3 11 0 0,-1 4 0 0,-7 7 0 16,4 1 0-16,0 2 0 0,5 3 0 0,9-5 0 15,-4 6 0-15,4 3 0 0,4-3 0 0,5 3 0 16,5 1 0-16,0-1 0 0,6-1 0 16,3 2 0-16,0-3 0 0,0 2 0 15,5-2 0-15,5-1 0 0,3-1 0 0,1 1 0 16,0-3 0-16,0-1 0 0,0 0 0 0,2-5 0 15,-5-1 0-15,3-1 0 0,2-2 0 0,-3-2 0 16,2-2 0-16,-2-5 0 0,2 1 0 0,-2-4 0 16,3-2 0-16,-2-2 0 0,2 0 0 0,0 0 0 15,1 0 0-15,0-2 0 0,0-6 0 0,0 3 0 16,2-1 0-16,0-2 0 16,-1 1 0-16,1 0 0 0,3-5-418 0,-1 2-282 15,2-5 329-15</inkml:trace>
  <inkml:trace contextRef="#ctx0" brushRef="#br0" timeOffset="-123944.08">22729 13918 3931 0,'-10'-7'0'0,"2"4"0"0,3-1 0 0,1-2 0 15,2 3 0-15,2-2 0 0,0-1 0 0,11 2 0 0,12 2 0 0,-2 0 0 0,5 1 0 0,1 1 0 0,3 0 0 0,0 0 0 0,2 0 0 16,2 0 0-16,-1 0 0 0,1 0 0 0,-8 0 0 15,8 0 0-15,-7 0 0 0,-6 0 0 0,0 0 0 16,-1 0 0-16,-8 0 0 0,2 0-222 0,-5 0-776 16,0 0 479-16,-2 0 238 0,0 0 120 0,-3-7-540 15,-3-8 334-15</inkml:trace>
  <inkml:trace contextRef="#ctx0" brushRef="#br0" timeOffset="-123752.7">23166 13694 3030 0,'-7'-7'0'0,"-2"0"-19"0,2 4 0 0,2-1 0 0,3 3 2 16,-2-1 4-16,4 0 3 0,0 2 1 0,4 0 2 0,11 0 0 0,2 0 414 0,2 0-186 0,-1 7-78 0,3 3 65 0,6-1-166 16,-6 4-42-16,-5-4 0 0,3 4 0 0,-1-1 0 15,-2 0 0-15,-3 0 0 0,-3 0 0 0,-3 0 0 16,-4 2 0-16,-3-1 0 16,0 1 0-16,0 4 0 0,-10-3-386 0,-8 4 31 15,2-3 173-15,-1 0 0 0,-4 4-201 0,1-3 171 16,-1 4 87-16,-2-1 42 0,1 3-564 0</inkml:trace>
  <inkml:trace contextRef="#ctx0" brushRef="#br0" timeOffset="-123269.08">23097 14255 2431 0,'3'2'0'0,"-1"2"0"0,2-4 0 0,-2 0 0 0,-1 0 0 16,1 0 0-16,-2 0 0 0,3 0 0 0,-1-2 0 0,0-5 0 0,0 1 282 0,1-1-121 0,1-2 142 0,-2 0-131 0,-1 2-57 0,1-3-42 15,-2 3 157-15,0-2-95 0,0 0-106 0,0-1-29 16,0-1 0-16,-5 1 0 0,-1 1 0 0,-4 0 0 16,1 1 0-16,-2 1 0 0,-4 3 0 15,0 0 0-15,-4 4 0 0,-6 0 0 0,0 0 0 0,-3 11 0 16,1 4 0-16,1 5 0 0,1 1 0 16,2 2 0-16,5 1 0 0,3 3 0 15,6-2 0-15,-1 4 0 0,5 0 0 0,2-1 0 16,3-1 0-16,0-2 0 0,0-2 0 0,7 0 0 15,2-4 0-15,3-3 0 0,2-3 0 0,-1-2 0 16,4-3 0-16,0-5 0 0,2-3 0 0,5 0 0 16,-4 0 0-16,5-12 0 0,-2-7 0 0,-2-1 0 15,-1-5 0-15,-1-1 0 0,-1-3 0 0,-2 1 0 16,-5 5 0-16,-1-3 0 0,-5 5 0 0,-1 5 0 16,-2 4 0-16,-2 1 0 15,0 4 0-15,0 1 0 0,0 4 0 0,0 1 0 16,0 1 0-16,0 0 0 0,-2 0 0 0,0 5 0 15,2 12 0-15,0 2 0 0,0 5 0 0,0 1 0 16,0-5 0-16,5 8 0 0,5-3 0 0,1 0 0 16,-1-8 0-16,0 3 0 0,6-1 0 0,-3-5 0 15,2 0 0-15,0-3 0 0,0-1 0 16,0-5 0-16,0-1 0 0,0-2 0 16,0-2 0-16,-2 0 0 0,1 0 0 0,-5 0 0 15,2 0 0-15,-1 0 0 0,4 0-253 0</inkml:trace>
  <inkml:trace contextRef="#ctx0" brushRef="#br0" timeOffset="-120015.95">24000 13294 3931 0,'0'0'0'15,"0"0"0"-15,0 0 0 0,1 4 0 0,13 1 0 0,1 1 0 0,4-1-21 0,6 0-22 0,-5 0 5 0,8 0 5 0,-2 0 154 0,1-2-107 0,-1 1-14 0,-6-2-16 0,3 0-17 16,0-2 28-16,-4 0-179 0,-1 2 113 16,-2-2 56-16,-7 0 28 0,2 0-714 0,-5 1 348 15,0-1 173-15,-3 4-31 0,-3 2-565 0</inkml:trace>
  <inkml:trace contextRef="#ctx0" brushRef="#br0" timeOffset="-119812.71">24045 13729 3640 0,'-10'0'0'0,"3"0"0"0,5 0 0 0,2 3 0 0,-2-2 0 0,2 1 0 0,0 2 0 0,14-2 0 0,6-2 0 0,7 0 0 0,6 0 111 16,3 0 69-16,-2-4-180 15,-3 0 0-15,0 3 0 0,-9-2 0 0,3 2 0 0,-4 1 0 16,-3 0 0-16,-2 0 0 0,0 0 0 0,-2 0 0 0,-3 0 0 16,-2 1 0-16,1 5 0 0,1-2-777 15,-2 0 201-15,3 1 268 0,-1 3 125 16</inkml:trace>
  <inkml:trace contextRef="#ctx0" brushRef="#br0" timeOffset="-117036.31">13828 14886 1732 0,'-5'0'0'0,"3"0"0"0,0 0 0 0,-2-4 0 0,1 1 0 0,2 0 0 0,1-2 0 0,-2 2 0 0,2 1 0 0,0 0 0 0,0 0 267 0,0 1-108 0,0 1-41 16,0 0 59-16,0 0-64 0,2 0-30 0,2 0-1 16,2 0 175-16,-1 3-90 15,2-1-65-15,1 0 0 0,-2 0 80 0,0-2-65 16,-1 1-34-16,2-1 107 0,-1 0-190 0,0 0 0 16,0 0 0-16,-1 0 0 0,2 0 0 0,1 0 0 15,0 0 0-15,3 0 0 0,-2 0 0 0,3 0 0 16,-5 0 0-16,4 0 0 0,-1 0 0 0,1-1 0 15,-2-1 0-15,3 0 0 0,-3 0 0 0,0 0 0 16,5 1 0-16,-5-2 0 0,0 1 0 16,1 2 0-16,-1-1 0 0,2 1 0 0,-1 0 0 0,-1 0 0 15,0 0 0-15,5 0 0 16,-3 0 0-16,0 0 0 0,3 0 0 0,0-3 0 16,2 3 0-16,-2-1 0 0,4-2 0 15,-2 2 0-15,1-1 0 0,3 0 0 0,-4 0 0 0,1 0 0 16,0 1 0-16,-2-1 0 0,0 0 0 15,0 0 0-15,-2 2 0 0,0 0 0 0,-1 0 0 0,2 0 0 16,-2 0 0-16,1 0 0 0,2 0 0 16,-2 0 0-16,0 4 0 0,2-2 0 15,0-1 0-15,2 3 0 0,-2-2 0 0,2-2 0 16,2 2 0-16,-2-2 0 0,2 0 0 0,-3 0 0 16,5 0 0-16,-2 0 0 0,-1 0 0 0,2 0 0 15,1 0 0-15,-3 0 0 0,3 0 0 0,-1 0 0 16,3 0 0-16,-2 0 0 0,1 0 0 0,4 0 0 15,-2 0 0-15,1 0 0 0,-4 0 0 0,9 0 0 16,-3 0 0-16,0 0 0 0,1-2 0 0,0 0 0 16,-3 0 0-16,5 0 0 15,-4-1 0-15,-1 1 0 0,0 0 0 0,-3 1 0 16,0-1 0-16,-1-1 0 0,3 2 0 0,-1-1 0 16,1-1 0-16,-1 2 0 0,-1-2 0 0,1 2 0 15,3 0 0-15,-1-2 0 0,-5 2 0 0,4-1 0 16,-1-1 0-16,4 2 0 0,-3 1 0 0,0-2 0 15,2 2 0-15,1 0 0 0,-3 0 0 0,5 0 0 16,-1 0 0-16,-2 0 0 0,0 0 0 0,0-2 0 16,-3 2 0-16,2 0 0 15,-2 0 0-15,0 0 0 0,0 0 0 0,0 0 0 16,0-2 0-16,-3 2 0 0,2 0 0 0,1 0 0 16,-1 0 0-16,3 0 0 0,-3 0 0 0,7 0 0 15,-5 0 0-15,3 0 0 0,0 0 0 0,1-2 0 16,2 0 0-16,0 1 0 0,1-2 0 0,-1 2 0 15,0-2 0-15,-2 3 0 0,-3-3 0 0,5 1 0 16,-2 0 0-16,2 0 0 0,-2 2 0 16,0 0 0-16,-4 0 0 0,8 0 0 0,-6 0 0 15,3 0 0-15,-3 0 0 0,-1 0 0 16,5 0 0-16,-4 0 0 0,3 0 0 0,-1 0 0 16,-3-2 0-16,2 2 0 0,2 0 0 0,0 0 0 15,-1-1 0-15,-2 1 0 0,2 0 0 0,-1-2 0 16,3 0 0-16,-2 2 0 0,0-2 0 15,2 0 0-15,-2 1 0 0,2-1 0 0,2-1 0 0,-4 2 0 16,2 1 0-16,2-2 0 0,-2 0 0 16,2 1 0-16,0 1 0 0,-2-3 0 0,2 3 0 0,-2-1 0 15,0-1 0-15,-5 2 0 16,5 0 0-16,-4-3 0 0,1 3 0 0,-1-1 0 16,4 1 0-16,-2-2 0 0,1 2 0 0,2-3 0 15,0 3 0-15,2 0 0 0,1-2 0 0,0-1 0 16,1 3 0-16,3 0 0 0,5-1 0 0,-9 1 0 15,5 0 0-15,-1 0 0 0,-3 0 0 16,-3 0 0-16,-2 0 0 0,-2 0 0 0,-1 0 0 0,-4 0 0 16,5 0 0-16,-8 0 0 0,6 0 0 15,-5 0 0-15,6-2 0 0,-9 2 0 16,3-2 0-16,0 0 0 0,-1 2 0 0,1-2 0 16,0 0 0-16,-3-1 0 0,1 3 0 0,-1-1 0 15,-4 1 0-15,1-1 0 0,-3 1 0 16,-2 0 0-16,1-3 0 0,-1 3 0 0,0 0 0 0,-3 0 0 15,1 0 0-15,-2 0 0 0,-1 0 0 0,-1-1 0 16,-3 1 0-16,1 0 0 0,0 0 0 0,-2 0 0 16,0 0 0-16,0 0 0 0,0 0 0 0,0-2 0 15,0 2 0-15,0 0 0 16,0-3 0-16,-2 2 0 0,-10 1 0 0,-11 0 0 16,-6 4 0-16,-10 18-156 0</inkml:trace>
  <inkml:trace contextRef="#ctx0" brushRef="#br0" timeOffset="-108179.7">22100 14986 2556 0,'0'0'-1'0,"-2"0"1"0,2-2-1 0,0 0 1 0,0 2 0 0,0 0 0 0,0 0 0 0,0 0-1 0,0 0 1 0,0 0 0 0,0 0 45 15,0 5-1-15,0 5 12 0,0 5 445 0,0 0-228 16,0 2-114-16,0 4 141 0,0 0-300 0,0-3 0 15,0 5 0-15,0 5 0 0,0 4 0 16,0 6 0-16,0-1 0 0,0 1 0 0,0 11 0 16,0-3 0-16,0 2 0 0,0-3 0 0,2-6 0 15,0 9 0-15,3-7 0 0,-1-3 0 0,3-4 0 16,-2-2 0-16,-1-3 0 0,2 1 0 0,-2-8 0 16,-2 3 0-16,2-5 0 0,-3-3 0 0,1 0 0 15,-2-4 0-15,0-5 0 0,0-2 0 16,0 0 0-16,0-3 0 0,0-1 0 15,0-2 0-15,0 0 0 0,0 0 0 0,0 0 0 16,0 0 0-16,0 0 0 0,-2-5 0 0,1-4 0 16,-1 0 0-16,0-3 0 0,2 1 0 0,0-7 0 15,0-2-672-15,4-3 201 0,6-4 216 0,6-3-669 16,2-8 443-16</inkml:trace>
  <inkml:trace contextRef="#ctx0" brushRef="#br0" timeOffset="-107913.54">22371 15099 3931 0,'-11'-6'0'0,"8"4"0"0,-1 2 0 0,2 0 0 0,2 0 0 0,0 0 0 0,0 0 0 15,0 0 0-15,15-2 0 0,9 0 0 0,7 2 0 0,8-1 0 0,3 1 0 0,0-3 0 0,3 3 0 16,2-1 0-16,3 1 0 15,0-1 0-15,1-2 0 0,0-1 0 0,-1 1 0 16,3-3 0-16,-10 0 0 0,10-1 0 0,-9 1 0 16,-2-2 0-16,-8 1 0 0,0-1 0 0,-8 1 0 15,-1-1-346-15,-5 1-60 0,-3 1 184 0,-4-2 92 16,-5 2-286-16,-3-6 194 0,-4-1 92 16,-1-2 46-16,0-8-584 0</inkml:trace>
  <inkml:trace contextRef="#ctx0" brushRef="#br0" timeOffset="-107713.78">23157 14774 2731 0,'-19'-6'0'0,"4"4"0"0,1 1 0 0,5-1 0 0,4-1 0 0,-1 3 0 0,5 0 0 15,1 0 0-15,0 0 0 0,7 0 0 0,12 6 135 0,3 3-53 0,1 2 481 0,1 3-262 0,3 0-182 0,1 1-119 16,-8-5 0-16,8 7 0 0,-8-2 0 0,-2 0 0 16,-3-1 0-16,-6 1 0 0,-1 0 0 0,-7 2 0 15,-1-1 0-15,0 7 0 0,-11-2 0 0,-8 1 0 16,-4 1 0-16,-2 1 0 15,-3-1 0-15,-1-1 0 0,1-1 0 0,0-3-297 16,0 4-230-16,-1-2 250 0,-1 1 120 0,2-1-739 16</inkml:trace>
  <inkml:trace contextRef="#ctx0" brushRef="#br0" timeOffset="-107351.34">22663 15507 3380 0,'-11'6'0'0,"5"4"0"0,2 0 0 0,0-4 0 0,2 1 0 0,2 1 0 0,0-2 0 0,2 2 0 16,17 1 0-16,1 1 0 0,9-3 390 0,1-1-229 0,2-2-161 0,3-3 0 0,0 1 0 16,0-2 0-16,1 0 0 0,-2 0 0 0,-4 0 0 15,-2-2 0-15,-7-1 0 0,-1-2 0 0,-3-3 0 16,-4 1 0-16,-4-1 0 16,-2 0 0-16,-6-1 0 0,-1-2 0 0,0-1 0 0,0-3 0 0,-13 3 0 15,-4-7 0-15,-2 3-78 0,-4-2 6 16,0 1-26-16,-4 2 34 0,-3 4 1 15,2 2 25-15,-4 8 29 0,0 1-1 0,-2 0-37 16,-6 15 320-16,5 9-151 0,-1 4-58 0,3 6-44 16,2 2-20-16,12-5 0 0,1 7 0 0,8-2 0 15,6-2 0-15,4 2 0 0,0-3 0 0,14 1 0 16,4-3 0-16,5-2 0 0,4-1 0 16,1-3 0-16,2-2 0 0,4-5 0 0,-1-3 0 0,-1-3 0 15,2-5 0-15,-2-3 0 0,2 0 0 16,-3-4 0-16,3 0 0 0,-4 0 0 15,0-8-32-15,0-3-412 0,-1 0 203 0,1-4-787 16,-2-3 500-16,-3-4 246 0</inkml:trace>
  <inkml:trace contextRef="#ctx0" brushRef="#br0" timeOffset="-107178.86">23212 15619 3528 0,'-16'0'0'0,"5"0"0"0,2 0 0 0,1 0 0 0,2 0 0 0,3 0 0 0,1 0 0 0,2 0 0 0,2 0 0 0,17 0 0 0,3 0 403 15,2 0-403-15,5 0 0 0,-1 0 0 0,2 1 0 16,2-1 0-16,0 0 0 0,-2 0 0 0,-4 0 0 16,-3 0 0-16,-1 0-236 0,-2 0-113 0,-3 0 194 15,-1 0-370-15,-4 0 128 0,-2-1 179 0,0-2 81 16,-1-1-549-16</inkml:trace>
  <inkml:trace contextRef="#ctx0" brushRef="#br0" timeOffset="-106689.74">23580 15473 2710 0,'-9'-8'0'0,"4"1"0"0,0 1 0 0,1 0 0 0,2 3 0 0,2-2 0 0,0 4 0 0,2-3 0 0,12 2 0 0,6 2 0 0,1 0 82 16,0 0 378-16,8 0-215 0,-5 2-104 0,1 5 152 15,0 3-293-15,-7-2 0 0,3 0 0 0,-7 4 0 16,-2 1 0-16,-5 0 0 0,-5 2 0 0,-2 3 0 16,0-1 0-16,-16 3 0 0,-5 0-210 0,-2-1 6 15,-3 0 118-15,-3-2-15 16,1 0-269-16,0-2 120 0,1-1 106 0,-3-3 53 15,3-1-451-15,6-4 251 0,-2 0 118 0,3-3-279 16,3 0 207-16,6-1 104 0,2-2 29 0,-1 0 37 16,6 0-10-16,1 0 47 0,1 0 371 0,2 0-186 15,0 1-92-15,0 3-47 0,0 4 214 0,0 1-126 16,0 5-66-16,0 1 668 0,0 9-337 0,0-1-128 16,0 6-88-16,0 1 398 0,-2 2-252 0,-2-2-127 15,-1-1 120-15,-2 0-284 0,6-8 0 0,-3 4 0 16,2-9 0-16,0-3 0 15,2-3 0-15,0-4 0 0,0-5 0 0,0 1 0 16,0-2 0-16,0-2 0 0,8-14 0 0,2 2 0 16,2-1 0-16,1 0 0 0,3 2 0 0,1 3 0 15,-1 0 0-15,4 4 0 0,-2 4 0 16,-1 2 0-16,-1 0 0 0,0 2 0 0,-3 9 0 16,-3 1 0-16,-3 2 0 0,-5 3 0 0,0 0 0 0,-2 1 0 15,-2 0 0-15,-9-1 0 16,-6-2 0-16,2 0 0 0,-4-6 0 0,0 1 0 15,-1-5 0-15,-2-1 0 0,2-1 0 0,2-3 0 16,-2 0 0-16,1 0 0 0,3 0 0 0,0-1 0 16,4-6 0-16,3-8 0 0,2-3-48 0,7-7-933 15,0-6 471-15,3-9 236 0,13 9 108 0</inkml:trace>
  <inkml:trace contextRef="#ctx0" brushRef="#br0" timeOffset="-106519.28">23891 15594 3679 0,'17'-5'0'0,"7"3"0"0,-4 2 0 0,-6-3 0 0,0 2 0 0,-1 0 0 0,4 1 0 0,1 0 0 0,5 0 0 0,3 0 0 0,3 0 252 15,2 0-252-15,3 0 0 0,2 0 0 0,-4 0 0 16,1 0 0-16,-3 0-78 0,-7 0-225 0,2 0 180 16,-5 0 75-16,-5 0-902 0,-2 0 485 0,-3 0 241 15,-4 0-47-15</inkml:trace>
  <inkml:trace contextRef="#ctx0" brushRef="#br0" timeOffset="-106338.79">24308 15210 2961 0,'-7'-10'0'0,"1"7"0"0,1 1 0 0,1 0 0 0,1 2 0 0,1 6 0 0,2 14 0 0,0 4 0 0,0 9 0 0,2 6 0 0,2 9 863 0,1 1-756 15,-2 2-107-15,-1 2 0 0,0-3 0 0,0-7 0 0,3 12 0 16,-1-13 0-16,2-7 0 0,1 0 0 15,-1-2 0-15,1-11-205 0,0 1 65 0,0-5 89 16,0-7-391-16,0-3 89 0,2-6 165 0,3-2 21 16,-3 0-633-16</inkml:trace>
  <inkml:trace contextRef="#ctx0" brushRef="#br0" timeOffset="-106145.27">24580 15184 3744 0,'-8'-12'0'0,"7"8"0"0,1 2 0 0,0 0 0 0,0 1 0 16,4-2 0-16,10 2 0 0,7-1 0 0,6 2 0 0,7-2 0 0,9 1 187 0,7-2-187 0,3 1 0 0,4-1 0 0,-3-1 0 15,-2-1 0-15,1-1 0 0,-4 0 0 0,-4 2 0 16,-9 1 0-16,-3 1-486 0,-6-1 192 0,-1 2 160 16,-8-2 86-16,0 2-857 0,-7-3 434 0,-4 1 217 15,-1-7-368-15</inkml:trace>
  <inkml:trace contextRef="#ctx0" brushRef="#br0" timeOffset="-105955.73">25160 14868 2772 0,'-22'-7'0'0,"8"2"0"0,2 4 0 0,6 1 0 0,3 0 0 0,3 0 0 0,0 0 0 0,7 0 0 0,14 6 0 0,2 3 0 0,1 2 272 0,4 2-108 0,0 0-68 16,0 4 223-16,0 0-141 0,-1 0-70 0,-3 2-86 15,-7-4-22-15,-2 4 0 0,-6-1 0 16,-7 3 0-16,-2 3 0 0,0-1 0 15,-14 1 0-15,-9 1-50 0,-4-2 30 0,-1 3 28 16,-2-2-481-16,-2-2 241 0,0-1 47 0,0 0 87 16,2-3-608-16,-2 2 335 0,0 0 167 0</inkml:trace>
  <inkml:trace contextRef="#ctx0" brushRef="#br0" timeOffset="-105515.55">24775 15525 3226 0,'-21'-16'0'0,"-1"9"0"0,8 6 0 0,0-1 0 0,2-3 0 0,0 4 0 0,6-1 0 0,3 2 0 0,1 0 0 0,2 0 0 0,0 0 225 0,2 0 255 16,10 8-480-16,11 1 0 0,3 1 0 0,4-5 0 0,12 3 0 0,-6-5 0 15,11 1 0 1,-5-4 0-16,2 0 0 0,-8 0 0 0,1-1 0 0,-1-7 0 15,-2-2 0-15,-6 0 0 0,-7 2 0 0,0-2 0 16,-7 1 0-16,-2 1 0 0,-5 0 0 0,-3 3 0 16,-2-4 0-16,-2 1 0 0,0-2-73 0,-6 2-22 15,-7 0 34-15,-4 1-2 0,-6-3 0 0,2 4 26 16,-4 4 30-16,-3 1-8 0,-4 1-22 0,-2 0-1 16,-8 1 132-16,1 14-66 0,0 4-32 15,5-2 368-15,0 2-357 0,6 1-7 0,4 1 0 16,9-2 0-16,2 0 0 0,5 2 0 15,7-1 0-15,3 2 0 0,0 3 0 0,5 0 0 16,9-1 0-16,2 1 0 0,5-3 0 0,2-2 0 16,1 0 0-16,0-2 0 0,5-2 0 0,-5-7 0 15,6 2 0-15,-5-5 0 0,1-1 0 0,-5-3 0 16,0-2 0-16,-3 0 0 0,-1 0 0 0,-2 0-61 16,0 0-68-16,-2 0 30 0,1-4-688 15,-2 1 365-15,4-3 197 0,-2-2 94 16</inkml:trace>
  <inkml:trace contextRef="#ctx0" brushRef="#br0" timeOffset="-104487.14">25398 15684 1785 0,'-5'-3'0'0,"3"-1"0"0,1 0 0 0,-3-1 0 0,2-1 0 0,-2 2 0 0,4 1 0 0,0-3 0 0,0 2 0 0,0 2 0 16,0 0 50-16,0 0-13 0,0 1 8 0,0-3-9 0,0 4-49 15,0 0 25-15,0 0-1 0,0 0-17 16,0 0 10-16,0 0 32 0,0 0 32 0,0 0 0 16,0 0-31-16,0 0-1 0,-1 0 143 0,-1 0-76 15,0 4-34-15,0-4 1 0,0 1 70 0,2-1-52 16,0 0-16-16,0 0 16 16,0 0-26-16,0 0 0 0,0 0-26 0,0 0-37 0,0 0 8 15,0 0 29-15,0 0-95 0,0 0 47 16,0 0 24-16,0 0 10 0,0 0-90 0,0 0 50 15,0 0 1-15,0 0 0 0,0 0-37 0,0 0 34 16,0 0-8-16,0 0-26 0,0 0 18 0,0 0 0 16,0 0 20-16,0 0-2 0,0 0 9 0,0 0 1 15,0 0 18-15,0 0-18 0,0 0 1 0,0 0-3 16,0 0 66-16,0 0-30 0,0 0 0 0,0 0-31 16,0 0 125-16,0 0-49 0,0 0-33 15,0 0 54-15,0 0-31 0,0 0 0 16,0 0-20-16,0 0 3 0,0 0 2 0,0 0-18 15,0 0 38-15,0 0-33 0,0 0 12 0,0 0 7 16,0 0 25-16,0 0 0 0,0 0-41 0,0 0 0 16,0 0 2-16,0 0-38 0,0 0 0 0,0 0 0 15,0 0 0-15,0 0 0 0,0 0 0 0,0 0 0 16,0 0 0-16,2 0 0 0,0 0 0 0,2 0 0 16,-1 0 0-16,1 0 0 0,1 0 0 0,4 0 0 15,-2 0 0-15,4 0 0 16,1 0 0-16,0 0 0 0,4 0 0 0,1 0 0 15,3 0 0-15,1 0 0 0,1-1 0 0,1-3 0 16,-1 2 0-16,-1-1 0 0,0 0 0 0,-4 2 0 16,-1-1 0-16,-4-1 0 0,-1 3 0 0,-3 0-243 15,-3 0 80-15,-1 0-475 0,-3 0 300 0,-1 0 143 16,0 0 83-16,0 0-386 0,-7-1 230 0,-2-2 116 16,0 2 58-16,-1-2-289 15,-3-5 177-15,4-2 85 0,1-1-130 0,1 0 108 16,1-1 62-16,3 3 36 0,1 0 45 0,2 0 0 15,0-1 0-15,0 5 0 0,0-4 145 0,0 4-108 16,0 2-37-16,1-1 488 0,7 1-261 0,-1 2-58 16,3 1-92-16,3 0 488 0,-3 0-264 0,3 0-132 15,1 8 245-15,2 0-188 0,-4 2-86 0,4 2-56 16,-3-1 89-16,-2 1-68 0,1 0-34 0,-3 1-1 16,-4-2 11-16,-1 3-10 0,0-2-35 0,-4 2-303 15,0 1 151-15,-4 0 76 0,-8 0 48 0,-6 0-531 16,1 0 275-16,-4 2 59 15,3-2-525-15,-5 2 339 0,4-2 160 0</inkml:trace>
  <inkml:trace contextRef="#ctx0" brushRef="#br0" timeOffset="-104223.3">25607 15912 2062 0,'3'-6'0'0,"-1"2"0"0,-1-3 0 0,-1-5 0 0,0 4 0 0,0-2 0 0,0-3 0 0,-6 1 0 0,-1 3 0 0,-2 2 0 0,-2-1 148 0,-4 4-47 0,-2 3 271 16,-2 1-168-16,-6 0-84 0,1 0 268 0,-3 11-176 16,4 4-78-16,-2 4-54 0,4 0 30 0,3 1-110 15,2 4 0-15,7-1 0 0,4-1 0 0,1 5 0 16,4-1 0-16,0-2 0 0,6-1 0 0,8 0 0 16,5-6 0-16,8-1 0 0,3-2 0 0,2-7 0 15,3-3 0-15,1-4 0 16,-2 0 0-16,5-2 0 0,-3-7-264 0,-2-3-159 15,-2-1 194-15,0-2 96 0,-2-2-579 0,-2-1 342 16,-2-3 167-16,0-4-195 0</inkml:trace>
  <inkml:trace contextRef="#ctx0" brushRef="#br0" timeOffset="-103840.93">26283 14708 2499 0,'-1'-11'0'0,"-3"5"0"0,2 4 0 15,-1-1 0-15,1 1 0 0,0 0 0 0,-1 0 0 0,2 2 0 0,1 0 0 0,0 9 0 0,0 9 172 0,0 4-68 0,0 4 310 0,0 5-189 0,0 2-94 0,0 6-39 16,0 8 202-16,0-1-294 0,0 0 0 0,0 3 0 15,0 2 0-15,0 1 0 0,0 1 0 0,0 3 0 16,-4 2 0-16,3 8 0 0,-3-4 0 0,0-7 0 16,0 3 0-16,2-3 0 0,-1-3 0 0,3-1 0 15,0-3 0-15,0-9 0 0,0 1 0 0,0 1 0 16,0-5 0-16,0-1 0 0,0-5 0 0,-2-7 0 16,0 0 0-16,-1-4 0 15,1-1 0-15,-2-6 0 0,2-3 0 0,-4-2 0 16,2 2 0-16,-1-4 0 0,3-1-42 0,0-2-285 15,-2-2 145-15,2 0 65 0,0 0-451 0,2-4 267 16,0-12 132-16,0-4-436 0,2-6 285 0,6-4 133 16</inkml:trace>
  <inkml:trace contextRef="#ctx0" brushRef="#br0" timeOffset="-103628.83">26530 15288 3018 0,'-2'-12'0'0,"2"6"0"0,0 4 0 0,0-1 0 0,3 0 0 0,8 2 0 0,-2-4 0 0,9 4 0 0,1 0 0 0,4 1 0 0,7-4 236 0,2 4-100 0,0 0 275 16,3 0-281-16,-1 0-130 0,0 0 0 0,-1 0 0 16,-2 0 0-16,-5 0 0 15,-3 0-416-15,-1 0 148 0,-4 4 161 0,-2-2 67 16,-7 3-440-16,-4 2 251 0,-1 2 124 0</inkml:trace>
  <inkml:trace contextRef="#ctx0" brushRef="#br0" timeOffset="-103464.8">26692 15512 3931 0,'-5'4'0'0,"5"2"0"0,0-3 0 0,0-1 0 0,0 0 0 0,0-2 0 0,10 2 0 0,7 0 0 0,7 2 0 0,4-2 0 0,5 3 0 16,-1-1 0-16,5 2 0 0,-1-1 0 0,2 0 0 15,-1-1 0-15,0-3 0 0,4 4 0 0,-6-4 0 16,0 3 0-16,-1-1-417 0,-9-1 123 0,0 4 160 16</inkml:trace>
  <inkml:trace contextRef="#ctx0" brushRef="#br0" timeOffset="-101096.99">27535 15366 2909 0,'-13'-5'0'0,"3"4"0"0,7 1 0 0,3 0 0 0,0 0 0 0,0 0 0 0,0 0 0 0,0 0 0 0,11 0 0 0,11 0 0 0,8 0 317 0,10 0-141 0,3-2-70 15,-6-4 311-15,18 0-411 16,-4 1-6-16,-2 1 0 0,3-1 0 0,-4 1 0 16,-5 2 0-16,10 2 0 0,-9 0 0 0,-4 0 0 15,-2 0 0-15,-3 0 0 0,-7 2 0 0,-2 0 0 16,-1-2 0-16,-4 2-114 0,-4-2 30 0,-4 0-23 15,-3 0-717-15,-3 0 399 0,-2 0 194 0,-4 0 98 16,-1 0-581-16,0 7 339 0</inkml:trace>
  <inkml:trace contextRef="#ctx0" brushRef="#br0" timeOffset="-100553.83">27917 15662 2383 0,'-17'10'0'0,"3"-1"0"0,-2-4 0 0,4-3 0 0,1-2 0 0,1 0 0 0,3 0 0 0,-1 0 0 0,3 0 0 16,0-2 0-16,4 0 154 0,-3-1-63 0,2-1 108 0,-1 2-86 0,-1 0-38 0,1 1-1 0,-6-1 39 0,2 2-39 15,-2 0 10-15,-5 0 26 0,2 0-37 0,-5 5 0 16,4 4-37-16,-5 2 63 16,2 3-23-16,-2 2-9 0,4-2-31 0,-3 7-35 15,1-2-1-15,5 3 0 0,2-1 0 0,1 3 0 16,3 2 0-16,5-7 0 0,0 8 0 0,0-7 0 15,3 6 0-15,11-6 0 0,5 0 0 0,1-5 0 16,4-4 0-16,-1-3 0 0,7-5 0 0,0-3 0 16,0 0 0-16,0-2 0 0,0-13 0 0,-1-2 0 15,-3-3 0-15,-2-4 0 16,-1-2 0-16,-2-4 0 0,-7 3 0 0,-1 4 0 16,-1-5 0-16,-7 8 0 0,-1-2 0 0,-3 4 0 15,3 1 0-15,-4 6 0 0,0 1 0 0,0 1 0 16,0 3 0-16,0 1 0 0,-4 3 0 0,1-1 0 15,3 2 0-15,-2 1 0 0,1 0 0 0,1 0 0 16,-2 0 0-16,0 1 0 0,0 12 0 0,2-2 0 16,-2 0 0-16,2 2 0 0,0 2 0 0,0-3 0 15,0 7 0-15,0-3 0 0,0 2 0 0,0 5 0 16,2 2 0-16,0 0 0 0,2 6 0 16,-1-1 0-16,0 6 0 0,3 7 0 15,-4-2 0-15,1-3 0 0,1 11 0 0,-1-6 0 16,1-10 0-16,1 15 0 0,-2-9 0 0,3-5 0 15,-3 0 0-15,1-2 0 0,-2-3 0 16,-1-9 0-16,1 0 0 0,-2-4 0 0,0-5 0 0,0 4 0 16,0-6 0-16,-5-2 0 0,-2-3-111 0,1 0-254 15,-1-4 170-15,0 0-553 16,-1-3 356-16,0-17 178 0,-2-13 89 0</inkml:trace>
  <inkml:trace contextRef="#ctx0" brushRef="#br0" timeOffset="-100301.18">28004 14297 3355 0,'-9'-17'0'0,"4"13"0"15,3 3 0-15,-1-1 0 0,3-1 3 0,0 3 0 0,0 0-1 0,0 0-2 0,0 17 0 0,0 6 0 0,0 7 200 0,0 7-86 0,0 7 140 0,0 3-254 0,3 3 0 0,-1 5 0 16,-2 3 0-16,0 5 0 16,0-2 0-16,2-8 0 0,-2 3 0 0,1-2 0 0,1-7 0 0,0 8-125 15,2-9-198-15,-3 1 180 16,1 0-1002-16,-2 5 555 0</inkml:trace>
  <inkml:trace contextRef="#ctx0" brushRef="#br0" timeOffset="-99590.18">29064 14691 2117 0,'-3'-2'0'15,"3"0"0"-15,0 1 0 0,0-1 0 0,0-2 0 0,0 0 0 0,7 2 0 0,6-2 0 0,4 0 0 0,1 1 0 0,2 1 86 0,7-1 226 0,-2 0-136 0,3 0-68 16,0-1-35-16,5 4 234 0,-1-2-124 0,3 0-77 15,7 2 132-15,-2-1-99 0,2-2-53 0,-1 2-86 0,1-1 0 0,10-1 0 16,-1 0 0-16,2-2 0 0,0 0 0 16,3-2 0-16,1 1 0 0,2 2 0 0,-2-3 0 15,8 2 0-15,-12 1 0 16,12-2 0-16,-7 2 0 0,14-1 0 0,-8 1 0 16,1-2 0-16,1 5 0 0,-1-3 0 0,-5-1 0 15,13 3 0-15,-4-1 0 0,-1 0 0 0,2 1 0 16,-2 0 0-16,-13 0 0 0,7 0 0 0,-2 1 0 15,-7-2 0-15,0 2 0 0,-6 1 0 0,-4 0 0 16,8 0 0-16,-5 0 0 0,-1 0 0 0,0 0 0 16,0 0 0-16,-8 0 0 0,9 0 0 0,-11 0 0 15,5 0 0-15,3-2 0 0,-4 2 0 16,-3-3 0-16,1 2 0 0,-1-1 0 16,-4 0 0-16,-2 0 0 0,-8 0 0 0,1 0 0 15,-5 1 0-15,-7-1 0 0,-3 2 0 0,-5-2 0 16,-1 2 0-16,1 0 0 0,-3 0 0 0,0-2 0 15,-5 2 0-15,-8 0-187 0,-4 0-12 16,0 0 84-16,-4 0-356 0,-6 0 216 0,1 2 108 0,-13 7-749 16</inkml:trace>
  <inkml:trace contextRef="#ctx0" brushRef="#br0" timeOffset="-98865.13">28861 14783 2013 0,'-3'-11'0'0,"0"-1"0"0,-1 3 0 0,1 2 0 0,3 2 0 0,-2 3 0 0,2-1 0 0,0 2 0 0,0-1 0 0,0 2 0 0,0 0 250 0,0 6-105 16,0 7-43-16,0 7-36 0,2 3 250 0,0 4-138 0,3 5-70 0,-3 6 268 16,4 8-174-16,-4-1-81 0,1 3-67 0,-1 5-54 15,1 9 0-15,-1-6 0 0,-2 15 0 16,0-1 0-16,0 0 0 0,0-3 0 16,0-1 0-16,0-11 0 0,0 1 0 0,-5-5 0 15,3-5 0-15,0-8 0 0,-1-1 0 0,-2-1 0 16,2-6 0-16,-1-7 0 0,-1-1 0 0,-1-5 0 15,-1-3 0-15,2-4 0 0,-2-2 0 0,-1-2 0 16,-4-2 0-16,1-4 0 0,-4 0 0 0,2 0 0 16,-4 0 0-16,2-3 0 0,-3-4 0 0,-1-4 0 15,-1-4 0-15,2 0 0 0,-4-8 0 0,2-1 0 16,-1-3 0-16,2 1 0 16,1-2 0-16,3 7 0 0,0 0 0 0,2 3 0 15,-1 1 0-15,4 6 0 0,2 3 0 0,1 1 0 16,-1 3 0-16,6 2 0 0,-3-1 0 0,4 2 0 15,-1 1 0-15,2 0 0 0,-2 6 0 0,1 9 0 16,-1 4 0-16,0 2 0 0,0 4 0 0,-1 4 0 16,0 1 0-16,-3 0 0 0,2-3 0 0,1 0 0 15,-1-7 0-15,1-1 0 16,-1 1 0-16,1-7 0 0,3-4 0 0,-2 0 0 16,2-4 0-16,0-2 0 0,0-3 0 0,0 2 0 15,0-2 0-15,0 0 0 0,0 0 0 0,0 0 0 16,0 0 0-16,0 0 0 0,0 0 0 0,0 0-60 15,0 0-578-15,0 0 289 0</inkml:trace>
  <inkml:trace contextRef="#ctx0" brushRef="#br0" timeOffset="-96976.96">29254 15137 2360 0,'0'-6'0'0,"0"4"0"0,0 0 0 0,0 0 0 0,0 2 0 0,0 0 0 0,0 0 0 0,0 0 0 0,0 0 0 0,0 9 0 0,0 6 103 0,0 5-31 16,2 4 124-16,-2 3-77 0,3 8-28 0,-1-2 176 0,2 3-112 0,-3 1-57 15,3 7-28-15,-2-3 152 16,-2-6-80-16,0 3-106 0,0 2-36 0,0 0 0 0,0-5 0 0,0-1 0 16,0-7 0-16,0 4 0 15,0-8 0-15,0-3 0 0,0-2 0 0,0-3 0 16,0-5 0-16,0 0 0 0,0-6 0 0,0-3 0 16,0 1 0-16,0-2 0 0,0 0 0 0,0 0 0 15,0 0 0-15,0 0 0 0,0-2 0 0,-4 1 0 16,1-5 0-16,1 1 0 0,0 1 0 0,0 2 0 15,-1-2-234-15,3 1-229 0,0 2 200 0,0 0 116 16,9 1-394-16</inkml:trace>
  <inkml:trace contextRef="#ctx0" brushRef="#br0" timeOffset="-96040.65">29539 15452 1839 0,'-8'0'0'0,"5"0"0"0,1 0 0 0,2 0 0 0,-2 0 0 0,2 0 0 0,0 0 0 0,0 0 0 0,0 0 0 0,2 0 0 0,11 0 222 0,2 0-91 0,7 0 160 15,3 0-125-15,0-2-63 0,8-4-21 0,-3 0 252 16,2 1-147-16,1-1-73 0,2 1 74 0,-3 1-74 15,1 1-26-15,-3-1-16 0,-3 0-179 16,-6 2 71-16,2-1 38 0,-7 3 0 16,-2 0-328-16,-2 0 177 0,-3 0 95 0,-4 0-597 15,1 0 275-15,-6 0 173 0,3 0 45 0,-3 0-169 16,0 0 144-16,0 3 71 0,-12-1 36 0,0-2-316 16</inkml:trace>
  <inkml:trace contextRef="#ctx0" brushRef="#br0" timeOffset="-95823.06">29789 15139 2217 0,'0'-5'0'0,"-3"4"0"0,1 1 0 0,-1 0 0 0,1 0 0 0,-1 0 0 0,1 1 0 0,2 13 0 0,0 4 0 0,0 6 0 0,0 2 156 0,2 5 326 0,0 3-221 0,1 1-111 16,0 3-44-16,2 0 151 0,-3 1-108 0,4-2-54 15,-4-1-37-15,1-1-58 0,-1-2 0 16,0-1 0-16,0-2-88 0,-1-2 3 0,-1-2 63 0,0-5 42 15,0 0-406-15,0-5 177 0,0-1 118 16,0-4-536-16,0-3 294 0,0-4 136 0,0-1 83 16,0 0-334-16,0-3 204 0,0 0 102 15,7-14 51-15</inkml:trace>
  <inkml:trace contextRef="#ctx0" brushRef="#br0" timeOffset="-95504.18">30311 15044 2144 0,'1'-6'0'0,"-1"4"0"0,0 2 0 15,0 0 0-15,0 0 0 0,0 8 0 0,-3 9 0 0,-12 8 0 0,-2 2 0 0,-4 9 0 0,2-3 165 0,-6 8-67 0,4-6 141 16,2-5-99-16,-1 2-50 0,2-3 61 0,3-6-44 16,3-3-39-16,-2-4 1 0,7-6 61 0,1-1-44 15,3-5 0-15,1-1-35 0,2-3 215 0,0 3-225 16,0-3-41-16,9 0 0 0,12 0 0 0,1 0 0 15,8 0 0-15,2 0 0 0,3-4 0 0,3 0 0 16,-3-2 0-16,2 3 0 0,-4-1 0 16,1 0 0-16,-3 3 0 0,-2-2 0 15,-1 2 0-15,-7 1 0 16,1 0 0-16,-2 0 0 0,-2 0 0 0,-6 0 0 0,0 0-15 0,-3 0-246 16,-2 0 116-16,-5 0-501 0,1 0 302 0,-1 0 152 15,-2 0-394-15,0 0 262 0,0 0 147 0,0-12 68 16,-10-4-325-16,-1-7 197 0</inkml:trace>
  <inkml:trace contextRef="#ctx0" brushRef="#br0" timeOffset="-95337.73">30447 15104 1860 0,'-13'-13'0'0,"4"4"0"0,4 5 0 0,0 0 0 0,-3 3 0 0,5-1 0 0,1 2 0 0,-1 0 0 0,1 12 0 0,1 12 0 0,-3 3 439 0,-1 5-199 0,1 10-100 0,-5-1-49 15,4-4 151-15,-4 14-106 0,4-7-47 0,-2-2 65 16,1 1-57-16,5-7-28 0,-3 4-315 15,4-3 138-15,-2 0 75 0,2 1 37 0,0-8-601 0,0 1 319 16,0-7 99-16,0 2 97 16,2-5-689-16,3-2 366 0</inkml:trace>
  <inkml:trace contextRef="#ctx0" brushRef="#br0" timeOffset="-94739.3">30930 15397 1255 0,'12'-28'0'0,"-2"4"0"0,-2-1 0 0,0-5 0 0,-1 2 0 0,-2 2 0 0,-2 0 0 0,1 0 0 0,-2 5 0 16,-1-8 0-16,-1 8 101 0,0-3-30 0,0 3-1 0,-3 1 33 0,-6 3-21 0,-3 1-10 16,-2 1-31-16,-4 2 63 0,-1 7-32 0,-6 0 0 15,4 3 121-15,-6 2-81 0,3 1-36 0,0 0 0 16,5 6 133-16,-1 6-84 0,0 4-32 0,4-1-10 15,6 2 94-15,3 1-68 0,0 3-33 0,7-3 82 16,0 1-48-16,0 1-40 0,5-4 1 0,7-1 17 16,4 0-47-16,2-4-20 15,3-2-21-15,2-4 0 0,-1-4 0 0,1 2 0 16,-1-3 0-16,1 0 0 0,-3-3 0 0,-2-3 0 16,-6-4 0-16,0 0 0 0,-4 3 0 0,-3-1 0 15,-1 1 0-15,-3-1 0 0,-1 3 0 0,0 0 0 16,0 0 0-16,0 4 0 0,0-3 0 0,-3 2 0 15,-2 0 0-15,5 2 0 0,-4 0 0 0,-1 0 0 16,2 0 0-16,0 2 0 0,-4 10 0 0,4 3 0 16,-2 0 0-16,3 6 0 15,-3 5 0-15,3 1 0 0,-3 1 0 0,-1 5 0 16,3-1 0-16,-4 4 0 0,3 0 0 0,-2 8 0 16,2-5 0-16,-2 4 0 0,3 0 0 0,-1-4 0 15,-1 9 0-15,4-6 0 0,-1 1 0 0,2-6 0 16,0 1 0-16,0-1 0 0,0-1 0 0,0-2 0 15,0-4 0-15,0-8 0 0,0 2 0 16,0-5 0-16,0-4 0 0,0-4 0 0,0-1 0 0,0-4 0 16,-2-2 0-16,0-3 0 0,1 1 0 15,-1-2 0-15,0 0 0 0,-1 0 0 16,-2 2 0-16,2-2 0 0,-4 2 0 0,4-2 0 16,-2 1 0-16,1 2 0 0,1-2 0 0,-3 2 0 15,4-2 0-15,-3 0 0 0,3 3 0 0,1-3-17 16,1-1-496-16,0 1 226 0,0-1 128 0,0 0 59 15,0 0-752-15,3-1 406 0</inkml:trace>
  <inkml:trace contextRef="#ctx0" brushRef="#br0" timeOffset="-94306.77">31193 15349 3014 0,'-8'-8'0'0,"6"6"0"0,-1 0 0 0,3 1 0 0,0-1 0 0,0-2 0 0,8-2 0 0,7 1 0 0,5-3 0 0,9-2 0 0,0 1 198 0,1 1-80 0,2 1-39 16,1 0 409-16,-1 2-454 0,2 2-34 0,-1-1 0 15,-1 2 0-15,-1 1 0 0,-1 1 0 16,-8 0 0-16,2 0 0 0,-3 0 0 0,-3 0 0 15,-3 0 0-15,-4 0 0 0,-2 0 0 0,-4 1-411 16,-1 1-16-16,-3-2 203 0,1 3 46 0,-2-3-204 16,0 0 161-16,0 0 96 15,0 0-386-15,-7-5 236 0,-3-8 118 0,-1-5 59 16</inkml:trace>
  <inkml:trace contextRef="#ctx0" brushRef="#br0" timeOffset="-94107.58">31543 15065 1916 0,'-15'-10'0'0,"2"3"0"0,3 3 0 0,1 0 0 0,1 2 0 0,3 1 0 0,-1 0 0 0,4-2 0 0,-2 3 0 0,4 0 0 0,0 13 251 0,0 7-107 0,0 5-52 0,0 5 376 16,0 4-205-16,0 11-116 0,0-2 291 15,0 4-226-15,0 2-212 0,0-2 0 0,-1-6 0 16,-1 10 0-16,-1-7 0 0,1-7 0 0,0 1 0 16,-4-3 0-16,6-7 0 0,-2 5 0 0,-3-11 0 15,5-1 0-15,-1-6 0 0,1-5-488 0,0 1 123 16,0-4 174-16,0-5-469 0,0 1 311 0,0-3 154 15,3 0 79-15,8-3-372 0,1-15 229 0</inkml:trace>
  <inkml:trace contextRef="#ctx0" brushRef="#br0" timeOffset="-93768.95">31795 15189 1992 0,'8'-10'0'0,"-5"6"0"0,1 1 0 0,-3-1 0 0,1 2 0 0,-2 0 0 0,0 2 0 16,0 0 0-16,0 0 0 0,0 5 0 0,-9 13 313 0,-5 5-137 0,0 3-69 0,-4 3-33 16,-1 1 75-16,0 3-60 0,-1-3-24 15,1-1 89-15,1-1-57 0,1-6-30 0,6-5 11 16,-3-3 32-16,5 0-35 0,2-7 0 0,2 1-36 16,3-4 231-16,2-3-269 0,0-1-1 15,0 2 0-15,0-2 0 0,7 3 0 0,11-3 0 0,2 0 0 16,10 0 0-16,0 0 0 0,8 0 0 0,4 0 0 15,-2-3 0-15,-2 0 0 0,7-4 0 0,-13 4 0 16,8 0 0-16,-2-2 0 16,-3 4 0-16,-2 0 0 0,-12-2 0 0,5 1 0 15,-8 2 0-15,-4 0 0 0,-4 0 0 0,-4 0 0 16,-1 0 0-16,-5 0 0 0,2 0-450 0,-2 0 51 16,0 0 170-16,-2 0 99 0,-9 0-544 0,1 0 317 15,0-4 159-15,0-12-231 0</inkml:trace>
  <inkml:trace contextRef="#ctx0" brushRef="#br0" timeOffset="-93600.49">32068 15102 2748 0,'-8'-5'0'0,"2"2"0"0,1 2 0 0,-1 1 0 0,1 0 0 0,0 0 0 0,0 0 0 0,-2 14 0 0,5 8 0 0,-4 6 0 0,3 5 106 0,-2 15 696 0,0-2-527 0,-1 7-275 15,1 2 0-15,-2 3 0 0,1-1 0 0,1-1 0 16,2 0 0-16,3 0 0 0,-2 0 0 0,2 0 0 15,0 5 0-15,0 4 0 0,-5 1 0 0,0 2-310 16,-5 2-48-16</inkml:trace>
  <inkml:trace contextRef="#ctx0" brushRef="#br0" timeOffset="-92874.06">27199 16947 3025 0,'-17'0'0'0,"11"0"0"0,-1 8 0 0,7 5 0 0,-2-8 0 0,2-4 0 0,0 4 0 0,0-4 0 0,0 4 0 0,12-2 0 0,3-1 319 0,11 0-138 16,1-2-69-16,3 0-35 0,3 0 140 0,1 0-217 0,-1 0 0 16,1 0 0-16,2 0 0 0,-5-2 0 0,0 2 0 15,-3 0-561-15,4 0 260 0,-9 0 171 0,-3 0 87 16,-1 9-942-16,-7 7 471 0</inkml:trace>
  <inkml:trace contextRef="#ctx0" brushRef="#br0" timeOffset="-92690.5">27206 17461 3299 0,'-15'0'0'0,"3"0"0"0,2 8 0 0,4-4 0 0,2-3 0 0,4 0 0 0,0-1 0 0,0 4 0 0,8-3 0 0,11 0 0 0,9 2 128 0,2-3 256 15,2 0-264-15,2 1-120 0,0 4 0 0,1-4 0 0,-2 5-23 16,2-3 7-16,0 3-660 16,-3 0 358-16,3 2 180 0,-2-3 89 0,0 0-385 15,4 1 111-15,-4-1 158 0</inkml:trace>
  <inkml:trace contextRef="#ctx0" brushRef="#br0" timeOffset="-91191.55">27912 17367 3001 0,'-13'0'0'0,"8"0"0"0,1 0 0 0,4 0 0 0,0 0 0 0,0 0 0 0,0 0 0 0,0 0 0 0,2 0 0 0,15 0 0 0,4 0 348 16,7 0-144-16,2-4-86 0,4-1-39 0,1-1 102 15,0 1-181-15,3 1 0 0,-1 1 0 0,-2 0 0 16,1-1 0-16,-4 3 0 0,-2-1 0 0,0 0 0 15,-4 0 0-15,1 0 0 0,-5 1 0 16,0-2-56-16,-1 0-73 0,-5 1 79 16,-2 0-464-16,-2 0 243 0,-2 2 104 0,0 0-440 15,-4 0 283-15,-2 2 142 0,-1 5 60 0</inkml:trace>
  <inkml:trace contextRef="#ctx0" brushRef="#br0" timeOffset="-90572.55">28298 17681 1478 0,'-10'0'0'0,"2"-2"0"0,5 0 0 0,-1 1 0 0,-1-3 0 0,5-1 0 0,-2 0 0 0,2 1 0 0,0-9 0 0,0 5 0 0,0-1 99 0,0-3-29 0,0 4 0 15,0-2 16-15,0 0 0 0,0 2-36 0,0-2 62 16,-3 1-36-16,-2 2 1 0,-3-3-37 0,-2 2 105 15,2 2-43-15,-4-1-36 0,-3 2 0 0,2-1 37 16,-2 4-32-16,-2 0 1 16,-1 2 76-16,-1 0-58 0,1 0-1 0,-7 12-49 15,5 3 53-15,3 1-27 0,1 0 10 0,-4 8-35 16,6-2 42-16,3 2 1 0,1 1-44 0,5-2 10 0,1 1 72 16,4-1-82-16,0-2-40 15,0-1 0-15,2-1 0 0,7-3 0 0,2-2 0 0,5-5 0 16,-2-2 0-16,5-3 0 0,2-2 0 0,0-2 0 15,3 0 0-15,-4-11 0 0,4-4 0 0,-3-2 0 16,-3-3 0-16,-4 2 0 0,-1-1 0 16,-1 1 0-16,-2 0 0 0,-4 2 0 15,-1 1 0-15,-3 4 0 0,0 0 0 0,-1 3 0 16,-1 1 0-16,0 3 0 0,0-1 0 0,0 4 0 16,0-1 0-16,0 2 0 0,0 0 0 0,0 0 0 15,0 0 0-15,0 0 0 0,0 5 0 0,0 7 0 16,0 4 0-16,2 2 0 0,0 3 0 0,0 3 0 15,1 5 0-15,-2 1 0 0,3-1 0 0,0 1 0 16,-2 2 0-16,3 2 0 16,-3-1 0-16,0 2 0 0,0 0 0 0,-1-1 0 15,1 0 0-15,0-2 0 0,0-1 0 0,-2 0 0 16,2-1 0-16,0-2 0 0,-2-6 0 0,2-1 0 16,-2-4 0-16,0-4 0 0,0 1 0 0,0-5 0 15,0-2 0-15,0-1 0 16,0-1 0-16,0-1 0 0,0 2 0 0,0-1 0 0,-8 0 0 0,4 0 0 15,-3-1 0-15,2-2 0 16,-1 0 0-16,2 0-461 0,0-1 149 0,0-1 126 16,1 0-473-16,1 0 309 0,2 0 155 0,-2 0 78 15,2 0-482-15</inkml:trace>
  <inkml:trace contextRef="#ctx0" brushRef="#br0" timeOffset="-89993.06">28305 16650 1673 0,'-5'-15'0'0,"1"5"0"0,0 3 0 0,2-1 0 0,0 0 0 0,0 5 0 0,0 2 0 0,2-3 0 0,0 1 0 0,0 3 0 0,0 0 83 16,0 0 153-16,0 7-98 0,0 4-49 0,2 5-25 0,0 3 202 0,0 4-117 15,0 1-56-15,-1 2 108 16,-1 3-80-16,0-5-32 0,0 7-9 0,0-2 12 16,0 2-27-16,0 1 1 0,-5-2-54 0,-1-1 10 15,1 2 17-15,-2-2 0 0,0-3-31 0,4-3 1 16,-3 0 30-16,2-5 10 0,1-3-93 0,1-5 42 16,2-1 0-16,-2-4-197 0,2 0 109 15,-3-4 32-15,3-1 33 0,0 0-372 0,0 0 187 0,0 0 67 16,0 2-482-16,0 0 283 15,0 2 156-15,5 3 73 0</inkml:trace>
  <inkml:trace contextRef="#ctx0" brushRef="#br0" timeOffset="-88848">28795 16990 2619 0,'-5'0'0'0,"1"0"0"0,2 0 0 0,2 0 0 0,-1 0 0 0,1 0 0 0,0-2 0 0,8 0 0 0,11 1 0 0,4-4 0 0,7 2 144 0,2-1-57 0,6-1 1 15,7-1 7-15,-1-1-26 0,5 2-1 0,3-1-16 16,-2-1 91-16,10 2-51 0,5 1 0 0,-5-4 0 16,2 3-1-16,-9 1-39 0,5 2-11 0,-3 1-49 15,-3-2 0-15,-4 3 50 0,-13 0-105 0,-5 0 62 16,3 0 16-16,-9 0 1 0,-3 0-97 0,-6 0 56 16,0 0 6-16,-7 0 6 0,-1 0-44 0,-2 0 34 15,-3 0-10-15,1 0-128 0,-1 0 65 0,-2 0 38 16,0 0 12-16,0 0-275 0,0 0 125 0,-2 0 77 15,-5 0-469-15,-6 0 278 16,0 4 135-16,-7 7 66 0,-2 1-440 0</inkml:trace>
  <inkml:trace contextRef="#ctx0" brushRef="#br0" timeOffset="-88400.13">28880 17063 2258 0,'-23'-5'0'0,"6"5"0"15,0 0 0-15,4 7 0 0,1 2 0 0,5 3 0 0,4-1 0 0,1 4 0 0,2 4 0 0,0 2 0 0,0 7 99 0,2 2 192 0,5 1-125 0,1 3-53 0,5 8 97 16,-6-4-86-16,1 5-41 0,-1-1 0 16,-2 2 6-16,-2-8 10 0,-1 11-58 0,0-4 0 0,-2-10 6 15,0 3-6-15,0-3-1 0,0-8 19 0,0 0-18 16,0-6-35-16,-2-4-6 0,-1-3 0 0,-2-6 0 15,-2-2 0-15,1-3 0 16,-3-1 0-16,-1 0 0 0,-1-1 0 0,0-8 0 16,-3-7 0-16,0-3 0 0,-1-1 0 0,4-2 0 15,-6-5 0-15,3-1 0 0,-3-2 0 0,3 2 0 16,-2 0 0-16,5 9 0 0,-2 1-54 0,0 2-13 16,4 7 26-16,-1 0 162 0,2 4-80 0,1 4-41 15,0 1 0-15,-1 0 0 0,2 0 0 0,-1 13 0 16,0 1 0-16,2 6 0 0,0 0 0 0,2 7 0 15,-2-7 0-15,0 5 0 16,3-2 0-16,-1-2 0 0,1 0 0 0,0-2 0 16,-1-2 0-16,2-4-240 0,-1-1 80 0,0-1 43 15,2-3 45-15,-2-3-309 0,2 0 175 0,0-3 83 16,0 2-151-16,0-2 117 0,2-2 58 0,8 0 19 16,7 0-386-16,1-2 213 15,2-9 106-15,3-8 53 0</inkml:trace>
  <inkml:trace contextRef="#ctx0" brushRef="#br0" timeOffset="-88020.38">29091 17208 1912 0,'5'-16'0'0,"-3"7"0"0,0 1 0 0,-1 5 0 0,-1-1 0 0,0 3 0 0,0-1 0 0,0 2 0 0,0 0 0 0,0 7 0 0,-3 11 93 0,-4 2 56 16,-2 2-54-16,0 0-27 0,2-3 0 0,0 1 87 0,-4 0-47 15,4-3-39-15,2-4 92 16,-2-4-60-16,3-2-31 0,2-3 1 0,1 0 102 16,1-4-71-16,0 0-30 0,0 0 45 0,0 0-38 15,1 0 0-15,10 0-28 0,3 0 87 0,2 0-138 16,1 0 0-16,2-2 0 0,-1 2 0 16,0 0 0-16,2 0 0 0,-3 2 0 0,0 8 0 0,-4 0 0 15,0 1 0-15,-3 1 0 0,0 3 0 0,-3 0 0 16,-4-1 0-16,-1 2 0 0,-2-1 0 0,0 2 0 15,0 1 0-15,-8-3 0 16,-3-1 0-16,-2 2 0 0,-5-4 0 0,3 2 0 16,-5-3 0-16,-1 0 0 0,0-2 0 0,-4-1 0 15,2-1 0-15,0-2 0 0,2-2 0 0,-2 1 0 16,4-4-170-16,-2 0-131 0,3 0 131 0,6 0 54 16,3-6-494-16,0-7 284 0,7-7 143 0,2-4-529 15,0-7 326-15,12-9 178 0</inkml:trace>
  <inkml:trace contextRef="#ctx0" brushRef="#br0" timeOffset="-87861.43">29047 17254 2145 0,'1'-9'0'0,"1"1"0"0,0 4 0 0,-1 1 0 0,2-1 0 0,0-2 0 0,4 1 0 0,2 0 0 0,5-1 0 0,2 0 0 0,7 0 111 0,-3 4-25 0,5-2 285 16,-3 1-165-16,4 1-82 0,-1 2-42 0,1 0-78 15,-3 0 10-15,3 2 27 0,-1 6-498 16,-4-2 249-16,-2 1 124 0,3 1 63 15,-4-1-722-15,-1 0 370 0,1-1 80 0</inkml:trace>
  <inkml:trace contextRef="#ctx0" brushRef="#br0" timeOffset="-87546.95">29616 17123 1636 0,'2'-3'0'0,"-1"-1"0"0,-1 2 0 0,0 0 0 0,0 2 0 0,0 0 0 0,0 0 0 0,0 0 0 0,0 5 0 0,0 7 0 0,-9 3 306 0,-2 2-133 0,-4 3-66 0,-3-3-33 16,6-2 101-16,-6 2-72 16,3-2-31-16,-2-2 172 0,4-4-102 0,3-3-50 15,0 0-16-15,3 0 224 0,2-4-130 0,-1-1-65 16,6-1-32-16,-2 0 10 0,2 0-83 0,0 0 0 16,2 2 0-16,11-2 0 0,2 0 0 15,3 0 0-15,4 0 0 0,3 0 0 0,3 0 0 16,1 0 0-16,3-2 0 0,-1-1 0 0,1-3 0 15,0-1 0-15,-2 2 0 0,-1-4 0 16,-7 5 0-16,1-1 0 0,-3 3-43 0,-5 0-70 16,-3 0-446-16,-2 2 260 0,-4 0 129 0,0 0 54 15,-5 0-391-15,2 0 232 0,-1 0 118 0,-2 0-338 16,0 0 227-16,0 0 103 16,0 0 68-16</inkml:trace>
  <inkml:trace contextRef="#ctx0" brushRef="#br0" timeOffset="-87323.74">29799 17024 2095 0,'0'-8'0'0,"-2"2"0"0,-4 4 0 0,4-4 0 0,-3 5 0 0,4-1 0 0,-1 1 0 16,0-2 0-16,2 3 0 0,0 0 0 0,0 14 132 0,0 4-46 0,-1 1 266 0,1 10-160 0,-2 2-76 16,2 4-38-16,-2 10 237 15,-3-7-137-15,5 0-58 0,-8 9-45 0,6-6 87 0,-3-4-132 0,0 5-30 16,0-6 0-16,0 4 0 15,-3 4 0-15,3-2 0 0,0 0-206 0,-2 4 57 16,0-1 95-16,-2-3 58 0,0 8-340 0,4-8 110 16,0-9 114-16,3 3-654 0,2-4 363 0,0-6 171 15</inkml:trace>
  <inkml:trace contextRef="#ctx0" brushRef="#br0" timeOffset="-87158.66">30052 17945 1873 0,'-16'-16'0'0,"6"13"0"0,-1 0 0 0,2 0 0 0,-1 3 0 0,1 0 0 0,1 0 0 0,3 0 0 0,2 0 0 0,3 7 0 0,0 4-23 0</inkml:trace>
  <inkml:trace contextRef="#ctx0" brushRef="#br0" timeOffset="-77200.56">14407 15043 904 0,'0'0'-2'0,"-4"0"-1"0,4 0 0 0,-2 0 2 0,0 0 0 0,2 0 1 0,0 0-1 0,0 0 1 0,-2 0 0 0,2 0 0 0,0 0 43 0,0 0 90 16,-2 0-86-16,0 0 13 0,0 0 58 0,-1 0-64 15,1 0-1-15,-2 0 0 0,2 0 41 0,0 0-24 16,1 0-13-16,1 0-12 0,-2 0 11 0,2 0 11 15,0 0-8-15,-2 0-71 0,2 0 69 0,0 0 1 16,0 0-89-16,0 0 81 0,0 0 2 0,0 0 1 16,0 0-71-16,0 0 63 0,0 0 0 0,-2 0-11 15,2 0-49-15,-2 0 2 0,2 0 43 16,0 0-68-16,-1 0 64 0,-2 0 5 16,3 0 1-16,-2 0-57 0,0 0 43 0,2 0 6 15,-4 0-12-15,3 0 30 0,-1 0-27 0,0 0 9 16,0 0 81-16,0 0 0 0,1 0-78 0,1 0-2 15,-2 0 71-15,2 0-57 16,0 0 6-16,0 0-10 0,0 0-11 0,0 0 14 0,0 0 14 0,0 0-80 16,0 0 72-16,0 0-4 15,0 0 2-15,0 0 96 0,0 0-52 0,0 0 9 0,0 0 24 0,0 0-1 16,0 0-64-16,0 0-6 16,0 0 110-16,0 0-130 0,0 0-28 15,0 0 0-15,0 0 0 0,0 0 0 0,0 0 0 0,0 0 0 16,0 0 0-16,0 0 0 0,0 0 0 0,0 0 0 15,0 0 0-15,0 0 0 0,2 0 0 0,1 0 0 16,3 1 0-16,1-1 0 0,1 0 0 0,1 0 0 16,0 0 0-16,1 0 0 0,1 0 0 0,0 0 0 15,1 0 0-15,1 0 0 0,-2-1 0 16,-1-2 0-16,1-1 0 0,3-1 0 16,-4 1 0-16,3 0 0 0,-1 1 0 0,1-1 0 15,0 0 0-15,2 0 0 0,1 3 0 0,-2-4 0 16,3 3 0-16,0-3 0 0,-2-1 0 0,2 3 0 15,0-1 0-15,-2 0 0 0,0 1 0 0,-2 0 0 16,4 0 0-16,-2 0 0 0,0 2 0 0,0-1 0 16,-1 2 0-16,0-1 0 0,3 1 0 0,-2 0 0 15,1 0 0-15,-2 0 0 0,3 0 0 16,0 0 0-16,0 0 0 0,-1 0 0 16,2 0 0-16,-2 0 0 0,3 0 0 0,2 0 0 15,-1-2 0-15,7 0 0 0,-6 0 0 0,7 0 0 16,-3 2 0-16,0-2 0 0,2 2 0 0,-1 0 0 15,-5 0 0-15,1 0 0 0,1 0 0 0,-2 0 0 16,0 0 0-16,-5 0 0 0,3 0 0 0,-1 0 0 16,0 0 0-16,-2 0 0 0,1 0 0 0,4 0 0 15,-3 0 0-15,3 0 0 16,0 0 0-16,1 0 0 0,3-1 0 0,0-2 0 0,-3 2 0 0,7-1 0 16,-2 0 0-16,-1 0 0 15,3 2 0-15,-1-2 0 0,-4 2 0 0,7-2 0 16,-3 2 0-16,-2 0 0 0,1-1 0 0,-4 1 0 15,0 0 0-15,0-2 0 0,2 2 0 0,-5 0 0 16,4 0 0-16,-1 0 0 0,0-2 0 0,2 2 0 16,0 0 0-16,-1-2 0 0,3 2 0 0,-1-3 0 15,4 3 0-15,0-1 0 0,2 1 0 16,2-2 0-16,0-1 0 0,-1 2 0 16,1 1 0-16,0-2 0 0,0 0 0 0,-4 1 0 15,0-1 0-15,-4 0 0 0,4 0 0 0,-3 0 0 16,-3 0 0-16,-2 1 0 0,3-3 0 0,-4 1 0 15,5 2 0-15,-4-4 0 0,3 4 0 0,-1-3 0 16,3 0 0-16,-4 3 0 0,7-3 0 0,-2 3 0 16,-1-4 0-16,3 4 0 0,-2-3 0 15,2 2 0-15,0 0 0 0,-3 1 0 0,3-2 0 0,-2 1 0 16,0 2 0-16,-3-1 0 16,5-2 0-16,-4 3 0 0,2-1 0 0,0 1 0 15,0-3 0-15,-3 3 0 0,7-1 0 0,-4 1 0 16,4-2 0-16,0 0 0 0,0 0 0 0,1 0 0 15,3 1 0-15,0-3 0 0,0 1 0 0,-2-3 0 16,1 1 0-16,-1 0 0 0,-1 0 0 0,-1 0 0 16,-3 2 0-16,1 1 0 0,-2 0 0 0,-3 0 0 15,3 0 0-15,-6 1 0 0,0 1 0 0,1-3 0 16,0 3 0-16,-3 0 0 16,3 0 0-16,0 0 0 0,-2 0 0 0,6 0 0 15,-4-1 0-15,0-2 0 0,5 3 0 0,-8-3 0 16,8 1 0-16,-3 0 0 0,1 0 0 0,-1-1 0 15,5-1 0-15,0 2 0 0,0 0 0 0,0 1 0 16,0-1 0-16,2-1 0 0,0 2 0 0,-4-1 0 16,0 2 0-16,-6 0 0 0,3 0 0 0,-2 0 0 15,-3 0 0-15,1 0 0 16,-2 0 0-16,-3 0 0 0,2 0 0 0,-6 0 0 16,4 0 0-16,-5 0 0 0,1 0 0 0,-3 0 0 15,-2 0 0-15,-2 0 0 0,1 0 0 0,-1 0 0 16,-2 0 0-16,1 0 0 0,1-2 0 0,-1 1 0 15,3-2 0-15,0 0 0 0,-4-1 0 0,1 2 0 16,-1-1 0-16,-1 3 0 0,0-2 0 0,-2-1 0 16,0 2 0-16,0 1 0 0,0 0 0 0</inkml:trace>
  <inkml:trace contextRef="#ctx0" brushRef="#br0" timeOffset="-65379.34">25170 13100 3342 0,'0'0'-4'0,"0"0"0"0,0 0 3 0,0 0 1 0,0 0 0 0,4 0 0 0,4 1 0 0,0 0 0 0,4 3 0 0,2 0 0 0,-2 0 105 0,4 0-22 0,0-1-10 16,2 3 162-16,1-4-133 0,8 1-102 0,-1 1 0 16,4-4 0-16,2 0 0 0,1 0 0 0,5 0 0 15,8 0 0-15,-5 0 0 16,1 0 0-16,11-2 0 0,-1-3 0 0,3-3 0 15,-3 1 0-15,0-3 0 0,-1 3 0 0,2 0 0 16,-5-3 0-16,2 2 0 0,-7 1 0 0,0-3 0 16,-9 3 0-16,2-1 0 0,-5 1 0 0,-4 0 0 15,-7 1 0-15,-1-2 0 0,-7 5 0 16,1-1 0-16,-6-1 0 0,-4 5 0 0,-1-3-34 0,-2 2-206 16,0-2 90-16,0 0 60 0,-5 1-143 0,-6-1 96 15,-4 3 48-15,0 0 0 16,-1 0-532-16,0 5 294 0,-1 2 142 0</inkml:trace>
  <inkml:trace contextRef="#ctx0" brushRef="#br0" timeOffset="-64750.79">25456 13380 2898 0,'0'0'0'0,"0"0"0"0,0 0 0 0,6 0 0 0,10 0 0 0,7 0 0 0,3 0 0 0,4 0 0 0,4 0 0 0,9 0 0 0,-5 0 113 0,12-3 301 0,-2-1-188 16,0 0-94-16,-1 3-47 0,-2-2-22 16,-1 2-63-16,6-1 0 0,-5 2 0 0,-1-3 0 0,-1 3 0 15,-8-1 0-15,0-1 0 0,-2 2 0 0,-6-2 0 16,-5 0 0-16,-4 1 0 0,-4-2 0 0,-5 3 0 16,-3-1-331-16,-4 1 45 0,-1 0 74 15,-1-2 91-15,-3 2-421 0,-12 0 257 16,-9 0 123-16,3 0-472 0,-4 0 298 0,-5 0 149 15</inkml:trace>
  <inkml:trace contextRef="#ctx0" brushRef="#br0" timeOffset="-64365.74">25606 13443 1969 0,'-20'0'0'16,"-1"3"0"-16,4 3 0 0,2-1 0 0,4 0 0 0,-1 4 0 0,5 0 0 0,1 4 0 0,4 2 0 0,2 7 0 0,0 3 572 0,0 3-268 0,8 4-132 0,3 1-67 15,0 6 286-15,-1 3-181 0,3 0-85 0,-4-3-42 16,-1 3-83-16,-1-7 0 0,-1 3 0 0,-4-2 0 16,0-2 0-16,-1 0 0 0,-1-6 0 0,0-3 0 15,0-4 0-15,0-1 0 0,-3-4 0 0,-1-4 0 16,-4-5 0-16,3-2 0 0,-5-3 0 0,-1-2 0 16,-2 0 0-16,2-7 0 0,-3-8 0 0,-2-6 0 15,2-4 0-15,0-2 0 0,-4-2 0 16,2-3 0-16,-1 3 0 0,-1 6 0 15,4 5 0-15,-5-2 0 0,2 6 0 0,2 5 0 16,-2 4 0-16,2 4 0 0,0-2 0 0,2 3 0 16,0 0 0-16,0 6 0 0,1 3 0 0,1 4 0 15,2 1 0-15,-1 3 0 0,1 0 0 0,2-1 0 16,-1 3 0-16,2-2 0 0,1 0 0 0,1-1 0 31,0 0 0-31,3-3 0 0,-1 0 0 0,2-3-122 0,0 1-197 16,0-4 140-16,0 1 71 0,0-2-537 0,8-2 304 0,7-4 141 15,8 0-459-15,5-8 311 0</inkml:trace>
  <inkml:trace contextRef="#ctx0" brushRef="#br0" timeOffset="-64071.45">25814 13648 3195 0,'2'-5'0'0,"0"3"0"0,-2 1 0 0,0-2 0 0,0 3 0 16,-11 0 0-16,2 4 0 15,-3 9 0-15,3 3 0 0,0 6 0 0,1 2 135 0,6 3-49 0,-1-1 429 0,3 2-515 0,0-3 0 0,3 6 0 0,7-4 0 0,3-3 0 0,2 1 0 0,0-4 0 0,-2-5 0 0,1 1 0 0,0-2 0 16,-2-4 0-16,-3 1 0 0,-2-3 0 0,1-2 0 16,-4-1 0-16,-2-1 0 0,-1-1 0 0,-1 1 0 0,0-2 0 15,0 1 0 16,-3 0 0-31,-11 1 0 0,-2 1 0 0,-8 2 0 0,2 0 0 0,-4-2 0 0,0 4 0 0,-2-3 0 16,0 1 0-16,-2-2 0 0,5-2 0 0,2-4 0 0,-1 0-197 0,4 0 1 16,-1-6 69-16,9-9-422 15,4-10 256-15,8-7 118 0</inkml:trace>
  <inkml:trace contextRef="#ctx0" brushRef="#br0" timeOffset="-63923.02">25698 13700 3157 0,'8'-2'0'16,"1"-2"0"-16,1 0 0 0,3 1 0 0,-2-4 0 0,4 2 0 0,3 2 0 0,2-3 0 0,2 4 0 0,-2-2 0 0,3 2 141 0,0 1 85 0,-3 1-94 15,3 0-37-15,0 0-10 0,-4 1-686 0,3 5 319 0,-1 3 161 0,-5-2-855 16,3 1 487-16,-6-4 244 0</inkml:trace>
  <inkml:trace contextRef="#ctx0" brushRef="#br0" timeOffset="-63656.77">26205 13640 2224 0,'1'-5'0'0,"2"4"0"0,-3-1 0 0,0 0 0 0,0 2 0 0,0 0 0 0,-3 0 0 0,-3 4 0 0,-4 7 0 0,-3 6 0 16,0 1 114-16,-2 5 372 0,-2 0-224 0,0-2-103 0,-2 5 222 0,3-5-172 0,4-5-113 16,2 1-96-16,1-1 0 0,6-7 0 15,1 0 0-15,2 0 0 0,0-1 0 0,0-2 0 0,5 0 0 16,8-3 0-16,5 0 0 0,2-1 0 0,3-2 0 15,3 0 0-15,0 0 0 16,-3 0 0-16,7 0 0 0,-5 0 0 0,2-2 0 16,-1 1 0-16,-6-3 0 15,3 3 0-15,-2-2 0 0,-2 2-4 0,-5 1-364 0,1 0 165 0,-4 0 83 16,-4 0-638-16,-1 0 365 0,-2 0 177 16,0 0 89-16,-3 0-273 0,-1 0 181 0</inkml:trace>
  <inkml:trace contextRef="#ctx0" brushRef="#br0" timeOffset="-63437.56">26346 13705 2842 0,'-8'-4'0'0,"1"3"0"0,2-3 0 0,-1 2 0 16,3 0 0-16,-2 2 0 0,3 0 0 0,2 0 0 0,-2 0 0 0,2 9 0 0,0 6 645 0,0 2-303 0,0 8-240 0,0-3-102 0,0 11 0 0,0-1 0 15,0-1 0-15,0 3 0 16,0 0 0-16,0-1 0 0,0 2 0 0,0-2 0 15,2-1 0-15,0-2 0 0,-2 0 0 0,0-5 0 16,0 2 0-16,0-5 0 0,0-3-146 0,0-1-297 16,0-5 154-16,0-4 116 0,-4-1-608 0,1-4 371 15,-1-4 186-15,-1 0 93 0</inkml:trace>
  <inkml:trace contextRef="#ctx0" brushRef="#br0" timeOffset="-63049.72">25888 12471 2517 0,'-6'-14'0'0,"0"7"0"0,1-2 0 0,1 2 0 0,-1 2 0 0,3 3 0 0,0-1 0 0,0 2 0 0,-1 1 0 0,2 0 0 16,1 9 174-16,0 9-69 0,0-1 219 0,0 10-148 0,0-1-70 0,0 4 135 0,0 2-102 15,0 2-50-15,0 0-29 0,0 0-60 16,-2-1 0-16,-2 1 0 0,1-2 0 0,-3 0 0 16,-1-2 0-16,1 0 0 0,-4-4-208 0,4 1 64 15,0-7 90-15,-2-1-6 0,-2-2-620 0,3-4 305 16,2-4 169-16,-7-1-377 0</inkml:trace>
  <inkml:trace contextRef="#ctx0" brushRef="#br0" timeOffset="-62654.52">25345 12404 2236 0,'-9'-13'0'0,"1"5"0"0,-3 7 0 0,0-2 0 0,-3 2 0 0,0 1 0 0,-4 0 0 0,0 0 0 0,-4 13 0 0,0 4 0 0,-1 5 144 16,-2 10-52-16,0 4-26 0,-3 5 329 0,-2 11-182 0,0 3-87 0,0 5 391 15,-2 6-375-15,4 1-142 0,1 4 0 16,1 3 0-16,4-1 0 0,1 0 0 0,4-5 0 0,2-2 0 16,6-11 0-16,-1 5 0 15,2-6 0-15,5 3 0 0,-1-3 0 0,4 0 0 0,0 0 0 16,0-3 0-16,0-3 0 0,6-4 0 15,5-2 0-15,3-6 0 0,-3-1 0 0,6-2 0 16,-5 0 0-16,4-3 0 0,-1-2 0 0,0 0 0 16,-2 0 0-16,0-1 0 0,0-3 0 0,2 0 0 15,-1-1 0-15,2-5 0 0,3 5 0 0,2-2 0 16,0-1 0-16,4-4-472 0,4 0-30 0,1-1 222 16,7 1 125-16,1-3-720 15</inkml:trace>
  <inkml:trace contextRef="#ctx0" brushRef="#br0" timeOffset="-62250.09">26853 13921 3931 0,'0'0'0'0,"0"0"0"0,4 4 0 0,-2 1 0 0,0-1 0 0,-2 2 0 0,5 4 0 0,-3 1 0 0,0 0 0 0,0 3 0 0,0 0 0 0,0 2 0 0,-2 5 0 0,0 5 0 15,-6 1 0-15,-7 1 0 0,-8 7 0 16,-1 3 0-16,-4 4 0 0,-4 3-252 0</inkml:trace>
  <inkml:trace contextRef="#ctx0" brushRef="#br0" timeOffset="-58630.55">27471 13005 874 0,'0'0'0'0,"0"0"0"16,0 0 0-16,0 0 0 0,0 0 0 0,0 0 0 0,0 0 0 0,0 0 0 0,0 0 0 0,0 0 0 0,0 0 38 0,0 0 0 0,0 0 44 0,0 0 10 0,0 0-54 16,0 0 48-16,0 0-23 0,0 0-1 15,0 0-24-15,0 0 43 0,0 0-43 0,0 0 0 16,0 0 27-16,0 0-27 0,0 0 0 0,0 0 10 15,0 0-18-15,0 0 8 0,0 0 0 0,0 0 0 16,0 0-43-16,0 0 52 0,0 0-9 0,0 0-30 16,0 0 30-16,0 0 0 0,0 0-10 0,0 0-13 15,0 0 19-15,0 0-1 0,0 0-36 0,0 0 34 16,0 0-5-16,0 0 7 0,0 0-49 0,0 0 39 16,0 0 3-16,0 0 1 15,0 0-17-15,0 0 13 0,0 0 2 0,0 0 3 16,0 0-4-16,0 0-2 0,0 0 7 0,0 0 22 15,0 0-26-15,0 0-1 0,0 0 0 0,0 0 27 16,0 0-19-16,0 0 1 0,0 0 35 0,0 0-38 16,0 0-1-16,0 0 5 0,0 0 57 0,0 0-29 15,0 0-1-15,0 0 57 16,0 0-39-16,0 0-1 0,0 0-31 0,0 0 102 16,0 0-55-16,0 0-28 0,0 0 59 0,0 0-48 15,0 0-77-15,0 0 0 0,0 0 0 0,0 0 0 16,0 0 0-16,0 0 0 0,0 0 0 0,0 0 0 15,0 0 0-15,0 0 0 0,0 0 0 0,1 0 0 16,4 0 0-16,-3 0 0 0,6 0 0 0,-1 0 0 16,1 0 0-16,4 0 0 0,1 0 0 0,4 0 0 15,1-2 0-15,4-1 0 16,2 3 0-16,2-3 0 0,-3 2 0 0,9-4 0 0,-4 2 0 0,2-1 0 16,2 0 0-16,-2 3 0 15,-4-1 0-15,7 0 0 0,-7 0 0 0,-4 0 0 16,-1 0 0-16,0 0 0 0,-5 0 0 0,-2 2 0 15,-5-1 0-15,0 1 0 0,-2 0 0 0,-2-2 0 16,-3 2 0-16,0-2 0 0,-1 2 0 0,1-2 0 16,0-1 0-16,-2 1 0 0,0-4 0 0,0-1 0 15,0 1 0-15,0 2 0 0,0-2 0 0,0 0 0 16,0 2 0-16,0 0 0 0,0 3 0 0,0-1 0 16,0 0 0-16,0 2 0 0,0 0 0 15,0 0 0-15,0 4 0 0,2 9-313 16,6 2-273-16,7 1 273 0</inkml:trace>
  <inkml:trace contextRef="#ctx0" brushRef="#br0" timeOffset="-58171.52">28505 12883 2582 0,'-7'-1'0'0,"4"-2"0"0,3 3 0 0,0 0 0 0,0 0 0 16,0 0 0-16,0 0 0 0,22-2 0 0,4 0 0 0,7 0 0 0,8 1 544 0,-4-4-242 0,16 2-136 0,-4 1-63 0,0-2 131 16,3 3-234-16,-1-2 0 0,3 3 0 0,1 0 0 15,1 0 0-15,-3 0 0 0,-1 0 0 16,-5 0 0-16,-7 0 0 0,-1 0 0 0,-4 0 0 15,-5 0 0-15,-6 0 0 0,-1 0 0 0,-3 0 0 16,-7 0 0-16,-1 0 0 0,-7 0 0 0,-2 0 0 16,-1 0 0-16,0 0 0 0,-2-1-445 0,0-1 163 15,-4 2 121-15,-9 0-523 0,0 0 312 0,-4 0 171 16,-1 3 81-16,-7 9-540 0</inkml:trace>
  <inkml:trace contextRef="#ctx0" brushRef="#br0" timeOffset="-57923.83">28617 13166 3179 0,'-2'0'0'0,"2"0"0"0,0 0 0 0,0 0 0 0,3 0 0 0,10-4 0 0,8 1 0 0,4-1 0 0,6 3 0 0,9-3 0 0,-4 1 369 0,11 2-169 15,-2 1-80-15,-3 0-57 0,3 0-63 0,0 0 0 16,-8 0 0-16,1 0 0 0,2 4 0 0,-9 0 0 15,-1-3 0-15,-8 1 0 0,-2 0 0 0,-2 0 0 16,-6-2 0-16,-7 0 0 0,-1 0 0 0,-3 0-193 16,-1 0-126-16,0 0 66 15,-5 0 109-15,-12 1-392 0,-6 3 248 0,-2-2 124 0,2 2 52 16,-8 0-453-16,0-2 263 0,-5-1 131 0</inkml:trace>
  <inkml:trace contextRef="#ctx0" brushRef="#br0" timeOffset="-57563.12">28647 13185 2693 0,'-36'0'0'0,"6"2"0"0,7-1 0 0,1 2 0 0,3-1 0 0,7 0 0 0,0 1 0 0,6 1 0 0,1 6 0 0,3 5 0 0,2 3 211 0,0 6-91 0,0 5 263 0,5 5-172 15,5 9-85-15,3-4 61 0,-4-1-187 0,2 11 0 16,-3-3 0-16,-2 2 0 16,-2 0 0-16,-2-6 0 0,1 6 0 0,-3-4 0 15,0-8 0-15,0-1 0 0,-3-3 0 0,-2-8 0 16,-2-3 0-16,-1-5 0 0,0-6 0 0,1-4 0 15,-4-2 0-15,2-4 0 0,-6 0 0 0,1-2 0 16,2-11 0-16,-5-7 0 0,5-2 0 0,0-6 0 16,0-3 0-16,-1-5 0 0,2 1 0 0,3 4 0 15,-3 2 0-15,2 9 0 0,1-1 0 0,-1 6 0 16,2 5 0-16,-1 3 0 0,2 3 0 0,-3 2 0 16,2 2 0-16,-2 0 0 15,0 0 0-15,-3 13 0 0,-1 1 0 0,1 3 0 16,-4 4 0-16,1-1 0 0,2 3 0 0,-2-2 0 15,4-3 0-15,-2 1 0 0,5-1 0 0,1 0 0 16,3-2 0-16,3-4-362 0,1-1 152 0,0-1-247 16,1-5 214-16,13-3 102 0,11-2 50 0,9-2-600 15,2-14 325-15</inkml:trace>
  <inkml:trace contextRef="#ctx0" brushRef="#br0" timeOffset="-57302.88">28707 13480 3178 0,'5'-9'0'0,"2"6"0"0,-5-4 0 0,-2 5 0 0,0 0 0 0,0 0 0 0,0 2 0 0,-7 0 0 0,1 13 0 15,1 1 0-15,2 4 206 0,1 1-83 0,0 8 301 0,2-3-424 0,0 1 0 0,0-2 0 0,5 4 0 0,6-4 0 16,5-3 0-16,-2 0 0 16,2-5 0-16,-2 3 0 0,2-6 0 0,-1 3 0 15,-4-6 0-15,-2 0 0 0,-1-1 0 0,-4-4 0 16,1 2 0-16,-2-1 0 0,-1-4 0 0,-2 2 0 15,0 0 0-15,-2 0 0 0,-13 3 0 0,1-2 0 16,-5 1 0-16,-1 1 0 0,-1 0 0 0,-1 0 0 16,-5-3 0-16,2-1 0 0,0 0 0 15,0-2 0-15,3 0 0 0,-5 0-6 0,4-4-195 16,7-5 81-16,-1-7-771 0</inkml:trace>
  <inkml:trace contextRef="#ctx0" brushRef="#br0" timeOffset="-57156.33">28585 13557 2721 0,'7'-10'0'0,"1"4"0"0,5 1 0 0,-2-2 0 0,1-3 0 0,0 1 0 15,6 1 0-15,-2-1 0 0,9 1 0 0,-2-1 0 0,1 2 556 0,-3 3-249 0,7 0-138 0,-4 2-370 0,0 0 121 16,0 2 60-16,-4 0 29 16,-1 0-355-16,-1 2 187 0,-2 8 100 0,-2-3 49 15</inkml:trace>
  <inkml:trace contextRef="#ctx0" brushRef="#br0" timeOffset="-56895.08">29083 13439 2467 0,'3'-2'0'0,"0"0"0"0,-1 0 0 0,-2 2 0 0,0 0 0 0,0 0 0 0,3 0 0 0,-3 0 0 0,0 7 0 0,0 6 0 0,-8 3 166 0,-5 2 188 0,1 1-158 15,-6 0-78-15,4-4-39 0,-4 2 49 0,3-2-49 16,2-2 0-16,6-6 122 0,-3 3-137 0,6-5-64 15,0 0 0-15,4-2 0 0,0 1 0 0,0-1 0 16,2 1 0-16,9 0 0 0,5-2 0 0,5-2 0 16,2 2 0-16,5-2 0 0,-4 0 0 0,1 0 0 15,5 0 0-15,-5 0 0 0,-4 0 0 0,1 0 0 16,-2 0 0-16,0 0 0 16,-5 1 0-16,-2 4-699 0,-3-2 230 0,-1 1 215 15,-2-3 108-15,0 2-637 0,-5-3 377 0</inkml:trace>
  <inkml:trace contextRef="#ctx0" brushRef="#br0" timeOffset="-56706.01">29259 13518 2577 0,'-5'-14'0'0,"-3"6"0"0,2 3 0 0,1-1 0 0,-1 3 0 0,1 1 0 0,0 0 0 0,4 2 0 0,-1 0 0 0,0 7 0 0,2 9 132 16,0 6 448-16,0 5-270 0,0 2-135 0,0 4-68 15,0 2-57-15,0 1-50 0,0-1 0 0,0-1 0 16,0 0 0-16,2-2 0 0,0-2 0 0,-2-5-16 15,1-2-72-15,-1 0 63 0,0-3-687 0,0-6 367 16,0-4 74-16,0-5 124 0,0 1-564 0,0-4 335 16,-1-2 169-16,-9 0-294 0</inkml:trace>
  <inkml:trace contextRef="#ctx0" brushRef="#br0" timeOffset="-56275.26">28698 11966 2070 0,'0'-27'0'0,"0"14"0"0,0 10 0 0,0-3 0 0,5-1 0 0,7-2 0 0,5-1 0 0,-1 1 0 0,4-1 0 0,5 3 0 0,3-1 328 0,4 3-143 0,1-1-71 0,-3 3 31 16,2-2-41-16,3 4-11 0,-5 1-51 0,0 0 32 16,-9 0 0-16,1 0-32 0,-5 0 68 0,-4 0-39 15,-3 6-1-15,-3-3-28 16,-2 3 61-16,-2 1-31 0,-2-1 11 0,-1 5-40 16,0 0 23-16,0 0-66 0,0 3 0 0,-4 0 0 15,-1 2 0-15,2 4 0 0,-1 1 0 0,2 0 0 16,2 7 0-16,0 0 0 0,0 2 0 0,0 0 0 15,0 4 0-15,0 2 0 0,2 1 0 0,0-2 0 16,3 4 0-16,-2-4 0 0,3 1 0 0,-2-3 0 16,1 1 0-16,-2-2 0 0,-1-5 0 0,0 3 0 15,0-8 0-15,-2 1 0 0,0-3 0 16,0-4 0-16,0-4-260 0,0 0-174 16,-6-5 194-16,3-3 97 0,-6-2-606 0,2-2 354 15,-2 0 166-15</inkml:trace>
  <inkml:trace contextRef="#ctx0" brushRef="#br0" timeOffset="-56064.1">28805 12282 3002 0,'-15'-2'0'0,"-3"2"0"0,6 0 0 0,0 0 0 0,4 0 0 0,5-2 0 0,1 2 0 0,2 0 0 0,0 0 0 0,10 0 0 0,13 0 368 0,2 0-164 15,5 0 153-15,2 0-357 0,4 0 0 0,9 0 0 16,-3 0 0-16,-2 0 0 0,10 0 0 0,-7 0 0 15,-8-1 0-15,5-4 0 0,-7 2 0 0,2-1 0 16,-5 1 0-16,-5 2 0 0,-2-1 0 0,0 0 0 16,-2 2 0-16,-6 0 0 15,3 0 0-15,-6 0-1012 0,1 0 484 0,-4 4 243 0</inkml:trace>
  <inkml:trace contextRef="#ctx0" brushRef="#br0" timeOffset="-55566.45">29767 13630 2776 0,'0'-2'0'0,"0"0"0"0,0 2 0 0,2 0 0 0,-2 0 0 0,3 0 0 0,-1 0 0 0,-2 0 0 0,2 0 0 0,0 0 0 0,-2 6 106 0,0 5 297 0,0 4-183 16,-6 7-81-16,-13 6-425 0,-4 5 162 15,-7 8 81-15,-5 10 41 0</inkml:trace>
  <inkml:trace contextRef="#ctx0" brushRef="#br0" timeOffset="-51417.78">30985 12184 1462 0,'-2'-7'0'0,"-3"3"0"0,-3-2 0 0,2 0 0 0,1-1 0 0,-2-3 0 0,0-1 0 16,0 0 0-16,1-2 0 0,3 0 0 0,1 0 167 0,0-1-64 0,2-1-31 0,0 1 72 0,0-3-51 0,4-1-17 15,9-2-9-15,4-1 110 0,4 3-68 0,2-3-34 16,1 2 133-16,6 0-73 0,4 3-53 0,-2 0 1 16,2 4 109-16,-3 2-76 15,3 5-38-15,-8 3 10 0,7-1 38 0,-8 3-43 16,-4 0 0-16,2 6-8 0,-5 8-38 0,-1 0-37 16,-5 5 0-16,3 3 0 0,-9 1 0 0,-1 2 0 15,-5 1 0-15,0 4 0 0,0-2 0 0,-11 4 0 16,-7-2 0-16,-3 2 0 0,-4 2 0 0,0-6 0 15,-8 4 0-15,3-6 0 0,3-8 0 16,-3 4 0-16,0-6 0 0,4-6 0 0,-6-1 0 0,12-5 0 16,-2-2 0-16,3-2 0 15,8 0 0-15,1 0 0 0,2 0 0 0,5 0 0 16,1 0 0-16,2 0 0 0,0 0 0 0,2 0 0 16,11 0 0-16,9 0 0 0,6 0 0 0,2 2 0 15,2 1 0-15,6-1 0 0,-1 2 0 0,1-2 0 16,1-2 0-16,-3 0 0 0,2 0 0 0,-5 0 0 15,1 0 0-15,-1 0 0 0,-5 0 0 0,-4 0 0 16,-1 0 0-16,-3 0 0 0,-2 0 0 0,-4-2 0 16,-4 2 0-16,0-1 0 15,-2 1 0-15,-5 0 0 0,1 0-658 0,-2 0 203 16,-1 0 207-16,-1 0 104 0,0 3-314 0,-1 9 213 16,-8 0 103-16</inkml:trace>
  <inkml:trace contextRef="#ctx0" brushRef="#br0" timeOffset="-50996.75">30783 12767 2341 0,'-16'-1'0'0,"4"1"0"0,-1 0 0 0,6 0 0 0,0 0 0 16,2 0 0-16,-1 0 0 0,5 0 0 0,1 0 0 0,-2 0 0 0,2 0 164 0,0 0-61 0,0 1 270 0,9 4-155 0,3-4-93 0,8 2-43 16,2-1 356-16,8-1-351 0,3-1-87 15,5 0 0-15,6 0 0 0,-2 0 0 0,2-3 0 16,0-3 0-16,2 1 0 0,-6-2 0 0,12 0 0 16,-7 2 0-16,3-1 0 0,-1-2 0 0,-4 5 0 15,15-4 0-15,-6 4 0 0,-2-1 0 0,3 1 0 16,-2 1 0-16,3 0 0 0,1 0 0 0,-2 0 0 15,-1-1 0-15,-4 2 0 0,-1-5 0 16,-9 5 0-16,9-2 0 0,-12-2 0 0,2 2 0 16,-7-1 0-16,-2 3 0 0,-5-4 0 15,-3 4 0-15,-6-1 0 0,-1-1 0 0,-6 2 0 16,-4 1 0-16,0 0 0 0,-1 0 0 0,-2-3 0 16,0 3 0-16,0 0 0 0,0 0 0 0,0 0 0 15,-5 0 0-15,-5 0-293 0,-5 0 22 0,-2 0 115 16,-4 7 57-16,1 2-742 0,-7 4 406 0,-3 4 196 15</inkml:trace>
  <inkml:trace contextRef="#ctx0" brushRef="#br0" timeOffset="-50698.94">31223 13003 2659 0,'-25'-3'0'0,"4"3"0"16,6 0 0-16,3 0 0 0,2 0 0 0,3 0 0 0,4 0 0 0,1 0 0 0,2 0 0 0,0 0 0 0,2 0 410 0,21 0-190 0,10 0-91 16,11 0 384-1,16-3-513-15,5-4 0 0,3-3 0 0,7 1 0 0,-5 0 0 0,-1 0 0 0,-4 1 0 16,-11 2 0-16,3 0 0 0,-7 5 0 0,-7-1 0 16,-8 2 0-16,-1 0 0 0,-6 0 0 0,-7 0 0 15,-4 0 0-15,-2 0 0 0,-5 0 0 0,-5 0 0 16,-3 0 0-16,1 0 0 0,0 0 0 0,-3 0 0 15,0 0 0-15,-11 0 0 0,-6 0 0 0,-3 0 0 16,-5 2 0-16,-1 3-888 0,-4 3 376 0,-9 0 236 16,4-1 109-16,-16 2-584 15,-1 1 355-15</inkml:trace>
  <inkml:trace contextRef="#ctx0" brushRef="#br0" timeOffset="-50326.2">31216 12996 3143 0,'-28'-8'0'0,"8"5"0"0,10 2 0 0,-1-3 0 0,6 3 0 0,3-1 0 0,0 0 0 16,2 2 0-16,0 5 0 0,0 11 0 0,4 6 204 0,4 6-88 0,2 4 295 0,-2 9-354 0,1-1-57 0,-1 1 0 16,-3-6 0-16,0 15 0 15,-2-9 0-15,-3 1 0 0,0-1 0 0,0 0 0 16,0-6 0-16,-5 5 0 0,-3-4 0 0,-2-2 0 16,-2-4 0-16,4-8 0 0,-5-1 0 0,4-6 0 15,1-6 0-15,-7-1 0 0,5-5 0 0,-5-3 0 16,3 0 0-16,0-2 0 0,-2-12 0 0,-2-7 0 15,0-2 0-15,1-2 0 0,0-8 0 16,0-1 0-16,0 4 0 0,0 2 0 16,4 7 0-16,-5 2 0 0,3 5 0 0,3 2 0 15,-3 7 0-15,1 1 0 0,-1 2 0 0,1 2 0 16,1 0 0-16,0 8 0 0,0 7 0 0,-1-1 0 16,2 5 0-16,-5 4 0 0,7-3 0 0,-7 6 0 15,5-1 0-15,1 0 0 0,-2-7 0 0,3 5 0 16,-1-3 0-16,2-2 0 0,0-1 0 0,2-4 0 15,3-2 0-15,-2-2 0 0,4 0 0 0,0-1 0 16,0-2-33-16,9-1-807 0,11-5 401 0,6 0 200 16,6-1 90-16,11-20-532 0,2-4 320 15</inkml:trace>
  <inkml:trace contextRef="#ctx0" brushRef="#br0" timeOffset="-50053.04">31387 13314 3211 0,'14'-18'0'0,"-7"9"0"0,2 1 0 0,-6 1 0 0,0 1 0 16,-3 4 0-16,0 0 0 0,0 2 0 0,-6 0 0 0,-3 0 0 0,-2 10 144 0,-1 8 432 0,0 4-576 0,1 5 0 0,2 3 0 16,4 2 0-16,0 0 0 15,5 3 0-15,0-3 0 0,3-2 0 0,8-1 0 16,5-3 0-16,-1-4 0 0,5-1 0 0,-5-4 0 16,4-2 0-16,-6-3 0 0,2-4 0 0,-8 0 0 15,1-4 0-15,-5-2 0 0,0 0 0 0,-1-2 0 16,-2 0 0-16,0 0 0 0,-2 2 0 0,-14 0 0 15,-4 3 0-15,1-2 0 0,-7 5 0 0,1-2 0 16,4-2 0-16,-2-1 0 0,0 0 0 0,0-3 0 16,2 0 0-16,2 0 0 15,3-3-97-15,0-6-366 0,3-8 213 0,6-6 95 16,4-6-741-16,3-10 428 0</inkml:trace>
  <inkml:trace contextRef="#ctx0" brushRef="#br0" timeOffset="-49908.24">31352 13318 3111 0,'5'-9'0'0,"0"3"0"0,9 3 0 0,0-3 0 0,4-3 0 0,5-3 0 0,1 3 0 0,6-2 0 0,2 3 0 0,-1 3 0 0,4-2 239 0,-4 4-105 0,-2 1 150 15,4 1-123-15,-6 1-159 0,-2 0-59 0,5 0-6 16,-3 0 51-16,-6 3 25 0,1 2-794 0,-4 3 409 16,0-3 216-16,-4 0 93 0,-1-1-939 0</inkml:trace>
  <inkml:trace contextRef="#ctx0" brushRef="#br0" timeOffset="-49656.56">31936 13243 2201 0,'0'-3'0'0,"-3"1"0"0,3-1 0 0,-4 3 0 0,4-2 0 0,-1 2 0 0,-3 0 0 0,-2 0 0 0,1 2 0 0,-7 11 0 0,-2 5 96 0,-3 3 436 0,-2-1-251 16,-1 2-121-16,-3 1 268 0,0-2-195 0,1-3-233 16,7-4 0-16,0 1 0 0,5-8 0 0,0 1 0 15,6-3 0 1,-2-2 0-1,6-1 0-15,0-1 0 0,0 1 0 0,0-2 0 16,13 2 0-16,4-2 0 0,3 2 0 0,7-2 0 16,-1 1 0-16,1 1 0 0,1-2 0 0,2 4 0 0,-6-2 0 0,7 2 0 0,-4 0 0 0,-2 2 0 15,-2-3 0-15,-3 3 0 0,0 0 0 0,-2-1-113 16,-6 0-357-16,-2-3 216 0,0 4 108 0,-7-4-677 16,1-1 383-16,-3-1 205 0,1 0 98 0</inkml:trace>
  <inkml:trace contextRef="#ctx0" brushRef="#br0" timeOffset="-49461.32">32031 13333 2819 0,'-15'-11'0'0,"5"7"0"0,4 0 0 0,0 1 0 0,1 1 0 0,2 2 0 0,1 0 0 0,2 0 0 0,0 0 0 0,0 10 0 0,0 10 770 0,0 6-428 16,0 4-342-16,-2 2 0 0,-2 6 0 0,1 5 0 16,-4-7 0-16,2 9 0 0,1-12 0 0,-2 7 0 15,-1-4 0-15,2-5 0 0,0-2 0 0,-2 2 0 16,4-7 0-16,0-4 0 0,-2-1 0 15,4-8 0-15,-1-1 0 0,2-5-364 16,0-3-119-16,0 0 222 0,0-2-485 0,0-2 344 16,2-17 186-16,9-8 89 0</inkml:trace>
  <inkml:trace contextRef="#ctx0" brushRef="#br0" timeOffset="-49203.62">32459 12092 3931 0,'5'-7'0'0,"13"7"0"0,11 11 0 0,-1 7 0 0,-1 1 0 0,1 12 0 0,2 6 0 0,0 11 0 0,5 15 0 0,-3 19 0 0,-4 3 0 16,-8 1 0-16,-8 4 0 0,-6-2 0 0,-6-10 0 16,0 20 0-16,-16-5 0 0,-9 1 0 0,-8-2 0 15,-8-1 0-15,3-15 0 0,-10 14 0 0,-2-9 0 16,0-2 0-16,-3-4 0 0,7-14 0 0,-7-3 0 15,2-6 0-15,6-17 0 0,-2-2 0 0,5-11 0 16,7-5 0-16,4-6 0 16,6-1 0-16,2-4 0 0,12-3 0 0,-1-1-504 15</inkml:trace>
  <inkml:trace contextRef="#ctx0" brushRef="#br0" timeOffset="-41892.51">10565 17523 420 0,'0'0'0'0</inkml:trace>
  <inkml:trace contextRef="#ctx0" brushRef="#br0" timeOffset="-41764.49">10556 17527 3931 0,'0'0'0'0,"6"0"0"0,5 2 0 0,4-2 0 0,2 0 0 0,2 0 0 0,2 0 0 15,-1 0 0-15,3 0 0 0,-2-2 0 0,-1-2 0 0,-1 1 0 0,0 1 0 0,-3-2 0 0,2 2 0 0,-4 0 0 0,2 0 0 0,-4 0 0 16,4 1 0-16,-5-2 0 0,0 3 0 0,-1-2-156 16,-1 2-11-16,0 0 93 0,-2 0-880 0,0 2 457 15,-4 10 227-15,-3 3 103 16</inkml:trace>
  <inkml:trace contextRef="#ctx0" brushRef="#br0" timeOffset="-41558.38">10633 17873 3931 0,'-13'6'0'0,"1"3"0"0,5-4 0 0,2-1 0 15,1-2 0-15,2-2 0 0,2 0 0 0,0 0 0 0,9 0 0 0,16 0 0 0,1 0 0 0,2 0 0 0,6 0 0 16,0 0 0-16,1 0 0 0,3 0 0 0,-3 0 0 15,-3 0 0-15,-2 0 0 0,-1 0 0 0,-8 0 0 16,-2 0 0-16,-3 0 0 0,-9 0 0 0,2 0 0 16,-4 0 0-16,-3 0 0 0,0 0 0 0,-2 0-246 15,0 0-245-15,0 0 231 0,-4 0 108 0,0 0 56 16</inkml:trace>
  <inkml:trace contextRef="#ctx0" brushRef="#br0" timeOffset="-40384.38">11969 16947 2015 0,'0'-12'0'0,"2"1"0"0,0 2 0 0,-1-1 0 0,-1 3 0 0,2 2 0 0,-2 0 0 0,0 2 0 0,0 1 0 16,0 0 0-16,0 0 82 0,0 2 162 0,-2 0-106 0,-5 0-48 0,-5 8 0 16,-2 7 104-16,-4 6-76 0,-3 3-27 0,-4 9 172 15,-2 3-110-15,-3 3-55 0,0 5 179 0,-7 12-199 16,7-9-78-16,-10 15 0 0,6-2 0 16,0 0 0-16,2 0 0 0,0 1 0 0,8-10 0 15,-3 15 0-15,6-7 0 0,3-7 0 16,6 3 0-16,1-3 0 0,8-8 0 0,1 5 0 15,2-13 0-15,0-1 0 0,7-3 0 0,11-7 0 16,-6-5 0-16,11 1 0 0,0-6 0 0,0-6 0 16,0-2 0-16,2-7 0 0,-2 0 0 0,7 0 0 15,-5-1 0-15,-1-13 0 0,-2-4 0 0,-1-3 0 16,-7 2 0-16,4-6 0 0,-7-2 0 0,-5 6 0 16,0-7 0-16,-5 4 0 0,-1 3 0 0,0-5 0 15,-7 3 0-15,-5 0 0 0,1 7 0 0,-6-1 0 16,1 1 0-16,-3 6 0 15,-1-3 0-15,2 9 0 0,1-3 0 16,-1 6 0-16,0-1 0 0,4 2 0 0,-2 0 0 0,7 0 0 16,0 0 0-16,1 0 0 0,0 2 0 15,5 2 0-15,-1 1 0 0,1-2 0 0,3 4 0 16,0-1-43-16,0-1-179 0,0 0 95 0,5 1-265 16,6-4 174-1,4-2 87-15,4 0 44 0,0 0-615 0,7-8 335 0,3-6 163 16,-3-6 81-16</inkml:trace>
  <inkml:trace contextRef="#ctx0" brushRef="#br0" timeOffset="-40146.25">12151 17183 3752 0,'-3'-2'0'0,"3"1"0"0,0 1 0 0,0 0 0 0,0-3 0 0,5 1 0 0,11 1 0 0,5-1 0 0,4 0 0 0,5 2 0 0,7-2 179 0,6 1-179 0,-1-1 0 15,1-1 0-15,2 2 0 0,0-1 0 0,-6-1 0 16,9 2 0-16,-5-2 0 0,-10 2 0 0,3-1 0 16,-4 0 0-16,-8-1 0 0,1-1 0 0,-4 0 0 15,-5 0 0-15,-4 1 0 0,-3-1 0 0,-1 2 0 16,-5-1 0-16,-1 3 0 0,-2 0-575 16,0-3 191-16,0 3 172 0,-5 0-214 0,-10 0 199 15,-2 0 93-15,-8 0-570 0</inkml:trace>
  <inkml:trace contextRef="#ctx0" brushRef="#br0" timeOffset="-39729.11">12331 17155 2947 0,'-20'0'0'0,"0"4"0"0,4-1 0 15,1 2 0-15,4-2 0 0,1-1 0 0,4 1 0 0,1 3 0 0,3 3 0 0,0 2 0 0,2 3 373 0,0 4-156 0,0 7-94 0,0 2 148 0,0 3-271 0,2 3 0 16,0 6 0-16,0-2 0 0,1 9 0 0,3-2 0 15,0 1 0-15,0 2 0 0,-1 0 0 0,0-4 0 16,3 8 0-16,0-5 0 0,-3-4 0 0,1-1 0 16,-1-7 0-16,-3 0 0 0,2-2 0 0,-2-6 0 15,-1-4 0-15,-1 1 0 0,0-5 0 0,0-7 0 16,0-2 0-16,0-4 0 0,-5 1 0 16,-2-5 0-16,-2 2 0 0,-1-3 0 15,-1 0 0-15,-2 0 0 0,-1-8 0 0,0-3 0 16,-4-4 0-16,0-6 0 0,1 2 0 0,4 4 0 15,-4-1 0-15,2 1 0 0,1 4 0 0,0 1 0 16,-2 5 0-16,2 0 0 0,-2 4 0 0,2 1 0 16,-2 0 0-16,0 1 0 0,-2 10 0 0,-1 1 0 15,1 4 0-15,-1 2 0 0,3-2 0 0,-7 9 0 16,4-5 0-16,0 1 0 0,2 0 0 16,3 0 0-16,2-6 0 15,-1-1 0-15,4 4 0 0,1-5 0 0,4 0-41 16,2-4-343-16,2 1 163 0,0 1-271 0,2-7 227 15,10-3-528-15,8-1 377 0,3 0 189 0,3-9-332 16</inkml:trace>
  <inkml:trace contextRef="#ctx0" brushRef="#br0" timeOffset="-39265.5">12684 17352 3329 0,'6'-17'0'0,"-3"8"0"0,-1 0 0 0,-2 1 0 0,0 1 0 0,0 4 0 0,0 2 0 0,-5 1 0 0,-4 0 0 0,-1 1 0 0,-3 17 120 15,0-2-30-15,-4 10 299 0,-1 2-386 0,2 3-3 0,-5 6 0 16,5 1 0-16,0-4 0 0,0 9 0 0,0-3 0 16,4 1 0-16,0 1 0 0,3-2 0 0,-2 10 0 15,2-6 0-15,4-1 0 0,1 2 0 0,3-4 0 16,-1-5 0-16,2 1 0 0,0-1 0 15,0-7 0-15,2 1 0 0,3-3 0 0,0-5 0 0,6-3 0 16,-2-1 0-16,1-5 0 0,1-3 0 16,-1-5 0-16,1-3 0 0,3-2 0 0,-1 0 0 0,1-2 0 0,-2-9 0 15,4-6 0 1,-3 0 0-16,0-2 0 0,0 1 0 0,-2-3 0 0,-1 3 0 0,-3-2 0 16,-3 0 0-16,-1 1 0 15,-1 1 0-15,-2 0 0 16,0 0 0-16,0 2 0 0,-5 2 0 0,-4 0 0 15,-3 3 0-15,-3 2 0 0,2 2 0 0,-2 1 0 0,-2 5 0 0,0-2 0 16,-2 0 0-16,5 3 0 0,-4 0 0 0,4 0 0 0,0 0 0 16,0 7 0-16,6-4 0 0,-2 2 0 0,3-2 0 15,3 0 0-15,1 0 0 0,1-2 0 0,0-1 0 16,2 0 0-16,0 3 0 0,0-3 0 16,0 1 0-16,0 4-113 0,0-3-102 0,2 1 83 0,1 1-817 15,5-1 455-15,-3 1 217 16</inkml:trace>
  <inkml:trace contextRef="#ctx0" brushRef="#br1" timeOffset="-31565.05">24320 13457 2752 0,'-7'0'0'0,"2"0"0"0,3 0 0 0,0 0 0 0,0 0 0 0,1 0 0 0,1 0 0 0,0 0 0 0,0 0 0 0,0 0 0 0,7 0 194 0,5 0-78 16,0 0 366-16,4-2-212 0,-1 0-153 0,2-1-117 15,1 1 0-15,3 0 0 0,0 1 0 0,-2-1 0 16,5-1 0-16,0 3 0 0,-4 0 0 0,7 0 0 16,-6 0 0-16,2 0 0 0,-2 0 0 0,-1 0 0 15,-1 0 0-15,-3 0 0 0,-5 0 0 16,1 0 0-16,-3 0 0 0,-3 0 0 0,-5 0 0 0,0 0 0 15,3 0 0-15,-4 0 0 0,0 0 0 0,0-1 0 16,0-1 0-16,-6 0 0 0,0 0-122 0,1-1-194 16,-1 3 138-16,1 0-616 15,-2 0 377-15,2 0 189 0,-1 0 84 0</inkml:trace>
  <inkml:trace contextRef="#ctx0" brushRef="#br1" timeOffset="-30845.93">24548 13085 2605 0,'-7'-5'0'0,"0"2"0"0,-1-2 0 0,0 2 0 0,3 0 0 0,1 2 0 0,2-2 0 0,-1 3 0 0,1 0 0 0,2 0 0 0,0 9 170 16,0 4 191-16,0 4-166 0,0 1-78 0,0 3-39 15,0 5 206-15,0 1-163 0,2-2-121 0,-2 5 0 16,0 1 0-16,0 1 0 0,0 2 0 0,0 1 0 15,0 1 0-15,-2 0 0 0,-3 2 0 0,2-2 0 16,1 1 0-16,-2 0 0 0,4-2 0 16,-2 0 0-16,2-4 0 0,0-3 0 15,0 1 0-15,0-7 0 0,0 1 0 0,0-4 0 16,0-1 0-16,0-1 0 0,0-5 0 0,0-1 0 16,-1-4 0-16,-1 1 0 0,0-3 0 0,0-1 0 15,0-3 0-15,2 2 0 0,-1-1 0 0,-3-2-226 16,4 0-56-16,-5 0 122 0,4 1-355 0,-3-1 229 15,0 0 128-15,-1 3 59 0,-1-2-269 0,-1 2 164 16,1-2 82-16,-3 1-95 0,-1 2 94 0,3 0 42 16,-5 1 0-16,3-3 67 0,0 2 0 0,-1 0-35 15,3 0 223-15,-2-1-107 16,0-1-53-16,2 0-26 0,-2 0 411 0,2 0-229 16,0 0-29-16,0-2-78 0,2 2 537 0,1-2-281 15,0 2-139-15,1-2 363 0,0 0-257 0,2 0-231 16,1 0-55-16,0 1 0 0,0-1 0 0,0 0 0 15,0 0 0-15,0 0 0 0,0 0 0 0,0 2 0 16,0 0 0-16,1 0 0 0,5 2 0 0,5-1 0 16,-2 1 0-16,3-1 0 15,3 0 0-15,-3-1 0 0,4-1 0 0,1 2 0 16,0-3 0-16,2 1 0 0,0 1 0 0,-1 0 0 16,1-2 0-16,0 1 0 0,0 4 0 0,2-4 0 15,-3 4 0-15,0-2 0 0,2 1 0 0,-3-1 0 16,0 1 0-16,-2 0 0 0,-2-2 0 0,-2 0 0 15,0 1 0-15,-4-3 0 0,3 3 0 0,-4-2 0 16,-1-1 0-16,-1 2 0 0,0-2 0 0,-2 0 0 16,2 0 0-16,-2 2 0 0,-2-2 0 0,2 0 0 15,-2 0 0-15,0 0 0 16,0 0 0-16,0 0 0 0,0 0 0 0,0 0 0 16,0 0 0-16,0 0 0 0,0 0 0 0,0 0 0 15,0 0 0-15,0 0 0 0,0 0 0 0,0 0 0 16,0 0 0-16,0 0 0 0,0 0 0 0,0 0 0 15,0 0 0-15,-8 0 0 0,4 0 0 16,-2 0 0-16,-1 0 0 0,2-2-594 0</inkml:trace>
  <inkml:trace contextRef="#ctx0" brushRef="#br1" timeOffset="-26940.9">10973 17335 3234 0,'-7'0'0'0,"1"0"0"0,2 0 0 0,3 0 0 0,1 0 0 0,0 0 0 0,0 0 0 0,0 0 0 0,0 0 0 0,1 0 0 0,10 0 143 0,5 0-41 0,2 0 344 15,5 0-440-15,1-2-6 0,5 1 0 0,-1-1 0 16,2 0 0-16,2 0 0 0,0 0 0 0,0 1 0 0,-2 1 0 16,0 0 0-16,-6 0 0 15,0-3 0-15,-1 3 0 0,-2 0 0 0,-5 0 0 16,0 0 0-16,-7 0 0 0,-2 0 0 15,-1 0 0-15,-5 0 0 0,1 0 0 0,1 0 0 0,-3 0 0 16,0-3-491-16,0-5 187 16,-8-2 131-16,1 1 66 0,-3 0-558 0,0-3 302 0,-1 1 165 15,1-4 79-15,-2 2-479 0,3 2 279 0</inkml:trace>
  <inkml:trace contextRef="#ctx0" brushRef="#br1" timeOffset="-26425.89">11222 17035 2257 0,'-10'-6'0'0,"4"2"0"0,-3 3 0 0,3-3 0 0,0 4 0 0,2-2 0 0,3 0 0 0,1 2 0 0,0 0 0 0,0 0 0 0,0 4 163 0,0 9 256 15,0 4-189-15,0 6-96 0,1 3 281 16,1 2-178-16,2 6-161 0,0 2-76 16,-3 0 0-16,4 3 0 0,-3-2 0 0,0 1 0 0,1-5 0 15,-1 1 0-15,0-2 0 16,0-4 0-16,0 0 0 0,-2-7 0 0,0 3 0 0,0-4 0 15,0 0 0-15,0-5 0 0,0-1 0 0,-2-4-589 0,-2-3 222 16,-1 2 157-16,-2-4 84 0,2-1-476 16,-3-2 270-16,1-2 151 0,0 0-288 0,-5 0 215 15,3 0 106-15,-2 0-39 0,-1 0 64 16,-1 0 46-16,0 0 0 0,2 0 87 0,-2 0-51 0,-1 0 1 16,5 0-10-16,-3 0 323 0,3 0-157 15,0 0-78-15,2 0 469 0,0 2-248 0,4 1-149 0,1-3 25 16,0 0 485-16,2 0-290 0,0 0-145 15,0 0-72-15,0 0 398 0,0 3-240 0,4-3-116 16,4 0 85-16,3 1-240 16,2 2 0-16,0-1 0 0,2 3 0 0,2-1 0 15,-2-1 0-15,4 5 0 0,-1-5 0 16,3 4 0-16,6-1 0 0,-5-1 0 0,5-2 0 0,-2 1 0 16,4-2 0-16,-7-2 0 0,7 0 0 0,-7 0 0 15,0 0 0-15,-1 0 0 0,-3 0 0 0,-6 0 0 0,-1 0 0 16,-1 0 0-16,-4 0 0 0,-4 0 0 15,-1 0 0-15,1 0 0 16,0 0 0-16,-2 0 0 0,0 0 0 0,0 0 0 0,0 0 0 16,0 0 0-16,0 0 0 0,0 0 0 15,0 0 0-15,0 0 0 0,0 0 0 0,-2 0 0 0,-3 0 0 16,1 7-113-16,-1 7-125 0</inkml:trace>
  <inkml:trace contextRef="#ctx1" brushRef="#br1">2793 16661 0,'0'0'16,"0"0"-1,0 0-15,0 0 16</inkml:trace>
  <inkml:trace contextRef="#ctx0" brushRef="#br0" timeOffset="-20577.2">13389 17401 2367 0,'-4'0'0'0,"2"0"0"16,1 0 0-16,-2 0 0 0,3 0 0 0,0 0 0 0,0 0 0 0,8 2 0 0,7 0 0 0,4 1 0 0,7-3 187 0,2 0-74 0,4 0 242 0,2 0-158 0,3 0-69 15,6 0-50-15,-1 0 91 16,-3-3-65-16,2 1-32 0,-1 0 89 16,0 0-161-16,8 1 0 0,-4-2 0 0,-2 0 0 0,-6 1 0 15,2 0 0-15,0 1 0 0,-6-2 0 16,-4 2 0-16,-5-2 0 0,-3 3 0 0,-3 0 0 0,-4 0 0 15,-4 0 0-15,-1 0-601 0,-4 0 284 16,-3 0 143-16,1 0-170 0,-2-1 144 16,0-1 85-16,-7-1 38 0,-7 3-471 0,-2 0 254 0</inkml:trace>
  <inkml:trace contextRef="#ctx0" brushRef="#br0" timeOffset="-20010.09">13507 17595 2843 0,'-19'6'0'0,"4"3"0"0,7-4 0 0,1-4 0 0,5 2 0 0,2-3 0 0,0 0 0 0,19 1 0 0,7-1 0 0,6 0 0 0,8 0 371 0,10 0-171 0,-3 0-81 0,4-5-40 16,0-2 227-16,1 0-293 0,-1 1-13 0,-4-1 0 16,-10 6 0-16,3 0 0 0,-8-1 0 15,-8 2 0-15,-1 0 0 0,-6 0 0 0,-6 0 0 0,-4 0 0 16,-3 0 0-16,-2 0 0 0,-2 3-424 0,0-2 109 15,-6 6 146-15,-6-4 23 0,-6 3-111 0,-2-2 108 16,-3-1 46-16,-7 2 37 0,0-1 0 0,-2-2 27 16,-7 0 1-16,-1-2-802 0,4 0 392 15,-10 0 209-15,2 0 100 0,-2 0-108 16,-2 0 105-16,0 7 70 0,6-1 185 0,-6 6-79 16,12-3-37-16,0-1 1 0,4 2 192 0,7 1-115 15,4-2-66-15,3 0 546 0,5 4-288 0,4 1-51 16,3 1-104-16,4 1 471 0,2 5-262 0,0 5-146 15,0 4-68-15,8 0 418 0,3 5-243 0,4 4-122 16,-1-5 20-16,0 1-180 16,0 1 0-16,0 0 0 0,-2-3 0 0,-1-3 0 0,-4-4 0 15,1 5 0-15,-7-9 0 0,2 5 0 16,-3-8 0-16,0-1 0 0,-3-5 0 0,-7-1 0 16,-3-5 0-16,-3-1 0 0,-2-5 0 0,-1-1 0 15,0 0 0-15,-3-3 0 0,-1-12 0 0,0 0 0 16,1-6 0-16,2 0 0 0,2 6 0 0,0 1 0 15,1 2 0-15,2 6 0 0,1-1 0 0,2 5 0 16,-2 2 0-16,1 0 0 0,0 6 0 0,-2 11 0 16,2 5 0-16,1-1 0 15,0 7 0-15,2-2 0 0,0 0 0 0,3 1 0 16,4-4 0-16,1 1-141 0,2-3 1 0,0-2-488 16,0-2 294-16,3-5 148 0,10-3 73 0,4-5-242 15,6-2 163-15,1-2 77 0,6-7 38 0,6-18-449 16,0-5 243-16</inkml:trace>
  <inkml:trace contextRef="#ctx0" brushRef="#br0" timeOffset="-19736.43">13591 17930 2999 0,'14'-16'0'0,"-5"5"0"0,-2 2 0 0,-3 5 0 0,-2 2 0 0,-2-1 0 0,0 3 0 0,0 0 0 0,0 0 0 0,2 12 0 15,0 3 305-15,2 2-123 0,1 5-77 0,1 3 235 0,-1 1-340 0,5 1 0 16,-2-1 0-16,-1-5 0 0,4 0 0 0,1 0 0 15,-1-2 0-15,0-3 0 0,-1-3 0 0,-3-5 0 16,2 1 0-16,-3-2 0 16,-2-4 0-16,0 2 0 0,-3-4 0 0,1 1 0 15,-2 0 0-15,0 3 0 0,-7-1 0 0,-9 6 0 16,-2 1 0-16,-1 0 0 0,-6 3 0 0,1-1 0 16,0 1 0-16,1 1 0 0,-1-1 0 0,5-5 0 15,-3 2 0-15,4-1 0 0,0-6 0 0,5-3 0 16,0-1-249-16,3 0-197 0,4-13 209 0,4-13-680 15,2-4 439-15,0-13 219 0</inkml:trace>
  <inkml:trace contextRef="#ctx0" brushRef="#br0" timeOffset="-19606.07">13546 17960 2765 0,'10'-12'0'0,"-1"2"0"0,-1-1 0 0,1 2 0 0,-2-3 0 0,3 3 0 0,1 0 0 0,4 1 0 0,0 1 0 0,3 3 0 0,2 0 297 0,1 2-130 0,1 0-248 0,4 2 59 16,-5 0 40-16,7 0-9 0,-1 2-300 0,-3 4 165 15,0-1 82-15,-3 0 41 0,0 0-825 0</inkml:trace>
  <inkml:trace contextRef="#ctx0" brushRef="#br0" timeOffset="-19341.79">14044 17826 2426 0,'2'-2'0'0,"0"0"0"0,-2-1 0 0,0 3 0 0,0 0 0 0,0 0 0 0,-4 5 0 0,-3 8 0 0,1 3 0 0,-2 1 0 0,-3 6 470 0,0-1-215 0,-3 3-108 15,2 0-54-15,-4-3 121 0,4-1-78 0,-6 0-53 16,2-5 24 0,0 0-107-16,2-1 0 0,2-6 0 0,5-4 0 0,1-1 0 15,2-2 0-15,3-1 0 0,1-1 0 0,0 3 0 16,3-3 0-16,14 0 0 0,5 0 0 0,1 0 0 16,4 0 0-16,1 0 0 0,2 0 0 0,-2 0 0 15,2 0 0-15,-2 0 0 0,-2 0 0 0,1 0 0 16,-7 0-414-16,3 0 191 0,-5 2 93 15,0-1-290-15,-5 1 190 0,-2 2 96 0,-1-4 38 0,-3 2-588 16,0-2 323-16,-3 0 161 0</inkml:trace>
  <inkml:trace contextRef="#ctx0" brushRef="#br0" timeOffset="-19158.93">14203 17900 2681 0,'-10'-7'0'0,"0"2"0"0,0 2 0 0,3 0 0 0,2 1 0 15,-1 2 0-15,4 0 0 0,1 0 0 0,1 11 0 0,0 8 0 0,0 6 523 0,0 0-241 0,1 7-122 16,3 2 125-16,-2 5-285 0,1-2 0 0,-1 2 0 0,0 1 0 16,0-2 0-16,0-2 0 0,-2 0 0 0,0 0-236 15,0-7 129-15,0 2 74 0,0-12-557 0,-2 5 309 16,-5-5 32-16,3-8 116 0,-1-1-452 0,-4-4 273 16,2-6 137-16,0 0-303 0,-5-2 225 0</inkml:trace>
  <inkml:trace contextRef="#ctx0" brushRef="#br0" timeOffset="-18928.47">13907 16732 2810 0,'-10'-28'0'0,"7"17"0"0,1 9 0 0,2 1 0 0,-2 1 0 0,2 0 0 15,0 0 0-15,0 9 0 0,0 12 0 0,0 5 0 0,0 9 96 0,0 4 95 0,0 8-76 0,0-5-28 0,0 12-10 0,0-2-184 16,0-2 74-16,0 2 35 0,0-2-143 16,0-7 100-16,0 9 34 0,-2-5 1 15,0-2-434-15,1-1 154 0,1-2 145 0,0-7-525 16,0 5 318-16,0-6 154 0</inkml:trace>
  <inkml:trace contextRef="#ctx0" brushRef="#br0" timeOffset="-18688.77">14662 17146 3192 0,'0'-11'0'0,"0"11"0"0,0 0 0 0,-2 0 0 0,-5 5 0 0,-3 10 0 0,1 7 0 0,0 11 0 0,-2 4 0 0,-1 14 0 0,1 6 382 0,1 15-176 16,1-4-84-16,3-2-93 15,3 3-29-15,3-3 0 0,0-8 0 0,0 10 0 0,9-17 0 0,8 2 0 16,1-7 0-16,5-3 0 0,0-7 0 0,7 3 0 16,0-5-115-16,2 1-83 15,2-4 118-15,3-2-980 0,-3-6 500 0</inkml:trace>
  <inkml:trace contextRef="#ctx0" brushRef="#br0" timeOffset="-18182.85">15133 17247 2774 0,'0'-6'0'0,"0"2"0"0,0 0 0 0,0 3 0 0,0 1 0 0,0 0 0 0,0 0 0 0,2 11 0 0,2 4 0 0,4 8 0 0,-1 4 91 0,0 2 155 0,2 3-104 0,0 4-41 16,-2 5-37-16,0-2 259 0,0 1-142 0,-2 1-172 15,-1-1-9-15,-2-3 0 0,-1 1 0 0,1 1 0 16,-2-3 0-16,0-4 0 0,0-1 0 15,0-8 0-15,0 0 0 0,0-4 0 16,0-6 0-16,0-2 0 0,0-4 0 0,0-2 0 16,0-2 0-16,0-3 0 0,0 0-154 0,0 0 58 15,0 0-682-15,0 0 360 0,2 0 195 0,3 0 92 16,7 0-581-16</inkml:trace>
  <inkml:trace contextRef="#ctx0" brushRef="#br0" timeOffset="-17981.75">15526 17788 3131 0,'2'-1'0'0,"1"1"0"0,-1 0 0 0,0 0 0 0,-2 0 0 0,3 0 0 0,-1 0 0 0,-2 9 0 0,1 3 0 0,1 2 0 0,-2 1 231 16,0 2-96-16,0-1-48 0,0 2 3 0,-8 0-16 16,1-1-10-16,-2 0-124 0,-2-2 49 0,-1 0 25 15,-1-1 0-15,-1-3-270 0,2-2 142 0,1 0 76 16,1-3 39-16,1-3-616 0,3 1 308 0,1-4 55 15,0 0-413-15,5 0 313 16,0-6 156-16</inkml:trace>
  <inkml:trace contextRef="#ctx0" brushRef="#br0" timeOffset="-17796.25">15641 17566 2794 0,'-4'-7'0'0,"2"3"0"0,2 3 0 0,0-2 0 0,0 1 0 0,4 0 0 0,5 0 0 0,5 2 0 0,0-1 0 0,5 1 0 0,1 0 195 16,1 0-6-16,6 0-112 0,-4 0-1 0,-3 0-37 15,2 3-367-15,1 4 178 0,-5-5 95 0,2 3 47 16,-4 0-274-16,-1-1 160 0,-2-2 90 0,3 0-834 16</inkml:trace>
  <inkml:trace contextRef="#ctx0" brushRef="#br0" timeOffset="-17440.27">16027 17318 2362 0,'0'0'0'0,"0"0"0"0,0-1 0 0,0-1 0 0,5 0 0 0,9 0 0 0,2 0 0 0,2 2 0 0,5 0 0 0,5 0 0 0,-2 0 123 0,3 0 15 0,1 0-50 0,0 0-24 15,-5 0 9-15,7 0 1 0,-9 0-35 0,0 2 0 16,-5-2-1-16,-1 0 50 0,-8 2-15 0,1-2-10 15,-4 0 136-15,-2 2-80 0,-3-2-40 16,1 0 10-16,-2 0 94 0,0 0-183 16,0 0 0-16,0 3 0 0,0 2 0 0,0 2 0 15,0 3 0-15,0 0 0 0,0 5 0 0,0 3 0 16,0 2 0-16,0 2 0 0,0 7 0 0,0-2 0 16,2 4 0-16,0 1 0 0,1 0 0 0,1 2 0 15,-2-1 0-15,3 3 0 0,-2 0 0 0,-1-3 0 16,0 2 0-16,0-2 0 0,-2-2 0 0,1-4 0 15,-1-7 0-15,0 1 0 0,0-1 0 0,0-7-26 16,0-2-153-16,0-1 70 16,0-5 36-16,0-1-481 0,0-2 258 0,-3-1 118 15,-3-1-432-15,0 0 286 0,0-1 143 0</inkml:trace>
  <inkml:trace contextRef="#ctx0" brushRef="#br0" timeOffset="-17248.23">16200 17626 3050 0,'-17'0'0'0,"8"0"0"0,0 0 0 0,1 0 0 0,5 0 0 0,3 0 0 0,0-4 0 0,2 1 0 0,14-1 0 0,7 0 0 0,3 1 195 0,4-1-78 0,2 1 213 16,0-2-145-16,2 4-131 0,-2-2-54 0,-2 2 0 16,-2-2 0-16,-8 2 0 0,3 1 0 0,-4 0 0 15,-3 0 0-15,-2 0-567 0,-3 0 281 0,-2 1 162 16,-1 9 82-16,-2 0-890 15,-3 2 451-15</inkml:trace>
  <inkml:trace contextRef="#ctx0" brushRef="#br0" timeOffset="-17052.66">16680 17827 3038 0,'0'2'0'0,"1"0"0"0,1-2 0 0,0 2 0 0,-2 0 0 0,2 0 0 0,0 1 0 0,1 4 0 0,3 1 0 0,-4 4 0 0,1 0 160 0,-1 2-52 16,-2 3-34-16,0 0-1 0,0 0-34 16,0-1 0-16,0 2-314 0,-5-4 167 0,-1 2 68 15,1-4-206-15,1-2 143 0,-1-3 70 0,0 1-710 16,1-4 285-16,3-2 215 0</inkml:trace>
  <inkml:trace contextRef="#ctx0" brushRef="#br0" timeOffset="-16651.23">16914 17436 2099 0,'5'-26'0'0,"7"11"0"0,-1 7 0 0,3-6 0 0,-2 4 0 0,1 1 0 0,2 2 0 0,2 1 0 0,2 2 0 0,0 2 0 0,1 0 409 0,3 2-186 0,1 0-92 16,-4 2-36-16,7 7 155 15,-6 5-105-15,0 1-53 0,-5 4 106 0,0-1-79 0,-7 3-31 16,0 6-9-16,-3-1-76 0,-4 2-3 16,-2 0 0-16,0 2 0 0,-10 4 0 0,-6 4 0 15,-5-4 0-15,-2-1 0 0,3-5 0 0,-5 2 0 16,-1-5 0-16,1-3 0 0,1-7 0 16,4-4 0-16,-1-2 0 0,0-3 0 0,4-3 0 0,2-2 0 15,4-1 0-15,2 0 0 0,4 0 0 0,0 0 0 16,3 0 0-16,0 0 0 0,2 0 0 0,2 0 0 15,15 0 0-15,4 0 0 0,3 0 0 0,2 0 0 16,1 0 0-16,1 0 0 16,0 0 0-16,-3 0 0 0,7 0 0 0,-6 0 0 15,-6 2 0-15,5 2 0 0,-2-2 0 0,-3 0-283 16,-1-1-103-16,-2 2 174 0,-4-2 86 0,-2 1-572 16,-1-2 330-16,-1 3 155 0,-5-3 91 0,1 0-231 15</inkml:trace>
  <inkml:trace contextRef="#ctx0" brushRef="#br0" timeOffset="-16384.35">17509 17269 2878 0,'0'-15'0'0,"0"10"0"0,2 3 0 16,4 2 0-16,1-2 0 0,0 0 0 0,3 2 0 0,1 0 0 0,0 0 0 0,3 0 0 0,2 9 217 0,1 3-94 0,2 5 418 0,-2 1-369 0,-2 3-172 15,-2 6 0-15,2 0 0 0,-5 7 0 0,1 6 0 16,-2 0 0-16,-3-1 0 16,0 4 0-16,-3-3 0 0,-1 8 0 0,-2-1 0 15,0 2 0-15,-7 0 0 0,-9 1 0 0,2-3 0 16,-7 1 0-16,-2 0 0 0,-2-1 0 0,-5-3 0 16,-1-1 0-16,-3 1 0 0,-2-4 0 15,-1 0 0-15,0-1-29 0,-1 1-385 0,0-4 188 0,8-5-817 16</inkml:trace>
  <inkml:trace contextRef="#ctx0" brushRef="#br0" timeOffset="-14542.79">13187 18730 396 0,'-5'3'0'0,"1"-3"0"0,1 0 0 0,1 1 0 0,2-1 753 0,0 0-362 0,0 0-176 0</inkml:trace>
  <inkml:trace contextRef="#ctx0" brushRef="#br0" timeOffset="-14378.34">13191 18737 3360 0,'17'-7'0'0,"8"3"0"0,1-3 0 0,3 1 0 0,6 1 0 0,1 1 0 0,7 0 0 0,-3 2 0 0,6 1 0 0,2-2 0 0,3 0 94 0,2 0-17 0,0 3 0 0,1-3-38 16,-1 3-15-16,1 0 15 0,-1 0 11 0,-4 0-11 15,-2 0-61-15,-2 0 30 0,-4 0 1 0,-5 0-25 16,-2 0 37-16,-2 0-9 0,-9 0-1 0,0 0-86 16,-4 0 32-16,-2 0 30 0,-5 0-2 0,-3 0-25 15,-2-2 12-15,-2-2 0 0,-2 1 59 0,-1-2 0 16,0-1-35-16,-2 2 4 0</inkml:trace>
  <inkml:trace contextRef="#ctx0" brushRef="#br0" timeOffset="-14340.24">14309 18648 396 0,'-8'0'0'16,"-1"0"0"-16,0 5 0 0</inkml:trace>
  <inkml:trace contextRef="#ctx0" brushRef="#br0" timeOffset="-9876.25">18303 17833 3257 0,'-5'5'0'0,"1"4"0"0,2-3 0 0,0-1 0 15,2-4 0-15,0 1 0 0,0 0 0 0,2 2 0 0,11-1 0 0,8-3 0 0,2 3 228 0,-3-2 218 0,2 1-446 0,5 2 0 0,-6 0 0 0,4 2 0 16,-4 1 0-16,0 1 0 0,0 1 0 0,-3-3 0 16,0 4 0-16,-2-2 0 0,0-1-241 0,-2-3-7 15,0 2 138-15,-1-5-807 0,0 2 440 16,2-3 218-16,2 0 111 0,0-3-482 0</inkml:trace>
  <inkml:trace contextRef="#ctx0" brushRef="#br0" timeOffset="-9409.22">18358 17463 3113 0,'-9'0'0'0,"1"0"0"0,2 0 0 0,4 0 0 0,0 0 0 0,1 0 0 0,1 0 0 0,0 0 0 0,0 3 0 0,9 5 0 16,6-2 193-16,0-1-78 0,2 1 194 0,2 0-136 0,3-1-145 0,-1-1-28 15,2 2 0-15,-1-3 0 0,-1 2 0 0,0-5 0 16,0 5 0-16,-5-3 0 0,-1-2 0 0,0 2 0 16,-6-2 0-16,3 0 0 0,-5 0 0 0,1 0 0 15,-3 0 0-15,1 0-30 16,-2 0-513-16,0 0 252 0,-1 0 117 0,3 0-521 0,-3 0 328 0,5 0 164 16,0 7 82-16</inkml:trace>
  <inkml:trace contextRef="#ctx0" brushRef="#br0" timeOffset="-8344.44">19075 17536 3018 0,'-28'0'0'0,"10"0"0"0,2 8 0 0,5-1 0 0,4-2 0 0,1-2 0 0,5-1 0 0,1-2 0 0,0 1 0 0,0 3 0 0,9 0 365 0,13-2-163 0,9 0 144 16,6 0-346-16,4-1 0 0,4-1 0 0,2 0 0 15,4 0 0-15,4 0 0 0,-7-1 0 0,3-5 0 16,-6 1 0-16,-10 1 0 0,3-1 0 0,-7 4 0 16,0 0 0-16,-11-2 0 0,0 1 0 15,-6 0 0-15,-4 2 0 0,-3 0 0 16,-3 0 0-16,-2 0 0 0,0 0-64 0,-2 0-581 15,0 0 303-15,-4 0 142 0,-7 0 86 0,-3 0-213 16,2-2 143-16,-2-5 74 0,0-4-529 0</inkml:trace>
  <inkml:trace contextRef="#ctx0" brushRef="#br0" timeOffset="-7870.65">19425 17236 2808 0,'-14'-8'0'0,"3"2"0"16,0 3 0-16,0-1 0 0,1 1 0 0,1 1 0 0,1 0 0 0,1 2 0 0,3 0 0 0,2 2 0 0,2 10 358 0,0 9-159 0,0 3-81 0,0 7 330 0,0 8-448 0,4-3 0 16,3 11 0-16,2 2 0 0,-4-4 0 0,0 2 0 15,1 2 0-15,-2-8 0 0,1 11 0 0,0-7 0 16,-2-1 0-16,-1-7 0 0,0 1 0 16,0 0 0-16,-2-7 0 0,0 2 0 0,0-6 0 0,0-7 0 15,-4 4-80-15,-1-6-168 16,-5-3 110-16,0-1-530 0,0-4 315 0,-4 2 158 15,-1-3-161-15,0-1 150 0,-3-2 88 0,0-1 40 16,-3-1-268-16,3 2 154 0,-1-2 76 0,0-1 61 16,1-1 17-16,-2 1-1 0,2-1 0 0,1 0 427 15,2 2-213-15,5-2-116 0,-1-2-45 0,6 3 730 16,-1-3-376-16,5 1-78 0,-2-1 575 0,3 0-503 16,0 0-362-16,0 0 0 0,4 0 0 15,9 0 0-15,4 1 0 0,5-1 0 16,3 0 0-16,5 0 0 0,4 0 0 0,10 3 0 15,-5-1 0-15,11-2 0 0,-3 0 0 0,1 0 0 16,-6 2 0-16,1 0 0 0,-7-2 0 0,4 0 0 16,-5 0 0-16,-5 0 0 0,-5 0 0 0,-1 0 0 15,-3 0 0-15,-6 0 0 0,-6 0 0 0,-1 0 0 16,-5-2 0-16,-1 0 0 0,-2 0 0 0,0-2 0 16,0 0 0-16,0-2 0 0,-4 2 0 0,-1 1 0 15,0 1 0-15,-1-1 0 0,2 0 0 0,3 2-531 16,-2-1-49-16,3-2 270 15,0 0 127-15</inkml:trace>
  <inkml:trace contextRef="#ctx0" brushRef="#br0" timeOffset="-7383.76">20397 17288 2985 0,'-5'-5'0'0,"-1"-3"0"0,-1 2 0 0,-1 1 0 0,1-1 0 0,-1 6 0 0,1-6 0 0,0 5 0 0,-5 1 0 0,3 0 0 0,-5 3 143 0,1 10-52 0,-4 5-26 0,1 2 279 16,-2 5-153-16,0 0-79 0,-1 4-112 0,1 5 0 16,-3 3 0-16,5-4 0 0,2 2 0 0,2 3 0 15,-1 3 0-15,6-1 0 0,0-1 0 0,2 0 0 16,3-5 0-16,2 5 0 0,0-1 0 0,0 0 0 16,5-2 0-16,6-3 0 0,1-1 0 0,4 0 0 15,0 1 0-15,2-3 0 16,3-3 0-16,-1-1 0 0,1-2 0 0,-2 3 0 15,-3-12 0-15,1 4 0 0,-4-4 0 0,0-4 0 16,-5-3 0-16,-1-3 0 0,-1 0 0 0,-4-4 0 16,0-1 0-16,-1 2 0 0,1-2 0 0,-2 0 0 15,0 0 0-15,0 0 0 0,0 0 0 0,0 0 0 16,0 0 0-16,0 0 0 0,0 0 0 0,0 0 0 16,0 0 0-16,0 4 0 15,0-3 0-15,0 3-653 0,0 0 81 0,0-2 267 16,0 2 133-16,0-4-787 0</inkml:trace>
  <inkml:trace contextRef="#ctx0" brushRef="#br0" timeOffset="-6052.5">20345 17666 1995 0,'-13'-19'0'0,"7"0"0"0,1 2 0 0,1-3 0 0,4-1 0 0,0-2 0 16,2-1 0-16,13 3 0 0,6 0 0 0,5 1 0 0,2 1 164 0,4 2-63 0,0 4-32 0,4 4 153 0,-1 4-83 0,-3 2-56 15,0 3 1-15,-4 0 60 0,0 8-53 0,-5 7-27 16,-5 3 9-16,2 9 22 0,-10 0-29 0,1 3 0 15,-10 4 7-15,-1-1-35 0,0 4 9 0,-10 9-10 16,-6-7 21-16,-7 3-20 0,-3-1-1 0,-4-2 45 16,3-9-35-16,-10 6-29 0,3-10-18 0,6-5 0 15,-2-5 0-15,3-2 0 0,7-4 0 16,-1-6 0-16,4 0 0 0,2-1 0 16,6-3 0-16,3 0 0 0,2 0 0 0,2 0 0 15,2 0 0-15,0 0 0 0,4 0 0 0,17 0 0 16,2 0 0-16,7 0 0 0,2 0 0 0,9-3 0 15,-2 2 0-15,-3-2 0 0,4 2 0 0,-1-1 0 16,-4 1 0-16,-1 1 0 0,-4 0 0 0,-2 0 0 16,-7 0 0-16,2 0 0 0,-6 4 0 0,-2 3-179 15,-2 0-15-15,-1 1-348 0,-5-2 242 0,2 4 137 16,-2 0 62-16</inkml:trace>
  <inkml:trace contextRef="#ctx0" brushRef="#br0" timeOffset="-5863.98">21107 17876 3401 0,'0'0'0'0,"2"0"0"0,1 0 0 0,-1 0 0 16,0 0 0-16,-2 6 0 0,0 5 0 0,0 2 0 0,0 4 0 0,-4 1 0 0,-6 6 512 0,1-4-494 0,-5 3-18 0,-1-2 0 0,3-5 0 16,-4 4 0-16,0-4 0 15,0-1 0-15,-1-2 0 0,1 0 0 0,-2-2 0 16,4-2-379-16,-4 0 80 0,6-2 168 0,-4 2 84 15,2-3-864-15,1 2 427 0</inkml:trace>
  <inkml:trace contextRef="#ctx0" brushRef="#br0" timeOffset="-5197.58">21275 17630 2787 0,'-9'-2'0'0,"2"0"0"0,4 2 0 0,3 0 0 0,-2 0 0 0,2 0 0 0,0 0 0 0,5 0 0 0,13 0 0 0,5 0 0 0,0 0 109 0,0 0 353 0,9 0-217 16,-4-2-103-16,2 0-26 0,-1 2-46 0,1 0-70 15,-8 0 0-15,2 0 0 0,-1 0 0 0,-2 0 0 16,-3 6 0-16,-2 2-301 0,-6-1 125 0,2 3 102 16,-4-2-805-16,-1 1 427 0,-2-2 173 0,4 1 120 15</inkml:trace>
  <inkml:trace contextRef="#ctx0" brushRef="#br0" timeOffset="-4985.57">21810 17335 3623 0,'0'-11'0'0,"0"7"0"0,0 2 0 15,0 2 0-15,0 0 0 0,0 6 0 0,0 13 0 0,0 7 0 0,0 8 0 0,0 9 0 0,0 2 156 0,0 4-4 0,0 2-152 0,0 5 0 16,-2 0 0-16,0 3 0 0,0-3 0 0,2-1 0 0,0-5 0 16,0-1 0-16,0-5 0 0,0 0 0 15,0-8 0-15,0-2 0 0,0-1 0 0,0-8-209 16,0-3-242-16,2-6 224 0,2-4 3 0,1-6-628 15,5-6 412-15,5-2 201 0,-1-22-145 0</inkml:trace>
  <inkml:trace contextRef="#ctx0" brushRef="#br0" timeOffset="-4709.07">22240 17388 2786 0,'4'-5'0'0,"-1"5"0"0,-1 0 0 0,-2 5 0 0,0 8 0 0,-9 5 0 0,-2 5 0 0,-3 1 0 0,0 3 0 0,-3 0 0 0,0 2 112 0,-4-1 146 0,0 1-109 0,1-5-56 16,1-1-27-16,3-9 101 0,-2 2-70 0,4-6-29 16,4-1 67-16,-1-3-135 15,5-3 0-15,3-3 0 0,1 1 0 0,-1-1 0 16,3 0 0-16,0 0 0 0,7 0 0 0,11 0 0 0,6 0 0 16,3 0 0-16,3 0 0 0,5 0 0 15,6-1 0-15,-4 1 0 0,7-2 0 0,-3 2 0 16,0 0 0-16,-6 0 0 0,1 0 0 0,-3 0 0 15,-1 0 0-15,-9 0 0 0,-3 0 0 0,-1 0-323 16,-8 0-106-16,-1 3 200 0,-4 3 96 0,-3-1-618 16,-1-2 357-16,-2-2 178 0</inkml:trace>
  <inkml:trace contextRef="#ctx0" brushRef="#br0" timeOffset="-4522.77">22378 17337 3646 0,'-12'-2'0'0,"3"0"0"0,1 2 0 0,0 0 0 0,1 11 0 0,3 8 0 0,2 6 0 0,2 6 0 0,0 9 0 0,0 0 0 16,0 5 285-16,0 3-285 0,0 3 0 15,0-1 0-15,0 1 0 0,0 1 0 0,0-4 0 0,0-1 0 0,-1-3 0 16,-1-9 0-16,-4 3 0 16,1-5 0-16,-2-1 0 0,2-2-664 0,1-1 235 15,1-5 86-15,3 1 159 0</inkml:trace>
  <inkml:trace contextRef="#ctx0" brushRef="#br0" timeOffset="-4331.74">22616 17882 3136 0,'0'-2'0'0,"1"2"0"0,4 0 0 0,-3 2 0 0,1 7 0 0,-1 6 0 0,-2 2 0 0,0 1 0 0,0 6 0 0,0-1 0 0,0 2 174 0,-3 2-69 0,-4-6-23 15,0 3-10-15,-2-4-354 0,0-1 160 0,-3-2 80 0,1 1-527 16,0-5 313-16,-1-1 143 0,3 0 75 0,2-7-370 16,0-3 82-16,4-2 135 0</inkml:trace>
  <inkml:trace contextRef="#ctx0" brushRef="#br0" timeOffset="-4001.86">23038 17267 2790 0,'4'-24'0'0,"0"18"0"0,-1 6 0 0,-1 0 0 0,1 0 0 0,-3 3 0 0,0 11 0 0,-3 5 0 0,-8 6 0 0,-3 7 0 0,-7 3 282 0,0 3-122 0,1-1-52 16,-9 4-39-16,5-2 11 0,3-12 0 16,-4 3-42-16,3-3 115 0,3-11-48 15,1 1-39-15,1-3-66 0,1-7 0 0,5-3 0 16,2-1 0-16,-1-3 0 0,5 0 0 0,3 0 0 15,0 0 0-15,2-3 0 0,0-1 0 0,5-5 0 16,16 3 0-16,4 0 0 0,5 0 0 0,6 3 0 16,6-1 0-16,-1 2 0 0,11 0 0 0,-3 1 0 15,2-2 0-15,-3 2 0 0,-1-1 0 16,-7 0 0-16,2 1 0 0,-3-1 0 0,-4 2 0 16,-6 0 0-16,-8 0 0 0,0 0 0 15,-10 0 0-15,-1 0-791 0,-4 0 357 0,-4 0 198 16,-2 0-255-16,-4 0 216 0,-7 0 124 0</inkml:trace>
  <inkml:trace contextRef="#ctx0" brushRef="#br0" timeOffset="-3803.02">23187 17217 3527 0,'-11'0'0'0,"1"0"0"0,1 7 0 0,2 9 0 0,-5 2 0 0,6 9 0 0,1 3 0 0,1 10 0 0,4 3 0 0,-2-5 0 0,2 16 263 0,0-4-122 0,0 1-141 15,0 1 0-15,-1-2 0 0,-1 1 0 0,-2-2 0 16,-1-2 0-16,2-8 0 0,-3 0 0 0,-1-3 0 16,2-12 0-16,-2 2 0 0,2-8 0 0,-1-3 0 15,3-5-13-15,1-2-954 0,0-5 455 0,0-1 241 16,2-2 117-16</inkml:trace>
  <inkml:trace contextRef="#ctx0" brushRef="#br0" timeOffset="-3569.3">23474 17159 3472 0,'12'-19'0'0,"8"17"0"0,-1 2 0 0,4 2 0 0,-5 9 0 0,3 5 0 0,2 7 0 0,-3 2 0 0,3 5 0 0,1 8 0 0,-1 5 434 0,-3 5-409 15,-3 2-25-15,-4 1 0 0,-1 3 0 0,-5 1 0 16,-3-3 0-16,-4 0 0 0,0 1 0 0,-7 2 0 15,-16 3 0-15,-5-6 0 0,-1-4 0 0,-13 9 0 16,-2-7 0-16,-5 4 0 0,2-2 0 0,1 4 0 16,-4 3 0-16,6 0 0 0,4 0 0 0,13-14-354 15,9-7-254-15</inkml:trace>
  <inkml:trace contextRef="#ctx0" brushRef="#br0" timeOffset="-3410.86">23741 18274 3931 0,'7'-41'0'0,"2"22"0"0,0 10 0 0,-6-6 0 0,-3 4 0 0,0 5 0 0,0 0 0 0,-5 5 0 0,-3-2 0 0,2 1 0 0,-1 2 0 0,1-2 0 0,1 2 0 16,0 0-4-16,0 0-43 0,-1 8-1245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3T15:13:07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16467 10944 2624 0,'-10'-3'0'0,"7"1"0"0,3 0 0 16,0 2 0-16,0 0 0 0,0 0 0 0,0 0 0 0,0 0 0 0,0 0 0 0,0 0 0 0,3 0 385 0,11 2-178 0,4 5-84 0,7 1-43 0,3 0 225 15,4-1-133-15,2-1-137 0,3-1-35 16,9 1 0-16,-13-4 0 0,6 0 0 0,0 0 0 16,-2-2 0-16,-1 1 0 15,-1-1 0-15,-3 0 0 0,-4 0 0 0,-7 0 0 0,1 0 0 16,-5 0 0-16,-6 0 0 0,1 0-147 0,-5 0-177 15,-3 0 93-15,-3 0 93 0,1 0-574 0,-2 0 337 16,0 0 169-16,0 3-405 0,-5 2 286 0,-8 4 134 16</inkml:trace>
  <inkml:trace contextRef="#ctx0" brushRef="#br0" timeOffset="202.01">16657 11200 3093 0,'-32'14'0'0,"5"-2"0"0,6 0 0 0,2-3 0 0,3-2 0 0,9-1 0 0,1-2 0 16,3-4 0-16,3 4 0 0,0 1 0 0,12-2 200 0,15 4-82 0,1-5 350 0,6-1-416 0,7-1-52 0,-6 0 0 16,5 0 0-16,-2 0 0 0,-1 0 0 0,-1 0 0 15,-4 0 0-15,-6 0 0 0,-1 0 0 0,-3 5 0 16,-6-2-20-16,0 2-78 16,-5 1 68-16,-4 0-787 0,1 1 394 0,-2-1 193 15,-3-4 95-15,-1 3-216 0,0-3 156 0,0-2 70 16,-2 0-433-16</inkml:trace>
  <inkml:trace contextRef="#ctx0" brushRef="#br0" timeOffset="621.11">16942 10689 3636 0,'-9'-13'0'0,"2"5"0"0,0 3 0 0,4-1 0 0,-1 3 0 0,2 1 0 0,2-1 0 0,0 3 0 0,0 0 0 0,11 0 0 0,12 0 144 0,1 6 7 15,4 0-151-15,4 4 0 0,4-1 0 0,5 2 0 16,-1-1 0-16,-1 1 0 0,-5-2 0 0,11 2 0 16,-11 0 0-16,3 1 0 0,-3 0 0 0,-2 0 0 15,-7 2 0-15,3-2 0 0,-12 2 0 16,3-3 0-16,-4 1 0 0,-3-1 0 0,-3-2 0 16,-4 0 0-16,1 0 0 0,-3 2 0 15,2-2 0-15,-3-1 0 0,-2 4 0 0,0 1 0 16,0 4 0-16,-2 4 0 0,-10 1 0 0,-1 5 0 15,-4 1 0-15,-3 7 0 0,-3 1 0 0,0 3 0 16,-1 5 0-16,0 1 0 0,-4 0 0 0,2 2 0 16,-3 0 0-16,3-2 0 0,-2-4 0 0,5-3 0 15,5-9 0-15,-2 4 0 0,6-7 0 16,0-4 0-16,5-2 0 0,2-6 0 0,0-3 0 16,2-1 0-16,3-6 0 0,2-1 0 15,0-2 0-15,0-1 0 0,0 0 0 0,0 0 0 16,0 0 0-16,0 0 0 0,0 0 0 0,-2 0 0 15,0-1 0-15,1-2 0 0,-1 0 0 0,0 2 0 16,0-1-144-16,0 2-50 0</inkml:trace>
  <inkml:trace contextRef="#ctx0" brushRef="#br0" timeOffset="10197.85">21425 9085 1423 0,'0'0'-1'0,"-1"0"0"0,1-2 0 0,-2 1 1 0,2-1-1 0,0-1 1 0,0 3 0 0,0-1 0 0,0 1 0 0,0-2 0 0,0 2 44 0,0 0 26 0,0 0-26 0,0 0 0 16,0 0 11-16,0 0 34 0,0 0-45 0,0 0 0 16,0 0 52-16,0 0 0 0,0 0-41 0,0 0-11 15,0 0 45-15,0 0 1 0,0 0-46 0,0 0 13 16,0 0-2-16,0 0-11 0,0 0 0 15,0 0 0-15,0 0 0 0,0-2 0 0,0 2 11 16,0-1-21-16,2-2 10 0,-1 2 0 16,1 1 64-16,0-2-31 0,0 0 10 0,1 0 8 15,-1 1-51-15,0-2 0 0,0 3 0 0,0-1-44 16,0 1 55-16,-1-2-11 0,1-1 0 0,0 3-35 16,3-1 1-16,-4-1 33 0,1 2 12 0,0-2-48 15,0 2-1-15,2-2 3 0,-3 2 54 0,3-2-34 16,0 2 14-16,-1-2 0 0,2 1-10 0,-1-1-3 47,1 0 2-47,0 0-31 15,-1 0-1-15,1 0 0 0,-1 0 0 0,1 0 0 0,0 1 0 0,1-2 0 16,-3 1 0-16,3 2 0 16,-3-1 0-16,4-1 0 15,-2 0 0 1,1 0 0-16,1 0 0 0,0-1 0 31,2 1 0-31,-2-2 0 0,0 0 0 0,2 0 0 0,1 1 0 0,-1-3 0 16,2 3 0-16,1-2 0 15,1 0 0-15,1-1 0 0,2 2 0 0,-1-1 0 0,4 1 0 0,0-2 0 0,5 2 0 0,-4-1 0 0,9-3 0 0,-3 3 0 0,4-2 0 0,0 0 0 32,2-3 0-32,2 0 0 0,0 1 0 0,1-3 0 0,2 3 0 0,0-2 0 15,4 0 0-15,-7 1 0 0,10-1 0 0,-4 0 0 0,3 1 0 0,3-1 0 0,0-2 0 0,4 1 0 16,1-3 0-16,2 1 0 0,11-3 0 0,1 0 0 0,1-2 0 0,5-1 0 15,1 1 0-15,8-4 0 0,-6 2 0 0,2 1 0 0,-1-1 0 0,-11 4 0 0,15-3 0 16,-12 0 0-16,-1 5 0 0,0-1 0 31,-3 1 0-15,-8 2 0-16,3-3 0 0,-1 1 0 0,-4 3 0 0,1-3 0 0,-3 1 0 0,-2-1 0 0,-3 2 0 0,0 0 0 0,-4 0 0 0,1 0 0 16,-8 1 0-16,1 1 0 0,-7 0 0 0,-3 3 0 15,-7 1 0-15,1 1 0 0,-6 1 0 0,-2 2 0 16,-3 0 0-16,-3 1 0 15,-3 0 0-15,1 0 0 0,-2 2 0 0,-1 0 0 16,1-2 0-16,-2 2 0 0,3 0 0 0,-3 0 0 16,0 0 0-16,0 0 0 0,0 0 0 0,0 0 0 15,0 0 0-15,0 0 0 0,0 0 0 0,0 0 0 16,0 0 0-16,0 0 0 0,0 0 0 0,0 0 0 16,0 0-83-16,0-1-610 0,0 1 324 0,0 0 161 15,0 0 82-15,0-3-597 0,0 2 329 0</inkml:trace>
  <inkml:trace contextRef="#ctx0" brushRef="#br0" timeOffset="10481.64">24283 8019 2128 0,'-5'0'0'16,"1"0"0"-16,2 0 0 0,1 0 0 0,-1 0 0 0,2 0 0 0,0 0 0 0,2 0 0 0,13 0 0 0,9 5 0 0,4 1 267 0,6 0-112 0,9 1-56 0,1 1-28 0,6-2 245 15,0-3-125-15,3 4-80 16,-3-4 137-16,-2 2-103 0,-3 1-51 0,-9 1 1 16,-1 1-84-16,-5 0-11 0,-9 3 0 0,-1 0 0 15,-8-4 0-15,-4 2 0 0,-1-1 0 0,-5-1 0 16,-2 4 0-16,0-1 0 0,-9 2 0 0,-8 2 0 16,-6 3 0-16,-3 2 0 0,-4 0 0 0,-7 6 0 15,3-3 0-15,-3 4 0 0,4-1 0 0,-10 8 0 16,-6 5 0-16,0-2 0 15,-5 3 0-15,-5 5 0 0,1 1 0 0,-4 0-1075 0,2 5 367 16</inkml:trace>
  <inkml:trace contextRef="#ctx0" brushRef="#br0" timeOffset="11526.7">21517 9099 857 0,'-10'1'0'0,"1"1"0"0,0 2 0 0,2 0 0 0,0-2 0 0,2 0 0 0,0-1 0 0,1 1 0 0,0-2 0 0,1 2 0 0,-2-2 86 0,3 0 0 0,0 0-44 16,-1 0-1-16,3 0 78 0,-2 0-29 0,2 0-10 15,0 0-39-15,0 0 52 0,0 0-1 0,0 0-51 16,0 0 11-16,0-2 93 16,0-7-52-16,0 0-26 0,5-5 64 0,5 0-44 15,3-3 10-15,5-8 52 0,1-1-54 0,2-2-26 16,4-5-1-16,2-2 82 0,-6 0-44 0,11-7-37 16,-2 1-1-16,2 1 49 0,5-5-37 0,4-5-1 15,-6 6-28-15,11-10 2 16,-5 1-12-16,2-4 1 0,10-17-13 0,-2 1 12 0,-3 9 11 0,14-15-65 15,-2 13 28-15,-7 9-1 16,7-2 28-16,0 5-88 0,-12 8 49 0,7-4-3 16,-16 10-1-16,1 1-36 0,-6 5 20 0,-7 5 0 15,-1 1 17-15,-6 4 33 16,-4 5-21-16,-4 4 0 0,-3 2 63 0,0 2-29 0,-6 3-3 0,1 2-25 16,-2 4 32-16,0-3-50 0,-1 1 0 0,1 3 0 15,0-2 0-15,-2 1 0 0,0 1 0 0,0 1 0 16,2 0 0-16,-2 0 0 0,0-2 0 0,0 2-144 15,0 0 6-15,0 0 51 0,0 0-140 0,0 0 72 16,0 0 68-16,0 0-12 0,0 0-344 0,0 0 201 16,0 0 100-16,0-2-346 15,0 0 228-15,0-1 109 0,2-3 55 16,-2 1-390-16</inkml:trace>
  <inkml:trace contextRef="#ctx0" brushRef="#br0" timeOffset="11869.34">22498 7254 2302 0,'-12'0'0'0,"3"0"0"0,2 0 0 0,0 0 0 0,5 0 0 0,1 0 0 0,1-1 0 0,0-1 0 0,1 2 0 0,17-2 0 0,6 0 100 0,8 0 114 0,11-2-86 0,3-2-33 15,2-1-10-15,5 0 9 0,0-1 0 0,-3 1-52 16,-1 1-37-16,-10 1 11 0,9-1 26 15,-15 2 0-15,-1 2-41 0,-7 1 41 16,-3-2 0-16,-3 3-13 0,-8 0 13 0,1 0-1 16,-5 0 1-16,-2 0 37 0,-3 0-38 0,0 0-15 15,0 0-7-15,0 4 86 0,0-2-33 0,-1 2 3 16,-1 2-59-16,0 1-16 0,0 3 0 0,0 2 0 16,0 3 0-16,0 6 0 0,-7 0 0 0,-2 1 0 15,-2 4 0-15,-1 2 0 0,-1 3 0 0,-2 1 0 16,2 0 0-16,-4 7 0 0,2 1 0 0,0 1 0 15,0 2-148-15,0 2 10 16,4 2-807-16,0 2 457 0,3-1 223 0,4 4 112 0</inkml:trace>
  <inkml:trace contextRef="#ctx0" brushRef="#br0" timeOffset="12481.56">25127 8058 2639 0,'-26'-25'0'0,"7"18"0"0,9 3 0 0,5-1 0 0,3 1 0 0,2 2 0 0,0-2 0 0,0 3 0 0,15-3 0 0,9 0 0 0,16 2 230 0,3 1-94 0,6 1-48 16,2 0 32-16,2 0-29 0,-3 0-11 0,-1 0-319 15,-6 0 139-15,-7 1 71 0,2 5 34 0,-6-1-506 16,-3-1 266-16,-4 0 138 0,-5 0 17 16,-1-1-328-16,-8-1 98 0,-1-2 125 0,-6 0-309 0,-2 0 227 15,-2-3 113-15,0-11 56 0,-14-4-18 0,1 1 40 16,-6-5 76-16,3-1 0 0,0 2 0 0,7 1 0 15,1 3 0-15,2-2 253 16,6 4-167-16,0 1-63 0,3 1-33 0,12 4 537 16,8 2-259-16,5 3-44 0,6 2 2 0,8 2-93 15,0 0-46-15,-1 0 0 0,-5 7 129 0,1 4-77 16,-5 4-55-16,-4-1 85 0,-10-1-65 0,-4 2-31 16,-4 1-1-16,-9 2-74 0,-1 4 16 0,-22 3 1 15,-10-1 25-15,-5 0-75 0,-10 3 38 0,0-1 10 16,-4 1 28-16,-2 0-157 0,1 2 79 0,-6 2 0 15,7 0-597-15,6-3 257 0,-1 2 178 16</inkml:trace>
  <inkml:trace contextRef="#ctx0" brushRef="#br0" timeOffset="12682.62">25578 8411 2620 0,'-6'4'0'0,"-9"-2"0"0,-11 0 0 0,-6-2 0 0,-14 2 0 0,0 1 0 0,-5 6 0 0,1 5 0 0,-3 1 0 0,0 4 0 0,7 1 285 0,10-1-111 16,1 3 224-16,12-1-179 0,7-2-88 0,5 3-46 16,10 5-66-16,1 0-19 0,9-2 0 0,19 4 0 15,6-4 0-15,8-2 0 0,6-4 0 0,3-2-131 16,2-2-38-16,4-1 106 0,-2-5 51 0,-4-1-819 16,-10-1 400-16,2-2 143 0,-4 3-533 0</inkml:trace>
  <inkml:trace contextRef="#ctx0" brushRef="#br0" timeOffset="13193.85">20719 7685 2408 0,'-19'-36'0'0,"13"20"0"0,5 10 0 0,1 1 0 0,0-2 0 0,16-4 0 0,12 0 0 0,12-1 0 0,10 1 0 0,12-2 0 0,7 2 85 0,-10 5 86 16,20 2-69-16,-13 2 1 0,-2 2-105 0,-10 0 0 15,3 0 48-15,-4 2-304 0,-5 3 147 0,-11 1 79 16,-3 4 39-16,-6-3-471 0,-7 1 205 0,-5-2 64 16,-5-3 95-16,-4-1-425 0,-3-2 238 0,-2 0 121 15,-2 0 60-15,-2-13-60 0</inkml:trace>
  <inkml:trace contextRef="#ctx0" brushRef="#br0" timeOffset="13377.01">21444 7384 1716 0,'-17'-19'0'0,"3"6"0"0,7 6 0 0,0 1 0 0,3 2 0 0,2 2 0 0,2 1 0 0,2 1 0 0,11 0 0 0,10 0 0 0,9 0 102 0,5 0 0 16,4 4 60-16,1 3-57 0,-10 1-1 0,3 0 19 16,-3 4-44-16,-5-3 0 0,-8 5-33 0,-5-1-150 15,-3 1 75-15,-9 1 49 0,-2 5-11 0,-2 4-158 16,-21 2 97-16,-6 2 50 0,-4 4-317 15,-6 0 148-15,-2 2 88 0,2 1-4 16,1-3-179-16,4 2 69 0,2-2 77 0,9-5-249 16,-4 2 166-16,4-1 79 0</inkml:trace>
  <inkml:trace contextRef="#ctx0" brushRef="#br0" timeOffset="13709.62">21301 8038 1237 0,'2'9'0'0,"2"4"0"0,0-2 0 0,-1-1 0 0,-1-6 0 0,0-1 0 0,0-3 0 0,-1 0 0 0,1 0 0 0,3 0 0 15,2 0 280-15,0-6-117 0,1-6-46 0,-1-4-13 0,-2 0 5 16,-4-3-32-16,-1 1 1 0,0-6-55 0,-1 1-12 16,-15 4 35-16,-5-1 1 0,-4 4 29 0,-5 3-29 15,-2 7 11-15,-5 3 34 0,-6 3-45 16,6 5 0-16,5 12-1 0,-5 8 68 0,10-3-22 0,-1 6-12 16,5 2-33-16,9 2 54 15,4-1-54-15,6-2-1 0,4-5-75 0,2 4 31 0,13-7 1 0,7-4 44 16,8-5-165-16,10-7 75 15,-4-5 38-15,10 0-34 0,-4-10 16 0,-12-5 0 16,4-6 45-16,-4-1-60 0,-10 2 5 0,1-1 0 16,-7 2-5-16,-7 11 200 0,-1-2-79 0,-5 4-42 15,1 2 306-15,-2 2-163 0,0 2-57 0,0 4-45 16,-3 15-61-16,-3 5-21 0,1 4 0 0,0 4 0 16,3 2 0-16,2 9 0 0,0-1 0 0,7-1-90 15,9-6 21-15,12 11 52 0,2-7 2 0,8 1-967 16,9 5 433-16,3-5 251 0</inkml:trace>
  <inkml:trace contextRef="#ctx0" brushRef="#br0" timeOffset="14233.27">23734 9057 1952 0,'-10'0'0'0,"-1"0"0"0,4-1 0 0,3 1 0 0,2 0 0 0,2 0 0 0,0 0-2 0,9 0-1 0,19 0 0 0,15-2 2 0,16-2 179 0,6 0-66 0,4-3-33 0,2 3 123 16,-1 0-78-16,-7 0-28 0,10 1-12 0,-21 0-75 16,3 1 36-16,-7 2 1 0,-7 0-169 0,-10 0 95 15,-2 0 31-15,-8 0-312 0,-7 0 177 0,-5 2 60 16,-5 2 53-16,-2-4-611 0,-2 2 304 15,0 0 101-15,-9-2 89 0,-6 0-203 16,-2 0 146-16</inkml:trace>
  <inkml:trace contextRef="#ctx0" brushRef="#br0" timeOffset="14427.84">24361 8821 1903 0,'0'-10'0'16,"0"6"0"-16,0 1 0 0,9 1 0 0,5 0 0 0,1 2 0 0,7 0 0 0,8 0 0 0,2 6 0 0,2 3 0 0,-1 2 93 0,1 3 152 0,-4 0-106 15,-2 1-47-15,-5 3 161 0,-7-5-104 0,0 2-52 16,-7-1 11-16,-3 1-102 0,-5 1 1 0,-1 0 37 16,-7 3 1-16,-14 0-123 0,-2-2 73 0,-9 2 19 15,0-1 0-15,-2-3-321 0,2 1 175 0,0-5 33 16,6-2-579-16,-6 1 324 0,11-7 158 0,-4 2 61 16,4-5-173-16,3 0 131 0</inkml:trace>
  <inkml:trace contextRef="#ctx0" brushRef="#br0" timeOffset="14723.53">24286 9076 1793 0,'0'-2'0'0,"0"0"-1"0,0 2 1 0,0 0 0 15,0 2 0-15,0 9 0 0,0 4 0 0,0 2 0 0,1 9 0 0,2 1 0 0,-1 3 415 0,1 2-185 0,-1 0-93 0,0-1-46 0,-2 2 102 16,0-7-62-16,0 1-49 0,0-3-100 0,0-5 31 16,0-6 1-16,0-3 31 15,0-3-37-15,-2-5 36 0,-2-2-2 0,1 0 234 0,-4 0-117 0,5-9-59 16,2-5-17-16,0 0 7 0,0 2-86 15,5-2-4-15,6 3 0 0,2 1 0 16,4 5 0-16,-1 4 0 0,5-2 0 0,-1 3 0 16,-2 0 0-16,-1 8 0 0,-2 5 0 0,-2 2 0 15,-4 4 0-15,-1 0 0 0,-6 0 0 0,-1 3 0 16,-1-1 0-16,-3 2 0 0,-12-2 0 0,-5-1 0 16,1-2 0-16,-4-5 0 0,0-1 0 0,-7-1 0 15,2-7-185-15,-4-1-90 0,-3-1 98 0,-6-2 71 16,0 0-583-16,-12 0 328 15,-9 0 158-15,-2-5-449 0,-8-3 304 0</inkml:trace>
  <inkml:trace contextRef="#ctx0" brushRef="#br0" timeOffset="15394.8">21628 9106 855 0,'-13'-9'0'0,"1"1"0"0,1 1 0 0,6-1 0 0,-3 1 0 0,5 0 0 0,-4 1 0 0,4 0 0 0,-1 2 0 0,2 0 0 0,0 1 305 0,1 1-132 0,1 0-64 0,0 0 181 16,0 2-128-16,0 0-60 0,0 0-17 0,3 0 0 16,11 4-42-16,0 3 11 0,7 2 76 0,-4 0-44 15,4-2 0-15,7 2 43 0,-2 2-43 0,3-1 11 16,1 3-54-16,0-2 75 0,2 2-37 0,2 0 0 16,1 0-38-16,1 3 78 0,5 2-44 0,-1-2 0 15,-1 0-8-15,4 1-26 0,2 0 0 16,2 4 44-16,-2-2-11 0,2 3-33 15,4-1 0-15,-3 2-34 0,3-1-9 0,0 0 0 16,1 1 0-16,3 0 0 0,5 1 0 16,-2-1 0-16,2 2 0 0,-3-5 0 0,14 4 0 15,-2-3 0-15,1 1 0 0,0 0 0 0,-8-1 0 16,14 3 0-16,-5-3 0 0,-1 0 0 16,2-2 0-16,0-1 0 0,2 0 0 0,-1-4 0 15,-1 5 0-15,-1-3 0 0,0-1 0 0,2-2 0 16,-8-1 0-16,12 3 0 0,2 1 0 15,-10-2 0-15,-2 2 0 0,4-2 0 0,-13 0 0 16,13 1 0-16,-3 0 0 0,-6-2 0 0,1 0 0 16,1-1 0-16,-9-3 0 0,-1 0 0 0,-3-1 0 0,-4-1 0 15,-11-2 0-15,-1 1 0 0,-7 0 0 16,2 0 0-16,-7-2 0 16,-2-1 0-16,-4 1 0 0,-2 0 0 0,-5 0 0 0,2-3 0 0,-2-1 0 0,-3 2 0 15,0 1 0-15,-3-3 0 16,0 0 0-16,-2 0 0 0,-1 0 0 0,2 0 0 15,-1 0 0-15,-2 0 0 0,0 0 0 0,0 0 0 16,0 0 0-16,0 0 0 0,0 0 0 0,0 0 0 16,-8-3 0-16,-6 0 0 0,0-4-329 0,-10 4-325 15,-10 1 306-15</inkml:trace>
  <inkml:trace contextRef="#ctx0" brushRef="#br0" timeOffset="16142.29">24610 9797 2457 0,'-8'-9'0'0,"6"7"0"0,0 0 0 0,2 0 0 0,-2 2 0 0,2 0 0 0,0 0 0 15,0 0 0-15,2 0 0 0,12 4 0 0,11 7 277 0,3 3-107 0,13 4-70 0,5 3-29 0,10 3 211 16,-2 1-121-16,4-1-59 0,-8 0-20 0,13 7 123 16,-14-9-181-16,2 3-24 0,-6 1 0 0,-6-2 0 15,-12-6 0-15,-7 0 0 0,-3-1 0 16,-8-6 0-16,-3-4 0 0,-5 1 0 15,-1-4 0-15,-12 5 0 0,-20-2 0 0,-19 5 0 16,-13 3 0-16,-27 8 0 0,12-3 0 0,-33 10 0 16,10-1 0-16,4 2 0 0,0 1 0 0,-2 3 0 15,14 2 0-15</inkml:trace>
  <inkml:trace contextRef="#ctx0" brushRef="#br0" timeOffset="17172.3">23089 7140 912 0,'0'-6'0'0,"0"6"0"0,0 0 0 0,0 2 0 0,2 5 0 0,2 2 0 0,1-2 0 0,1 1 0 0,2 2 0 0,1 3 0 0,2 3 2 0,3 2-8 0,-5-1-346 0</inkml:trace>
  <inkml:trace contextRef="#ctx0" brushRef="#br0" timeOffset="18822.72">23164 7140 1138 0,'0'-2'0'0,"0"2"0"0,0 0 0 0,7 8 0 0,7 5 0 0,1-2 0 0,4 1 0 0,0 1 0 0,5-1 0 0,4 2 0 0,7 3 8 0,9 1 35 15,1 4 0-15,6-2-337 0,7 6 157 16</inkml:trace>
  <inkml:trace contextRef="#ctx0" brushRef="#br0" timeOffset="18981.03">24077 7649 1403 0,'0'0'0'0,"0"0"0"0,2 9 0 0,5 0 0 0,1-4 0 0,0 2 0 0,1 2 0 0,2 2 0 0,3 1 0 0,0 3 0 0,7 4-35 0,6 4 35 0,3 4 0 0,-1 3-232 16</inkml:trace>
  <inkml:trace contextRef="#ctx0" brushRef="#br0" timeOffset="19612.43">24701 8057 1357 0,'-9'-18'0'0,"2"12"0"0,5 3 0 0,0 0 0 0,2 2 0 0,0-3 0 0,-1 3 0 0,-1-1 0 0,2 0 0 0,0 0 0 0,0 0 4 0,0 2 38 16,0 0 10-16,0 0-617 0</inkml:trace>
  <inkml:trace contextRef="#ctx0" brushRef="#br0" timeOffset="19780.68">24226 7724 1537 0,'-30'-30'-1'0,"3"17"1"0,5 2 0 0,2-1 0 0,4-3 0 0,-1 2 0 0,2-2 0 0,1 4 0 0,5 2 0 0,2 0 0 0,2 2 116 0,-1 0-25 0,2 1-11 15,2 1-327-15,0 0 143 0,-2-4 71 0,-1 3-570 0,-2-3 284 16</inkml:trace>
  <inkml:trace contextRef="#ctx0" brushRef="#br0" timeOffset="19921.66">23571 7263 1250 0,'-21'-28'0'0,"2"8"0"0,-1 5 0 0,4-2 0 0,-1-2 0 0,2 2 0 0,0 3 0 15,4-2 0-15,2 5 0 0,0 4 0 0,6 1 92 0,-1 2-1 0,2 1-48 0,2 2-6 0,0 0 6 0,0 1 11 16,0 0-11-16,0 2-453 0,0 7 223 0</inkml:trace>
  <inkml:trace contextRef="#ctx0" brushRef="#br0" timeOffset="20052.52">23268 7009 1566 0,'-21'-21'0'0,"4"16"0"0,4 1 0 0,-1-3 0 0,3 2 0 0,2 2 0 0,-3-1 0 0,5 0 0 0,0 2 0 0,3 0 0 0,2 1 70 0,-1 1-28 0,3 0 0 16,-2 5-169-16,2 10 84 0</inkml:trace>
  <inkml:trace contextRef="#ctx0" brushRef="#br0" timeOffset="20780.91">25097 8289 1056 0,'-2'-4'0'0,"-3"4"0"0,1 0 0 0,-2 0 0 0,-2 10 0 0,-2 3 0 0,-1 0 0 0,-1 9 0 0,-1 1 0 0,-1 6 0 0,2 0 15 0,-4 5-11 16,2 5-212-16</inkml:trace>
  <inkml:trace contextRef="#ctx0" brushRef="#br0" timeOffset="20932.09">24731 8911 1462 0,'-11'0'0'0,"-5"6"0"0,2 12 0 0,-2-3 0 0,-2 0 0 0,-1 2 0 0,-4 2 0 0,1 1 0 0,1 5 0 0,-2 0 0 0,4 1 93 0,-3 6-265 16,3 2 114-16,3 1 43 0,0-1-594 15</inkml:trace>
  <inkml:trace contextRef="#ctx0" brushRef="#br0" timeOffset="21066.97">24224 9621 1342 0,'-15'0'-1'0,"-2"3"1"0,-2 15 0 0,0 0 0 0,-1 1 0 0,-1 0 0 0,4 1 0 0,2 1 0 0,4 0 0 0,3 0 0 0,4-3-267 15,1 5 138-15,3-1 68 0</inkml:trace>
  <inkml:trace contextRef="#ctx0" brushRef="#br0" timeOffset="21176.77">24064 9998 1731 0,'-9'4'0'0,"-1"0"0"0,0-2 0 0,-1 1 0 0,2-1 0 0,-3 0 0 0,2 4 0 0,2-1 0 0,3 1 0 0,0 4 0 0,3-1 94 0,2 6-635 0</inkml:trace>
  <inkml:trace contextRef="#ctx0" brushRef="#br0" timeOffset="31851.26">16524 12224 3181 0,'-18'-4'-4'0,"9"2"0"0,8 2 3 0,1 0 1 0,0 0-1 0,0 0 1 0,0 0 0 0,0 0 0 0,0 0 0 0,1 0 0 0,14 0 141 16,4 0 350-16,6 0-363 0,-4 0-128 0,10 0 0 16,-1 2 0-16,0 2 0 0,2 1 0 0,-2-1 0 15,-4 2 0-15,6-3 0 0,-2 1 0 0,0-1 0 16,-2 0 0-16,3-1 0 0,-7-2 0 16,4 0 0-16,-4 0 0 0,-2 0 0 0,-1 0 0 0,0-5 0 15,-3 0 0-15,-4-2 0 16,-7 3-566-16,1 0 166 0,-5 2 178 0,-1 1-566 0,-2-1 363 0,0 2 197 15,-20 0 94-15</inkml:trace>
  <inkml:trace contextRef="#ctx0" brushRef="#br0" timeOffset="32063.84">16485 12451 3785 0,'-18'2'0'0,"5"4"0"0,5-5 0 0,5-1 0 0,1 0 0 0,2 0 0 0,0 0 0 0,2 0 0 0,19 0 0 0,6 0 0 0,11 0 146 15,3 0-146-15,-2 0 0 0,12 0 0 0,-3 0 0 0,-3 2 0 0,-3 0 0 16,2 1 0-16,-7 3 0 0,3 0 0 16,-3 0 0-16,-6-1 0 0,-1 1 0 0,-7-1 0 15,0-1 0-15,-7 0 0 0,-4-3 0 0,-3 4 0 16,-5-5-360-16,-2 1-118 0,0-1 209 0,-2 0 120 16,0 0-224-16,-11 0 166 0,-4-1 84 0,-6-13-563 15</inkml:trace>
  <inkml:trace contextRef="#ctx0" brushRef="#br0" timeOffset="32375.22">16852 11872 2953 0,'-11'-17'0'0,"7"11"0"0,4 4 0 0,0 2 0 0,0 0 0 0,-2 0 0 0,2 0 0 0,-1 0 0 0,-1 0 0 0,-5 0 0 16,-2 17 191-16,-2 2-77 0,-6 8 77 0,-4 7-77 0,-3-2-37 0,-6 6 24 0,-3-2-36 0,-6 1 0 15,-2 0-27-15,-3-5-16 16,-2 0-22-16,1-4 0 0,2-4 0 0,3 1 0 16,9-8 0-16,-3 1 0 0,6-6 0 0,8 1 0 15,4-3 0-15,2-2 0 0,7 2 0 0,0-1 0 16,5 5 0-16,2 1 0 0,0 8 0 0,2 2 0 16,12 9 0-16,6 0 0 0,4 2 0 0,3-4 0 15,8 9 0-15,1-6 0 16,3 1 0-16,0-4 0 0,3 0 0 0,1-1 0 0,1-4 0 0,-2-1 0 15,3 1 0-15,-1 0 0 16,-3 0 0-16,-6 0 0 0,5 5 0 0,-4-1 0 16,-6 6 0-16</inkml:trace>
  <inkml:trace contextRef="#ctx0" brushRef="#br0" timeOffset="84229.05">23787 12977 2099 0,'-3'-8'0'0,"-3"1"0"0,5 0 0 0,-1 5 0 0,2-1 0 0,0 1 0 0,0 2 0 0,0 0 0 0,0 19 0 0,0 11 0 0,0 12 70 0,0 3 99 16,0 8-65-16,0 13-32 0,0-1-1 0,0-7 103 15,0 16-73-15,-4-6-31 0,0-4 48 0,-1 2-40 16,0-4 1-16,0-11 19 0,1 0-34 0,-1-4 0 16,1-11-25-16,1-3 58 0,-3-9-19 15,2-1-11-15,0-7-27 0,0-6 43 16,1-2 1-16,-1-6-72 0,-1 0-12 0,-4-2 0 0,0-2 0 15,0-13 0-15,2-8 0 0,0-5 0 16,6-6 0-16,1-9 0 0,0 2 0 16,1-1 0-16,15 3 0 0,-2 7 0 0,6 2 0 15,2 3 0-15,0 9 0 0,3 3 0 0,-1 7 0 16,3 5 0-16,-6 3 0 0,4 0 0 0,-5 2 0 16,-1 10 0-16,-5 6 0 0,-2 0 0 0,-6 3 0 15,-4 5 0-15,-2-3 0 0,0 2 0 0,-6 0 0 16,-11-5 0-16,-1-2 0 0,-5 0 0 0,0-3 0 15,-2-5 0-15,4-5 0 0,1 1 0 16,0-4 0-16,8-2 0 0,0 0 0 0,5 0 0 16,3 0 0-16,1 0 0 0,3 0 0 15,0 0 0-15,0 0 0 0,7 0 0 0,10 0 0 16,5 3 0-16,-3 1 0 0,2 2 0 0,1 2 0 16,-1-1 0-16,0 3 0 0,-1 0 0 0,-2 1 0 15,-1-2 0-15,-1 1 0 0,0 3 0 16,-2-2 0-16,2 0-188 0,-2-3-43 0,2-1 100 0,0-5-765 15,0-2 428-15,0 0 215 0,5-6-507 0</inkml:trace>
  <inkml:trace contextRef="#ctx0" brushRef="#br0" timeOffset="84370.93">24199 13773 2724 0,'0'-9'0'0,"0"3"0"0,0 1 0 0,0 4 0 0,0 0 0 0,0 1 0 0,-1 0 0 0,-3 1 0 0,-1 15 0 0,2 4 0 0,-1 5 177 0,0-1-69 16,1 4 284-16,-1 0-176 0,2-2-79 0,1 6-54 0,-1-4-295 0,2-3 126 15,0-4 63-15,0 1-271 0,0-5 177 16,2-5 73-16,1-2 42 0,3-6-755 0,3-4 261 16</inkml:trace>
  <inkml:trace contextRef="#ctx0" brushRef="#br0" timeOffset="84548.92">24261 13405 3035 0,'-4'-8'0'0,"4"6"0"0,0 0 0 0,0 0 0 0,3 1 0 0,8-1 0 0,5 0 0 0,3 0 0 0,6 2 0 0,1 0 0 0,4 0 13 0,0 0 37 0,6 0-11 15,-1 0 1-15,1 0-221 0,2 0 110 0,0 0 56 16,-5 0-537-16,1 0 285 0,-4 0 148 0,0 0 72 16,-3-2-705-16</inkml:trace>
  <inkml:trace contextRef="#ctx0" brushRef="#br0" timeOffset="84763.9">24743 13170 2485 0,'-18'-9'0'0,"-3"2"0"0,5-1 0 0,-1 2 0 0,8 2 0 0,1 0 0 0,2 2 0 0,4 1 0 16,2 1 0-16,3 0 0 0,19 0 169 0,2 5 159 0,6 1-135 0,4-2-81 0,7 3-37 0,1-3 114 16,-3 0-74-16,-5-2-38 0,1 2 10 0,-3-1-47 15,-9 1-1-15,0 3-17 0,-7 2-81 0,-6 1 40 16,-6 4 39-16,-4 4-10 0,0 3-305 0,-14 3 155 15,-6-1 88-15,-4 3-500 16,-1 1 259-16,-3-1 86 0,-4 6 83 0,9-6-335 16,-2 4 209-16,2 1 105 0,2-1-338 0,3-1 227 15,4 1 108-15</inkml:trace>
  <inkml:trace contextRef="#ctx0" brushRef="#br0" timeOffset="85123.43">24775 13773 2082 0,'0'4'0'0,"0"1"0"0,0-3 0 0,0-2 0 0,-5 0 0 0,-3 0 0 0,1 0 0 0,-4-2 0 0,5-7 0 0,-3 0 0 0,0-2 98 0,-1 1 148 0,-1-1-104 0,0-3-50 16,-1 3-27-16,-1 2 0 0,-2 1-25 0,0 3-1 15,-2 3 7-15,1-1-7 0,-2 3 1 0,2 0 10 16,-2 12 49-16,4 3-29 0,2 4-1 0,1 3-29 16,4 3 81-16,3-4-31 0,0 9-10 0,4-2 1 15,0-2-1-15,0-2-40 0,8-3 0 0,5-3-45 16,4 0 18-16,1-5 0 0,7-5-190 0,-2-2 108 15,-4-6 54-15,3 0 35 0,-1 0-252 0,-2-3 121 16,-1-8 32-16,1-8 38 16,-6-1-99-16,-4 1 51 0,1-5 4 0,-5 3 53 15,-1 2-20-15,-2-1 12 0,-1 9 1 0,-1 1 210 16,0 4-92-16,0 0-56 0,0 4 321 0,0 1-171 16,0 1-59-16,0 3-49 0,0 10 101 15,0 4-64-15,0 1-102 0,0 0 0 0,8 3 0 16,4-3 0-16,4 5 0 0,3-7 0 0,0-2-517 0,2-3 264 15,5-1 105-15,-5-6-295 0,4 2 166 0,2-6 118 16,-3 0-478-16,1 0 299 16,0-3 149-16</inkml:trace>
  <inkml:trace contextRef="#ctx0" brushRef="#br0" timeOffset="85280.86">25118 13751 2815 0,'-8'-14'0'0,"1"5"0"0,1-1 0 0,1 3 0 0,1 3 0 15,2 0 0-15,2 1 0 0,0 1 0 0,11 0 0 0,4 0 0 0,7 2 104 0,1 0-1 0,6 0-36 16,-3 0 0-16,-1 0-451 0,4 0 213 0,-5 2 104 16,-1 0 64-16,0 1-548 0,-3-1 283 0,-1 2 141 15,-4-3-230-15,-5 2 170 0,-1-3 6 0,-4 0 76 16,-3 0-270-16</inkml:trace>
  <inkml:trace contextRef="#ctx0" brushRef="#br0" timeOffset="85492.43">25340 13433 681 0,'-18'-21'0'32,"4"10"0"-32,-2 1 0 15,3 5 0-15,1 3 0 0,3 2 0 0,1 0 0 0,4 2 0 0,2 12 0 0,2 8 0 0,0-1 1038 0,0 8-504 0,0 3-247 0,2 4-124 0,1 1 101 0,1 4-112 0,1-5-46 0,-1 2-334 0,1-2 133 0,0-2 68 0,-1-5-434 0,-1-1 250 0,1-4 135 0,0-2 51 0,-1-1-261 0,-1-9 60 16,2-2 102-16,-1-3-17 15,4-7-260-15,2 0 186 0,0-10 88 0,5-13 43 16</inkml:trace>
  <inkml:trace contextRef="#ctx0" brushRef="#br0" timeOffset="85870.02">25598 13144 2135 0,'14'-25'0'16,"-3"10"0"-16,0 6 0 0,-1 5 0 0,-3 4 0 0,-3 10 0 0,-4 16 0 0,0 13 0 0,0 3 0 0,0 7 0 0,0 3 99 0,0 4 360 0,0 4-200 0,-4-1-115 0,4-2 101 15,0-2-103-15,0-4-51 0,0-11-16 0,0 1-42 0,0-5 7 16,0-6-1-16,2-6 1 0,-2-5-95 0,0-8 57 16,0-4-9-16,0-3-45 0,0-4 46 0,0 0 0 15,0-19 46-15,0-2 28 0,0-9-30 16,2 0-42-16,7-1-42 0,3-3 20 0,2 2 0 0,6 4 29 16,0 3-42-16,2 5 51 0,4 3-1 0,-1 8 11 15,-4 5-65-15,3 2 28 0,-1 2-2 0,-2 0-54 16,-5 9 37-16,-3 8-18 0,-3 2 50 0,-3 1-31 15,-5 6 23-15,-2 1-6 0,-2-2 64 16,-10-3-29-16,-4 1 0 0,0-9-31 16,-5 1 150-16,1-5-69 0,0-3-26 0,-1-3 0 0,5-4 53 15,1 0-65-15,2 0-31 0,5-1 0 16,0-5 0-16,5-2 0 0,1 2 0 0,2 3 0 16,0-3 0-16,0 3 0 0,8-3 0 0,7 3 0 15,1 2 0-15,3 1 0 0,0 0 0 0,1 0 0 16,1 0 0-16,0 1 0 0,-1 8 0 15,3-2 0-15,2 1 0 0,-5-3-495 0,3 2 73 16,-1 1 192-16,-1-1 94 0,-3 2-726 16</inkml:trace>
  <inkml:trace contextRef="#ctx0" brushRef="#br0" timeOffset="86111.67">26098 13771 2141 0,'0'-7'0'0,"0"2"0"0,0 2 0 0,2-2 0 0,4-1 0 0,3 2 0 0,2 0 0 0,3 2 0 15,-1 2 0-15,4 0 0 0,-4 0 125 0,2 8-33 0,-4 1 135 0,-2 4-94 16,-4 1-47-16,-2 1 0 0,-3 1 31 0,0 1-44 16,-4 2 0-16,-7-2 42 0,-4-2-38 0,0-2 0 15,0-2 206-15,1-2-126 0,5-2-88 0,2-2-69 16,3-3 0-16,0-1 0 0,2-1 0 0,2 3 0 16,0-3 0-16,10 0 0 0,6 0 0 0,9 0 0 15,-2 0 0-15,8 0 0 0,3-3 0 0,2 0 0 16,-2-2-142-16,1-2 19 0,-2 1 16 0,-2 3-376 15,-1 1 187-15,-8 0 129 0,1 0-566 0,-1-1 347 16</inkml:trace>
  <inkml:trace contextRef="#ctx0" brushRef="#br0" timeOffset="86311.4">26313 13384 2551 0,'-7'-11'0'0,"7"6"0"0,0-4 0 0,0 2 0 15,6-2 0-15,11-1 0 0,8-1 0 0,5 3 0 0,4-1 0 0,7 2 0 0,0-1 487 0,4 3-224 0,-4-1-102 0,10 2-66 0,-8 1-148 0,1 0 46 16,-10 3 1-16,-1 0 44 0,-5 0-560 16,-1 0 275-16,-5 4 143 0,-6 2-758 0,-4-2 427 15,-4 0 124-15</inkml:trace>
  <inkml:trace contextRef="#ctx0" brushRef="#br0" timeOffset="86505.42">26782 13095 1994 0,'-3'-17'0'0,"0"5"0"0,3 3 0 0,0-2 0 0,0 1 0 0,10 3 0 0,4 4 0 0,4-2 0 0,6 4 0 16,-5 1 0-16,11 0 99 0,-2 0-30 0,-3 9 276 0,3 2-153 0,-4 4-77 0,-4-1 47 15,3 4-66-15,-11-1-29 0,1 4 0 0,-6 0-238 16,-5 1 105-16,-2 3 62 0,0 1-399 0,-11-2 221 15,-8-1 111-15,-3 1 40 16,1-3-530-16,-5 0 217 0,-4-5 157 0,0 1 74 16,-1-3-139-16,-8-2 107 0,-1-3 53 0</inkml:trace>
  <inkml:trace contextRef="#ctx0" brushRef="#br0" timeOffset="86818.78">26662 13379 1659 0,'-3'-11'0'0,"3"2"0"0,0 2 0 0,0 2 0 0,3 3 0 0,4 2 0 0,5 0 0 0,1 0 0 0,-2 13 0 0,0 8 0 15,-1 3 81-15,-5 6 318 0,-1 9-186 0,-3 3-86 0,-1 1-45 0,0 2 250 16,-5 1-146-16,-4-6-64 0,-3 1-43 0,1-2 1 16,0-6-42-16,-1-5 1 0,3-7-100 0,1-2 60 15,3-8 15-15,1-4 0 0,0-3-68 0,3-4 46 16,1 0 0-16,0-9 57 0,6-14-5 16,12 1-10-16,1-2-60 0,1 0-81 0,3 4 35 0,-2 4 38 15,7-2 55-15,-2 9-21 0,-5 3 0 16,3 4-1-16,-1 2 141 0,-3 0-62 15,-2 5-28-15,-2 9 0 0,-4 2 36 0,-3 4-32 0,-5 1 13 0,-3-1-36 16,-1 3 50-16,-1-1-28 16,-15-1-53-16,0-5 0 0,-1-2 0 0,-3-3 0 15,0-3 0-15,-2-1 0 0,1-3 0 0,0-3 0 16,0-1 0-16,1 0 0 0,-1 0 0 0,5-1 0 16,0-3-453-16,6-6 116 0,2-1 124 0,1-2-582 15,7-2 383-15,0-3 187 0</inkml:trace>
  <inkml:trace contextRef="#ctx0" brushRef="#br0" timeOffset="87202.84">27146 13626 2879 0,'-4'-5'0'0,"1"3"0"0,3 1 0 0,0 1 0 0,0-3 0 0,7 1 0 0,11 1 0 0,8-2 0 0,5 1 0 0,5 1 0 0,1-3 176 0,3 2-73 0,0 0-32 0,-2 2-1 16,2 0-289-16,-4 0 128 0,0 0 75 0,-5 0-544 15,-1 0 295-15,-9 4 148 16,0-2 73-16,-4-2-727 0</inkml:trace>
  <inkml:trace contextRef="#ctx0" brushRef="#br0" timeOffset="87390.36">27434 13303 2529 0,'-16'-11'0'0,"5"4"0"0,2 2 0 0,3 4 0 0,3 0 0 0,2 1 0 0,1 0 0 0,0 12 0 0,1 14 0 0,8 3 0 0,0 3 140 0,0 11-51 0,2 2 162 16,-6 1-97-16,2 4-62 0,-4 1 83 15,2-3-68-15,-3-3-34 0,3 1 0 0,-2-11-386 16,-2 4 171-16,1-5 90 0,-2-2 46 0,0-2-1 16,2-7 46-16,-2-8 9 0,2 0-1328 0,-2-9 620 15,2-3 311-15</inkml:trace>
  <inkml:trace contextRef="#ctx0" brushRef="#br0" timeOffset="87845.3">27775 12835 2684 0,'6'-6'0'0,"-2"6"0"0,-2 1 0 0,1 23 0 0,-3 6 0 0,0 18 0 0,0 13 0 0,0 5 0 16,-3 5 0-16,-3 7 0 0,2-1 188 0,1-14-65 0,-1 19 144 0,2-12-114 0,2-5-58 0,0-4-27 16,0-8-65-16,-3 3 11 0,0-3 24 15,-2-2 1-15,0-6-70 0,0-11 35 16,0-11 0-16,1-5-100 0,1-7 62 0,-3-5 37 15,1-6-124-15,2-2 73 0,3-19-22 0,0-9 39 0,0-11-28 16,1-1 25-16,12-3-30 0,-1 1 48 16,6 0 4-16,-2 9-9 0,8-9 7 0,-2 14 54 15,1 2-22-15,-1 8 0 0,-4 4-19 0,2 7 32 16,-2 3 8-16,-4 5-43 0,-1 1 2 0,-1 0 2 16,-3 8 0-16,-4 6 0 0,-4 3-33 0,-1 2 0 15,0 5 39-15,-13 1-6 0,-9-3 41 0,0 3-41 16,-4-5-2-16,-3-1 118 0,4-4-56 0,-3-4-27 15,8-3-1-15,-3-2 83 0,5-5-46 16,7-1-27-16,1 0 237 0,2 0-244 16,5 0-35-16,1 0 0 0,2 0 0 0,0 0 0 15,0 0 0-15,2 0 0 0,9 1 0 0,-1 5 0 16,2 0 0-16,3 0 0 0,-2 2 0 0,2-1 0 16,0 2 0-16,0 0 0 0,0 1 0 0,2 0 0 15,-2-4 0-15,2 3 0 0,1-3-11 16,3-3-130-16,0-1-756 0,-1-2 429 0,5 0 215 0,-2 0-562 15,-5-11 378-15</inkml:trace>
  <inkml:trace contextRef="#ctx0" brushRef="#br0" timeOffset="88146.71">28112 13670 2229 0,'0'-22'0'0,"0"8"0"0,0 1 0 0,0 1 0 0,0 1 0 0,0 2 0 0,0 2 0 0,0 1 0 0,5 2 0 0,5 2 0 0,7 2 247 0,-4 0-104 0,5 0 31 15,-1 6-68-15,0 5-33 0,-2 2 9 0,-1 0-121 16,-5 4 39-16,-2-2 0 0,-3 2-9 0,-4 0-1 15,0 0 59-15,-1 0-11 16,-13-2 41-16,1-4-1 0,0 1-39 0,3-7-1 16,1 1 248-16,1-3-129 0,5 0-59 0,-1-3-25 15,1 0-73-15,3 0 0 0,0 0 0 0,3 0 0 16,12 0 0-16,2 1 0 0,3 1 0 0,3 1 0 16,-2 3 0-16,0 2 0 0,0-1 0 0,-5 2 0 15,-2 1 0-15,-7 0 0 0,-2-1 0 0,-3 1 0 16,-2-3 0-16,0 4 0 0,-7-2 0 0,-12 1 0 15,-5-3 0-15,2 1 0 16,-3-5 0-16,5 1 0 0,-1-2-211 0,-3-2-4 16,4 0 94-16,2 0 43 0,0-4-584 0,6-9 311 15,0-6 156-15,6-10 69 0,4-13-301 0</inkml:trace>
  <inkml:trace contextRef="#ctx0" brushRef="#br0" timeOffset="88288.65">28262 13316 3349 0,'8'-13'0'0,"6"4"0"0,2 0 0 0,5-3 0 0,-2 3 0 0,8-2 0 0,5 3 0 0,9-2 0 0,1 5 0 16,1 0 0-16,0 3 253 0,7 0-112 0,-2 0 47 0,-2 2-188 0,0 0 0 15,-1 0 0-15,-3 0-231 0,4 6 130 0,-10-1 70 16,-1-2-1012-16,-4 4 533 0,-7-6 266 0</inkml:trace>
  <inkml:trace contextRef="#ctx0" brushRef="#br0" timeOffset="88481.71">28740 13045 2112 0,'-3'-16'0'0,"3"7"0"0,0 0 0 0,5-2 0 0,18 1 0 0,3 4 0 0,8 2 0 0,7 4 0 0,-7 0 0 0,14 0 0 16,-6 13 461-16,2 5-211 0,-2 0-105 0,-6 4 22 0,-7-1-55 16,-5 7-41-16,-6-1 0 0,-13 3-256 0,-5 1 112 15,-4 6 56-15,-19-9 38 0,-12 11-424 0,-5-7 222 16,-3 0 109-16,0-2-493 0,-4-2 218 0,-1-2 145 15,-2-4 86-15,3 0-135 0,11-6 106 16</inkml:trace>
  <inkml:trace contextRef="#ctx0" brushRef="#br0" timeOffset="88645.15">28886 13501 3520 0,'5'1'0'0,"-5"3"0"0,-3 4 0 0,-24-1 0 0,-9 6 0 0,2 0 0 0,-14 8 0 0,5 0 0 0,-5 2 0 0,4 0 0 0,4 4 411 15,14-4-411-15,1 0 0 0,8 4 0 0,10 0 0 16,7 2 0-16,0-1 0 0,17 3 0 0,19 3 0 16,5-7 0-16,15 3 0 0,4-6-288 0,4-3 122 15,-4-7 112-15,18 2-695 0</inkml:trace>
  <inkml:trace contextRef="#ctx0" brushRef="#br0" timeOffset="88782.52">29456 13977 3931 0,'-5'-14'0'0,"5"12"0"0,0-4 0 0,0-5 0 0,0 6 0 0,0 2 0 0,0 1 0 0,0 1 0 0,0-2 0 0,0 2 0 0,0-2 0 0,5 2 0 0,5 1 0 0,-3 0-352 16,1 4-245-16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24C36-A057-41D2-8CF8-43459F331E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129916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customXml" Target="../ink/ink4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customXml" Target="../ink/ink6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customXml" Target="../ink/ink5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customXml" Target="../ink/ink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customXml" Target="../ink/ink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customXml" Target="../ink/ink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customXml" Target="../ink/ink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customXml" Target="../ink/ink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customXml" Target="../ink/ink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customXml" Target="../ink/ink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customXml" Target="../ink/ink15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customXml" Target="../ink/ink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customXml" Target="../ink/ink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customXml" Target="../ink/ink21.xml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customXml" Target="../ink/ink23.xml"/><Relationship Id="rId4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customXml" Target="../ink/ink24.xml"/><Relationship Id="rId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customXml" Target="../ink/ink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customXml" Target="../ink/ink26.xml"/><Relationship Id="rId4" Type="http://schemas.openxmlformats.org/officeDocument/2006/relationships/image" Target="../media/image39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77671"/>
                </a:solidFill>
              </a:rPr>
              <a:t>向量代数与</a:t>
            </a:r>
            <a:endParaRPr lang="en-US" altLang="zh-CN" dirty="0">
              <a:solidFill>
                <a:srgbClr val="777671"/>
              </a:solidFill>
            </a:endParaRPr>
          </a:p>
          <a:p>
            <a:r>
              <a:rPr lang="zh-CN" altLang="en-US" dirty="0">
                <a:solidFill>
                  <a:srgbClr val="777671"/>
                </a:solidFill>
              </a:rPr>
              <a:t>空间解析几何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微积分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223710"/>
            <a:ext cx="11007703" cy="323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平面图形的面积：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极坐标情形；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旋转体的体积：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切片法；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薄壳法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046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D5662F24-7242-46DE-A98F-C03E9897C3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0235352"/>
                  </p:ext>
                </p:extLst>
              </p:nvPr>
            </p:nvGraphicFramePr>
            <p:xfrm>
              <a:off x="465254" y="939871"/>
              <a:ext cx="11310716" cy="46143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0249">
                      <a:extLst>
                        <a:ext uri="{9D8B030D-6E8A-4147-A177-3AD203B41FA5}">
                          <a16:colId xmlns:a16="http://schemas.microsoft.com/office/drawing/2014/main" val="2691727100"/>
                        </a:ext>
                      </a:extLst>
                    </a:gridCol>
                    <a:gridCol w="2678875">
                      <a:extLst>
                        <a:ext uri="{9D8B030D-6E8A-4147-A177-3AD203B41FA5}">
                          <a16:colId xmlns:a16="http://schemas.microsoft.com/office/drawing/2014/main" val="3179769987"/>
                        </a:ext>
                      </a:extLst>
                    </a:gridCol>
                    <a:gridCol w="3360674">
                      <a:extLst>
                        <a:ext uri="{9D8B030D-6E8A-4147-A177-3AD203B41FA5}">
                          <a16:colId xmlns:a16="http://schemas.microsoft.com/office/drawing/2014/main" val="942556346"/>
                        </a:ext>
                      </a:extLst>
                    </a:gridCol>
                    <a:gridCol w="3280918">
                      <a:extLst>
                        <a:ext uri="{9D8B030D-6E8A-4147-A177-3AD203B41FA5}">
                          <a16:colId xmlns:a16="http://schemas.microsoft.com/office/drawing/2014/main" val="2771803505"/>
                        </a:ext>
                      </a:extLst>
                    </a:gridCol>
                  </a:tblGrid>
                  <a:tr h="116954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直角坐标情形</a:t>
                          </a:r>
                          <a:endParaRPr lang="en-US" altLang="zh-CN" sz="20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参数方程情形</a:t>
                          </a:r>
                          <a:endParaRPr lang="en-US" altLang="zh-CN" sz="20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zh-CN" altLang="en-US" sz="2000" b="1" i="1" smtClean="0">
                                            <a:latin typeface="Cambria Math" panose="02040503050406030204" pitchFamily="18" charset="0"/>
                                          </a:rPr>
                                          <m:t>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e>
                                        <m: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zh-CN" altLang="en-US" sz="2000" b="1" i="1" smtClean="0">
                                            <a:latin typeface="Cambria Math" panose="02040503050406030204" pitchFamily="18" charset="0"/>
                                          </a:rPr>
                                          <m:t>𝝍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e>
                                    </m:eqAr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∈[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极坐标情形</a:t>
                          </a:r>
                          <a:endParaRPr lang="en-US" altLang="zh-CN" sz="20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4462225"/>
                      </a:ext>
                    </a:extLst>
                  </a:tr>
                  <a:tr h="9457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平面图形的</a:t>
                          </a:r>
                          <a:endParaRPr lang="en-US" altLang="zh-CN" sz="2000" b="1" kern="0" dirty="0">
                            <a:solidFill>
                              <a:srgbClr val="67666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面积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oMath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𝒇</m:t>
                                    </m:r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𝝍</m:t>
                                    </m:r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′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den>
                                </m:f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 dirty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6980475"/>
                      </a:ext>
                    </a:extLst>
                  </a:tr>
                  <a:tr h="9216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（切片法）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𝒇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𝝍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</m:d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′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071108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（薄壳法）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𝒇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)|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505288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sz="2000" b="1" kern="0" dirty="0" smtClean="0">
                                      <a:solidFill>
                                        <a:srgbClr val="676661"/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极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（极坐标）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 sz="2000" b="1" kern="0" dirty="0">
                                        <a:solidFill>
                                          <a:srgbClr val="676661"/>
                                        </a:solidFill>
                                        <a:latin typeface="微软雅黑" panose="020B0503020204020204" pitchFamily="34" charset="-122"/>
                                        <a:ea typeface="微软雅黑" panose="020B0503020204020204" pitchFamily="34" charset="-122"/>
                                      </a:rPr>
                                      <m:t>极</m:t>
                                    </m:r>
                                  </m:sub>
                                </m:sSub>
                                <m:r>
                                  <a:rPr lang="en-US" altLang="zh-CN" sz="20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𝝅</m:t>
                                    </m:r>
                                  </m:num>
                                  <m:den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den>
                                </m:f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𝒓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𝟑</m:t>
                                        </m:r>
                                      </m:sup>
                                    </m:s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func>
                                      <m:func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 i="0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sz="2000" b="0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</m:e>
                                    </m:func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17436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5662F24-7242-46DE-A98F-C03E9897C3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0235352"/>
                  </p:ext>
                </p:extLst>
              </p:nvPr>
            </p:nvGraphicFramePr>
            <p:xfrm>
              <a:off x="465254" y="939871"/>
              <a:ext cx="11310716" cy="46143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0249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691727100"/>
                        </a:ext>
                      </a:extLst>
                    </a:gridCol>
                    <a:gridCol w="267887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179769987"/>
                        </a:ext>
                      </a:extLst>
                    </a:gridCol>
                    <a:gridCol w="3360674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942556346"/>
                        </a:ext>
                      </a:extLst>
                    </a:gridCol>
                    <a:gridCol w="328091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771803505"/>
                        </a:ext>
                      </a:extLst>
                    </a:gridCol>
                  </a:tblGrid>
                  <a:tr h="116954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2604" r="-248292" b="-3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2604" r="-97464" b="-3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2604" b="-301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174462225"/>
                      </a:ext>
                    </a:extLst>
                  </a:tr>
                  <a:tr h="94575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127097" r="-467584" b="-27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127097" r="-248292" b="-27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127097" r="-97464" b="-27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127097" b="-27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756980475"/>
                      </a:ext>
                    </a:extLst>
                  </a:tr>
                  <a:tr h="92161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233113" r="-467584" b="-180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233113" r="-248292" b="-180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233113" r="-97464" b="-180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85071108"/>
                      </a:ext>
                    </a:extLst>
                  </a:tr>
                  <a:tr h="78879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386923" r="-467584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386923" r="-248292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675505288"/>
                      </a:ext>
                    </a:extLst>
                  </a:tr>
                  <a:tr h="7886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490698" r="-467584" b="-108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490698" b="-108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6517436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8619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第七节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定积分的</a:t>
            </a:r>
            <a:endParaRPr kumimoji="1" lang="en-US" altLang="zh-CN" dirty="0"/>
          </a:p>
          <a:p>
            <a:r>
              <a:rPr kumimoji="1" lang="zh-CN" altLang="en-US" dirty="0"/>
              <a:t>几何应用</a:t>
            </a:r>
          </a:p>
        </p:txBody>
      </p:sp>
    </p:spTree>
    <p:extLst>
      <p:ext uri="{BB962C8B-B14F-4D97-AF65-F5344CB8AC3E}">
        <p14:creationId xmlns:p14="http://schemas.microsoft.com/office/powerpoint/2010/main" val="183998858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124451" cy="464425"/>
          </a:xfrm>
        </p:spPr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95210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提要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1896256"/>
            <a:ext cx="9508562" cy="130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平面曲线的弧长；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向量及其运算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37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775" y="1379523"/>
            <a:ext cx="2962275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85526" y="2388229"/>
            <a:ext cx="5632154" cy="265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刘徽“割圆术”：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割之弥细，所失弥少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割之又割，以至于不可以割，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则与圆合体而无所失矣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三、平面曲线的弧长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501" y="1416779"/>
            <a:ext cx="4071017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引例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24AA8F8-4FAA-42CC-9B17-E90B0596CCC7}"/>
                  </a:ext>
                </a:extLst>
              </p14:cNvPr>
              <p14:cNvContentPartPr/>
              <p14:nvPr/>
            </p14:nvContentPartPr>
            <p14:xfrm>
              <a:off x="3959640" y="1392840"/>
              <a:ext cx="2366280" cy="1662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24AA8F8-4FAA-42CC-9B17-E90B0596CC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50280" y="1383480"/>
                <a:ext cx="2385000" cy="168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074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p:pic>
        <p:nvPicPr>
          <p:cNvPr id="2" name="29-弧长公式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24150" y="676275"/>
            <a:ext cx="674370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4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736755" y="1112335"/>
                <a:ext cx="11041972" cy="201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若在曲线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𝑪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上作任意内接折线：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̅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⋯,</m:t>
                    </m:r>
                    <m:acc>
                      <m:accPr>
                        <m:chr m:val="̅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，当折线段中最大长度趋于零时，内接折线段长度之和的极限存在且为定值，则称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𝑪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可求长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，且定义此极限值为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𝑪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弧长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="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5" y="1112335"/>
                <a:ext cx="11041972" cy="2012859"/>
              </a:xfrm>
              <a:prstGeom prst="rect">
                <a:avLst/>
              </a:prstGeom>
              <a:blipFill rotWithShape="1">
                <a:blip r:embed="rId2"/>
                <a:stretch>
                  <a:fillRect l="-1436" r="-442" b="-5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736755" y="3379325"/>
                <a:ext cx="1076048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一句话概括：曲线内接折线长度的极限（组成折线的线段长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5" y="3379325"/>
                <a:ext cx="10760480" cy="1372683"/>
              </a:xfrm>
              <a:prstGeom prst="rect">
                <a:avLst/>
              </a:prstGeom>
              <a:blipFill rotWithShape="1">
                <a:blip r:embed="rId3"/>
                <a:stretch>
                  <a:fillRect l="-1473" t="-1770" r="-737" b="-8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736755" y="5091583"/>
            <a:ext cx="10760480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光滑曲线弧是可求长的（光滑曲线指曲线上处处有切线，且切线随切点移动而连续变化）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3E36814-FCE1-4E58-ACF6-09868F0E78E8}"/>
                  </a:ext>
                </a:extLst>
              </p14:cNvPr>
              <p14:cNvContentPartPr/>
              <p14:nvPr/>
            </p14:nvContentPartPr>
            <p14:xfrm>
              <a:off x="1175760" y="105120"/>
              <a:ext cx="6087240" cy="2986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3E36814-FCE1-4E58-ACF6-09868F0E78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6400" y="95760"/>
                <a:ext cx="6105960" cy="300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9857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1" y="1653270"/>
                <a:ext cx="11007703" cy="13221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设平面曲线弧方程为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′(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)∈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𝑪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[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𝒂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𝑷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分别对应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，记弧长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𝒍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="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653270"/>
                <a:ext cx="11007703" cy="1322157"/>
              </a:xfrm>
              <a:prstGeom prst="rect">
                <a:avLst/>
              </a:prstGeom>
              <a:blipFill rotWithShape="1">
                <a:blip r:embed="rId2"/>
                <a:stretch>
                  <a:fillRect l="-1440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501" y="3170725"/>
                <a:ext cx="10385755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产生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𝒍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170725"/>
                <a:ext cx="10385755" cy="670120"/>
              </a:xfrm>
              <a:prstGeom prst="rect">
                <a:avLst/>
              </a:prstGeom>
              <a:blipFill rotWithShape="1">
                <a:blip r:embed="rId3"/>
                <a:stretch>
                  <a:fillRect l="-1526" b="-2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8" y="4166115"/>
                <a:ext cx="10760480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𝒍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同号；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8" y="4166115"/>
                <a:ext cx="10760480" cy="664797"/>
              </a:xfrm>
              <a:prstGeom prst="rect">
                <a:avLst/>
              </a:prstGeom>
              <a:blipFill rotWithShape="1">
                <a:blip r:embed="rId4"/>
                <a:stretch>
                  <a:fillRect l="-1473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8" y="5106647"/>
                <a:ext cx="10760480" cy="11280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𝚫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𝟎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|</m:t>
                            </m:r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𝚫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𝒍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|</m:t>
                            </m:r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|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𝑷𝑷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′</m:t>
                                </m:r>
                              </m:e>
                            </m:acc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|</m:t>
                            </m:r>
                          </m:den>
                        </m:f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8" y="5106647"/>
                <a:ext cx="10760480" cy="1128066"/>
              </a:xfrm>
              <a:prstGeom prst="rect">
                <a:avLst/>
              </a:prstGeom>
              <a:blipFill rotWithShape="1">
                <a:blip r:embed="rId5"/>
                <a:stretch>
                  <a:fillRect l="-1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501" y="891719"/>
            <a:ext cx="11007703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直角坐标情形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7F426B1-DEDA-45C8-8E54-1544CD0E498B}"/>
                  </a:ext>
                </a:extLst>
              </p14:cNvPr>
              <p14:cNvContentPartPr/>
              <p14:nvPr/>
            </p14:nvContentPartPr>
            <p14:xfrm>
              <a:off x="1287360" y="280440"/>
              <a:ext cx="10817280" cy="64962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7F426B1-DEDA-45C8-8E54-1544CD0E49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8000" y="271080"/>
                <a:ext cx="10836000" cy="65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294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6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1" y="2818689"/>
                <a:ext cx="11007703" cy="22245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𝒅𝒍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𝒃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上积分，得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𝒍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𝒂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𝒇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 (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ra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𝒅𝒙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818689"/>
                <a:ext cx="11007703" cy="2224583"/>
              </a:xfrm>
              <a:prstGeom prst="rect">
                <a:avLst/>
              </a:prstGeom>
              <a:blipFill>
                <a:blip r:embed="rId2"/>
                <a:stretch>
                  <a:fillRect l="-1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1" y="891719"/>
                <a:ext cx="11007703" cy="20353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𝒅𝒙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⊂[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，弧长微元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𝒅𝒍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 (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ra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𝒅𝒙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91719"/>
                <a:ext cx="11007703" cy="2035301"/>
              </a:xfrm>
              <a:prstGeom prst="rect">
                <a:avLst/>
              </a:prstGeom>
              <a:blipFill rotWithShape="1">
                <a:blip r:embed="rId3"/>
                <a:stretch>
                  <a:fillRect l="-1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1" y="5047663"/>
                <a:ext cx="10760480" cy="7846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若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𝒅𝒍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𝒅𝒍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𝒅𝒙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𝒅𝒚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047663"/>
                <a:ext cx="10760480" cy="784638"/>
              </a:xfrm>
              <a:prstGeom prst="rect">
                <a:avLst/>
              </a:prstGeom>
              <a:blipFill>
                <a:blip r:embed="rId4"/>
                <a:stretch>
                  <a:fillRect l="-1473" b="-22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F5ED846B-F3DB-4357-AD3C-BA01B9644666}"/>
              </a:ext>
            </a:extLst>
          </p:cNvPr>
          <p:cNvSpPr/>
          <p:nvPr/>
        </p:nvSpPr>
        <p:spPr>
          <a:xfrm>
            <a:off x="877501" y="5832301"/>
            <a:ext cx="10760480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微小弧长可由该处相应小切线段长代替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892380A-41C6-462B-9BDE-51D82B6E3D08}"/>
                  </a:ext>
                </a:extLst>
              </p14:cNvPr>
              <p14:cNvContentPartPr/>
              <p14:nvPr/>
            </p14:nvContentPartPr>
            <p14:xfrm>
              <a:off x="1880280" y="1492200"/>
              <a:ext cx="9934920" cy="5131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892380A-41C6-462B-9BDE-51D82B6E3D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70920" y="1482840"/>
                <a:ext cx="9953640" cy="515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763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47423" y="2039579"/>
                <a:ext cx="10260399" cy="26284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设平面曲线弧的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参数方程为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zh-CN" altLang="en-US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), </m:t>
                              </m:r>
                            </m:e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&amp;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zh-CN" altLang="en-US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  <m:d>
                                <m:d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</m:e>
                          </m:eqAr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𝒕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 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𝝍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′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上连续函数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23" y="2039579"/>
                <a:ext cx="10260399" cy="2628476"/>
              </a:xfrm>
              <a:prstGeom prst="rect">
                <a:avLst/>
              </a:prstGeom>
              <a:blipFill rotWithShape="1">
                <a:blip r:embed="rId2"/>
                <a:stretch>
                  <a:fillRect l="-1485" b="-4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501" y="774353"/>
            <a:ext cx="11007703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参数方程情形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554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8" y="793557"/>
                <a:ext cx="10260399" cy="20353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𝒕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𝒕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⊂[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，得弧长微元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𝒅𝒍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 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𝒕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ra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𝒅𝒕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8" y="793557"/>
                <a:ext cx="10260399" cy="2035301"/>
              </a:xfrm>
              <a:prstGeom prst="rect">
                <a:avLst/>
              </a:prstGeom>
              <a:blipFill rotWithShape="1">
                <a:blip r:embed="rId2"/>
                <a:stretch>
                  <a:fillRect l="-1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E5A6481A-AB18-44D8-8E0A-B000A993FA18}"/>
                  </a:ext>
                </a:extLst>
              </p:cNvPr>
              <p:cNvSpPr/>
              <p:nvPr/>
            </p:nvSpPr>
            <p:spPr>
              <a:xfrm>
                <a:off x="877498" y="2878286"/>
                <a:ext cx="9930199" cy="22372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则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𝒍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𝝋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𝝍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 (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ra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𝒅𝒕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5A6481A-AB18-44D8-8E0A-B000A993FA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8" y="2878286"/>
                <a:ext cx="9930199" cy="2237279"/>
              </a:xfrm>
              <a:prstGeom prst="rect">
                <a:avLst/>
              </a:prstGeom>
              <a:blipFill rotWithShape="1">
                <a:blip r:embed="rId3"/>
                <a:stretch>
                  <a:fillRect l="-1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1" y="5478549"/>
                <a:ext cx="10760480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：为什么是从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积到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而不是反过来？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478549"/>
                <a:ext cx="10760480" cy="732508"/>
              </a:xfrm>
              <a:prstGeom prst="rect">
                <a:avLst/>
              </a:prstGeom>
              <a:blipFill rotWithShape="1">
                <a:blip r:embed="rId4"/>
                <a:stretch>
                  <a:fillRect l="-1473" t="-3333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61B8EC2-EF45-4DDA-B2C5-85DB6904FC05}"/>
                  </a:ext>
                </a:extLst>
              </p14:cNvPr>
              <p14:cNvContentPartPr/>
              <p14:nvPr/>
            </p14:nvContentPartPr>
            <p14:xfrm>
              <a:off x="221040" y="1348560"/>
              <a:ext cx="8397720" cy="3881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61B8EC2-EF45-4DDA-B2C5-85DB6904FC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1680" y="1339200"/>
                <a:ext cx="8416440" cy="38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7E5E0592-3CC9-47F1-90A7-A9E115A25A09}"/>
                  </a:ext>
                </a:extLst>
              </p14:cNvPr>
              <p14:cNvContentPartPr/>
              <p14:nvPr/>
            </p14:nvContentPartPr>
            <p14:xfrm>
              <a:off x="7552800" y="378360"/>
              <a:ext cx="1431000" cy="5752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7E5E0592-3CC9-47F1-90A7-A9E115A25A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43440" y="369000"/>
                <a:ext cx="1449720" cy="59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897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0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47421" y="1722079"/>
                <a:ext cx="10260399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设平面曲线弧的极坐标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方程为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𝒓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𝒓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𝜽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𝜶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𝜽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𝒓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′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𝜽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𝑪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[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21" y="1722079"/>
                <a:ext cx="10260399" cy="1310295"/>
              </a:xfrm>
              <a:prstGeom prst="rect">
                <a:avLst/>
              </a:prstGeom>
              <a:blipFill rotWithShape="1">
                <a:blip r:embed="rId2"/>
                <a:stretch>
                  <a:fillRect l="-1485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501" y="774353"/>
            <a:ext cx="11007703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极坐标情形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47422" y="3374096"/>
                <a:ext cx="10260399" cy="19691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直角坐标与极坐标的关系</a:t>
                </a:r>
                <a:endParaRPr lang="en-US" altLang="zh-CN" sz="3200" b="1" kern="0" dirty="0">
                  <a:solidFill>
                    <a:srgbClr val="676661"/>
                  </a:solidFill>
                  <a:latin typeface="Cambria Math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𝜽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𝜽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b="0" i="0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&amp;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𝜽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𝜽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b="0" i="0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func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</m:e>
                          </m:eqAr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𝜶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𝜽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22" y="3374096"/>
                <a:ext cx="10260399" cy="1969129"/>
              </a:xfrm>
              <a:prstGeom prst="rect">
                <a:avLst/>
              </a:prstGeom>
              <a:blipFill rotWithShape="1">
                <a:blip r:embed="rId3"/>
                <a:stretch>
                  <a:fillRect l="-1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D2864D7-D16E-42FC-B91C-4F0F024AD3DB}"/>
                  </a:ext>
                </a:extLst>
              </p14:cNvPr>
              <p14:cNvContentPartPr/>
              <p14:nvPr/>
            </p14:nvContentPartPr>
            <p14:xfrm>
              <a:off x="3324240" y="2385000"/>
              <a:ext cx="5469120" cy="3121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D2864D7-D16E-42FC-B91C-4F0F024AD3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14880" y="2375640"/>
                <a:ext cx="5487840" cy="314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2430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8" y="1252179"/>
                <a:ext cx="10260399" cy="20353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弧长微元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𝒅𝒍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𝜽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 (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𝜽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ra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𝜽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8" y="1252179"/>
                <a:ext cx="10260399" cy="2035301"/>
              </a:xfrm>
              <a:prstGeom prst="rect">
                <a:avLst/>
              </a:prstGeom>
              <a:blipFill rotWithShape="1">
                <a:blip r:embed="rId2"/>
                <a:stretch>
                  <a:fillRect l="-1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E5A6481A-AB18-44D8-8E0A-B000A993FA18}"/>
                  </a:ext>
                </a:extLst>
              </p:cNvPr>
              <p:cNvSpPr/>
              <p:nvPr/>
            </p:nvSpPr>
            <p:spPr>
              <a:xfrm>
                <a:off x="877498" y="3466731"/>
                <a:ext cx="9930199" cy="22731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则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𝒍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𝜶</m:t>
                          </m:r>
                        </m:sub>
                        <m:sup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𝜷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 (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𝜽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ra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5A6481A-AB18-44D8-8E0A-B000A993FA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8" y="3466731"/>
                <a:ext cx="9930199" cy="2273186"/>
              </a:xfrm>
              <a:prstGeom prst="rect">
                <a:avLst/>
              </a:prstGeom>
              <a:blipFill rotWithShape="1">
                <a:blip r:embed="rId3"/>
                <a:stretch>
                  <a:fillRect l="-1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A69F5E1-19D5-43EA-AFA0-C0C61F4143DA}"/>
                  </a:ext>
                </a:extLst>
              </p14:cNvPr>
              <p14:cNvContentPartPr/>
              <p14:nvPr/>
            </p14:nvContentPartPr>
            <p14:xfrm>
              <a:off x="4013280" y="335880"/>
              <a:ext cx="7932240" cy="2844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A69F5E1-19D5-43EA-AFA0-C0C61F4143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3920" y="326520"/>
                <a:ext cx="7950960" cy="28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8417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579392" cy="74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：求抛物线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的一段弧长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579392" cy="746999"/>
              </a:xfrm>
              <a:prstGeom prst="rect">
                <a:avLst/>
              </a:prstGeom>
              <a:blipFill rotWithShape="1">
                <a:blip r:embed="rId2"/>
                <a:stretch>
                  <a:fillRect l="-1499" t="-1626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223349"/>
                <a:ext cx="10730306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𝟓</m:t>
                        </m:r>
                      </m:e>
                    </m:rad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func>
                      <m:func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ln</m:t>
                        </m:r>
                      </m:fName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 kern="0" dirty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 kern="0" dirty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𝟓</m:t>
                            </m:r>
                          </m:e>
                        </m:rad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223349"/>
                <a:ext cx="10730306" cy="998863"/>
              </a:xfrm>
              <a:prstGeom prst="rect">
                <a:avLst/>
              </a:prstGeom>
              <a:blipFill rotWithShape="1">
                <a:blip r:embed="rId3"/>
                <a:stretch>
                  <a:fillRect l="-1477" b="-1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3D3CDFE-39F9-417A-8C60-8C4F83B4958D}"/>
                  </a:ext>
                </a:extLst>
              </p14:cNvPr>
              <p14:cNvContentPartPr/>
              <p14:nvPr/>
            </p14:nvContentPartPr>
            <p14:xfrm>
              <a:off x="365040" y="154800"/>
              <a:ext cx="11717640" cy="6534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3D3CDFE-39F9-417A-8C60-8C4F83B495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5680" y="145440"/>
                <a:ext cx="11736360" cy="655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179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5204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：求星形线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  <m:func>
                              <m:func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𝒕</m:t>
                                </m:r>
                              </m:e>
                            </m:func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&amp;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  <m:func>
                              <m:func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in</m:t>
                                    </m:r>
                                  </m:e>
                                  <m:sup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𝒕</m:t>
                                </m:r>
                              </m:e>
                            </m:func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</m:e>
                        </m:eqAr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&gt;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𝒕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的弧长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520416"/>
              </a:xfrm>
              <a:prstGeom prst="rect">
                <a:avLst/>
              </a:prstGeom>
              <a:blipFill rotWithShape="1">
                <a:blip r:embed="rId2"/>
                <a:stretch>
                  <a:fillRect l="-1461" r="-2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185197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𝟔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185197"/>
                <a:ext cx="10730306" cy="664797"/>
              </a:xfrm>
              <a:prstGeom prst="rect">
                <a:avLst/>
              </a:prstGeom>
              <a:blipFill rotWithShape="1"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AA77BD5-0961-43BC-80C5-8E5B3856B786}"/>
                  </a:ext>
                </a:extLst>
              </p14:cNvPr>
              <p14:cNvContentPartPr/>
              <p14:nvPr/>
            </p14:nvContentPartPr>
            <p14:xfrm>
              <a:off x="1361520" y="116280"/>
              <a:ext cx="10824840" cy="6329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AA77BD5-0961-43BC-80C5-8E5B3856B7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2160" y="106920"/>
                <a:ext cx="10843560" cy="63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497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579392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：求心形线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𝒓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func>
                          <m:func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b="0" i="0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b="0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𝜽</m:t>
                            </m:r>
                          </m:e>
                        </m:fun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的弧长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579392" cy="732508"/>
              </a:xfrm>
              <a:prstGeom prst="rect">
                <a:avLst/>
              </a:prstGeom>
              <a:blipFill rotWithShape="1">
                <a:blip r:embed="rId2"/>
                <a:stretch>
                  <a:fillRect l="-1499" t="-3333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528536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528536"/>
                <a:ext cx="10730306" cy="664797"/>
              </a:xfrm>
              <a:prstGeom prst="rect">
                <a:avLst/>
              </a:prstGeom>
              <a:blipFill rotWithShape="1"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1B7C007-C870-45F1-882D-26D2A5268548}"/>
                  </a:ext>
                </a:extLst>
              </p14:cNvPr>
              <p14:cNvContentPartPr/>
              <p14:nvPr/>
            </p14:nvContentPartPr>
            <p14:xfrm>
              <a:off x="645120" y="1147320"/>
              <a:ext cx="11414160" cy="5199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1B7C007-C870-45F1-882D-26D2A52685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5760" y="1137960"/>
                <a:ext cx="11432880" cy="521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186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D5662F24-7242-46DE-A98F-C03E9897C3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8854549"/>
                  </p:ext>
                </p:extLst>
              </p:nvPr>
            </p:nvGraphicFramePr>
            <p:xfrm>
              <a:off x="465254" y="939871"/>
              <a:ext cx="11310716" cy="5422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0249">
                      <a:extLst>
                        <a:ext uri="{9D8B030D-6E8A-4147-A177-3AD203B41FA5}">
                          <a16:colId xmlns:a16="http://schemas.microsoft.com/office/drawing/2014/main" val="2691727100"/>
                        </a:ext>
                      </a:extLst>
                    </a:gridCol>
                    <a:gridCol w="2678875">
                      <a:extLst>
                        <a:ext uri="{9D8B030D-6E8A-4147-A177-3AD203B41FA5}">
                          <a16:colId xmlns:a16="http://schemas.microsoft.com/office/drawing/2014/main" val="3179769987"/>
                        </a:ext>
                      </a:extLst>
                    </a:gridCol>
                    <a:gridCol w="3360674">
                      <a:extLst>
                        <a:ext uri="{9D8B030D-6E8A-4147-A177-3AD203B41FA5}">
                          <a16:colId xmlns:a16="http://schemas.microsoft.com/office/drawing/2014/main" val="942556346"/>
                        </a:ext>
                      </a:extLst>
                    </a:gridCol>
                    <a:gridCol w="3280918">
                      <a:extLst>
                        <a:ext uri="{9D8B030D-6E8A-4147-A177-3AD203B41FA5}">
                          <a16:colId xmlns:a16="http://schemas.microsoft.com/office/drawing/2014/main" val="2771803505"/>
                        </a:ext>
                      </a:extLst>
                    </a:gridCol>
                  </a:tblGrid>
                  <a:tr h="116954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直角坐标情形</a:t>
                          </a:r>
                          <a:endParaRPr lang="en-US" altLang="zh-CN" sz="20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参数方程情形</a:t>
                          </a:r>
                          <a:endParaRPr lang="en-US" altLang="zh-CN" sz="20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zh-CN" altLang="en-US" sz="2000" b="1" i="1" smtClean="0">
                                            <a:latin typeface="Cambria Math" panose="02040503050406030204" pitchFamily="18" charset="0"/>
                                          </a:rPr>
                                          <m:t>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e>
                                        <m: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zh-CN" altLang="en-US" sz="2000" b="1" i="1" smtClean="0">
                                            <a:latin typeface="Cambria Math" panose="02040503050406030204" pitchFamily="18" charset="0"/>
                                          </a:rPr>
                                          <m:t>𝝍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e>
                                    </m:eqAr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∈[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极坐标情形</a:t>
                          </a:r>
                          <a:endParaRPr lang="en-US" altLang="zh-CN" sz="20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4462225"/>
                      </a:ext>
                    </a:extLst>
                  </a:tr>
                  <a:tr h="9457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平面图形的</a:t>
                          </a:r>
                          <a:endParaRPr lang="en-US" altLang="zh-CN" sz="2000" b="1" kern="0" dirty="0">
                            <a:solidFill>
                              <a:srgbClr val="67666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面积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oMath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𝒇</m:t>
                                    </m:r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𝝍</m:t>
                                    </m:r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′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den>
                                </m:f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 dirty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6980475"/>
                      </a:ext>
                    </a:extLst>
                  </a:tr>
                  <a:tr h="9216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（切片法）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𝒇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𝝍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</m:d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′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071108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（薄壳法）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𝒇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)|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505288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sz="2000" b="1" kern="0" dirty="0" smtClean="0">
                                      <a:solidFill>
                                        <a:srgbClr val="676661"/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极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（极坐标）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 sz="2000" b="1" kern="0" dirty="0">
                                        <a:solidFill>
                                          <a:srgbClr val="676661"/>
                                        </a:solidFill>
                                        <a:latin typeface="微软雅黑" panose="020B0503020204020204" pitchFamily="34" charset="-122"/>
                                        <a:ea typeface="微软雅黑" panose="020B0503020204020204" pitchFamily="34" charset="-122"/>
                                      </a:rPr>
                                      <m:t>极</m:t>
                                    </m:r>
                                  </m:sub>
                                </m:sSub>
                                <m:r>
                                  <a:rPr lang="en-US" altLang="zh-CN" sz="20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𝝅</m:t>
                                    </m:r>
                                  </m:num>
                                  <m:den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den>
                                </m:f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𝒓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𝟑</m:t>
                                        </m:r>
                                      </m:sup>
                                    </m:s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func>
                                      <m:func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 i="0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sz="2000" b="0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</m:e>
                                    </m:func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1743633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平面曲线</a:t>
                          </a:r>
                          <a:endParaRPr lang="en-US" altLang="zh-CN" sz="2000" b="1" kern="0" dirty="0">
                            <a:solidFill>
                              <a:srgbClr val="67666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的弧长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𝒍</m:t>
                              </m:r>
                            </m:oMath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𝒍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𝒇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 (</m:t>
                                        </m:r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𝝋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𝝍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(</m:t>
                                        </m:r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𝜽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(</m:t>
                                        </m:r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  <m:r>
                                      <a:rPr lang="en-US" altLang="zh-CN" sz="2000" b="1" i="1" kern="0" dirty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5662F24-7242-46DE-A98F-C03E9897C3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8854549"/>
                  </p:ext>
                </p:extLst>
              </p:nvPr>
            </p:nvGraphicFramePr>
            <p:xfrm>
              <a:off x="465254" y="939871"/>
              <a:ext cx="11310716" cy="5422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0249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691727100"/>
                        </a:ext>
                      </a:extLst>
                    </a:gridCol>
                    <a:gridCol w="267887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179769987"/>
                        </a:ext>
                      </a:extLst>
                    </a:gridCol>
                    <a:gridCol w="3360674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942556346"/>
                        </a:ext>
                      </a:extLst>
                    </a:gridCol>
                    <a:gridCol w="328091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771803505"/>
                        </a:ext>
                      </a:extLst>
                    </a:gridCol>
                  </a:tblGrid>
                  <a:tr h="116954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2604" r="-248292" b="-363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2604" r="-97464" b="-363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2604" b="-363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174462225"/>
                      </a:ext>
                    </a:extLst>
                  </a:tr>
                  <a:tr h="94575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127097" r="-467584" b="-35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127097" r="-248292" b="-35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127097" r="-97464" b="-35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127097" b="-350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756980475"/>
                      </a:ext>
                    </a:extLst>
                  </a:tr>
                  <a:tr h="92161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233113" r="-467584" b="-259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233113" r="-248292" b="-259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233113" r="-97464" b="-259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85071108"/>
                      </a:ext>
                    </a:extLst>
                  </a:tr>
                  <a:tr h="78879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386923" r="-467584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386923" r="-248292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675505288"/>
                      </a:ext>
                    </a:extLst>
                  </a:tr>
                  <a:tr h="7886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490698" r="-467584" b="-1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490698" b="-1031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651743633"/>
                      </a:ext>
                    </a:extLst>
                  </a:tr>
                  <a:tr h="80797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572932" r="-467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572932" r="-248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572932" r="-97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57293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0934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第一节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向量及其</a:t>
            </a:r>
            <a:endParaRPr kumimoji="1" lang="en-US" altLang="zh-CN" dirty="0"/>
          </a:p>
          <a:p>
            <a:r>
              <a:rPr kumimoji="1" lang="zh-CN" altLang="en-US" dirty="0"/>
              <a:t>运算</a:t>
            </a:r>
          </a:p>
        </p:txBody>
      </p:sp>
    </p:spTree>
    <p:extLst>
      <p:ext uri="{BB962C8B-B14F-4D97-AF65-F5344CB8AC3E}">
        <p14:creationId xmlns:p14="http://schemas.microsoft.com/office/powerpoint/2010/main" val="1881244088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向量及其运算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A3F019-9719-4035-8147-C128C74E378D}"/>
              </a:ext>
            </a:extLst>
          </p:cNvPr>
          <p:cNvSpPr txBox="1"/>
          <p:nvPr/>
        </p:nvSpPr>
        <p:spPr>
          <a:xfrm>
            <a:off x="3914350" y="5089395"/>
            <a:ext cx="4363299" cy="59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笛</a:t>
            </a:r>
            <a:r>
              <a:rPr lang="zh-CN" altLang="en-US" sz="28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卡尔创立了解析几何学</a:t>
            </a:r>
            <a:endParaRPr lang="zh-CN" altLang="en-US" sz="28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5" name="图片 4" descr="图片包含 文字, 书籍&#10;&#10;描述已自动生成">
            <a:extLst>
              <a:ext uri="{FF2B5EF4-FFF2-40B4-BE49-F238E27FC236}">
                <a16:creationId xmlns:a16="http://schemas.microsoft.com/office/drawing/2014/main" id="{B110F3B7-DC08-4A51-99BF-D7A4D47A3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350" y="746234"/>
            <a:ext cx="4363299" cy="434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85525" y="1549133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既有大小，又有方向的量称为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3200" b="1" kern="0" dirty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一、向量及其概念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2402144"/>
                <a:ext cx="10730306" cy="812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表示法：用有向线段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𝑨𝑩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表示（不唯一）；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402144"/>
                <a:ext cx="10730306" cy="812210"/>
              </a:xfrm>
              <a:prstGeom prst="rect">
                <a:avLst/>
              </a:prstGeom>
              <a:blipFill rotWithShape="1">
                <a:blip r:embed="rId2"/>
                <a:stretch>
                  <a:fillRect l="-1477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319650"/>
                <a:ext cx="10980160" cy="812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向量的模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：表示向量的有向线段的长度，记为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𝑨𝑩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319650"/>
                <a:ext cx="10980160" cy="812210"/>
              </a:xfrm>
              <a:prstGeom prst="rect">
                <a:avLst/>
              </a:prstGeom>
              <a:blipFill rotWithShape="1">
                <a:blip r:embed="rId3"/>
                <a:stretch>
                  <a:fillRect l="-1444" r="-5108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0" y="5375852"/>
                <a:ext cx="11128033" cy="8145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模为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的向量称为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零向量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，规定零向量的方向任意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5375852"/>
                <a:ext cx="11128033" cy="814518"/>
              </a:xfrm>
              <a:prstGeom prst="rect">
                <a:avLst/>
              </a:prstGeom>
              <a:blipFill rotWithShape="1">
                <a:blip r:embed="rId4"/>
                <a:stretch>
                  <a:fillRect l="-1425" r="-2356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4370500"/>
                <a:ext cx="10980160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模为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的向量称为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单位向量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370500"/>
                <a:ext cx="10980160" cy="732508"/>
              </a:xfrm>
              <a:prstGeom prst="rect">
                <a:avLst/>
              </a:prstGeom>
              <a:blipFill rotWithShape="1">
                <a:blip r:embed="rId5"/>
                <a:stretch>
                  <a:fillRect l="-1444" t="-3333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B9B1B21-D190-4638-869E-1421A3BA14B5}"/>
                  </a:ext>
                </a:extLst>
              </p14:cNvPr>
              <p14:cNvContentPartPr/>
              <p14:nvPr/>
            </p14:nvContentPartPr>
            <p14:xfrm>
              <a:off x="5754240" y="636840"/>
              <a:ext cx="5958000" cy="45968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B9B1B21-D190-4638-869E-1421A3BA14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44880" y="627480"/>
                <a:ext cx="5976720" cy="461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100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1225770"/>
                <a:ext cx="9508562" cy="15632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相等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：若向量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的大小和方向均相同，称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相等，记为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=""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225770"/>
                <a:ext cx="9508562" cy="1563248"/>
              </a:xfrm>
              <a:prstGeom prst="rect">
                <a:avLst/>
              </a:prstGeom>
              <a:blipFill rotWithShape="1">
                <a:blip r:embed="rId2"/>
                <a:stretch>
                  <a:fillRect l="-1667" b="-6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1" y="3424121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向量相等的定义意味着向量有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平移不变性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206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0" y="1189635"/>
                <a:ext cx="10980160" cy="1667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给定两个非零向量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，任取点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作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𝑶𝑨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𝑶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，不超过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 </a:t>
                </a:r>
                <a14:m>
                  <m:oMath xmlns:m="http://schemas.openxmlformats.org/officeDocument/2006/math">
                    <m:r>
                      <a:rPr lang="zh-CN" altLang="en-US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∠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𝑨𝑶𝑩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夹角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189635"/>
                <a:ext cx="10980160" cy="1667957"/>
              </a:xfrm>
              <a:prstGeom prst="rect">
                <a:avLst/>
              </a:prstGeom>
              <a:blipFill rotWithShape="1">
                <a:blip r:embed="rId2"/>
                <a:stretch>
                  <a:fillRect l="-1444" r="-722" b="-4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041443"/>
                <a:ext cx="10891166" cy="18369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当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𝒃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时，称向量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平行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𝒃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时，称向量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垂直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en-US" altLang="zh-CN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041443"/>
                <a:ext cx="10891166" cy="1836978"/>
              </a:xfrm>
              <a:prstGeom prst="rect">
                <a:avLst/>
              </a:prstGeom>
              <a:blipFill rotWithShape="1">
                <a:blip r:embed="rId3"/>
                <a:stretch>
                  <a:fillRect l="-1455" b="-56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0" y="4887177"/>
            <a:ext cx="10891167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可以认为零向量与任意向量平行，也可以认为零向量与任意向量垂直，任意非零向量不具有这个特性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905D251-1C04-428D-A44B-B908D6BC01E3}"/>
                  </a:ext>
                </a:extLst>
              </p14:cNvPr>
              <p14:cNvContentPartPr/>
              <p14:nvPr/>
            </p14:nvContentPartPr>
            <p14:xfrm>
              <a:off x="1533600" y="163440"/>
              <a:ext cx="9982800" cy="2701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905D251-1C04-428D-A44B-B908D6BC01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4240" y="154080"/>
                <a:ext cx="10001520" cy="272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129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85525" y="1549133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向量的加法</a:t>
            </a:r>
            <a:endParaRPr lang="en-US" altLang="zh-CN" sz="3200" b="1" kern="0" dirty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二、向量的线性运算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1" y="2402144"/>
            <a:ext cx="10730306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三角形法则或平行四边形法则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319650"/>
                <a:ext cx="1098016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交换律：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319650"/>
                <a:ext cx="10980160" cy="740524"/>
              </a:xfrm>
              <a:prstGeom prst="rect">
                <a:avLst/>
              </a:prstGeom>
              <a:blipFill rotWithShape="1">
                <a:blip r:embed="rId2"/>
                <a:stretch>
                  <a:fillRect l="-1444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0" y="5375852"/>
            <a:ext cx="11128033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三角形法则可推广到多个向量相加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4370500"/>
                <a:ext cx="10980160" cy="81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结合律：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+(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370500"/>
                <a:ext cx="10980160" cy="813171"/>
              </a:xfrm>
              <a:prstGeom prst="rect">
                <a:avLst/>
              </a:prstGeom>
              <a:blipFill rotWithShape="1">
                <a:blip r:embed="rId3"/>
                <a:stretch>
                  <a:fillRect l="-1444" b="-20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55EBC23-0095-4CCD-BC76-EFA385BF7585}"/>
                  </a:ext>
                </a:extLst>
              </p14:cNvPr>
              <p14:cNvContentPartPr/>
              <p14:nvPr/>
            </p14:nvContentPartPr>
            <p14:xfrm>
              <a:off x="2879280" y="868680"/>
              <a:ext cx="8317080" cy="5578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55EBC23-0095-4CCD-BC76-EFA385BF75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69920" y="859320"/>
                <a:ext cx="8335800" cy="559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06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1354133"/>
                <a:ext cx="9508562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大小相同，方向相反的向量称为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的负向量，记为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=""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354133"/>
                <a:ext cx="9508562" cy="1372683"/>
              </a:xfrm>
              <a:prstGeom prst="rect">
                <a:avLst/>
              </a:prstGeom>
              <a:blipFill rotWithShape="1">
                <a:blip r:embed="rId2"/>
                <a:stretch>
                  <a:fillRect l="-1667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072264"/>
                <a:ext cx="10730306" cy="8277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(−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的差，记为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072264"/>
                <a:ext cx="10730306" cy="827791"/>
              </a:xfrm>
              <a:prstGeom prst="rect">
                <a:avLst/>
              </a:prstGeom>
              <a:blipFill rotWithShape="1">
                <a:blip r:embed="rId3"/>
                <a:stretch>
                  <a:fillRect l="-1477" b="-13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984446"/>
                <a:ext cx="10980160" cy="8791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三角不等式：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+|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|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984446"/>
                <a:ext cx="10980160" cy="879151"/>
              </a:xfrm>
              <a:prstGeom prst="rect">
                <a:avLst/>
              </a:prstGeom>
              <a:blipFill rotWithShape="1">
                <a:blip r:embed="rId4"/>
                <a:stretch>
                  <a:fillRect l="-144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99F2B9D-6C31-4D28-BBCB-1D1685A9D1C5}"/>
                  </a:ext>
                </a:extLst>
              </p14:cNvPr>
              <p14:cNvContentPartPr/>
              <p14:nvPr/>
            </p14:nvContentPartPr>
            <p14:xfrm>
              <a:off x="1819800" y="2003760"/>
              <a:ext cx="7302960" cy="40615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99F2B9D-6C31-4D28-BBCB-1D1685A9D1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10440" y="1994400"/>
                <a:ext cx="7321680" cy="408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64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77500" y="763362"/>
            <a:ext cx="10980160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向量的数乘</a:t>
            </a:r>
            <a:endParaRPr lang="en-US" altLang="zh-CN" sz="3200" b="1" kern="0" dirty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1593747"/>
                <a:ext cx="10730306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与实数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，定义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乘积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如下：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593747"/>
                <a:ext cx="10730306" cy="732508"/>
              </a:xfrm>
              <a:prstGeom prst="rect">
                <a:avLst/>
              </a:prstGeom>
              <a:blipFill rotWithShape="1">
                <a:blip r:embed="rId2"/>
                <a:stretch>
                  <a:fillRect l="-1477" b="-17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2563240"/>
                <a:ext cx="10980160" cy="201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𝝀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𝝀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，方向与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相同；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</a:t>
                </a:r>
                <a14:m>
                  <m:oMath xmlns:m="http://schemas.openxmlformats.org/officeDocument/2006/math"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&lt;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𝝀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𝝀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，方向与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相反；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为零向量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563240"/>
                <a:ext cx="10980160" cy="2012859"/>
              </a:xfrm>
              <a:prstGeom prst="rect">
                <a:avLst/>
              </a:prstGeom>
              <a:blipFill rotWithShape="1">
                <a:blip r:embed="rId3"/>
                <a:stretch>
                  <a:fillRect l="-1444" t="-1208" b="-5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0" y="4840340"/>
                <a:ext cx="9508562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结合律：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𝛌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𝝁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𝝁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𝝀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𝛌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𝝁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=""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4840340"/>
                <a:ext cx="9508562" cy="732508"/>
              </a:xfrm>
              <a:prstGeom prst="rect">
                <a:avLst/>
              </a:prstGeom>
              <a:blipFill rotWithShape="1">
                <a:blip r:embed="rId4"/>
                <a:stretch>
                  <a:fillRect l="-1667" t="-3333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0" y="5680455"/>
                <a:ext cx="10980160" cy="8791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分配律：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𝝀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𝝁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𝝁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𝛌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𝛌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𝛌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xmlns="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5680455"/>
                <a:ext cx="10980160" cy="879151"/>
              </a:xfrm>
              <a:prstGeom prst="rect">
                <a:avLst/>
              </a:prstGeom>
              <a:blipFill rotWithShape="1">
                <a:blip r:embed="rId5"/>
                <a:stretch>
                  <a:fillRect l="-144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89DE175-1FF3-42F9-ADC6-7EAACC9E3437}"/>
                  </a:ext>
                </a:extLst>
              </p14:cNvPr>
              <p14:cNvContentPartPr/>
              <p14:nvPr/>
            </p14:nvContentPartPr>
            <p14:xfrm>
              <a:off x="1813680" y="2215440"/>
              <a:ext cx="7466400" cy="4389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89DE175-1FF3-42F9-ADC6-7EAACC9E34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04320" y="2206080"/>
                <a:ext cx="7485120" cy="440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137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77500" y="1118827"/>
            <a:ext cx="10980160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数轴</a:t>
            </a:r>
            <a:endParaRPr lang="en-US" altLang="zh-CN" sz="3200" b="1" kern="0" dirty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2067084"/>
                <a:ext cx="10730306" cy="21116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与非零向量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同方向的单位向量记为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</m:sub>
                        </m:sSub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acc>
                                <m:accPr>
                                  <m:chr m:val="⃗"/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𝒂</m:t>
                                  </m:r>
                                </m:e>
                              </m:acc>
                            </m:sub>
                          </m:sSub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acc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067084"/>
                <a:ext cx="10730306" cy="2111668"/>
              </a:xfrm>
              <a:prstGeom prst="rect">
                <a:avLst/>
              </a:prstGeom>
              <a:blipFill rotWithShape="1">
                <a:blip r:embed="rId2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C2078DD-B70C-4932-BA22-F670C38389A9}"/>
                  </a:ext>
                </a:extLst>
              </p14:cNvPr>
              <p14:cNvContentPartPr/>
              <p14:nvPr/>
            </p14:nvContentPartPr>
            <p14:xfrm>
              <a:off x="1370520" y="924840"/>
              <a:ext cx="9729360" cy="43585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C2078DD-B70C-4932-BA22-F670C38389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1160" y="915480"/>
                <a:ext cx="9748080" cy="437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572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1559084"/>
                <a:ext cx="10730306" cy="15632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定理：设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是非零向量，则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平行的充分必要条件是存在唯一实数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，使得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559084"/>
                <a:ext cx="10730306" cy="1563248"/>
              </a:xfrm>
              <a:prstGeom prst="rect">
                <a:avLst/>
              </a:prstGeom>
              <a:blipFill rotWithShape="1">
                <a:blip r:embed="rId2"/>
                <a:stretch>
                  <a:fillRect l="-1477" r="-284" b="-6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0" y="4534981"/>
            <a:ext cx="9508562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充分性利用数乘的定义；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5665281"/>
            <a:ext cx="9508562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必要性时需考虑唯一性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0B448F0-B506-47E6-8FC6-53D6BAB3063F}"/>
                  </a:ext>
                </a:extLst>
              </p14:cNvPr>
              <p14:cNvContentPartPr/>
              <p14:nvPr/>
            </p14:nvContentPartPr>
            <p14:xfrm>
              <a:off x="646920" y="2294280"/>
              <a:ext cx="10643760" cy="4478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0B448F0-B506-47E6-8FC6-53D6BAB306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7560" y="2284920"/>
                <a:ext cx="10662480" cy="449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105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1559084"/>
                <a:ext cx="10730306" cy="1457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给定一个点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与一个单位向量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，过点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平行的直线，此直线称为原点为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，方向为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数轴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559084"/>
                <a:ext cx="10730306" cy="1457322"/>
              </a:xfrm>
              <a:prstGeom prst="rect">
                <a:avLst/>
              </a:prstGeom>
              <a:blipFill>
                <a:blip r:embed="rId2"/>
                <a:stretch>
                  <a:fillRect l="-1477" r="-625" b="-12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499" y="4534981"/>
                <a:ext cx="10730305" cy="14546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数轴上任一点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对应一个向量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𝑶𝑷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，存在实数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使得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𝑶𝑷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数轴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与实数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一一对应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9" y="4534981"/>
                <a:ext cx="10730305" cy="1454694"/>
              </a:xfrm>
              <a:prstGeom prst="rect">
                <a:avLst/>
              </a:prstGeom>
              <a:blipFill>
                <a:blip r:embed="rId3"/>
                <a:stretch>
                  <a:fillRect l="-1477" b="-12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302B356-D9CB-49FF-B7CA-D6D8CEBC1F30}"/>
                  </a:ext>
                </a:extLst>
              </p14:cNvPr>
              <p14:cNvContentPartPr/>
              <p14:nvPr/>
            </p14:nvContentPartPr>
            <p14:xfrm>
              <a:off x="2915280" y="210240"/>
              <a:ext cx="7579440" cy="5227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302B356-D9CB-49FF-B7CA-D6D8CEBC1F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5920" y="200880"/>
                <a:ext cx="7598160" cy="524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117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85525" y="1549133"/>
                <a:ext cx="10980160" cy="21081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选定原点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，作三个两两垂直的单位向量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𝒋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𝒌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，就确定了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轴（横轴）、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轴（纵轴）、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轴（竖轴）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及三个坐标轴统称为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004080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𝑶𝒙𝒚𝒛</m:t>
                    </m:r>
                  </m:oMath>
                </a14:m>
                <a:r>
                  <a:rPr lang="en-US" altLang="zh-CN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坐标系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004080"/>
                        </a:solidFill>
                        <a:latin typeface="Cambria Math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3200" b="1" i="1" kern="0" smtClean="0">
                        <a:solidFill>
                          <a:srgbClr val="004080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004080"/>
                        </a:solidFill>
                        <a:latin typeface="Cambria Math"/>
                        <a:ea typeface="微软雅黑" panose="020B0503020204020204" pitchFamily="34" charset="-122"/>
                      </a:rPr>
                      <m:t>: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00408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00408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00408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004080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00408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00408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𝒋</m:t>
                        </m:r>
                        <m:r>
                          <a:rPr lang="en-US" altLang="zh-CN" sz="3200" b="1" i="1" kern="0">
                            <a:solidFill>
                              <a:srgbClr val="00408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004080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00408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00408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𝒌</m:t>
                        </m:r>
                        <m:r>
                          <a:rPr lang="en-US" altLang="zh-CN" sz="3200" b="1" i="1" kern="0">
                            <a:solidFill>
                              <a:srgbClr val="004080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004080"/>
                        </a:solidFill>
                        <a:latin typeface="Cambria Math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坐标系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5" y="1549133"/>
                <a:ext cx="10980160" cy="2108141"/>
              </a:xfrm>
              <a:prstGeom prst="rect">
                <a:avLst/>
              </a:prstGeom>
              <a:blipFill rotWithShape="1">
                <a:blip r:embed="rId2"/>
                <a:stretch>
                  <a:fillRect l="-1388" r="-1277" b="-89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三、空间直角坐标系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85525" y="3991098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约定：坐标系符合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右手螺旋法则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4853503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坐标平面：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𝐳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853503"/>
                <a:ext cx="10730306" cy="664797"/>
              </a:xfrm>
              <a:prstGeom prst="rect">
                <a:avLst/>
              </a:prstGeom>
              <a:blipFill rotWithShape="1"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85525" y="5742107"/>
            <a:ext cx="10730306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卦限：八个卦限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EE06973-6779-493C-A14E-42058CD3E932}"/>
                  </a:ext>
                </a:extLst>
              </p14:cNvPr>
              <p14:cNvContentPartPr/>
              <p14:nvPr/>
            </p14:nvContentPartPr>
            <p14:xfrm>
              <a:off x="5323680" y="164160"/>
              <a:ext cx="3445200" cy="1704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EE06973-6779-493C-A14E-42058CD3E9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4320" y="154800"/>
                <a:ext cx="3463920" cy="172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368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1559084"/>
                <a:ext cx="10730306" cy="13923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任给空间向量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，存在点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𝑶𝑴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为对角线，三坐标轴为棱作长方体，得到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坐标分解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559084"/>
                <a:ext cx="10730306" cy="1392304"/>
              </a:xfrm>
              <a:prstGeom prst="rect">
                <a:avLst/>
              </a:prstGeom>
              <a:blipFill>
                <a:blip r:embed="rId2"/>
                <a:stretch>
                  <a:fillRect l="-1477" r="-5170" b="-13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2" y="3267272"/>
                <a:ext cx="10730305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𝒌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267272"/>
                <a:ext cx="10730305" cy="740524"/>
              </a:xfrm>
              <a:prstGeom prst="rect">
                <a:avLst/>
              </a:prstGeom>
              <a:blipFill>
                <a:blip r:embed="rId3"/>
                <a:stretch>
                  <a:fillRect l="-1477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6B4E96E-C232-41C7-A4BD-5297E7C979CE}"/>
                  </a:ext>
                </a:extLst>
              </p:cNvPr>
              <p:cNvSpPr/>
              <p:nvPr/>
            </p:nvSpPr>
            <p:spPr>
              <a:xfrm>
                <a:off x="877501" y="4323681"/>
                <a:ext cx="11160011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定义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在坐标系 </a:t>
                </a:r>
                <a14:m>
                  <m:oMath xmlns:m="http://schemas.openxmlformats.org/officeDocument/2006/math"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𝑶𝒙𝒚𝒛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；也称为点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在坐标系 </a:t>
                </a:r>
                <a14:m>
                  <m:oMath xmlns:m="http://schemas.openxmlformats.org/officeDocument/2006/math"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𝑶𝒙𝒚𝒛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6B4E96E-C232-41C7-A4BD-5297E7C979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323681"/>
                <a:ext cx="11160011" cy="1310295"/>
              </a:xfrm>
              <a:prstGeom prst="rect">
                <a:avLst/>
              </a:prstGeom>
              <a:blipFill>
                <a:blip r:embed="rId4"/>
                <a:stretch>
                  <a:fillRect l="-1420" t="-1860" r="-2403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DFFCB5E-B682-47F5-8DF1-FED71870A702}"/>
                  </a:ext>
                </a:extLst>
              </p14:cNvPr>
              <p14:cNvContentPartPr/>
              <p14:nvPr/>
            </p14:nvContentPartPr>
            <p14:xfrm>
              <a:off x="1275840" y="78480"/>
              <a:ext cx="10575360" cy="5734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DFFCB5E-B682-47F5-8DF1-FED71870A7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6480" y="69120"/>
                <a:ext cx="10594080" cy="57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063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85525" y="1549133"/>
                <a:ext cx="10980160" cy="16785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坐标分别为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5" y="1549133"/>
                <a:ext cx="10980160" cy="1678536"/>
              </a:xfrm>
              <a:prstGeom prst="rect">
                <a:avLst/>
              </a:prstGeom>
              <a:blipFill>
                <a:blip r:embed="rId2"/>
                <a:stretch>
                  <a:fillRect l="-13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四、利用坐标作向量线性运算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85525" y="3335282"/>
                <a:ext cx="10730306" cy="877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sub>
                            </m:s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5" y="3335282"/>
                <a:ext cx="10730306" cy="877997"/>
              </a:xfrm>
              <a:prstGeom prst="rect">
                <a:avLst/>
              </a:prstGeom>
              <a:blipFill>
                <a:blip r:embed="rId3"/>
                <a:stretch>
                  <a:fillRect l="-1420" b="-13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4424098"/>
                <a:ext cx="10730306" cy="8465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sub>
                            </m:s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424098"/>
                <a:ext cx="10730306" cy="846578"/>
              </a:xfrm>
              <a:prstGeom prst="rect">
                <a:avLst/>
              </a:prstGeom>
              <a:blipFill>
                <a:blip r:embed="rId4"/>
                <a:stretch>
                  <a:fillRect l="-1477" b="-172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85525" y="5479326"/>
                <a:ext cx="10730306" cy="794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𝝀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𝝀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𝝀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5" y="5479326"/>
                <a:ext cx="10730306" cy="794000"/>
              </a:xfrm>
              <a:prstGeom prst="rect">
                <a:avLst/>
              </a:prstGeom>
              <a:blipFill>
                <a:blip r:embed="rId5"/>
                <a:stretch>
                  <a:fillRect l="-1420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4C78C93-19DF-4A05-B92D-D7684D40B58B}"/>
                  </a:ext>
                </a:extLst>
              </p14:cNvPr>
              <p14:cNvContentPartPr/>
              <p14:nvPr/>
            </p14:nvContentPartPr>
            <p14:xfrm>
              <a:off x="4451040" y="3141000"/>
              <a:ext cx="4671000" cy="84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4C78C93-19DF-4A05-B92D-D7684D40B5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41680" y="3131640"/>
                <a:ext cx="4689720" cy="10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139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1211737"/>
                <a:ext cx="10730306" cy="15632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定理：设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是非零向量，则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平行的充分必要条件是存在唯一实数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，使得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211737"/>
                <a:ext cx="10730306" cy="1563248"/>
              </a:xfrm>
              <a:prstGeom prst="rect">
                <a:avLst/>
              </a:prstGeom>
              <a:blipFill>
                <a:blip r:embed="rId2"/>
                <a:stretch>
                  <a:fillRect l="-1477" r="-284" b="-6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3241047"/>
                <a:ext cx="9508562" cy="794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𝝀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𝝀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𝝀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241047"/>
                <a:ext cx="9508562" cy="794000"/>
              </a:xfrm>
              <a:prstGeom prst="rect">
                <a:avLst/>
              </a:prstGeom>
              <a:blipFill>
                <a:blip r:embed="rId3"/>
                <a:stretch>
                  <a:fillRect l="-1667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4247613"/>
                <a:ext cx="9508562" cy="1210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247613"/>
                <a:ext cx="9508562" cy="1210973"/>
              </a:xfrm>
              <a:prstGeom prst="rect">
                <a:avLst/>
              </a:prstGeom>
              <a:blipFill>
                <a:blip r:embed="rId4"/>
                <a:stretch>
                  <a:fillRect l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F393ACBB-D61B-4711-B447-25B1E8DD475C}"/>
              </a:ext>
            </a:extLst>
          </p:cNvPr>
          <p:cNvSpPr/>
          <p:nvPr/>
        </p:nvSpPr>
        <p:spPr>
          <a:xfrm>
            <a:off x="877501" y="5680540"/>
            <a:ext cx="9508562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：如果其中有分母为零？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B20D997-D934-4586-876C-6CF205A7A8FD}"/>
                  </a:ext>
                </a:extLst>
              </p14:cNvPr>
              <p14:cNvContentPartPr/>
              <p14:nvPr/>
            </p14:nvContentPartPr>
            <p14:xfrm>
              <a:off x="1141560" y="859320"/>
              <a:ext cx="8726760" cy="5522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B20D997-D934-4586-876C-6CF205A7A8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2200" y="849960"/>
                <a:ext cx="8745480" cy="554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575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8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4121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：已知空间两点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以及实数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，在直线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𝑨𝑩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上求点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𝑨𝑴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412181"/>
              </a:xfrm>
              <a:prstGeom prst="rect">
                <a:avLst/>
              </a:prstGeom>
              <a:blipFill>
                <a:blip r:embed="rId2"/>
                <a:stretch>
                  <a:fillRect l="-1461" t="-1724"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3920069"/>
                <a:ext cx="10730306" cy="9741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𝝀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𝝀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𝝀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𝝀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𝝀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𝝀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920069"/>
                <a:ext cx="10730306" cy="974113"/>
              </a:xfrm>
              <a:prstGeom prst="rect">
                <a:avLst/>
              </a:prstGeom>
              <a:blipFill>
                <a:blip r:embed="rId3"/>
                <a:stretch>
                  <a:fillRect l="-1477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9FCF62-9700-4FD6-81C1-36E7F75C31EE}"/>
                  </a:ext>
                </a:extLst>
              </p:cNvPr>
              <p:cNvSpPr/>
              <p:nvPr/>
            </p:nvSpPr>
            <p:spPr>
              <a:xfrm>
                <a:off x="877502" y="5060618"/>
                <a:ext cx="10730306" cy="7287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分点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9FCF62-9700-4FD6-81C1-36E7F75C31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60618"/>
                <a:ext cx="10730306" cy="728789"/>
              </a:xfrm>
              <a:prstGeom prst="rect">
                <a:avLst/>
              </a:prstGeom>
              <a:blipFill>
                <a:blip r:embed="rId4"/>
                <a:stretch>
                  <a:fillRect l="-147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1DFF5D5-B29A-40A2-9BBC-A4D73F3FDD75}"/>
                  </a:ext>
                </a:extLst>
              </p14:cNvPr>
              <p14:cNvContentPartPr/>
              <p14:nvPr/>
            </p14:nvContentPartPr>
            <p14:xfrm>
              <a:off x="480960" y="1379520"/>
              <a:ext cx="11520720" cy="49086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1DFF5D5-B29A-40A2-9BBC-A4D73F3FDD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1600" y="1370160"/>
                <a:ext cx="11539440" cy="492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459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4720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与起点置于同一点的向量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𝟕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的角平分线平行，且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𝟔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𝟔</m:t>
                        </m:r>
                      </m:e>
                    </m:ra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472006"/>
              </a:xfrm>
              <a:prstGeom prst="rect">
                <a:avLst/>
              </a:prstGeom>
              <a:blipFill>
                <a:blip r:embed="rId2"/>
                <a:stretch>
                  <a:fillRect l="-1461" b="-11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084989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84989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3BB4A89-1564-4EF5-80F8-FBB568C612E6}"/>
                  </a:ext>
                </a:extLst>
              </p14:cNvPr>
              <p14:cNvContentPartPr/>
              <p14:nvPr/>
            </p14:nvContentPartPr>
            <p14:xfrm>
              <a:off x="1005480" y="2131200"/>
              <a:ext cx="11089800" cy="4614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3BB4A89-1564-4EF5-80F8-FBB568C612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6120" y="2121840"/>
                <a:ext cx="11108520" cy="46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901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0" y="1189635"/>
                <a:ext cx="1098016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平移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个向量，使它们的起点相同，如果此时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个向量的终点与公共起点位于同一个平面，则称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个向量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189635"/>
                <a:ext cx="10980160" cy="1372683"/>
              </a:xfrm>
              <a:prstGeom prst="rect">
                <a:avLst/>
              </a:prstGeom>
              <a:blipFill rotWithShape="1">
                <a:blip r:embed="rId2"/>
                <a:stretch>
                  <a:fillRect l="-1444" t="-1778" r="-1388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906DF90-03D7-43E3-B442-7CEA01E2DB8F}"/>
                  </a:ext>
                </a:extLst>
              </p:cNvPr>
              <p:cNvSpPr/>
              <p:nvPr/>
            </p:nvSpPr>
            <p:spPr>
              <a:xfrm>
                <a:off x="877500" y="3005719"/>
                <a:ext cx="10980160" cy="1475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若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不共线，则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共面的充分必要条件是存在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𝝁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使得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𝝁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906DF90-03D7-43E3-B442-7CEA01E2DB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3005719"/>
                <a:ext cx="10980160" cy="1475981"/>
              </a:xfrm>
              <a:prstGeom prst="rect">
                <a:avLst/>
              </a:prstGeom>
              <a:blipFill>
                <a:blip r:embed="rId3"/>
                <a:stretch>
                  <a:fillRect l="-1444" b="-12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7BE3CB2-CDED-4B87-90B7-FCF0E83D34A3}"/>
                  </a:ext>
                </a:extLst>
              </p:cNvPr>
              <p:cNvSpPr/>
              <p:nvPr/>
            </p:nvSpPr>
            <p:spPr>
              <a:xfrm>
                <a:off x="779379" y="4925101"/>
                <a:ext cx="1098016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若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不共面，则空间中任一向量可由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线性表示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7BE3CB2-CDED-4B87-90B7-FCF0E83D34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79" y="4925101"/>
                <a:ext cx="10980160" cy="740524"/>
              </a:xfrm>
              <a:prstGeom prst="rect">
                <a:avLst/>
              </a:prstGeom>
              <a:blipFill>
                <a:blip r:embed="rId4"/>
                <a:stretch>
                  <a:fillRect l="-1444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89AC705-372A-4988-8296-1FDA956AE9CD}"/>
                  </a:ext>
                </a:extLst>
              </p14:cNvPr>
              <p14:cNvContentPartPr/>
              <p14:nvPr/>
            </p14:nvContentPartPr>
            <p14:xfrm>
              <a:off x="5840280" y="2502360"/>
              <a:ext cx="4773240" cy="2570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89AC705-372A-4988-8296-1FDA956AE9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0920" y="2493000"/>
                <a:ext cx="4791960" cy="258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042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向量及其运算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130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平面曲线的弧长；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向量及其运算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723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D5662F24-7242-46DE-A98F-C03E9897C3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5254" y="939871"/>
              <a:ext cx="11310716" cy="5422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0249">
                      <a:extLst>
                        <a:ext uri="{9D8B030D-6E8A-4147-A177-3AD203B41FA5}">
                          <a16:colId xmlns:a16="http://schemas.microsoft.com/office/drawing/2014/main" val="2691727100"/>
                        </a:ext>
                      </a:extLst>
                    </a:gridCol>
                    <a:gridCol w="2678875">
                      <a:extLst>
                        <a:ext uri="{9D8B030D-6E8A-4147-A177-3AD203B41FA5}">
                          <a16:colId xmlns:a16="http://schemas.microsoft.com/office/drawing/2014/main" val="3179769987"/>
                        </a:ext>
                      </a:extLst>
                    </a:gridCol>
                    <a:gridCol w="3360674">
                      <a:extLst>
                        <a:ext uri="{9D8B030D-6E8A-4147-A177-3AD203B41FA5}">
                          <a16:colId xmlns:a16="http://schemas.microsoft.com/office/drawing/2014/main" val="942556346"/>
                        </a:ext>
                      </a:extLst>
                    </a:gridCol>
                    <a:gridCol w="3280918">
                      <a:extLst>
                        <a:ext uri="{9D8B030D-6E8A-4147-A177-3AD203B41FA5}">
                          <a16:colId xmlns:a16="http://schemas.microsoft.com/office/drawing/2014/main" val="2771803505"/>
                        </a:ext>
                      </a:extLst>
                    </a:gridCol>
                  </a:tblGrid>
                  <a:tr h="116954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直角坐标情形</a:t>
                          </a:r>
                          <a:endParaRPr lang="en-US" altLang="zh-CN" sz="20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参数方程情形</a:t>
                          </a:r>
                          <a:endParaRPr lang="en-US" altLang="zh-CN" sz="20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zh-CN" altLang="en-US" sz="2000" b="1" i="1" smtClean="0">
                                            <a:latin typeface="Cambria Math" panose="02040503050406030204" pitchFamily="18" charset="0"/>
                                          </a:rPr>
                                          <m:t>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e>
                                        <m: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zh-CN" altLang="en-US" sz="2000" b="1" i="1" smtClean="0">
                                            <a:latin typeface="Cambria Math" panose="02040503050406030204" pitchFamily="18" charset="0"/>
                                          </a:rPr>
                                          <m:t>𝝍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e>
                                    </m:eqAr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∈[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极坐标情形</a:t>
                          </a:r>
                          <a:endParaRPr lang="en-US" altLang="zh-CN" sz="20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4462225"/>
                      </a:ext>
                    </a:extLst>
                  </a:tr>
                  <a:tr h="9457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平面图形的</a:t>
                          </a:r>
                          <a:endParaRPr lang="en-US" altLang="zh-CN" sz="2000" b="1" kern="0" dirty="0">
                            <a:solidFill>
                              <a:srgbClr val="67666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面积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oMath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𝒇</m:t>
                                    </m:r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𝝍</m:t>
                                    </m:r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′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den>
                                </m:f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 dirty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6980475"/>
                      </a:ext>
                    </a:extLst>
                  </a:tr>
                  <a:tr h="9216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（切片法）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𝒇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𝝍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</m:d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′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071108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（薄壳法）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𝒇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)|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505288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sz="2000" b="1" kern="0" dirty="0" smtClean="0">
                                      <a:solidFill>
                                        <a:srgbClr val="676661"/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极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（极坐标）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 sz="2000" b="1" kern="0" dirty="0">
                                        <a:solidFill>
                                          <a:srgbClr val="676661"/>
                                        </a:solidFill>
                                        <a:latin typeface="微软雅黑" panose="020B0503020204020204" pitchFamily="34" charset="-122"/>
                                        <a:ea typeface="微软雅黑" panose="020B0503020204020204" pitchFamily="34" charset="-122"/>
                                      </a:rPr>
                                      <m:t>极</m:t>
                                    </m:r>
                                  </m:sub>
                                </m:sSub>
                                <m:r>
                                  <a:rPr lang="en-US" altLang="zh-CN" sz="20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𝝅</m:t>
                                    </m:r>
                                  </m:num>
                                  <m:den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den>
                                </m:f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𝒓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𝟑</m:t>
                                        </m:r>
                                      </m:sup>
                                    </m:s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func>
                                      <m:func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 i="0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sz="2000" b="0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</m:e>
                                    </m:func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1743633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平面曲线</a:t>
                          </a:r>
                          <a:endParaRPr lang="en-US" altLang="zh-CN" sz="2000" b="1" kern="0" dirty="0">
                            <a:solidFill>
                              <a:srgbClr val="67666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的弧长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𝒍</m:t>
                              </m:r>
                            </m:oMath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𝒍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𝒇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 (</m:t>
                                        </m:r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𝝋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𝝍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(</m:t>
                                        </m:r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𝜽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(</m:t>
                                        </m:r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  <m:r>
                                      <a:rPr lang="en-US" altLang="zh-CN" sz="2000" b="1" i="1" kern="0" dirty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5662F24-7242-46DE-A98F-C03E9897C3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041083"/>
                  </p:ext>
                </p:extLst>
              </p:nvPr>
            </p:nvGraphicFramePr>
            <p:xfrm>
              <a:off x="465254" y="939871"/>
              <a:ext cx="11310716" cy="5422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0249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691727100"/>
                        </a:ext>
                      </a:extLst>
                    </a:gridCol>
                    <a:gridCol w="267887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179769987"/>
                        </a:ext>
                      </a:extLst>
                    </a:gridCol>
                    <a:gridCol w="3360674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942556346"/>
                        </a:ext>
                      </a:extLst>
                    </a:gridCol>
                    <a:gridCol w="328091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771803505"/>
                        </a:ext>
                      </a:extLst>
                    </a:gridCol>
                  </a:tblGrid>
                  <a:tr h="116954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2604" r="-248292" b="-363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2604" r="-97464" b="-363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2604" b="-363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174462225"/>
                      </a:ext>
                    </a:extLst>
                  </a:tr>
                  <a:tr h="94575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127097" r="-467584" b="-35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127097" r="-248292" b="-35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127097" r="-97464" b="-35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127097" b="-350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756980475"/>
                      </a:ext>
                    </a:extLst>
                  </a:tr>
                  <a:tr h="92161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233113" r="-467584" b="-259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233113" r="-248292" b="-259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233113" r="-97464" b="-259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85071108"/>
                      </a:ext>
                    </a:extLst>
                  </a:tr>
                  <a:tr h="78879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386923" r="-467584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386923" r="-248292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675505288"/>
                      </a:ext>
                    </a:extLst>
                  </a:tr>
                  <a:tr h="7886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490698" r="-467584" b="-1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490698" b="-1031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651743633"/>
                      </a:ext>
                    </a:extLst>
                  </a:tr>
                  <a:tr h="80797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572932" r="-467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4487" t="-572932" r="-248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8768" t="-572932" r="-97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44981" t="-57293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574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定积分的几何应用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7" y="924232"/>
            <a:ext cx="10493714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P311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5-7(A) 14.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5-7(B) 13.</a:t>
            </a:r>
          </a:p>
        </p:txBody>
      </p:sp>
    </p:spTree>
    <p:extLst>
      <p:ext uri="{BB962C8B-B14F-4D97-AF65-F5344CB8AC3E}">
        <p14:creationId xmlns:p14="http://schemas.microsoft.com/office/powerpoint/2010/main" val="29747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矩形 3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</a:rPr>
              <a:t>https://www.bilibili.com/video/BV1XT4y1u7ca</a:t>
            </a: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248812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75629882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13870</TotalTime>
  <Words>2262</Words>
  <Application>Microsoft Macintosh PowerPoint</Application>
  <PresentationFormat>宽屏</PresentationFormat>
  <Paragraphs>275</Paragraphs>
  <Slides>40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49" baseType="lpstr">
      <vt:lpstr>微软雅黑</vt:lpstr>
      <vt:lpstr>微软雅黑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899</cp:revision>
  <dcterms:created xsi:type="dcterms:W3CDTF">2015-08-18T02:51:41Z</dcterms:created>
  <dcterms:modified xsi:type="dcterms:W3CDTF">2021-12-06T04:02:34Z</dcterms:modified>
</cp:coreProperties>
</file>